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ink/ink4.xml" ContentType="application/inkml+xml"/>
  <Override PartName="/ppt/notesSlides/notesSlide7.xml" ContentType="application/vnd.openxmlformats-officedocument.presentationml.notesSlide+xml"/>
  <Override PartName="/ppt/ink/ink5.xml" ContentType="application/inkml+xml"/>
  <Override PartName="/ppt/ink/ink6.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7.xml" ContentType="application/inkml+xml"/>
  <Override PartName="/ppt/notesSlides/notesSlide12.xml" ContentType="application/vnd.openxmlformats-officedocument.presentationml.notesSlide+xml"/>
  <Override PartName="/ppt/ink/ink8.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9.xml" ContentType="application/inkml+xml"/>
  <Override PartName="/ppt/notesSlides/notesSlide17.xml" ContentType="application/vnd.openxmlformats-officedocument.presentationml.notesSlide+xml"/>
  <Override PartName="/ppt/ink/ink10.xml" ContentType="application/inkml+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4"/>
    <p:sldMasterId id="2147483866" r:id="rId5"/>
    <p:sldMasterId id="2147483843" r:id="rId6"/>
  </p:sldMasterIdLst>
  <p:notesMasterIdLst>
    <p:notesMasterId r:id="rId26"/>
  </p:notesMasterIdLst>
  <p:handoutMasterIdLst>
    <p:handoutMasterId r:id="rId27"/>
  </p:handoutMasterIdLst>
  <p:sldIdLst>
    <p:sldId id="256" r:id="rId7"/>
    <p:sldId id="330" r:id="rId8"/>
    <p:sldId id="349" r:id="rId9"/>
    <p:sldId id="375" r:id="rId10"/>
    <p:sldId id="376" r:id="rId11"/>
    <p:sldId id="377" r:id="rId12"/>
    <p:sldId id="378" r:id="rId13"/>
    <p:sldId id="379" r:id="rId14"/>
    <p:sldId id="381" r:id="rId15"/>
    <p:sldId id="380" r:id="rId16"/>
    <p:sldId id="382" r:id="rId17"/>
    <p:sldId id="370" r:id="rId18"/>
    <p:sldId id="384" r:id="rId19"/>
    <p:sldId id="385" r:id="rId20"/>
    <p:sldId id="386" r:id="rId21"/>
    <p:sldId id="387" r:id="rId22"/>
    <p:sldId id="388" r:id="rId23"/>
    <p:sldId id="389" r:id="rId24"/>
    <p:sldId id="294" r:id="rId25"/>
  </p:sldIdLst>
  <p:sldSz cx="9144000" cy="5143500" type="screen16x9"/>
  <p:notesSz cx="6858000" cy="9144000"/>
  <p:defaultText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7DD0B69D-9948-46F3-B07D-8BF81D90CAFD}">
          <p14:sldIdLst>
            <p14:sldId id="256"/>
            <p14:sldId id="330"/>
            <p14:sldId id="349"/>
            <p14:sldId id="375"/>
            <p14:sldId id="376"/>
            <p14:sldId id="377"/>
            <p14:sldId id="378"/>
            <p14:sldId id="379"/>
            <p14:sldId id="381"/>
            <p14:sldId id="380"/>
            <p14:sldId id="382"/>
            <p14:sldId id="370"/>
            <p14:sldId id="384"/>
            <p14:sldId id="385"/>
            <p14:sldId id="386"/>
            <p14:sldId id="387"/>
            <p14:sldId id="388"/>
            <p14:sldId id="389"/>
            <p14:sldId id="29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D74"/>
    <a:srgbClr val="1F7791"/>
    <a:srgbClr val="10746A"/>
    <a:srgbClr val="EC008C"/>
    <a:srgbClr val="2DB8C5"/>
    <a:srgbClr val="73B82B"/>
    <a:srgbClr val="F18500"/>
    <a:srgbClr val="8D3786"/>
    <a:srgbClr val="CDA60C"/>
    <a:srgbClr val="2DB8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162" y="4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0859996977948773"/>
          <c:y val="1.4467262737367422E-3"/>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009355875836059E-2"/>
          <c:y val="0.13986788302602043"/>
          <c:w val="0.67931177666812181"/>
          <c:h val="0.76021553992215929"/>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A9-4D25-9A08-E785591F91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A9-4D25-9A08-E785591F912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A9-4D25-9A08-E785591F912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A9-4D25-9A08-E785591F912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CA9-4D25-9A08-E785591F912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CA9-4D25-9A08-E785591F912F}"/>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CA9-4D25-9A08-E785591F912F}"/>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8</c:v>
                </c:pt>
                <c:pt idx="1">
                  <c:v>6</c:v>
                </c:pt>
                <c:pt idx="2">
                  <c:v>4</c:v>
                </c:pt>
                <c:pt idx="3">
                  <c:v>3</c:v>
                </c:pt>
                <c:pt idx="4">
                  <c:v>2</c:v>
                </c:pt>
                <c:pt idx="5">
                  <c:v>1</c:v>
                </c:pt>
                <c:pt idx="6">
                  <c:v>0.5</c:v>
                </c:pt>
              </c:numCache>
            </c:numRef>
          </c:val>
          <c:extLst>
            <c:ext xmlns:c16="http://schemas.microsoft.com/office/drawing/2014/chart" uri="{C3380CC4-5D6E-409C-BE32-E72D297353CC}">
              <c16:uniqueId val="{0000000E-CCA9-4D25-9A08-E785591F912F}"/>
            </c:ext>
          </c:extLst>
        </c:ser>
        <c:dLbls>
          <c:showLegendKey val="0"/>
          <c:showVal val="0"/>
          <c:showCatName val="0"/>
          <c:showSerName val="0"/>
          <c:showPercent val="0"/>
          <c:showBubbleSize val="0"/>
          <c:showLeaderLines val="1"/>
        </c:dLbls>
        <c:firstSliceAng val="0"/>
        <c:holeSize val="64"/>
      </c:doughnutChart>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69977572318967052"/>
          <c:y val="0.1928179891354784"/>
          <c:w val="0.30022436435136202"/>
          <c:h val="0.65283604829086761"/>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4416114174553275"/>
          <c:y val="1.4062543327461475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7531567990058079E-2"/>
          <c:y val="0.11931885404850991"/>
          <c:w val="0.63197913902634784"/>
          <c:h val="0.65308987739149349"/>
        </c:manualLayout>
      </c:layout>
      <c:barChart>
        <c:barDir val="col"/>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3151-495A-8996-44DF7C239E04}"/>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3151-495A-8996-44DF7C239E04}"/>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3151-495A-8996-44DF7C239E04}"/>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3151-495A-8996-44DF7C239E04}"/>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3151-495A-8996-44DF7C239E04}"/>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3151-495A-8996-44DF7C239E04}"/>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3151-495A-8996-44DF7C239E04}"/>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0.5</c:v>
                </c:pt>
                <c:pt idx="1">
                  <c:v>1.5</c:v>
                </c:pt>
                <c:pt idx="2">
                  <c:v>2.5</c:v>
                </c:pt>
                <c:pt idx="3">
                  <c:v>3.5</c:v>
                </c:pt>
                <c:pt idx="4">
                  <c:v>4.5</c:v>
                </c:pt>
                <c:pt idx="5">
                  <c:v>5.5</c:v>
                </c:pt>
                <c:pt idx="6">
                  <c:v>6</c:v>
                </c:pt>
              </c:numCache>
            </c:numRef>
          </c:val>
          <c:extLst>
            <c:ext xmlns:c16="http://schemas.microsoft.com/office/drawing/2014/chart" uri="{C3380CC4-5D6E-409C-BE32-E72D297353CC}">
              <c16:uniqueId val="{0000000E-3151-495A-8996-44DF7C239E04}"/>
            </c:ext>
          </c:extLst>
        </c:ser>
        <c:dLbls>
          <c:showLegendKey val="0"/>
          <c:showVal val="0"/>
          <c:showCatName val="0"/>
          <c:showSerName val="0"/>
          <c:showPercent val="0"/>
          <c:showBubbleSize val="0"/>
        </c:dLbls>
        <c:gapWidth val="150"/>
        <c:axId val="853237616"/>
        <c:axId val="774982448"/>
      </c:barChart>
      <c:valAx>
        <c:axId val="774982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b"/>
        <c:numFmt formatCode="General" sourceLinked="1"/>
        <c:majorTickMark val="out"/>
        <c:minorTickMark val="none"/>
        <c:tickLblPos val="low"/>
        <c:spPr>
          <a:noFill/>
          <a:ln w="6350" cap="flat" cmpd="sng" algn="ctr">
            <a:solidFill>
              <a:schemeClr val="dk1"/>
            </a:solidFill>
            <a:prstDash val="solid"/>
            <a:miter lim="800000"/>
          </a:ln>
          <a:effectLst/>
        </c:spPr>
        <c:txPr>
          <a:bodyPr rot="5400000" spcFirstLastPara="1" vertOverflow="ellipsis" wrap="square" anchor="ctr" anchorCtr="1"/>
          <a:lstStyle/>
          <a:p>
            <a:pPr>
              <a:defRPr sz="1197" b="0" i="0" u="none" strike="noStrike" kern="1200" baseline="0">
                <a:solidFill>
                  <a:schemeClr val="tx1"/>
                </a:solidFill>
                <a:latin typeface="+mn-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056497372130657"/>
          <c:y val="0.23026675851480399"/>
          <c:w val="0.24631125718087762"/>
          <c:h val="0.60697960708651189"/>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9648043799212601"/>
          <c:y val="1.4062499134934847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8017085530237922"/>
          <c:y val="0.11931885404850991"/>
          <c:w val="0.59848297447332355"/>
          <c:h val="0.80052066313077841"/>
        </c:manualLayout>
      </c:layout>
      <c:barChart>
        <c:barDir val="bar"/>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4E79-46EC-ACD0-05064C0E4F15}"/>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4E79-46EC-ACD0-05064C0E4F15}"/>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4E79-46EC-ACD0-05064C0E4F15}"/>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4E79-46EC-ACD0-05064C0E4F15}"/>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4E79-46EC-ACD0-05064C0E4F15}"/>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4E79-46EC-ACD0-05064C0E4F15}"/>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E79-46EC-ACD0-05064C0E4F15}"/>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7</c:v>
                </c:pt>
                <c:pt idx="1">
                  <c:v>6</c:v>
                </c:pt>
                <c:pt idx="2">
                  <c:v>5</c:v>
                </c:pt>
                <c:pt idx="3">
                  <c:v>4</c:v>
                </c:pt>
                <c:pt idx="4">
                  <c:v>3</c:v>
                </c:pt>
                <c:pt idx="5">
                  <c:v>2</c:v>
                </c:pt>
                <c:pt idx="6">
                  <c:v>1</c:v>
                </c:pt>
              </c:numCache>
            </c:numRef>
          </c:val>
          <c:extLst>
            <c:ext xmlns:c16="http://schemas.microsoft.com/office/drawing/2014/chart" uri="{C3380CC4-5D6E-409C-BE32-E72D297353CC}">
              <c16:uniqueId val="{0000000E-4E79-46EC-ACD0-05064C0E4F15}"/>
            </c:ext>
          </c:extLst>
        </c:ser>
        <c:dLbls>
          <c:showLegendKey val="0"/>
          <c:showVal val="0"/>
          <c:showCatName val="0"/>
          <c:showSerName val="0"/>
          <c:showPercent val="0"/>
          <c:showBubbleSize val="0"/>
        </c:dLbls>
        <c:gapWidth val="79"/>
        <c:axId val="853237616"/>
        <c:axId val="774982448"/>
      </c:barChart>
      <c:valAx>
        <c:axId val="7749824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1B71"/>
                </a:solidFill>
                <a:latin typeface="+mj-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396512040726835"/>
          <c:y val="9.6391868962480462E-2"/>
          <c:w val="0.2760348679438433"/>
          <c:h val="0.80923730636217983"/>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664FB5-82AF-48A4-80F1-9AEEE0DF4B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CF0742E-D5E1-4FF3-A442-958EA2A786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D066F8-4FE9-4315-A56E-3EA256F5907F}" type="datetimeFigureOut">
              <a:rPr lang="en-GB" smtClean="0"/>
              <a:t>18/10/2023</a:t>
            </a:fld>
            <a:endParaRPr lang="en-GB"/>
          </a:p>
        </p:txBody>
      </p:sp>
      <p:sp>
        <p:nvSpPr>
          <p:cNvPr id="4" name="Footer Placeholder 3">
            <a:extLst>
              <a:ext uri="{FF2B5EF4-FFF2-40B4-BE49-F238E27FC236}">
                <a16:creationId xmlns:a16="http://schemas.microsoft.com/office/drawing/2014/main" id="{A1F2F771-FAFF-4FF6-AE5C-96F43E8CB7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8EB88F3-0CB9-4921-9214-BFA9C4B808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F73B9F-E786-4DE9-B054-AF2D3B642399}" type="slidenum">
              <a:rPr lang="en-GB" smtClean="0"/>
              <a:t>‹#›</a:t>
            </a:fld>
            <a:endParaRPr lang="en-GB"/>
          </a:p>
        </p:txBody>
      </p:sp>
    </p:spTree>
    <p:extLst>
      <p:ext uri="{BB962C8B-B14F-4D97-AF65-F5344CB8AC3E}">
        <p14:creationId xmlns:p14="http://schemas.microsoft.com/office/powerpoint/2010/main" val="39351152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in="-2.14748E9"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08:44:02.762"/>
    </inkml:context>
    <inkml:brush xml:id="br0">
      <inkml:brushProperty name="width" value="0.05292" units="cm"/>
      <inkml:brushProperty name="height" value="0.05292" units="cm"/>
    </inkml:brush>
  </inkml:definitions>
  <inkml:trace contextRef="#ctx0" brushRef="#br0">89 109 9215 0,'1'-2'816'0,"0"0"-656"16,-1 0-160-16,0 2 0 0,0 0 1248 0,0 0 224 16,0 0 32-16,0-1 16 0,0 1 464 0,0 0 112 15,-1 3 16-15,-1 1 0 0,2 1-1152 0,-1 2-240 16,0 1-32-16,-1 3-16 0,2 3-32 0,-2 3 0 15,0 0 0-15,0 4 0 16,-1 3-64-16,-1-3 0 0,0 0-16 0,-1 3 0 0,0 1-176 0,-1 1-16 0,1 0-16 0,-1-3 0 16,1 0-192-16,2-5-32 15,0 0-128-15,2-4 192 0,0-2-192 0,1-3 0 0,0-3 0 0,1-2 0 32,0-3-544-32,2-2-96 0,-1-4-32 0,2-2-12272 0</inkml:trace>
  <inkml:trace contextRef="#ctx0" brushRef="#br0" timeOffset="219.58">294 41 5519 0,'5'-7'496'0,"-2"3"-496"15,-1 1 0-15,-1 2 0 0,0 1 2016 16,0 0 304-16,2-2 64 0,1-1 16 0,1 1-64 0,0 2-16 31,-2 5 0-31,-2 4 0 0,0 5-976 0,-1 3-208 0,0 5-48 0,-1 3 0 0,0 0-576 0,-1 3-112 16,0 0-16-16,0-2-16 0,0-5-48 0,-1 4 0 15,1 1 0-15,-2 0 0 0,1-1-128 0,1-3-16 16,0 0-16-16,1-4 0 16,1-3-528-16,-1-3-96 0,1-1-32 0,1-6-12112 15</inkml:trace>
  <inkml:trace contextRef="#ctx0" brushRef="#br0" timeOffset="486.95">77 301 8287 0,'-4'1'368'0,"2"0"80"0,1 0-448 0,-1-1 0 0,1 0 0 0,1 0 0 16,0 0 1328-16,0-1 176 15,1 0 32-15,1 0 16 0,0-1 400 0,3-3 80 0,2 3 16 0,-1-3 0 16,2 3-688-16,1-3-128 0,1 0-16 0,1 1-16 15,0 1-416-15,2-2-80 16,0 1 0-16,0-3-16 0,0 3-544 0,1-2-144 0,1 0 0 0,1 0 0 16,0-1-992-16,2 2-272 0,1-2-48 0,-2 3-9856 15</inkml:trace>
  <inkml:trace contextRef="#ctx0" brushRef="#br0" timeOffset="848.9">600 111 9215 0,'-2'1'400'0,"1"-1"96"0,-1 2-496 0,2-2 0 0,-1 0 0 0,-1 1 0 16,1 1 1424-16,-2 0 192 0,-1 0 48 0,0 3 0 15,-1 0-128-15,0-1 0 0,2 4-16 0,-2-2 0 16,0 0-480-16,2 1-80 0,0 3-32 0,0-1 0 15,0 2-32-15,0 1-16 0,0 2 0 0,0-1 0 16,2 1-128-16,-1 0-32 0,0 2 0 0,2 1 0 16,0 0-176-16,0-2-32 0,0-15-16 0,6 26 0 15,-6-26-96-15,0 0-16 0,0 0 0 0,0 0 0 16,0 0-192-16,0 0-32 0,42 25-16 0,-35-30 0 16,-1 0 240-16,2-2 32 0,1-2 16 0,2-3 0 15,0-2-48-15,-2 0-16 0,1-1 0 0,-1-1 0 0,-1-1-240 0,-2 3-128 16,1-3 128-16,-4 3-128 0,-1 0 0 0,-4-1 128 15,-2 3-128-15,-2 1 0 0,-1 2 128 0,-2 3-128 16,0 2 128-16,-1 2-128 0,-4 4 160 0,-1 2-32 16,-1 5-128-16,-2 2 192 0,1 3-368 0,2 0-80 15,-2 0 0-15,2 3-10640 16,2-2-2128-16</inkml:trace>
  <inkml:trace contextRef="#ctx0" brushRef="#br0" timeOffset="2089.54">1052 237 12895 0,'3'2'1152'0,"-1"-2"-928"0,0 0-224 0,-1 0 0 16,1 0 1248-16,0 1 208 0,2 1 32 0,3-2 16 15,-7 0-224-15,0 0-32 0,0 0-16 0,41 7 0 16,-33-5-336-16,0-2-80 0,-1 1-16 0,-1 1 0 15,-1-2-368-15,0 2-80 0,-2-2-16 0,-1 3 0 16,0-3-336-16,0 2 0 0,-2 0-160 0,1-1-7744 16,-2 3-1552-16</inkml:trace>
  <inkml:trace contextRef="#ctx0" brushRef="#br0" timeOffset="2262.62">1085 344 2751 0,'0'2'256'0,"0"-1"-256"0,0 1 0 0,0-2 0 0,0 1 1472 0,0 0 240 16,0-1 48-16,1 2 16 0,0 1 656 0,1 2 144 16,0-1 32-16,1 1 0 0,-1 0-768 0,2-3-160 15,0 3-16-15,0-3-16 0,1 1-864 0,1-3-160 16,-1 0-48-16,2 0 0 16,1-3-944-16,0-1-192 0</inkml:trace>
  <inkml:trace contextRef="#ctx0" brushRef="#br0" timeOffset="2767.68">1663 53 4607 0,'-5'0'400'0,"3"0"-400"0,-1 0 0 0,0 0 0 16,1 0 1088-16,1 0 144 0,-1 2 32 0,0-1 0 0,-3 0 480 0,-2 4 112 16,1 0 0-16,-2-1 16 15,2 2-288-15,0 0-64 16,1 1-16-16,0-2 0 0,1 3-64 0,0 0-16 0,0 0 0 0,0 1 0 0,0-1-304 0,0 3-64 16,-1 1-16-16,2 1 0 0,-1 0-368 0,0 4-80 15,1-1-16-15,-1-1 0 0,1 0-288 0,0 1-64 16,2 5-16-16,-1-4 0 0,1 2 96 0,1-1 16 15,1-1 0-15,-1-17 0 0,6 28-48 0,-6-28 0 16,0 0 0-16,0 0 0 0,0 0-80 0,31 33-32 0,-23-33 0 16,0-2 0-16,1 1 96 0,0-5 32 0,1 0 0 0,0-2 0 15,-1-1 48-15,0-1 16 0,0-2 0 0,1 0 0 16,-2 2-192-16,0-4-32 0,2 2-128 0,-3-2 192 16,0 2-192-16,0-2 0 15,-2 2 0-15,-1 0 0 0,0 0 0 0,-2 1 0 0,-2-1 0 0,0 0 0 16,-2 1 0-16,-1-1 0 0,-1 2 0 0,0-2 0 15,-1 2 0-15,-1 1 0 0,-2 2 0 0,1 0 0 16,0 2 0-16,-1 3 0 0,-1 0 0 0,-1 2 0 16,0 3 0-16,1 0-128 0,-1 2 128 0,0 0 0 15,1 0-384-15,1 2 48 0,0-2 0 0,0 2 0 16,2 0-576 0,-1 0-112-16,2-3-32 0,0 2 0 0,1 0-960 0,1-1-192 0,1 0-32 0,-1 0-10240 15</inkml:trace>
  <inkml:trace contextRef="#ctx0" brushRef="#br0" timeOffset="2972.47">1515 275 2751 0,'-6'2'256'0,"2"-2"-256"16,1 0 0-16,3 0 0 0,0 0 1840 0,0 0 320 15,0 0 64-15,0 0 16 0,0 0 1232 0,1 0 256 16,1 0 48-16,3 0 16 0,0 0-1312 0,1 0-272 15,2 1-48-15,1 1-16 0,-9-2-944 0,0 0-192 16,0 0-48-16,41 9 0 0,-41-9-736 0,0 0-224 0,0 0 0 0,51 8 128 31,-51-8-1072-31,0 0-208 0</inkml:trace>
  <inkml:trace contextRef="#ctx0" brushRef="#br0" timeOffset="3429.43">1929 195 14735 0,'-1'0'1312'0,"0"0"-1056"0,1 0-256 0,0 0 0 16,1 0 1280-16,-1 0 192 0,1 0 32 0,1 0 16 15,1 0-64-15,1 0-16 0,2-2 0 0,1 1 0 16,3 1 96-16,-1 0 32 0,2-2 0 0,0 0 0 16,-1 2-720-16,2-1-144 0,-2 1-16 0,0 0-16 15,0 0-544-15,-1-2-128 0,0 2 0 0,-2 0 0 31,1-1-464-31,-2 0-80 0,1 1-16 0,-4 0-8992 0,1 0-1808 0</inkml:trace>
  <inkml:trace contextRef="#ctx0" brushRef="#br0" timeOffset="3602.51">1886 332 8287 0,'-1'3'736'0,"0"-1"-592"16,1-2-144-16,1 0 0 0,0 1 2192 0,0-1 416 15,1 1 80-15,1 1 0 0,3 1 48 0,1-2 0 0,2-1 0 0,1 0 0 16,2-1-1200-16,0 1-224 0,1-3-48 0,-1 1-16 16,-12 2-800-16,0 0-176 0,37-2-16 0,-25 0-9984 15,-12 2-2000-15</inkml:trace>
  <inkml:trace contextRef="#ctx0" brushRef="#br0" timeOffset="4655.85">2469 123 4607 0,'-2'0'400'0,"1"0"-400"16,0 0 0-16,0 0 0 0,1 0 1200 0,0 0 144 16,0-2 48-16,-1 2 0 0,0 0 976 0,0 0 208 15,1-1 48-15,-1 1 0 16,0 0-336-16,-1 1-64 0,1-1-16 0,-1 2 0 15,0 3-592-15,0 0-112 0,0 0-32 0,-1 2 0 0,0 0-496 0,-1 3-96 16,0 3-32-16,-1 0 0 0,0 1-320 0,0 3-64 0,-1 1-16 16,1 1 0-16,0-1-256 0,0 0-48 0,1 1-16 15,-1-3 0-15,2 2-128 0,0-2 0 0,0 0 0 0,1-2 128 16,1-2-128-16,1 0 0 0,1-2 0 0,-1-3 0 16,2 0-192-16,0-3 48 0,0-1 0 0,1-1 0 31,1-2-1776-31,1-2-368 0</inkml:trace>
  <inkml:trace contextRef="#ctx0" brushRef="#br0" timeOffset="5489.24">2624 195 5519 0,'1'-2'240'0,"-1"1"64"0,0 1-304 0,-1-2 0 16,1 2 0-16,-1 2 0 0,1-2 1248 0,-2 3 192 15,0-1 32-15,-1 3 16 0,0 0 496 0,-1 1 112 16,0 2 16-16,0-1 0 0,1 2-432 0,-1 1-80 16,1-1 0-16,0 1-16 15,2 1-368-15,0-1-80 0,1 0-16 0,1-1 0 0,0 0-336 0,1-3-64 16,2 0-16-16,-4-6 0 0,0 0-368 0,0 0-80 16,0 0 0-16,0 0-16 0,42 5-32 0,-33-9 0 0,-1 0 0 0,1-2 0 15,-4 0-16-15,2 0-16 16,0-1 0-16,-1-2 0 0,-1 2-176 0,0-1 0 15,-1 1 0-15,-1 0 0 0,-1-3 0 16,0 2 0-16,0 0 0 0,-2-1 0 0,1 2 0 0,-2-1-176 0,-1 2 176 0,0 0-128 16,-1 0 128-16,0 1 0 0,-1 2-144 0,-1 2 144 15,0 1 0-15,-2 0 0 0,1 1 0 0,-1 1 0 16,0 1-208-16,0 2 80 0,0-1 128 0,0 2-208 16,1 0 64-16,1-1 16 0,-1 2 0 0,2-2 0 15,1 2 128-15,1-5 0 0,1 3 0 0,1-2 0 16,1-1 0-16,1 0 0 15,2-2 0-15,1 0 0 0,-1 0 0 0,2-2 0 0,1 0 0 0,2-3 0 0,0 1 0 16,1-1 0-16,1-1 0 0,1 2 128 0,-1-3-128 16,-1 2 144-16,1-2-144 0,1 2 160 0,0-2-160 0,0 1 192 15,-1 0-192-15,0 1 192 0,1-1-64 0,-1 0-128 16,-1 2 192-16,0-1-64 0,-1 2 16 0,0-1 0 16,-1 0 0-16,-1 1 0 15,0 0 16-15,-1 1 0 0,-1 0 0 16,0 0 0-16,-2 1-32 0,1-1-128 15,0 2 192-15,-2-3-64 0,0 3-128 0,-1 0 0 16,-1 0 0-16,0 0 0 0,0 1 0 0,-1 1 0 16,1 0 128-16,-2 1-128 0,0-1 176 0,-1 1 0 0,0 2 0 15,0 1 0-15,0 1-32 0,0 0 0 0,-1 1 0 0,1-1 0 16,0 2-144-16,0 1 0 0,0-1 144 0,0 1-144 16,1 1 128-16,0-1-128 0,0 0 128 0,0-1-128 15,2 0 128-15,-1-3-128 0,2 0 128 0,0 1-128 16,1-3 0-16,0-1 0 0,1 0 0 0,0-1 0 15,1-2 0-15,1-2 128 0,0-1-128 0,2 0 0 16,-1-2 128-16,2-1-128 0,-1 0 128 0,0 0-128 16,1-1 0-16,-2-1 128 0,2 0-128 0,-2 1 0 15,0-1 0-15,-1 1 0 0,-1-1 0 0,0 0 128 16,-1 1-128-16,-3 0 0 0,1 2 0 0,-1-3 0 16,0 2 0-16,-1-1 0 0,0 2 0 0,-2-2 0 0,0 3 0 15,-1-1 0-15,1 2 0 0,-2-2-128 0,0 3 128 16,0-1 0-16,-1 1 0 0,0 2 0 0,1-2 0 0,-1 2 0 15,0 0 0-15,0 0-128 0,1 2 128 0,0-2-192 16,2 0 192-16,-1 2-192 0,2-2-32 0,-1 3-16 16,1-3 0-16,1 2 0 15,0-2-288-15,0 0-64 0,1 2-16 0,1-2 0 16,0 0-496-16,0 0-112 0,1 0 0 0,3-2-12224 0</inkml:trace>
  <inkml:trace contextRef="#ctx0" brushRef="#br0" timeOffset="5913.63">3219 55 1839 0,'-3'0'160'0,"1"0"-160"0,0 1 0 0,0-1 0 15,0 1 1184-15,1-1 208 0,-1 0 32 0,-1 2 16 16,-1-1 800-16,-4 3 144 0,1-1 48 0,-1 1 0 16,0 2-640-16,1 0-112 0,0 1-16 0,0 1-16 15,0 1-272-15,0 1-48 0,0-1-16 0,1 1 0 16,-1 3-208-16,1-1-32 0,0 2-16 0,1-2 0 16,1 1-352-16,0 0-64 0,2-1 0 0,-1 2-16 0,1-2-272 0,1-2-48 15,2 0-16-15,1-1 0 0,1-2-112 0,0 0-32 16,-3-7 0-16,0 0 0 0,0 0-144 0,0 0 160 15,37 8-160-15,-26-11 160 0,-1-2 80 0,1-2 16 16,1-3 0-16,1 1 0 0,1-3 128 0,-1-1 48 16,-1 0 0-16,0 1 0 0,0-1-176 0,-2 0-48 15,0 2 0-15,-3-1 0 0,-1 1-16 0,-1 0-16 16,-2 2 0-16,-1 0 0 0,-2 1 80 0,-3 1 0 0,-1 0 16 16,-2 0 0-16,-2 1-48 0,-1 2-16 0,0 0 0 0,-1 1 0 15,0 3-208-15,-1 0 0 0,-1 2 0 0,-1 1-11776 16,0 2-2416-1</inkml:trace>
  <inkml:trace contextRef="#ctx0" brushRef="#br0" timeOffset="9560.58">5157 166 10127 0,'-1'-2'896'0,"1"2"-704"0,0 0-192 0,0 0 0 0,0 0 976 15,0 0 176-15,0 0 16 0,0-2 16 0,0 1 464 0,0-1 80 16,0 2 32-16,1 0 0 0,-1-1-272 15,0 1-48-15,0-1-16 0,1 1 0 0,-1 0-352 0,1 1-80 16,-1 0-16-16,0 1 0 16,-1 3-176-16,1 0-32 0,-1-1-16 0,0 5 0 15,-1 2-112-15,-2 3 0 0,0 0-16 0,1 5 0 0,-1 2-240 0,-1 3-64 16,1 1 0-16,-2 2 0 0,1-1-192 0,1 1-128 16,0 1 128-16,0-4-128 0,2-1 0 0,1-6 0 15,0 0 0-15,1-6 0 0,1-1 0 0,0-3-128 16,0-3 128-16,2-1-128 15,0-2-1344-15,0-2-256 0,1-4-48 0,2-2-12144 0</inkml:trace>
  <inkml:trace contextRef="#ctx0" brushRef="#br0" timeOffset="9797.75">5341 197 9215 0,'3'-2'400'0,"-1"0"96"0,0 1-496 0,-2-1 0 0,1 2 0 0,-1 0 0 15,1 0 1632-15,-1-2 224 0,1 2 64 0,0 2 0 16,0-2-160-16,-2 5-32 0,0-1 0 0,-1 4 0 16,0 1-512-16,-1 1-96 0,-1 6-32 0,0-1 0 15,1 3-192-15,-1 1-32 0,-1 0-16 0,2 3 0 16,-1 1-304-16,0-2-64 0,2 3-16 0,0-2 0 16,0-1-304-16,0-4-160 0,1-2 160 0,0-4-160 15,1-2-320-15,0-4-144 0,1-1-48 0,0-3-8448 16,-1 1-1680-16</inkml:trace>
  <inkml:trace contextRef="#ctx0" brushRef="#br0" timeOffset="10032.49">5104 418 11055 0,'-5'0'480'0,"2"0"112"0,1 0-464 0,1 0-128 0,0 0 0 0,0 0 0 0,1-1 1664 0,-1 1 304 0,0 0 64 0,1 0 16 16,0-2-368-16,2 1-64 16,1 0-16-16,1-3 0 15,3 3-608-15,-1-2-128 0,2 1-32 0,2-2 0 0,-1 1-208 0,2-1-48 16,1 0-16-16,1 0 0 0,0-1-304 0,1 2-48 0,-1 0-16 0,0 0 0 31,1-1-192-31,-2 1 0 0,-12 3 0 0,26-2-8864 0,-26 2-1744 0</inkml:trace>
  <inkml:trace contextRef="#ctx0" brushRef="#br0" timeOffset="10393.79">5642 207 10127 0,'-1'-3'896'0,"-1"1"-704"0,1 2-192 0,0-2 0 15,1 2 1136-15,0 0 192 0,0-1 32 0,0 1 16 16,-1 0 1440-16,0 0 272 0,0 0 64 0,-1 0 16 15,0 3-784-15,1 2-144 0,-2-1-48 0,1 3 0 16,0 1-992-16,-1 3-208 0,1 3-32 0,-2 3-16 16,-1 4-624-16,1 2-112 0,-2 2-16 0,0-1-16 31,3 3-176-31,-2-1 0 0,2-1 0 0,0-4 0 16,3-2-512-16,-1 0-64 0,1-19-32 0,3 26-15840 15</inkml:trace>
  <inkml:trace contextRef="#ctx0" brushRef="#br0" timeOffset="11885.65">5953 216 9215 0,'-1'2'816'0,"1"-2"-656"15,0 0-160-15,0 0 0 0,0 1 1296 0,0 1 240 16,0 0 32-16,0 1 16 0,1 4 480 0,0-3 112 16,1 4 0-16,0-4 16 0,1 3-1264 0,-1-2-256 15,1-3-48-15,1 3-16 16,-1 0-368-16,0-3-80 0,1 1-16 0,0 0 0 0,-1-1-144 0,0 0 0 16,1-1 0-16,-1 0-11392 0</inkml:trace>
  <inkml:trace contextRef="#ctx0" brushRef="#br0" timeOffset="12059.44">5962 363 6447 0,'0'2'576'0,"0"1"-576"0,0-1 0 0,1-1 0 16,-1 1 1248-16,1 0 144 0,0 0 16 0,1 5 16 15,0 0 384-15,-2-7 80 0,0 0 16 0,0 0 0 16,0 0-896-16,0 0-176 0,0 0-48 0,26 34 0 15,-21-32-784-15,1-4 0 16</inkml:trace>
  <inkml:trace contextRef="#ctx0" brushRef="#br0" timeOffset="13353.66">6491 209 7359 0,'0'-2'656'0,"0"2"-528"0,-1-2-128 0,1 2 0 16,0 0 1344-16,-1 0 224 0,0-1 48 0,0-1 16 15,-1 2 496-15,1-2 112 0,-2 1 0 0,1 1 16 16,0 1-640-16,0 1-128 0,0 0-16 0,1-1-16 16,-1 1-672-16,0 2-128 0,0-1-16 0,0 2-16 15,-1 1-368-15,2 0-64 0,-2 2 0 0,0 0-16 16,1 1 64-16,-1 1 16 0,1 4 0 0,0 3 0 0,-1-1-80 16,0 3-16-16,0 2 0 0,1-1 0 0,1 3-16 15,0 1 0-15,0-1 0 0,1-1 0 0,0-22 144 0,3 36 32 16,-3-36 0-16,0 0 0 0,0 0-112 0,15 38-16 15,-15-38 0-15,0 0 0 0,0 0 48 0,0 0 0 16,34 2 0-16,-27-10 0 0,1 2 240 0,2-5 48 16,-1 0 16-16,0-1 0 0,1 0-176 0,-2-2-48 15,1 0 0-15,0 1 0 0,-2-2-192 0,-1 1-128 0,1-1 128 0,-1 3-128 16,-1-2 0-16,0 0 0 0,-3-1 0 0,1 1 128 16,-1 0-128-16,0 2 0 0,-1-2 0 15,-2 1 0-15,-1-2 0 0,-1-2 0 0,1 3 0 0,-3-1 0 16,-1 4 0-16,1 1 0 0,-1 2 0 0,-1 0 0 15,0 4 0-15,-1 1 0 0,1 0 0 0,-2 3 0 16,2 3 0-16,-2-1-128 0,1 3 128 0,1 2 0 16,-1 0-288-16,1 0 32 0,-1 3 0 0,1-1 0 31,1 0-1152-31,0-1-208 0,1 1-48 0,2-2-12864 0</inkml:trace>
  <inkml:trace contextRef="#ctx0" brushRef="#br0" timeOffset="13570.03">6446 344 4607 0,'-2'1'400'0,"1"0"-400"15,1 0 0-15,0-1 0 0,0 2 1344 0,0-2 176 16,-1 0 32-16,1 2 16 0,0 0 1056 0,2 1 224 16,1 0 32-16,2-1 16 0,2-2-640 0,0 0-128 15,1 0-16-15,2 0-16 0,1-2-496 0,-1 1-112 16,-10 1-16-16,0 0 0 0,34-2-1008 0,-23 0-208 15,0 1-32-15,-11 1-16 16,0 0-1040-16,29 0-224 0</inkml:trace>
  <inkml:trace contextRef="#ctx0" brushRef="#br0" timeOffset="14356.67">6881 197 11055 0,'-1'0'976'0,"0"-2"-784"0,1 2-192 0,-1-2 0 15,1 2 1552-15,-1-1 272 0,0 1 48 0,0-2 16 16,-1-1 464-16,1 1 80 0,-1 0 32 0,1 2 0 16,1-2-576-16,0 2-112 0,0 0-32 0,0 0 0 15,2 2-688-15,0-2-144 0,1 2-16 0,0 0-16 0,0 1-368 0,2 0-80 16,0-1-16-16,0 0 0 0,3 0-128 0,-1-2-32 16,1 1 0-16,0 1 0 0,1-2 0 0,0 0 0 15,2 0 0-15,0-2 0 0,-11 2-64 0,0 0 0 16,34 4-16-16,-34-4 0 0,0 0-176 0,0 0 0 15,42 6 144-15,-42-6-144 0,0 0 0 0,0 0 0 16,37 11 0-16,-37-11 128 0,0 0-128 0,0 0 0 16,0 0 0-16,0 0 0 0,0 0 0 0,0 0 0 15,0 0 0-15,0 0 0 0,0 0 0 0,0 0 0 0,0 0 0 0,0 0 128 16,0 0-128-16,0 0 192 0,20 36-64 0,-23-34 0 16,0 0-128-16,-2-2 128 15,1 5-128-15,-3-3 128 0,1 3-128 0,-2-1 0 0,1 0 0 0,-3 2 0 16,0 1 0-16,-1 0 0 0,-1 3 0 0,-1-1 0 15,-2 3 0-15,-1 2 0 0,-1 1 0 16,-1 0 0-16,2 0 0 0,-1-1 0 0,3 3 0 0,1-5-128 31,2 2-240-31,1-4-32 0,2 1-16 0,4-3-17376 0</inkml:trace>
  <inkml:trace contextRef="#ctx0" brushRef="#br0" timeOffset="15537.12">7392 159 5519 0,'-1'0'496'0,"0"-2"-496"16,1 2 0-16,0 0 0 0,0 0 1360 0,-1-2 176 15,0 1 48-15,-1-1 0 0,1 0 528 0,-1-1 96 16,0 3 32-16,1-1 0 0,0 2-576 0,-1-1-96 15,0 2-32-15,1 1 0 0,-1 2-656 0,0-1-144 16,-1 1-32-16,1 2 0 0,-2 3-240 0,0 0-48 16,1 2-16-16,-1 2 0 0,-1 0-16 0,1 0-16 15,1 0 0-15,-2 2 0 0,0 2-208 0,0 0-32 16,0 1-128-16,1 0 192 0,-1 0-192 0,1-1 176 16,2-1-176-16,-1 1 160 0,0-1 672 0,1-2 144 0,0-1 32 0,0-2 0 31,2-2-2288-31,-1-3-448 0,1 0-80 0,1-2-7280 0,0-3-1472 0</inkml:trace>
  <inkml:trace contextRef="#ctx0" brushRef="#br0" timeOffset="16481.78">7474 268 6447 0,'1'-2'272'0,"0"-1"80"0,0 3-352 0,-1-2 0 16,0 2 0-16,0 0 0 0,-1 0 1344 0,1 0 208 15,0 2 48-15,-1-1 0 0,-1 1-16 0,0 3 0 16,0-1 0-16,1 3 0 0,-2 0-192 0,1 3-48 16,-1 0 0-16,1-1 0 0,1 3-416 0,0 2-96 15,-1 0 0-15,0-2-16 0,1 2-416 0,0-2-80 16,1-12 0-16,0 0-16 15,3 29 16-15,-3-29 16 0,0 0 0 0,0 0 0 0,0 0 32 0,0 0 0 16,0 0 0-16,0 0 0 0,40 9 112 0,-34-14 32 16,2-2 0-16,-1 0 0 0,0-2-176 0,0 2-16 15,0-1-16-15,0 1 0 0,-1-1-304 0,0-1 0 0,0 3 128 0,-1-4-128 16,-1 3 0-16,-2 1 0 0,0-2 0 0,-1 2 0 16,0 0 0-16,-1 1 0 0,-1-2-144 0,-1 1 144 15,1 0-208-15,-2-1 32 0,-1 3 16 0,0-2 0 31,1 3-240-31,-2 0-48 0,0-2-16 0,1 3 0 0,-2 1 160 0,2 1 48 0,-2 1 0 0,0 1 0 16,1 0 80-16,-1 1 32 0,2 1 0 0,-2-2 0 16,2 2 144-16,0 0 0 0,0 0 0 0,0 1 0 15,2-2 0-15,0 1 176 0,-1-2-48 0,2 1 0 0,0 0 0 0,1-1 0 16,1 0 0-16,1-2 0 0,0 2-128 16,0-2 160-16,1 0-160 0,2 0 160 0,0 0 32 0,1-2 0 15,1 0 0-15,1 0 0 0,0-1 64 0,1 0 0 16,0 1 16-16,0 0 0 0,1-2-128 0,0 1-16 15,1 0-128-15,-1-1 192 0,-1 1-192 0,1 1 128 16,0-1-128-16,0-1 0 0,-1 2 128 0,1-3-128 16,1 0 0-16,-1 1 144 0,0-1-16 0,-1 0 0 15,1 0 0-15,1 0 0 0,0 1 80 0,-2-3 16 16,0 4 0-16,0-1 0 0,-2 1-224 0,0 0 128 16,1-1-128-16,-2 2 0 0,1-1 128 0,-2 1-128 15,-2 2 0-15,1-2 0 0,-1 4 0 0,-2-2 0 0,0 0 0 0,-1 2 0 16,0-1 0-16,0 3 0 15,-1-2 0-15,-1 1 0 0,0 1 224 0,-1 1-48 0,-1 0-16 0,2 0 0 16,-1 1-16-16,0 0 0 0,0 0 0 0,1 2 0 16,0-1-144-16,-1 0 0 0,1 0 0 0,-1 0 0 15,1 3 0-15,1-1 0 0,-1 1 128 0,1 1-128 16,0 1 0-16,0-1 0 0,1-11 0 0,0 25 0 16,0-25 0-16,0 0 0 0,0 0 0 0,6 34 128 15,-6-34-128-15,0 0 0 0,0 0 144 0,0 0-144 16,0 0 0-16,0 0 128 0,37 25-128 0,-29-29 0 15,1 1 256-15,0-4-32 0,-1 0 0 0,1-3 0 0,-1 3 80 0,1-2 16 16,-1-2 0-16,0 1 0 0,-1 2-192 0,-1-3-128 16,-1 2 144-16,-1 1-144 0,0-1 0 0,-2 1 0 15,-1 1 0-15,-1 0 0 0,-1 0 0 0,0 1 128 16,-2 0-128-16,-1-1 0 0,-2 0 0 0,1 0 144 16,-1 0-144-16,-1 2 128 0,0-3-128 0,0 2 0 15,-1 1 0-15,0 0 128 0,1 3-128 0,-1-1 0 16,1 1 0-16,0 2 0 0,-1 2 0 0,2-1 0 15,0 2 0-15,0 0 0 0,-1 2-240 0,1 0 80 16,0 2 16-16,0-2 0 0,3 0-48 0,-2 2 0 16,1-3 0-16,2 1 0 15,-1 0-224-15,1-1-48 0,0 0-16 0,1 0 0 16,1-2-800-16,1 1-176 0,1-1-16 0,0 0-12480 0</inkml:trace>
  <inkml:trace contextRef="#ctx0" brushRef="#br0" timeOffset="16986.38">8141 228 1839 0,'-1'0'160'0,"0"0"-160"0,0 2 0 0,0-2 0 16,0 0 896-16,0 1 128 15,0 1 48-15,-2 0 0 0,-1-1 592 0,0 2 112 0,0 0 16 0,0 0 16 0,-1-1-160 0,2 0-48 16,-1 1 0-16,0 1 0 0,0-1 48 0,2-1 0 16,-2 3 0-16,1 0 0 0,-1-1-560 0,2 1-128 15,-1 1 0-15,0 0-16 0,0 1-304 0,1 0-48 16,-1 0-16-16,0 1 0 0,1 1-80 0,0 2-32 16,1-1 0-16,0 0 0 0,1-10-80 15,0 0 0-15,0 31-16 0,0-31 0 0,0 0-96 0,0 0-16 0,6 35 0 16,-6-35 0-16,0 0 16 0,0 0 0 0,0 0 0 15,0 0 0-15,0 0 48 0,29 33 0 0,-29-33 0 16,0 0 0-16,0 0-64 16,28 0 0-16,-20-4 0 0,0 1 0 0,1-1-32 0,0-2-16 0,-1 2 0 0,1-5 0 15,-1 4-64-15,0-3-16 0,1 0 0 0,-1 1 0 16,-1-1-128-16,1 1 0 0,-3-1 144 0,1 0-144 16,-2 0 0-16,-2 3 144 0,0-2-144 0,-2 0 0 15,0-2 224-15,-2 1-64 0,0-1-16 0,-2 0 0 16,-1 0 32-16,-1-2 0 0,-2 2 0 0,0 0 0 15,-2-1-176-15,0 1 0 0,0 2 0 0,-1 1 128 16,1 4-128-16,-3 0 0 0,0 3-192 0,-1 2 192 31,-2 5-1376-31,-1 1-160 0</inkml:trace>
</inkml:ink>
</file>

<file path=ppt/ink/ink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in="-2.14748E9"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08:44:48.903"/>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697 241 1839 0,'1'-1'160'16,"-1"1"-160"-16,0-2 0 16,0 2 0-16,0 0 816 0,1 0 128 0,-1-1 16 0,0 0 16 15,1-1 656-15,0-1 128 0,0 1 32 0,1-1 0 16,-1 1-512-16,0 2-112 0,0-2-16 0,-1 2 0 0,1-3-272 0,0 3-64 15,0-2-16-15,0 2 0 16,-1-2-16-16,0 1 0 0,0 1 0 0,1 0 0 16,-1 0-112-16,1-2-32 0,0 2 0 0,-1 2 0 0,0-2-192 0,0 1-32 15,0 1-16-15,0 0 0 0,-1 1-160 0,0-1-48 16,0 3 0-16,1 0 0 0,-2 1-32 0,0 2-16 16,0-1 0-16,0 3 0 0,-1 1 80 0,1 3 16 15,-1 0 0-15,-1 3 0 0,1 1 128 0,0 0 16 0,-1 1 16 16,0-3 0-16,1 3-96 0,0-4-32 15,-1 1 0-15,1-2 0 0,0-2-64 0,1 0-16 0,0 1 0 0,-1-2 0 16,2-2 0-16,0-1-16 0,0-1 0 0,0-1 0 16,1-2-48-16,0 0-128 0,0 0 192 0,0-1-64 15,0 0-128-15,1-1 0 0,0 0 0 0,0-2 0 16,1 0-288-16,0 0 16 0,0 0 0 0,0-2-13472 31</inkml:trace>
  <inkml:trace contextRef="#ctx0" brushRef="#br0" timeOffset="409.72">944 236 5519 0,'4'-7'496'0,"-1"2"-496"16,0 1 0-16,-2 3 0 0,0-1 1152 0,0 2 128 15,-1-2 16-15,2 2 16 0,0-1 848 0,0-1 160 31,2 1 48-31,-2 0 0 0,1 1-896 0,0 0-160 0,-1 2-32 0,-1 1-16 0,-1 2-304 0,-1 1-64 16,0 0-16-16,-2 2 0 0,0 0-304 0,0 2-64 16,-2 1-16-1,0 1 0-15,0 0-96 0,-1 0-16 0,1 2 0 16,-2-2 0-16,2-1-144 0,-1-1-48 0,1 2 0 0,2-5 0 16,0 2-64-16,1-1-128 0,-1-1 176 0,1 0-176 15,2-2 288-15,-1 2-48 0,2-3-16 0,-1 1 0 16,2 0-96-16,0-3 0 0,2 1-128 0,-1 0 192 15,4-1 64-15,0-2 0 0,2 0 0 0,1 0 0 16,2-3 192-16,1 0 32 0,2 1 16 0,1 0 0 16,-1-3 16-16,1 1 0 0,0 1 0 0,1 1 0 0,1-3-160 0,0 2-32 15,-1-1 0-15,-1 0 0 0,0 1-80 0,-1 0-32 16,-1 1 0-16,-2-2 0 0,-1 1-208 0,0 0 144 16,-2 1-144-16,0 1 128 0,-2 0-128 0,-1 1 0 15,0 0 0-15,-2 0 0 0,-1 1 0 0,0 0 0 16,-2 1 0-16,-1-2 0 15,0 3-1440-15,-2-1-160 0</inkml:trace>
  <inkml:trace contextRef="#ctx0" brushRef="#br0" timeOffset="630.27">1200 212 8287 0,'-3'-2'368'0,"1"-2"80"0,0 1-448 0,1 2 0 0,0 1 0 0,0 1 0 15,0 1 1936-15,0-1 304 0,-1 3 64 0,-1 0 16 16,-1 4 416-16,-3 4 80 0,1 4 0 0,-1 3 16 16,-1 3-1072-16,1 3-224 0,-2-1-32 0,2 2-16 15,-1-2-720-15,-1 0-128 0,2-3-48 0,0-2 0 16,2 0-384-16,1-7-80 0,1-1 0 0,1-1-128 16,1 0 0-16,1-5 0 0,0 0 0 0,2-1-15440 15</inkml:trace>
  <inkml:trace contextRef="#ctx0" brushRef="#br0" timeOffset="1227.99">1710 240 14735 0,'1'-2'1312'0,"0"0"-1056"15,-1 0-256-15,0 2 0 0,0 0 960 0,0-2 128 16,1 1 16-16,0-1 16 0,1-1-80 0,0-1-16 16,0 1 0-16,-1 1 0 0,1 0-352 0,0 1-80 15,-1 2-16-15,1 3 0 0,-1-1-80 0,0 4-32 16,0 0 0-16,-1 2 0 0,0 3-80 0,0 1-32 15,-1 3 0-15,-1-1 0 0,0 1-128 0,0 3-32 16,-1-1 0-16,0-1 0 0,0 0-16 0,-1-2-16 0,1 0 0 0,0 2 0 31,0-3-160-31,1-4 0 0,1 1 144 0,0-3-144 0,0-1 0 0,1-4 0 0,0 1-192 0,1-2 64 16,-1-2-1376 0,1 0-272-16,0 0-48 0,-1-1-9008 0</inkml:trace>
  <inkml:trace contextRef="#ctx0" brushRef="#br0" timeOffset="1558.64">1701 262 11967 0,'-1'-2'528'0,"0"-1"112"0,0 3-512 0,0-2-128 16,1 2 0-16,0 0 0 0,0 0 1296 0,1-2 240 16,0 1 32-16,0 1 16 0,2-2 336 0,1 0 80 15,0-3 16-15,3 2 0 0,0-1-736 0,2-1-128 16,0 0-48-16,1 1 0 0,-3 1-464 0,2-1-80 15,-1 3-32-15,1-1 0 0,0 1-144 0,0 2-48 16,-1 1 0-16,2 1 0 0,-10-3-208 0,0 0-128 16,0 0 160-16,0 0-160 0,0 0 0 0,28 35 0 15,-27-29 0-15,-1 0 0 0,-2-1 0 0,1 1 128 16,-3 0-128-16,-1-1 0 0,1 0 0 0,-3 0 0 16,0 1 0-16,-1-3 0 0,1 2 0 0,-2-1 0 15,0 1 0-15,0 0 0 0,0-1 128 0,1-1-128 0,1 0 0 0,-1-1 144 16,3 0-144-16,-1-1 0 0,2 0 0 0,1-1 0 15,0-1 0-15,2 0-144 0,0 1 144 0,2-2-9664 16,0-1-1856-16</inkml:trace>
  <inkml:trace contextRef="#ctx0" brushRef="#br0" timeOffset="1857.87">2022 101 8287 0,'0'-2'736'0,"0"1"-592"16,1 1-144-16,-1-2 0 0,0 2 1360 0,0 0 240 16,0 0 64-16,0-2 0 15,0-1 224-15,0-1 48 0,0 1 16 0,0 1 0 0,-1 0-544 0,0-1-128 16,1 1 0-16,-2 2-16 0,0 0-384 0,0 2-80 16,1 3-16-16,-3-3 0 0,1 5-160 0,-2 0-48 15,2 3 0-15,-3 2 0 0,2 2-128 0,-2 2-48 16,-1 2 0-16,1 0 0 0,0 2-256 0,0 0-144 15,0 2 160-15,1-1-160 0,0-2 128 0,2 1-128 16,2-2 0-16,1-2 0 0,0-4 0 0,2-1 0 0,-2-11 0 0,0 0 0 16,0 0 0-1,0 0 0-15,0 0 0 0,40 9 0 16,-29-15-128-16,0-3-32 0,1 0 0 0,0-1-9376 0,-1-2-1856 0</inkml:trace>
  <inkml:trace contextRef="#ctx0" brushRef="#br0" timeOffset="2314.62">2175 217 9215 0,'1'-3'400'0,"-1"1"96"0,0 0-496 0,0 0 0 0,0 2 0 0,-1-2 0 0,1 2 1648 0,0-1 224 16,-1 1 48-16,0-3 16 15,0 2-48-15,0 0-16 0,-1 1 0 0,1 2 0 0,-1 1-896 0,0 0-176 16,-1 1-32-16,0 3-16 0,0 0-32 0,0 3 0 15,-1 2 0-15,0 0 0 0,1 2-112 0,-2 0-32 16,2 2 0-16,0-1 0 0,2-3 0 0,0 0-16 16,1-1 0-16,1-1 0 0,0-3-368 0,2 0-64 15,1-2 0-15,1-3-128 0,0-1 0 0,1-2 0 16,0-3 0-16,2 0 0 0,0-2 0 0,1-3 0 16,1-1-128-16,1-2 128 15,-1 1-1168-15,0 1-144 0,0-2-32 0,-1 1 0 16,-1 1-992-16,-1 0-208 0,0 0-32 0,-3 4-16 15,1-2 1504-15,-2 2 320 0,0 0 48 0,-1 2 16 0,0-1 704 0,-1 1 0 0,-1 1 0 0,1 3 0 16,-1-1 1008-16,-1 2 240 16,0 1 48-16,0 1 16 0,0-1-208 0,0 1-32 15,0 3-16-15,-2 2 0 0,0-1-320 0,1 0-64 0,-1 3-16 0,2-1 0 16,0 0-16-16,0 2-16 0,0-2 0 0,1 0 0 16,1-2 128-16,1 0 16 0,0 0 16 0,1-2 0 0,1 0-336 0,1-3-80 15,0 1-16-15,1-1 0 0,-1-2-352 16,2 0 144-16,-1 0-144 0,1-3 0 0,0 1 0 0,1 0 0 15,-2-1 0-15,1-1 0 16,2 1-944-16,-2-1-144 0</inkml:trace>
  <inkml:trace contextRef="#ctx0" brushRef="#br0" timeOffset="2694.46">2564 185 11055 0,'0'0'976'0,"-1"0"-784"16,1 0-192-16,-1 0 0 0,1 0 880 0,-1 0 128 15,0 0 16-15,0 0 16 0,-1 0 528 0,0-1 96 0,-1 1 32 16,1 0 0-16,-1 0-608 0,-1 0-112 0,1 0-16 0,0 0-16 16,-2 0-448-16,0 2-96 0,0 0-16 0,-1 1 0 15,0 2-224-15,-1-1-160 0,0 4 192 0,-2-2-192 16,2 2 432-16,0 1-32 0,0-2 0 0,1 3 0 15,1-1 368-15,0-2 80 0,3 1 16 0,0-2 0 16,2-1-32-16,0 0 0 0,2 0 0 0,0 0 0 16,3-1-576-16,0-1-112 0,1 2-16 0,1-3-128 15,0 2 192-15,1-1-64 0,-8-3 0 0,0 0-128 16,0 0 320-16,39 20-64 0,-39-20 0 0,0 0 0 0,0 0-48 16,36 30-16-16,-36-30 0 0,0 0 0 0,0 0-16 0,0 0-16 15,27 42 0-15,-25-37 0 0,-1 2 112 0,0-1 32 16,-2 0 0-16,-1-1 0 0,1-3 0 0,-3 1 0 15,-2 1 0-15,-1 0 0 0,-2-3-128 0,-1 2-32 16,-1-1 0-16,-3-2 0 0,-1 2-144 0,-1 1 0 16,-2-1 0-16,1 0-17408 15</inkml:trace>
  <inkml:trace contextRef="#ctx0" brushRef="#br0" timeOffset="5223.34">3382 32 8287 0,'1'-2'736'0,"0"0"-592"15,-1 1-144-15,0 1 0 0,-1 0 1136 0,1-2 192 0,-1 2 32 0,1-3 16 16,-2 1 400-16,-1 2 80 0,-1-1 0 0,0 2 16 16,-3-1-1040-16,0 3-192 0,-3 1-64 0,0 1 0 15,-2-2-16-15,0 4-16 16,-1-1 0-16,0 2 0 0,0-1 96 0,-1 2 32 0,0 2 0 0,1 0 0 0,0-1-208 0,1 1-32 16,0 1-16-1,1 0 0-15,2-1-80 0,1-1-16 16,2 0 0-16,2-3 0 0,1 1 0 0,2-2-16 15,1 1 0-15,1-2 0 0,1 2-176 0,2-3-128 16,1 1 192-16,-1-2-192 0,2 1 144 0,0-1-144 16,2 2 0-16,0-2 144 0,-1 0-144 0,1 0 0 15,-8-3 0-15,0 0 128 0,0 0-128 0,0 0 0 16,37 21 0-16,-30-16 0 0,0-2 0 0,-2 0 0 0,-1 0 0 16,0 0 0-16,0-1 0 0,-2 1 0 0,0-2 0 0,-1 0 0 15,0 1 0-15,-2-2 0 0,1 1 0 0,-2 1 0 16,0 0 0-16,-2 1 0 0,-1 0 0 0,-1 0 0 15,-1 3 0-15,0-2 0 0,-2 1 0 0,2 0 0 16,0-1 128-16,0 1-128 0,-1 0 0 0,-1-1 128 16,2 1-128-16,0-2 0 0,2 1 0 0,0-1 0 15,2-1 0-15,3-2 0 0,0 0 0 0,0 0-9216 16,1-2-1792-16</inkml:trace>
  <inkml:trace contextRef="#ctx0" brushRef="#br0" timeOffset="5412.64">3402 172 18431 0,'4'-2'816'0,"-2"-1"160"0,1 1-784 0,-1 2-192 15,-1 0 0-15,-1 0 0 0,1 0 1600 0,1 0 288 16,1 2 48-16,1-2 16 0,2 0-96 0,-1 0-32 16,2 0 0-16,-1 0 0 0,1 0-912 0,-2 0-176 15,2-2-32-15,-1 2-16 0,0 0-544 0,-1-2-144 16,0 2 0-16,0 0 0 15,-2 2-896-15,-1 0-256 0,-1 1-64 0,-1 0-12928 0</inkml:trace>
  <inkml:trace contextRef="#ctx0" brushRef="#br0" timeOffset="5569.49">3422 257 9215 0,'0'0'400'0,"0"0"96"0,0 0-496 0,-1 0 0 0,1 1 0 0,-1 1 0 15,1-2 1776-15,0 2 256 0,0 0 48 0,0 1 16 16,-1 2 64-16,0 1 16 0,0-1 0 0,1 0 0 15,0 0-1184-15,0 0-224 0,1-1-64 0,0 1 0 16,0 0-576-16,1-3-128 0,1 0 0 0,0 1-12048 16</inkml:trace>
  <inkml:trace contextRef="#ctx0" brushRef="#br0" timeOffset="6003.96">3588 293 11055 0,'5'-3'480'0,"-1"1"112"0,-1 1-464 0,0 0-128 16,-1-1 0-16,-1 1 0 16,2 1 2192-16,0-4 432 0,3 1 64 0,1-1 32 0,2-4-304 0,0 1-64 15,-1 0-16-15,1-2 0 0,-2 2-1184 0,0-1-256 16,-1 1-32-16,0-1-16 16,-2-1-448-16,0 3-80 0,-1-4-32 0,-2 3 0 0,-1 0-288 0,-1-2 160 15,-2 4-160-15,-2-2 128 0,1 2 48 0,-3 0 0 16,1 1 0-16,-3 3 0 0,0 1-176 0,-1 0 192 15,-1 3-192-15,0 2 192 0,0 1-192 0,0-1 0 0,3 2 0 0,1-1 0 16,-1 2 0-16,2 0 0 16,-1 2 0-16,2 2 0 0,1 1 0 0,1-3 0 0,2-1 0 0,0 1 0 15,3-3 0-15,0 0 0 0,3 0 0 0,-5-7 128 16,0 0-128-16,0 0 0 0,0 0 0 0,0 0 128 16,44 31-128-16,-44-31 0 0,0 0 0 0,0 0 0 15,0 0 0-15,40 33 0 0,-40-33 0 0,0 0 0 16,0 0 0-16,11 41 0 0,-12-30 0 0,-2-1 0 15,-1-1 0-15,-1 2 0 0,-1 0 0 0,-2-2 128 0,1 1 240 0,-1 1 32 16,-1-1 16-16,1-2 0 0,-1 0-96 0,1 0-32 16,-1 1 0-16,-1-2 0 0,0 0-112 0,1-2-32 15,1 0 0-15,1-3 0 0,1 1-144 0,1-3 0 16,1-2 0-16,2 1 0 16,0-3-496-16,2 0-80 0,0 0 0 0,2-3-15680 15</inkml:trace>
  <inkml:trace contextRef="#ctx0" brushRef="#br0" timeOffset="6435.81">3773 257 6447 0,'6'-9'272'0,"-2"4"80"0,1 0-352 0,-2 3 0 16,-3 0 0-16,0 2 0 0,1-2 2304 0,0 1 384 0,1 1 64 0,1-2 32 15,0 2-352-15,-1 3-64 0,-2 1 0 0,1 3-16 16,-1 0-1344-16,0 5-272 0,-1 0-48 0,-1 1-16 15,0 2-96-15,-1 0 0 0,-1 2-16 0,2-1 0 16,-1-2 144-16,1-2 16 0,1-3 16 0,1-2 0 16,0-2-448-16,1 0-96 0,0-5 0 0,0 0-16 15,1 0-176-15,0-4 0 0,0-1 0 0,1 0 0 16,1-5 0-16,-1 0 0 16,2 1 0-16,-2-3 0 0,0 1 0 0,-1 1 0 0,0-4-128 0,0 3 128 0,0 0 0 15,-1-1-176-15,0 0 176 0,0 3-128 0,0 0 128 0,-1-1 0 16,1-1 0-16,-1 3-128 0,1-3 128 0,0 1 0 15,0-2 0-15,1 3 0 0,0 2 0 0,0 0 0 16,1 3 0-16,-1 0 0 16,-1 2 0-16,2 2 128 0,-1 2-128 0,1 1 0 0,-1-1 0 0,1 1 144 15,-1 4-144-15,1-1 0 0,0 2 256 16,0 1-48-16,-3-9-16 0,0 0 0 0,9 38 0 0,-9-38-16 16,0 0 0-16,5 43 0 0,-5-29-32 0,0-1 0 15,-1-1 0-15,0-1 0 0,0-2-144 0,0-2 128 0,0 0-128 16,1-3 128-16,0-1-128 0,0-2 0 15,1-1 0-15,0-1 0 0,1-1 0 0,-1 0 0 0,2-3-160 0,1-2-15136 16</inkml:trace>
  <inkml:trace contextRef="#ctx0" brushRef="#br0" timeOffset="6801.53">4069 146 12319 0,'3'-7'256'0,"-2"4"64"16,2-1 16-16,-2 1 32 0,0 1-368 0,0 2 0 0,0-3 0 0,1 1 0 0,0-3 2096 0,3 0 336 16,0-3 80-16,0 2 16 0,-1 0-1040 0,0 1-208 15,-1 1-32-15,-2 1-16 0,1 0-528 0,-2 0-96 16,0 3-32-16,-1-2 0 16,-1 4-112-16,0-2-16 0,-3 3-16 0,0 2 0 0,-2-1-208 15,0 1-32-15,-1 0-16 0,-1 3 0 0,0 0-176 0,-3 1 192 16,1 0-192-16,0 2 192 0,2-2 32 0,2-1 16 15,1-1 0-15,1 0 0 0,2 0 384 0,1-2 80 16,0-1 0-16,2 1 16 0,0-2-352 0,2 1-80 16,1 1-16-16,2 0 0 0,1-3 336 0,-1 3 64 15,3-2 16-15,-8-3 0 0,0 0-208 0,0 0-32 0,36 23-16 16,-36-23 0-16,0 0-128 0,0 0-32 0,35 29 0 0,-35-29 0 16,0 0-112-16,0 0-32 0,0 0 0 0,20 40 0 15,-23-31-128-15,-2-1 0 0,-3 3 144 0,-2-1-144 16,-3-1 0-1,-4-2 0-15,-2 3 0 0,-2-3 128 0,0 2-128 0,-3-1 0 0</inkml:trace>
  <inkml:trace contextRef="#ctx0" brushRef="#br0" timeOffset="15598.52">109 1258 4607 0,'1'-4'400'0,"-1"3"-400"15,0-1 0-15,1 1 0 0,-1 1 672 0,0 0 48 16,1-2 16-16,0 0 0 0,0-3 480 0,0 0 112 15,0 1 16-15,-1 1 0 0,1-2-32 0,0 3 0 16,-1 0 0-16,1 0 0 0,-1 2-208 0,0-2-32 16,0 2-16-16,0 0 0 0,0 2-432 0,-1 1-96 15,1 0-16-15,-2 5 0 0,1-4-128 0,0 6-16 16,0 0-16-16,-1 4 0 0,0 0 32 0,-1 3 16 16,1 5 0-16,-1 3 0 0,0 1 32 0,-1 5 0 15,0 2 0-15,-1 3 0 0,0-1-96 0,-1-2-16 0,1 1 0 0,-3-2 0 16,2-5-128-16,0-3-48 0,1-1 0 0,-1-1 0 15,2-6 0-15,2-1 0 0,-1 1 0 0,1-4 0 16,1 0-144-16,1-3 128 0,0 1-128 0,1-3 128 16,0-2-128-16,0-1 0 0,0-1 0 0,1-1 0 15,0 0-576 1,0-4-80-16,1-1-32 0,1-1-7504 0,0-3-1520 0</inkml:trace>
  <inkml:trace contextRef="#ctx0" brushRef="#br0" timeOffset="15960.69">71 1393 4607 0,'0'-5'192'0,"-1"3"64"0,1-2-256 0,-1 1 0 16,1 2 0-16,0 0 0 0,0 0 1056 0,0-1 160 16,0 0 48-16,-1-3 0 0,1 0 336 0,1-1 80 15,0 0 16-15,2 2 0 0,-1-3-496 0,1 2-112 16,2-2 0-16,0 2-16 0,1-2-528 0,-1 2-96 15,2-2-32-15,0 0 0 0,1 2-96 0,-1-2 0 16,2 0-16-16,1 2 0 0,1 0 208 0,-1 0 32 16,1 2 16-16,-1 2 0 0,1 1-48 0,-1 2-16 0,-10-2 0 0,0 0 0 15,0 0-160-15,0 0-16 0,43 33-16 16,-43-33 0-16,0 0-48 0,0 0 0 0,22 36 0 0,-20-29 0 16,1 3 16-16,-1-3 0 0,-2 2 0 0,-2 1 0 15,-1-3-64-15,0 2-16 0,-2-1 0 0,-1-1 0 16,-2 2-16-16,0-2-16 0,-1 0 0 0,-2 0 0 15,1 0 0-15,-1 1 0 0,0-1 0 0,1 1 0 16,0-2 32-16,1-1 0 0,-2 1 0 0,0 0 0 16,1-2-192-16,0-2 0 0,4 1 0 0,0-5 128 0,3 1-288 0,-1-2-64 15,3-1-16-15,1-1-8848 16,2-1-1760-16</inkml:trace>
  <inkml:trace contextRef="#ctx0" brushRef="#br0" timeOffset="16936.8">620 1317 911 0,'1'-2'0'0,"0"1"0"0,-1 1 0 0,0-2 0 16,0 2 688-16,0-1 48 0,0 1 16 0,0-1 0 16,1 1 368-16,-1-2 80 0,1 0 16 0,0 1 0 15,0-1-32-15,-1 0 0 0,0 1 0 0,0 1 0 0,0-2-192 16,0 2-32-16,0 0-16 0,0 0 0 0,0 0-176 0,-1 0-16 15,1 0-16-15,-1 0 0 0,1 0-224 0,-2 0-32 16,2 0-16-16,-1 0 0 0,-1 0-96 0,0 2-32 16,1-2 0-16,-2 0 0 0,2 0 16 0,-2 1 0 15,2-1 0-15,-2 0 0 0,0 2 16 0,0-2 0 16,0 2 0-16,0-1 0 16,-1 1-32-16,1 0 0 0,0 0 0 0,-1 3 0 0,1-2-80 0,-2 1 0 15,1 3-16-15,-1 0 0 0,0 3-112 0,-1-1-128 16,0 1 176-16,1 2-176 0,0-1 272 0,2 1-48 0,-2 2-16 0,1 1 0 15,1 0 192-15,0 1 48 0,0 0 0 0,1-1 0 16,0 1 0-16,0-2 16 0,1 1 0 0,0-1 0 16,0 0 32-16,-1 2 0 0,2-3 0 15,-1 0 0-15,1-1-192 0,0 0-48 16,0 2 0-16,2-2 0 0,0-1-128 0,-1 0-128 0,3-2 144 0,0-2-144 16,0 1 128-16,0-2-128 0,2 0 0 0,-1 0 144 15,2-1 16-15,-1 0 0 0,2-3 0 0,-1 0 0 16,2 1-32-16,-1-2-128 0,0 1 192 0,1 0-64 15,1-2-480 1,0 1-96-16,0-1-32 0,0-1-14320 0</inkml:trace>
  <inkml:trace contextRef="#ctx0" brushRef="#br0" timeOffset="17676.68">839 1369 4607 0,'-2'-2'400'0,"0"2"-400"0,1-2 0 0,0 1 0 15,1 1 1008-15,-1 0 112 0,0 0 32 0,-2-2 0 16,1 0 736-16,-1-1 160 0,0 1 16 0,0-1 16 15,2 3-240-15,-1-2-48 0,2 1-16 0,0 0 0 16,0 1-496-16,0 0-112 0,0 0-16 0,1 0 0 16,0 0-448-16,0 2-112 0,1 0-16 0,1 2 0 15,1 2-64-15,0 1-32 0,1 1 0 0,-5-8 0 16,0 0 32-16,21 39 16 0,-21-39 0 0,0 0 0 0,26 53-80 0,-26-53-32 16,19 35 0-16,-19-35 0 0,0 0-112 0,28 43-32 15,-28-43 0-15,0 0 0 0,0 0-272 0,36 43 160 16,-36-43-160-16,0 0 128 0,0 0-128 0,0 0 0 15,0 0 0-15,39 26 0 16,-35-26-432-16,0 1-64 16,-1-1-16-16,0-1 0 0,-2 1-1920 0,0-4-384 0</inkml:trace>
  <inkml:trace contextRef="#ctx0" brushRef="#br0" timeOffset="17944.32">1021 1370 8287 0,'-3'-1'368'0,"1"-1"80"0,0 2-448 0,-1 0 0 0,2 0 0 0,-1 2 0 16,1-2 1696-16,-1 3 256 0,-3-1 48 0,-2 0 16 15,0 4 480-15,-1 0 112 0,-1 2 16 0,1 1 0 16,0 0-896-16,-1 1-192 0,-1 2-16 0,0 0-16 16,-1 2-592-16,-1 1-112 0,0 0-32 0,0-2 0 15,1 0-304-15,0-1-64 0,0 0-16 0,0 0 0 0,2 0-256 0,-1-2-128 16,1 1 0-16,1-3 128 15,1 2-480-15,1-3-96 0,0 1-32 0,3-2 0 32,-1-2-1920-32,1 1-384 0</inkml:trace>
  <inkml:trace contextRef="#ctx0" brushRef="#br0" timeOffset="19094.78">1270 1326 3679 0,'-1'-2'320'0,"0"2"-320"15,0 0 0-15,1 0 0 0,0 0 896 0,-1 0 128 16,0 0 0-16,0-1 16 0,-1 1 336 0,0-1 64 15,0 1 16-15,0 0 0 0,0 0-112 0,1-2 0 16,0 2-16-16,0 0 0 0,0 0-48 0,0 0 0 16,1 0 0-16,-1 0 0 0,1 0 96 0,0 0 16 15,0 0 0-15,1 0 0 0,0 0-384 0,1 0-80 16,-1 2-16-16,2-2 0 16,-1 1-272-16,1 0-48 0,1-1-16 0,0 2 0 0,1-1-64 0,1 1-32 0,0 0 0 0,-1-2 0 15,1 3-96-15,0-1 0 16,2-2-16-16,-1 2 0 0,1 1-48 0,1-1-16 0,-1-1 0 15,0 1 0-15,0 0-32 0,0 0 0 0,1 0 0 0,-1 1 0 16,-1-1-96-16,2 1-32 0,-1-1 0 0,0 0 0 16,1 1-144-16,-3 0 0 0,1-1 144 0,-2 0-144 15,1 0 0-15,-2 1 128 0,1-1-128 0,0 1 0 0,-2-1 0 0,1-2 0 16,-1 2 0-16,-1 0 128 16,0-2-128-16,-1 1 0 0,1 1 0 0,-1-2 128 15,1 0-128-15,-1 0 128 16,0 0-128-16,0 0 128 0,0 0-128 0,0 0 0 0,0-2 0 0,0 2 0 0,0 0 0 0,-1-1 0 15,0 1 0-15,1 0 0 0,-1 0 0 0,0 0 0 16,0-2 0 0,0 2 0-16,0 0 0 0,0 0 0 0,0 0 0 0,-1 0 0 0,1 0 0 0,-1 0 128 15,1 0-128-15,-1 0 0 0,0 0 0 0,-1 0 144 16,1 0-144-16,-2 0 0 0,1 2 144 0,-1-1-144 16,-1 1 0-16,-1 1 144 0,-1 1-144 0,-2 1 0 15,-1 0 0-15,0 1 0 16,-2 2 0-16,0-1 0 0,-2 0 0 0,1 3 0 15,-3-1 0-15,1 1 0 0,0 1 0 0,1-1 0 0,2-1 0 0,0-1 0 0,0 1 0 0,1-2 0 16,1 2-224-16,1-1-32 0,0-2 0 0,3 0 0 31,-1 0-960-31,0 0-192 0,3 0-32 0,-1 0-14128 0</inkml:trace>
  <inkml:trace contextRef="#ctx0" brushRef="#br0" timeOffset="19867.79">1368 1656 911 0,'-2'0'0'0,"0"0"0"0,1 0 0 0,-1 0 0 16,1 0 576-16,0 0 48 0,0 2 0 0,0-2 0 16,-2 3 432-16,0-1 96 0,0-1 0 0,-1 1 16 15,0 0 128-15,2 0 32 0,-1-1 0 0,0 1 0 16,1 0-32-16,-1-2 0 0,1 1 0 0,1-1 0 16,0 2-176-16,0-2-32 0,0 0-16 0,0 0 0 15,1 0-176-15,0-2-48 0,0 1 0 0,1 1 0 16,0-3-112-16,1 1-32 0,0 0 0 0,1-2 0 15,3-2-80-15,-1 2-32 0,1-3 0 0,1 2 0 16,2-5-144-16,1 3-48 0,0-2 0 0,2-1 0 16,0 1-48-16,0-1-16 0,1 1 0 0,-1-1 0 0,0 1-144 0,-1 2-16 15,0 0-16-15,-2 2 0 0,-1 0-160 0,1 1-224 16,-3 1 48-16,1 1-9104 16,-2-1-1808-16</inkml:trace>
  <inkml:trace contextRef="#ctx0" brushRef="#br0" timeOffset="20198.68">1734 1305 7711 0,'2'-4'336'0,"0"1"80"0,0 1-416 0,-1 0 0 0,0 1 0 0,-1 1 0 16,1 0 768-16,-1-2 80 0,2 2 16 0,-1-3 0 16,0 1 704-16,0 2 144 0,-1 0 16 0,0 2 16 15,0-2-496-15,0 1-96 0,-1 3-32 0,0-1 0 16,-1 2-272-16,0 2-48 16,0-1-16-16,-1 2 0 0,1 1-128 0,0 1-16 0,-1 1-16 0,0 2 0 15,0 1-48-15,0 2-16 0,0 1 0 16,0 0 0-16,0 4-160 0,0-4-16 0,1 2-16 0,0-1 0 0,1-1-208 0,-1-2-32 15,1 1-128-15,1-2 192 0,-1-2-352 0,1-3-80 16,1 1-16-16,-1-2 0 16,1-1-1008-16,0-1-208 0,1 1-32 0,-1-2-6176 15,1-3-1248-15</inkml:trace>
  <inkml:trace contextRef="#ctx0" brushRef="#br0" timeOffset="20628.5">1912 1346 2751 0,'1'-3'256'0,"0"1"-256"0,1-1 0 0,-1 1 0 16,-1 2 1040-16,0 0 176 0,0 0 16 0,0-2 16 16,1 0 912-16,0 1 176 0,0-1 32 0,-1-1 16 15,1 1-848-15,-1 2-160 0,0 0-32 0,0 0-16 16,-1 0-448-16,0 2-96 0,-1 1-16 0,0-1 0 15,-1 3-256-15,1-2-48 0,-2 4-16 0,1-3 0 16,0 3-128-16,-1 0-48 0,0 1 0 0,-1-1 0 16,1 2-32-16,-1 1-16 0,1-1 0 0,1-2 0 0,1 3 16 0,-1-3 0 31,2 0 0-31,1 0 0 0,0-1 16 0,1-2 0 0,1 1 0 0,1-1 0 0,0-1-112 0,0 1-16 16,1-1 0-16,1-1 0 0,0-1 0 0,1-1 0 15,1-1 0-15,1 1 0 0,-1-2 224 0,1-1 32 16,1 1 16-16,-1-1 0 0,2 1-128 0,0-2-16 15,0 1-16-15,-1 0 0 0,1 1-80 0,-1 0-16 16,-1-2 0-16,0 3 0 0,0-1 0 0,-1-1 0 16,0 1 0-16,1 2 0 0,-2-2-144 0,1-1 0 15,-2 1 0-15,0-1 128 0,0 1-128 0,-1 0 0 0,0 0 0 0,-1-1 0 32,0 1-560-32,-1-1-80 0,0 2-32 0,0-2 0 15,-1 1-1712-15,0-1-352 0,0 1-64 0,-2 1-7920 16</inkml:trace>
  <inkml:trace contextRef="#ctx0" brushRef="#br0" timeOffset="20854.32">2084 1296 6447 0,'-2'-5'128'0,"0"0"48"0,1 3 0 0,0 0 16 0,0-1-192 0,0 3 0 0,0 0 0 0,0-2 0 16,-2 2 1536-16,0-3 288 0,-1 3 48 0,-1 1 16 15,0 1 496-15,2 3 112 0,-2-1 0 0,1 4 16 16,0 1-800-16,0 2-176 15,0 2-16-15,1 1-16 0,1 1-560 0,-1 1-112 0,1 2-32 0,-1 2 0 16,1-2-224-16,1 2-64 0,-2-2 0 0,1 2 0 0,-1-2-288 0,0 1-64 16,2-2-16-16,-2-1 0 15,0 1-144-15,-1 0-224 0,2-3 48 0,0-1 16 16,0 0-1936-16,0-1-384 0</inkml:trace>
  <inkml:trace contextRef="#ctx0" brushRef="#br0" timeOffset="21630.87">2245 1310 2751 0,'-1'0'256'0,"1"-2"-256"16,0 0 0-16,0 2 0 15,0-1 1024-15,0 1 176 0,-1-2 16 0,1-1 16 16,-1 1 448-16,1-3 96 0,-1 0 16 0,1 2 0 16,0-2-176-16,0 2-16 0,1 0-16 0,-1 1 0 15,2-2-176-15,-1 3-16 0,-1-3-16 0,1 3 0 16,1-1-80-16,0 0-16 0,1 2 0 0,-1-2 0 0,0 0-320 16,1 2-80-16,-1 0-16 0,1 0 0 0,1 0-160 0,0 2-48 15,1 1 0-15,0 0 0 0,-1 0-176 0,2 0-32 16,0 1-16-16,0 1 0 0,-2 0-112 0,2-1-32 15,0 3 0-15,-6-7 0 0,0 0 0 0,0 0 0 16,30 33 0-16,-30-33 0 0,0 0-32 0,0 0 0 16,24 43 0-16,-24-43 0 0,0 0-48 0,10 33-16 0,-10-33 0 15,1 24 0-15,-2-12-64 0,-1 0 0 0,-3 2-128 0,-2 2 192 16,-2-1-192-16,0 2 0 0,-3-1 0 0,0 0 0 16,-1 1 0-16,-1-2 0 0,1-1 0 0,-3 1 0 31,-1 1-864-31,-3 0-160 0</inkml:trace>
  <inkml:trace contextRef="#ctx0" brushRef="#br0" timeOffset="26015.44">174 2536 911 0,'-5'1'0'0,"2"-1"0"15,1 1 0-15,0-1 0 16,2 0 928-16,0 0 96 0,-1 0 32 0,1 0 0 0,-1 0 464 0,0-1 80 16,0 1 32-16,0-1 0 0,1-1-96 0,0 1 0 15,1-1-16-15,1 0 0 0,0 1-208 0,0-2-32 16,1 2-16-16,1-1 0 0,-1 2-96 0,0-3-16 15,1 3 0-15,2-2 0 0,-2 2-320 0,3-2-64 16,-1 1 0-16,3 1-16 0,0-2-288 0,0 2-48 16,1 0-16-16,1-2 0 0,1-1-256 0,1 1-144 15,1-1 160-15,-1 1-160 0,1 1 0 0,-2 0 0 0,0-1 0 0,-1-1 0 16,-3 3 0-16,0-2 0 16,0 2 0-16,-3 0 0 0,1-1 0 0,-2 1 0 0,-2 1 0 0,0 1 0 31,-1-2-1104-31,-1 3-176 0</inkml:trace>
  <inkml:trace contextRef="#ctx0" brushRef="#br0" timeOffset="26393.91">194 2639 10127 0,'-3'-1'448'0,"1"1"96"0,1 0-544 0,-1 0 0 16,1 0 0-16,1 0 0 0,-1 0 1280 0,0 0 128 31,-1 0 48-31,0 0 0 0,-1 0 144 0,1 1 16 0,-1 0 16 0,1-1 0 0,0 0-672 0,0 2-128 16,1-2-16-1,0 0-16-15,0 1-96 0,1-1-32 0,0 2 0 0,0-2 0 0,0 0-16 0,0 0 0 16,0 0 0-16,0 0 0 0,2 0-128 0,1-2-16 0,0 2-16 15,2-1 0-15,-1 1 176 0,2 0 32 0,0 0 16 0,2 0 0 16,1-2-224-16,1 2-48 16,2-2-16-16,0 0 0 15,0 1-64-15,1-3-16 0,1 1 0 0,1 1 0 16,-1-2-160-16,1 0-48 0,-1 1 0 0,-2-2 0 16,0 2-144-16,-2 0 0 0,-1-1 0 0,0 1 0 15,-3 1 0-15,0-1 0 0,-1 1 0 0,-1 2 0 16,-1 0-576-1,0 0-128-15</inkml:trace>
  <inkml:trace contextRef="#ctx0" brushRef="#br0" timeOffset="28265.99">699 2424 7359 0,'0'0'656'0,"-1"0"-528"0,0 0-128 0,0 0 0 15,1 0 1216-15,0 0 224 0,0 0 32 0,-1-1 16 16,0 1 240-16,-1-1 32 0,1-1 16 0,0 0 0 15,1 1-560-15,-1-1-96 0,2 0-32 16,-1 1 0-16,1-1-96 0,0 1-32 0,0 0 0 0,0 1 0 16,0-2-112-16,1 1-16 0,0 1-16 0,-1 0 0 0,2 0-240 15,1 1-64-15,0 1 0 0,1-2 0 0,0 1-144 0,0 0-48 16,3 1 0-16,-1-2 0 0,2 1-128 0,0-1-16 16,2 2-16-16,0-2 0 0,0-2 32 15,1 1 16-15,2 1 0 0,1-2 0 0,0 0 48 0,1 0 0 16,-1 1 0-16,1-3 0 0,-1 3 16 0,0-1 16 15,-2 0 0-15,0 0 0 0,1 0 32 0,-1 1 0 16,-1-1 0-16,-1 1 0 0,0 0 0 16,-1 0 0-16,1 1 0 0,0 0 0 0,-2 0-176 0,-2 0-16 15,2 1-128-15,-2-1 192 0,0 1-192 0,0-1 0 0,-2 1 0 0,0-1 0 16,0 2 0-16,-2-2 0 0,-1 1 0 0,-1 1 0 31,1-2-944-31,-1 2-128 0,-1-2-16 0,-1 2-14848 0</inkml:trace>
  <inkml:trace contextRef="#ctx0" brushRef="#br0" timeOffset="28989.62">699 2451 911 0,'-4'-1'0'0,"1"1"0"0,1-2 0 0,0 2 0 0,1 0 1312 0,0 0 176 16,1-2 48-16,-2 2 0 0,-1-2 1056 0,0 1 224 16,0-1 32-16,1-1 16 0,0 1-816 0,0 1-144 15,1 0-48-15,0 1 0 0,1-2-576 0,0 2-112 16,0 0-16-16,1 0-16 0,0 0-480 0,0 2-80 15,1-2-32-15,0 1 0 16,1 0-64-16,1 1-16 0,-1 1 0 0,1-3 0 0,1 3 64 0,1-1 16 16,1 0 0-16,0 0 0 0,1 1-160 0,0 0-16 0,0 1-16 0,2-2 0 15,-2 1-192-15,1 1-32 16,-9-4-128-16,0 0 192 0,0 0-192 0,0 0 128 0,45 29-128 0,-45-29 0 16,0 0 0-16,0 0 0 0,0 0 0 0,35 36 0 31,-30-30 0-31,0 2 0 0,-2-4 0 0,0 2 0 15,-1 0 0-15,-1-1 0 0,0 1 0 0,-1 0 0 16,-1-1 0-16,-2 1 0 0,-1 0 0 0,-1 0 0 16,0 0 0-16,-2 0 0 0,0 2 0 0,-1-1 0 15,-1 1 0-15,0-2 0 0,0 2 0 0,-1-2-160 16,0 1-64-16,-1 0-16 0,0 1 0 0,-1 1 0 0,0-2-96 16,-1 0-32-16,2 0 0 0,1-2 0 15,-1 0-80-15,2 0-32 16,0 1 0-16,0-1 0 0,0 0 304 0,1-3 176 0,1 3-192 0,-1-2 192 0,3-1 0 0,0 0 0 15,0 0 0-15,0 1 0 0,1-1 0 0,1 1 0 16,0-1 0-16,1 0 0 0,1-1 0 0,0 1 0 16,0 0 0-16,1-2 0 0,1 0 128 0,0 1 0 15,1-1-128-15,-1 0 192 0,2 0 288 0,0-1 48 16,2 1 16-16,-1-2 0 0,3 0 32 0,-1 1 0 16,0-1 0-16,1 0 0 0,2 0-240 0,1 1-32 0,0-3-16 15,2 1 0-15,1 2 16 0,1-2 0 0,1 0 0 0,1 1 0 16,1-1-32-16,1 1 0 0,0-2 0 0,0 1 0 15,0 0-80-15,-2 0-32 0,3 0 0 0,-3 0 0 16,-1 1-32-16,1-1-128 0,1 3 192 0,-1-1-64 16,-3 0-128-16,1 1 0 0,-14 0 0 0,0 0 128 15,37 1-128-15,-27 0 0 0,-1 1 0 0,-2-2 0 16,0 3 0-16,-2-2-224 0,0 1 80 0,0 1 16 31,-2 0-1680-31,1-2-336 0</inkml:trace>
  <inkml:trace contextRef="#ctx0" brushRef="#br0" timeOffset="30751.5">587 2989 9215 0,'-1'-1'816'0,"1"1"-656"16,0-2-160-16,-1 2 0 15,1 0 832-15,0-1 144 0,0 0 32 0,-1-1 0 0,1-1 448 0,0 0 80 16,1 1 32-16,1 0 0 0,0 0-480 0,0 0-112 31,0 1-16-31,0-1 0 0,0 2-288 0,1 0-64 16,1 0-16-16,0 0 0 0,0 0 32 0,0 0 0 16,1 0 0-16,-1 0 0 0,2 2-16 0,-1 1 0 0,1-1 0 0,-1 0 0 0,1 3-96 0,0-2 0 15,-1 1-16-15,1 3 0 0,-2-2-64 0,0 2-16 16,0 2 0-16,-4-9 0 0,0 0-240 0,0 0-48 15,8 41-128-15,-7-29 192 16,-2 0-192-16,0 2 0 0,-2-2 128 0,2 0-128 0,-3 0 0 0,1-1 0 0,1-3 0 0,-1 1 0 16,2-2 0-16,-2-2 0 0,0 2 0 0,1-5 0 15,0 1 0-15,1-1 0 0,0-1 0 0,1-2 0 16,0-1 0-16,0 1 0 0,-1-2 128 0,1-2-128 16,1-1 0-16,-1-1 144 0,0-1-144 0,1-1 128 15,1 0 16-15,0 0 0 0,1-2 0 0,-1 0 0 16,1-1-144-16,-1 1 160 15,2 1-160-15,-1 1 160 0,1-1-160 0,1 1 0 0,-1 0 0 0,0 1 0 16,1-1 0-16,1 2 0 0,-1-1 0 0,0 1 0 0,-1 0 0 16,1 3 0-16,1-2 128 0,-2 2-128 0,1 0 0 0,0 1 0 15,-1 0 0-15,1 1 0 0,0 0 0 0,0 2-224 16,1-2 32-16,-2 1-14576 16</inkml:trace>
  <inkml:trace contextRef="#ctx0" brushRef="#br0" timeOffset="30946.95">832 2962 8287 0,'-1'0'736'0,"1"0"-592"0,1 0-144 16,-1-2 0-16,1 2 880 0,0 0 144 0,0-1 16 0,1 0 16 0,1-1 1440 0,3-1 272 0,2 0 64 0,0 0 16 15,-1 0-1504-15,2-2-288 0,-1 2-64 0,-1 1-16 16,2 1-720-16,-3 0-128 0,1-1-128 0,-2 2 144 31,1 0-576-31,-2 2-112 0,0-2-32 0,-1 2-10464 0</inkml:trace>
  <inkml:trace contextRef="#ctx0" brushRef="#br0" timeOffset="31159.69">850 3026 13823 0,'-2'3'608'0,"1"-1"128"16,0-2-592-16,0 1-144 0,1-1 0 0,0 0 0 0,1 0 1792 0,0 2 336 15,0-2 64-15,1 0 16 0,1-2-272 0,1 1-48 16,1-1-16-16,0-1 0 0,1 1-720 0,-1 0-128 16,2 0-48-16,-2-1 0 0,2 0-464 0,-1 1-112 15,-1 1-16-15,0 0 0 0,-1-1-384 0,1 2 0 16,1-2 0-16,-2 1 0 15,1 1-928-15,-1 0-160 0,-1 0-48 0,1-2-12528 0</inkml:trace>
  <inkml:trace contextRef="#ctx0" brushRef="#br0" timeOffset="31411.73">1081 2875 13823 0,'0'0'608'0,"0"0"128"0,0 0-592 0,-1 0-144 0,0 0 0 0,1 0 0 16,0 0 2128-16,-1 0 400 0,1 0 80 0,-1 2 16 16,0-1-656-16,0 1-128 0,1 0-32 0,0 0 0 15,0 0-704-15,0 2-144 0,-1 1-16 0,1-1-16 16,-1 5-320-16,0-2-64 0,-1 2-16 0,1 1 0 16,0 2-160-16,-2 0-48 0,0 0 0 0,0 2 0 15,0 0-128-15,0-2-48 0,0 0 0 0,0-2 0 16,1 1-144-16,1-2 0 0,-1 0 0 0,2-1 0 31,0-2-320-31,1 0-160 0,0-3-32 0,1 0-15296 0</inkml:trace>
  <inkml:trace contextRef="#ctx0" brushRef="#br0" timeOffset="31742.28">1228 2846 6447 0,'0'-2'576'0,"0"0"-576"15,0 0 0-15,-1 1 0 0,0 1 1664 0,1 1 208 0,-1-1 48 16,0 2 16-16,0-2 1392 0,-1 2 288 0,-1 2 48 0,0-1 16 16,-1 3-1824-16,1 0-352 0,-1 1-80 0,-1 1-16 15,2 1-736-15,-2 2-160 0,1 0-16 0,0 0-16 16,0 2-192-16,0 0-32 0,0-1-16 0,2 2 0 16,0-4 0-16,1 1 0 15,1-1 0-15,0-3 0 0,1 0 176 0,0-1 32 0,1-2 16 0,0 1 0 16,1-1-208-16,0-2-64 0,2 1 0 0,-1-1 0 15,2 1-32-15,0-3-16 0,1 0 0 0,0 0 0 16,2 0-144-16,-2 0 192 0,0 0-192 0,1-3 192 16,0 3-192-16,1-2 0 0,-2 0 144 0,0 1-144 0,0-1 0 15,-1 2 0-15,1 0 0 0,-1-2 0 0,0 2-144 0,-1-2-48 16,1 1-16-16,-1-1 0 16,-1 2-1488-16,0-3-288 15</inkml:trace>
  <inkml:trace contextRef="#ctx0" brushRef="#br0" timeOffset="31915.44">1328 2869 10127 0,'-3'-1'448'0,"1"-1"96"0,0 2-544 0,0 2 0 0,1-2 0 0,0 1 0 16,0 2 2464-16,-1 0 384 16,-1 5 80-16,-2 4 16 0,-1 5 144 0,0 5 48 0,-1 4 0 0,0 2 0 15,0 1-1856-15,0 2-352 0,1-3-80 0,-1-2-16 16,2 0-496-16,2-2-96 0,1 1-32 0,1-4-15984 15</inkml:trace>
  <inkml:trace contextRef="#ctx0" brushRef="#br0" timeOffset="33738.25">775 2078 9215 0,'-1'0'816'0,"0"0"-656"0,1-1-160 0,-1 1 0 0,1 0 1536 0,-1-1 288 15,0 1 48-15,-1 0 16 0,0-3 400 0,-1 2 80 16,2 0 0-16,0-2 16 15,0 3-848-15,1-2-160 0,0 1-32 0,1 0-16 16,1-1-448-16,0-1-96 0,3 1-16 0,0-1 0 0,0-1-48 16,2 1-16-1,1-1 0-15,0 1 0 0,1 2-144 0,0 0-48 0,-1 1 0 0,0 0 0 0,0 0-256 0,0 1-64 32,0 0-16-32,-1 1 0 0,-7-2-176 0,0 0 0 0,0 0 0 0,0 0 0 0,40 26 0 0,-36-20 0 15,0 0 0 1,-4 2 0-16,1-1 0 0,-2 1 0 0,-1 0 0 0,-2-1 0 0,-2 3-320 0,0-3 64 0,-1 0 16 15,1 1 0 17,-2 1-320-32,-1-2-64 0,0 2-16 0,-1-4 0 15,0 2 112-15,2-1 16 0,-1 0 0 0,1-1 0 0,0-1 256 0,1-1 48 0,0 2 16 0,2-3 0 16,-1-2 192-16,1 2 0 0,2-1 0 0,-1 1 0 16,1-2 0-16,1 0 0 0,1 0 160 0,0-2-160 15,0 2 400-15,1-1 0 0,1 1 0 0,0-2 0 16,0 2 96-16,1-2 16 0,2 0 0 0,1 1 0 15,-1-3-192-15,2 3-16 0,-1-1-16 0,2 0 0 16,0 2-32-16,1-2-16 0,1 0 0 0,0 1 0 0,1-2-96 16,0 3-16-16,1-2 0 0,-1 2 0 0,-1 0-128 0,1-1 0 15,0 0 0-15,-1 1 0 0,0-2 0 16,1 2-272-16,-2 0 32 0,0-2 16 16,1 1-2112-16,-2-1-416 0</inkml:trace>
  <inkml:trace contextRef="#ctx0" brushRef="#br0" timeOffset="34084.25">1045 2090 7023 0,'1'-4'144'0,"-2"3"48"0,0-1 0 0,1 0 0 0,0 1-192 0,0 1 0 0,0 0 0 16,-1 0 0-16,0 0 1968 0,-1 0 336 0,0 1 80 0,-1 1 16 15,0 3-1104-15,1-1-208 0,-1 2-64 0,-1 2 0 16,1 2-288-16,1 0-64 0,-1 2-16 0,0-1 0 15,1 1-80-15,1 0 0 0,1-3-16 0,1 1 0 16,1-3 80-16,2-1 32 16,0 0 0-16,2-4 0 0,0-1-16 0,3-1 0 15,-1-3 0-15,1 0 0 0,2-3 16 0,1-2 0 0,0-1 0 0,-2 2 0 16,0-1-80-16,1-3-16 0,0 1 0 0,1-3 0 16,-1 3-272-16,-1-2-64 0,-3 2-16 0,0 0 0 15,-2 1-224-15,0 1 0 0,-1-1 128 0,-3 0-128 16,1 2 0-16,-2 0 0 0,-1 0 0 0,-2 0 0 0,-3 2 192 0,-1 0-48 15,-4 0-16-15,1 3 0 0,-1 1 368 0,-2 0 64 16,-1 2 16-16,0 0 0 0,0-1-320 0,1 2-48 16,0 1-16-16,3-1 0 15,3 1-1280-15,1-1-256 0</inkml:trace>
  <inkml:trace contextRef="#ctx0" brushRef="#br0" timeOffset="34873.94">1786 2152 3679 0,'1'0'320'0,"0"-2"-320"0,-1 1 0 0,0 1 0 16,0 0 1008-16,0 0 128 0,1-2 16 0,0-1 16 16,0 1 336-16,1 0 64 0,-1 0 16 0,0-1 0 15,-1 0-96-15,1 1-16 0,-1 2 0 0,0-2 0 16,-1 2-192-16,1 0-32 0,-1-2-16 0,0 2 0 15,0 0-320-15,0 2-64 0,-1-2-16 0,0 1 0 16,0 0-272-16,0 2-64 16,-1 0-16-16,-1 1 0 0,0 0-240 0,1 1-48 0,-1 0-16 0,0 0 0 15,0 2-32-15,-1 0 0 0,0 2 0 0,0 1 0 0,-1 2 80 0,1 0 16 16,-2 2 0-16,2 2 0 0,-1 1 192 0,0 1 32 16,0 2 16-16,0-3 0 0,2-2 176 0,-1 3 48 15,0 8 0-15,-2 7 0 16,2 5 0-16,-2 1 0 0,2 2 0 0,1 2 0 0,0 0-192 0,2-5-16 15,1-2-16-15,1-4 0 0,2 2-304 0,1-4-176 16,2 2 192-16,0-2-192 0,-5-30 128 0,15 55-128 0,-15-55 0 16,15 46 0-16,-15-46 0 15,14 41 0-15,-14-41 0 0,11 38 0 0,-11-38 0 0,7 34 0 0,-7-34 0 0,7 35 0 16,-7-35 0-16,4 31 0 16,-4-31 0-16,4 31 0 15,-4-31-384-15,0 0-144 0,4 32-32 0,-2-24-16208 0</inkml:trace>
  <inkml:trace contextRef="#ctx0" brushRef="#br0" timeOffset="36037.31">2063 2218 3679 0,'-5'0'320'16,"1"0"-320"-16,2 0 0 0,-1 0 0 0,2 0 992 0,0 0 128 15,-1-2 32-15,0 2 0 0,-1 0 1264 0,-2-3 256 16,1 3 48-16,0-2 16 0,3 0-352 0,-1 1-64 16,1-1-16-16,2 0 0 0,0 0-768 0,1 0-176 15,0 1-16-15,2-2-16 0,1 1-528 0,-2 0-96 16,2-2-32-16,1 3 0 0,-1-1-224 0,1 0-32 16,-1 1-16-16,2 1 0 0,-2 0-144 0,1 1-48 15,0 1 0-15,-1 1 0 0,1 1-208 0,-1 0 128 16,0 0-128-16,-1 2 0 0,0 1 0 0,0-2 0 15,-2 3 0-15,0-2 0 0,-2 4 0 0,-1-3 0 16,-1 1 0-16,-1-2 0 0,0 1 0 0,-1 0 0 16,-1 0-144-16,-1 3 144 0,1-3-352 0,-2 0 32 0,1 0 0 0,-2-2 0 31,1 3-96-31,0 0-16 0,-1-2 0 0,-1 1 0 16,-1 2-16-16,-1-2-16 0,2 0 0 0,0 0 0 0,1-2 176 0,-1 2 32 0,2-2 16 0,-1-1 0 15,3 1 240-15,-2-2 0 0,3 1 0 0,-1-3 0 16,2 1 0-16,1-2 0 0,0 2 0 0,1-4 160 15,1 2 400-15,1-2 80 0,1 1 0 0,0-2 16 16,2-1 48-16,1 2 0 0,0-3 0 0,2 3 0 16,-1-2-176-16,3 0-16 0,-1 2-16 0,0 0 0 0,0-2-160 15,0 3-16-15,2-1-16 0,2-1 0 16,0 3-48-16,-1-2 0 0,1 2 0 0,-1 0 0 16,-2 0-80-16,1 0-32 0,-1 2 0 0,-1-2 0 0,0 0-144 0,1 0 0 15,-2 0 0-15,-1 0 0 0,2 0 0 0,-3-2-144 16,1 2 0-16,-1 0-17264 15</inkml:trace>
  <inkml:trace contextRef="#ctx0" brushRef="#br0" timeOffset="36383.71">2361 2239 911 0,'0'-2'0'0,"0"-1"0"0,1 3 0 0,-1-2 0 15,0 2 1680-15,-1 0 256 0,1-1 48 0,0 0 16 16,-1-1 656-16,1-1 128 0,-1 3 32 0,-1 0 0 16,0 3-1040-16,0 0-208 0,-1 3-32 0,0 0-16 15,0 2-224-15,0-1-32 0,-1 4-16 0,1 0 0 16,1-2-288-16,-1 3-64 0,1 0-16 0,1 0 0 16,0-1-96-16,1-1-16 0,0 2 0 0,2-4 0 15,1 0-32-15,1 2-16 0,0-6 0 0,-4-4 0 16,0 0-368-16,0 0-80 0,0 0-16 0,0 0 0 15,42 10-96-15,-32-14-32 0,0-2 0 0,1 0 0 16,1-4 0-16,-1 1-128 0,-1-1 192 0,0 1-64 0,0-3-128 0,-1 0 0 16,-1-2 0-16,-2 2 0 0,0-2 0 0,-3 2 0 15,-1 1 0-15,-4 0 0 0,-1 2 0 0,-3 0 0 16,-1 1 0-16,-1 2 0 0,-2 1 0 0,-1 4 0 16,-2 1 0-16,0 1 0 15,0 3-448-15,-1 3 16 0,1 1 16 0,0 1-10704 16,1 3-2128-16</inkml:trace>
  <inkml:trace contextRef="#ctx0" brushRef="#br0" timeOffset="37895.61">2730 2030 5519 0,'0'-2'496'0,"0"0"-496"16,0 0 0-16,0 2 0 0,0-2 864 0,0 1 80 15,1-1 16-15,-1-1 0 0,1 0 1024 0,0-1 192 16,1 0 64-16,-1 3 0 0,0-1-96 0,1 1-16 16,1 1 0-16,-1 1 0 0,1 1-384 0,1 2-80 15,1 2 0-15,-2-1-16 0,1 2-400 0,1-2-80 0,-5-5-16 0,0 0 0 16,22 40-352-16,-22-40-80 0,19 38-16 0,-19-38 0 15,21 48-192-15,-21-48-64 0,18 59 0 16,-18-59 0-16,17 62-176 0,-17-62-32 0,14 66-16 0,-10-31 0 16,-2-4-224-16,0 5 176 0,-3 4-176 0,-2 0 160 15,0 3-160-15,-4 0 0 0,0-1 0 0,-1-2 0 16,-2-1 0-16,2-2 0 0,0-3 128 0,1-1-128 16,-1 2 0-16,0 1 0 0,2-3 0 0,0-4 0 15,1-3 0-15,0-4 0 0,0-2 0 0,1-3-11888 16,0 0-2368-16</inkml:trace>
  <inkml:trace contextRef="#ctx0" brushRef="#br0" timeOffset="44341.16">2187 2946 11967 0,'-3'-2'1072'0,"1"-1"-864"15,1 3-208-15,1-2 0 0,0 2 752 0,-2 0 96 16,0-2 32-16,-2-1 0 15,-1 1 896-15,1-1 176 0,1 1 32 0,0-1 16 0,1 1-528 0,2 0-128 16,0 0 0-16,1-1-16 0,1 0-240 0,1 1-32 16,0-2-16-16,1 1 0 0,-1-1-304 15,2 1-64-15,-1 1-16 0,2-3 0 16,0 2-160-16,-2 3-48 0,2 0 0 0,-1 0 0 0,0 1-80 0,1 3-32 0,-1 1 0 16,-5-5 0-16,0 0-160 0,0 0-48 0,22 41 0 0,-22-41 0 15,10 35-128-15,-10-35 160 0,6 40-160 0,-4-18 160 16,0-1-160-16,0-2 0 0,-1 0 0 15,0 0 0-15,-1 2 0 0,0-3 0 16,0-5 0-16,0 0 0 0,1-2 0 0,-1-2 0 0,1-1 0 0,0 1 0 16,-1-5 0-16,0 1 0 0,0-4 0 0,-1 1 128 15,2-2-128-15,-2 0 0 0,1-3 0 0,0-1 0 16,0 1 384-16,0-3-16 0,0-1 0 0,-1-1 0 0,1-1-48 0,1-1-16 16,-1-2 0-16,1-1 0 0,1 0-176 0,0-1-128 15,0-2 144-15,1-2-144 0,0 0 144 0,1-2-144 16,1-3 128-16,0 0-128 15,1 1 0-15,-1 0 0 0,3 1 0 0,-2 2 0 0,2 3 0 0,-2 1 0 16,2 4 0-16,-2 0 0 0,1 2 0 0,-1 5 0 16,0-1 0-16,-1 3 0 0,0 2 0 0,-1 2 0 15,1-1-144-15,0 3 144 16,-1 0-1024-16,1 2-160 0</inkml:trace>
  <inkml:trace contextRef="#ctx0" brushRef="#br0" timeOffset="45962.01">2720 3086 1839 0,'1'-4'160'0,"0"3"-160"0,0-2 0 0,-1 3 0 16,1-2 368-16,-1 1 32 0,2-4 16 0,1-1 0 15,-1-3 96-15,2 2 0 0,0-3 16 0,0 1 0 16,-1 2 160-16,-1 0 16 0,1 2 16 0,-1-2 0 16,0 2 128-16,-1 1 32 0,0-1 0 0,0 2 0 15,0 1-48-15,0-2-16 0,0 1 0 0,0 2 0 16,0-1-176-16,0 0-48 0,0 2 0 0,1-4 0 15,0 3-288-15,-1-1-64 0,1-1-16 0,0 1 0 16,0 0-224-16,-1 0 0 0,1 0 0 0,0 1 0 0,-1-2 0 0,0 1 0 16,1 2 0-16,-1-1 0 0,0 0 416 0,0 1-16 15,-1 0 0-15,0 0 0 0,0 1 304 0,0 0 64 16,-1 1 16-16,1 1 0 0,-1 0 48 0,-1 1 16 16,1 1 0-16,-1 2 0 0,1-2-96 0,-1 3-32 15,0 0 0-15,0-1 0 0,1 1-192 0,-1 1-32 16,0 1-16-16,0 1 0 0,0 1-128 0,-1-1-32 15,0 2 0-15,0-1 0 0,0 2-80 0,-2 0-32 16,0 0 0-16,1 1 0 0,0-1-208 0,-1 0 176 16,-1 0-176-16,0 1 160 0,1-1-160 0,0-2 0 0,1-3 144 0,-1 0-144 15,2-1 240-15,-1-4-32 0,2 1 0 0,0-2 0 16,0-1-64-16,0-2-16 0,1 0 0 0,0 0 0 16,1-2-128-16,-1-1 0 0,1-1 144 0,1 0-144 15,0-1 0-15,0-1 0 0,0 0 0 0,1-2 0 16,0-1 0-16,1 0-240 0,0-1 48 0,0-2 0 31,1 1-448-31,-1 0-96 0,1-1-16 0,0 0 0 0,0 1-80 16,-1 1 0-16,1 1-16 0,-1 0 0 0,0 4 464 0,-1-2 80 0,-1 3 32 0,0 1 0 15,0 0 272-15,-1 0 0 0,1 1 0 0,-1 0 0 16,0 2 0-16,0 0 176 0,0-2-32 0,0 2 0 0,0 2 240 16,0-2 64-16,0 1 0 0,-1 0 0 0,1 1 80 0,0-1 32 15,-1 2 0-15,1 1 0 0,-1 0-176 0,0 1-16 16,0 0-16-16,0 2 0 0,1-1-48 0,-2 2-16 15,0-1 0-15,0-1 0 0,1 0 0 0,-1 2 0 16,0-2 0-16,0 2 0 0,1-1-64 0,0 0-16 16,0-2 0-16,0 2 0 0,1-3-208 0,0-1 0 15,1 0 128-15,-1-1-14864 16</inkml:trace>
  <inkml:trace contextRef="#ctx0" brushRef="#br0" timeOffset="47836.6">3359 2007 1839 0,'-1'3'160'0,"-1"-1"-160"16,2-1 0-1,0 0 0-15,-1-1 432 0,0 2 48 16,0 1 16-16,-1 0 0 0,-1 1 256 0,-1 1 48 16,1 2 16-16,0-2 0 0,0 0 160 0,0-1 48 15,1 1 0-15,-1-2 0 0,1 3-80 0,-1-1-16 16,1 0 0-16,0 0 0 0,-1 2-256 0,-1 2-48 15,1 0-16-15,0 1 0 0,0 2-64 0,-2 4-16 16,0 1 0-16,0 4 0 0,-1 1-48 0,0 2-16 16,0-1 0-16,1 1 0 0,-1-1-16 0,1 1 0 15,-1-1 0-15,1 2 0 0,2 1-64 0,-1-2-32 16,1 0 0-16,1 2 0 0,0 3 128 0,2 0 32 0,-1 3 0 16,1 0 0-16,0 2 112 0,0-1 16 0,0-1 16 0,0 1 0 15,0 6 0-15,0-1 0 0,0 6 0 0,1 0 0 16,-1 1-96-16,1-3-32 0,1 0 0 0,0-5 0 15,1-4-144-15,1-4-48 0,-4-29 0 0,11 54 0 16,-11-54-336-16,14 41 144 0,-14-41-144 0,0 0 0 16,23 41 0-16,-23-41-176 0,0 0 0 0,0 0-9232 15,0 0-1840-15</inkml:trace>
  <inkml:trace contextRef="#ctx0" brushRef="#br0" timeOffset="48382.51">3637 2051 11967 0,'1'-3'1072'0,"-1"2"-864"16,0-1-208-16,0 2 0 0,0 0 1568 0,0 0 272 15,0-2 48-15,0 1 16 0,0-1 416 0,0 0 96 16,0 2 16-16,-1 2 0 0,1 1-832 0,-2 5-176 16,0 1-16-16,-1 4-16 0,1 4-720 0,-1-1-144 15,1 6-16-15,-1 4-16 0,-1 3-304 0,0 2-64 16,0 1-128-16,-1-1 192 0,1-2-192 0,1-3 0 16,0-2 128-16,1-1-128 0,1 1 0 0,0-3 0 15,1-21 0-15,2 38-10368 16,-2-38-2016-16</inkml:trace>
  <inkml:trace contextRef="#ctx0" brushRef="#br0" timeOffset="48728.41">3382 2664 7359 0,'-6'0'320'0,"1"0"80"0,2 0-400 0,0-2 0 0,1 2 0 0,1 0 0 16,-1 0 1936-16,0 0 304 0,0 2 64 0,-1-2 16 0,-1 0-80 15,3 0 0-15,0 0-16 0,2 0 0 0,1 0-800 0,2-2-144 16,1 1-48-16,3 0 0 0,0 0-208 0,2-2-32 16,2 1-16-16,2 0 0 0,1-2-176 0,2-1-32 15,1 1-16-15,3 0 0 0,-2-1-32 0,3 1 0 16,2-3 0-16,0 3 0 0,0-1-208 0,1 0-64 15,0 1 0-15,1-1 0 0,0 2-240 0,0 0-48 16,0 1-16-16,-1 0 0 0,-3-1-144 0,-2-1 0 16,-20 4 0-16,33-3 0 0,-33 3 0 0,0 0 0 15,31 0 0-15,-24 2 0 0,-2 3-192 0,-4 1-128 0,-1 2-32 0,-2 2-16704 16</inkml:trace>
  <inkml:trace contextRef="#ctx0" brushRef="#br0" timeOffset="49279.38">3592 2886 10127 0,'-6'3'448'0,"0"-2"96"0,1 1-544 0,3 0 0 0,0-2 0 0,0 0 0 0,0 1 2080 0,-1 0 304 15,-1 1 64-15,-3 1 16 0,1-1-432 0,0 1-96 16,1-1-16-16,3-2 0 0,0 0-464 0,0 0-112 16,2 0 0-16,-1 0-16 0,1-2-304 0,0 2-48 15,1 0-16-15,0-2 0 0,1 1-192 0,-1 1-64 16,1 0 0-16,2 0 0 0,0 0-64 0,0 0-32 16,2 3 0-16,0-3 0 15,-1 2-240-15,2 0-48 0,-7-2-16 0,0 0 0 16,0 0-144-16,0 0-32 0,40 14 0 0,-40-14 0 0,0 0-128 0,0 0 0 15,0 0 0-15,0 0 0 0,41 26 0 0,-37-21 0 16,-1 0 0-16,-2 2 0 0,0 0 0 0,-2 1 0 0,-2-1 0 0,-1 2 0 16,0-2 0-16,0 0 0 0,-2 1 0 0,2-1 0 15,-1 0-144-15,-1 0 144 0,0 0 0 0,-1-2 0 16,3 2-176-16,-2-3 176 0,2 1-160 0,-1 0 160 16,0-3 0-16,2 3 0 0,0 0-128 0,-1-3 128 15,0 3 0-15,1 0 0 0,0-1 0 0,0 1 0 16,1-2 0-16,0 1 0 0,1-2 0 0,1 1 0 15,0-1 0-15,0 1 0 0,1-3 0 0,0 1 0 16,2-1 0-16,1-1 0 0,0-1 0 0,2 1 0 16,1-1 0-16,1-1 0 0,1-1 0 0,2 2 0 0,1-3 208 0,2 2-64 15,2 1-16-15,0-3 0 0,0 3 0 0,0-1 0 16,-16 3 0-16,35-4 0 0,-35 4-128 0,30-2 128 16,-30 2-128-16,28-6 128 0,-28 6-128 0,26-4 0 15,-13-1 0-15,-1 0 0 0,0-1 0 0,1-2 0 16,-1 1 0-16,-2 0-18304 15</inkml:trace>
  <inkml:trace contextRef="#ctx0" brushRef="#br0" timeOffset="49720.89">4088 2080 2751 0,'-1'-3'256'0,"1"2"-256"0,0-2 0 0,0 2 0 15,1 1 1408-15,-1-1 224 0,0 1 48 0,1 0 16 0,0-2 1328 16,0 1 272-16,1-1 48 0,1 0 16 15,-2 0-992-15,2 2-208 0,0-2-48 0,1 1 0 16,-1 4-688-16,2-1-144 16,1 2-16-16,-6-4-16 0,0 0-272 0,0 0-48 0,28 38-16 0,-28-38 0 0,0 0-192 0,29 53-32 15,-29-53-16-15,21 46 0 0,-21-46-240 0,19 49-48 16,-19-49-16-16,18 47 0 0,-18-47-160 0,17 47-16 16,-17-47-16-16,17 52 0 0,-17-52-176 0,15 55 0 15,-7-22 144-15,0 4-144 0,-1 1 0 0,-1 1 0 16,-2 1 0-16,-2-2 128 0,0 2-128 0,-4 1 0 15,0 2 0-15,-2 1 0 0,-4-1 0 0,-1 0 0 16,-1-1 0-16,-1-4 0 16,-1-4 0-16,1-4 0 0,1-5 0 0,0-3 0 0,2-5 0 0,-2 0 0 0,0 0 0 0,-2-3 0 47,0 0-320-47,-4-2-64 0</inkml:trace>
  <inkml:trace contextRef="#ctx0" brushRef="#br0" timeOffset="51749.6">4373 1855 10127 0,'-2'-2'896'0,"0"0"-704"16,1 2-192-16,1 0 0 0,0 0 848 0,-1-1 144 0,0 1 32 0,-2-2 0 15,0 0 352-15,0 2 80 0,0-2 16 0,1 2 0 16,1 0-304-16,0-2-48 0,0 2-16 0,1 0 0 16,0 0-16-16,1 0-16 0,2 0 0 0,-1 0 0 15,2-1 80-15,2 1 0 0,0-2 16 0,1-1 0 16,2 2-256-16,0 0-48 0,1-1-16 0,0 0 0 16,0 1-352-16,-1-1-80 0,0 2-16 0,1 0 0 15,-1 2-176-15,-3 1-32 0,2-1-16 0,-4 2 0 16,1 0-176-16,-2 2 0 0,-1 1 144 0,-2 0-144 0,-1 3 0 0,-2-3 0 15,0 2 0-15,-1-1 128 0,-1 1-128 0,-2 0 0 16,1 1 0-16,-1-3 0 0,1 0 0 0,-1 1 0 16,2-2 0-16,-2 0-128 0,2-1-80 0,-1-1-16 15,1 1 0-15,-1-2 0 16,1 0-352-16,-1 0-80 0,1-1-16 0,1-1 0 0,-1 1 304 0,1 0 64 16,2-2 16-16,-1 0 0 0,1 2 288 0,1-2 0 15,0 0 0-15,1 0 0 0,0 0 0 0,1 0 0 0,0 0 0 16,1 0 0-16,2 0 0 0,-1 0 0 0,1 0 128 0,1 0-128 15,-1 0 384-15,2-2 0 0,1 2-16 0,2 0 0 16,0 0-16-16,0-1 0 16,2 0 0-16,-1 1 0 0,3-2-160 0,-2 1-16 0,1 1-16 0,0-2 0 15,0 0-160-15,-1 1 0 0,1-1 0 0,-2 0 0 32,-1-2-832-32,1 0-208 0,-1 2-48 0,-1-2-13616 0</inkml:trace>
  <inkml:trace contextRef="#ctx0" brushRef="#br0" timeOffset="52111.54">4684 1855 3679 0,'-1'-2'160'0,"0"-1"32"0,1 1-192 0,-1 0 0 0,1 2 0 0,-1 0 0 0,0 0 2208 0,0-2 400 16,0 2 80-16,-1 0 0 0,-1 0 64 0,0 2 0 16,0 0 0-16,-1 3 0 0,1 2-960 0,-1 1-192 15,0 1-48-15,0 0 0 16,1 3-688-16,-1-2-144 0,1 1-16 0,2-1-16 0,0-1-176 0,1-2-48 15,1 0 0-15,1-2 0 0,1 1-112 0,1-4-32 16,0 2 0-16,2-3 0 0,0-1 0 0,2-1-16 31,0-2 0-31,1 0 0 0,0-2 32 0,0-1 16 0,1-1 0 0,0-1 0 16,1 0-160-16,-2-2-48 0,0 2 0 0,0-1 0 0,-1 0-144 0,-3 1 0 16,1-1 0-16,-2 1 128 0,-2 0-128 0,-2 1 0 0,1 1 0 0,-2 0 0 15,-1 0 0-15,-2 0 0 0,-1 2 0 0,-1 1 0 16,-2 1 0-16,1-1 0 0,-1 1 0 0,-1 0 0 15,1 2 0-15,1 0 0 0,0 2 0 0,1-2 0 16,-1 2-144-16,2 1-16 0,2-3 0 0,1 1 0 31,0 0-800-31,1-1-144 0,1 0-48 0,0 0-8992 16,1 2-1808-16</inkml:trace>
  <inkml:trace contextRef="#ctx0" brushRef="#br0" timeOffset="52300.92">4787 1873 2751 0,'1'0'256'0,"1"-1"-256"16,-1 1 0-16,0 0 0 0,0-2 2160 0,1 2 384 15,2-3 80-15,1 1 0 0,3-1 608 0,0-1 112 16,2 1 32-16,0-2 0 0,1 2-1232 0,0 2-240 16,-1-1-48-16,0 0-16 0,-1 2-752 0,1-1-160 15,-2 2-32-15,-1 1 0 0,0-2-432 0,-1 2-80 16,-1-1-32-16,0-1 0 0,-2 1-208 0,1-1-144 15,0 0 192-15,-1 0-192 0,-1 0 0 0,0 0 0 16,1 2 0-16,-1-2-15904 0</inkml:trace>
  <inkml:trace contextRef="#ctx0" brushRef="#br0" timeOffset="52788.89">5114 1760 15663 0,'-2'0'688'0,"1"-2"144"16,0 1-656-16,0 0-176 0,1 1 0 0,0 0 0 0,0 0 1632 0,0-2 288 15,0 1 64-15,0-1 16 0,1-1-192 0,0 0-32 16,2 0-16-16,0 0 0 0,0-1-352 0,0 1-80 16,1 3-16-16,1-2 0 0,-2 0-368 0,2 1-80 15,0 2-16-15,0 1 0 0,0 0-416 0,-1 3-96 16,-4-5-16-16,0 0 0 0,0 0-192 0,0 0-128 16,24 45 160-16,-24-45-160 0,0 0 0 0,9 38 128 15,-9-38-128-15,1 27 0 0,-1-14 0 0,-1-3 0 16,0 1 0-16,0-4 0 0,-1 1 0 0,0-2 0 0,1 0 0 0,-1-3 0 15,1 0 0-15,0-2 0 0,0 1 0 0,0-2 0 16,0 2 0-16,0-4 0 0,1 2 128 0,-1-2-128 16,1-1 0-16,0 2 144 0,0-2-144 0,0-2 128 15,1 1 32-15,1-2 0 0,1 1 0 0,-1-4 0 16,2 2-160-16,0-5 128 0,1 0-128 0,1-1 128 16,0-1-128-16,1-1 0 0,1-4 144 0,1 3-144 15,0 1 0-15,0 3 0 0,0 0 0 0,1-1 128 16,0 2-128-16,0 2 0 0,1 2 0 0,-1-1 0 31,1 2-512-31,-1 1-64 0</inkml:trace>
  <inkml:trace contextRef="#ctx0" brushRef="#br0" timeOffset="54001.28">5626 1865 2751 0,'-1'0'256'0,"1"-2"-256"0,0 1 0 0,-1 1 0 15,1 0 784-15,-1 0 112 0,0-2 32 0,0 2 0 0,-1-4 912 16,1 1 176-1,-2 1 32-15,1 1 16 0,0 1-80 0,-1-2 0 16,0 4-16-16,0-2 0 0,-1 3-544 0,-1 0-96 0,1 3-32 0,-1 0 0 0,0 2-304 0,-1 0-64 16,0 4-16-16,1-3 0 0,-1 3-224 0,1 0-48 15,-1 2-16-15,0 3 0 0,-1 1-176 0,1-1-16 16,-1 1-16-16,0-2 0 16,1 2-96-16,-1 1 0 0,0 3-16 0,0 2 0 0,0 2-64 0,1 2-16 15,-1 0 0-15,0 3 0 0,1 2-64 0,-1 1-16 16,0 1 0-16,-1 0 0 0,2-1-144 0,-1 0 128 15,3 3-128-15,-1-1 128 0,2-1-128 0,0-1 0 16,2-1 144-16,1-2-144 0,0-3 0 0,0-28 128 0,3 45-128 0,-3-45 0 16,6 36 128-16,-6-36-128 0,0 0 128 0,17 45-128 31,-17-45 384-31,0 0 0 0,0 0 0 0,35 42 0 0,-35-42-224 0,0 0-32 0,0 0-128 0,41 33 192 31,-41-33-576-31,0 0-112 0,0 0-16 0,45 15-15536 0</inkml:trace>
  <inkml:trace contextRef="#ctx0" brushRef="#br0" timeOffset="54758.21">6021 1960 10127 0,'-2'-5'896'0,"1"0"-704"0,1 5-192 0,-1-1 0 16,1 0 880-16,-1-1 144 0,1-3 16 0,-1 0 16 15,0-4 1472-15,-1 1 288 0,1 0 64 0,1 2 16 16,0 0-576-16,0 3-112 0,1 0-32 0,-1-1 0 16,1 3-1040-16,-1 1-224 0,1 1-32 0,-1 3-16 15,0 1-544-15,1 2-128 0,-1 3 0 0,-1 6-16 16,1-16 80-16,0 38 0 0,-3-17 16 0,0 2 0 16,0 0-48-16,-1 3-16 0,-1 2 0 0,-1 0 0 0,2 1-208 15,-1-3 0-15,3-2 128 0,2-24-128 16,0 35-896-16,0-35-208 0</inkml:trace>
  <inkml:trace contextRef="#ctx0" brushRef="#br0" timeOffset="55103.68">5740 2403 9215 0,'-4'0'816'0,"1"0"-656"0,2 2-160 0,1-2 0 16,-1 0 1440-16,0 0 256 0,-1 0 48 0,-1 0 16 16,-1 0 368-16,1 0 80 0,0 0 16 0,2 0 0 15,0 0-704-15,1-2-144 0,2 2-32 0,2-2 0 16,-1 1-336-16,4-1-80 0,1 1-16 0,1-2 0 16,3 0-128-16,1-2-16 15,2 1-16-15,1-1 0 0,1 0-48 0,1-1 0 0,3 2 0 0,2-2 0 16,1 3-192-16,1-2-64 0,2 3 0 0,-2 1 0 15,-1 0-208-15,0 1-48 0,-1-3-16 0,-1 3 0 0,-4-2-176 0,-1-1 0 16,0 1 0-16,-2 0 0 0,-3 0 0 16,0-1 0-16,-3 0 0 0,-1 2 0 15,-1 1-448-15,-2 0-64 0,0 1 0 16,-3 2-16352-16</inkml:trace>
  <inkml:trace contextRef="#ctx0" brushRef="#br0" timeOffset="55544.2">5924 2564 911 0,'-4'2'0'0,"0"-2"0"0,1 0 0 0,2 0 0 16,0 0 3936-16,0 0 704 0,1 0 144 0,-2 1 16 15,0-1-976-15,0 2-208 0,0-2-32 0,0 0-16 16,1 0-1904-16,1 0-384 0,0 0-80 0,0 0-16 15,2 0-672-15,1 0-144 16,2 0-32-16,-2 0 0 0,3 0 0 0,0 2 0 0,2-2 0 0,-1 1 0 16,2 1-144-16,-9-2-48 0,0 0 0 0,0 0 0 15,0 0-144-15,44 26 0 0,-44-26 0 0,0 0 0 16,0 0 0-16,0 0 0 0,37 36 0 0,-37-36 0 16,0 0 0-16,0 0-176 0,0 0 176 0,0 0-128 15,14 37-32-15,-16-32 0 0,0 2 0 0,-2-2 0 0,-2 2-80 0,0-2-16 16,0 0 0-16,-1 2 0 0,0-3 256 0,0 1-176 15,0 1 176-15,0 0-160 0,1-1 160 0,-1 0-128 16,0 2 128-16,0-1-128 0,1 0 128 0,0 0 0 16,1-1-144-16,2 0 144 0,1-1 0 0,0-1 0 15,2 2 0-15,1-3 0 0,0 1 0 0,2 1 0 16,1-3 0-16,3 1 0 0,1-2 208 0,1 2-32 16,-9-2-16-16,26-2 0 15,-26 2 224-15,32-2 32 0,-15 1 16 0,-1-1 0 0,1 0-288 0,-2 1-144 16,-1-1 160-16,-2 1-160 0,0 0 0 0,0-1 0 15,2-1 0-15,-1-2-17024 0</inkml:trace>
  <inkml:trace contextRef="#ctx0" brushRef="#br0" timeOffset="55989.54">6460 1902 2751 0,'0'-2'256'0,"0"2"-256"0,1-2 0 0,-1 2 0 15,0 0 1392-15,0-2 224 0,1 2 48 0,-1 0 16 16,2-3 1360-16,0 1 272 0,1-1 48 0,0 1 16 16,0 0-1056-16,1 0-208 0,0 1-32 0,0 1-16 0,-1 0-528 0,3 1-96 15,-1 3-32-15,2 1 0 0,-7-5-368 0,0 0-80 0,0 0 0 0,31 40-16 16,-31-40-288-16,0 0-48 0,30 55-16 0,-30-55 0 16,20 42-192-16,-20-42-32 0,20 52-16 0,-20-52 0 15,22 60-160-15,-22-60-48 16,22 65 0-16,-22-65 0 0,21 65-144 0,-21-65 0 0,17 64 0 0,-17-64 0 15,11 54 0-15,-11-54 0 0,9 67 0 0,-8-29 0 16,-3 5 0-16,-2-3 0 0,-1 3 128 0,-4-3-128 16,-1 0 0-16,-2-4 0 0,0-1 0 0,-2 1 0 15,0 0 0-15,-1-1 0 0,1-2 0 0,0-2 0 16,1-2-256-16,2-5-48 0</inkml:trace>
  <inkml:trace contextRef="#ctx0" brushRef="#br0" timeOffset="57615.33">6769 1672 11967 0,'-1'-1'1072'0,"1"0"-864"0,0 1-208 0,0 0 0 16,0 0 1600-16,0-1 288 0,0 0 48 0,0-1 16 15,1 0-16-15,0 1 0 0,1-3 0 0,1 3 0 16,1-1-592-16,0 2-112 0,1 0-16 0,0 0-16 15,2 2-480-15,-1-1-80 0,1 3-32 0,0-1 0 16,-7-3-16-16,0 0 0 0,0 0 0 0,0 0 0 16,41 35-176-16,-41-35-32 0,0 0-16 0,0 0 0 15,29 50-112-15,-29-50 0 0,0 0-16 0,12 45 0 16,-12-45-240-16,0 0 128 0,5 40-128 0,-5-30 0 0,-1-1 0 16,-1-4 0-16,0 2 0 0,0-4 0 0,-1 0 0 0,1-2 128 15,-1 1-128-15,1-4 0 0,0 2 0 16,0-4 0-16,0-1 0 0,1-2 0 0,1-1 0 0,0-3 128 15,0 1-128-15,2-2 0 0,1 1 0 0,1-4 128 16,-1 2-128-16,2 1 0 0,0 2 192 0,1-4-64 16,4-1-128-16,0-1 192 0,1 1 80 0,2-1 16 15,1-1 0-15,0 1 0 0,1 1-128 0,-2 3-32 16,0 3 0-16,-1 0 0 0,-2 4-128 0,-1 2 0 16,0 3 0-16,0 1-17472 0</inkml:trace>
  <inkml:trace contextRef="#ctx0" brushRef="#br0" timeOffset="58627.08">255 4181 1839 0,'-4'0'160'0,"3"0"-160"0,-1 0 0 0,1-2 0 0,1 2 1920 0,0 0 368 15,0 0 64-15,0 0 16 0,0-2-608 0,0 1-112 16,0 1-32-16,0-2 0 16,0 2-304-16,0-2-64 0,1 2-16 0,-1-2 0 15,0 2-176-15,0-1-32 0,1 1-16 0,0 0 0 16,0-2-112-16,0 2-32 0,2 0 0 0,0 0 0 15,1-2 64-15,1 1 16 0,2 1 0 0,0-2 0 0,2 2-32 0,3 0 0 16,1-1 0-16,-13 1 0 0,29 0-288 0,-14-1-64 16,-15 1-16-16,33 0 0 0,-15-2-272 0,-1 0-48 15,-1 1-16-15,-1-2 0 0,0 1-208 0,-1 0 0 16,-2 2 0-16,-1-2 0 0,-1-1 0 0,1 1 0 0,-4 0 0 16,0 1 0-16,-3 1 0 0,1-2-240 0,-2 2 48 0,-2 2-15968 15</inkml:trace>
  <inkml:trace contextRef="#ctx0" brushRef="#br0" timeOffset="58968.85">329 4321 7359 0,'-6'0'320'0,"1"1"80"0,2 1-400 0,0-2 0 0,1 0 0 0,1 0 0 0,0 0 1776 0,-1 0 272 16,-1 2 48-16,0-2 16 0,-1 1 0 0,0 0 16 15,1-1 0-15,1 2 0 16,0-2-720-16,1 0-128 0,0 0-48 0,0 0 0 0,1 0-96 0,0 0-32 16,1 0 0-16,0 0 0 0,0 0-16 0,2 0-16 15,0-2 0-15,2 1 0 0,1 0-288 0,2-1-48 16,2 0-16-16,1 1 0 0,0-1-224 0,3 1-48 15,2-1-16-15,2 0 0 16,1-2-192-16,0 1-48 0,0 1 0 0,-1-1 0 0,-2 2-192 0,-16 1 0 0,32-3 128 0,-32 3-128 16,31-1-192-16,-31 1-96 0,0 0-16 0,0 0-17104 15</inkml:trace>
  <inkml:trace contextRef="#ctx0" brushRef="#br0" timeOffset="81547.82">1296 3899 1839 0,'-7'-2'160'0,"1"2"-160"0,0 2 0 0,4-2 0 0,1 1 2864 0,-1 0 528 0,-1 0 128 0,0 1 0 15,-2 0-1136-15,-1 0-224 16,0 3-48-16,1-4-16 0,1 1-400 0,1-2-80 0,1 0-16 0,2 0 0 16,1-2-464-16,1 1-112 15,0-1 0-15,2-1-16 0,0 1-256 0,2 0-48 0,1-1-16 0,-1 1 0 16,1-1-368-16,1 3-80 0,0-2-16 0,1 2 0 31,-1 2-224-31,-2-1 128 0,0 1-128 0,0 0 0 0,-6-2 0 0,0 0 0 0,0 0 0 0,0 0 0 16,32 33 0-16,-32-33 0 0,0 0 0 0,0 0 0 15,0 0 0-15,0 0-128 16,15 38 128-16,-17-32 0 0,0 0 0 0,-3 2 0 0,1-2 0 16,-3 2 0-16,0-1 0 0,-1 1 0 0,-1 1 0 0,-1-2 0 0,0 2 0 0,0-1 0 15,-2 3 0-15,0-2 0 0,0 1 0 0,1-3 0 16,3 0 0-16,0 0 0 0,3-2 0 0,-1-2 0 15,2 2 0-15,0-1 0 0,1-3 0 0,0 0 0 16,2-1 0-16,1 0 0 16,0 0 0-16,1-2 0 0,1 0 0 0,1-1 0 15,1-1 0-15,0 1 0 0,3 1 0 0,0-1 0 0,1-1 0 0,1 3 0 32,0-1 0-32,2 0 0 0,-2 2 0 0,2-2 0 0,0 0 0 0,-11 2 0 0,0 0 0 0,34 0 0 15,-34 0-128-15,0 0 128 0,32 2 0 0,-23-4-128 0,1 1 128 16,0-1 0-16,-1 0-384 0,0-1 16 0,0 1 16 0,-1-5-9632 31,0 2-1920-31</inkml:trace>
  <inkml:trace contextRef="#ctx0" brushRef="#br0" timeOffset="81894.32">1546 3968 9503 0,'2'-5'192'0,"-1"0"64"0,0 3 0 0,0 2 16 0,-1-2-272 0,0 2 0 0,0 0 0 0,-1-2 0 15,1 1 2768-15,0-1 496 0,-1-1 112 0,0 1 16 31,0 2-1152-31,-1 0-240 0,1 2-32 0,-1-1-16 0,2 3-944 0,-2 1-192 0,1 0-48 0,0 2 0 16,0 0-256-16,0 0-48 16,1 3-16-16,0-1 0 15,0 1-160-15,1 1-32 0,1-1-16 0,0-1 0 0,-2-9-64 0,0 0-16 0,0 0 0 0,0 0 0 16,20 36 16-16,-14-33 0 0,0-1 0 0,1-2 0 0,1-3 48 16,0 1 16-16,1-3 0 15,-1-2 0-15,0 1 80 16,1-2 0-16,-1-2 16 0,-1 1 0 0,0-1-336 0,-2 1 144 15,1-1-144-15,-1 1 0 0,-2-1 0 0,-1 1 0 16,-1 0 0-16,-1-1 0 0,-1 3 0 0,-1 0 0 16,0-3 0-16,-4 3 0 0,0 0 128 0,-2-3-128 15,1 3 0-15,-3 2 0 0,-1 1 0 0,-1 2 0 16,2 0 0-16,0 2 0 0,-1 2 0 0,0 0 0 16,0 0 0-16,2 3 0 0,3-2 0 0,-1 1 0 0,2 1 0 15,3 0-144 1,-1-3-304-16,2 3-64 0,2 2-16 0,0-3-15520 0</inkml:trace>
  <inkml:trace contextRef="#ctx0" brushRef="#br0" timeOffset="82146.93">1795 3875 17503 0,'1'-2'1552'0,"-1"0"-1232"0,1 1-320 0,-1 1 0 15,0 0 1344-15,0 0 192 0,1 0 64 0,1 0 0 0,0-2 1024 0,2 2 192 16,0 2 64-16,-1-2 0 0,2 3-1408 0,0 2-288 16,-5-5-48-16,0 0-16 0,0 0-592 0,0 0-112 15,36 35-32-15,-36-35 0 0,0 0-192 0,0 0-64 16,34 38 0-16,-34-38 0 0,0 0-128 0,0 0 0 16,33 45 0-16,-33-45 128 0,0 0-128 0,0 0 0 15,26 38 0-15,-26-38 0 16,0 0-656-16,0 0-16 0,0 0 0 0,0 0-16192 15</inkml:trace>
  <inkml:trace contextRef="#ctx0" brushRef="#br0" timeOffset="82352.55">1998 3841 14735 0,'-4'4'640'0,"0"0"160"0,1 1-640 0,-1-2-160 0,0 1 0 0,1 1 0 15,1-1 1680-15,-4 4 304 0,-4 2 64 0,-4 6 16 16,-3 3 416-16,-1 1 80 0,0 0 0 0,2-3 16 16,2-2-1040-16,3-3-192 0,2-1-64 0,3-5 0 0,0 0-1280 15,2-2-304-15</inkml:trace>
  <inkml:trace contextRef="#ctx0" brushRef="#br0" timeOffset="83578.8">2294 3769 11967 0,'-1'0'1072'16,"1"-1"-864"-16,0 1-208 0,-1 0 0 0,1 1 512 0,-1 1 48 15,0-1 16-15,-1 3 0 0,0 0 640 0,0 2 128 16,-1 3 16-16,1 2 16 0,-1 1-192 0,0 0-32 0,0 0-16 16,0 2 0-16,-2 3-128 0,1-2-32 0,-1 3 0 0,0 1 0 15,1-2 64-15,-1-1 16 0,0 1 0 0,2-2 0 16,0-1-432-16,0 0-96 0,1-4-16 0,1 1 0 15,1-4-384-15,1 0-128 0,0-1 0 0,1-3 0 16,1 0 0-16,0-3-224 0,0-3 32 0,3-1-14000 16</inkml:trace>
  <inkml:trace contextRef="#ctx0" brushRef="#br0" timeOffset="84051.4">2385 3911 11055 0,'1'2'976'0,"0"-2"-784"16,0 0-192-16,-1-2 0 0,1 2 1664 0,0-2 304 16,1 1 48-16,2-2 16 0,0-1 704 0,4-1 144 15,0-3 16-15,0-1 16 0,2 0-1376 0,-2 1-288 16,0 0-48-16,1-2-16 0,-2 1-720 0,0 0-144 31,-1 1-16-31,0-1-16 0,-1 0-288 0,-1 1 0 0,-1 1 0 0,-1-1 0 0,-2 2 0 0,0 1-144 16,-2-1 144-16,-2 0-128 0,-1 4-16 0,0-2 0 15,-1 3 0-15,1 1 0 0,-1 0-208 0,0 0-32 16,-2 3-16-16,1-1 0 16,-1 3 240-16,3 0 160 0,0-1-192 0,1 1 192 0,0 1 0 0,0 0 0 31,2 1 0-31,0 0 0 0,0 0 0 0,1 1 0 0,0-1 0 16,1 2 144-16,1-4-144 0,0 2 0 0,1-2 0 0,1 0 128 15,0-1-128-15,0-1 0 0,0 1 0 0,0-1 0 16,2-1 0-16,0 0 0 0,-2 0 0 0,1-2 0 15,0 3 0-15,0-3 0 0,1 2 0 0,-1-1 0 16,-1 1 0-16,0-2 128 0,1 1-128 0,-2 0 0 16,0 1 128-16,-1-2-128 0,-1 3 128 0,0-1-128 15,0 1 192-15,-2 1-64 0,0 1 0 0,-1 0 0 16,0 2 368-16,0 0 64 0,-1 5 16 0,-1-2 0 0,1 4-224 16,-1 0-32-16,-1 0-16 0,2 2 0 0,-2 1-48 0,2 2-16 15,-2 0 0-15,2-2 0 0,1-1-32 0,0 1 0 16,1-3 0-16,0-2 0 0,1 0-208 0,0-5 0 15,2 1 0-15,0-2 0 0,1-1-192 0,1-3-64 16</inkml:trace>
  <inkml:trace contextRef="#ctx0" brushRef="#br0" timeOffset="84334.65">2692 3866 20271 0,'0'0'896'0,"1"1"192"0,1 0-880 0,-1 1-208 0,0-2 0 0,-1 3 0 16,2-1 1504-16,1 1 256 0,0-1 48 0,3 5 16 15,-6-7-176-15,0 0-48 0,0 0 0 0,33 31 0 16,-33-31-576-16,0 0-112 0,31 31-16 0,-31-31-16 15,0 0-320-15,31 35-64 0,-31-35-16 0,0 0 0 16,28 32-240-16,-28-32-48 0,0 0-16 0,0 0 0 16,0 0-176-16,33 32 0 0,-29-29 0 0,-1-3-11344 15,0 0-2192-15</inkml:trace>
  <inkml:trace contextRef="#ctx0" brushRef="#br0" timeOffset="84524.39">2896 3847 9215 0,'-4'0'816'0,"0"2"-656"0,1-1-160 0,1 1 0 16,-1 0 1712-16,0 0 304 0,-1 3 64 0,-1 0 16 15,-4 4 1312-15,-3 4 272 0,-3 4 48 0,-2 3 16 16,-2-1-1440-16,0 3-272 0,-1-1-64 0,3-2-16 16,3-3-976-16,2-2-192 0,3-2-32 0,1-2-16 15,3-3-592-15,1-1-144 0,2 0 0 0,2-4-11792 31,1 1-2400-31</inkml:trace>
  <inkml:trace contextRef="#ctx0" brushRef="#br0" timeOffset="84854.12">3093 3852 12719 0,'2'-2'272'0,"-1"1"64"0,1-1 16 0,-1 0 16 0,-1 1-368 0,0 1 0 15,0 0 0-15,1-2 0 0,-1 2 2304 0,1-2 400 16,-1 2 80-16,0-2 16 16,0 1-1824-16,0 0-352 0,1 0-80 0,-1 1-16 15,1 0-528-15,-1 1 0 0,0 0 0 0,0 0 0 0,0 1 192 0,0-1 16 16,-1 2 16-16,0 0 0 0,1 2 496 0,-2-1 112 15,1 4 0-15,-2 1 16 0,1 0 304 0,-1 2 48 16,1 0 16-16,-1 1 0 0,0 0-416 0,0 2-80 16,0 1-16-16,1-2 0 0,-1-1-416 0,2 1-96 0,0-2 0 0,1-2-16 15,1 0-176-15,0-3 0 0,1-2 0 0,0-1-10688 32,0-1-2080-32</inkml:trace>
  <inkml:trace contextRef="#ctx0" brushRef="#br0" timeOffset="85436.13">3295 3772 1839 0,'2'-4'160'0,"-1"1"-160"0,1 2 0 0,-1-1 0 0,-1 2 3440 0,0 0 656 16,0 0 128-16,0 2 16 0,-1-2-624 0,0 2-128 15,0 0-32-15,-1 2 0 0,-1 0-1776 0,1 1-352 16,0 0-80-16,-1 1-16 15,1-1-688-15,-1 0-144 0,2-1-16 0,-1 1-16 0,1-2-80 0,-1 1-16 16,2 1 0-16,-1-2 0 16,2 0 48-16,0 0 16 0,1 0 0 0,0-2 0 0,0 1 128 0,2 0 32 15,1 0 0-15,1 0 0 0,2 1-144 0,-8-3-32 16,0 0 0-16,0 0 0 0,38 17-160 0,-38-17-32 16,0 0-128-16,0 0 192 0,35 21-192 0,-35-21 0 15,0 0 0-15,0 0 0 16,0 0 0-16,32 43 0 0,-32-43 0 0,0 0 0 0,0 0 0 0,9 41 0 15,-11-32 0-15,0 0 0 0,-1-1 0 0,-1-2 0 0,0 0 0 0,-1-2 0 16,1 3 0-16,-3-5 0 0,0 0 0 0,-3 0 0 16,1 1 0-16,0-3 0 0,-1 0 0 0,0 0 0 15,0-3 0-15,1 1 0 0,0 1 0 0,-1-2 0 16,3 1-208-16,-1-1 16 0,1 0 0 0,1 0 0 16,1-1-96-16,1-1-16 0,1 1 0 0,2-1 0 15,-1-2 304-15,2 2 0 0,2-3-128 0,-1 0 128 0,1 3 0 0,2-5 0 16,1 3 0-16,0-2 0 0,3-3 0 0,0 0-128 15,2-1 128-15,0 0 0 0,1 0 0 0,-1 0 0 16,1 1 0-16,0 0 0 0,0-2 0 0,0 2 0 16,-1 0 0-16,-1 0 0 15,-1 0 0-15,-1 1 0 0,-1 2 0 0,-1 0 0 0,-2 1 0 0,0 1 0 16,-1 0 0-16,-1 3 0 16,-1 0 0-16,-1 0 0 0,-1 1 0 0,-1 1 0 0,-3 2 0 0,-1 0 0 15,1 0 0-15,-2 0 0 0,-3 2 0 0,0 0 0 16,0-2 0-16,0 3 0 0,2-3 0 0,0 2 0 15,1-2 0-15,2 0 0 16,0 0-1408-16,2-2-160 0,2 2-32 0,2 0-14000 0</inkml:trace>
  <inkml:trace contextRef="#ctx0" brushRef="#br0" timeOffset="85673.38">3559 3764 6447 0,'2'-4'576'0,"-2"1"-576"0,3 1 0 0,-2 1 0 0,0 1 2992 0,0 0 480 0,0 0 112 0,1 1 0 0,1 1-400 0,1 1-96 16,-4-3-16-16,0 0 0 0,0 0-1744 0,0 0-368 16,32 42-64-16,-32-42 0 0,0 0-384 0,0 0-80 15,26 47-16-15,-26-47 0 16,0 0-416-16,0 0 128 0,30 41-128 0,-30-41 0 15,0 0 0-15,0 0 0 0,0 0 0 0,0 0-10464 16,33 30-2016-16</inkml:trace>
  <inkml:trace contextRef="#ctx0" brushRef="#br0" timeOffset="85862.52">3725 3788 3679 0,'-3'0'320'0,"0"-2"-320"0,1 1 0 0,0 1 0 16,1 0 2112-16,-2 1 336 0,0 1 80 0,-2 0 16 16,-1 0 784-16,-5 6 144 0,-1-1 48 0,-3 4 0 15,-1 1-1008-15,0 2-192 0,1 3-32 0,-1 0-16 16,2-1-1408-16,1-1-288 0,3-1-48 0,1 0-16016 16</inkml:trace>
  <inkml:trace contextRef="#ctx0" brushRef="#br0" timeOffset="88001.76">3940 3726 6447 0,'1'-2'576'0,"0"-1"-576"0,0 1 0 0,-1 0 0 16,0 2 1440-16,0-1 176 16,1-1 48-16,-1 0 0 0,2-3 768 0,1 2 176 0,-1 0 16 0,-1 2 16 15,0-1-800-15,0 2-176 0,0 0-16 0,-1 3-16 16,0 0-544-16,0 5-128 15,0-1 0-15,-2 4-16 0,-1 2-288 0,0 4-48 0,0 1-16 0,-3 2 0 0,-1 1-176 0,-2 4-32 16,0 2-16-16,-1 2 0 0,0 1-32 0,-1-2 0 16,3-2 0-16,1-3 0 0,3-3-144 0,1-5-48 15,1-1 0-15,3-7 0 0,1 0-144 0,1-6 0 16,1-1 0-16,2-3-10832 16,0-2-2096-16</inkml:trace>
  <inkml:trace contextRef="#ctx0" brushRef="#br0" timeOffset="88332.55">4067 3727 13823 0,'0'-1'1216'0,"0"-1"-960"0,1 0-256 0,0 2 0 16,-1-1 1472-16,1 1 256 0,1-2 64 0,1-1 0 31,2-1 704-31,1-1 128 0,2 0 48 0,1 1 0 0,1-1-1328 0,0 2-272 16,2-1-48-16,-2 1-16 15,1 1-432-15,0 2-96 0,1-2-16 0,-2 1 0 16,0 1-144-16,-1 0-16 0,-1 1-16 0,1 1 0 16,-1-2 48-16,-2 2 16 0,1 1 0 0,-1-1 0 15,-1 0-144-15,-1 1-16 0,-1-1-16 0,0 1 0 16,0 0 16-16,-1 0 0 0,-1 2 0 0,0-1 0 16,-1 0 16-16,-1 3 16 0,-1 2 0 0,-1-2 0 15,-1 5-48-15,0-2-16 0,-1 4 0 0,-1-2 0 0,-2 4-160 0,1 1 160 16,-2 3-160-16,0 0 160 0,2-3-160 0,-1 2 0 15,0 2 0-15,2-2 128 0,-1 0-128 0,2-2 0 16,0 2 0-16,1-3 0 0,0 3 0 0,3-2 0 16,-2-1 0-16,0-1 0 15,0 1-496-15,0-2-80 0</inkml:trace>
  <inkml:trace contextRef="#ctx0" brushRef="#br0" timeOffset="88711.93">4117 3914 15663 0,'-5'-3'688'0,"1"0"144"16,0 1-656-16,1 0-176 0,1 2 0 0,0 0 0 0,1-2 1536 0,-2 1 288 16,-1-1 48-16,-2 0 16 0,-1 1-96 0,3-2-32 15,-1 2 0-15,3-1 0 0,1 2-496 0,1 0-112 16,3 0 0-16,2 0-16 0,1 0-368 0,3-2-64 15,2 1 0-15,2-1-16 0,2-1-400 0,2 1-80 16,1-2-16-16,0-1 0 0,1 0-192 0,-2 0 0 0,3 0 0 0,-3-1 0 31,-1 1-816-31,0 1-144 0</inkml:trace>
  <inkml:trace contextRef="#ctx0" brushRef="#br0" timeOffset="89296.19">4530 3736 7359 0,'-1'-3'656'0,"1"0"-528"16,0 1-128-16,0 2 0 0,0-1 1888 0,0 1 352 15,0 0 64-15,1 1 0 0,0-1 640 0,0 2 112 16,2 4 16-16,0-2 16 16,-3-4-1216-16,0 0-240 0,0 0-48 0,16 38-16 0,-16-38-416 0,0 0-64 15,0 0-32-15,25 40 0 16,-25-40-544-16,0 0-128 0,0 0 0 0,34 39-16 0,-34-39-368 0,0 0 0 15,0 0 0-15,39 22-11136 16,-39-22-2208-16</inkml:trace>
  <inkml:trace contextRef="#ctx0" brushRef="#br0" timeOffset="89485.87">4702 3710 13823 0,'-6'2'608'0,"0"0"128"0,1 0-592 0,1 1-144 0,0 2 0 0,1-3 0 0,-1 2 2608 0,-5 5 480 16,-4 4 112-16,-4 6 0 0,-3 1-496 16,2 1-96-16,1-1-32 0,2-3 0 0,3 0-1744 0,3-5-336 15,2-2-80-15,2-1-16 16,2-1-1040-16,2-2-192 0</inkml:trace>
  <inkml:trace contextRef="#ctx0" brushRef="#br0" timeOffset="89801.72">4899 3645 6447 0,'2'-4'576'0,"-1"1"-576"0,-1 2 0 0,0 0 0 15,0 1 2560-15,0 0 416 0,0 0 80 0,0-2 16 16,-1 0 320-16,0 2 80 0,-2 4 16 0,-1 0 0 16,0 4-2032-16,-2 4-416 0,0 3-80 0,-1 3 0 15,1 2-544-15,-2 0-96 0,1 1-32 0,-2-1 0 0,3 0-96 0,-2 2 0 16,2-2-16-16,-1 0 0 0,1-3 128 0,1 0 16 15,1 1 16-15,-1 0 0 0,1 0-336 0,1-2 0 16,0 2 0-16,0-2-10688 16,1-2-2224-16</inkml:trace>
  <inkml:trace contextRef="#ctx0" brushRef="#br0" timeOffset="90210.19">5062 3652 13823 0,'2'-4'608'0,"-1"1"128"0,0 1-592 0,-1-1-144 0,0 3 0 0,0 0 0 16,0 0 2240-16,-1 0 432 0,0 0 80 0,-2 0 0 15,0 3-944-15,-2 2-192 0,-1 2-32 0,-1 4-16 16,-1 1-944-16,-1 5-192 0,0 1-48 0,-1 2 0 15,0 1 64-15,0-1 16 0,2 0 0 0,-1 1 0 16,0 0 304-16,2 1 64 0,-1 0 16 0,3-2 0 16,-1-2 0-16,2-2 0 0,2-1 0 0,0-1 0 15,2-14-512-15,0 0-96 0,2 33-32 0,-2-33 0 16,0 0-208-16,0 0 0 0,0 0 0 0,0 0 0 0,0 0 0 0,0 0 0 16,36 26 0-16,-29-30 0 0,1-3 0 0,-1 2 0 15,1-3 0-15,0-1 0 0,0 0 0 0,1-2 176 16,-1 2-176-16,-2-2 160 0,0 2-160 0,0 0 0 15,-3-1 0-15,1 3 0 0,-3-3 0 0,-2 0 0 16,-1 3 0-16,-3 0 0 0,0 0 0 0,-3 2 0 16,-1 3 128-16,-2 0-128 15,-1 2-320-15,-2 2-80 0,1 0-32 0,-1 0-11088 0,2 3-2208 0</inkml:trace>
  <inkml:trace contextRef="#ctx0" brushRef="#br0" timeOffset="90650.89">5219 3766 18431 0,'-3'-2'816'0,"2"0"160"16,0-1-784-16,0 3-192 0,0-2 0 0,1 2 0 0,0 0 1824 0,0 0 320 0,0 0 64 0,0 0 16 16,1 2-64-16,0 1-16 0,1 1 0 15,1 1 0-15,-3-5-1040 0,0 0-208 0,0 0-32 0,0 0-16 16,24 44-448-16,-24-44-80 0,0 0-32 0,0 0 0 16,27 46-288-16,-27-46 0 0,0 0 0 0,0 0 0 15,25 41 0-15,-25-41-192 0,0 0 48 0,0 0-16704 16</inkml:trace>
  <inkml:trace contextRef="#ctx0" brushRef="#br0" timeOffset="90824.86">5352 3778 14735 0,'-8'2'640'0,"1"1"160"0,0 2-640 0,1-2-160 0,3-1 0 0,-1 2 0 0,-1 1 2320 0,-4 2 432 15,-5 5 96-15,-3 5 16 0,-1 1-1216 16,-1 1-240-16,6-4-64 0,0 3-9568 16,6-5-1920-16</inkml:trace>
  <inkml:trace contextRef="#ctx0" brushRef="#br0" timeOffset="92570.8">5588 3690 11967 0,'0'-2'1072'0,"0"0"-864"15,0 2-208-15,0 0 0 0,0 0 1424 0,0 0 240 16,-1 0 64-16,1-2 0 0,-1 1 64 0,0 2 32 16,0 3 0-16,0 1 0 0,-1 4-768 0,0 3-160 15,0 2-16-15,-1 3-16 0,-1 2-288 0,1 0-64 16,-1 0-16-16,-1 0 0 0,2-5-96 0,-1 5-16 15,-1-2 0-15,0 4 0 0,1-5-224 0,0-1-160 16,0 1 192-16,3-3-192 0,0-1 0 0,0-4 0 0,2 0 0 0,1-6-13904 16</inkml:trace>
  <inkml:trace contextRef="#ctx0" brushRef="#br0" timeOffset="92953.98">5796 3674 17503 0,'1'0'768'0,"-1"-2"176"16,0 2-752-16,-1-2-192 0,1 4 0 0,-1-2 0 15,1 0 1744-15,-1 2 320 0,-1-2 64 0,-1 2 16 0,-1 3-560 0,0 2-112 16,-1-2-32-16,0 4 0 0,1 1-496 0,-2-1-112 16,3 1 0-16,-2 1-16 0,2 1-336 0,0-2-64 15,2-1-16-15,1-2 0 16,1 1-96-16,1-3-32 0,1 0 0 0,2 0 0 15,-1-2-272-15,3 2 0 0,-1-2 128 0,1-1-128 16,1 0 128-16,0 1-128 0,-8-3 192 0,0 0-192 0,0 0 272 0,0 0-48 16,39 19-16-16,-39-19 0 15,0 0-208-15,0 0 128 0,0 0-128 0,0 0 0 0,0 0 0 0,0 0 0 16,28 38 0-16,-28-34 0 0,-1 1 128 0,-1 0-128 0,1-3 0 0,-2 3 0 16,0-2 208-16,-1 1-48 15,-1-1-16-15,0 2 0 0,0-3 48 0,-2 2 16 0,1-1 0 0,-2 0 0 16,1 2-208-16,-2-2 0 0,1 2 0 0,0-2 0 15,-1 1 0-15,1-1 0 0,-1 2 0 0,0-3 0 16,0 0 0-16,0 0 0 0,0 1 0 0,0-3 0 16,-1 3-1648-1,-1-1-272-15</inkml:trace>
  <inkml:trace contextRef="#ctx0" brushRef="#br0" timeOffset="93158.74">5731 3716 19343 0,'7'-4'848'0,"-1"-1"192"0,1 0-832 0,-1 3-208 16,-3 0 0-16,1-1 0 0,2 1 1984 0,4-3 336 15,5-2 80-15,6-2 16 0,3 0-688 0,2-2-144 16,1 0-32-16,-2 4 0 0,-3-1-1024 0,-1 6-208 16,-5-2-32-16,-1 3-16 0,-15 1-464 0,0 0-80 15,0 0-32-15,0 0-14784 0</inkml:trace>
  <inkml:trace contextRef="#ctx0" brushRef="#br0" timeOffset="94477.67">1044 4331 9215 0,'0'2'816'0,"0"-2"-656"15,0 2-160-15,1-2 0 0,-1 0 704 0,1 0 128 16,1 0 0-16,1 1 16 0,1 1 496 0,1-2 112 15,3 2 16-15,-1-4 0 16,2 2 144-16,0-2 48 16,0 1 0-16,0-1 0 0,1-1-304 0,1 1-48 0,0 0-16 0,0 0 0 0,0-1-448 0,-1 1-80 15,1 1-32-15,0-1 0 0,2 1-160 0,-1 0-48 0,0-1 0 0,-1 2 0 32,1-2-208-32,-12 2-32 0,26-1-16 0,-26 1 0 15,29 0 0-15,-29 0 0 0,32-2 0 16,-32 2 0-16,30 0-96 0,-30 0-32 0,32 2 0 0,-32-2 0 15,38 1-144-15,-38-1 0 0,41 4 0 0,-41-4 0 16,39 2 0-16,-39-2 0 0,37 3 0 0,-37-3 0 16,39 5 0-16,-39-5 0 0,36 2 0 0,-36-2 0 15,36 2 0-15,-36-2 0 0,40 0 0 0,-40 0 0 0,41 0 0 16,-41 0 0-16,41 0 0 0,-41 0 0 0,42 0 0 0,-42 0 0 16,38 0 0-16,-38 0 0 0,39 0 0 0,-39 0 0 15,40 0 0-15,-40 0 0 0,36 0 0 0,-36 0 0 16,41 2 0-16,-41-2 0 0,45 3 0 0,-45-3 0 15,45 2 0-15,-45-2 0 0,40 3 0 0,-40-3 0 16,43 4 0-16,-43-4 0 0,50 3 0 0,-50-3 0 16,48 2 0-16,-48-2 0 0,49 1 0 0,-49-1 0 15,49 0 0-15,-49 0 0 0,51 0 0 0,-25-1 0 0,2 1 144 16,1-2-144-16,0 2 160 0,0 0-32 0,0 0-128 16,-1 0 192-16,-28 0-48 0,50-2-16 0,-22 1 0 0,1 1 0 15,-1-2 0-15,2 2-128 0,1 0 192 0,-1-2-64 16,-1 0-128-16,1 1 0 0,1-1 0 0,1 2 128 15,-1-3-128-15,0 3 0 0,0-2 0 0,0 0 128 16,-2 0-128-16,0-1 0 0,3 1 144 0,-3 1-144 16,-2 1 128-16,2-2-128 0,4 2 160 0,0 0-160 15,1 0 160-15,0 0-160 0,-3 0 160 0,2 0-160 16,-1 0 176-16,3 0-176 0,2 0 192 0,0 0-192 16,0 0 192-16,-1 0-192 0,0 0 192 0,0 2-192 15,1-2 192-15,1 0-192 0,-3-2 192 0,1 2-192 16,1 2 192-16,2-2-192 0,1 1 192 0,-2 1-192 0,1 1 224 15,-1-1-64-15,-5 0-16 0,3 0 0 0,2-1-144 0,1 1 0 16,0 0 144-16,2-2-144 0,0 3 0 0,0-3 128 16,-1 2-128-16,0-2 0 0,0 2 0 0,1-2 0 15,2 0 0-15,0 0 128 0,-1 0-128 0,1 0 144 16,1 0-144-16,1 0 160 0,-3-2-160 0,-3 2 192 16,1 0-192-16,2-2 192 0,3 2-192 0,0-3 192 15,0 3-192-15,-2-2 192 0,-2 2-192 0,-2 0 0 16,-1 0 0-16,1 0 128 0,1 0-128 0,0 0 0 15,-1 2 0-15,-2-2 0 0,0 1 0 0,-3 1 0 0,0 0 0 16,-3 0 0-16,-31-2 0 0,55 6 0 0,-55-6 0 0,49 5 0 16,-49-5 0-16,48 3 0 0,-48-3 0 0,46 3 0 31,-46-3-928-31,44 0-224 0,-44 0-32 0,43-3-10240 0,-24 1-2048 0</inkml:trace>
  <inkml:trace contextRef="#ctx0" brushRef="#br0" timeOffset="96412.28">1768 4663 5519 0,'-1'-4'496'0,"0"0"-496"15,1 2 0-15,0-1 0 0,1 1 544 0,-1 2 16 16,0-1 0-16,1 0 0 0,-1-1 1152 0,1-1 224 16,0 1 48-16,0-1 16 0,0 3-544 0,-1 0-112 15,0 3-32-15,0 0 0 0,0 3-304 0,-1 4-64 16,0 0-16-16,-1 2 0 0,0 1-432 0,0 4-96 16,-1-1-16-16,0 2 0 0,-1 2-80 0,-1-1-32 15,0 1 0-15,-1 1 0 0,0-3-272 0,0 0 160 16,1-2-160-16,1-2 128 0,1-2-128 0,1-5 0 15,2 0 0-15,0 0 0 0,2-2-256 0,0-5-96 0</inkml:trace>
  <inkml:trace contextRef="#ctx0" brushRef="#br0" timeOffset="96669.82">1874 4741 13823 0,'0'-5'608'0,"1"3"128"0,0 0-592 0,0 1-144 0,0-1 0 0,0 2 0 0,0 0 1536 0,1 0 256 16,1-2 64-16,1 4 16 0,3-2-32 0,0 2-16 15,1 3 0-15,-8-5 0 0,0 0-800 0,0 0-144 16,0 0-48-16,43 33 0 0,-43-33-240 0,0 0-48 16,0 0-16-16,35 43 0 0,-35-43-128 0,0 0-16 15,0 0-16-15,31 33 0 16,-31-33-368-16,0 0 128 0,0 0-128 0,0 0 0 0,0 0 0 0,0 0-128 15,0 0 0-15,0 0-14624 16</inkml:trace>
  <inkml:trace contextRef="#ctx0" brushRef="#br0" timeOffset="96870.19">2076 4700 11967 0,'-4'-2'256'0,"1"0"64"0,1 2 16 0,1 0 0 0,-1 1-336 0,0 0 0 15,1 1 0-15,-3 1 0 0,0 2 2176 0,-4 1 352 0,-1 4 80 0,-2 2 16 16,-1 2-400-16,-1 3-80 0,0-2-16 0,0 1 0 16,1 0-784-16,1-1-144 0,0-1-48 0,3-2 0 15,1-3-672-15,3 1-144 0,0-6-16 0,2 1-16 16,0-2-448-16,2-1-96 0,1-2-16 0,2 0-14736 16</inkml:trace>
  <inkml:trace contextRef="#ctx0" brushRef="#br0" timeOffset="97295.16">2268 4650 10479 0,'2'-3'224'0,"0"0"48"0,0 1 16 0,-1 1 16 0,0-1-304 0,-1 2 0 16,1 0 0-16,0-2 0 0,0 1 3152 0,1-1 576 0,0 2 112 15,-1-2 32-15,2 2-1248 0,-1-2-240 0,1 1-48 0,0 1-16 16,-1-2-768-16,3 2-144 16,1 0-48-16,-1-2 0 0,3 1-736 0,0 1-160 15,0-2-16-15,1 2-16 0,1 0-304 0,-1 0-128 0,0 0 0 0,1 0 128 16,-1 2-128-16,0 1 0 0,0-1 0 0,-3 3 0 16,-1-3 0-16,-3 3 0 0,1 1 0 0,-2 0 0 15,-2 1 0-15,-1 3 0 0,0-1 0 0,-3 0 0 16,-1 0-160-16,0 2-16 0,-2-2 0 0,-1 0 0 31,1 1-400-31,-1 0-64 0,-2-1-32 0,2 0 0 0,1 1-32 0,-1-3 0 0,3 0 0 0,-1 0 0 0,3-2 448 0,1 2 64 16,1-2 32-16,1-1 0 0,0-1 160 0,2 0 0 15,2 0 0-15,0-2 0 0,1-1 0 0,2 0 144 16,0 0-144-16,3-2 0 16,-1-1 176-16,2 1-176 0,1-3 160 0,0 3-160 0,0-3 192 0,1 1-48 15,0 1-16-15,0-1 0 0,0 1-128 0,0 0 0 16,-1 1 0-16,0 1 0 15,0 0 0-15,1-1 0 0,-2 1 0 0,0 1-10160 16,0 0-1984-16</inkml:trace>
  <inkml:trace contextRef="#ctx0" brushRef="#br0" timeOffset="97625.01">2741 4639 10127 0,'0'-3'448'0,"0"1"96"16,0 2-544-16,0-2 0 0,0 2 0 0,0 0 0 0,0 0 2528 0,1 2 400 15,0-2 80-15,-1 2 0 0,2 1-336 0,1 2-80 16,1-1-16-16,0 3 0 0,-4-7-1120 16,0 0-240-16,0 0-32 0,0 0-16 15,33 43-416-15,-33-43-96 0,0 0-16 0,0 0 0 16,35 36-384-16,-35-36-64 0,0 0-32 0,0 0 0 16,0 0-160-16,40 30 0 0,-40-30 0 0,0 0-11136 15,0 0-2112-15</inkml:trace>
  <inkml:trace contextRef="#ctx0" brushRef="#br0" timeOffset="97829.09">2904 4618 5519 0,'-7'0'496'0,"2"2"-496"0,0-2 0 0,1 2 0 16,2 0 1712-16,-1-1 240 0,0 3 48 0,-2 1 16 15,-5 2 1536 1,-2 3 304-16,-3 4 64 0,-1 3 16 0,-1-3-1216 0,2 1-240 15,2-2-48-15,2-1-16 0,3 0-1456 0,0-5-304 0,4 0-48 0,-1 0-16 16,2-1-592-16,1-3 0 0,1 1 0 0,1 0-11136 16,0-3-2256-16</inkml:trace>
  <inkml:trace contextRef="#ctx0" brushRef="#br0" timeOffset="98317.66">2971 4603 15663 0,'3'-4'688'0,"1"1"144"0,0 2-656 0,-1 0-176 15,-2 1 0-15,0-2 0 0,2 2 2240 0,2-1 432 32,2-1 80-32,3-1 0 0,2-1-944 0,1 0-192 15,0 1-32-15,0 0-16 0,-1 1-752 0,0 2-160 16,-2-2-16-16,-1 2-16 0,-1 0-304 0,0 2-64 15,-2-2-16-15,0 2 0 0,-3 1-240 0,-1-1 0 16,-1 1 0-16,-2 0 0 0,1 0 128 0,-3 0-128 0,-1 2 0 0,-1-1 144 16,0 1-144-16,-1 0 128 0,-1 2-128 0,-1-2 128 15,0 0-128-15,0 2-224 0,0-2 48 0,2 2 16 32,1-4-288-32,1 0-64 0,0 0-16 0,1 0 0 0,1-1 384 0,1 0 144 0,0 0 0 0,1-2-144 15,1 1 144-15,0-1 0 0,0 2 0 0,2-2-128 16,0 0 128-16,-1 0 0 0,2 0 0 0,1 0 0 15,0 0 0-15,1 0 0 0,0 0 0 0,0 2 0 0,1-1 0 0,-1 1 0 16,1 0 0-16,0 0 128 0,0 1-128 0,-1 2 0 16,-1-1 0-16,0 1 0 0,0-2 0 0,-2 1 0 15,0 3 0-15,-1-2 0 0,-2-1 0 16,0 2 0-16,-2 0 0 0,0 0 0 0,0 0 0 0,-2-1 144 16,-1 0-144-16,1 0 0 0,-2 2 128 0,0-3-128 15,-1 1 0-15,0 0 0 0,-1-1 0 0,0-1 0 16,0 2 128-16,-1-3-128 0,2 1 0 0,-1 1 0 15,1 1 0-15,0-2 0 0,1 1 0 0,1-1 0 16,1 1 0-16,0-1-144 16,1 1-1472-16,0-3-304 0</inkml:trace>
  <inkml:trace contextRef="#ctx0" brushRef="#br0" timeOffset="98569.38">3326 4662 3679 0,'3'-2'320'0,"-1"2"-320"0,1-1 0 0,-1 0 0 15,-1 1 3104-15,0 0 544 0,0 1 128 0,2-1 0 16,0 1-80-16,3 1-32 0,1-1 0 0,-7-1 0 16,0 0-1984-16,0 0-400 0,0 0-64 0,38 28-32 15,-38-28-304-15,0 0-64 0,0 0-16 0,27 35 0 16,-27-35-432-16,0 0-96 0,0 0-16 0,24 36 0 0,-24-36-256 15,0 0 0-15,0 0 0 0,0 0 0 0,27 36 0 0,-23-32 0 16,-4-4-208-16,0 0-11184 16,0 0-2224-16</inkml:trace>
  <inkml:trace contextRef="#ctx0" brushRef="#br0" timeOffset="98758.25">3496 4648 5519 0,'-2'0'496'0,"0"2"-496"0,0 1 0 0,1-1 0 16,-1-1 1744-16,0 2 256 0,-1 1 48 0,-4 5 16 15,-2 3 1232-15,-3 4 240 0,-2 3 48 0,-1 0 16 16,1 0-1424-16,0 0-272 0,0-2-64 0,2 0-16 16,2-3-752-16,1-4-160 0,2 1-16 0,2-5-16 15,1 0-880-15,2-4 0 0</inkml:trace>
  <inkml:trace contextRef="#ctx0" brushRef="#br0" timeOffset="99167.45">3774 4624 1839 0,'3'-4'160'0,"-2"0"-160"15,0 1 0-15,0 2 0 0,-1-1 2496 0,0 2 448 16,0 0 112-16,0-1 16 16,0 0 688-16,-1-1 144 0,0-1 16 0,0 3 16 0,-1 0-2080 0,-1 1-432 0,-1 3-80 0,1 0 0 15,-1 2-752-15,-2 0-144 16,2 4-16-16,-2 0-16 0,0 2-176 0,-2 2-48 15,1 0 0-15,-1 2 0 0,1 1-64 0,-1-2-128 0,2 2 176 16,0-2-176-16,3-1 192 0,1-2-64 0,2 0 0 0,1-2-128 16,-1-10 176-16,0 0-176 0,0 0 160 0,0 0-160 15,0 0 0-15,33 30 0 0,-33-30 0 16,0 0 0-16,32 3 0 0,-32-3 0 0,0 0 0 0,36-3 0 16,-24 1 0-16,-1 0-128 0,0 0 128 0,-1-1 0 15,1-1-208-15,-2 1 64 0,0 1 16 0,-1-1 0 16,0 1-1984-1,-1-1-384-15</inkml:trace>
  <inkml:trace contextRef="#ctx0" brushRef="#br0" timeOffset="99324.63">3853 4682 11055 0,'-3'2'480'0,"0"-2"112"0,1 1-464 0,0 0-128 15,1 1 0-15,0 1 0 0,0 0 1984 0,-2 3 384 16,-1 2 80-16,-1 6 16 15,-2 2 176-15,1 3 48 0,-2-2 0 0,3 0 0 0,0 0-1168 0,0-1-240 16,3-2-32-16,0-4-16 0,1 1-832 0,1-4-160 0,2-1-48 0,-1 0 0 31,0-1-544-31,1 0-112 0</inkml:trace>
  <inkml:trace contextRef="#ctx0" brushRef="#br0" timeOffset="99593.32">4064 4641 19343 0,'1'0'1728'0,"0"3"-1392"0,0-1-336 0,-1-1 0 15,1 0 1344-15,0 2 208 0,2 2 48 0,0 1 0 0,-3-6 368 0,0 0 80 16,0 0 0-16,29 43 16 0,-29-43-976 0,0 0-208 15,0 0-48-15,43 34 0 0,-43-34-448 0,0 0-112 16,0 0-16-16,41 23 0 16,-41-23-256-16,0 0 0 0,0 0 0 0,0 0 0 15,0 0-704-15,39 24-128 0,-35-20-48 0,-2 1-14416 0</inkml:trace>
  <inkml:trace contextRef="#ctx0" brushRef="#br0" timeOffset="99798.74">4243 4653 3679 0,'-2'0'320'0,"0"0"-320"0,1 2 0 0,0-1 0 15,-1 1 1936-15,0 0 320 0,0 3 64 0,-1 0 16 32,-2 4 368-32,-3 3 80 0,-2 5 16 0,-1-1 0 0,0 3-832 0,0-2-176 0,0-2-16 0,0 0-16 15,4-3-800-15,0-1-144 0,2-2-48 0,0-2 0 16,2 0-640-16,2-4-128 15,1 0 0-15,0-2-13888 0</inkml:trace>
  <inkml:trace contextRef="#ctx0" brushRef="#br0" timeOffset="100191.37">4498 4580 17503 0,'1'-3'768'0,"-1"-1"176"0,0 3-752 0,-1-1-192 16,0 2 0-16,0 0 0 0,0 2 2160 0,-1-2 400 15,0 1 64 1,-2 3 32-16,-1-1-1136 0,1 3-240 0,0 2-32 0,-1-1-16 16,2 2-304-16,-1 1-64 0,1 0-16 0,0 1 0 15,2-2-272-15,-1 1-48 0,1 0-16 0,0-3 0 16,1 1-128-16,0-2-16 0,1 1-16 0,2-2 0 15,-1 0-80-15,2-1-16 0,0 1 0 0,0-2 0 16,-4-3-128-16,0 0-128 0,0 0 144 0,0 0-144 16,0 0 128-16,36 30-128 0,-36-30 0 0,0 0 0 15,0 0 0-15,0 0 0 0,29 41 0 0,-29-41 0 16,0 0 0-16,0 0 0 0,0 0 0 0,15 37 0 0,-14-31 0 16,0-1 0-16,0-1 0 0,-2 1 0 0,1-2 0 0,-2 0 0 15,1 0 0-15,-1 0 0 0,0 1 0 0,-1-2 0 16,-2 3 0-16,0-2 0 0,-2-1 0 0,-1 2 0 15,-2-1 0-15,-2 2 0 0,0-1 0 0,-2-1 0 16,1 2 0-16,-2-1 0 16,0-2-640-16,1 1-192 0,1 0-16 15,1-1-15600-15</inkml:trace>
  <inkml:trace contextRef="#ctx0" brushRef="#br0" timeOffset="100379.82">4456 4648 17503 0,'4'2'768'0,"0"-2"176"0,0 1-752 0,0-1-192 0,-1 0 0 0,-1-1 0 15,2 1 2304-15,1 0 416 0,5-2 96 0,4 0 0 16,3 0-672-16,0-3-144 0,1 0-16 0,-1 1-16 16,-2 1-1312-16,-3-2-256 0,0 4-48 0,-2 0-16 31,-1-1-864-31,1 2-176 0</inkml:trace>
  <inkml:trace contextRef="#ctx0" brushRef="#br0" timeOffset="102803.21">4917 4641 17503 0,'0'-2'1552'0,"0"2"-1232"0,0 0-320 0,0 0 0 16,0 0 1296-16,0 0 208 0,1 2 32 0,1-1 16 15,0 3 448-15,1 0 96 0,1 4 16 0,-4-8 0 16,0 0-1088-16,0 0-192 0,24 39-64 0,-24-39 0 16,0 0-128-16,20 37-48 0,-20-37 0 0,0 0 0 15,0 0-336-15,27 42-64 0,-27-42 0 0,0 0-16 16,0 0-176-16,0 0 0 0,28 36 0 0,-25-31 0 15,-3-5-912-15,0 0-112 0,0 0-32 0,0 0-13936 16</inkml:trace>
  <inkml:trace contextRef="#ctx0" brushRef="#br0" timeOffset="103008.08">5054 4672 8287 0,'-4'2'368'0,"1"-1"80"0,0 3-448 0,1-1 0 0,0-1 0 0,0-1 0 16,-1 2 1936-16,-2 2 304 0,-3 3 64 0,-3 5 16 15,-2 2 416-15,-2-1 80 0,0 1 0 0,2-1 16 16,1-2-1168-16,1-1-224 0,2-4-48 0,1 1-16 16,3-2-1072-16,0-1-304 0,4-1 0 0,0-1-14064 15</inkml:trace>
  <inkml:trace contextRef="#ctx0" brushRef="#br0" timeOffset="103528.31">5406 4566 19343 0,'1'-3'848'0,"0"1"192"0,0 1-832 0,-1-1-208 0,0 2 0 0,0 0 0 16,0 0 1856-16,0-1 336 0,0 0 64 0,0-1 16 15,0-1-288-15,-1 1-48 0,-1 1-16 0,0-1 0 16,0 2-768-16,0 2-144 0,-1-1-48 0,-1 2 0 16,-1 1-400-16,1 0-96 0,-3 4-16 0,1-1 0 15,-2 2-224-15,0 2-48 0,-1 2-16 0,-1 3 0 16,1-3-160-16,-1 5 128 0,-1 2-128 0,1 3 128 16,-1 1-128-16,1-3 0 0,3 0 0 0,0 1 0 15,4-4 0-15,1-1 0 0,2-17 0 0,0 0 0 16,9 39 0-16,-9-39 0 0,0 0 0 0,0 0 0 0,0 0 0 0,38 25 0 15,-28-25-144-15,1-5 144 0,1 1 0 0,0-3 0 16,-1 0 0-16,0-3 0 0,1 0 0 0,-2 1 128 16,-1-2-128-16,-1 3 192 0,-2-1-192 0,-1 2 144 15,-1-1-144-15,-3 2 128 0,-1 1-128 0,-3 1 0 16,-2 1 0-16,-2 0 0 0,-3 1 0 0,-2 2 128 16,-1 0-128-16,0 2 0 0,-2 1 0 0,0 1 0 15,0 2 128-15,2-1-128 0,1 1 0 0,2-1 0 16,1 0 0-16,0 2-18240 0</inkml:trace>
  <inkml:trace contextRef="#ctx0" brushRef="#br0" timeOffset="118499.72">6593 3760 8287 0,'0'-3'736'0,"0"0"-592"0,1 3-144 0,-1-2 0 16,1 2 1072-16,-1-2 176 0,1-3 32 0,0-1 16 15,2-3 1360-15,-2 0 272 0,2 0 48 0,-1 1 16 16,1-1-896-16,-2 2-176 0,1 2-48 0,-2 0 0 15,1 1-560-15,-1 0-112 0,-1 3-32 0,0-1 0 16,0 1-384-16,0 2-80 0,-2 1 0 0,-1 1-16 0,0 1-272 16,-3 3-48-16,1 1-16 0,-3 3 0 15,-1 1-352-15,-1 2 128 0,1 1-128 0,0 1 0 0,0 3 0 16,-2 1 0-16,0 5 0 0,0-1 0 0,1 2 0 0,-1 2 0 16,-1 5 0-16,-1 6 0 0,-1 6 0 0,1-1 0 15,2 4 0-15,1-3 0 0,1-2 0 0,2-3 0 16,0 1 0-16,3 1 0 0,1 1 0 0,2-3 0 15,2 1 0-15,2-2 128 0,1-3-128 0,1 0 0 16,2-6 0-16,-6-30 0 0,13 53 192 16,-13-53-16-16,18 47-16 0,-18-47 0 0,20 40 16 0,-20-40 0 0,19 34 0 0,-19-34 0 15,0 0-176-15,26 36 0 0,-26-36 0 0,0 0 0 16,0 0-128-16,0 0-64 0,27 33-16 0,-24-29-11488 16,-1-1-2288-16</inkml:trace>
  <inkml:trace contextRef="#ctx0" brushRef="#br0" timeOffset="118914.66">6934 3690 22111 0,'-1'-2'976'0,"1"0"208"0,0 0-944 0,0 1-240 0,0 1 0 0,0 0 0 16,-1 0 1808-16,1 0 320 16,-1 0 64-16,-1 0 16 0,1 0-656 0,-1 3-128 0,1-1-16 0,-1 0-16 15,1 6-816-15,0-1-144 0,-1 4-48 0,-1 3 0 16,0 3-128-16,0 0-16 16,1 0-16-16,-2 5 0 15,-2 4-32-15,1 2 0 0,-1 3 0 0,1-1 0 16,-1-1-192-16,1-1 0 0,3 0 0 0,0-3 0 31,1 0-320-31,1-6-96 0,1-3-32 0,0-4-15968 0</inkml:trace>
  <inkml:trace contextRef="#ctx0" brushRef="#br0" timeOffset="119270.74">6579 4214 14735 0,'-7'3'640'0,"1"-1"160"0,2-1-640 0,0 3-160 15,1-3 0-15,2 0 0 0,-1 1 1424 0,0-1 256 0,-3 3 48 0,-1 1 16 16,1 0-64-16,0 0-16 16,3-3 0-16,0 0 0 0,3 0-480 0,2-2-96 0,2 0-32 0,1-3 0 15,3 0 224-15,2 0 64 0,1-2 0 0,3-1 0 16,1 1-384-16,3 0-64 0,2 1 0 0,1-1-16 15,1 2-448-15,0 1-96 0,1 0-16 0,2 1 0 16,1-1-192-16,0 2-128 0,-2-3 128 16,-25 3-128-16,48-2 0 0,-24 0 0 0,-24 2 0 0,44-3 0 15,-44 3 0-15,41-2 0 0,-41 2 0 0,35-3 0 16,-35 3 0-16,28-3 0 0,-18 2 0 0,-2 1 0 16,-2 0-912-1,-2 0-160-15</inkml:trace>
  <inkml:trace contextRef="#ctx0" brushRef="#br0" timeOffset="120797.86">6732 4481 9215 0,'0'0'816'0,"0"0"-656"0,1 0-160 0,-1 0 0 15,-1 0 1424-15,1 0 256 0,0 0 48 0,0-1 16 16,0 1 0-16,1-2 0 0,0 2 0 0,0-3 0 16,2 1-208-16,-1-1-64 0,1 0 0 0,1-1 0 15,1 2 32-15,0-1 0 0,1 0 0 0,0 0 0 16,1 0-320-16,0 1-64 0,1 0-16 0,-1 2 0 15,1-1-544-15,0 2-112 0,0 0-32 0,-8-1 0 16,0 0-208-16,0 0-32 0,0 0-16 0,0 0 0 16,45 20-160-16,-40-16 128 0,-5-4-128 0,0 0 128 0,0 0-128 0,0 0 0 31,0 0 0-31,18 34 0 0,-20-27 0 0,-1 1 0 0,0 0 0 0,-3 0 0 16,0 1 0-16,1-1 0 0,-2 0 0 0,2 0 0 15,-2-1 0-15,1 1 0 0,-3 1 0 0,1 0 0 0,1 0-176 0,-3-1 48 16,2 1 0-16,1 0 0 0,-1-3-96 0,2 0-16 15,0 1 0-15,2 0 0 0,1-2 112 0,0 0 128 16,1-1-208-16,1 0 80 0,1 0 128 0,0-2 0 16,1 0 0-16,1-1 0 0,0 1 0 0,1-2 0 0,0 0 0 0,2 0 0 31,1-2 0-31,0 1 128 0,1 1-128 0,2-2 128 0,-1 1 240 0,1 0 48 0,2-1 16 0,0 2 0 16,1-2-112-16,-12 2-32 0,0 0 0 0,38-1 0 15,-38 1-144-15,0 0-16 0,39-4-128 0,-26 3 192 31,0-1-192-31,-1-3 0 0,0 0 0 0,1 1-11904 0,1-6-2368 0</inkml:trace>
  <inkml:trace contextRef="#ctx0" brushRef="#br0" timeOffset="121270.93">7267 3695 10127 0,'0'-4'896'0,"0"1"-704"15,0 3-192-15,0 0 0 0,0 0 1392 0,0 0 240 0,1-2 48 0,-1-1 16 16,0 1 1232-16,1-1 240 0,0 1 48 0,1 0 16 16,0 2-1696-16,1-2-320 0,-1 4-80 0,1-2-16 15,1 0-336-15,1 1-64 0,-1 2-16 0,1 0 0 16,-5-3-176-16,0 0-32 0,0 0-16 0,28 35 0 16,-28-35-144-16,0 0-16 0,22 48-16 0,-22-48 0 15,15 42 48-15,-15-42 16 0,11 46 0 0,-11-46 0 16,13 61-144-16,-7-22-32 0,1 5 0 0,-1 4 0 15,0-5-192-15,-2 0 0 0,-1-1 128 0,0-7-128 16,-2-1 0-16,-1 3 0 0,-1 3 0 0,-2-1 0 0,0 3 0 16,-4-4 0-16,1 0 0 0,-3-5 0 0,0-1 0 0,-1 0 0 15,0 0 0-15,-2 1 0 0,-1 2 0 0,1-2 128 16,-1-2-128-16,2-3 0 0,0-1 0 16,0-2 144-16,2-3-144 0,0-5 128 0,-1-1 128 0,3-4 32 15,0-3 0-15,2-3 0 0,-1-2-288 0,1-6 128 16,0-1-128-16,2-6-18112 15</inkml:trace>
  <inkml:trace contextRef="#ctx0" brushRef="#br0" timeOffset="122049.75">7535 3529 16575 0,'1'0'1472'0,"0"-2"-1168"0,-1 0-304 0,0 1 0 15,1 1 1648-15,0 0 272 0,1-2 48 0,2 0 16 16,1-1-160-16,1-1-32 0,1 3 0 0,2-1 0 16,-2 2-736-16,1 0-160 0,1 2-16 0,0-1-16 15,0 3-256-15,-1-3-48 0,-3 1-16 0,2 0 0 16,0 0-96-16,1 3 0 0,-1-2-16 0,0 0 0 0,0 0-48 16,-2 0-16-16,-1 0 0 0,-1 0 0 0,0 0-112 0,-2 0-32 15,-2 0 0-15,0 1 0 0,-2-1-96 0,-1 2-128 16,0 1 176-16,-4 1-176 0,1 0 128 0,-2-1-128 15,-2 2 0-15,0 0 0 0,0 1 0 0,0-2 0 16,-1 3 0-16,2-3 0 0,0 2-128 0,0-1 128 16,4-1-208-16,0 0 80 0,2-2 128 0,2-1 0 15,1 1 0-15,1 0 0 0,2-2 0 0,-1-1 0 0,4 0 0 16,0-4 0-16,1 2 0 0,2-3 0 16,0-2 0-16,0 1 0 0,2-1 272 0,-2 2 48 0,1-1 0 0,1-1 0 15,2 0-96-15,0 1-16 0,-1-1 0 0,0 2 0 16,0 0-208-16,0 0 0 15,-1 2 0-15,0-1 0 0,-2 2 0 0,-1 0-288 0,0 0 64 0,-1 0-17696 32</inkml:trace>
  <inkml:trace contextRef="#ctx0" brushRef="#br0" timeOffset="122373.08">7852 3513 9215 0,'0'-3'816'0,"0"1"-656"0,0 0-160 0,0 2 0 0,0 0 2208 0,0 0 416 16,-1 0 64-16,0 2 32 0,0-2 208 0,-2 2 32 16,1 3 16-16,-1 2 0 0,0 0-1792 0,-1 2-352 31,-1 3-80-31,2 0-16 0,0 3-256 0,-2 2-48 0,2 0-16 0,0-1 0 0,1 2 160 0,0-3 48 16,2-15 0-16,1 28 0 0,-1-28 16 0,0 0 0 15,0 0 0-15,0 0 0 0,25 39-288 0,-25-39-48 16,0 0-16-16,0 0 0 0,38-1 0 0,-27-4 0 15,2-3 0-15,-2-1 0 0,1 0-96 0,-1-2-32 16,0 1 0-16,-2-4 0 0,-1 2-160 0,0-2 0 0,-2 0 0 16,-1 2 128-16,-1 2-128 0,-4-2 0 15,0 0 0-15,-3 2 0 0,-3 2 0 0,-1 0 0 0,-2 1 0 0,-4 2 0 16,0 1 0-16,-1 2 0 0,-2 2 0 0,-1 2 0 31,2 1-368-31,1 1-48 0,0 3-16 0,0 0-11488 0,2 0-2304 0</inkml:trace>
  <inkml:trace contextRef="#ctx0" brushRef="#br0" timeOffset="123096.62">8080 4328 11967 0,'-2'-1'1072'0,"1"0"-864"15,0 1-208-15,1 0 0 0,1 0 1408 0,-1 0 256 0,0 0 32 16,0 0 16 0,1-2 208-16,1 2 64 0,1 0 0 0,1-2 0 0,2 2-112 0,0 0-16 0,2 0 0 0,1 2 0 15,1-2-704-15,-10 0-160 0,0 0-32 0,42-2 0 31,-42 2-496-31,36-1-96 0,-36 1-32 0,36-5 0 16,-16 4-336-16,-2-2 144 0,-1 0-144 0,-1 1 0 16,-1-1 0-16,-3 0 0 0,0 0 0 0,-4 0 0 31,1 0-608-31,-1 1-128 0,-3 1-32 0,0 0 0 0,-2 1-1168 16,-1-2-240-16</inkml:trace>
  <inkml:trace contextRef="#ctx0" brushRef="#br0" timeOffset="123300.71">8324 4084 17503 0,'-6'-7'768'0,"3"2"176"0,1 1-752 0,0 2-192 15,1 1 0-15,0 2 0 0,0 0 2304 0,-1 2 448 16,-1 1 64-16,0 6 32 0,-1 2-704 0,1 4-144 16,1 3-16-16,1 2-16 0,0 3-960 0,0 0-192 15,0 2-48-15,-1-2 0 0,0 0-272 0,0 2-64 16,-1 2-16-16,0 1 0 0,2 2-224 0,-1-3-32 15,1-2-16-15,1-5-11808 16,0 0-2368-16</inkml:trace>
  <inkml:trace contextRef="#ctx0" brushRef="#br0" timeOffset="124496.31">9103 3769 11967 0,'-1'-1'1072'0,"0"1"-864"15,1 0-208-15,0 0 0 0,2 0 1216 0,-2-2 208 16,0 1 48-16,1 0 0 0,0-3 96 0,0 1 32 16,2 0 0-16,0 1 0 0,1-2-240 0,0 1-32 15,0 0-16-15,2 1 0 0,-1 1-112 0,2 0-32 16,2 1 0-16,-1 0 0 16,2 1-528-16,-3 0-128 0,1 1 0 0,1-1-16 0,-9-1-304 0,0 0-64 15,0 0-128-15,45 16 192 0,-45-16-192 0,0 0 0 16,0 0 0-16,0 0 0 0,37 32 0 15,-33-26 0-15,-1 1 0 0,-2 0 0 0,-1-2 0 0,-1 2 0 16,-2 0 0-16,-1 0 0 0,0 0 0 0,-3-1 0 0,0 2 0 0,-3 1 0 16,2-1-128-16,-1-1 128 0,1 1-192 15,0-2 192-15,0 0-240 0,-1 0 64 0,0 2 16 0,0-1 0 32,0 1-304-32,-1-2-64 0,2 1-16 0,0 0 0 15,1-2 64-15,1 0 16 0,1 0 0 0,1-1 0 0,1 1 336 0,0-3 128 0,2 1 0 0,0-1-144 16,1-2 144-16,0 0 0 0,2 0 0 0,0 0 0 15,0-2 0-15,2 0 128 0,1 1-128 0,0-4 128 16,3 3 240-16,-2-2 48 0,3 1 16 0,1-2 0 16,1 3 32-16,1-3 16 0,0 3 0 0,1-3 0 15,2 3-288-15,-1-1-48 0,0-1-16 0,0 1 0 0,-1 1-288 16,0 2-64-16,0-4-16 0,0 1-9488 16,0 0-1920-16</inkml:trace>
  <inkml:trace contextRef="#ctx0" brushRef="#br0" timeOffset="124857.35">9512 3740 5519 0,'0'-2'496'0,"-1"2"-496"16,1 0 0-16,-1 0 0 0,1 0 2272 0,-1 0 352 16,0 0 80-16,-1 0 16 0,-1 0-304 0,0 2-64 15,-1 3-16-15,-1 0 0 0,2 2-992 0,-2 1-192 0,1 3-32 0,0-1-16 16,0 4-256-16,0-2-48 15,1 2-16-15,2-5 0 0,1-2-16 0,-1 0 0 16,2 3 0-16,0 1 0 0,-1-11-256 0,0 0-64 0,0 0-16 0,0 0 0 16,27 36-112-16,-18-33-32 0,0 1 0 0,0-4 0 15,0-2-48-15,3-1-16 0,0-1 0 0,2-4 0 16,0-1 160 0,-1 0 48-16,1-1 0 0,-1-2 0 0,-1 1-160 0,-1 1-16 0,-1-1-16 0,-3 1 0 15,1-2-240-15,-2 0 0 0,0 0 0 0,-4 0 0 16,-1 0 0-16,-2 0 128 0,1 0-128 0,-5-2 0 15,-2 2 0-15,0-2 128 0,-1 3-128 0,-2 1 0 0,1 3 128 16,-3 0-128-16,0 2 0 0,-1 3 0 0,0 2 0 16,1 1 0-16,1 2 0 0,2 2 0 15,1 0-432-15,2-1 32 0,1 4 0 0,1-4 0 16,3 4-1056-16,0-4-208 0</inkml:trace>
  <inkml:trace contextRef="#ctx0" brushRef="#br0" timeOffset="125112.24">9749 3704 15663 0,'3'-3'688'0,"0"0"144"0,-1 1-656 0,-1 1-176 0,0-1 0 0,0 2 0 16,1 0 2304-16,1-3 416 0,2 1 96 0,1 2 0 15,1-2-416-15,2 2-96 0,-9 0 0 0,0 0-16 16,0 0-1072-16,38 21-224 15,-38-21-32-15,0 0-16 0,0 0-592 0,43 38-112 0,-43-38-32 0,0 0 0 16,37 27-80-16,-37-27-128 0,0 0 176 0,37 25-176 16,-37-25 0-16,0 0 0 0,0 0 0 0,42 26 0 15,-42-26 0-15,0 0-304 0,0 0 48 0,0 0-16640 16</inkml:trace>
  <inkml:trace contextRef="#ctx0" brushRef="#br0" timeOffset="125312.68">9995 3643 8287 0,'-4'0'736'0,"1"0"-592"15,2 2-144-15,-1-2 0 0,0 3 2656 0,0-2 496 16,-1 2 112-16,0 2 0 16,-4 2 416-16,-2 5 80 0,-3 2 16 0,-1 3 0 0,-1 2-2112 0,0-2-400 15,0 2-96-15,1-1-16 0,-1 0-512 0,1 0-96 16,2-2-32-16,1-3 0 0,1 0-256 0,2-1-64 15,0 0-16-15,2-1 0 0,0-2-368 0,2-2-80 16,1 0-16-16,0-2-17344 0</inkml:trace>
  <inkml:trace contextRef="#ctx0" brushRef="#br0" timeOffset="125579.77">10167 3634 10127 0,'3'-3'448'0,"-1"1"96"0,0 2-544 0,-1 0 0 0,0 0 0 0,-1 0 0 16,0 2 2896-16,0-2 480 0,0 3 80 0,0 1 32 16,-1 3-1088-16,0 0-224 0,-1 3-32 0,0 0-16 15,0 4-1024-15,0-2-208 0,0 2-32 0,-1 1-16 16,0 0-464-16,1 0-80 0,-1-1-32 0,0 1 0 15,0 1-32-15,0-2-16 0,1-1 0 0,1-1 0 0,0 1-224 0,0-1 0 16,1-12 0-16,0 0 0 16,0 28-640-16,0-20-192 0</inkml:trace>
  <inkml:trace contextRef="#ctx0" brushRef="#br0" timeOffset="126130.63">10374 3738 21183 0,'4'0'944'0,"-2"-2"192"0,-1 2-912 0,1-2-224 0,-2 1 0 0,1 1 0 16,1 0 2208-16,1-2 400 0,1 1 80 0,2-1 0 15,1 0-880-15,1-2-176 0,0 1-32 0,0 0-16 16,0 1-816-16,1-3-144 0,-1 1-48 0,0 0 0 15,0-2-192-15,-1 1-32 0,1-2-16 0,-1-1 0 16,-1 0-144-16,0 1-48 0,-1-3 0 0,-2 1 0 16,0 0-144-16,-1 1 0 0,-1-1 0 0,-2 2 0 15,-1-1 0-15,-2 1 0 0,0-1 0 0,-2 0 0 16,0 3 0-16,-3-2 0 0,0 2 0 0,-1 0 0 16,2 3-192-16,-2-1 48 0,0 1 0 0,1 2 0 0,0 2 144 0,0-1-128 15,2 3 128-15,-1 1-128 0,2 0 128 0,-2 3 0 16,3 0 0-16,-2 0 0 0,2 3 0 0,-1-1 0 15,1 2 0-15,0-3 0 0,1 1 0 0,2 1 0 16,1-1 0-16,0-3 0 0,2 0 0 0,1 0 0 16,1-2 0-16,2 0 0 0,-1-2 0 0,2 1 0 15,1-3 0-15,2 0 0 0,-3-1 0 0,2 0 0 0,0 0 0 16,-1-2 0-16,2 0 0 0,-2-1 0 0,2 1 0 0,-2 0 0 16,0 1 0-16,0-1 0 0,-2 2 0 0,0 0 0 15,-1 0 0-15,-1 0 0 0,-2 0 0 0,1 0 0 16,-2 2 0-16,0 1 0 0,0-1 0 0,-1 1-128 15,0 0 128-15,0 1 0 0,0 3 0 0,-2-2 0 16,1 4 0-16,0-2 0 0,0-1 0 0,0 3 0 16,0 2 0-16,-2 2 0 0,0 3 0 0,1-2 0 15,-1 0 0-15,-2 2 0 0,1 4 0 0,-2-1 0 16,2 0 0-16,-2-1 0 0,3 2 0 0,-2-4 128 16,1 0-128-16,2-1 0 0,0-3 0 0,1-1 0 15,1-2-176-15,0-3 0 0,2-1 0 0,0-2-17232 16</inkml:trace>
  <inkml:trace contextRef="#ctx0" brushRef="#br0" timeOffset="126429.53">10700 3695 4607 0,'1'0'400'0,"-1"3"-400"16,1-1 0-16,0-1 0 0,-1 2 2384 0,0-2 400 0,1 1 80 0,0 3 16 15,2 2 704-15,-3-7 128 16,0 0 48-16,0 0 0 0,0 0-1328 0,27 45-256 0,-27-45-48 0,0 0-16 16,0 0-1056-16,0 0-224 0,42 36-32 0,-42-36-16 15,0 0-448-15,0 0-80 0,0 0-32 0,39 38 0 16,-39-38-224-16,0 0 0 0,0 0 0 0,27 45 0 15,-27-45 0-15,0 0 0 0,0 0 0 0,13 43 0 32,-13-43-416-32,0 0-128 0,0 0-32 0,0 0-16512 0</inkml:trace>
  <inkml:trace contextRef="#ctx0" brushRef="#br0" timeOffset="126634.78">10936 3719 14735 0,'-4'2'1312'0,"0"1"-1056"16,1-1-256-16,0-1 0 0,1 0 1936 0,-2 1 336 16,-5 4 64-16,-3 0 16 0,-5 6 1232 0,-5 3 256 15,-2 2 64-15,0 1 0 0,1 1-2304 0,0 0-448 16,2 0-80-16,1-2-32 0,5-1-720 0,0-2-160 16,3 1-32-16,1-3 0 0,3-1-272 0,1 0-64 15</inkml:trace>
  <inkml:trace contextRef="#ctx0" brushRef="#br0" timeOffset="128268.51">11367 3804 5647 0,'0'0'512'0,"-1"-1"-512"0,0 0 0 0,0 1 0 0,1 0 0 0,0 0 0 16,-1 0 0-16,1-2 0 0,-1 0 0 0,-1 1 0 31,0-2-208-31,1 1 80 0,-1 0 128 0,1-2-176 0,1 1 176 0,-1 0-128 0,1 1 128 0,0 0-128 16,1-2 128-16,-1 3-160 15,0-4 160-15,1 3 0 16,-1-3-192-16,0 0 192 0,0-1-160 0,0 0 160 16,-1 2 0-16,0-4-160 0,-1 2 160 0,0-1-128 15,0 0 128-15,1 1-160 0,1-2 160 0,0 2 0 16,0 0 0-16,1 0 336 0,0 2-32 0,-1 0 16 16,1 1 2144-16,0 0 432 0,1 1 96 0,-1 0 32 15,0-1-224-15,-1 1-48 0,2 0-16 0,-1 1 0 16,0 1-816-16,0 0-144 0,-1-2-48 0,0 4 0 0,1-2-592 0,-1 3-128 15,-1 0-32-15,0 2 0 0,-1 4-384 0,0 0-80 16,-1 5 0-16,-2 1-16 0,0 5-240 0,-1-3-32 16,0 2-16-16,-1 3 0 0,0 1-16 0,-1 1-16 15,2-3 0-15,-1 1 0 0,1-1-176 0,-1 3 128 16,2-3-128-16,0-1 128 0,2-2-128 0,1-4 0 16,1 0 0-16,1-4 0 0,1-3 0 0,2-2-176 15,1-3 176-15,1-2-17200 16</inkml:trace>
  <inkml:trace contextRef="#ctx0" brushRef="#br0" timeOffset="128869.02">11606 3605 11055 0,'3'-7'480'0,"-2"2"112"0,0 1-464 0,0 1-128 0,-1 2 0 0,-1 0 0 15,1 1 2368-15,-1-2 464 0,1-1 96 0,-1 0 16 16,-1 1-240-16,-1 0-32 0,-1 0-16 0,0 4 0 16,-1-1-1472-16,-1 2-288 0,2 2-64 0,-3 0-16 15,2 2-320-15,-1 0-64 0,2 3-16 0,-1-1 0 16,0-1-160-16,2 2-48 0,0-1 0 0,0 0 0 16,2-1-208-16,0 1 0 0,1-3 128 0,2 2-128 15,1-3 0-15,0 2 0 0,-3-7 0 0,0 0 0 0,0 0 0 0,0 0 0 16,38 32 0-16,-38-32 0 0,0 0 480 0,0 0 0 15,46 30 0-15,-46-30 0 0,0 0-256 0,36 28-48 16,-36-28-16-16,0 0 0 0,0 0-160 0,35 33 0 16,-35-33 144-16,0 0-144 0,0 0 0 0,0 0 0 15,22 43 0-15,-21-36 128 0,-2 1-128 0,-1 0 0 16,0-3 0-16,-1 0 0 0,-1 2 160 0,-2-2-32 0,-1 2-128 0,0-3 192 16,-1 2-64-16,-2-2 0 0,1 0-128 0,-1-1 192 15,-2 0-192-15,1 0 0 0,0-2 0 0,-1-1 0 16,0 0 0-16,0 0 0 0,1 0 0 0,2-1 0 15,0 0 0-15,0-2 0 0,1-2 0 0,2-1 0 16,-1 1 0-16,2-2 0 0,1-3 0 0,1-2 0 16,2 0 0-16,2 0 0 0,1-1 0 0,2 0 0 15,1-1 0-15,3-1-128 0,0 2 128 0,1-1 0 16,2 0-256-16,1 2 48 0,0 0 16 0,1 0 0 16,0-2 192-16,0 2 0 0,0 0-160 0,0 0 160 15,0-2-144-15,-2 2 144 0,1 0-192 0,-3 2 192 0,-1 1-144 0,-1-2 144 16,-1 1 0-16,0-2-144 0,-1 0 144 0,-1 0 0 15,-1 2 0-15,-2 1 0 0,-1-2 0 16,-2 2 0-16,-3-1 0 0,-1 3 0 0,-1 1 0 0,-2 2 0 16,-2 2 0-16,-2 2 0 0,-2 3 144 0,2 1-144 15,0 3 192-15,0 0-192 0,-1 1 0 16,1 3-192-16,2-2 0 0,3 0-11184 16,1 1-2224-16</inkml:trace>
  <inkml:trace contextRef="#ctx0" brushRef="#br0" timeOffset="129137.47">11920 3610 18431 0,'2'-5'816'0,"-1"2"160"0,1 1-784 0,-1 0-192 0,0 2 0 0,0 0 0 16,0 0 2208-16,0-2 400 15,1 2 80-15,2 0 0 0,1 2-608 0,0 0-128 0,-5-2-32 0,0 0 0 16,0 0-960-16,28 36-208 16,-28-36-48-16,0 0 0 0,26 48-320 0,-26-48-64 0,19 40 0 0,-19-40-16 15,23 40-128-15,-23-40-32 0,0 0 0 0,29 47 0 16,-29-47-144-16,0 0 0 0,26 38 0 0,-26-38 0 16,0 0-144-16,0 0-64 0,0 0-16 0,0 0-11264 15,35 29-2256-15</inkml:trace>
  <inkml:trace contextRef="#ctx0" brushRef="#br0" timeOffset="129333.71">12163 3622 6447 0,'-1'0'576'0,"-1"0"-576"0,1 0 0 0,1 0 0 16,-2 2 2192-16,0-2 336 0,-2 2 64 0,-1 3 16 15,-4 0 256-15,-2 4 48 0,-3 1 16 0,-1 1 0 16,1 4-912-16,-3-1-176 0,0 3-48 0,0-3 0 15,2 0-800-15,1-2-160 0,1 0-48 0,1-2 0 16,2-1-496-16,2 0-96 16,1 1-32-16,0-3 0 15,3 0-624-15,-1 0-128 0</inkml:trace>
  <inkml:trace contextRef="#ctx0" brushRef="#br0" timeOffset="129609.34">12383 3538 13823 0,'4'-4'1216'0,"-2"0"-960"16,1 1-256-16,-1 1 0 0,-1 1 2864 0,-1 1 528 16,0 0 96-16,1 0 32 0,1-2-720 0,1 2-144 15,-2 0-32-15,1 2 0 16,-1 3-1664-16,-1 0-352 0,1 2-64 0,-2 2-16 0,1-9-256 0,-3 27-48 15,-1-8-16-15,-2 2 0 16,1 2-80-16,-3 1-128 0,0 5 176 0,-1-3-176 16,-1 0 128-16,0 0-128 0,2-5 0 0,-1 1 0 0,1 0 0 0,2-2 0 15,0-3 0-15,1 0 0 16,1-3-512-16,0-2-192 0,2-3-64 0,1-2-10336 0,1-2-2080 0</inkml:trace>
  <inkml:trace contextRef="#ctx0" brushRef="#br0" timeOffset="129986.43">12551 3541 13823 0,'0'0'1216'0,"0"0"-960"15,0 0-256-15,0 0 0 0,1 0 2560 0,-1 0 448 0,1 0 112 0,1 0 16 0,-1 0-416 0,3-2-80 16,2 2-16-16,-1-1 0 0,3-1-1360 0,0 0-288 15,2-2-48-15,1 1-16 16,1-2-512-16,1 1-96 0,1-1-32 0,0 0 0 0,0 0-144 0,-1 1-128 16,0 1 192-16,0-1-192 0,-1 3 144 0,-1-1-144 15,-1 0 0-15,0 2 144 16,-2 2-144-16,0 0 0 0,-2-1 0 0,-1 3 0 0,0-2 144 0,-3 3-144 16,1 0 160-16,-2-1-160 0,-1 2 272 0,0 1-32 15,-2 2-16-15,-1 3 0 0,0 0-96 0,0 0-128 16,-1 2 176-16,-1 0-176 0,1 0 128 0,-2 3-128 15,-1 2 0-15,-1 0 0 0,-1 4 0 0,-1 0 0 0,-1 0 0 16,-1 1 0-16,0-1 128 0,1-2-128 16,0 5 0-16,2-2 0 0,1-5 0 0,-1 1 0 0,2 1 0 0,1-3 0 15,2-1-320-15,0-2-64 0,1-2 0 0,0-6-11520 32,1 1-2288-32</inkml:trace>
  <inkml:trace contextRef="#ctx0" brushRef="#br0" timeOffset="130222.93">12568 3781 18431 0,'-1'-1'816'0,"0"1"160"0,0 0-784 0,0-2-192 15,1 2 0-15,0 0 0 0,0 0 2224 0,0 0 400 16,1 0 64-16,1 0 32 0,1 0-768 0,3-1-160 15,2 0-16-15,2-4-16 0,3 2-480 0,0-1-112 16,3-1-16-16,2-2 0 0,1 0-656 0,3 0-144 16,0-1-32-16,0-1 0 0,0 1-320 0,1 2 0 15,-2-1 0-15,-2 2-11840 16,-1 0-2304-16</inkml:trace>
  <inkml:trace contextRef="#ctx0" brushRef="#br0" timeOffset="131687.59">13040 3640 911 0,'1'-4'0'0,"-1"0"0"0,2 1 0 0,-1 1 0 16,0 1 3136-16,0 1 560 0,0-2 96 0,1 2 32 15,1-2-656-15,0 0-128 16,3 1-32-16,-1 4 0 0,2-1-976 0,-7-2-208 0,0 0-32 0,0 0-16 16,30 46-880-16,-30-46-160 0,0 0-32 0,25 51-16 15,-25-51-336-15,0 0-64 0,26 47-16 0,-26-47 0 16,0 0-272-16,27 43 160 0,-27-43-160 0,0 0 128 15,0 0-128-15,33 41 0 0,-33-41-192 0,0 0-10320 16,0 0-2064-16</inkml:trace>
  <inkml:trace contextRef="#ctx0" brushRef="#br0" timeOffset="131875.74">13285 3632 13823 0,'-2'-6'608'0,"0"2"128"0,1 1-592 0,-1 1-144 15,1 2 0-15,-1 2 0 0,0-2 2144 0,-1 3 400 16,-3 1 80-16,-2 4 0 0,-3 3-448 0,-3 4-112 16,-2 3-16-16,-1 2 0 0,0 1-544 0,1-1-112 15,0-5-32-15,2 2 0 0,1-3-736 16,2-1-160-16,3 0-16 0,1-5-16 0,3 1-432 0,2-4 0 16,1 0 0-16,1-1-16528 0</inkml:trace>
  <inkml:trace contextRef="#ctx0" brushRef="#br0" timeOffset="132159.54">13522 3512 15663 0,'1'-2'1392'0,"0"2"-1120"31,0-1-272-31,-1 1 0 0,0 0 2544 0,0 0 448 16,0-1 80-16,1 1 32 0,-1 0-160 0,-1 2-48 16,1 0 0-16,-2 3 0 0,1 0-1984 0,-2 3-400 15,1 3-64-15,-1-1-32 0,0 4-224 0,-2 3-32 16,0 1-16-16,0 2 0 0,-1 3-144 0,0-2 160 16,-2 3-160-16,0 0 160 0,1-3-160 0,0 0 0 15,2-1 0-15,-1-2 0 0,2-1 0 0,2-2 0 16,-1-2 0-16,2-1 0 15,-1 0-1248-15,2-5-224 0,1 0-64 0,0-3-14480 0</inkml:trace>
  <inkml:trace contextRef="#ctx0" brushRef="#br0" timeOffset="132585">13767 3486 3679 0,'3'-4'320'0,"-1"0"-320"0,1 1 0 0,-1 2 0 16,-1 1 2576-16,-1 0 448 0,0-2 96 0,0 2 16 16,1 0 1072-16,0 2 208 0,-1-1 64 0,-2 2 0 0,0 1-2560 15,0 0-496-15,0 4-96 0,-1-4-32 0,0 4-736 16,-1-2-160-16,0 2-16 0,1-1-16 0,-2 2-176 0,0 1-16 16,2 0-16-16,-4 2 0 0,1 4-160 0,-2-1 0 15,0 3 0-15,-1 3 0 0,-2 1 0 0,0-1 0 16,0 2 0-16,0 1 0 0,1-2 0 0,0-1 0 15,-1 1 0-15,2 1 0 0,1 1 0 0,0-3 0 16,4-4 0-16,0-1 0 0,4-16 0 0,-3 26 0 16,3-26 0-16,0 0 0 0,0 0 0 0,0 0 0 0,0 0 0 0,24 38 0 15,-15-40 128-15,1-2-128 0,2-1 0 0,1 0 128 16,0-3 320-16,1-1 64 0,3-2 16 0,-1-2 0 16,2 0-352-16,-2 0-176 0,-2 2 160 0,-1-1-160 15,0 0 144-15,-2-2-144 0,-3 3 128 0,-2 0-128 16,-2-1 128-16,-3 0-128 0,-4 0 128 0,0 3-128 15,-3 2 128-15,-2 0-128 0,-5 0 128 0,-5 2-128 16,-1 2 128-16,-3 1-128 0,-1 2 0 0,-1 2 128 16,0-1-416-16,0 1-96 0,1 1 0 0,-1 1-17424 15</inkml:trace>
  <inkml:trace contextRef="#ctx0" brushRef="#br0" timeOffset="133967.72">8810 4237 11967 0,'1'0'1072'0,"-1"0"-864"15,1 1-208-15,-1-1 0 0,0 0 832 0,1 0 112 16,1 0 16-16,1 0 16 0,3 0 560 0,-1 0 128 0,3 0 0 0,-1 0 16 15,1 0-544-15,1 0-112 16,0 0-32-16,-1-1 0 0,2 0-112 0,-1 1-32 16,1 0 0-16,-1-2 0 0,1 2-16 0,0-1 0 0,-1 1 0 0,1-2 0 15,0 2-144-15,0 0-48 0,0-2 0 0,0 4 0 16,0-2-192-16,1 0-32 0,-1 0-16 0,-1 0 0 16,2 0-256-16,1 0-144 15,1 0 160-15,1 0-160 0,1-2 0 0,-1 1 128 0,-1 1-128 0,2-2 0 16,0 1 0-16,2 0 0 0,0-3 0 0,0 3 0 15,0-1 0-15,3-1 0 0,-1 1 0 0,2 2 0 16,1 0 128-16,-1-2 0 0,-21 2-128 0,42 0 192 0,-42 0 64 16,42-3 0-16,-21 3 0 0,-2-2 0 0,0 0 0 0,-1 1 16 15,2-1 0-15,-2 0 0 0,-1 0-272 0,3-1 160 16,0 0-160-16,1 1 128 0,1 1-128 0,-1 0 0 16,-21 1 0-16,47 0 0 0,-47 0 0 0,50 1 0 15,-50-1 0-15,50 1 0 0,-50-1 0 0,47 2 0 16,-23-2 128-16,-1 0-128 0,0 0 0 0,0 0 0 15,1 0 0-15,0 0 0 0,1 0 128 0,2 0-128 16,0 0 0-16,1 1 128 0,1 1-128 0,0-2 192 16,2 1-192-16,-3-2 192 15,1 1-192-15,-1-2 128 0,1 1-128 0,-3-2 128 0,2 2-128 0,2-1 0 16,-1 0 0-16,0 1 0 0,3 1 0 0,-1 0 0 0,-2 1 0 16,1 1 0-16,0 0 0 0,-1-2 0 0,-1 0 128 0,-2 0-128 15,-2 0 0-15,3 0 0 0,1 0 0 0,0 0 0 16,1 1 0-16,0 0 0 0,1-1 144 0,-1 2-144 15,0-2 144-15,0 0-144 0,0-2 192 0,-1 2-192 16,-2-2 256-16,1 0-64 0,1-3-16 0,1 2 0 16,0 1-48-16,-1 1 0 0,3 0 0 0,-1 1 0 15,-1 0-128-15,0 0 0 0,0-3 144 0,-2 3-144 16,0-2 0-16,0-1 144 0,-2 0-144 0,1 0 0 16,1 1 144-16,0 1-144 0,1-2 0 0,0 2 144 15,1 1-144-15,-1-1 0 0,-2 1 144 0,1 0-144 0,1 0 0 0,-1 0 128 16,-2 0-128-16,0-2 0 0,0 2 0 0,1-2 0 15,2-1 0-15,-1 3 128 0,1-2-128 0,0 2 0 16,0 0 0-16,1 2 0 0,1-1 0 0,-2 1 0 16,1-2 0-16,0 0 0 0,-1 0 0 0,0 0 0 15,2-3 0-15,0 3 0 0,0-2 0 0,1 2 0 16,1-2 0-16,2 2 0 0,1 2 0 0,-1-2 0 16,2 2 0-16,-2-4 0 15,1 2 0-15,0-3 128 0,0 0-128 0,-1 0 0 0,3 1 128 0,0 1-128 16,3 2 128-16,-2-1-128 0,0 1 128 0,-2-2-128 0,0 0 128 15,1-1-128-15,3-1 0 0,0 2 144 0,2-2-144 16,0 1 0-16,1 1 176 0,1-1-176 0,0-1 160 0,-1 0-160 16,0-1 192-16,-1-1-48 0,1 1-16 0,2-1 0 15,0 0-128-15,1 1 192 0,0-1-192 0,-2 0 192 16,-3 3-192-16,0-3 192 0,-4 2-192 0,0-1 192 16,3-1-192-16,-1 0 128 0,-1 3-128 0,-2-2 128 15,0 3-128-15,-4-1 0 0,-1 0 0 0,-2 1 0 16,1 1 0-16,-1-2 0 0,-1 2 0 0,-1 0 0 15,1-2 0-15,-2 2 0 0,-1-2 0 0,-1-1 0 16,-1 1 0-16,-2 1 0 0,-1-2 0 0,-20 3 0 16,35-1 0-16,-35 1 0 15,27-4 0-15,-15 3 0 0,-12 1-128 0,0 0-16 0</inkml:trace>
  <inkml:trace contextRef="#ctx0" brushRef="#br0" timeOffset="135461.47">9662 4506 11055 0,'1'-2'976'0,"-1"-1"-784"15,0 1-192-15,0 2 0 0,0 0 1600 0,1-3 256 16,-1 1 64-16,1 0 16 0,-1-2 432 0,1 0 64 16,-1 4 32-16,0 0 0 0,-1 3-1248 0,0 2-240 15,0 2-48-15,-2 2-16 0,0 2 368 0,1 2 64 16,-2 3 0-16,-2 1 16 15,1 1-1712-15,-2 0-352 0,0 1-64 0,-2 0 0 0,1 2 768 0,-2 3 0 16,0 2 144-16,-1-2-16 0,-1 2-128 0,2 0 128 16,0-2-128-16,2-1 128 0,0-4-128 0,5-2 0 15,1-3 0-15,1-5-9728 16,3-1-1984-16</inkml:trace>
  <inkml:trace contextRef="#ctx0" brushRef="#br0" timeOffset="135728.54">9800 4596 16575 0,'2'0'1472'0,"0"-1"-1168"0,0 1-304 0,-1 0 0 16,0 0 2080-16,0 0 352 0,3 0 80 0,2 0 16 15,2 0-96-15,1 1 0 0,1 2-16 0,-10-3 0 16,0 0-1216-16,0 0-240 0,40 25-64 0,-40-25 0 15,0 0-384-15,0 0-96 0,38 48-16 0,-38-48 0 16,0 0-176-16,26 42-32 0,-26-42-16 0,0 0 0 0,25 38-176 0,-25-38 0 16,0 0 0-16,0 0 0 0,30 32 0 0,-24-28 0 15,-1-2 0-15,1 1-11840 16,-2-3-2240-16</inkml:trace>
  <inkml:trace contextRef="#ctx0" brushRef="#br0" timeOffset="135932.59">10068 4586 7359 0,'-1'-2'656'0,"-1"1"-528"15,1 0-128-15,0 1 0 0,0 1 2192 0,-1-1 416 16,-1 1 80-16,-2-1 0 0,-1 2-32 0,-2 1-16 16,-3 0 0-16,1 3 0 0,-2 0-704 0,-1 2-144 0,1 2-16 0,-1 0-16 15,-1 2-512-15,0-1-96 0,0 1-32 0,1 0 0 16,1 0-544-16,1-3-128 0,2 1 0 0,1-3-16 15,2 0-432-15,0-2 0 0,4 0 0 0,-1-3-17088 16</inkml:trace>
  <inkml:trace contextRef="#ctx0" brushRef="#br0" timeOffset="136326.18">10149 4558 17503 0,'5'-2'768'0,"0"-2"176"0,0 3-752 0,-2-1-192 16,-1 2 0-16,0 0 0 0,0-1 2960 0,3 1 560 15,2 0 128-15,2-2 0 0,2 1-1136 0,1 0-224 16,1-1-48-16,-1 0-16 0,1 1-1520 0,0-1-288 16,0 2-64-16,0-2-16 0,0 1-192 0,-1 1-144 15,1 0 192-15,0 0-192 0,-3 1 128 0,-1 1-128 16,-1 0 0-16,0 1 0 0,-3 1 0 0,0-1 0 15,-2 2 0-15,-2 1 0 0,-1-1 0 0,-2 2 0 0,-2 1 0 16,-1-1 0-16,-1 2-176 0,-2-1 16 0,-2 0 0 0,2 2 0 16,-1-2-32-16,-1 1-16 0,-3 2 0 0,-1-1 0 15,0 3-64-15,-1-2-16 0,2 1 0 0,2-3 0 16,1-2 64-16,2 1 16 0,2-2 0 0,1 0 0 16,1-2 208-16,2-1 0 0,2 1 0 0,0-1 0 15,2-1 0-15,0-2 128 0,3 1-128 0,0-2 0 16,3 1 368-16,0-2-48 0,1-1 0 0,2 1 0 15,0-1 64-15,1 1 0 0,0-2 0 0,0 1 0 0,0 0-384 16,1 1 144-16,-1 0-144 0,0 0 0 0,3 1 0 16,-4-1 0-16,0 2 0 0,1-2-17792 15</inkml:trace>
  <inkml:trace contextRef="#ctx0" brushRef="#br0" timeOffset="136593.5">10636 4558 25791 0,'1'0'1152'0,"-1"2"224"0,1-2-1104 0,-1 1-272 16,1 1 0-16,-1 0 0 0,1-1 1936 0,1 1 336 0,2 2 64 0,1 2 16 16,-5-6-736-16,0 0-144 15,0 0-16-15,0 0-16 0,38 44-784 0,-38-44-144 0,0 0-48 0,0 0 0 16,34 48-272-16,-34-48-64 0,0 0-128 0,27 42 192 15,-27-42-192-15,0 0 0 0,24 37 0 0,-24-37 0 32,0 0 0-32,0 0 0 0,0 0 0 0,30 34 0 15,-26-31-768-15,0-1-128 0,0-2-48 0,-1 0-16544 0</inkml:trace>
  <inkml:trace contextRef="#ctx0" brushRef="#br0" timeOffset="136787.15">10849 4572 13823 0,'-2'-2'608'0,"-1"0"128"0,2 2-592 0,-1 0-144 16,0 2 0-16,0-2 0 0,0 0 1776 0,-2 3 320 16,-2 1 64-16,-2 2 16 0,-4 2 336 0,-1 2 80 15,0 1 16-15,-1 1 0 0,-1 0-816 0,0 2-176 16,-2 1-16-16,1 0-16 0,-2 1-752 0,0-1-128 31,3 0-48-31,0-2 0 0,2 0-464 0,1-3-192 0,2 2 176 0,2-5-176 0,3-1-144 0,1-2-128 16,2 0-32-16,2-1-16912 0</inkml:trace>
  <inkml:trace contextRef="#ctx0" brushRef="#br0" timeOffset="137270.53">10922 4534 15663 0,'3'0'1392'0,"0"-2"-1120"0,0 2-272 0,-1-1 0 15,-1 1 2544-15,1 0 448 0,1 0 80 0,2-1 32 16,2 1-624-16,2-2-128 0,4 1-32 0,0-1 0 16,1 2-1520-16,0-2-304 0,1 1-64 0,0-1-16 31,-1 2-64-31,-1-1-16 0,0 0 0 0,-1 1 0 16,-1 0-160-16,-1 0-48 0,-2 1 0 0,1 0 0 15,-3 1-128-15,-1-1 0 0,-1 1 0 0,-2 0 0 0,-1 1 0 0,-1-1 0 16,-2 0 0-16,1 1 0 0,-3 2 0 0,-2-2 0 15,-1 1 0-15,-1 3 0 0,-1-3 0 0,-1 2 0 16,-1 0 0-16,0 2 0 0,1-2-176 0,0 0 48 16,1 0 0-16,1-1 0 0,1 0 128 0,2-3 0 15,1 3 0-15,1-2-128 0,1-1 128 0,1-1 0 16,2 0 0-16,1-1 0 0,0 0 0 0,2 0 0 16,-1 0 0-16,3 0 0 0,0-1 0 0,0 1 0 15,1 0 0-15,-1 0 128 0,1 1-128 0,1 1 0 0,0 1 128 0,0-1-128 16,-8-2 0-16,0 0 0 0,0 0 0 0,0 0 128 15,39 21-128-15,-39-21 0 0,0 0 0 0,0 0 0 16,0 0 0-16,0 0 0 16,33 34 0-16,-32-29 0 0,0 2 0 0,-1-3 0 0,-2 2 0 0,-1 0 0 15,-1-1 0-15,0 1 144 0,-3 0-144 0,1 1 0 16,-3-3 144-16,-1 2-144 0,-2 0 0 0,-1-1 144 16,-1 0-144-16,-1 0 0 0,-1 2 0 0,1-3 0 15,1 0 0-15,3 0-144 0,2-2 0 0,1-2-11184 16,3 2-2240-16</inkml:trace>
  <inkml:trace contextRef="#ctx0" brushRef="#br0" timeOffset="137572.31">11372 4589 13823 0,'0'-3'608'0,"1"1"128"0,0 0-592 0,0 0-144 16,-1 2 0-16,1 0 0 0,0 0 2128 0,1 0 400 15,0-2 80-15,2 2 16 0,1 0 368 0,0 2 80 16,1 1 0-16,0 1 16 0,-6-4-1616 0,0 0-336 0,0 0-64 0,0 0-16 16,37 35-480-16,-37-35-80 15,0 0-32-15,0 0 0 0,30 36-176 0,-30-36-32 0,0 0-16 16,0 0 0-16,39 42-240 0,-39-42 0 0,0 0 128 0,0 0-128 15,34 32 0-15,-34-32 0 0,0 0 0 0,0 0 0 32,0 0-416-32,0 0-80 0,0 0-16 0,0 0-17088 0</inkml:trace>
  <inkml:trace contextRef="#ctx0" brushRef="#br0" timeOffset="137774.44">11577 4577 20271 0,'-1'0'896'0,"-1"-2"192"0,0 2-880 0,1 0-208 16,-1 2 0-16,0-1 0 0,0 1 1920 0,-2 2 352 16,-2 1 64-16,-4 4 16 0,-2 3-96 0,-4 2-16 15,0 3 0-15,-2 1 0 16,-1 2-1168-16,-1-1-240 0,0 1-64 0,0-2 0 16,1-1-448-16,2-1-112 0,3-1-16 0,2-3 0 0,3-1-192 0,1-4-160 15,2 0 32-15,3-2-17648 16</inkml:trace>
  <inkml:trace contextRef="#ctx0" brushRef="#br0" timeOffset="139253.26">11862 4544 5519 0,'2'-4'496'0,"-1"1"-496"0,-1 0 0 0,1 1 0 0,1 2 1456 0,-2-1 192 31,0 1 32-31,1-1 16 0,0-2 1376 0,0 1 288 0,0-1 48 0,1 1 16 0,-2 0-736 0,1 0-160 31,-1 2-32-31,0 0 0 0,0 0-1040 0,-1 2-224 0,0-1-32 0,-1 0-16 0,-1 2-736 0,0 1-160 16,0 0-32-16,-2 0 0 16,1 1-128-16,-2 1-128 15,0 2 144-15,1 1-144 0,-2 0 144 0,1 2-144 16,-1 0 128-16,0 1-128 0,0 2 160 0,-1-2-160 16,2 0 192-16,-1 0-192 0,3-1 144 0,1-1-144 0,-1 1 0 0,0-1 144 15,1 0-144-15,2-1 0 0,0 0 0 0,0-3 0 16,1 0 0-16,1 0 0 0,0-1 0 0,0-2 0 15,0 0 0-15,2-1 0 0,2-1 0 0,-1 1 0 16,4-1 0-16,0-1 0 0,2-1 0 0,2 1 0 16,0-2 0-16,2 1 0 0,-1-1 0 0,3-1 0 15,-2 1-224-15,1 0 80 0,-1 0 16 0,0-1 0 16,0 0-304 0,-1 1-48-16,-1 0-16 0,-1 0 0 0,0-1-528 0,-2-1-96 0,1 1-32 0,-3 1 0 15,-1-1-1120-15,0 1-224 0</inkml:trace>
  <inkml:trace contextRef="#ctx0" brushRef="#br0" timeOffset="139441.97">12001 4551 6447 0,'-2'-3'576'0,"0"3"-576"16,1 1 0-16,0 1 0 0,0-2 2352 0,0 3 352 15,-2 1 80-15,-3 1 16 0,-1 5-16 0,-2 4 0 16,-2 5 0-16,1 0 0 0,0 4-1232 0,0-1-240 15,0 2-48-15,-1 0-16 0,3-1-416 0,0-2-64 16,0 0-32-16,3-2 0 0,1-2-432 0,1-2-96 16,2-3-16-16,1-3-15360 0</inkml:trace>
  <inkml:trace contextRef="#ctx0" brushRef="#br0" timeOffset="139710.44">12208 4598 11967 0,'2'-2'1072'0,"1"2"-864"16,0 0-208-16,-2 0 0 0,0 0 2080 0,1 2 368 16,1-1 80-16,3 1 16 0,-6-2 608 0,0 0 128 15,0 0 32-15,38 21 0 0,-38-21-1776 0,0 0-368 16,0 0-64-16,44 37-16 0,-44-37-368 0,0 0-80 15,40 38 0-15,-40-38-16 0,0 0-320 0,43 35-64 16,-43-35-16-16,0 0 0 0,41 30-224 0,-41-30 0 16,0 0 0-16,36 24 0 15,-36-24-464-15,0 0-96 0,0 0-16 0,0 0-16608 0</inkml:trace>
  <inkml:trace contextRef="#ctx0" brushRef="#br0" timeOffset="139914.34">12510 4584 13823 0,'-3'-2'608'0,"1"0"128"0,1 0-592 0,-1 2-144 0,0 2 0 0,0 0 0 15,-1-1 2256-15,0 2 432 0,-4 5 64 0,-4-1 32 16,-2 5 208-16,-3 2 32 0,0 1 16 0,-1 1 0 16,-1 0-1328-16,1 1-272 0,0-2-48 0,0-1-16 15,2 0-912-15,2 0-176 0,2-4-32 0,1 1-16 16,3-2-240-16,0-1 0 0,2-4 0 0,2 1-18064 15</inkml:trace>
  <inkml:trace contextRef="#ctx0" brushRef="#br0" timeOffset="140356.87">12749 4556 14735 0,'3'0'640'0,"-2"-2"160"0,1 2-640 0,-1 0-160 15,-1 0 0-15,-1 0 0 0,1 0 2944 0,-1 2 576 0,-1-2 96 16,-1 2 32-16,1 1-1232 0,-3 1-240 0,0 1-64 0,1-2 0 16,-2 4-1248-16,1-1-256 0,-1 0-48 0,0 0-16 15,2 2-256-15,-1-2-48 0,1 2-16 0,2-1 0 16,1-2-224-16,0-1 128 0,1 2-128 0,1-1 0 15,0-2 0-15,1 0 0 0,3 2 0 0,0-3 0 16,-5-2 0-16,0 0 0 0,0 0 0 0,0 0 0 16,35 22 0-16,-35-22 0 0,0 0 0 0,0 0 0 15,33 23 0-15,-33-23 0 0,0 0 0 0,0 0 0 16,30 31 0-16,-30-31 0 0,0 0 0 0,0 0 0 16,0 0 0-16,21 42 0 0,-21-42 0 0,0 0 0 0,0 0 0 0,0 0 0 15,3 34 0-15,-4-29 0 16,0-1 0-16,-1 0 0 0,1-1 0 0,-2 0 0 0,1-1 128 0,-2 1-128 15,0-1 0-15,0-1 144 0,-1 0 64 0,0 1 16 16,-1 1 0-16,-1 0 0 0,1 0-48 0,-1 0-16 16,-2 0 0-16,0 2 0 0,0-1-160 0,-1-1 0 15,-1 2 0-15,1-2 128 0,-1 0-128 0,1-2 0 16,0 1 0-16,0-2 0 16,3 0-1312-16,0-2-144 0</inkml:trace>
  <inkml:trace contextRef="#ctx0" brushRef="#br0" timeOffset="140560.44">12726 4577 7359 0,'4'-2'656'0,"-1"-1"-528"0,1 1-128 0,-1 2 0 16,0 0 2560-16,0-2 496 0,0 2 80 0,4-3 32 15,3 1 704-15,4-1 144 16,4 1 16-16,0 0 16 0,0 0-2192 0,-1-1-432 0,1 0-80 0,-1 1-32 15,-2 0-928-15,0 2-192 0,-1 0-48 0,-1 0-11504 16,-1 0-2304-16</inkml:trace>
  <inkml:trace contextRef="#ctx0" brushRef="#br0" timeOffset="142058.99">14930 3579 5519 0,'1'-2'496'0,"0"1"-496"0,-1-1 0 0,0 2 0 16,0 0 944-16,0 0 80 0,0-1 32 0,0-2 0 16,1 1 592-16,0-1 112 0,0 0 32 0,-1 1 0 15,1 2-512-15,-2 0-80 0,1 0-32 0,-2 2 0 0,1-1-288 0,-2 3-64 16,0 1-16-16,-1-1 0 16,0 2-368-16,-1 0-80 0,-1 4-16 0,1 0 0 0,-1 1-32 15,-1 2-16-15,-1 3 0 0,0-1 0 0,0 1-160 0,-2 3-128 16,1 0 192-16,-2 3-192 15,1 1 160-15,-1 0-160 0,0 3 128 0,0-2-128 0,2-2 336 0,-1 6-16 16,-1 3 0-16,-1 2 0 0,2 2 128 0,-1 3 0 16,2 0 16-16,2-1 0 0,2 0-208 0,1-4-64 15,2 2 0-15,3-4 0 0,1-2 0 0,-2-29-16 16,12 56 0-16,-12-56 0 0,22 53 96 0,-22-53 32 16,26 43 0-16,-26-43 0 0,29 38 208 0,-29-38 32 15,34 32 16-15,-34-32 0 0,32 29-240 0,-32-29-32 0,0 0-16 0,41 41 0 16,-41-41-272-16,0 0 160 0,33 37-160 0,-33-37 128 15,0 0-128-15,23 36 0 0,-23-36 0 16,0 0 0 0,0 0-720-16,24 33-80 0</inkml:trace>
  <inkml:trace contextRef="#ctx0" brushRef="#br0" timeOffset="142432.6">15623 3486 12895 0,'2'-9'576'0,"0"2"112"15,1 0-560-15,-1 2-128 0,-1 3 0 0,-1 2 0 0,1-3 1712 0,0 1 304 16,0-3 64-16,1 1 16 0,0 1 464 0,-1 0 112 0,0 3 16 0,-2 3 0 16,-1 4-1088-16,0 3-224 0,0 4-32 0,-2 0-16 15,0 3-624-15,0 4-128 0,0 3-32 0,-1 2 0 16,1 1-224-16,1-2-64 15,-1 1 0-15,2-2 0 0,2-24-256 0,-1 40 0 0,1-40 0 0,4 36-11120 16,-4-36-2320-16</inkml:trace>
  <inkml:trace contextRef="#ctx0" brushRef="#br0" timeOffset="142785.81">15260 3994 6447 0,'-7'4'272'0,"4"-3"80"0,-1 1-352 0,1 0 0 15,1-2 0-15,1 0 0 16,0 1 1952-16,0 1 320 0,-2-1 64 0,-1 2 16 0,0 0 304 0,2-1 64 0,0 1 16 0,1-3 0 31,1 2-832-31,2-2-176 0,0 1-16 0,4-1-16 0,1 0-544 0,5-1-96 0,1-1-32 0,1-1 0 16,3-1-368-16,3 0-80 0,3 0 0 0,2-1-16 31,1 1-144-31,0-1-32 0,2 0 0 0,-2 1 0 0,0 1-128 0,1-1-16 0,-1 3-16 0,-1-1 0 16,0 1-224-16,-1 1 0 0,-24 0 0 0,45 0 0 15,-45 0 0-15,40 1-192 0,-40-1 16 0,37 0 0 16,-37 0-848-1,34 3-160-15,-34-3-32 0,0 0-14528 16</inkml:trace>
  <inkml:trace contextRef="#ctx0" brushRef="#br0" timeOffset="143222.4">15439 4307 11967 0,'-6'2'1072'0,"2"1"-864"16,1-1-208-16,1-2 0 0,1 0 1792 0,-1 1 304 0,-2 0 64 15,-2 4 16 1,-2 0 496-16,-1-1 96 0,1 1 32 0,2-2 0 0,2-1-1056 0,1 0-208 0,0 1-32 0,3-3-16 16,0 2-656-16,2-2-128 0,2 0-16 0,-1 0-16 15,3 0-192-15,1-2-32 0,1 2-16 0,1-2 0 31,2 1-32-31,1 1 0 0,1-2 0 0,0 2 0 16,-13 0-208-16,27 0-64 0,-27 0 0 0,0 0 0 16,39 12-128-16,-39-12 0 0,0 0 0 0,0 0 0 15,42 27 0-15,-42-27 0 0,0 0 0 0,0 0 0 16,25 37 0-16,-25-37 0 0,0 0 0 0,-5 36 0 0,0-22-272 16,-3-2 16-16,-1 2 0 0,0-2 0 15,-1 2-144 1,-1-2-32-16,1 0 0 0,-1-2 0 0,1 1 192 0,0-2 48 0,2 1 0 0,1-3 0 0,3 0 64 0,1 0 128 15,2-2-208-15,3 0 80 0,1 0 128 0,-3-5 0 16,0 0 0-16,0 0 0 0,0 0 0 0,43 6 0 16,-29-9 0-16,2 0 0 0,2-3 368 0,0 2 0 15,2-3 0-15,-1 1 0 0,0 2-368 0,1-3 0 16,2 0-192-16,-1 0 64 16,0 2-1216-16,0-2-224 0</inkml:trace>
  <inkml:trace contextRef="#ctx0" brushRef="#br0" timeOffset="143631.88">15983 3624 4607 0,'2'-5'400'16,"-1"0"-400"-16,0 3 0 0,-1 2 0 0,0 0 1952 16,0 0 304-16,1-1 64 0,1-2 16 0,0 0 976 0,-1-2 192 15,2 3 32-15,-1-2 16 16,1 3-1312-16,0 1-256 0,-1 0-48 0,2 1-16 0,0 1-640 16,0 2-128-16,-4-4-16 0,0 0-16 15,0 0-480-15,27 38-80 0,-27-38-32 0,0 0 0 0,28 52-160 0,-28-52-48 16,20 43 0-16,-20-43 0 0,21 50-80 0,-21-50-32 15,19 59 0-15,-19-59 0 0,13 72-208 0,-8-34 176 16,0 2-176-16,-3 2 160 0,0 1-160 0,-2 0 0 16,-2-2 0-16,0-2 0 0,-1-3 0 0,-3 4 0 0,-2 2 0 0,-1 2 0 15,-3-2 0-15,0-2 0 0,-1-3 0 0,-1-2 0 16,-1-3 0-16,-1-3 0 0,-1-2 0 0,2-2 0 16,1-4 0-16,-1 1-256 0,0-6 64 0,-1 1 16 31,1-3-1312-31,-1-2-272 0</inkml:trace>
  <inkml:trace contextRef="#ctx0" brushRef="#br0" timeOffset="144732.29">16332 3366 2751 0,'-2'-3'256'0,"0"3"-256"0,1-2 0 0,0 2 0 16,0-2 1120-16,1 1 176 15,0 1 48-15,0 0 0 0,-2-2 848 0,0 2 176 0,0-1 48 0,0 0 0 16,-1 1-496-16,1-2-80 0,1 2-32 0,-1 0 0 15,0 0-272-15,0 2-48 0,1-2-16 0,0 0 0 16,0 0-304-16,0 0-64 0,1 0-16 0,0 0 0 16,0 0-320-16,0 0-64 0,1 0 0 0,0 0-16 15,2 0-256-15,0-2-48 0,0 1-16 0,3-1 0 0,1 0 16 0,0-1 16 16,1 2 0-16,2-2 0 0,0 1-208 0,1 1-64 16,-1 1 0-16,0 0 0 0,0 0-128 15,-2 0 0-15,1 3 0 0,-1-1 0 0,-2 0 0 0,0 1 0 16,-2 4 0-16,-1-3 0 0,0 4 0 0,-3-2 0 15,-1 2 0-15,-1-1 0 0,-2 0 0 16,-1 1 0-16,-2 0 0 0,1 1 0 0,-2-1 0 0,0-1 0 0,0 1 0 16,-1-1 0-16,2 0 0 0,0-2 0 0,0 2 0 0,0-3 0 15,1 1 0-15,0 0 0 0,0-3 0 0,0 0 0 16,2 3 0-16,-1-2 0 0,1-1 0 0,-1 0 0 16,2-1 0-16,-1 1 0 0,3 0 0 0,-1 1 0 15,0-3 0-15,1 2 0 0,1-2 0 0,0 0 0 16,0 1 0-16,2-1 0 0,0-1 0 0,1 1 0 15,2-2 0-15,1-1 0 16,3 1 0-16,-1-1 0 0,3 1 0 0,0-3 0 0,3 0 0 0,0 1 0 16,-1 0 0-16,0 0 0 0,0 1 0 0,1 0-176 15,-1 0-1200-15,-1 1-240 0,1 0-48 0,-2 1-13328 16</inkml:trace>
  <inkml:trace contextRef="#ctx0" brushRef="#br0" timeOffset="145093.62">16618 3344 8287 0,'-1'0'736'16,"0"0"-592"-16,0 0-144 0,1 2 0 0,-1-2 1056 0,0 0 176 16,-2 1 48-16,0 3 0 15,-1-1 1072-15,-2-1 208 0,2 5 64 0,-2-2 0 0,1-1-416 0,2 2-80 16,-1 0-16-16,0 2 0 0,2-3-752 0,0 2-144 15,2-1-48-15,-1 0 0 16,2 0-528-16,1 2-96 0,1-4-32 0,1 4 0 0,-4-8-368 0,0 0-144 0,0 0 0 16,0 0 144-16,35 24-144 0,-26-20 0 0,1-2 0 0,0 0 0 31,0-2 0-31,0-2 0 0,0 1 0 0,1-2 0 0,-1 0 0 0,-1-2 0 0,1-2 0 0,0 0 0 16,-1 1 144-16,-1-1 0 0,0-1 0 0,-3 1 0 15,1-1-16-15,-3 2 0 0,-1-2 0 0,0 1 0 16,-2 0 16-16,-2 0 0 0,0 1 0 0,-3 0 0 15,-1-1-144-15,-2 2 160 0,-2 0-160 0,-3 1 160 16,0 2-160-16,-2-1 0 0,1 3 0 0,1 0 128 16,-1 1-128-16,2 1-256 0,0 1 64 0,2-2-10976 15,2 4-2208-15</inkml:trace>
  <inkml:trace contextRef="#ctx0" brushRef="#br0" timeOffset="145880.1">16787 4205 11967 0,'-1'0'1072'15,"1"0"-864"-15,0 0-208 0,0 0 0 0,1 0 1280 0,-1 0 192 16,1 0 64-16,2 0 0 0,2 0 832 0,0-2 192 15,4 1 16-15,2-1 16 0,3 1-416 0,1-2-64 16,3 1-32-16,2-1 0 0,3 0-960 0,0 1-192 16,1 0-32-16,0-1-16 0,0 1-336 0,-2-1-64 15,1 1-16-15,-2 0 0 0,0-3-320 0,1 2-144 16,-2 0 128-16,-2 0-128 0,-3 0 0 0,0-2 0 16,0 3 0-16,-1-3 0 15,-2 3-1552-15,-2-3-192 16</inkml:trace>
  <inkml:trace contextRef="#ctx0" brushRef="#br0" timeOffset="146084.75">17145 3999 5519 0,'-2'-3'496'0,"1"1"-496"0,1 0 0 0,0 2 0 15,0 0 1872-15,0 0 288 0,-1 2 48 0,1-1 16 16,-1 2 1312-16,-1 3 272 0,1 1 48 0,-1 4 16 15,0 3-2048-15,-1 1-416 0,2 4-64 0,-2-1-32 16,0 3-400-16,-1 0-80 0,2 1 0 0,-2 0-16 16,1 3-432-16,0-2-64 0,0-4-32 0,2 3 0 15,1-22-512-15</inkml:trace>
  <inkml:trace contextRef="#ctx0" brushRef="#br0" timeOffset="147123.99">17885 3593 6447 0,'-1'0'576'0,"0"0"-576"15,1 0 0-15,0 0 0 0,0 0 896 0,0 0 80 16,-1 0 16-16,0 0 0 0,0 0 288 0,0 0 64 16,0 0 16-16,1-2 0 0,-1 2 368 0,1-2 80 15,0 1 16-15,1-1 0 0,1 1 112 0,0 0 32 16,-1-2 0-16,3-1 0 0,0 1-368 0,1 1-80 16,1-2-16-16,1 1 0 0,-1 0-576 0,2 1-112 15,3 2-32-15,-1-2 0 0,1 0-400 0,-1 4-96 16,1-2-16-16,-11 0 0 0,0 0-272 0,0 0 0 0,40 21 0 15,-40-21 0-15,0 0 0 0,0 0 0 0,21 43 0 0,-21-43 0 16,0 0 0-16,2 40 0 0,-4-26 0 0,-2 0 0 16,-1-2 0-16,0 0 0 0,-3 0-128 0,0-2 128 15,-1-1 0 1,-1-2 0-16,0 3-160 0,0-4 160 0,1 2-176 0,-2-1 48 0,1 0 0 0,0-3 0 16,-1 2 128-16,1 0-192 0,-1-1 192 0,2 0-192 15,1 2 0-15,0-2 0 0,0-1 0 0,1 0 0 16,1 1 192-16,1-1-192 0,0 0 192 0,2-1-192 0,0-1 192 15,2 1 0-15,1-1 0 0,0 0 0 0,2-2 0 16,2 1 0-16,1-2 0 0,0 1 0 0,4-3 0 0,0 1 0 16,2-2 0-16,1 1 0 15,0-2 0-15,2 1 0 0,2-1 0 0,-1 0 0 0,2 1 0 0,0-1 0 16,0 0 0-16,-1 1-128 16,0 1-1600-16,0-2-320 15,0 1-64-15,-1-1-11520 0</inkml:trace>
  <inkml:trace contextRef="#ctx0" brushRef="#br0" timeOffset="147486.29">18202 3698 2751 0,'0'-2'256'0,"0"1"-256"16,0-1 0-16,0 2 0 0,0-2 2432 0,0 1 432 0,0-1 80 0,0 0 32 15,-1-1 288-15,1-1 48 0,-1 1 16 0,0 2 0 16,-1 0-1440-16,1 2-288 0,-2 0-48 0,0 4-16 16,1 0-592-16,-1 2-128 0,-1 2-32 0,0 1 0 15,2 2-336-15,-1 0-80 16,0-1-16-16,1 1 0 15,0 0-128-15,2-12-32 0,0 0 0 0,0 0 0 0,4 40-192 0,-1-33 176 0,-3-7-176 0,0 0 160 16,0 0 64-16,0 0 16 0,0 0 0 0,37 18 0 16,-28-19 208-16,1-2 32 0,2-1 16 0,0-3 0 15,2 1-128-15,-1-2-32 0,0 1 0 16,-1-1 0-16,0-1-160 0,1 2-48 0,1-3 0 0,-1-1 0 0,-1 1-128 0,-1-1 0 16,-2 1 0-16,-1-1 0 15,-1 0 0-15,-3 0 0 0,0-1 0 0,-3 2 0 0,-2-1 0 0,-2 1 0 16,-2 0 128-16,-3-1-128 0,0 1 0 15,-3 1 0-15,0 1 0 0,-2 4 0 0,1-1 0 0,-2 5 128 16,0 2-128-16,0 1 0 0,0 1 0 0,1 4 0 16,1-2 0-16,2 2 0 0,2-1-128 0,1 0-128 31,2 0 0-31,4 0-17552 0</inkml:trace>
  <inkml:trace contextRef="#ctx0" brushRef="#br0" timeOffset="147706.51">18497 3593 23951 0,'6'-2'1056'0,"-2"0"224"0,-1 1-1024 0,0 1-256 0,-1 0 0 0,-1 0 0 16,2 1 2048-16,0 1 368 0,4 1 64 0,-7-3 16 15,0 0-1328-15,33 21-256 0,-33-21-48 0,0 0-16 16,41 33-560-16,-41-33-112 0,0 0-32 0,42 35 0 15,-42-35 32-15,0 0 0 0,40 29 0 0,-40-29 0 16,0 0-176-16,41 22 0 0,-41-22 0 0,0 0 0 16,33 13-432-1,-25-10-112-15,0-3-32 0,-2 0-15360 0</inkml:trace>
  <inkml:trace contextRef="#ctx0" brushRef="#br0" timeOffset="147896.51">18726 3558 18431 0,'-2'-3'816'0,"1"3"160"0,0-2-784 0,0 2-192 16,0 2 0-16,-1-2 0 0,1 3 2224 0,-2-1 400 15,-3 5 64-15,-2 2 32 0,-4 3-816 0,-1 3-176 16,-3 2-16-16,0 1-16 0,-1-1-992 0,1 2-192 16,-1-2-32-16,2 1-16 0,2-3-80 0,2-1-32 0,3-4 0 0,1 1 0 31,3-4-704-31,1 1-144 0</inkml:trace>
  <inkml:trace contextRef="#ctx0" brushRef="#br0" timeOffset="148133.25">18892 3512 17503 0,'4'-4'1552'0,"-2"2"-1232"0,1 0-320 0,-1 1 0 0,-1-1 2160 0,-1 2 368 16,0 0 80-16,0 2 16 0,1-1-80 15,-1 3-16-15,0 1 0 0,-1 3 0 16,-1 0-1632-16,-1 4-320 0,-1 0-64 0,4-12 0 0,-8 31-192 0,2-15-16 16,0 3-16-16,-2 0 0 0,0 1-64 0,1 0-16 15,-1 0 0-15,2-2 0 0,-1 0-208 0,3-2 0 16,4-16 128-16,-6 24-128 16,5-15 0-16,0 0 0 0,2-1 0 0,0-4-17696 0</inkml:trace>
  <inkml:trace contextRef="#ctx0" brushRef="#br0" timeOffset="148637.18">19131 3542 10127 0,'2'-1'896'0,"-1"-1"-704"0,0 2-192 0,-1 0 0 15,0 0 3136-15,0 2 608 0,0-2 112 0,0 2 32 16,0 1-336-16,1 1-64 0,0 1-16 0,1 0 0 15,-2-5-2192-15,0 0-448 0,0 0-96 0,0 0-16 16,0 0-320-16,34 28-64 0,-24-25-16 0,0-3 0 16,2 0-16-16,-1-3-16 0,1-1 0 0,-1-1 0 15,0 0-144-15,0-1-16 0,-2 0-128 0,-1-1 192 0,1 0-192 16,-2-3 0-16,0 1 0 0,0 0 0 0,-1-2 0 0,-3 1 0 16,0 0 0-16,-1 0 0 0,-1 1 0 15,-1-3 0-15,-2 2 0 0,-2-1 0 0,0 1 0 0,-2-1 0 16,-1 1 0-16,-2 0 0 0,0 3 0 0,0 0 0 15,-1 5 0-15,-1 0 0 0,2 2-192 0,0 2 192 16,0 2-192-16,0-1 192 0,1 4 0 0,0-2-128 16,0 3 128-16,2-2 0 0,1 1 0 0,1 0 0 0,1 0 0 0,3 1 0 15,0-2 0-15,1 2 0 0,-1-8 0 0,0 0 0 16,0 0 0-16,0 0 0 16,32 31 0-16,-32-31 0 0,0 0 0 0,0 0-128 0,37 19 128 0,-37-19 0 15,0 0 0-15,0 0 0 0,0 0 0 0,0 0 0 16,34 35-128-16,-34-35 128 0,0 0 0 0,0 0 0 15,4 45 0-15,-4-45-128 0,-7 31 128 0,0-16 0 16,0 2 0-16,-3 1 0 0,0 1 0 0,0 0 0 16,-1 0 0-16,-1-1 0 0,1-1 0 0,0 0 0 15,2-3 0-15,1 0 0 0,2-2 0 0,2 0 0 32,2-4-384-32,0 0-64 0,1 2 0 0,1-10-17296 0</inkml:trace>
  <inkml:trace contextRef="#ctx0" brushRef="#br0" timeOffset="148899.94">19541 3553 18431 0,'1'0'1632'0,"-1"-2"-1312"16,0 2-320-16,0 0 0 15,0 0 1968-15,1 0 320 0,-1 0 64 0,1-1 16 0,-1 1-192 0,1 1-16 0,1 3-16 0,0-1 0 16,0 1-1152-16,-2-4-224 16,0 0-64-16,0 0 0 0,0 0-224 0,16 50-48 0,-16-50-16 0,0 0 0 15,13 45-208-15,-13-45-32 0,0 0-16 0,15 47 0 16,-15-47-160-16,0 0 0 16,13 48 0-16,-13-48 128 0,0 0-128 0,0 0 0 0,13 48 0 15,-13-48 0 1,0 0-432-16,0 0-64 0,0 0-16 0,0 0-16448 0</inkml:trace>
  <inkml:trace contextRef="#ctx0" brushRef="#br0" timeOffset="149078.2">19674 3629 9215 0,'-1'-7'816'0,"0"4"-656"0,1 1-160 0,-1 0 0 0,0 1 2128 0,0 1 400 15,-1 1 80-15,-2 1 16 0,-2 0 464 0,-4 3 112 16,-3 2 0-16,-1 2 16 0,-4 3-864 0,-1 2-176 15,-4 1-48-15,-2 2 0 0,-1-1-1120 0,-1 1-240 32,0 2-32-32,1-3-16 0,4 1-528 0,2 0-192 0</inkml:trace>
  <inkml:trace contextRef="#ctx0" brushRef="#br0" timeOffset="150509.37">19947 3491 10127 0,'2'-2'896'0,"0"2"-704"15,-1-2-192-15,-1 2 0 0,0 0 1856 0,1 0 352 16,-1-1 64-16,1 1 16 0,0 3 272 0,0 0 64 16,0 3 16-16,-3 4 0 0,0 2-1456 0,2-12-288 15,-6 31-64-15,0-10-16 0,1 0-304 0,-2 3-48 0,0-1-16 0,-1 1 0 16,0 0 32-16,0 0 0 16,0-2 0-16,2-1 0 0,0-3-304 0,3-1-176 0,3-17 192 0,-5 26-192 31,5-16-448-31,1-1-192 0</inkml:trace>
  <inkml:trace contextRef="#ctx0" brushRef="#br0" timeOffset="151029.29">20210 3506 18431 0,'7'-10'816'0,"-4"5"160"15,0 0-784-15,-1 3-192 0,-1 0 0 0,-1 2 0 0,0-2 2176 0,0 1 400 16,0 1 80-16,0-1 16 0,-2 1-976 0,-1 2-192 15,-1 2-32-15,-2 1-16 0,0 3-816 0,-3 1-144 16,2 2-48-16,-1-1 0 0,0 1-128 0,2 1-48 16,1-2 0-16,1 2 0 0,4-12-144 0,0 0-128 15,0 0 144-15,0 0-144 0,10 42 0 0,-10-42 0 16,0 0 0-16,0 0 0 0,37 24 0 0,-37-24 0 16,0 0 0-16,38 20 0 15,-38-20 0-15,0 0 0 0,34 25 0 0,-34-25 0 0,0 0 0 0,0 0 0 0,33 38 0 0,-33-38 0 16,0 0 0-16,0 0 0 15,0 0 0-15,1 44 0 0,-7-37 0 0,-1-1 0 0,0 1 0 0,-2-2 0 16,0-1 0-16,-1 0 0 0,0 0 0 0,0-2 0 16,1 0 0-16,0 1 0 0,-1-3 0 0,-1 0 0 15,0-3 128-15,1 1-128 0,-1 0 0 0,3-3 0 16,0 0 128-16,1 1-128 0,2-1 0 0,0 0 0 16,1-1 128-16,2 0-128 0,1 0 0 0,2 0 144 15,2-1 128-15,1 0 32 0,2 0 0 0,2 0 0 16,1 0-304-16,2 1 0 0,1-2 128 0,1 1-128 0,0-1 0 0,0 1 0 15,2-2 0-15,2-1 0 0,0-2 0 0,2 0 0 16,0 1 0-16,-1-3-144 0,-2 4 144 0,-1-4-160 16,-3 2 160-16,-3-2-160 0,-3 2 160 0,-2 0 0 15,-3-2 0-15,-3-1-128 0,-2 2 128 0,-2 1 0 16,-2 2 0-16,-3 3 0 16,-1 0 0-16,-1 2 128 0,-1 3-128 0,-2 0 0 0,1 1 0 0,0 2 0 15,0 1 0-15,1 2-128 31,3 1-1120-31,1 0-224 0</inkml:trace>
  <inkml:trace contextRef="#ctx0" brushRef="#br0" timeOffset="151233.34">20462 3465 28559 0,'6'3'1264'0,"-3"-1"272"0,1 0-1232 0,-2 1-304 0,0-1 0 0,0 0 0 15,0 1 1088-15,2 1 176 0,-4-4 16 0,0 0 16 16,0 0-656-16,38 44-144 16,-38-44-32-16,0 0 0 0,36 40-464 0,-36-40 0 0,0 0 0 0,31 30 0 15,-31-30 0-15,0 0 0 0,0 0 0 0,29 34-10320 16,-29-34-2048-16</inkml:trace>
  <inkml:trace contextRef="#ctx0" brushRef="#br0" timeOffset="151453.28">20610 3515 16575 0,'0'0'1472'0,"-1"2"-1168"16,0-1-304-16,0 1 0 0,-1 0 1456 0,1 0 224 16,-2 3 48-16,-3 2 16 0,-1 4 368 0,-4 2 80 15,-1 6 16-15,-1-2 0 0,0-1-1184 0,-1 1-224 16,1 0-48-16,0 0-16 0,2-2-144 0,1 0-16 15,3-1-16-15,0-4 0 0,7-10-560 0,0 0 0 16</inkml:trace>
  <inkml:trace contextRef="#ctx0" brushRef="#br0" timeOffset="151689.81">20846 3445 18431 0,'0'-1'1632'0,"0"1"-1312"0,0 0-320 0,-1 1 0 0,0-1 1712 0,0 1 272 16,-1-1 48-16,-1 3 16 0,0 1-224 0,-3 1-32 16,0 0-16-16,0 3 0 15,0 1-960-15,0 2-192 0,0 1-48 0,0 2 0 0,-1-1 288 16,7-13 48-16,-11 32 16 0,11-32 0 0,-10 36-560 0,10-36-112 15,-9 33-32-15,9-33 0 0,-7 31-224 0,7-31 0 32,0 0 0-32,-4 40 0 15,4-40-1024-15,0 0-160 0</inkml:trace>
  <inkml:trace contextRef="#ctx0" brushRef="#br0" timeOffset="152083.47">20913 3468 8287 0,'1'-5'736'0,"0"3"-592"0,0 1-144 0,-1 1 0 15,0-2 1072-15,0 2 176 0,0 0 32 0,0 0 16 16,1 0 704-16,0 0 144 0,1 0 32 0,0 0 0 16,0 0-1184-16,2 0-224 0,2 0-64 0,-1-2 0 15,1-1 1136-15,0 1 208 0,3-1 64 0,-2-1 0 16,1 2-560-16,1-3-96 0,-1 2-32 0,1-1 0 15,0 1-800-15,-1-1-176 0,2 1-16 0,0 1-16 0,0-1-160 16,-1-1-16-16,0 3-16 0,1-1 0 0,-2 1-32 0,-1 0-16 16,1 1 0-16,-3 1 0 15,1-1 80-15,-1 1 0 0,-2 1 16 0,0 1 0 0,-1-1-128 0,-1 2-16 16,0 0-128-16,-2 3 192 0,0-1-192 0,-1 3 128 16,2-9-128-16,0 0 0 0,-9 35 0 0,9-35 128 15,-9 32-128-15,9-32 0 0,-13 39 0 0,4-17 0 16,0 3 128-16,-2-1-128 0,1-1 0 0,-2 1 128 15,0 2-128-15,1-2 0 0,1-1 0 0,1 0 128 16,0-2-128-16,9-21 0 0,-14 35 0 0,6-19 0 16,8-16 0-16,-13 31-160 15,13-31-912-15,-13 26-176 0,7-16-32 0,1-1-10016 0,0-4-2000 0</inkml:trace>
  <inkml:trace contextRef="#ctx0" brushRef="#br0" timeOffset="152277.19">20918 3733 13823 0,'1'-3'1216'0,"0"1"-960"0,1 2-256 0,-1 0 0 0,0 0 2352 0,0-1 416 15,2 0 96-15,3-4 16 0,3 0 368 0,3-2 80 16,2 0 0-16,2 0 16 16,1-2-1920-16,3 1-384 0,-2 0-80 0,2 1 0 0,0 1-624 15,-1-1-112-15,0 2-32 0,-2-2 0 16,-1 5-512-16,-2-2-128 0,-1 1 0 0,-1 3-17024 15</inkml:trace>
  <inkml:trace contextRef="#ctx0" brushRef="#br0" timeOffset="153184.41">17780 4161 8287 0,'-3'0'736'0,"0"0"-592"0,1 1-144 0,0-1 0 15,1 2 960-15,0-2 144 0,-3 0 48 16,-2 1 0-16,-1 1 208 0,0 0 48 0,3 1 16 0,0-2 0 16,1 0-160-16,1-1-48 0,2 2 0 0,1-2 0 15,0 0-224-15,2 1-48 0,0-1-16 0,1 0 0 16,-1 0-48-16,3 0-16 0,0 0 0 0,2 0 0 16,1-1-480-16,1 1-80 0,3 0-32 0,2 0 0 15,3-2-80-15,2 0-32 16,3 0 0-16,2-1 0 0,0 0 480 0,4 1 112 0,3 1 16 0,2 0 0 0,1 1 64 0,1-2 0 15,0 2 16-15,-2-3 0 0,0 0-224 0,1-1-48 16,3 2-16-16,-2-3 0 0,-6 2-240 0,4 1-32 16,1 2-16-16,1-1 0 0,1 1-272 0,0-1 160 15,-1-1-160-15,1 1 128 0,1-1-128 0,1 0 0 16,-1 1 0-16,1 1 0 0,1 0 0 0,1 0 0 16,2 1 0-16,-2-1 0 0,-1-1 0 0,-3 1 0 15,0-2 0-15,3 0 0 0,4 0 0 0,2 2 0 16,3-2 0-16,-1 2 0 0,-2-1 0 0,1 1 0 15,2-2 0-15,0-1 0 0,-2 3 0 0,2 0 0 16,3 0 0-16,0 0 0 0,-2 0 0 0,2-2 0 16,5 1 0-16,2 0 0 0,3 1 0 0,-2 0 0 0,-3 0 0 0,4 0 0 15,3 0 0-15,0-2 0 0,3 4 0 0,-4-4 0 16,-2 4 0-16,1-5 0 0,3-1 0 16,0 1 0-16,4 1 0 0,-2 0 0 0,-5-1 144 0,2-2-144 15,0 1 128-15,0-1-128 0,-1 2 160 0,-5-1-160 16,-7 1 0-16,0-1 128 0,-3 1-128 0,-5 1 0 15,-8 0 0-15,-5 0-160 0,0 1 32 0,-4-1-17312 16</inkml:trace>
  <inkml:trace contextRef="#ctx0" brushRef="#br0" timeOffset="154533.94">18254 4403 16575 0,'1'-3'1472'0,"1"2"-1168"15,-1-1-304-15,-1 0 0 16,0 2 1648-16,0-1 272 0,1 1 48 0,-1-3 16 0,1 0-48 0,0 1 0 16,-2 1 0-16,0 1 0 0,-2 3-1008 0,1 1-208 15,-2 4-32-15,-2 1-16 0,0 3 16 0,-3 4 0 0,1 2 0 32,-2 3 0-32,0 2-144 0,-2 0-32 0,0 4 0 0,-2-1 0 15,0 0-304-15,1-2-64 0,0-1-16 0,2-1 0 16,2-4-128-16,3-3 0 0,2-4 0 0,3-2-11216 15,3-3-2240-15</inkml:trace>
  <inkml:trace contextRef="#ctx0" brushRef="#br0" timeOffset="154786.7">18441 4496 22111 0,'2'-3'976'0,"0"2"208"0,-1-2-944 0,1 1-240 0,-1 2 0 0,0-2 0 0,1 2 2352 0,0-1 416 16,2 1 96-16,0 1 16 0,2 1-960 0,0 3-176 15,-6-5-32-15,0 0-16 0,0 0-928 0,0 0-192 16,34 39-48-16,-34-39 0 0,0 0-352 0,0 0-176 16,29 44 160-16,-29-44-160 0,0 0 0 0,0 0 0 15,32 40 0-15,-32-40 0 0,0 0 0 0,0 0 0 16,0 0 0-16,32 24-12096 15,-26-22-2368-15</inkml:trace>
  <inkml:trace contextRef="#ctx0" brushRef="#br0" timeOffset="154959.41">18623 4504 11967 0,'0'-2'1072'0,"0"1"-864"0,0-1-208 0,0 2 0 15,-1 0 2304-15,0-2 432 0,0 1 80 0,-1-1 0 16,-2 2-432-16,-1 0-80 0,-2 0-32 0,0 3 0 15,-2 4-880-15,-2-3-176 0,-1 6-48 0,-2-1 0 16,0 1-496-16,-1 1-96 0,-2-1-32 0,1 2 0 16,0 0-416-16,3-3-128 0,0 1 0 0,1-2 0 0,1 1 0 0,3-3-272 15</inkml:trace>
  <inkml:trace contextRef="#ctx0" brushRef="#br0" timeOffset="155353.69">18715 4471 29487 0,'10'-3'1296'0,"-5"1"288"0,1 0-1264 0,-2 1-320 16,-1 1 0-16,0-2 0 0,1 2 1344 0,3-3 224 0,4 0 32 0,5-2 16 16,3 0-848-16,2 2-192 0,0-1-16 0,-1 1-16 15,-2 1-288-15,-2 2-64 0,-1 2-16 0,-2 0 0 16,-13-2 64-16,0 0 16 0,0 0 0 0,36 17 0 15,-36-17-256-15,0 0 0 0,0 0 128 0,0 0-128 16,0 0 0-16,-5 42 144 0,-3-34-144 0,-1-2 128 16,-1 2-128-16,-2-1 0 0,1-1 0 0,-1 0 0 15,-1 1 0-15,0-2-176 0,0 2 176 0,0-3-128 0,1 1-16 16,-1 0 0-16,2 0 0 0,1 0 0 0,2-1 144 16,1-1-192-16,2 1 192 0,1 0-192 0,2-1 192 0,2 0 0 15,2-1 0-15,2 1 0 0,1-1 0 0,2-1 0 16,3 0 0-16,1-1 0 0,1 0 0 0,2 0 0 15,0 0 160-15,2 0-160 16,0-2 0-16,0 0 0 0,1-1 0 0,-2 1 0 0,0-1-192 0,1 0-96 16,1-1-16-16,-1 2-16368 15</inkml:trace>
  <inkml:trace contextRef="#ctx0" brushRef="#br0" timeOffset="155700.28">19305 4406 24879 0,'-1'-2'1088'0,"0"0"256"0,1 2-1088 0,0-2-256 0,0 2 0 0,0 0 0 0,0 2 1856 0,1-1 304 16,0 2 64-16,2 2 16 0,-3-5-768 0,0 0-160 15,0 0-32-15,23 43 0 0,-23-43-704 0,0 0-160 16,28 38-32-16,-28-38 0 0,0 0-144 0,33 35-48 15,-33-35 0-15,0 0 0 0,33 29-192 0,-33-29 0 16,0 0 0-16,0 0 0 16,38 26-528-16,-38-26-160 0,0 0-16 0,0 0-16192 0</inkml:trace>
  <inkml:trace contextRef="#ctx0" brushRef="#br0" timeOffset="155888.34">19502 4429 8287 0,'-3'1'736'0,"0"1"-592"0,0 1-144 0,1-3 0 16,-2 2 1792-16,-1 1 336 0,-4 2 64 0,-6 6 16 15,-5 3 736-15,-5 3 128 0,-4 2 48 0,0 2 0 16,0-2-1248-16,0 1-240 0,3-2-48 0,4-1-16 16,2-3-880-16,5-4-176 0,4 1-48 0,4-3-15648 31</inkml:trace>
  <inkml:trace contextRef="#ctx0" brushRef="#br0" timeOffset="156360.6">19740 4350 32255 0,'3'0'1424'0,"-1"-2"304"0,0 2-1392 0,0 0-336 16,-2 0 0-16,2 0 0 0,0 0 1440 0,1 2 224 15,2-2 32-15,4 2 16 0,1-1-1056 0,1 0-208 0,1 1-32 0,0-1-16 16,0 3-192-16,-1-3-32 0,2 1-16 0,-2 0 0 16,-1 1-32-16,0 1 0 15,-1-1 0-15,-1-1 0 0,-2 1-128 0,-1 1 0 16,-1-1 0-16,-3 1 0 0,-1-1 0 0,-1 1 0 0,-2 1 0 0,-3 0 0 16,-1 0 0-16,-2 1 0 0,0 0 0 15,-1 0 0-15,1 0 0 0,-2 0 0 0,-2 0 0 0,-2 0 0 16,0 1 0-16,1 0 0 0,1-2 0 15,3 1 0-15,1-2 0 0,1 1 0 0,3-1 0 0,1-2 0 16,1 1-144-16,1 0 144 0,2-1 0 0,2 0 0 16,1-2-128-16,2 0 128 0,0 0 0 0,2 2 0 0,-1-2-160 15,2 0 160-15,3 1-128 0,-1 3 128 16,-2-3 0-16,1 3 0 0,2-2 0 0,-11-2-128 0,0 0 128 0,0 0 0 16,39 24 0-16,-39-24 0 0,0 0 0 0,0 0 0 15,0 0 0-15,0 0 0 0,26 38 0 0,-27-34 0 16,-2 1 0-16,-1 0 0 0,-2 0 0 0,-2-2 0 15,0 1 0-15,-2 0 128 16,-1-1-128-16,-2 0 0 0,-1 1 0 0,-1-2 0 0,0 1 0 0,0-1 0 16,-2 1 0-16,2-1 0 31,0 0-320-31,0-2-128 0,3 3-16 0,1-1-17024 0</inkml:trace>
  <inkml:trace contextRef="#ctx0" brushRef="#br0" timeOffset="156674.07">20081 4487 10127 0,'3'-5'208'0,"-1"3"48"0,0-3 16 0,0 3 48 0,-1 0-320 0,0 1 0 0,0 1 0 0,0-2 0 16,1 0 2400-16,2-1 416 0,0-1 96 0,-1 1 16 0,1 2 432 16,1 0 96-16,-1 3 0 0,0 0 16 0,2 1-1584 0,-1 2-320 31,-5-5-64-31,0 0-16 0,0 0-848 0,0 0-192 16,40 35-16-16,-40-35-16 0,0 0-240 0,35 24-48 15,-35-24-128-15,0 0 192 0,34 21-192 0,-34-21 0 16,0 0 128-16,0 0-128 0,39 26 0 0,-39-26 0 15,0 0 0-15,0 0 0 0,0 0-256 16,31 26-32-16,-28-23-16 0,-2 0-17392 16</inkml:trace>
  <inkml:trace contextRef="#ctx0" brushRef="#br0" timeOffset="156895.75">20281 4475 13823 0,'-2'-2'1216'0,"1"0"-960"0,0 2-256 0,-1 0 0 16,0 2 2400-16,1-2 432 0,-1 2 96 0,-3 1 16 15,-1 1 16-15,-5 3 16 0,-2 1 0 0,-2 3 0 16,-3 1-1792-16,-1 2-352 0,1 0-80 0,-1 1-16 16,2-1-384-16,0-2-80 0,0 2-16 0,3-2 0 15,1 0-256-15,0-2 0 0,2 1 0 0,3-1-17152 16</inkml:trace>
  <inkml:trace contextRef="#ctx0" brushRef="#br0" timeOffset="157242.29">20522 4437 18431 0,'6'-2'816'0,"-4"-1"160"0,1 3-784 0,-1-2-192 0,-1 2 0 0,-1 0 0 15,1 0 2544-15,0-1 464 0,0 1 80 0,0 0 32 16,-1 0-1200-16,0 1-256 0,-2 2-32 0,-1 2-16 16,-1 1-928-16,1 0-192 0,-3 2-48 0,0 2 0 15,-1 0-288-15,-1 2-160 0,-1 2 160 0,0 0-160 16,1-1 128-16,-1 0-128 0,2 0 0 0,0 0 0 15,7-13 0-15,0 0 0 0,-5 31 0 0,5-31 0 16,0 0 0-16,0 0 0 0,0 0 0 0,0 0 0 16,27 31 0-16,-17-29 0 0,1-2 0 0,1 0 0 15,2 0 0-15,1-2-128 0,-1-1 128 0,-1 1 0 0,1-1-160 0,0 1 160 16,-1 0-128-16,0-2 128 16,-1 1-720-1,-1 2-64-15,1-2-16 0,-1 0 0 0,0 0-768 0,0 1-160 0</inkml:trace>
  <inkml:trace contextRef="#ctx0" brushRef="#br0" timeOffset="157431.14">20677 4458 12895 0,'-6'-2'576'0,"4"2"112"0,-1 0-560 0,-1 0-128 0,1 0 0 0,1 2 0 16,0-1 2592-16,-2 3 480 0,-4 1 112 0,-1 3 16 15,-4 4-224-15,0 4-32 0,-2 2-16 0,1 4 0 16,1-1-1728-16,2 1-352 0,1 3-64 0,2-3-16 15,8-22-384-15,-11 48-96 0,11-48-16 0,-5 42-11600 16,5-42-2336-16</inkml:trace>
  <inkml:trace contextRef="#ctx0" brushRef="#br0" timeOffset="158028.94">21942 3619 10127 0,'1'-5'896'0,"0"1"-704"0,0 0-192 0,-1 3 0 0,0-2 1600 0,0 1 304 16,0-2 48-16,0-3 16 16,0-1 400-16,0-3 96 0,1 1 16 0,-3 0 0 0,0 4-656 15,-2 1-128-15,1 2-32 0,-1 3 0 0,-1 2-816 0,-1 2-160 16,-3 4-48-16,0 5 0 0,-3 5-256 0,-1 3-64 15,-2 6-16-15,0 1 0 0,1 3 64 0,-1 3 16 16,-2 3 0-16,0 6 0 16,0 2-32-16,1 4 0 0,-1 4 0 0,2 2 0 0,1-1-160 0,2-2-16 15,4-2-16-15,3-5 0 0,3-4-160 0,3-1 0 16,4 1 0-16,-5-41 0 0,13 73 0 0,-13-73 0 16,17 59 128-16,-17-59-128 15,16 49 0-15,-16-49 0 0,19 46 0 0,-19-46 0 0,18 41 0 0,-18-41 0 0,0 0 0 0,26 55 0 31,-26-55-1232-31,0 0-240 0</inkml:trace>
  <inkml:trace contextRef="#ctx0" brushRef="#br0" timeOffset="158375.37">22220 3577 12895 0,'1'-5'1152'0,"0"0"-928"15,0 3-224-15,-1 2 0 0,0 0 880 0,0 0 128 16,0-1 16-16,0-1 16 0,0 0 1616 0,0-3 320 15,-2 3 64-15,1 2 16 16,-2 0-1424-16,0 5-288 0,-1 0-48 0,-1 6-16 16,0 1-432-16,0 4-80 0,5-16-32 0,-10 43 0 15,10-43-288-15,-9 50-48 0,9-50-16 0,-6 52 0 0,6-52-256 0,-7 56-128 0,7-56 128 0,-9 55-128 16,9-55 0-16,-9 58 0 16,9-58-192-16,-8 50-15936 0</inkml:trace>
  <inkml:trace contextRef="#ctx0" brushRef="#br0" timeOffset="158676.06">21870 4240 29487 0,'-2'-2'2624'0,"2"1"-2112"15,0 1-512-15,0 0 0 0,0 0 1088 0,-1-1 128 16,0 1 0-16,0-2 16 0,0 1 176 0,0-3 16 16,0 1 16-16,0 1 0 0,3 0-960 0,1-1-192 15,2-1-32-15,3 1-16 0,3-2-112 0,2 0 0 16,3 1-128-16,1-1 192 0,2-1-64 0,0 0 0 16,2 1-128-16,2-2 192 0,1 2-192 0,2-1 0 15,-1 0 128-15,0 2-128 0,1-1 0 0,-1 1 144 16,0 1-144-16,-2 2 128 0,-1 0-128 15,-3-1 0-15,-1 2 0 0,-4-1 0 0,-2 1 0 0,-2 0 0 0,-1 0 0 0,0 0 0 32,-1 0-1088-32,-1 0-192 0,2 0-32 0</inkml:trace>
  <inkml:trace contextRef="#ctx0" brushRef="#br0" timeOffset="159086.7">21985 4407 22111 0,'-6'4'1968'15,"1"-1"-1584"-15,3-1-384 0,2-2 0 0,1 1 608 0,-2 0 32 16,0 1 16-16,-3 1 0 0,0 2 1200 0,0-3 224 16,1 3 48-16,2-3 16 0,2 1-400 0,2-3-80 15,3 0 0-15,2-2-16 0,3-1-800 0,1 0-144 16,2 0-48-16,1-2 0 0,3 1-432 0,0 0-96 15,-4-1 0-15,0 3-128 0,0-1 128 0,-2 0-128 16,0 2 0-16,-1-1 0 0,-2 1 0 0,-2 2 0 16,0 1 0-16,-3-1 0 0,0 0 0 0,-2 4 0 0,-1-2 0 0,-2 3 0 15,-2 0 0-15,-2 2 0 0,-3 2 0 0,0 0 0 16,-1 1-128-16,-2 1-48 16,-1 1 0-16,-1 0 0 0,0 2-32 0,-1 0-16 15,2 0 0-15,0-1 0 0,3-2-32 0,1 0-16 0,2-2 0 0,2-1 0 16,3-2 144-16,1-2 128 0,0-5-192 0,0 0 192 15,0 0 0-15,0 0 0 0,0 0 0 0,32 14 0 16,-23-14 128-16,2-2 48 0,2-1 0 0,2-1 0 16,1-1-560-1,0 0-96-15,2 1-32 0</inkml:trace>
  <inkml:trace contextRef="#ctx0" brushRef="#br0" timeOffset="159465.7">22438 3515 9215 0,'-1'-6'400'0,"1"1"96"15,1 2-496-15,0 0 0 0,-1 3 0 0,0 0 0 0,0 0 1872 0,1-1 288 0,-1 0 48 16,1-1 16-16,0 0 352 0,0 1 80 16,0-1 16-16,0 2 0 0,0 0-976 0,0 3-192 0,1 3-32 0,-2-6-16 15,0 0-656-15,0 0-128 0,12 41-32 0,-12-41 0 16,12 46 128-16,-12-46 32 0,16 65 0 0,-16-65 0 16,16 72-176-16,-16-72-48 0,14 82 0 0,-10-37 0 15,0 2-384-15,-2 1-64 0,-2 2-128 0,-3-3 176 0,-2 0-176 0,-2-1 0 16,-2-1 0-16,-4 1 0 0,-3 0 0 0,-2 1 0 15,-2 3 0-15,-1-2 0 0,-2-1 0 0,-1-2 0 16,-2-4 0-16,-2-1 0 0,-2-2 0 0,-2-2 0 16,-1 1-128-16,2-3 128 15,4-6-1328-15,-2 1-192 0</inkml:trace>
  <inkml:trace contextRef="#ctx0" brushRef="#br0" timeOffset="160821.47">22632 3236 14735 0,'-7'0'1312'0,"3"0"-1056"0,0 0-256 0,1 0 0 15,1 2 416-15,1-2 32 0,0 2 0 0,-1-2 0 16,0 1 1584-16,-1 0 320 0,0 1 64 0,1-1 16 16,0 1-736-16,2-1-144 0,1 0-16 0,2-1-16 15,3 1-144-15,1-2-32 0,2 1 0 0,0-1 0 16,1 0-400-16,0 1-96 0,1 0-16 0,-3 1 0 16,0 0-560-16,0 2-112 0,-3-1-32 0,1 3 0 15,-2 0-128-15,-1-1 0 0,0 2 0 0,-1 0 0 16,-1 1 0-16,-1-2 0 0,-1 3 0 0,0 0 0 15,-1 0 0-15,0-1 0 0,0 0 0 0,0 0 0 0,-1 0 0 16,1-2 0-16,0 1 0 0,-1 0 0 0,1-1 0 0,1-1 0 16,-2 1 0-16,-1 0 0 15,0-1 0-15,0 1 0 0,-2 0-144 0,0 0 144 0,-1 0 0 0,1 1-192 16,-2-1 192-16,2-2-160 0,0 1 32 0,0-1 0 16,0 2 0-16,1-2 0 0,0 0 128 0,1 0 0 15,1 0 0-15,3 0 0 0,-1 0 0 0,2 0 0 16,0-1 0-16,2-1 0 0,2 1 0 0,1 0 0 15,4-2 0-15,0 0 0 0,3 0 0 0,0 0 0 0,0-2 0 16,0 0 128-16,1-1-320 0,-1 0-64 0,0 1-16 16,-1 0 0-1,-1 0-1280-15,-2 0-256 0,0 1-48 0</inkml:trace>
  <inkml:trace contextRef="#ctx0" brushRef="#br0" timeOffset="161137.16">22835 3352 15663 0,'0'-3'688'0,"0"0"144"15,0 3-656-15,-1-2-176 0,0 2 0 0,0 0 0 0,0 0 1840 0,-1 0 336 16,0 2 64-16,-3-1 0 0,-2 3-896 0,1 0-192 16,-1 0-48-16,-1 3 0 15,1 0-320-15,0 1-64 0,2 0-16 0,-1 2 0 16,2-2 64-16,3 0 16 0,1 0 0 0,0 1 0 0,3-2-240 0,1-1-48 15,2 0-16-15,0-1 0 0,1-1-224 0,3 1-32 16,1-4-16-16,1 1 0 0,1-2 320 0,0-3 64 16,2-1 16-16,0 1 0 0,2-2-176 0,1-2-48 15,-1 3 0-15,-2-4 0 0,-3 2-256 0,-2-2-128 16,-3 3 128-16,-4-2-128 0,-3 1 0 0,-5-2 0 0,-3 1 0 16,-6 0 0-16,-3-1-160 0,-2 0-64 0,-2 2-16 0,1-1 0 31,-1 2-240-31,5 3-48 0,2 0-16 0</inkml:trace>
  <inkml:trace contextRef="#ctx0" brushRef="#br0" timeOffset="163650.74">1585 6088 12895 0,'-1'0'1152'0,"1"0"-928"0,0 0-224 0,-1 0 0 16,1 0 864-16,-1 0 128 0,1 0 32 0,-1 2 0 15,0-2 544-15,1 0 112 0,0 0 32 0,0 1 0 16,0-1-496-16,0 0-80 0,1-1-32 0,2 1 0 15,0 0-208-15,2-2-32 16,0 2-16-16,2-3 0 0,2 0 80 0,1 1 16 0,4-2 0 0,0 1 0 16,2-2-176-16,0 2-16 0,2-1-16 0,2 0 0 15,1 1-288-15,1-1-48 0,1-1-16 0,0 0 0 16,0-2-192-16,-2 1-32 0,-1 0-16 0,-2 1 0 16,0-1-144-16,-3 0 128 0,-2 2-128 0,0-1 128 15,-4 0-128-15,-2 3 0 0,0 2-160 0,-3 0-16656 16</inkml:trace>
  <inkml:trace contextRef="#ctx0" brushRef="#br0" timeOffset="163855.67">1871 5762 19343 0,'-2'-2'1728'0,"1"2"-1392"0,1 2-336 0,0-1 0 0,-1 3 1248 0,0 0 176 16,-1 4 48-16,-1 4 0 16,0 9 736-16,-3 5 160 0,0 8 16 0,0 4 16 0,0 0-1184 0,0-3-224 15,0-2-48-15,0 1-16 0,0-2-432 0,2-3-96 0,-1-2-16 16,1 1 0-16,2-2-224 0,2-2-160 16,-1 0 192-16,1 1-17168 0</inkml:trace>
  <inkml:trace contextRef="#ctx0" brushRef="#br0" timeOffset="165190.65">2450 5715 1839 0,'-3'-4'160'0,"0"3"-160"0,1-1 0 0,2 1 0 0,1 0 3440 0,-1 1 656 0,1-2 128 0,0 1 16 31,0-1-1968-31,1-3-400 0,1 3-80 0,2-3 0 0,1 0-400 0,0 1-80 15,1-1-16-15,1 0 0 16,0 3-208-16,1 0-64 0,-1 2 0 0,0 2 0 16,-8-2-208-16,0 0-48 0,0 0-16 0,36 14 0 15,-36-14-384-15,0 0-80 0,0 0-16 0,0 0 0 16,39 38-112-16,-39-38-32 0,0 0 0 0,0 0 0 16,0 0-128-16,0 0 0 0,0 0 144 0,15 40-144 15,-17-35 0-15,-2 1 144 0,-2 0-144 0,0 2 0 0,-3-1 128 0,0 1-128 16,-1 0 0-16,0 1 0 0,-1-2 0 0,-2 4 0 15,0-2 0-15,-1 0 0 0,0 2-208 0,-1-1-48 16,0 0-16-16,1 0 0 0,1-2-112 0,1 2 0 16,1-2-16-16,0 0 0 0,2 1 272 0,2-3 128 15,1 1-128-15,3-5 128 0,0 3 0 0,3-4 0 16,0 1 0-16,1-2-128 0,2 0 128 0,-1-1 0 16,3-1 0-16,0-1 128 0,1 1 224 0,3-2 48 15,-1-1 16-15,1 2 0 0,0-1 272 0,1 1 48 16,-1 1 16-16,1 0 0 0,0 1-320 0,-10 1-64 15,0 0-16-15,37 0 0 0,-37 0-224 0,27 0-128 0,-27 0 160 16,27-2-160-16,-27 2-176 0,28-2-128 0,-12-2-16 0,2 0-16960 16</inkml:trace>
  <inkml:trace contextRef="#ctx0" brushRef="#br0" timeOffset="165522.56">2791 5696 11967 0,'-5'-2'528'0,"2"2"112"0,1 0-512 0,0 0-128 0,0 0 0 0,0 1 0 15,0 0 1280-15,-1 4 208 0,-1 1 48 0,-4 3 16 16,0 3 720-16,-1 4 144 0,0 3 16 0,0 2 16 0,1 0-736 0,0 0-160 16,1 1-16-16,1-1-16 15,3 0-400-15,1-3-80 0,2-18-16 0,2 30 0 0,-2-30-496 0,0 0-96 16,0 0-32-16,0 0 0 0,34 29-400 0,-24-30 0 15,2-1 0-15,0-3 0 0,0-2 192 0,1-2 16 16,0 0 0-16,0-1 0 0,-1-2 32 16,0-1 0-16,1 0 0 0,-2-1 0 0,-1 0-240 0,-1-1 0 15,-1-2 0-15,-1 3 0 0,-3 0 0 0,-2 2 0 0,-2-2 0 16,-2 2 0-16,0 0 0 0,-4 3 0 0,-1 2-128 0,-3-1 128 16,-2 2-256-16,-1-1 16 0,-1 4 0 0,0 2 0 31,-1 0-176-31,0 1-32 0,1 2-16 0,1 0 0 15,2 3-304-15,2 0-48 0,0-1-16 0,3 4-14224 0</inkml:trace>
  <inkml:trace contextRef="#ctx0" brushRef="#br0" timeOffset="165837.57">3075 5720 6447 0,'0'-5'576'0,"0"1"-576"0,0 1 0 0,0 1 0 0,1 2 3648 0,-1-2 640 15,1 2 112-15,-1-1 16 0,1 1-1344 0,0-2-288 16,1 4-48-16,0 1-16 0,0 1-1408 0,0 4-288 16,-2-8-48-16,0 0-16 0,10 40-256 0,-10-40-48 15,10 36-16-15,-10-36 0 0,17 38-208 0,-17-38-48 16,18 37-16-16,-18-37 0 0,0 0-240 0,30 47-128 15,-30-47 128-15,0 0-128 0,28 32 0 0,-28-32 0 16,0 0 0-16,0 0-192 16,0 0-1472-16,38 7-320 0</inkml:trace>
  <inkml:trace contextRef="#ctx0" brushRef="#br0" timeOffset="166026.84">3295 5711 16991 0,'-5'0'368'0,"1"2"80"0,0 0 0 0,1-1 48 0,0 3-496 0,0-2 0 0,-1 3 0 0,-3 2 0 16,-3 5 2560-16,-5 4 400 0,-6 7 96 0,-1 2 16 0,0 1-1264 0,1-2-240 15,-1 0-48-15,2-3-16 16,2 2-640-16,2-5-128 0,3-1-32 0,2-4 0 0,2 0-512 0,1-2-192 16,2-2 0-16,2-2-15952 15</inkml:trace>
  <inkml:trace contextRef="#ctx0" brushRef="#br0" timeOffset="166279.25">3526 5646 16575 0,'-1'-2'1472'0,"0"2"-1168"0,0 2-304 0,0-2 0 15,0 1 2448-15,-1 1 432 0,1 1 96 0,-2 1 16 16,-1 3-784-16,-1 2-160 0,-1 3-16 0,0 2-16 16,0 1-1248-16,0 0-256 0,1 3-64 0,0-2 0 15,1 2 128-15,-1 0 0 0,1 4 16 0,0-3 0 16,-1 2-192-16,1-2-32 16,0 0-16-16,-1-3 0 0,1 1-352 0,1-3 0 15,3-14 0-15,-3 21 128 0,2-13-320 0,1-4-48 16,2-3-16-16,1 0-17120 0</inkml:trace>
  <inkml:trace contextRef="#ctx0" brushRef="#br0" timeOffset="166752.24">3728 5759 28559 0,'0'3'1264'0,"0"-3"272"0,0 3-1232 0,0-3-304 15,1 2 0-15,-1-2 0 0,1 0 1808 0,0 0 304 16,2 0 64-16,0-2 16 0,2 0-1152 0,2-1-224 0,0-1-48 0,2-3-16 31,1 0-272-31,0-1-48 0,0-2-16 0,1-1 0 0,1 1-224 0,-1-4-64 16,-1 2 0-16,-1-1 0 16,-2 1-128-16,0 2 0 0,-2-2 0 0,-3 1 128 15,0 0-128-15,-3 2 0 0,-1 0 0 0,-1 1 0 16,-2 1 0-16,-2 0 0 0,-2 3 0 0,0-2 0 0,-2 3 0 0,-1 0 0 0,0 1 128 0,-1 4-128 15,0 0 0-15,-1 2 0 0,0 4 0 0,0-1 128 0,1 3-128 0,1 1 0 16,0 0 0-16,3 0 0 0,-1-2-128 0,3 1 128 16,1-1 0-16,2 1 0 0,1-1 0 0,2 0 0 15,1-1 0-15,2-3 0 0,-2-5 0 0,0 0 0 16,0 0 0-16,0 0 0 16,0 0 0-16,42 25 0 0,-42-25 0 0,0 0 0 0,37 5 0 0,-37-5 0 15,0 0 0-15,36 3 0 0,-36-3 0 0,0 0 0 16,0 0 0-16,0 0 0 0,0 0 0 0,37 21 0 15,-37-21 0-15,0 0 0 0,0 26-128 0,-4-14 128 16,1 2 0-16,-4 3 0 0,0 1 0 0,-3 2 0 16,1 1 0-16,-1 0 0 0,1 3 0 0,-1-3 0 31,-1 1 0-31,3-1 0 0,1-5 0 0,0-1 0 0,3-4 0 16,1-2 0-16,1-1 0 0,0-3 0 0,1 0 0 0,1-3-12224 15,1 1-2416-15</inkml:trace>
  <inkml:trace contextRef="#ctx0" brushRef="#br0" timeOffset="167036.12">4016 5669 20271 0,'-1'0'1792'0,"0"1"-1424"15,1-1-368-15,0 0 0 0,1 2 1104 0,-1-2 160 16,0 3 16-16,1 0 16 0,1 3 416 0,0 0 80 16,-2-6 0-16,0 0 16 0,0 0-576 15,24 42-112-15,-24-42-32 0,0 0 0 0,26 45-80 0,-26-45-32 16,0 0 0-16,30 50 0 0,-30-50-432 0,21 37-96 16,-21-37 0-16,19 35-16 0,-19-35-304 0,0 0-128 15,23 47 0-15,-23-47 128 0,0 0-128 0,0 0 0 16,26 42 0-16,-26-42 0 15,0 0-496-15,0 0-80 0,0 0 0 0,0 0-16864 0</inkml:trace>
  <inkml:trace contextRef="#ctx0" brushRef="#br0" timeOffset="167227.09">4265 5698 4607 0,'-3'-2'400'0,"0"0"-400"0,1 2 0 0,-1 0 0 16,1 1 3168-16,1 0 544 0,-3 2 128 0,-2 1 0 15,-1 3-1264-15,-6 3-256 0,-2 3-48 0,-4 2-16 16,-1 2-16-16,-1 2-16 0,-3 2 0 0,-1 0 0 16,0 2-1008-16,3-3-208 0,1-1-48 0,1-2 0 0,6-3-800 0,1-2-160 15,4 0 0-15,3-3-16912 16</inkml:trace>
  <inkml:trace contextRef="#ctx0" brushRef="#br0" timeOffset="168140.96">4445 5713 16575 0,'1'-3'1472'0,"-1"3"-1168"0,0 0-304 15,0 0 0-15,0 0 1536 0,0 0 256 16,0 0 64-16,0 0 0 0,-1 1 48 0,0 3 16 0,-1 1 0 0,-1 5 0 15,0-1-1136-15,-1 5-208 0,1 4-64 0,-3 2 0 16,0 4-32-16,-1 0-16 0,0 2 0 0,-2-1 0 16,2 0-128-16,-1-2-16 15,2 1-16-15,0-6 0 0,2-1-96 0,0-2-16 0,2-1 0 0,0-2 0 16,1-5-192-16,1 2 0 16,0-2 0-16,0-3 0 15,2-1-624-15,-1 0-16 0,2-3 0 0,-1 0-14400 0</inkml:trace>
  <inkml:trace contextRef="#ctx0" brushRef="#br0" timeOffset="168692.2">4627 5758 9215 0,'7'-7'816'0,"-3"0"-656"0,-1 4-160 0,-2 3 0 0,-1 0 2352 0,0-2 432 16,3-3 96-16,1 1 0 0,1-4 608 0,0 1 112 15,-2 2 32-15,-1 1 0 0,-1 2-1664 0,-3 2-336 16,0 2-64-1,0-1-16-15,-2 2-976 0,0 2-208 0,0 0-48 0,1-1 0 0,0-1-192 0,1 2-128 0,1-1 128 16,0-1-128-16,3 2 0 16,-1-3 0-16,2 0 0 0,1 3 0 0,1-2 0 0,-5-3 0 0,0 0 0 0,0 0 0 15,0 0 0-15,42 23 0 0,-42-23 0 0,0 0 0 16,34 24 0-16,-34-24 0 0,0 0 0 16,31 33 128-16,-31-33-128 0,0 0 0 0,26 43 0 0,-26-43 0 15,0 0 0-15,15 43 0 16,-15-43 0-16,0 0 0 0,9 33 0 0,-9-33 0 0,0 0 0 0,0 0 0 31,-3 31 0-31,0-25 0 0,0-1 0 0,1-1 0 0,-3-1 0 0,0 2 0 16,0-2 0-16,-3-1 0 0,1 0 0 0,-2 3 0 15,-1-2 0-15,-2-1 0 0,1 0 0 16,-2 0 0-16,-1 1 0 0,0-1 0 0,0 1-192 0,0-1-16 16,1-2 0-16,0 0 0 0,1 0 80 0,1 0 128 15,2 0-208-15,0-2 80 0,2-3 128 0,0 0 0 16,2 1 0-16,3-4-128 0,1 1 128 0,2-2 0 15,2-2 0-15,2 0-128 0,2-1 128 0,2-2 0 16,1 0 0-16,0 2 0 0,1 0 144 0,1 0 16 16,1-2 0-16,1 2 0 0,0 0-160 0,0 0 128 15,1 1-128-15,-1-1 128 0,-1 0-128 0,1 0 0 0,1-1 0 16,0 0 0-16,0-1 0 0,1-2 0 0,-2 3 0 0,-1-2 0 16,-1 1 0-16,-1 1 0 0,-2-3 0 0,-1 2 0 15,-3 1 128-15,-1-1-128 0,-2 2 128 0,-3 0-128 16,-2 3 144-16,-3-1-144 0,-3 6 160 0,-4 1-160 15,-2 4 272-15,-4 3-32 0,-1 3-16 0,-3 3 0 16,-1 4-224-16,-3 2 0 0,3 1 0 0,0 0 0 16,0 4-512-1,3-2-208-15</inkml:trace>
  <inkml:trace contextRef="#ctx0" brushRef="#br0" timeOffset="169513.17">2183 6213 1839 0,'-4'0'160'0,"1"0"-160"0,0 0 0 0,1 1 0 0,1-1 2368 0,0 0 432 15,1 2 80-15,-1-2 32 0,0 2-784 0,0-2-144 16,1 2-48-16,1-2 0 0,2 2-192 0,2-2-32 16,1 0-16-16,3-2 0 0,-9 2 96 0,0 0 32 15,37-2 0-15,-37 2 0 16,30-4-672-16,-30 4-144 0,34-1-32 0,-34 1 0 0,34-3-320 0,-34 3-64 16,36-1-16-16,-36 1 0 0,44-2-192 0,-44 2-64 15,49-3 0-15,-24 0 0 0,3 1 0 0,1-1 0 0,-1 1 0 0,2 0 0 16,-1-1-80-16,-1 1-32 0,-2 0 0 0,2-1 0 15,6 1-208-15,1-2 128 0,-1 1-128 0,3 0 0 16,2 1 0-16,2 0 0 0,-1 0 0 0,0 1 0 16,0 1 0-16,0-2 0 0,1 2 0 0,0-3 0 15,4 3 0-15,-1-2 128 0,-2 2-128 0,1 0 0 16,0 2 0-16,0-4 0 0,-8 1 128 0,1 0-128 16,5-3 0-16,3 0 176 0,2 2-176 0,1 0 160 0,-2 2-160 15,0-2 160-15,-1 0-160 0,2 1 160 0,2-1-160 0,0-1 128 16,1 1-128-16,2 2 128 0,1 2-128 0,-2-1 0 15,-4 1 0-15,1-2 0 0,0-2 0 0,2 4 0 16,1 0 0-16,0 1 0 0,-7-1 0 0,-1 0 0 16,2 0 0-16,0-2 0 0,-1 0 0 0,2 0 0 15,1 0 0-15,0 0 0 0,-4 1 0 0,-3-1 0 16,-1 2 0-16,-4-2 0 0,-6 0 0 0,-1-2 0 16,2 1 0-16,-29 1 0 0,51 0 0 0,-51 0 0 15,39 3 0-15,-39-3-18560 16</inkml:trace>
  <inkml:trace contextRef="#ctx0" brushRef="#br0" timeOffset="171039.66">2824 6496 911 0,'-4'-9'0'0,"3"3"0"0,-1 1 0 0,2 1 0 15,0 2 3776-15,0 1 656 0,1-1 144 0,-1-1 32 16,1-1-1648-16,-1-1-320 0,1-1-64 0,-1 3-16 16,0 0-544-16,0 1-112 0,0 2-32 0,-1 2 0 15,1 3-784-15,-1 4-176 16,-1 3-16-16,-1 3-16 0,0 1-384 0,0 1-80 0,-2 6-16 0,-2 3 0 16,1-2-224-16,-2 2-48 0,-2 2-128 0,1-4 192 15,-1 0-192-15,1 0 0 0,-1-5 128 0,2 0-128 16,1-3 0-16,2-2 0 0,0-2 0 0,2-2 0 0,1-1 0 0,1-4-256 15,1 2 48-15,0-4-11120 16,1-1-2208-16</inkml:trace>
  <inkml:trace contextRef="#ctx0" brushRef="#br0" timeOffset="171323.53">3048 6513 11967 0,'1'-1'1072'0,"0"-1"-864"0,-1 2-208 0,0 0 0 16,1 0 2080-16,-1 0 368 0,1 0 80 0,1-2 16 15,0 4 368-15,1 0 80 0,0 0 16 0,1 5 0 16,-4-7-1552-16,0 0-304 0,0 0-64 0,22 41-16 16,-22-41-432-16,0 0-64 0,23 44-32 0,-23-44 0 15,0 0-256-15,29 46-48 0,-29-46-16 0,0 0 0 16,28 40-224-16,-28-40 0 0,0 0 0 0,0 0 0 15,30 38 0-15,-30-38-128 0,0 0 128 0,0 0-11456 16,0 0-2176-16</inkml:trace>
  <inkml:trace contextRef="#ctx0" brushRef="#br0" timeOffset="171495.93">3241 6519 11967 0,'-3'3'1072'0,"0"0"-864"15,0-2-208-15,0 1 0 16,2 1 1120-16,-3 2 176 0,-3 1 48 0,-4 4 0 0,-4 5 992 0,-4 4 208 16,-2 1 32-16,-1 2 16 0,2-3-832 0,0 0-160 15,4-3-48-15,0-1 0 0,4-1-816 0,0-4-160 16,0 1-48-16,2-1 0 16,1-3-768-16,2 0-144 0,0-2-48 0,3 0-14096 0</inkml:trace>
  <inkml:trace contextRef="#ctx0" brushRef="#br0" timeOffset="171920.78">3387 6516 20271 0,'3'0'896'0,"0"-2"192"0,-1 2-880 0,0-1-208 0,0 1 0 0,-1 0 0 16,1 0 2064-16,1 0 368 15,1 0 80-15,3 0 16 0,2-1-816 0,0 1-176 0,2 0-16 0,0-2-16 0,-1 2-672 0,0 0-128 16,-10 0-16-16,0 0-16 0,34 0-64 0,-34 0-16 16,0 0 0-16,32 4 0 0,-32-4-272 0,0 0-64 15,0 0-16-15,37 17 0 16,-37-17-240-16,0 0 144 0,0 0-144 0,0 0 128 16,14 38-128-16,-17-29 0 0,-1 2 0 0,-3 0 0 0,-1-1 0 0,-2 1 0 15,0-1 0-15,-2 1 0 0,0 0 0 0,-2 0-176 16,-1-2 16-16,1 0 0 15,0 1-272-15,0 0-48 0,2-1-16 0,1-2 0 16,2 0 48-16,3-1 0 0,0-2 0 0,1 1 0 0,4-2 448 0,0-2 0 0,1 2 0 0,2-1 0 16,0 1 0-16,3-1 0 0,-5-2 0 0,0 0 0 15,0 0 512-15,36-2 32 0,-23 1 16 0,1-3 0 16,1 1-80-16,1-1-16 0,1 1 0 0,1-2 0 16,0 1-336-16,1-1-128 0,0 2 0 0,-1-1 0 15,2-1 0-15,0 2 0 16,-1-1-176-16,1-1-11760 0,-1 0-2352 15</inkml:trace>
  <inkml:trace contextRef="#ctx0" brushRef="#br0" timeOffset="172172.16">3920 6501 23039 0,'-2'1'1024'0,"2"0"192"0,0 0-960 0,0 2-256 31,0-2 0-31,0 1 0 0,1 0 1536 0,0 0 272 0,2 5 48 0,-3-7 16 0,0 0-160 0,0 0-48 16,24 46 0-16,-24-46 0 0,0 0-544 0,27 39-112 15,-27-39-32-15,0 0 0 0,33 39-448 0,-33-39-80 16,0 0-32-16,34 37 0 0,-34-37-288 0,0 0-128 16,27 35 0-16,-27-35 128 15,0 0-128-15,0 0 0 0,22 35 0 0,-22-35 0 16,0 0-848-16,0 0-160 0,0 0-16 0,0 0-16128 0</inkml:trace>
  <inkml:trace contextRef="#ctx0" brushRef="#br0" timeOffset="172345.08">4136 6516 10127 0,'-2'0'896'0,"-1"1"-704"0,1 1-192 0,0 1 0 15,0 0 1424-15,-1 0 256 0,-3 5 48 0,-4 1 16 16,-4 8 848-16,-5 2 160 0,0 4 48 0,-2 1 0 15,-3 0-624-15,2 0-112 0,1-1-16 0,1-4-16 16,2 0-656-16,2-5-128 0,3-1-32 0,2-2 0 16,1-2-864-16,2-1-176 0,3-4-48 0,2-2-17216 15</inkml:trace>
  <inkml:trace contextRef="#ctx0" brushRef="#br0" timeOffset="172817.49">4369 6474 29487 0,'-1'0'1296'0,"0"0"288"0,1 0-1264 0,-1 0-320 0,1 0 0 15,1 0 0-15,0 0 1648 0,0-2 272 0,2 2 48 0,2 0 16 16,1-2-928-16,2 1-176 0,2 1-48 0,1-2 0 15,-11 2-448-15,25 0-112 0,-25 0-16 0,29 2 0 16,-29-2-96-16,0 0-32 0,40 5 0 0,-40-5 0 16,0 0-128-16,0 0 0 0,36 10 0 0,-36-10 0 15,0 0 0-15,0 0 0 0,0 0 0 0,0 0 0 16,0 0 0-16,-2 33 0 0,-5-26 0 0,-1-2 0 16,0 2 0-16,-3-1 0 0,-1 2 0 0,-1-1 0 15,0 0 0-15,-2 0 0 0,1 0 0 0,1 1 0 16,2-2 0-16,0 2 0 0,2-4 0 0,2 1 0 0,2 0 0 0,1-3 0 15,3 0 0-15,1 1 0 0,1-1 0 0,3-2 0 16,1 1 0-16,-5-1 0 0,0 0 0 0,0 0 0 16,33 4 0-16,-33-4 0 0,0 0 0 0,36 7 0 15,-36-7 0-15,0 0 0 0,45 15 0 0,-45-15 0 16,0 0 0-16,38 18 0 0,-38-18 0 0,0 0 0 16,0 0 128-16,0 0-128 0,32 31 0 0,-32-31 0 15,0 0 0-15,-2 15 0 0,-2-9 0 0,-4 2 0 16,-2-2 0-16,-3 2 128 0,-3 1 0 0,-3-2 0 15,-1 3 0-15,-5-3 0 0,2 0-128 0,-1 1 0 0,-1 0 0 16,1 0 0-16,2 1-256 0,0-2-48 0,4 1 0 0,2-2-17904 16</inkml:trace>
  <inkml:trace contextRef="#ctx0" brushRef="#br0" timeOffset="173368.64">5682 5744 6447 0,'2'-8'576'0,"-1"2"-576"0,0 1 0 15,0 2 0-15,-1 3 1936 0,0-1 288 0,-1 1 48 0,1-1 16 16,-1-1 704-16,-1-1 144 0,0 1 16 0,-2 2 16 16,-1 0-1376-16,1 3-288 0,-2 1-48 0,0 0-16 15,-1 4-272-15,-1 1-48 0,0 1-16 0,-1 2 0 16,-2 7-592-16,-2 2-112 0,-1 7-16 0,-2 1-16 15,0 5-176-15,3 3-16 0,-3 1-16 0,2 0 0 16,1 0 272-16,2-1 48 0,1 2 16 0,0 6 0 0,0 2-192 0,2 1-48 16,1 1 0-16,2-4 0 15,1-4-256-15,2-3 128 0,0 0-128 0,2-3 0 0,2-4 144 0,-2-31-144 16,11 52 0-16,-11-52 144 0,19 45-144 0,-19-45 0 16,0 0 0-16,34 41-11936 15,-34-41-2336-15</inkml:trace>
  <inkml:trace contextRef="#ctx0" brushRef="#br0" timeOffset="174644.51">6085 5704 16575 0,'1'-1'1472'16,"-1"1"-1168"-16,0 1-304 0,0 1 0 0,-1-1 1488 0,0 2 240 15,0 2 64-15,0 4 0 16,-1 1-448-16,-1 7-96 0,0 2-16 0,-2 2 0 0,1 1-832 0,-1 1-160 16,1 1-48-16,-1-2 0 0,1-1-192 0,1 1 0 15,0-4 0-15,3-18-12464 16</inkml:trace>
  <inkml:trace contextRef="#ctx0" brushRef="#br0" timeOffset="174959.9">5668 6196 7359 0,'-8'-2'656'0,"4"2"-528"0,0 0-128 0,1-1 0 16,3 1 1888-16,0 0 352 0,0 0 64 0,-1 0 0 16,0 0 832-16,1 0 144 0,1 0 48 0,1 1 0 15,3-1-1104-15,1 2-224 0,-6-2-32 0,0 0-16 16,33 3-800-16,-33-3-176 0,35 0-16 0,-35 0-16 16,46-3-368-16,-20 0-80 0,4-2-16 0,1-1 0 15,4 0-160-15,2-2-16 0,2 1-16 0,-1 0 0 16,-7 0-160-16,3 0-128 0,2-3 144 0,1 1-144 0,-1 2 0 15,-2-1 0-15,-2 1 0 0,-3 2 0 0,-3 2 0 0,-2 2 0 16,-24 1 0-16,39 0 0 16,-39 0-544-1,0 0 0-15,36 4 0 0,-36-4 0 0,0 0-1040 0,0 0-208 0</inkml:trace>
  <inkml:trace contextRef="#ctx0" brushRef="#br0" timeOffset="175384.81">5943 6410 20271 0,'-3'1'1792'0,"0"0"-1424"0,3 1-368 0,0-2 0 16,-1 0 1376-16,0 1 208 0,-2 3 32 0,-2-1 16 15,1 1 592-15,-2 1 112 0,1-2 32 0,1 1 0 16,0-1-992-16,2 0-192 0,1 1-32 0,2-4-16 15,2 2-512-15,0-2-112 0,2 0 0 0,2 0-16 16,-7 0-224-16,0 0-32 0,0 0-16 0,38 5 0 16,-38-5-224-16,0 0 176 0,0 0-176 0,46 15 160 15,-46-15-160-15,0 0 0 0,0 0 0 0,36 26 0 16,-36-26 0-16,0 0 0 0,0 0 0 0,0 0 0 16,13 42 0-16,-14-32 0 0,-3 2 0 0,-3 0 0 0,0 1 0 0,0-1 0 15,-2 0-176-15,0-2 176 0,0 1-240 0,-1 0 48 16,0-2 0-16,2 0 0 0,0 0 0 0,4-1 0 15,0-2 0-15,2-1 0 0,2 0 192 0,2 0-144 16,-2-5 144-16,0 0-128 0,0 0 128 0,0 0 0 16,45 7 0-16,-45-7 0 0,31 0 160 0,-31 0 16 15,33-4 0-15,-33 4 0 0,33-6-48 0,-15 2 0 16,-1 1 0-16,2-4 0 0,-2 3-128 0,2-4-224 0,-1 1 48 16,1 0-11856-1,0-2-2368-15</inkml:trace>
  <inkml:trace contextRef="#ctx0" brushRef="#br0" timeOffset="175731.72">6526 5810 20271 0,'-1'-10'896'0,"1"4"192"0,0-2-880 16,1 4-208-16,0 2 0 0,0 1 0 0,0-1 1616 0,0 0 288 16,2-1 48-16,1-1 16 0,0 3 352 15,1 1 80-15,-5 0 16 0,0 0 0 0,0 0-1232 0,30 33-240 16,-30-33-48-16,0 0-16 0,31 50-336 0,-31-50-64 16,25 44-16-16,-25-44 0 0,26 51-112 0,-26-51-32 15,24 56 0-15,-24-56 0 0,22 63-80 0,-15-30-32 16,-2 2 0-16,-1 3 0 0,-2 5-80 0,-2 2-128 15,-3 0 176-15,-1 0-176 0,-4-5 0 0,-1 1 0 0,-2-1 0 16,-5 3 0-16,-2-3 0 0,-1 3 0 0,-1-3 0 16,-2-2 0-16,1-3 0 0,0-6 0 0,3-7 0 0,-1 0 0 15,1-4 0-15,-3-1-320 0,2-3 32 0,-2 0-18624 16</inkml:trace>
  <inkml:trace contextRef="#ctx0" brushRef="#br0" timeOffset="177226.49">6844 5668 14735 0,'1'0'1312'0,"-1"0"-1056"15,1 0-256-15,1-2 0 0,-1 2 1504 0,0-1 240 16,2 0 48-16,1 0 16 0,2-2 688 0,1 1 144 16,3 0 32-16,-1 0 0 0,0-1-1040 0,1 3-208 15,1 0-32-15,0 0-16 0,0 0-608 0,0 1-112 16,-1 1-16-16,0 0-16 0,0-2-256 0,-1 2-48 15,-1 0-16-15,-1-1 0 0,-1 1-160 0,0 0-16 0,-1 1-128 0,-2-1 192 16,0 0-192-16,-1 1 0 0,-2-1 0 0,0-1 0 16,-2 1 0-16,-1 0 0 0,0 2 0 0,-1-1 0 15,-1 2 128-15,-1-1-128 0,-1 1 0 0,-1 0 144 16,0 0-144-16,-1 2 0 0,0-2 0 0,0 3 0 16,-2 0 0-16,2-1 0 0,0 1 0 0,1-2 0 15,1 2 0-15,1-3 0 0,1 2 0 0,0-3 0 16,2 1 0-16,2 0 0 0,0-3 0 0,2 0 0 0,0-1 0 0,2-1 0 15,0 0 0-15,2-1 0 0,1 1 0 0,1-3 0 16,1 0 0-16,0 0 0 0,0 0 0 0,1 1 0 16,0-2 0-16,1 1 0 0,-1 1 0 0,1-1 0 15,1 0 0-15,0-1 0 0,2 0-240 0,-1 1-16 16,0 1-16-16,-1 0-17136 16</inkml:trace>
  <inkml:trace contextRef="#ctx0" brushRef="#br0" timeOffset="177557.01">7209 5630 11055 0,'-2'0'480'0,"1"0"112"0,0 0-464 0,-1 0-128 0,1 0 0 0,0 0 0 16,-1 1 1424-16,0 0 272 0,-1 2 48 0,-2 2 16 15,0 1 256-15,0 0 48 0,0 2 16 0,0 1 0 16,0 2-704-16,2-1-144 0,0 1-16 0,0 1-16 15,3-12-240-15,0 0-32 0,2 33-16 0,-2-33 0 16,0 0-144-16,0 0-16 0,0 0-16 0,30 36 0 16,-30-36-416-16,0 0-64 15,31 6-32-15,-19-6 0 0,0 0 160 0,0-3 16 0,1 0 16 0,0-4 0 16,0 2-16-16,0-3 0 0,0-1 0 0,-2 2 0 0,-2-3-208 0,-1 2-64 16,-1 0 0-16,-3-1 0 0,0 1-128 0,-3 1 0 15,-3 0 0-15,-2-2 0 0,0 2 0 0,-5 2 0 16,-2 0 0-16,-2 0 0 15,-1 3-736-15,-1-2-80 16,0 3-16-16,0-1 0 0,2 2-560 0,1 2-112 0,3-1-32 0,-1 4-13024 16</inkml:trace>
  <inkml:trace contextRef="#ctx0" brushRef="#br0" timeOffset="178312.6">7537 6254 9215 0,'-2'0'816'0,"1"0"-656"15,1 0-160-15,0 0 0 0,0 0 1504 0,-1 0 272 16,0 0 48-16,-1 0 16 0,-1 2 400 0,1-2 64 16,1 0 32-16,0 0 0 0,2 1-352 0,0 0-80 31,3-1-16-31,1 0 0 0,1 0-288 0,3-1-48 16,2 0-16-16,1-2 0 0,1 1-448 0,3-1-112 0,1-1-16 0,1 0 0 0,0 1-576 0,2-2-128 15,1 1-32-15,-2-1 0 0,1 2-224 0,-3-1 0 16,-2 1 0-16,1 1 0 0,-16 2 0 0,29-3 0 0,-18 1 0 15,-2 2 0-15,0-2-176 0,-3 0-80 0,-1 2 0 0,-2 0-17632 16</inkml:trace>
  <inkml:trace contextRef="#ctx0" brushRef="#br0" timeOffset="178549.61">7732 6064 17503 0,'-2'-5'768'0,"0"2"176"0,2 1-752 0,-1 2-192 0,1 0 0 0,0 0 0 0,-1 0 2000 0,1-1 368 16,0 1 80-16,-2 1 16 0,0 2-416 0,0 2-64 31,0 1-32-31,-1 4 0 0,1-2-864 0,0 5-192 0,-2-1-16 0,1 3-16 0,-1 3-224 0,1 1-64 31,-1 2 0-31,-1 3 0 0,-2 2-192 0,0 3-32 16,-1-3-16-16,1 0 0 0,1 0-208 0,1-5-128 15,2 1 128-15,3-22-128 0,-3 33 0 0,3-33 0 16,0 0-192-16,7 38-17520 0</inkml:trace>
  <inkml:trace contextRef="#ctx0" brushRef="#br0" timeOffset="179162.99">8466 5955 15663 0,'-3'-1'688'0,"1"-1"144"0,1 2-656 0,0 0-176 16,1 0 0-16,0 0 0 0,1 0 1408 0,0-1 256 15,2 0 64-15,0-1 0 0,3 0 256 0,1-1 64 16,3 0 16-16,-1 0 0 0,3 0-496 0,1 0-96 15,1 0-32-15,0 1 0 0,-14 2-544 0,30 0-128 16,-30 0 0-16,0 0-16 0,42 10-496 0,-42-10-80 16,0 0-32-16,0 0 0 0,35 33-144 0,-35-33 0 15,0 0 0-15,0 0 0 0,10 43 0 0,-12-34 0 16,-1 3 0-16,-2-3 0 0,-1 1 0 0,-1-1 0 0,-2-2 0 0,1 1 0 16,-1-1 0-16,-2 1 0 0,-1 0-160 0,1-1 160 15,-1 1-128-15,0-2 128 0,1 2 0 0,-1-3-144 16,3 2 144-16,-2-1 0 0,0 2 0 0,0-1-128 15,-1 0 128-15,2 0 0 0,1-1-144 0,2-2 144 16,2 0 0-16,0 0-176 0,2-1 176 0,2 0-128 16,0-1 128-16,3-2 0 0,1 0 0 0,2 0 0 15,2-2 0-15,1 0 0 0,3-1 0 0,1 1 128 0,1-1 256 0,-2 1 64 16,-11 2 16-16,22-2 0 0,-22 2-80 0,36-1-32 16,-15-1 0-16,2 2 0 0,-23 0-160 0,41-2-16 15,-21 0-16-15,1 2 0 0,0-3-160 0,-2 1 0 16,0-3 0-16,-3 3 0 15,-1-3-592-15,0 0-160 16</inkml:trace>
  <inkml:trace contextRef="#ctx0" brushRef="#br0" timeOffset="179524.84">8994 5912 16575 0,'-1'0'1472'0,"0"0"-1168"0,1 0-304 0,-1 0 0 16,1 0 1808-16,-1 0 304 0,-1 2 64 0,-1 0 16 16,-2 2-48-16,0 2-16 0,-2 4 0 0,0 2 0 15,0 2-1072-15,0 0-224 0,0 0-32 0,1 3-16 16,0 0-64-16,1 1-16 0,2-1 0 0,3-17 0 16,-2 29-208-16,2-29-48 0,0 0-16 0,0 0 0 15,15 42-240-15,-15-42-64 0,0 0 0 0,0 0 0 16,40 20 32-16,-40-20 0 0,31-1 0 0,-13-4 0 15,1-1 64-15,-1-4 16 0,1-1 0 0,-2-2 0 0,-1 1-112 0,0-2 0 16,0 0-128-16,-3-3 192 0,-1 3-192 0,-4-3 0 16,-2 3 0-16,-2 2 0 0,-4 0 0 0,-3 1 0 15,-1 1 0-15,-4-1 0 0,0 2 0 0,-3 0 0 16,-2 0 0-16,-1 2 0 0,-1 0-208 0,-1 1 64 16,2 1 16-16,1 2 0 0,-1 2 128 0,1 1 0 15,1 1 0-15,1 2-128 0,3 2 128 0,2-1-208 16,1 3 80-16,2-3 128 15,2 2-1024-15,1-6-64 0</inkml:trace>
  <inkml:trace contextRef="#ctx0" brushRef="#br0" timeOffset="179791.26">9359 5841 23951 0,'4'-2'1056'0,"-2"1"224"0,1 1-1024 0,-1-2-256 0,-1 2 0 0,0 0 0 16,0 0 1920-16,0 0 336 0,3 2 64 0,0-2 16 16,-4 0-752-16,0 0-160 0,0 0-16 0,0 0-16 15,33 38-624-15,-33-38-112 0,0 0-16 0,27 49-16 16,-27-49-272-16,0 0-48 0,29 51-16 0,-29-51 0 16,0 0-160-16,34 38-128 0,-34-38 192 0,0 0-192 15,35 28 0-15,-35-28 0 0,0 0 0 0,35 20 0 16,-35-20-496-1,0 0-144-15,0 0-48 0,39 16-11024 0,-39-16-2224 0</inkml:trace>
  <inkml:trace contextRef="#ctx0" brushRef="#br0" timeOffset="179979.77">9627 5879 11967 0,'-1'-7'528'0,"0"2"112"0,0 2-512 0,0 1-128 16,0 1 0-16,-1 1 0 0,0 1 2656 0,-1 2 496 15,-3 2 112-15,-4 4 0 0,-2 3-848 0,-4 5-176 16,-2 3-48-16,-3 2 0 16,2 2-880-16,-2-3-176 0,2 2-48 0,0-1 0 0,2-3-288 0,1 0-64 15,3-5-16-15,1 0 0 0,3-2-496 0,2-2-96 0,2-3-128 0,3 0-16992 16</inkml:trace>
  <inkml:trace contextRef="#ctx0" brushRef="#br0" timeOffset="180279.05">9875 5784 12895 0,'1'1'576'0,"-1"0"112"0,0 1-560 0,-1 1-128 16,0 0 0-16,-1 0 0 0,1 0 1984 0,-2 5 384 16,3-8 64-16,-11 27 0 0,2-6-528 0,0 4-112 15,-1 2-32-15,1-1 0 16,0 0-480-16,1-2-112 0,1-3-16 0,7-21 0 16,-9 37-160-16,9-37-32 0,-5 29-16 0,5-29 0 0,0 0-672 0,-1 35-128 15,1-35-16-15,0 0-128 16,0 0-448-16,0 0-192 0</inkml:trace>
  <inkml:trace contextRef="#ctx0" brushRef="#br0" timeOffset="180750.59">10054 5969 17503 0,'1'0'1552'0,"1"2"-1232"0,0-2-320 0,-1 0 0 15,1 0 2816-15,0 0 496 16,-2 0 96-16,0 0 32 0,29-4-1008 0,-13 0-208 16,2-2-48-16,-1-1 0 0,1-5-1232 0,-1 2-256 0,1-3-48 0,-1-2-16 15,-1 2-304-15,0-2-48 0,-1-2-16 0,-2 1 0 16,-3 4-256-16,-1-2 160 0,-1 1-160 0,-2-1 128 0,-1 0-128 0,-2 2 0 16,-2 0 0-16,-3 0 0 0,-1 0 0 0,-2 3 0 15,-2 0 0-15,-2 1 0 0,0 0 0 0,-3 2 0 16,0 2 0-16,1 1 0 15,-1 3-192-15,2 0 192 0,0 5-160 0,1-2 160 0,-1 4 0 0,2-1 0 16,0 3-128-16,-2 0 128 0,2 2 0 0,0-1 0 16,3 1 0-16,0 0 0 0,5-11 0 0,-5 25 0 15,5-25 0-15,0 0 0 0,4 33 0 0,-4-33 0 0,0 0 0 16,0 0 0-16,29 33 0 0,-29-33 0 0,0 0 0 0,0 0-144 16,41 17 144-16,-41-17-192 0,0 0 192 0,29 7-192 31,-29-7-192-31,0 0-64 0,0 0 0 0,26 0 0 0,-23-2 192 0,0 2 48 0,0 0 0 0,-3 0 0 15,-1 2 208-15,-1-2 0 0,-2 5 0 0,-2 0 0 16,-1 1 0-16,-3 4 160 0,-1 2-32 0,0 4 0 16,-1 1 64-16,0 1 0 0,-1 2 0 0,-1-1 0 15,1 1-192-15,0 0 192 0,0-1-192 0,1-2 192 16,1-1-192-16,1 1 128 16,0 0-128-16,1-1 128 0,2 1-128 0,0-2 0 0,7-15 0 0,-8 23-17568 15</inkml:trace>
  <inkml:trace contextRef="#ctx0" brushRef="#br0" timeOffset="181333.19">8443 6502 8287 0,'-7'0'736'16,"0"0"-592"-16,4 0-144 0,0 0 0 15,2 0 1232-15,-3 0 224 0,-3 0 32 0,-4-1 16 0,-3 1 96 0,-1-1 0 16,3 1 16-16,3 0 0 16,1-2 32-16,4 2 0 0,0 0 0 0,2-2 0 0,2 2-240 0,1 0-64 15,1-1 0-15,2 1 0 0,1 0-256 0,3-2-48 16,1 2-16-16,3-3 0 0,3 1-64 0,3 0 0 15,5-3-16-15,3 0 0 0,8 1-272 0,4-1-48 16,4 0-16-16,5 3 0 0,3-3-288 16,2 0-48-16,-1-2-16 0,5 1 0 0,6 0-128 0,4-1-128 15,5 3 144-15,0-4-144 0,1 1 0 0,2-4 128 16,4 2-128-16,-1 0 0 0,0-2 0 0,1-3 0 16,0-3 0-16,-3 3 0 0,-1 0 0 0,-5 0 0 15,-6 0 0-15,-2 1 0 0,-1-1 0 0,-4 3 0 0,-3 2 0 16,-8 3 0-16,-5 1 0 0,-5 4 0 0,-4 1 0 0,-3 1 0 15,-28-1 0-15,45 5 0 0,-45-5 0 0,32 10 0 16,-32-10 0-16,0 0 0 0,0 0-176 0,38 28 176 31,-38-28-1712-31,0 0-208 0</inkml:trace>
  <inkml:trace contextRef="#ctx0" brushRef="#br0" timeOffset="182778.04">8990 6721 11055 0,'0'-1'976'0,"0"1"-784"0,0 0-192 0,0 0 0 16,0 0 1568-16,0 1 272 0,0 1 48 0,-1 1 16 16,0 3 16-16,-2 2 16 0,0 6 0 0,-1 1 0 15,-2 3-736-15,0 3-160 0,0 3-16 0,-2 0-16 16,1-1-304-16,-1 1-48 0,-2 2-16 0,0 0 0 16,1-2-320-16,0-1-64 0,1-1 0 0,1-5-16 15,2-1-112-15,2-2-128 16,3-14 176-16,0 0-9600 0,0 0-1920 0</inkml:trace>
  <inkml:trace contextRef="#ctx0" brushRef="#br0" timeOffset="183012.89">9210 6772 18431 0,'2'-2'816'0,"-1"1"160"0,2 0-784 0,-2 1-192 15,0 0 0-15,-1 0 0 0,1 0 2304 0,0 2 400 16,0 1 96-16,-1-3 16 0,0 0-832 0,0 0-176 16,14 37-16-16,-14-37-16 0,0 0-752 0,14 50-128 15,-14-50-48-15,12 38 0 0,-12-38-272 0,16 38-48 16,-16-38-16-16,0 0 0 0,30 46-272 0,-30-46-64 16,0 0-16-16,30 35 0 0,-30-35-160 0,0 0 0 0,0 0 0 0,0 0-12032 15,37 24-2304-15</inkml:trace>
  <inkml:trace contextRef="#ctx0" brushRef="#br0" timeOffset="183217.41">9424 6763 15663 0,'-6'0'688'0,"1"1"144"16,2 1-656-16,-2 0-176 0,2-1 0 0,1 0 0 0,-3 1 1728 0,-3 3 320 0,-3 3 64 0,-4 3 16 0,-4 3 176 0,0 1 48 15,-2 0 0-15,1 3 0 0,0-2-944 0,2 1-192 16,0 2-48-16,0-3 0 0,4-1-688 0,1-1-144 16,2-2-16-16,1-2-16 15,4-1-688-15,0-1-144 0</inkml:trace>
  <inkml:trace contextRef="#ctx0" brushRef="#br0" timeOffset="183631.79">9590 6770 23039 0,'1'-1'2048'0,"1"0"-1648"0,0 1-400 0,0 0 0 15,-1 0 1760-15,2-2 272 0,1 2 48 0,4-3 16 16,2-1-432-16,4 1-96 0,2-1-16 0,-1 1 0 15,3-2-880-15,0 3-176 0,-18 2-48 0,33-2 0 16,-33 2 80-16,33 0 16 16,-33 0 0-16,30 3 0 0,-30-3-224 0,0 0-32 0,35 13-16 0,-35-13 0 15,0 0-272-15,0 0 0 0,0 0 0 0,24 38 0 16,-24-38 128-16,0 0-128 0,-4 26 0 0,-1-14 0 16,-1-4 0-16,-2 1 0 0,1 0 0 0,-2-1 0 15,-2 0 0-15,2 0 0 0,-1-4-176 0,1 2 176 0,-1-1-128 0,0-1 128 16,0 1 0-16,1-1 0 0,0-2 0 0,4 1 0 15,1-1 0-15,2 1 0 0,2-3 0 0,2 2 0 16,-2-2 0-16,0 0 0 0,0 0 128 0,36-2 48 16,-21 0 0-16,1 1 0 0,-16 1 144 0,37-5 48 15,-18 2 0-15,-1 0 0 0,2 0-240 0,0 0-128 16,1-1 128-16,2-1-128 0,0 0 0 0,-1 1 0 16,0-3 0-16,0 2-18976 0</inkml:trace>
  <inkml:trace contextRef="#ctx0" brushRef="#br0" timeOffset="184474.47">10970 5903 1839 0,'1'-3'160'0,"-1"2"-160"16,0 0 0-16,0-2 0 0,2 2 1024 0,-2 0 160 15,0 1 32-15,0-3 16 0,1 1 944 0,1-2 176 16,-1 1 32-16,-1-2 16 0,2 3-32 0,-2 0 0 15,0-1 0-15,0 1 0 0,0-1-672 0,0 3-144 16,-1 0-16-16,1-2-16 0,-1 2-576 0,0 0-112 16,1 0-32-16,-2 2 0 0,1-2-288 0,-1 3-64 15,-1-1-16-15,0 1 0 0,-2-1-208 0,-1 3-32 0,-1 2-16 16,0-2 0-16,-1 4 32 0,-2 1 16 0,0 2 0 0,-2 4 0 16,0 3-32-16,-1 0 0 0,1 2 0 0,-1 3 0 15,-2 3-64-15,1 3 0 0,0 1-128 0,0 6 192 16,0 5-32-16,0 4-16 0,1 3 0 0,1-3 0 15,0-5-16-15,4-5-128 0,2-2 192 0,2-2-64 16,4-32 64-16,0 54 0 0,0-54 0 0,13 50 0 16,-13-50 192-16,21 38 32 0,-21-38 16 0,28 30 0 15,-28-30-208-15,0 0-32 0,43 36-16 0,-43-36 0 16,0 0-176-16,39 26-144 0,-39-26 144 0,0 0-17632 16</inkml:trace>
  <inkml:trace contextRef="#ctx0" brushRef="#br0" timeOffset="184868.44">11230 5908 16575 0,'0'-1'1472'0,"0"-1"-1168"0,0 0-304 0,0 2 0 16,0 0 1280-16,1-1 208 0,0-1 48 0,0 1 0 15,0-2 1056-15,1 0 224 0,0 1 32 0,0 2 16 16,-2 0-1232-16,0 0-240 0,0 0-48 0,0 0-16 16,6 45-720-16,-6-45-144 0,-5 40-16 0,5-40-16 15,-8 42-144-15,2-18-32 0,1-1 0 0,-1-2 0 16,1-1-256-16,-1 2 160 0,1 0-160 0,0-1 128 0,5-21-384 0,-4 37-96 16</inkml:trace>
  <inkml:trace contextRef="#ctx0" brushRef="#br0" timeOffset="185167.78">11023 6304 16575 0,'-2'-1'736'0,"0"1"160"0,1 0-720 0,0 0-176 0,0 0 0 0,1 0 0 16,-1 0 2048-16,0 1 368 0,-1 1 80 0,0 1 0 15,0 0-768-15,-1 0-144 16,1 0-48-16,1-1 0 0,0 0-816 0,1 0-160 0,2 1-48 0,1-1 0 16,-3-2 224-16,0 0 32 0,23-2 16 0,-9-3 0 15,2 1 112-15,3-2 32 0,2 0 0 0,1-2 0 16,1-1-416-16,3 2-96 0,1-3-16 0,1 3 0 16,1-2-176-16,0 1-32 0,0 2-16 0,-2 1 0 0,-2 0-176 15,-1 0 192-15,-1 1-192 0,-2 1 192 0,0 1-192 0,-2-3 0 16,0 3 0-16,-2-1 0 0,-2 2 0 0,-1-2-224 15,-14 3 80-15,23 0-18192 16</inkml:trace>
  <inkml:trace contextRef="#ctx0" brushRef="#br0" timeOffset="185535.31">11121 6510 16575 0,'0'0'1472'0,"1"0"-1168"0,0 0-304 0,0 0 0 16,0-2 2496-16,1 2 432 0,0-1 80 0,1 1 32 15,2-2-112-15,4 1-32 16,1-1 0-16,3 0 0 0,1 0-1744 0,2 0-368 0,-16 2-64 0,33 0-16 16,-33 0-384-16,35 4-96 0,-35-4-16 0,0 0 0 15,43 13-208-15,-43-13 128 0,0 0-128 0,0 0 0 16,37 29 0-16,-37-29 0 0,0 0 0 0,0 0 0 15,5 43 0-15,-5-43 0 0,-10 22 0 0,1-10-160 16,-1 2-64-16,0-3-16 0,-1-1 0 0,0 0 0 0,0-1 16 16,0 0 0-16,1 1 0 0,1-3 0 0,0-1 224 0,3 0 0 15,1-1 0-15,2-1 0 0,1 1 0 0,2-5 0 16,0 0 0-16,0 0 0 0,0 0 0 0,0 0 0 16,0 0 0-16,38 21 0 0,-38-21 128 0,32-2-128 15,-32 2 0-15,38-7 0 16,-17 1-368-1,1-4-128-15,1 0-16 0,2-2-16608 0</inkml:trace>
  <inkml:trace contextRef="#ctx0" brushRef="#br0" timeOffset="185870.62">11843 5791 26719 0,'0'-6'1184'0,"-1"3"240"0,1 0-1136 0,0 3-288 0,1-2 0 0,0 2 0 15,0 2 1296-15,0-2 208 0,2 3 32 0,-3-3 16 16,0 0-160-16,0 0-48 16,29 44 0-16,-29-44 0 0,24 44-528 0,-24-44-112 0,27 56-32 0,-27-56 0 15,28 62-192-15,-28-62-32 0,24 62-16 0,-24-62 0 16,18 67-192-16,-18-67-48 0,8 73 0 0,-9-36 0 15,0 2-192-15,-4-2 0 0,-3 1 128 0,-3-3-128 16,-2 0 0-16,-3-2 0 0,-3 1 0 0,-2-2 0 0,-1-3 0 0,-4 0 0 16,-2 3 0-16,0-6 0 31,1-3-688-31,0-2-16 0,0-1-16 0,-1-2-17136 0</inkml:trace>
  <inkml:trace contextRef="#ctx0" brushRef="#br0" timeOffset="186693.47">12157 5720 9215 0,'-1'-2'816'0,"0"2"-656"0,1 0-160 0,0 0 0 16,0 0 1264-16,0-2 208 0,0 1 64 0,-1-1 0 15,1 0 688-15,0-1 144 0,1 1 16 0,1-1 16 16,0-1-256-16,2 1-48 0,2 1-16 0,-1-3 0 16,4 2-352-16,-1-1-80 0,1 2-16 0,1-1 0 15,1-1-736-15,0 1-160 0,-1 1-32 0,0 2 0 16,2-2-416-16,-2 2-96 0,1 2 0 0,-3-2-16 0,-1 2-176 16,0 0 0-16,-7-2 0 0,0 0 128 0,0 0-128 15,0 0 0-15,0 0 0 0,0 0 0 16,0 0 0-16,23 36 0 0,-24-31 0 0,-1 0 0 0,0-1 0 0,0 1 0 15,-2-2-144-15,0 1 144 0,-1 1-192 0,-1 0 0 16,-1-1 16-16,1-1 0 0,0 2-96 0,-1-1-32 16,0 1 0-16,-2 1 0 0,-2 0 48 0,0-1 16 15,0 1 0-15,0 2 0 0,0-1 80 0,1 0 16 0,-2 0 0 16,2 0 0-16,2 0 144 0,0-2-128 0,3 2 128 16,0-1-128-16,3-3 128 0,0 1 0 0,3 0 0 0,0-4 0 15,2 1 0-15,3-2 0 0,2-1 0 0,1-1 0 16,3-2 336-16,1 1 112 0,1-4 0 0,2 2 16 15,0 0 96-15,2-2 16 0,0 0 0 16,1 1 0-16,-1 1-448 0,0 0-128 0,-2 1 0 0,-1 3-11888 16,0-2-2416-16</inkml:trace>
  <inkml:trace contextRef="#ctx0" brushRef="#br0" timeOffset="186992.96">12521 5675 14735 0,'-2'0'1312'0,"0"0"-1056"15,2 2-256-15,-1-1 0 0,0 1 1344 0,-1 0 192 16,-3 3 64-16,-1 3 0 0,-3 3 576 0,-1 3 112 16,1 2 16-16,1-1 16 0,8-15-800 0,-13 29-176 15,13-29-16-15,0 0-16 0,0 37-272 0,0-37-48 16,0 0-16-16,0 0 0 0,29 26-320 0,-29-26-64 15,22 0-16-15,-9-2 0 0,0-1-96 0,0-4-32 16,4-1 0-16,2-3 0 0,-1-1-256 0,0 0-64 0,-1-2-128 16,-2-1 192-16,-2 2-192 0,-3-1 0 0,-2 0 0 15,-4 0 0-15,-4 2 0 0,-3 0 0 0,-3 1-160 0,-3 0 160 32,-2 4-960-32,-4-1-96 0,-3 2-32 0,0 3 0 15,-1 1 0-15,0 2-16 0,-1 2 0 0,3 3-14240 0</inkml:trace>
  <inkml:trace contextRef="#ctx0" brushRef="#br0" timeOffset="187481.76">12811 6287 8287 0,'-5'2'736'0,"2"0"-592"0,1-2-144 0,0 0 0 15,2 0 1856-15,0 0 352 0,0 0 64 0,1 0 16 16,1 0 656-16,2-2 128 0,1-1 16 0,5 1 16 15,0 0-560-15,4-3-112 0,2 1-32 0,1 1 0 16,3-2-1024-16,1 0-208 16,0 2-32-16,2-1-16 0,0 2-704 0,-2-3-144 0,0 4-16 0,0 0-16 0,-2-1-240 0,0-1 0 31,-1 1 0-31,0-1 0 0,-1 1-704 0,-3 0-192 0</inkml:trace>
  <inkml:trace contextRef="#ctx0" brushRef="#br0" timeOffset="187701.81">13028 6047 13823 0,'-2'0'608'0,"1"-2"128"0,0 2-592 0,0 0-144 0,1 2 0 0,-1 1 0 16,0-1 1936-16,-2 3 368 0,0 4 64 0,-2 7 0 15,-1 4-672-15,-1 3-144 0,0 4-16 0,-2 3-16 16,1 1-336-16,0 0-64 0,1-1-16 0,0 0 0 15,1-2 112-15,6-28 0 0,-7 44 16 0,7-44 0 16,-4 38-784-16,4-38-144 0,0 0-48 0,3 46-16640 16</inkml:trace>
  <inkml:trace contextRef="#ctx0" brushRef="#br0" timeOffset="188615.71">13846 5929 13823 0,'0'0'1216'0,"-1"0"-960"0,2 0-256 0,-1-1 0 16,1 1 1728-16,1 0 320 0,1-2 48 0,4 0 16 15,1-3 512-15,4 0 128 0,4 1 0 0,-1-3 16 16,4 4-832-16,-1-2-160 0,0 3-48 0,0 0 0 0,-1 1-800 0,-17 1-160 15,33 5-48-15,-33-5 0 0,30 10-416 0,-30-10-96 16,0 0-16-16,34 23 0 0,-34-23-192 0,0 0 0 16,0 0 0-16,27 38 0 15,-27-38 0-15,0 0 0 0,0 0 0 0,0 0 0 0,1 43 0 0,-6-36 0 16,-1 3 0-16,0-1 0 0,-2-2 0 0,-2 3 0 16,1-3-144-16,-2 2 144 0,1-1-208 0,-1-2 48 15,-1 2 16-15,-1 1 0 0,1-2-32 0,-1 1 0 16,0 1 0-16,0 0 0 0,1 1 48 0,0-3 0 0,1 2 0 0,2 1 0 15,3-2 128-15,0 0 0 0,6-8 0 0,0 0 0 16,0 0 0-16,0 0 0 0,0 0 0 0,0 0 0 16,0 0 0-16,27 34 0 0,-27-34 0 0,25 0 0 15,-10-2 0-15,0-1 192 0,0-2-64 0,0 3 0 16,0-3-128-16,2 0-192 0,0 1 64 0,2-4 0 31,-1 2-1200-31,1-1-224 0</inkml:trace>
  <inkml:trace contextRef="#ctx0" brushRef="#br0" timeOffset="188961.56">14479 5922 10127 0,'1'-5'896'0,"0"3"-704"0,0 1-192 0,-1 0 0 0,0 0 1920 15,0 1 336-15,0 0 80 0,-1 0 16 0,0 1 992 0,-2 0 208 16,-1 2 32-16,0 2 16 0,4-5-1920 0,-11 14-384 15,11-14-80-15,-14 18 0 0,14-18-512 0,-14 27-112 16,14-27-16-16,-16 31 0 0,16-31-176 0,-12 30-32 16,12-30-16-16,-7 29 0 0,7-29-112 0,0 0-32 15,0 0 0-15,7 43 0 0,-7-43-208 0,0 0 144 16,0 0-144-16,38 18 128 0,-23-18 0 0,1-2-128 16,1-3 192-16,-1 0-64 0,0-1 64 0,0-2 0 0,4-3 0 0,-1-1 0 15,1 0-192-15,-3 0 0 0,-2 0 0 0,-1-2 128 16,-3 2-128-16,-2 0 0 0,-4-2 0 0,-2 0 0 15,-3 0-128-15,-3 1 128 0,-1-1-160 0,-4 0 160 16,-2 1-352-16,-2 2 32 0,-1 2 0 0,-1 2 0 31,-1 2-128-31,0 1 0 0,0 4-16 0,-1 2 0 0,1 3-64 0,0-1-16 0,0 3 0 16,1 1-10448-16,2 1-2080 0</inkml:trace>
  <inkml:trace contextRef="#ctx0" brushRef="#br0" timeOffset="189403.28">13557 6516 13823 0,'-2'-2'608'0,"2"1"128"0,1 0-592 0,1-1-144 0,0 2 0 0,1-3 0 16,1 1 1808-16,4-1 336 0,5-1 64 0,6-6 16 16,6 3-208-16,5-4-32 15,3 3-16-15,4-2 0 0,4 2-96 0,5 2-16 0,4 0 0 0,3 0 0 16,-1 2-384-16,0-1-64 15,1 0-32-15,1 1 0 0,-1-1-832 0,1 2-160 0,-1 1-48 0,-1-2 0 16,-6 1-160-16,1 0-48 0,0-3 0 0,-1 1 0 0,-3 2-128 0,-2 1 0 16,0-2 0-16,-5 1 0 0,-1 1 0 0,-5 1 0 15,-4-1-160-15,-3 2 160 16,-23 0-592 0,41 0-32-16,-41 0 0 0,29 2 0 0,-29-2-1104 0,0 0-240 0,0 0-32 0,0 0-16 15,0 0-1040-15,0 0-208 0,0 0-32 0,0 0-7808 16</inkml:trace>
  <inkml:trace contextRef="#ctx0" brushRef="#br0" timeOffset="189707.22">14370 6533 11055 0,'0'-2'976'0,"0"-1"-784"15,0 3-192-15,0 0 0 0,0 0 2528 0,-1 0 464 0,1-2 80 0,-1 1 32 16,0 0 560-16,-1-2 112 0,1 1 32 0,0 2 0 16,-1 0-1952-16,1 0-400 0,0 2-80 0,-1 1-16 15,2-3-800-15,0 0-176 0,0 0-16 0,-6 33-16 16,6-33-80-16,-6 40-16 0,2-14 0 0,-2 5 0 0,0 3-256 15,-2 3 0 1,0-3 0-16,0 1 0 0,0-2 0 0,2-2 0 0,-1 2 0 0,2-2-19072 16</inkml:trace>
  <inkml:trace contextRef="#ctx0" brushRef="#br0" timeOffset="190679.12">15360 5969 4607 0,'1'-2'400'0,"0"1"-400"0,0 1 0 0,0-2 0 16,0 2 912-16,0-1 112 15,0-2 0-15,2-2 16 0,2 1 416 0,-1-2 80 0,0-1 0 0,0 2 16 16,0 1 208-16,-2 0 32 0,0 1 16 0,-1 0 0 16,0 1 32-16,-1-1 0 0,0 3 0 15,-1-1 0-15,0 0-496 0,-1 1-112 0,1 0-16 0,-2-2 0 16,1 4-576-16,-2-2-128 0,1 2-32 0,-1 1 0 15,0 2-160-15,-2-1-16 0,1 4-16 0,-3 1 0 16,0 3-128-16,-1 2-32 0,-2 3 0 0,0 2 0 16,-1 2 32-16,0 6 0 0,-4 5 0 0,0 6 0 0,0 5 80 15,1-1 16-15,1 6 0 0,2-3 0 0,3 2-16 0,1-1 0 16,1-2 0-16,5-1 0 0,0-5-32 0,4-3 0 16,3-1 0-16,-5-34 0 0,18 59-208 0,-18-59 128 15,21 57-128-15,-21-57 0 0,20 47 0 0,-20-47 0 16,15 44 0-16,-15-44 0 0,10 41 0 0,-10-41 0 15,7 39-160-15,-7-39 160 16,4 34-512-16,-4-34-32 16,0 0 0-16,2 41 0 0,-2-41-1472 0,0 0-288 0</inkml:trace>
  <inkml:trace contextRef="#ctx0" brushRef="#br0" timeOffset="191184.04">15795 5902 18431 0,'4'-4'1632'0,"-2"-1"-1312"15,0 3-320-15,-2 1 0 0,0 1 2064 0,1 0 352 16,2-3 64-16,0-2 16 0,1-1-208 0,-1 4-48 16,0 0 0-16,-1 2 0 0,-2 2-1184 0,0-2-240 15,0 0-48-15,-5 31-16 0,5-31-336 0,-7 35-64 16,7-35-16-16,-8 43 0 0,8-43-80 0,-5 43-32 16,5-43 0-16,-6 40 0 0,6-40-224 0,0 38 0 15,0-38 0 1,0 0 0-16,6 46 0 0,-6-46 0 0,0 0-208 0,7 40-17584 31</inkml:trace>
  <inkml:trace contextRef="#ctx0" brushRef="#br0" timeOffset="191436.99">15502 6388 11055 0,'-7'1'976'0,"4"1"-784"15,0-2-192-15,1 0 0 0,1 2 1584 0,1-2 272 16,0 0 48-16,-1 0 16 0,0 1 656 0,0 1 144 16,1 0 32-16,1-2 0 15,1 0-976-15,1 0-192 0,-3 0-48 0,0 0 0 0,21 0-16 0,-11-2-16 16,4-1 0-16,3-1 0 0,3 0-720 0,1-2-144 16,5 1-16-16,0 1-16 0,-1-1-256 0,2 0-48 15,2 3-16-15,1-3 0 0,1 0-112 0,-2 3-32 16,0-3 0-16,-3 1 0 0,-3 1-144 0,-1 1 0 0,-2 0 0 0,-1-1 0 15,-1 1-192-15,-18 2-64 0,32-1 0 0,-32 1-12192 16,0 0-2432-16</inkml:trace>
  <inkml:trace contextRef="#ctx0" brushRef="#br0" timeOffset="191845.91">15632 6600 4607 0,'-2'2'400'0,"1"-2"-400"0,0 0 0 0,1 0 0 0,0 0 2832 0,0 0 496 15,1 1 80-15,0 0 32 0,1-1 720 0,1 0 128 16,-3 0 48-16,0 0 0 0,0 0-1744 0,25-1-352 16,-15-2-64-16,2 0 0 15,1-1-1376-15,2 1-272 0,1 1-48 0,2-3-16 0,-18 5-224 0,32-3-48 31,-32 3-16-31,30 3 0 0,-30-3-176 0,0 0 0 16,0 0 0-16,36 23 0 0,-36-23 0 0,0 0 0 0,0 0 0 0,11 41 0 0,-11-41-144 0,0 0-16 16,-8 33 0-16,8-33 0 0,-10 24-112 0,10-24-32 0,-12 19 0 0,4-10 0 15,2-1 112-15,-2-2 32 0,0 2 0 0,1-1 0 16,-1-2 160-16,0-1-160 0,0 3 160 0,1-2-160 16,0 2 160-16,1-1 0 15,2 0 0-15,2-1 0 0,1-1 0 0,1-4 0 0,0 0 0 0,0 0 0 16,0 0 0-16,0 0 0 0,33 15 0 0,-33-15 128 15,30 0 64-15,-30 0 32 0,36-5 0 0,-16 3 0 16,2-5-224-16,-2 3 0 0,1-2 0 0,2-1 0 16,-1-2-384-16,2 1-80 15,1 0-16-15,0 0-17264 0</inkml:trace>
  <inkml:trace contextRef="#ctx0" brushRef="#br0" timeOffset="192190.51">16276 6000 11103 0,'0'-11'240'0,"0"5"48"0,0-1 16 0,1 2 16 0,0 1-320 0,0 1 0 15,0 1 0-15,1-6 0 0,1-1 2432 0,0-2 432 16,1 1 80-16,0 0 0 0,-1 3-240 0,-2 2-48 0,2 1-16 0,-1 2 0 16,1 0-816-16,1 2-160 0,-1 1-48 0,-3-1 0 15,0 0-752-15,0 0-160 0,0 0-16 0,32 33-16 16,-32-33-224-16,0 0-32 0,41 46-16 0,-41-46 0 16,30 38-48-16,-30-38-16 0,34 44 0 15,-34-44 0-15,34 58-32 0,-34-58-16 0,31 66 0 0,-19-28 0 16,-1 0-112-16,-4 1-32 0,-1 2 0 0,-3-1 0 15,-2-2-144-15,-3 5 0 0,-4 0 0 0,-3 3 128 16,-4 0-128-16,-3 0 0 0,-4 1 0 0,0-4 0 16,-2-3 0-16,0-2 0 0,-1-4 0 0,4-3-12992 15,1-2-2576-15</inkml:trace>
  <inkml:trace contextRef="#ctx0" brushRef="#br0" timeOffset="193025.21">16664 5796 9215 0,'-4'-2'816'0,"2"2"-656"0,1-2-160 0,0 1 0 16,0 1 1808-16,1-2 336 0,-1 2 64 0,1-1 16 16,-1 1 464-16,0-2 80 0,1 0 32 0,1 0 0 15,1-1-608-15,0 1-112 0,3-1-32 0,2 1 0 16,-1 0-688-16,3-1-144 0,1 1-16 0,1-1-16 15,0 1-608-15,2 0-128 0,-2 2-32 0,1-2 0 16,0 2-256-16,-12 0-160 0,0 0 192 0,29 9-192 16,-29-9 128-16,0 0-128 0,0 0 0 0,0 0 0 15,30 31 0-15,-30-31 0 0,0 0 0 0,0 0 0 16,0 0 0-16,-2 40 0 0,2-40 0 0,-11 19 0 0,2-12 0 16,-1 3 0-16,-2 0 0 0,-2-2 0 0,0 2-288 0,0-2 32 15,-2 0 16-15,3 0 0 0,0-1-96 0,0 0-32 16,0-2 0-16,1 2 0 15,1-3-80-15,1 0 0 16,1 0-16-16,0 0 0 0,4-1 240 0,-1-1 48 0,3 1 16 0,0-1 0 0,2-2 160 0,1 2 0 16,1-2 0-16,1 0 0 0,1 1 0 0,2-2 144 15,2 1-144-15,0-2 0 0,1 2 576 0,2-2 16 16,0-1 0-16,2-2 0 0,0 3-240 0,2-3-48 16,0 0-16-16,1 1 0 0,1-1-288 0,-1 0 0 15,0 2-176-15,-1-1 176 16,-1 0-720-16,0 1-48 0,0-1 0 0,-1 1-15936 0</inkml:trace>
  <inkml:trace contextRef="#ctx0" brushRef="#br0" timeOffset="193345.29">16964 5770 10127 0,'1'-3'896'0,"0"3"-704"0,0 0-192 0,-1 0 0 16,0 0 1472-16,0 0 272 0,0 0 48 0,0 0 16 15,0 1 1136-15,-2 2 240 0,0 1 32 0,-2 3 16 0,-1-1-1824 0,0 2-384 16,-1 1-64-16,-1 1 0 0,0-1-256 0,-1 3-64 16,8-12 0-16,-14 24 0 15,14-24-128-15,-11 22-48 0,11-22 0 0,0 0 0 0,-7 28 96 0,7-28 16 16,0 0 0-16,0 0 0 16,0 0-48-16,0 0 0 0,34 21 0 0,-22-23 0 0,2-1-64 0,2-1-16 15,1-4 0-15,0 2 0 0,-2-2-208 0,1 1-48 16,-1 0-16-16,0-3 0 15,-1 3-176-15,-2-2 0 0,-1-1 0 0,-3 1 128 0,-2 0-128 0,-2 0 0 16,-4-1 0-16,-4 2 0 0,-3-1 0 0,-3 1 0 16,-4 0 0-16,-1 3 0 0,-3 2 0 0,-2 1-224 15,-4-1 32-15,1 3 0 16,2 1-1136-16,0 1-208 0</inkml:trace>
  <inkml:trace contextRef="#ctx0" brushRef="#br0" timeOffset="194017.3">17267 6385 14735 0,'1'1'1312'0,"0"-1"-1056"15,0 2-256-15,1-2 0 0,1 0 1600 0,1 0 256 16,-4 0 48-16,0 0 16 0,42 5 1040 0,-16-5 224 31,4-2 32-31,2 0 16 0,1-1-1456 0,1-1-304 0,2-1-48 0,-3 1-16 0,1-1-704 0,-1 2-128 32,-3-2-48-32,-3 3 0 0,-3 0-384 0,-1 2-144 0,-6-1 0 15,-17 1 144-15,26 0-784 0,-26 0-176 0,0 0-16 0,0 0-16304 0</inkml:trace>
  <inkml:trace contextRef="#ctx0" brushRef="#br0" timeOffset="194206.74">17577 6156 11967 0,'-1'0'1072'0,"0"0"-864"0,1 2-208 0,0-1 0 16,-1 3 1552-16,0 1 272 0,1-5 48 0,0 0 16 0,-11 40 192 0,2-11 32 15,1 6 16-15,-1-1 0 0,-1 1-1296 0,3-2-256 16,1 1-48-16,0-4-16 0,2-1-192 0,4-29-64 16,-2 52 0-16,2-52-13072 15</inkml:trace>
  <inkml:trace contextRef="#ctx0" brushRef="#br0" timeOffset="195150.2">18553 5704 9215 0,'0'-1'816'0,"1"-1"-656"15,-1-1-160-15,0 3 0 0,1-2 1472 0,0 2 272 0,0-2 48 0,0-3 16 16,0-2 224-16,0 2 32 0,0 0 16 0,0 1 0 16,0 1-704-16,-1 1-144 0,0 2-16 0,0 0-16 15,-1 0-432-15,-1 3-96 0,0 0-16 0,-2 3 0 16,-2 1-176-16,0 5-32 0,-2 2-16 15,-3 5 0-15,-1 2 80 0,-1 5 0 0,-1 3 16 0,1 4 0 16,-3 3-208-16,1 4-32 0,-1-1-16 0,0-1 0 16,2 0-16-16,1 3-16 0,1 2 0 0,1 1 0 15,5 0 112-15,3-3 32 0,4-3 0 0,-1-38 0 16,12 66-176-16,-12-66-16 0,25 56-16 0,-25-56 0 16,34 49 16-16,-34-49 0 0,41 44 0 0,-41-44 0 15,42 38 80-15,-42-38 32 0,36 33 0 0,-36-33 0 0,30 25-304 16,-30-25 0-16,0 0 0 0,36 30-17344 15</inkml:trace>
  <inkml:trace contextRef="#ctx0" brushRef="#br0" timeOffset="195480.03">19047 5770 12895 0,'1'-5'1152'0,"-1"3"-928"0,1 1-224 0,-1-1 0 15,1 1 1664-15,-1 1 304 0,0 0 48 0,1-1 16 16,0 1 720-16,0 1 160 0,1 0 32 0,-2-1 0 15,0 0-1152-15,0 0-240 0,0 0-32 0,7 40-16 16,-7-40-608-16,0 0-112 0,4 46-16 0,-4-46-16 16,2 41-400-16,-2-41-80 0,-1 39-16 0,1-39 0 15,-1 40-128-15,1-40-128 0,-2 39 144 0,2-39-144 16,0 0 0-16,-2 45 0 0,2-45 0 0,0 0-17776 16</inkml:trace>
  <inkml:trace contextRef="#ctx0" brushRef="#br0" timeOffset="195811.43">18725 6256 15663 0,'-3'-2'688'0,"2"1"144"0,0 1-656 0,0 0-176 15,0-1 0-15,1 1 0 0,-1 0 1536 0,0 0 256 0,0 0 64 0,0-1 16 16,1 1-80-16,-1 0-32 0,1 0 0 0,1 0 0 16,2 0 16-16,3-2 0 15,1 1 0-15,4-1 0 0,2 0-272 0,5-2-48 0,3 1-16 0,4-2 0 16,4 1-864-16,3-1-160 0,-3 1-32 0,6-2-16 16,4 1-176-16,2 1-16 0,3-3-16 0,1 2 0 15,2 0-160-15,-2 0 192 0,-1 3-192 0,-3-3 192 16,-4 3-192-16,-1-3 0 0,-1 3 0 0,-3-1 128 0,-1 1-128 0,-6 2 0 15,-3 0 0-15,-5 0 0 0,-17 0-256 0,23 3 32 16,-23-3 0-16,0 0-12256 16,0 0-2432-16</inkml:trace>
  <inkml:trace contextRef="#ctx0" brushRef="#br0" timeOffset="196268.81">18849 6440 9215 0,'-8'0'816'0,"3"1"-656"0,1-1-160 0,1 0 0 16,3 0 1872-16,-1 0 352 0,0 0 64 0,-1 0 16 15,-1 0 512-15,0 0 96 0,0 0 32 0,3-1 0 16,0-1-480-16,1 1-96 0,4 0 0 0,2-1-16 15,4-1-944-15,2-1-176 0,1 1-32 0,3 1-16 16,1-1-720-16,1-1-144 0,1 3-16 0,-2-1-16 16,0 2-112-16,-18 0-32 15,32 3 0-15,-32-3 0 0,27 8-144 0,-27-8 0 0,0 0 0 0,0 0 0 16,34 25 0-16,-34-25 0 0,0 0 0 0,0 0 0 16,0 0 0-16,2 38 0 0,-2-38 0 0,-13 21-176 0,4-11-16 0,-2 1-16 15,-1 0 0-15,-2 0 0 0,1-2 16 0,-2 0 16 16,1 1 0-16,0-2 0 15,-2 1-16-15,2-1-16 0,-1 0 0 0,2 0 0 16,2 1 208-16,2-2 0 16,1 0 0-16,8-7 0 0,0 0 0 0,-9 20 0 15,9-20 0-15,0 0 0 0,0 0 0 0,0 0 0 16,30 18 0-16,-30-18 0 0,23 2 272 0,-23-2-48 16,29-3-16-16,-10-2 0 0,0 1-208 0,4-2 0 15,-1-1 0-15,1 2-12192 16,-1-2-2336-16</inkml:trace>
  <inkml:trace contextRef="#ctx0" brushRef="#br0" timeOffset="197026.13">19789 5720 21183 0,'-1'-7'944'0,"1"2"192"0,0 3-912 0,0-1-224 0,1 1 0 0,0 2 0 15,0-3 1552-15,1 1 272 0,1 0 48 0,1-3 16 16,1 0 224-16,2 3 32 0,-2-2 16 0,2 3 0 15,0 1-864-15,1 3-160 0,-8-3-48 0,0 0 0 16,31 18-560-16,-31-18-112 0,26 32-32 0,-26-32 0 16,33 45-192-16,-33-45-64 0,37 60 0 0,-37-60 0 15,37 72 32-15,-21-36 0 0,0 1 0 0,-16-37 0 16,23 74 16-16,-23-74 0 0,14 78 0 0,-12-35 0 16,-3 4-176-16,-4 1 0 0,-2-1 144 0,-4-1-144 15,-3 1 0-15,-2-5 0 0,-2-1 0 0,-3-6 0 0,1-1 0 0,-4-1 0 16,-2-2 0-16,-1-3-12720 15,2-3-2496-15</inkml:trace>
  <inkml:trace contextRef="#ctx0" brushRef="#br0" timeOffset="198660.75">20282 5582 8287 0,'-1'-2'736'0,"-1"2"-592"0,1 0-144 0,0 0 0 15,1 0 1040-15,-1 0 176 0,-1-1 48 0,0 0 0 16,-1 1 592-16,-1-3 112 0,0 3 16 0,1-2 16 16,1 2-80-16,-1-2-32 0,1 2 0 0,1-1 0 15,0 1-496-15,0 0-112 0,1 0 0 0,0 0-16 16,1-2-432-16,1 2-96 0,0 0-16 0,2-1 0 0,1 0-256 0,3-1-48 15,1 0-16-15,2-1 0 0,3 0 128 0,2-1 32 16,0 1 0-16,1-1 0 16,1 1-144-16,-2 1-32 0,0 0 0 0,-3 1 0 0,-1 1-144 0,-1 3-48 15,-2-1 0-15,-9-2 0 0,0 0-192 0,0 0 0 16,0 0 0-16,25 29 0 0,-25-29 0 0,0 0 0 16,0 0 0-16,-8 40 0 0,2-30 0 0,-2 1 0 15,-1-1 0-15,-1-1 0 0,-1 0 0 0,0 0 0 16,-1-1-128-16,0-1 128 0,0-2 0 0,0 1 0 15,2-3-128-15,-1 2 128 0,2-2 0 0,-1-1 0 0,0 1 0 0,1-1 0 16,1 0 0-16,0 1 0 0,2-3 0 0,1 2 0 16,2-2 0-16,0 1 0 0,2 0 0 0,0-1 0 15,1 0 0-15,1 0 0 0,2 0 0 0,-1 0 0 16,2 0 0-16,2 0 0 0,0-1 0 0,2 0 0 16,1 1 0-16,1-2 0 0,0-1 0 0,2 1 144 15,1-1-144-15,1 1 192 0,0-2-192 0,1 1 192 16,-1-2-192-16,-1 3 0 0,1-3 0 0,0 0 0 15,-1 3-128-15,1-3-128 0,-1 3 0 0,-1-1-17168 16</inkml:trace>
  <inkml:trace contextRef="#ctx0" brushRef="#br0" timeOffset="199069.79">20632 5570 5519 0,'1'-2'496'0,"-1"2"-496"16,0 0 0-16,0 0 0 0,0 0 1712 0,0 0 240 15,1-1 48-15,-1 0 16 0,0 1 64 0,1-2 16 16,-1 2 0-16,0-2 0 0,0 1-704 0,0 1-144 16,0 0-32-16,0 0 0 0,-1 0-144 0,1 0-48 15,0 0 0-15,-1 1 0 0,1 1-400 0,-1-2-96 16,1 2-16-16,-1-2 0 0,0 1-96 0,0 0-32 0,0 1 0 15,-1 1 0-15,0-1-16 0,-1 2-16 0,0 0 0 0,0 3 0 16,3-7-48-16,0 0-16 0,0 0 0 0,-15 30 0 16,15-30-128-16,0 0-32 0,-12 36 0 15,12-36 0-15,0 0 0 0,0 0-128 0,-2 47 192 0,2-47-64 16,0 0 304-16,0 0 48 0,26 33 16 0,-26-33 0 16,24 10 240-16,-8-8 48 0,1-2 16 0,1-2 0 15,2 0-288-15,0-5-64 0,0 2-16 0,0-3 0 16,-3-1-240-16,-3-2-64 0,-1 1 0 0,-3-2 0 0,-4-1-128 15,-4 0 0-15,-3-1 0 0,-5 2 0 0,-4-4 0 0,-5 1-272 16,-5-1 64-16,-4 3-11968 16,0 1-2400-16</inkml:trace>
  <inkml:trace contextRef="#ctx0" brushRef="#br0" timeOffset="201367.47">336 7812 10127 0,'-3'-1'896'0,"2"-1"-704"0,0 1-192 0,1 0 0 16,0 0 1424-16,1 1 256 0,0-2 48 0,1 2 16 15,1-2 496-15,0-1 80 0,1 1 32 0,1 0 0 16,0 1-624-16,0 1-112 0,1 0-16 0,-1 0-16 15,3 1-608-15,-2 1-112 0,-6-2-32 0,0 0 0 16,0 0-256-16,0 0-48 0,43 3-16 0,-33-4 0 16,-1 1-336-16,1-2-176 0,1-1 160 0,0 0-160 15,-1-1 0-15,0 0 0 0,0 0 0 0,1-1 0 16,-3 2 0-16,1-2-128 0,0 0 128 0,0 0-160 16,-1 1-1376-16,-1 0-256 0,-1 3-64 15,-1 1-11968-15</inkml:trace>
  <inkml:trace contextRef="#ctx0" brushRef="#br0" timeOffset="201572.41">303 8044 23951 0,'2'-2'2128'0,"1"1"-1696"0,1-1-432 0,-1 1 0 15,-1 1 1600-15,3-1 256 0,3 0 32 0,6-1 16 16,5-3-112-16,-19 5-32 0,42-5 0 15,-42 5 0-15,40-2-1024 0,-40 2-208 0,36 2-32 16,-36-2-16-16,0 0-480 0,45 8 128 0,-45-8-128 0,0 0-17280 16</inkml:trace>
  <inkml:trace contextRef="#ctx0" brushRef="#br0" timeOffset="202501.44">350 7807 7359 0,'-2'-1'656'0,"0"-1"-528"0,1 2-128 0,0 0 0 15,0 0 752-15,0-2 112 16,-1 0 32-16,-3-1 0 0,-1 0 304 0,1 0 64 0,-1 2 16 0,2-2 0 16,0 3 128-16,0 0 48 0,1 0 0 0,1 1 0 15,-1 1-192-15,0 0-48 0,1 0 0 16,0 1 0-16,0-1-192 0,0-1-64 16,1 1 0-16,1-2 0 0,-1 2 16 0,1-2 0 0,1 0 0 0,-1 0 0 15,1 0-64-15,0-2-16 16,0 0 0-16,0 1 0 0,2-1-224 0,-1 0-48 15,0 1-16-15,1-1 0 0,-1 1-176 0,0 0-48 0,1-2 0 0,0 2 0 16,0 0-192-16,-1 1-32 0,2 0-16 0,0 0 0 0,1 0-144 0,-2-2 0 16,2 2 144-16,0 0-144 0,1-1 128 0,1 1-128 15,0-2 128-15,0 2-128 16,1-2 128-16,-1 2-128 0,2-2 128 0,-1-1-128 0,0 1 0 0,2-1 128 16,0 1-128-16,-1 0 0 15,0-1 0-15,0-1 144 0,0 1-144 0,-1 2 0 0,1 0 128 0,-2-1-128 16,-1 0 0-16,0 1 0 0,0 1 0 0,-1 0 0 15,0-2 0-15,-1 4 0 0,-2-2 0 0,1 0 0 0,-1 0 0 16,0 1 0-16,0 1 0 0,-1-4 0 0,0 2 0 16,-1 0 0-16,1 0 0 0,1-1 0 0,0 1 0 0,1-3 0 31,0 1-640-31,0 2-64 0,2-2-32 0,0 0 0 16,-2 2-1984-16,2-3-400 0,0 1-80 0,-2 2-10176 0</inkml:trace>
  <inkml:trace contextRef="#ctx0" brushRef="#br0" timeOffset="202927.94">268 8079 7359 0,'-1'0'160'0,"0"-2"32"0,1 1 16 0,0 1 0 0,0-2-208 0,-1 2 0 15,1 0 0-15,0-1 0 0,0 0 1440 0,0-1 240 16,0-1 48-16,0 1 16 0,0 2 400 0,1-2 80 0,0 2 16 0,0-1 0 15,1 1-432-15,0 0-80 16,1 0 0-16,0 0-16 0,2 0-432 0,1 0-64 0,1 0-32 0,1-2 0 16,2 1-48-16,0-2-16 0,2 0 0 0,1 0 0 15,0 0-224-15,0 0-32 0,0 0-16 0,0-1 0 16,0 2-480-16,2-1-112 0,-15 3 0 0,27-3-16 16,-27 3-240-16,0 0 144 0,41 0-144 0,-41 0 128 15,0 0-128-15,39 1 0 0,-39-1 0 0,0 0 128 16,0 0-128-16,38 6 0 0,-38-6 0 0,0 0 128 0,0 0-128 0,0 0 0 15,0 0 0-15,0 0 0 0,0 0 0 0,41 10-224 16,-38-10 48-16,0 0-17680 16</inkml:trace>
  <inkml:trace contextRef="#ctx0" brushRef="#br0" timeOffset="205333.05">1066 7498 11055 0,'-1'0'976'0,"0"-1"-784"0,1 1-192 0,-1 0 0 16,1 1 512-16,-2-1 64 0,0 0 16 0,-1 0 0 15,-2 0 208-15,-1 0 32 0,1 2 16 0,0-1 0 16,0 1 176-16,0 0 16 0,0 1 16 0,2-1 0 16,-2 1-96-16,-1 4-32 0,2-1 0 0,-2 4 0 15,1 0-304-15,-2 4-64 0,1 2-16 0,-1 3 0 16,1 2 32-16,-2 6 16 0,0 8 0 0,-1 8 0 16,0 1-208-16,0 3-64 0,2 4 0 0,-1-1 0 0,3-5-96 15,-1 7-32-15,3 3 0 0,2-1 0 0,3-1-192 16,1-6 128-16,2-7-128 0,0-4 0 0,0-7 0 0,-5-29 0 15,15 50 0-15,-15-50 0 0,16 37 0 0,-16-37 0 16,0 0 0-16,0 0 0 0,34 35 0 0,-34-35 0 16,0 0 0-16,0 0 0 0,0 0 0 0,38 8 0 15,-38-8 0-15,0 0-8784 16,0 0-1648-16</inkml:trace>
  <inkml:trace contextRef="#ctx0" brushRef="#br0" timeOffset="205632.2">1432 7555 22111 0,'-1'-5'976'0,"0"1"208"0,1 1-944 0,0 3-240 0,0-2 0 0,0 2 0 16,0 2 1024-16,0-2 144 0,-1 1 48 0,-1 3 0 16,1 3 240-16,-2 2 48 0,0 3 16 0,-1 3 0 0,2 2-816 0,-1 3-144 15,-1 4-48-15,0 2 0 16,1 1 16-16,-2 3 0 0,0-1 0 0,1 1 0 0,-2-1-336 0,2-3-64 16,0-2 0-16,1-4-128 15,2-3-224-15,1-17-160 0</inkml:trace>
  <inkml:trace contextRef="#ctx0" brushRef="#br0" timeOffset="205931.25">1085 8053 20271 0,'-1'0'1792'0,"0"0"-1424"0,1 0-368 0,0 0 0 16,0 0 1264-16,-1 2 176 0,1-2 32 0,0 1 16 16,-1 1 496-16,2 0 80 15,1 0 32-15,2-2 0 0,-4 0-896 0,0 0-176 0,0 0-48 0,38 0 0 16,-38 0-224-16,32-2-48 0,-32 2-16 0,39-2 0 16,-39 2-336-16,45-2-64 15,-45 2-16-15,52-1 0 0,-52 1-272 0,53 0 128 0,-53 0-128 0,50 0 0 16,-50 0 128-16,51 0-128 0,-51 0 0 0,44-2 0 15,-44 2 0-15,37-3 0 0,-37 3 0 0,29-4 0 0,-29 4-304 0,22-7-16 16,-13 5 0-16,-4 0-17248 16</inkml:trace>
  <inkml:trace contextRef="#ctx0" brushRef="#br0" timeOffset="206325.08">1218 8254 13823 0,'-5'0'1216'0,"2"0"-960"0,2 0-256 0,0 0 0 16,0 0 1616-16,1 0 288 15,0 0 48-15,0-2 16 0,0 2 912 0,1 0 176 0,1-2 32 0,1 2 16 16,3-3-1184-16,-1 1-224 0,2-1-48 0,-7 3-16 16,0 0-720-16,0 0-144 0,37-4-16 0,-37 4-16 15,0 0-496-15,0 0-112 0,49 10 0 0,-49-10-128 16,0 0 128-16,0 0-128 15,44 26 0-15,-44-26 0 0,0 0 0 0,0 0 0 0,32 35 0 16,-32-35 0-16,0 0 0 0,8 29 0 0,-9-20 0 0,-1 0 0 16,-2 1 0-16,-1-2 0 0,1-2 0 0,-2 2 0 0,0-1 0 15,-3 2 0-15,0-2 0 16,0 0 0-16,0 0 0 0,-1 0 0 0,0 1-160 0,1-1 160 0,1 0 0 0,1 0-176 16,2 0 176-16,1-3-128 0,2 4 128 0,1-4 0 15,2 1 0-15,1 0 0 0,-2-5 0 0,0 0 0 16,0 0 0-16,0 0 0 0,0 0 0 0,0 0 0 15,48 12 0-15,-48-12 128 0,30-8 0 0,-30 8 16 16,35-14 0-16,-16 7 0 0,2-2-144 0,1-3 0 16,0 2 0-16,0 1 0 15,-2-2-1312-15,0 2-192 0</inkml:trace>
  <inkml:trace contextRef="#ctx0" brushRef="#br0" timeOffset="206703.11">1801 7517 23039 0,'-1'-5'1024'0,"1"3"192"0,2 2-960 0,-2-2-256 0,1 2 0 0,-1 0 0 0,1 0 1856 0,0 0 320 16,2 0 64-16,0 0 0 0,-3 0-416 0,0 0-96 16,0 0 0-16,0 0-16 0,37 40-848 0,-37-40-160 15,20 40-48-15,-20-40 0 0,22 52-256 0,-22-52-48 32,22 64-16-32,-10-26 0 0,-1 2-144 0,-2 1-48 0,-1-1 0 0,-1 1 0 0,-2-1-144 0,0 0 0 15,-2 0 0-15,-2 1 128 0,0 2-128 16,-3-1 0-16,-3-1 0 0,1-4 0 0,-4-1 0 0,-1-5 0 15,-1 0 0-15,-2-1 0 16,-2-3 0-16,0-1 0 0,2-4 0 0,-3-2 0 0,-3 1 0 0,-1-1 0 0,-2-2 0 16,-3 0-18496-16</inkml:trace>
  <inkml:trace contextRef="#ctx0" brushRef="#br0" timeOffset="207347.04">2037 7399 14735 0,'-2'-1'1312'0,"0"-1"-1056"0,2 1-256 0,0 0 0 0,0 1 1136 0,0 0 160 0,1 0 48 0,1-2 0 15,0 2 544-15,0-2 112 0,3 1 32 0,2 1 0 16,-1-3-464-16,1 3-96 0,0 0 0 0,0-2-16 16,1 2-592-16,-8 0-112 15,0 0-32-15,0 0 0 16,0 0-448-16,38 11-80 0,-38-11-32 0,0 0 0 15,0 0-160-15,0 0 0 0,0 0 0 0,17 37 0 16,-19-30 0-16,-3 0-144 0,0 0 144 0,-3 0 0 16,1 1-288-16,-3-1 48 0,2 0 16 0,-1-1 0 15,-1 2-192 1,-1-3-32-16,0 2-16 0,0-1 0 0,1 0-80 0,0 0-16 0,0-1 0 0,1 0 0 0,2 0 304 0,1 0 64 16,2-2 16-16,1 0 0 0,0 1 176 0,1 0 0 15,1-2 0-15,3 0 128 0,0 1 48 0,1-1 16 16,2 1 0-16,2-3 0 0,0 0 896 0,1-2 176 15,1 1 32-15,1-1 16 0,-10 2-320 0,22-5-64 16,-11 3-16-16,2 0 0 0,-13 2-496 0,26-8-96 16,-26 8-32-16,32-7 0 0,-16 2-288 0,-1 1 0 15,2-1 0-15,-1-1 0 16,0 0-640-16,-1-1-176 0,-2 2-32 0,-1-2-15984 16</inkml:trace>
  <inkml:trace contextRef="#ctx0" brushRef="#br0" timeOffset="207647.67">2327 7344 8287 0,'0'-2'736'0,"-1"2"-592"0,1 0-144 0,-1 0 0 16,0 2 2032-16,0-2 368 0,-1 2 80 0,0 1 16 16,-3 4-80-16,0 0-16 0,-2 5 0 0,1 0 0 15,1 4-928-15,-1 1-192 0,3-1-48 0,1-1 0 16,0 1-176-16,2-16-32 0,0 0-16 0,6 31 0 15,-6-31-288-15,0 0-48 0,0 0-16 0,0 0 0 16,48 10-224-16,-35-15-48 0,1-1-16 0,-1-3 0 0,0 0 144 0,0 0 48 16,0-2 0-16,-2 0 0 15,-2 2-256-15,-3 0-48 0,0 0-16 0,-3-1 0 0,-1 2-240 0,-3 1 128 16,-3 0-128-16,-3 1 0 0,-4 3 0 0,-2-2 0 16,-1 3 0-16,-1 2 0 0,-2 2 0 0,0 0-128 15,2 3-16-15,0-1 0 16,2 0-512-16,2 1-112 0</inkml:trace>
  <inkml:trace contextRef="#ctx0" brushRef="#br0" timeOffset="-214149.95">2913 7605 16575 0,'-1'0'1472'0,"0"-2"-1168"0,1 1-304 0,-1 1 0 0,0 0 1200 0,1 0 176 0,-2-2 32 0,-1 1 16 15,0 0 560-15,-1-2 128 0,0 3 0 0,0-2 16 32,0 2-720-32,1 0-160 0,-1 0-32 0,0 2 0 0,0 1-336 0,-2 1-80 0,0 4-16 0,-2 1 0 31,1 1-400-31,-3 6-64 0,-1 3-32 0,-1 5 0 0,0 4-288 0,-2 3 160 0,0 5-160 0,0 1 128 31,3 1-128-31,0-2 0 0,3 0 0 0,0-3 0 0,4-2 384 16,0-1 0-16,3 1 0 0,3-5 0 0,2 1-48 0,-4-27-16 15,12 42 0-15,-12-42 0 0,18 33-176 0,-18-33-144 16,0 0 192-16,36 34-192 0,-36-34 0 0,0 0 0 16,44 28 0-16,-44-28 0 0,0 0 0 0,43 19 0 15,-43-19 0-15,0 0 0 0,36 21-256 0,-36-21-128 16,0 0 0-16,0 0-17328 16</inkml:trace>
  <inkml:trace contextRef="#ctx0" brushRef="#br0" timeOffset="-213000.63">3134 7702 10127 0,'-1'0'896'0,"0"0"-704"16,0 0-192-16,1 0 0 15,0 0 1184-15,-1 0 208 0,-1 0 32 0,0-1 16 0,-2 1 512 0,0-1 96 16,0 1 32-16,1 0 0 0,0-2-240 0,0 2-48 15,0 0-16-15,2 0 0 0,-1-1-400 0,0 1-80 16,0 0-16-16,1 0 0 0,1 0-320 0,0 0-80 16,-1 0-16-16,1 0 0 0,1 0-256 0,0-2-48 15,1 2-16-15,0-2 0 0,0 1-192 0,2-1-32 16,1 0-16-16,-1 0 0 0,2-1-48 0,0 0 0 16,-1 1 0-16,2 1 0 0,0 0-128 0,0 1-128 15,-7 0 144-15,0 0-144 0,0 0 128 0,0 0-128 0,0 0 0 0,39 10 0 16,-39-10 0-16,0 0 0 0,0 0 0 0,0 0 0 15,0 0 0-15,31 32 0 0,-28-26 0 0,-1 0 0 16,-1 0 0-16,-1 0 0 0,-1-1 0 0,-1 0 0 16,-2 0 0-16,0 2 0 0,0-3 0 0,-4 4 0 15,0-2 0-15,0 2 0 0,-4 1 0 0,1-2 0 16,-2 3 0-16,0-3 0 0,0 2 0 0,-1 1 0 0,1 0 0 16,0-3-128-16,1 2 128 0,0-4-160 0,2 2 160 0,1-2-160 15,2 0 160-15,0-2-160 0,1-2 160 0,1 2 0 16,1-1 0-16,1 0 0 0,1-2 0 0,1 0 0 15,0-2 0-15,2 0 0 16,1 1 0-16,0-1 0 0,3 0 0 0,1-1 0 0,1-1 0 0,0 1 0 16,3-1 0-16,-1 1 0 0,-9 3 0 0,22-7 0 15,-22 7 0-15,0 0 0 0,36-2 0 0,-36 2 0 16,0 0 0-16,39 4 0 0,-39-4 0 0,0 0 0 16,39 11 0-16,-39-11 0 0,0 0 0 0,0 0 0 15,37 18 0-15,-37-18 0 0,0 0 0 0,0 0 0 16,0 0 0-16,0 0 0 0,0 0 0 0,0 0 0 15,14 31 0-15,-19-29 0 0,-1 3 0 0,-1 0 0 0,-3 1 128 0,1-1-128 16,-1 2 0-16,-1 1 0 0,-2-2 0 0,-1 3 128 16,2-1-128-16,-1-1 0 0,-2 3 0 0,1-2 0 15,0 1 0-15,0-2 0 0,1 0 0 0,2 0 0 16,2-3 0-16,0-1 0 0,0-1 0 0,3-4 0 16,0 2 0-16,3-5-128 15,0 1 128-15,3-4-18176 0</inkml:trace>
  <inkml:trace contextRef="#ctx0" brushRef="#br0" timeOffset="-212401.64">3451 7735 6447 0,'2'-4'576'0,"-1"3"-576"0,-1-1 0 0,0 0 0 0,0 2 2176 0,-1-2 336 16,0 1 64-16,0-1 16 0,-1 0 1168 0,-1-1 224 15,0-1 48-15,-3 1 16 0,2 1-2224 0,-1 2-448 16,-1-2-96-16,2 2 0 0,-2 2-624 0,1-2-112 16,0 2-32-16,0 1 0 0,1 1-224 0,-1 1-48 15,1-2-16-15,2 1 0 0,-1 1-224 0,1-2 176 16,1 2-176-16,1-2 160 16,1 3-160-16,1-2 192 0,-2-4-192 0,0 0 192 15,0 0-64-15,0 0-128 0,29 33 192 0,-29-33-64 0,0 0 96 0,0 0 16 0,39 33 0 0,-39-33 0 16,0 0-48-16,31 27-16 0,-31-27 0 0,0 0 0 15,0 0-176-15,39 35 0 16,-39-35 0-16,0 0 128 0,0 0-128 0,24 36 0 0,-24-36 0 0,0 0 0 16,7 27 0-16,-7-19 0 0,-2 0 0 0,-1 1 0 15,0 1 0-15,-1-4 0 0,0 2 0 0,-2-1 0 16,1 0 0-16,-3 0 0 0,0-1 0 0,-3 2 0 16,0-2 0-16,-1 1 0 0,-1-1 0 0,-1 1 0 0,1-2 0 0,-1 2 0 15,1-4 0-15,1 1 0 16,1-2 0-16,-1-1 0 0,0 1 0 0,2-4 0 15,2 1 0-15,0-3 0 0,2-1 0 0,2-3 0 16,2-1 0-16,2-2 0 0,2-1 0 0,3 0 0 0,1-2 0 0,3-3 0 16,1 3 0-16,0 0 0 15,1 0 0-15,-1 0 0 0,2 2 0 0,-2 0 0 0,2 0 0 16,-1 1 0 0,-1 0 0-16,0 2 0 0,1-2 0 0,-3 3 0 0,0-2 0 0,0 3 128 15,-2-1-128-15,-1-1 0 0,-1 3 0 0,-1-2 0 0,0 1 0 0,-2 0 128 0,0 3-128 16,-3-3 0-16,1 2 176 0,-3-2-48 0,1 2-128 0,-3 0 192 15,1 0-192-15,-2-1 0 0,1 0 128 0,-2 2-128 16,2-1 0 0,-3 0 0-16,2 3 0 0,0-2 0 0,2 3 0 0,0-1-288 0,1 2 32 0,0 0-11776 31,3 0-2352-31</inkml:trace>
  <inkml:trace contextRef="#ctx0" brushRef="#br0" timeOffset="-211786.92">3671 7624 11967 0,'-3'1'1072'0,"2"-1"-864"0,0 0-208 0,1 0 0 15,0 1 1408-15,-1-1 224 0,-1 0 48 0,0 2 16 16,0-2 784-16,0 1 144 0,1 1 48 0,1-2 0 16,3 0-976-16,0 0-192 0,2-2-32 0,2 1-16 15,0-1-304-15,1 0-48 0,2 0-16 0,0-1 0 16,-10 3-512-16,20-5-128 0,-9 3 0 0,-11 2-16 15,21-4-192-15,-11 3-48 0,0-1 0 0,-10 2 0 16,0 0 0-16,28-5-16 0,-20 3 0 0,0 0 0 16,-1 1-16-16,-1-1 0 0,-1 2 0 0,-1 0 0 0,0 0-160 0,-1 2 128 15,-1-1-128-15,-1 2 128 0,0 0-128 0,-1 3 0 16,0 0 0-16,-1 4 128 0,0-3-128 0,0 5 0 16,-2 4 144-16,-1 3-144 0,0 3 0 0,0 4 0 15,-2 1 0-15,1 5 128 0,-1 3-128 0,-1 0 0 16,1-1 0-16,0-4 0 0,1-5 0 0,-1 1 0 15,-1 3 0-15,0-1 0 0,2-2 0 0,0-5 0 0,2-4 0 0,0-2 0 16,0-2 0-16,0-5 0 0,1 1 0 0,1-5 0 16,-1-1-288-16,1-3-32 0,-1 0 0 0,0-3-17504 15</inkml:trace>
  <inkml:trace contextRef="#ctx0" brushRef="#br0" timeOffset="-211566.95">3676 7908 16575 0,'-2'-2'736'0,"1"0"160"0,1 0-720 0,0 2-176 0,0 0 0 0,1-1 0 15,0 1 2400-15,0 0 448 0,3 0 96 0,2-2 0 0,-6 2-400 0,0 0-96 16,32-7-16-16,-32 7 0 16,32-10-1312-16,-32 10-272 0,33-12-48 0,-16 5-16 15,0-1-544-15,0-1-112 0,0 1-128 0,-1 0 176 0,-1-1-432 16,1 2-64-16,-1-1-32 0,-1 2 0 15,-14 6-1632-15,26-10-320 0,-14 3-64 0,-1 2-12096 16</inkml:trace>
  <inkml:trace contextRef="#ctx0" brushRef="#br0" timeOffset="-209414.19">4237 7588 11055 0,'0'-4'976'0,"0"1"-784"16,1 1-192-16,-1 2 0 16,0 0 1584-16,0 0 272 0,-1 0 48 0,1-2 16 15,-1 2 576-15,-1 0 128 0,0 2 32 0,-1 0 0 16,0 3-1312-16,-1-1-272 0,-1 4-48 0,-1 1-16 16,-1 0-624-16,0 3-112 0,-2 1-16 0,-1 5-16 15,0 1-96-15,-2 3-16 0,-1 4 0 0,-2 2 0 16,-1 4 48-16,1 0 0 0,-1 4 0 0,2-3 0 15,1-2 176-15,1-1 32 0,1-1 16 0,1 2 0 0,1 0 368 16,3-2 80-16,2-3 16 0,3-3 0 0,1-23-384 16,6 35-80-16,-6-35-16 0,0 0 0 0,0 0-384 0,0 0 0 15,41 23 0-15,-29-29 0 0,1-3 0 0,1-2 0 16,0-4 0-16,-1-2 128 0,0 0-128 0,-2-1 0 16,0-2 0-16,-3 4 128 15,-3 2-576-15,-1 0-128 0,-3 2-32 0,-2 2 0 16,-2 0 64-16,-2 2 16 0,-3 2 0 0,0 2 0 15,1-1-752-15,-4 2-128 0,-1 1-48 0,-1 2 0 16,1 2 176-16,0-1 48 0,2 1 0 0,2 1 0 0,0 1 1008 0,2-2 224 0,-1 3 0 0,2 1 0 16,1 0 0-16,1-1 160 0,3-3-160 0,1 1-7552 15,3-1-1600-15</inkml:trace>
  <inkml:trace contextRef="#ctx0" brushRef="#br0" timeOffset="-209051.79">4398 7829 16575 0,'0'-4'736'0,"-1"2"160"0,0-1-720 0,0 3-176 15,0-2 0-15,0 2 0 0,-1 0 1984 0,0 2 384 16,-2-2 64-16,-3 3 0 0,1 0-912 0,-2 1-192 16,0 3-48-16,1 0 0 0,0 3-448 0,1-1-112 15,-1 3-16-15,1 0 0 0,1 2 160 0,0-1 32 16,1 3 0-16,1-2 0 0,1-2-192 0,2-2-48 15,0-10 0-15,0 0 0 0,0 0-208 0,0 0-64 16,24 33 0-16,-24-33 0 0,0 0-240 0,0 0-144 16,38-3 160-16,-26-1-160 0,0-2 304 0,-1 0-48 15,0-2 0-15,-1-1 0 0,-2 2-128 0,2-1-128 0,-1-1 192 0,-2 0-192 16,-1-1 128-16,0 1-128 0,-2 0 0 0,0-1 0 16,-2-1 0-16,-1 1 0 15,0 2 0-15,-3-1 0 0,-1-1 0 0,-1 3 0 0,-2 0 0 0,-3 2 0 16,0 0 0-16,-2 2 0 0,0 2 0 15,-2 2 0-15,-1 2 0 0,0 0 0 0,1 3-208 0,1 0 80 16,1 2-128-16,1-2 0 0,1 1-16 0,2 0 0 31,1-2-864-31,4 0-160 0,0 0-48 0,1-1-14976 0</inkml:trace>
  <inkml:trace contextRef="#ctx0" brushRef="#br0" timeOffset="-208815.75">4649 7863 18431 0,'2'0'1632'0,"-1"0"-1312"15,0 0-320-15,0 0 0 0,0 0 2928 0,0 1 512 16,2-1 96-16,-3 0 32 0,0 0-1136 0,0 0-240 16,0 0-32-16,42 2-16 0,-42-2-1408 0,0 0-288 15,41-5-48-15,-41 5-16 0,32-3-160 0,-32 3-32 16,35-4-16-16,-35 4 0 0,35-7-176 0,-35 7 0 15,33-5 0-15,-33 5 0 0,29-7-240 0,-29 7-80 16,25-5 0-16,-25 5-17584 0</inkml:trace>
  <inkml:trace contextRef="#ctx0" brushRef="#br0" timeOffset="-208626.8">4895 7680 10127 0,'-2'-2'896'0,"1"2"-704"0,0 0-192 0,0 2 0 16,0 1 2560-16,1 0 464 0,-1 1 112 0,-1 6 0 16,-1 4-320-16,-2 7-80 0,-1 10-16 0,-2 3 0 15,0 1-1824-15,-1 1-352 0,0-1-80 0,1-2-16 16,2 0-448-16,0-4 0 16,1-1 0-16,3-4-9696 0,1-3-1952 0</inkml:trace>
  <inkml:trace contextRef="#ctx0" brushRef="#br0" timeOffset="-207511.98">5308 7636 9215 0,'-1'-3'816'0,"1"1"-656"16,1 2-160-16,-1 0 0 0,0 0 1344 0,0 0 224 16,0-2 48-16,0 2 16 15,-1 0 1008-15,0 4 208 0,0 1 32 0,0 2 16 0,-1 2-1328 16,-1 6-272-1,0 2-48-15,-2 2-16 0,0 4-304 0,-1 3-64 0,-1 3-16 0,1 0 0 0,-2 1-208 0,-2-4-32 16,2 0-16-16,-1 2 0 0,-1-2-32 0,2-3-16 16,1-2 0-16,1-3 0 0,1-1-400 0,0 0-144 15,2-3 0-15,2-4 144 16,0-2-624-16,2-3-128 0,1-1-32 0,2-4-15280 0</inkml:trace>
  <inkml:trace contextRef="#ctx0" brushRef="#br0" timeOffset="-207148.77">5447 7721 18431 0,'0'-5'816'0,"0"4"160"0,1 0-784 0,-1-1-192 0,-1 2 0 0,0 0 0 32,1 0 2240-32,-1 2 384 0,-1-1 96 0,-1 0 16 0,-1 4-608 0,-1 0-112 0,0 2-32 0,-1 0 0 15,0 1-896-15,1 1-192 0,0 2-48 0,1-1 0 16,1 2-384-16,-1-2-80 0,2 1 0 0,1-4-16 31,1-7-240-31,0 0-128 0,0 0 160 0,0 0-160 16,0 0 0-16,24 34 0 0,-24-34 0 0,0 0 0 15,0 0 0-15,41 7 0 0,-41-7 0 0,0 0 0 16,38 9 144-16,-38-9-16 0,0 0 0 0,36 14 0 0,-36-14-128 0,0 0 0 16,0 0 0-16,38 26 128 0,-38-26-128 0,0 0 0 15,0 0 0-15,0 0 0 0,27 37 0 0,-27-37 0 16,0 0 0-16,0 0 0 0,0 0 144 0,0 27-144 15,-3-22 160-15,-3 0-160 0,1-3 224 0,-2 1-48 16,0 1-16-16,-3-1 0 0,-1-1-160 0,-1 0 0 16,0-1 144-16,-1 1-144 0,0 0 0 0,-4 1 0 0,0-1 0 0,-3 0 128 15,3 0-128-15,0-2-192 0,2-2 64 0,1 1-18304 16</inkml:trace>
  <inkml:trace contextRef="#ctx0" brushRef="#br0" timeOffset="-206959.6">5419 7726 17503 0,'1'-3'1552'0,"1"2"-1232"0,0 1-320 0,0 0 0 15,-2 0 2256-15,2 0 400 0,1-1 80 0,4 1 16 16,1-2 256-16,-8 2 48 0,25-4 16 0,-10-1 0 0,-15 5-1952 16,35-8-384-16,-16 3-80 0,0-2-16 15,1 0-448-15,1 1-192 0,0-2 128 0,-1 1-128 16,-1 0 0-16,-2 2 0 0,0 0-192 0,-2 1 192 15,-2 1-2112-15,-13 3-288 0</inkml:trace>
  <inkml:trace contextRef="#ctx0" brushRef="#br0" timeOffset="-206644.81">5846 7600 14399 0,'-3'-1'320'0,"1"0"64"0,0 1 0 0,0 0 16 0,1 1-400 0,0 0 0 0,0 1 0 0,-2 1 0 16,-1 2 3440-16,-2 2 592 0,-3 4 128 0,0 1 32 15,0 5-1472-15,-1 0-288 0,-1 1-64 0,0 4-16 16,1-1-1328-16,0 0-256 0,2 1-48 0,1-3-16 16,4-2-368-16,0-3-80 0,3-14 0 0,0 0-16 15,3 31-240-15,-3-31 176 16,0 0-176-16,0 0 160 0,0 0-160 0,31 35 0 0,-31-35 0 0,0 0 0 16,0 0 0-16,40 25 0 0,-40-25 0 0,0 0 0 15,0 0 0-15,43 27 0 0,-43-27 0 0,0 0 0 16,0 0 0-16,33 26 0 0,-33-26 128 0,0 0-128 15,0 0 0-15,0 0 0 0,5 29 0 0,-8-22 0 16,-1-2 0-16,-3 2 0 0,0 0 0 0,-3 0 0 16,0 0 0-16,-3-2 0 0,0 0 0 0,0 2 0 0,-2-3 0 0,0-1 0 15,-1 0 0-15,0-1 0 0,2-2 0 0,-1 0 0 16,1-3-144-16,1-1-18352 16</inkml:trace>
  <inkml:trace contextRef="#ctx0" brushRef="#br0" timeOffset="-206457.02">5787 7666 12895 0,'4'-3'1152'0,"0"2"-928"15,-2-1-224-15,0 2 0 0,0 0 2800 0,1 0 512 16,2-1 96-16,3-1 32 0,-8 2-112 0,25-3 0 16,-25 3-16-16,33-4 0 0,-33 4-2016 0,35-5-400 15,-35 5-64-15,37-5-32 0,-37 5-592 0,36-4-208 16,-36 4 144-16,36-3-144 0,-36 3 0 0,34-4-176 15,-34 4 16-15,31-1-17600 0</inkml:trace>
  <inkml:trace contextRef="#ctx0" brushRef="#br0" timeOffset="-206078.7">6187 7761 23039 0,'-5'0'1024'0,"3"-2"192"0,0 2-960 0,0 0-256 16,1 0 0-16,-1 2 0 0,0-1 736 0,-1 2 96 15,-1 1 32-15,-4 3 0 0,0 3-80 0,0 3-16 16,-3 4 0-16,2-1 0 0,1 4 32 0,-1-2 0 16,0 4 0-16,1-3 0 0,1 4-16 0,1-1 0 15,-1-1 0-15,4-2 0 16,0-3-160-16,2-1-48 0,1-15 0 0,3 26 0 0,-3-26-320 0,0 0-64 15,0 0 0-15,0 0-16 0,0 0-176 0,45 20 0 16,-34-25 0-16,2-3 0 16,1-4 320-16,1-1 64 0,2-4 32 0,-1 0 0 0,0-2-416 0,-2 0 0 0,-1 2 0 15,-3-1 0-15,-1 3 0 0,-3-2 0 0,-1 2 0 16,-3 2 0-16,-1 0 0 0,-4 1 0 0,-2 1 0 0,-2 2 0 16,-3 2 0-16,-1 0 0 0,-2 4 0 0,0 1 0 15,2 0-192-15,-1 4 48 0,-2 2 0 0,2 2 0 16,1 1-48-16,1 1-16 0,2 0 0 0,1-1 0 15,3 1-912 1,1-2-176-16</inkml:trace>
  <inkml:trace contextRef="#ctx0" brushRef="#br0" timeOffset="-205764.63">6557 7669 17503 0,'-2'-2'1552'0,"1"2"-1232"0,0 0-320 0,0 2 0 0,-1-2 2256 0,1 2 400 16,-3 3 80-16,-2-3 16 0,-2 6-592 15,-2 3-112-15,-1 1-32 0,-1 5 0 0,1 0-1152 0,-2 4-224 16,2 3-64-16,0 0 0 16,1 2-128-16,0-1-16 0,1-3-16 0,3 1 0 0,-1-1-224 0,4-3-32 15,1 0-16-15,2-19 0 0,2 26-144 0,-2-26 128 16,0 0-128-16,0 0 128 0,0 0-128 0,33 35 160 15,-33-35-160-15,0 0 160 0,33 3-32 0,-33-3 0 0,26-7 0 16,-13 3 0 0,-1 0-128-16,1-1 0 0,0-1 0 0,0-1 0 15,-1 2-640-15,-2-2-16 0,0 2 0 0,-1 0 0 16,0-1-1440-16,-3 0-272 0,1 1-64 0,-4 1-11664 0</inkml:trace>
  <inkml:trace contextRef="#ctx0" brushRef="#br0" timeOffset="-205592.61">6599 7812 13823 0,'-4'-4'608'0,"1"2"128"0,1 0-592 0,1 2-144 16,-1 2 0-16,0-1 0 0,0 1 2496 0,-2 3 480 0,-2 2 96 0,-4 4 0 15,0 4-128-15,-3 6-16 0,0-2-16 0,-1 4 0 0,1 1-1424 0,0 0-272 16,1 2-64-16,0 0-16 16,1 0-832-16,1-2-176 15,0 0-128-15,1-3 192 0,2-3-192 0,2-3 0 16,3 0 0-16,2-15-17728 0</inkml:trace>
  <inkml:trace contextRef="#ctx0" brushRef="#br0" timeOffset="-205356.04">6687 7966 29487 0,'0'2'1296'0,"1"0"288"0,0-1-1264 0,0 0-320 0,0-1 0 0,1 0 0 0,-2 0 1536 0,0 0 256 0,0 0 64 0,0 0 0 16,46 2-688-16,-46-2-128 15,37-3-16-15,-37 3-16 0,39-5-560 0,-39 5-128 16,39-5 0-16,-39 5-16 0,36-4-160 0,-36 4-16 16,32-4-128-16,-32 4 192 0,28-5-192 0,-28 5 0 0,0 0 0 0,32-3 0 15,-32 3-176-15,0 0-80 0,0 0 0 0,19-6-17840 16</inkml:trace>
  <inkml:trace contextRef="#ctx0" brushRef="#br0" timeOffset="-205166.89">6913 7823 24879 0,'-3'5'1088'0,"1"0"256"15,0 2-1088-15,0-1-256 0,0 0 0 0,-1 0 0 0,0 2 1888 0,-2 7 320 16,-4 10 64-16,-3 8 16 0,0 2-880 0,0 0-192 15,1 0-16-15,1-3-16 0,3-3-816 0,1-3-176 32,2 0-16-32,4-26-16944 0</inkml:trace>
  <inkml:trace contextRef="#ctx0" brushRef="#br0" timeOffset="-202631.57">7364 7730 9215 0,'2'-4'816'0,"0"0"-656"0,-2 1-160 0,0 3 0 15,0 0 1200-15,0-1 208 0,1-1 32 0,0 0 16 16,1-3 784-16,-1 3 144 0,-2 2 48 0,-1 0 0 16,0 5-912-16,-3 4-176 0,-2 0-48 0,1 5 0 15,-1 3-608-15,-3 2-128 0,1 5-32 0,-1-2 0 16,0 2-160-16,0 1-48 0,0-1 0 0,0 2 0 16,0-2-144-16,0 1-48 0,2-5 0 0,1 1 0 15,-1-1 384-15,3 0 80 0,0-3 16 0,1-1 0 16,3-3 64-16,1 0 16 0,0-13 0 0,0 0 0 0,0 0-304 0,0 0-48 15,0 0-16-15,0 0 0 0,38 29-80 0,-26-32-32 16,0-1 0-16,0-3 0 0,1 1 144 0,0-3 32 16,0 1 0-16,0 0 0 0,0-2-384 0,-1 2 128 15,0 1-128-15,-1-1 0 16,0 2-304-16,-2 0-128 0,0 0-16 0,0 0-16 16,-1 1-1872-16,0 1-368 0,-3 1-80 0,-1-1-11216 0</inkml:trace>
  <inkml:trace contextRef="#ctx0" brushRef="#br0" timeOffset="-202427.47">7431 7901 10127 0,'-3'-7'448'0,"1"2"96"0,0 0-544 0,0 3 0 0,1 2 0 0,1 0 0 15,-1 0 2336-15,0 2 352 0,-3 1 80 0,-1 3 16 16,-1 3-688-16,-1 5-144 0,-1 2-32 0,0 3 0 16,-1 2-400-16,0 3-96 0,0 2-16 0,-2 3 0 15,0 1-448-15,0 0-112 0,0-1-16 0,1 1 0 16,1-2-448-16,0-2-112 0,2-3-16 0,1-4 0 15,3 1-256-15,0-3 0 0,1-2 0 0,2-1-144 16,0-2-1024-16,0-12-208 0</inkml:trace>
  <inkml:trace contextRef="#ctx0" brushRef="#br0" timeOffset="-198920">7733 7866 20271 0,'3'-3'1792'0,"-1"-1"-1424"16,-1 3-368-16,-1-1 0 0,0 2 1232 0,0-1 176 16,0-2 48-16,2-2 0 15,-1 0-16-15,0 0 0 0,-2 0 0 0,0 3 0 0,0 0-544 0,-1 2-96 16,-1 0-32-16,-2 0 0 0,1 2-192 0,-2 1-64 15,1 2 0-15,-1 1 0 0,-1 2-112 0,0-1-16 16,0 2-16-16,-2 3 0 0,1-2-64 0,0 1-16 16,2-1 0-16,0 1 0 0,2 1 0 0,2-2 0 15,-1 0 0-15,4-3 0 0,-1-7 0 0,0 0 0 16,0 0 0-16,0 0 0 16,0 0-144-16,45 28-16 0,-45-28-128 0,0 0 192 0,42 10-16 0,-42-10-16 0,0 0 0 0,47 25 0 15,-47-25-160-15,0 0 0 0,41 36 0 0,-41-36 128 16,0 0-128-16,27 45 0 0,-27-45 0 0,8 35 0 15,-8-35 0-15,-4 35 0 0,-1-20 0 0,-2-1 0 16,-2-2 0-16,-1-2 0 0,0 0 0 0,-2-4 0 16,1-1 0-16,-3 0 0 0,1-3 0 0,-1-1 0 15,-1 1 0-15,0-2 0 0,-2-2 0 0,0 1 0 16,2-3 0-16,0 1 0 0,2-4 0 0,1 3 0 16,2-1 0-16,2-2 0 0,0-1 0 0,3 2 0 15,0-2 0-15,2 1 0 0,2-1 0 0,0 0 0 0,1 1 0 16,1-1 0-16,3 1 0 0,3-2 0 0,0 1 0 0,1-1 0 15,4 0 0-15,0-3 0 16,2 0 0-16,1 2 0 0,1-4 0 0,2 2 0 0,-1-2 0 0,2 2 0 16,-1-2 0-16,1 0 128 0,0 0-128 0,-1 0 0 15,-1-1 0-15,-2 1 0 0,-1 2 128 0,-5 0-128 16,-2 1 128-16,-3 1-128 0,-3 0 128 0,-3 1-128 16,-2 2 128-16,-2 0-128 0,-3 2 0 0,-3 3 0 15,0 0 0-15,-2 1 0 0,1 2 0 0,-2 1 0 16,1 0 128-16,0-2-128 0,3 2 0 0,1-2 0 0,3 0 0 0,1-2 0 15,4 0-288-15,1-1-32 0,3-1-16 0,1-1-17776 32</inkml:trace>
  <inkml:trace contextRef="#ctx0" brushRef="#br0" timeOffset="-198620.3">8185 7738 18431 0,'9'-7'816'0,"-3"4"160"0,1-1-784 0,-3 1-192 0,-3 1 0 0,-1 1 0 16,1 1 2528-16,1-2 464 0,1-2 80 0,-1 1 32 0,0-1-976 0,-3 3-192 16,-1 1-32-16,-3 1-16 0,1 4-928 0,-4 1-176 15,1 4-32-15,-2 0-16 16,-3 4-480-16,1 2-112 0,-1 3-16 0,1 2 0 0,0 2-128 0,0 0 0 16,-1 3 0-16,-1-2 0 0,2 4 0 0,0-2 0 15,1-2 0-15,2-1 0 16,2-1 0-16,2 0 0 0,4-22 0 0,-1 35 0 0,1-35 0 15,0 0 0-15,16 35 0 0,-16-35 0 0,0 0 0 0,0 0 0 16,44 17 0-16,-44-17 0 0,27 0 0 0,-27 0 0 16,25-5 0-16,-11-1 0 15,1 0 0-15,1-1-144 0,-1-2 144 0,0 2 0 0,-1-1-304 0,0-1 48 0,-1 2 16 0,-1-1 0 32,0 1-1360-32,-3 0-256 0,1 1-64 0,-4 0-13200 0</inkml:trace>
  <inkml:trace contextRef="#ctx0" brushRef="#br0" timeOffset="-198431.56">8272 7875 11967 0,'-4'-4'528'0,"1"3"112"0,1-1-512 0,1 2-128 0,1 0 0 0,-1 2 0 15,0-1 2464-15,-2 4 464 0,-1 3 80 0,-2 4 32 32,-2 3-224-32,0 6-32 0,-1 0-16 0,-1 1 0 15,2 2-880-15,-2 2-176 0,-1 2-48 0,0-1 0 0,-1 3-896 0,0-4-192 0,2 0-48 0,2-2 0 16,0-3-384-16,3-4-144 0,-1-3 0 0,3-2 144 0,0-2-144 0,3-10 0 31,0 0 0-31,0 0-18240 16</inkml:trace>
  <inkml:trace contextRef="#ctx0" brushRef="#br0" timeOffset="-198023.87">8479 7884 18431 0,'1'0'816'0,"-1"0"160"0,1 0-784 0,-1 0-192 0,0 1 0 0,0-1 0 16,0 2 2176-16,0-2 400 0,-1 2 80 0,1 1 16 16,-1-2-240-16,0 2-32 0,-1 0-16 0,0-1 0 15,1 1-1296-15,-1 0-272 0,-1 0-48 0,1 1-16 16,-2 1-368-16,-1 1-80 0,1 1-16 0,-2 3 0 15,0 1-144-15,1-1-16 0,-1 2-128 0,2 0 192 16,0-1-192-16,0 0 0 0,2 1 128 0,0-1-128 16,2-11 0-16,0 0 0 0,2 28 0 0,-2-28 0 15,0 0 0-15,0 0 0 0,0 0 0 0,33 31 0 16,-33-31 128-16,0 0-128 0,35 14 0 0,-35-14 144 0,0 0-144 0,37 14 0 16,-37-14 0-16,0 0 128 0,36 21-128 0,-36-21 0 15,0 0 0-15,0 0 0 0,37 35 0 0,-37-35 0 16,0 0 0-16,0 0 0 0,8 37 0 0,-8-37 0 15,-7 19 0-15,1-12 0 0,-1 0 0 0,-1-1 0 16,0 0 0-16,-2-3 0 0,0 1 0 0,-2-2 0 16,0 0 0-16,-1-2 0 0,1-2 0 0,-2 2 0 15,-1-2 0-15,0-3 0 0,0 0 0 0,-1 1-192 16,0-1 32-16,0-1-18032 0</inkml:trace>
  <inkml:trace contextRef="#ctx0" brushRef="#br0" timeOffset="-197849.9">8466 7866 11055 0,'3'-3'976'0,"2"3"-784"0,-1-2-192 0,-2 2 0 15,0 2 2784-15,2-2 512 0,-4 0 96 0,0 0 32 16,39 0-160-16,-39 0-16 0,44 0-16 0,-44 0 0 16,43 0-1760-16,-43 0-336 0,42-2-80 0,-42 2-16 15,36-3-720-15,-36 3-160 0,31-2-32 0,-31 2-11680 16,0 0-2336-16</inkml:trace>
  <inkml:trace contextRef="#ctx0" brushRef="#br0" timeOffset="-196231.97">8843 8059 11055 0,'-6'-1'976'0,"3"1"-784"15,0 0-192-15,1 0 0 0,2 0 784 0,0 0 112 16,0-2 32-16,0 2 0 0,0-1 1040 0,2 1 208 15,2-2 32-15,2-1 16 0,2 1-496 0,2 0-80 16,1-2-32-16,2 0 0 0,3 2 48 0,0 0 0 16,3-2 0-16,0 1 0 0,-19 3-544 0,43-5-96 15,-43 5-32-15,43-5 0 0,-43 5-480 0,40-5-112 16,-40 5-16-16,31-4 0 16,-31 4-384-16,27-2 0 0,-27 2 128 0,24-5-128 15,-14 3-448-15,-2 1-112 0,-3-1-16 0,-1 2-16272 0</inkml:trace>
  <inkml:trace contextRef="#ctx0" brushRef="#br0" timeOffset="-196027.4">9092 7875 10127 0,'-2'-2'896'16,"1"2"-704"-16,1 0-192 0,0 0 0 16,0 2 1712-16,-1-2 304 0,-1 0 64 0,-1 3 16 15,0 1 608-15,-2 6 128 0,0 2 32 0,0 2 0 16,-2 5-1056-16,2 1-208 0,-1 1-32 0,0 4-16 15,-2 1-592-15,2 0-128 0,-1 3-32 0,2-1 0 0,1-2-416 16,0-2-96-16,2 1-16 0,2-25 0 16,-1 39-656-16,1-39-144 0,2 36-32 0,-2-36-15520 15</inkml:trace>
  <inkml:trace contextRef="#ctx0" brushRef="#br0" timeOffset="-195759.67">9449 7852 8287 0,'3'-2'736'0,"-1"1"-592"0,0 1-144 0,-1 1 0 16,-1-1 1600-16,0 0 272 15,0 0 64-15,0 0 16 0,0 0 1168 0,0 30 224 0,0-30 48 0,-6 30 16 16,3-13-1520-16,-2 1-304 0,0 2-64 0,0-1-16 15,0 0-416-15,0 0-64 0,0 3-32 0,0-3 0 32,1 2-384-32,0-4-80 0,4-17-16 0,-4 33 0 15,4-33-512-15,-1 28 0 0,1-28 0 0,-1 25 0 16,1-25-1600-16,0 0-448 0</inkml:trace>
  <inkml:trace contextRef="#ctx0" brushRef="#br0" timeOffset="-195539.25">9682 7856 15663 0,'3'0'688'0,"-2"0"144"0,0 0-656 0,0 0-176 0,-1 0 0 0,-1 0 0 16,0 2 2224-16,0-1 400 0,-1 3 96 0,0 1 16 15,-2 0-272-15,-1 3-48 0,0 1-16 0,0 2 0 16,-1 1-976-16,1 2-192 0,-1 3-32 0,1-1-16 15,0 4-656-15,0-1-128 0,-2 4-16 0,1 1-16 16,1-2-176-16,-1 1-48 0,3-3 0 0,-1 0 0 16,4-20-144-16,-1 33 0 0,1-33 0 0,2 29 0 31,-2-29-960-31,0 0-288 0</inkml:trace>
  <inkml:trace contextRef="#ctx0" brushRef="#br0" timeOffset="-195224.36">9911 7881 18431 0,'-1'0'816'0,"0"0"160"0,1 1-784 0,-1-1-192 16,1 2 0-16,0-2 0 0,-1 1 1920 0,-1 1 352 15,0 3 64-15,-1 2 16 0,-1 1-528 0,-2 3-96 16,1-1-32-16,-2 2 0 0,1 1-752 0,-3 2-160 15,2-1-16-15,-1 0-16 0,0 2-128 0,1-1-32 16,0 2 0-16,2-3 0 0,0 0-224 0,5-14-48 16,-5 24-16-16,5-24 0 0,0 0-128 0,0 0-32 0,12 33 0 0,-12-33 0 15,0 0-144-15,0 0 0 16,35 17 0-16,-35-17 128 0,0 0 0 0,34 4-128 16,-34-4 192-16,0 0-64 0,37-1-128 0,-37 1 0 0,25-5 0 0,-25 5 0 15,23-6-144-15,-13 2-64 0,1 1-16 0,-2-2 0 31,-1 1-976-31,0-3-192 0,-1 2-32 0,-1-2-14544 0</inkml:trace>
  <inkml:trace contextRef="#ctx0" brushRef="#br0" timeOffset="-195004.09">9992 7965 9215 0,'-5'3'816'0,"2"-1"-656"0,-1-1-160 0,1 0 0 0,1 1 1488 0,0-1 272 16,0 2 48-16,-3 1 16 0,-1 3 1344 0,-3 2 272 15,-2 2 48-15,0 2 16 0,0 3-976 0,-1 1-192 16,2 0-32-16,-1 2-16 0,0 1-1008 0,1 0-192 16,1 4-32-16,1-3-16 0,1-2-720 0,1-1-160 15,0-2-32-15,1-2 0 0,5-14-128 0,-6 23 0 16,6-23 0-16,-5 19 0 16,5-19-1184-16,0 0-112 0</inkml:trace>
  <inkml:trace contextRef="#ctx0" brushRef="#br0" timeOffset="-194658.16">10229 7994 23039 0,'0'0'1024'15,"0"0"192"-15,0 0-960 0,0 0-256 0,0 0 0 0,0 0 0 16,0 0 1808-16,-5 14 320 0,0-7 64 0,-1 3 16 15,-3 4-864-15,-1 3-192 0,0 1-16 0,0 1-16 16,2 2-352-16,-1 1-80 0,3 2-16 0,1-5 0 0,5-19-224 16,-4 35-32-16,4-35-16 0,0 0 0 0,13 36-224 0,-13-36-48 15,0 0-128-15,32 9 192 0,-32-9-192 0,30-7 128 16,-12 2-128-16,0-6 0 16,0-1 192-16,2-2-64 0,-1-3-128 0,1 0 192 0,-2 1-192 0,-3 0 0 15,-1 4 0-15,-3-1 0 0,1-3 0 0,-2 1 0 16,-1 1 0-16,-5 0 0 0,-1 1 0 0,-5 1 0 15,-1 1 0-15,-6 0 0 0,-1 4-384 0,-4-1 48 16,-2 2 0-16,-1 3 0 16,-1 0-208-16,-1 1-32 0,0 4-16 0,0 1 0 15,1 2-16-15,0 0 0 0,2 2 0 0,1-1-9792 0,3 2-1952 16</inkml:trace>
  <inkml:trace contextRef="#ctx0" brushRef="#br0" timeOffset="-194280.85">10626 8068 16575 0,'0'2'736'0,"0"0"160"0,0-2-720 0,0 0-176 15,0 0 0-15,0 0 0 0,0 0 1584 0,0 0 272 16,30 0 64-16,-30 0 16 0,35-7-16 0,-13 4 0 15,0-1 0-15,1-3 0 0,0 2-656 0,1-2-144 16,-2 2-32-16,0 0 0 0,-2 0-448 0,-2 1-80 16,-18 4-32-16,33-5 0 0,-33 5-528 0,24-3-176 0,-24 3 0 0,0 0-15776 15</inkml:trace>
  <inkml:trace contextRef="#ctx0" brushRef="#br0" timeOffset="-194107.39">10848 7908 16575 0,'-4'2'1472'0,"2"-1"-1168"0,0 2-304 0,1 1 0 15,-1-2 1952-15,0 3 336 0,0 0 64 0,0 4 16 0,-3 6 448 0,-3 5 112 16,1 4 16-16,-1 3 0 0,0-1-2016 0,3-1-400 16,-1-3-80-16,2-3 0 15,4-19-752-15,-2 33-144 0</inkml:trace>
  <inkml:trace contextRef="#ctx0" brushRef="#br0" timeOffset="-192207.01">11358 7919 7359 0,'-3'-6'656'0,"2"1"-528"16,-1 1-128-16,1 1 0 0,1 4 1056 0,-1-1 176 0,1 0 48 16,-1 0 0-16,-1 0 704 0,-2 4 160 0,1 0 32 0,-2 6 0 15,-1 2-512-15,1 4-80 16,-1 4-32-16,1-1 0 0,-2 3-624 0,2 1-128 16,-2 1-32-16,1 2 0 0,0 0-128 0,-1 2-48 0,-1 0 0 0,1-2 0 15,-1-2-160-15,3-2-48 0,0-4 0 16,2-1 0-16,0 0-384 0,3-17 128 0,-4 28-128 0,4-28 0 31,-2 26-592-31,2-26-208 0,0 0-32 0,-1 31-8080 0,1-31-1616 0</inkml:trace>
  <inkml:trace contextRef="#ctx0" brushRef="#br0" timeOffset="-191667.88">11584 8051 14735 0,'6'-4'1312'0,"-1"1"-1056"0,-1-2-256 0,-1 2 0 0,0 2 1664 0,-2 0 288 16,2-1 48-16,0-1 16 0,4-2 448 0,1-3 96 15,3 0 0-15,-1-2 16 0,1 1-1376 0,-1-2-288 16,0 1-48-16,-1-1-16 16,0 0-368-16,-2-1-80 0,0-2-16 0,-2 2 0 0,0-2-64 0,-2 2-32 15,-2 0 0-15,-1-2 0 0,0 4-96 0,-4-3 0 16,-2 3-16-16,-1 1 0 0,-2 1-48 0,-2 2 0 15,0 3 0-15,-1 3 0 0,0 2 112 0,-1 1 16 16,0 2 0-16,1 4 0 0,0-2-80 0,0 3-16 0,0 1 0 16,0 3 0-16,1-1-160 0,0 3 0 0,-1 1 0 0,2-1 128 15,0 3-128-15,0-2 0 0,2 1 0 0,1-5 0 16,1 3 0-16,3-4 0 0,3-12 0 0,0 0 0 16,-1 31 0-16,1-31 0 0,0 0 128 0,0 0-128 15,0 0 0-15,0 0 0 16,37 27 0-16,-37-27 0 0,0 0 0 0,0 0 0 0,33 1 0 0,-24-2 0 15,-9 1 0-15,0 0 0 0,0 0 0 0,29 1 0 16,-29-1 0-16,0 0 0 0,0 0 0 0,0 0 0 16,0 0 0-16,0 0 0 0,0 0 0 0,0 0 0 15,0 0 0-15,32 31 0 0,-32-31 0 0,0 0 0 0,-2 21 0 16,-1-10 128-16,0 0-128 0,-1 1 0 0,0 2 128 16,-2-2-128-16,0 2 128 0,-1-1-128 0,-1 0 240 0,-1 0-48 15,1 0 0-15,-1 1 0 0,1-2-192 0,0 2 176 16,-2-2-176-16,2 2 160 0,0-2-160 0,-1-2 0 15,3 2 0-15,0-3 128 0,2-2-128 0,1-2 0 16,0 0 0-16,2-1 0 0,1-3-224 0,1-1-32 16,2-1 0-16,1-1-11728 15,3-3-2352-15</inkml:trace>
  <inkml:trace contextRef="#ctx0" brushRef="#br0" timeOffset="-191327.47">11867 8041 11055 0,'1'-2'976'0,"-1"1"-784"16,0 1-192-16,-1 0 0 0,0 1 1664 0,0 1 272 0,0-2 64 0,-2 3 16 15,-2 0 784-15,0 1 144 0,-3 4 48 0,1 0 0 16,-2 4-1136-16,0-2-240 0,1 3-32 0,-1 2-16 16,1 2-672-16,-1 1-128 0,1 0-16 0,2 0-16 15,0 1-336-15,2-2-64 0,4-17-16 0,-3 28 0 16,3-28-128-16,0 0-48 0,0 0 0 0,0 0 0 15,22 38-144-15,-22-38 0 0,0 0 0 0,35-2 0 16,-20-5 128-16,2 0-128 0,0-2 128 0,0-4-128 16,2 1 144-16,0-2-144 0,2-5 160 0,-2 0-160 0,-1 0 0 0,-1 0 0 15,-4 1 0-15,0 0 0 0,-4 2-256 0,-4 2 64 16,-1 0 16-16,-4 2 0 16,-4-2 176-16,-2 4-160 0,-3-2 160 0,-4 2-160 0,-4 2-176 0,-1 0-48 15,-2 6 0-15,-1-1 0 16,3 6 0-16,0-1-16 0,3 3 0 0,-2 0 0 0,2 4 16 0,3-2 0 15,1 3 0-15,2 0-9952 16,2-1-1984-16</inkml:trace>
  <inkml:trace contextRef="#ctx0" brushRef="#br0" timeOffset="-190729">12142 8138 9663 0,'-6'0'208'0,"3"2"48"0,0-2 16 0,0 0 0 0,2 0-272 0,0 0 0 0,0 1 0 0,0-1 0 15,-1 2 2176 1,-1-2 384-16,0 1 80 0,1 1 16 0,1 0-608 0,1-2-112 0,1 0-16 0,2 0-16 15,2-2-464-15,-5 2-96 0,0 0 0 0,22-5-16 16,-22 5-80-16,25-4-16 0,-9 1 0 0,-1-2 0 16,3 0-624-16,0 1-128 0,-2 1-32 0,3-3 0 31,-1 0-288-31,1 1-160 0,-1 1 160 0,-1-3-160 0,-1 4 0 0,-2-2 0 0,-14 5 0 0,22-7 0 16,-22 7-640-16,0 0-128 0,21-2-32 0,-20 2-14880 15</inkml:trace>
  <inkml:trace contextRef="#ctx0" brushRef="#br0" timeOffset="-190493.07">12297 7968 8287 0,'-4'-3'368'0,"1"1"80"0,0 2-448 0,2-2 0 0,0 2 0 0,0 0 0 16,0 0 1920-16,-2 0 288 0,0 0 64 0,0 2 16 15,-2-2-16-15,-1 2 0 0,3 1 0 0,-1 1 0 16,0 4-352-16,1 1-80 0,0 3-16 16,-1 2 0-16,0 5-608 0,2 0-128 0,2-19-32 0,-4 47 0 15,1-23-576-15,-1 2-112 0,1 0-32 0,-1 0 0 16,1-2-336-16,-1-5 144 0,4-19-144 0,-5 38 0 16,5-38-160-16,-3 29-144 0,3-29-16 0,0 0-15552 15</inkml:trace>
  <inkml:trace contextRef="#ctx0" brushRef="#br0" timeOffset="-190078.8">12516 8050 15663 0,'-2'0'1392'0,"0"0"-1120"15,2 1-272-15,0-1 0 0,0 0 2064 0,0 0 368 16,0 0 64-16,-1 0 0 0,1 2-192 0,1-2-64 16,2 0 0-16,-3 0 0 0,0 0-944 0,0 0-192 15,28 0-32-15,-28 0-16 0,0 0-352 0,33 2-64 16,-33-2 0-16,0 0-16 0,40 7-304 0,-40-7-64 16,0 0-16-16,37 14 0 0,-37-14-240 0,0 0 128 0,0 0-128 15,37 30 0-15,-37-30 0 0,0 0 0 0,0 0 0 0,14 34 0 16,-14-34 0-16,0 0 0 0,-9 32 0 0,2-21 0 15,0 1 0-15,-2-2 0 0,0 1-176 0,-1-1 176 16,0 0-336-16,-2-1 48 0,-1 0 16 0,0-1 0 16,0 1-80-16,0-2-16 0,1 3 0 0,0-3 0 15,1 0 240-15,3 0 128 0,1-1-160 0,2 0 160 16,2-1 0-16,2-1 0 0,1-1 0 0,0-3 0 0,0 0 0 16,0 0 128-16,0 0-128 0,0 0 160 0,40 7 160 15,-40-7 16-15,27-5 16 0,-13 0 0 0,-2 3-224 0,3-3-128 16,1 0 160-16,1-1-160 15,1 0-640 1,-1 2-208-16,2-1-48 0,0 0-10064 0,0-1-2016 0</inkml:trace>
  <inkml:trace contextRef="#ctx0" brushRef="#br0" timeOffset="-189755.25">12940 8070 1839 0,'-1'-3'160'0,"-1"1"-160"16,1-1 0-16,0 3 0 0,0 0 2240 0,1 0 432 15,0 0 80-15,-2 0 0 0,0 1 816 0,-1 1 144 16,1 3 48-16,-3 1 0 0,-1 3-1008 0,0 2-192 16,0 3-32-16,0 2-16 0,0-1-1168 0,0 4-256 15,0-1-32-15,6-18-16 0,-8 34-576 0,8-34-112 0,0 0-32 0,-1 33 0 16,1-33-64-16,0 0-32 0,0 0 0 0,0 0 0 16,32 17-80-16,-32-17-16 0,25-7 0 0,-10 2 0 15,0-3 0-15,2-1-128 0,0 0 192 0,-1-2-64 16,-2 2-128-16,0-2 0 0,-1 1 0 0,0-1 0 15,-2 1 0-15,-2-2 0 0,0 0 0 0,-3 3 0 16,-2-1 0-16,-1 1 0 0,-3-1 0 0,-2 1 0 16,-3 2 0-16,-1-3 0 0,-4 3 0 0,-2 0 0 15,0 2 0-15,-2 1-176 0,-1 1 48 0,-2 2 0 0,2 0-128 16,0 1-32-16,1 1 0 0,0 2 0 31,2 0-512-31,2-1-96 0,1 3-32 0,2-2-15680 0</inkml:trace>
  <inkml:trace contextRef="#ctx0" brushRef="#br0" timeOffset="-189519.69">13169 8058 19343 0,'0'0'848'0,"0"0"192"0,0 0-832 0,0 0-208 0,0 0 0 0,0 0 0 16,0 0 2096-16,36 2 368 0,-36-2 80 0,29 0 16 15,-29 0-576-15,43-1-128 0,-43 1 0 0,42-1-16 16,-42 1-944-16,37-3-192 0,-37 3-48 0,32-4 0 16,-32 4-416-16,30-3-96 0,-30 3-16 0,24-2 0 15,-13 0-128-15,-1-1-224 0,-10 3 48 0,14-5 16 32,-8 3-1696-32,-2 0-320 0</inkml:trace>
  <inkml:trace contextRef="#ctx0" brushRef="#br0" timeOffset="-189314.08">13413 7896 16527 0,'2'-7'352'0,"-1"0"80"15,0 3 16-15,0 2 32 0,0 1-480 0,0 1 0 0,-1 1 0 0,1 1 0 0,0 0 4032 0,-1-2 720 16,0 0 144-16,-2 30 32 0,2-30-3216 0,-8 41-640 16,1-15-128-16,0 3-32 0,-3 1-80 0,0 4-32 15,0 2 0-15,2-1 0 16,-1 0-544-16,3-6-96 0,2-3-32 0,4-26 0 0,-3 40-304 0,3-40-64 15,0 0-16-15,9 41-17664 0</inkml:trace>
  <inkml:trace contextRef="#ctx0" brushRef="#br0" timeOffset="-188951.52">13782 7920 6447 0,'0'0'576'0,"0"0"-576"0,0 0 0 0,0 0 0 0,0 0 2560 0,0 0 416 15,0 2 80-15,0-1 16 0,-1 4 192 0,1-5 32 16,0 0 16-16,-9 33 0 0,9-33-944 0,-8 38-176 16,0-15-32-16,0 1-16 0,0 3-1056 0,-1 0-192 15,-2-1-64-15,1 3 0 0,0-1-576 0,1-3-112 16,-1 0-16-16,2-4-128 15,8-21-384-15,-10 39-176 0</inkml:trace>
  <inkml:trace contextRef="#ctx0" brushRef="#br0" timeOffset="-188054.87">13984 7925 5519 0,'1'-6'496'0,"0"1"-496"0,-1 2 0 0,1 2 0 16,0 1 1088-16,0-3 128 0,1-2 32 0,2-3 0 15,0-1 896-15,2 2 176 0,0-3 48 0,-1 5 0 16,3 0-128-16,-2 2-32 0,2 2 0 0,-8 1 0 16,0 0-224-16,0 0-64 0,39 21 0 0,-39-21 0 0,0 0-688 0,36 50-144 15,-36-50-16-15,20 47-16 0,-20-47-448 0,16 52-96 16,-16-52 0-16,13 64-16 0,-10-30-160 15,-3 1-16-15,0-2-16 0,-5 1 0 0,-2-3-304 0,-4 0 128 16,-1-1-128-16,-3-2 0 0,1-2 0 0,-1-2-144 16,-1-2-16-16,2-7-11680 15,3-2-2320-15</inkml:trace>
  <inkml:trace contextRef="#ctx0" brushRef="#br0" timeOffset="-187461.61">14378 8058 9215 0,'-1'0'816'0,"0"0"-656"0,1 0-160 0,0 0 0 15,0 0 1520-15,-1-2 272 0,1 2 48 0,-1 0 16 16,1-1 848-16,0 1 176 0,3-2 48 0,1 0 0 16,2 1-608-16,2-1-112 0,3 0-32 0,1-3 0 15,3 2-832-15,0 0-192 16,2 0-16-16,0-2-16 0,-2 2-608 0,1 0-112 0,1 0-16 0,-2 0-16 0,0 0-240 0,-2 1-128 16,1 1 128-16,-2 0-128 15,-1 1 0-15,-11 0 0 0,18-2 0 0,-10 2 0 16,-8 0-1344-16,0 0-176 0</inkml:trace>
  <inkml:trace contextRef="#ctx0" brushRef="#br0" timeOffset="-187283.61">14398 8174 10127 0,'2'0'896'0,"0"-2"-704"16,1 0-192-16,-1 1 0 0,-1 1 2416 0,3 0 448 0,2-4 80 0,3 1 32 15,4-1 544-15,3-2 96 0,0 2 32 0,1-4 0 16,-1 5-1904-16,-1 0-368 0,0-2-80 0,-1 2-16 16,-14 3-896-16,26-2-192 0,-26 2-48 0,23-2 0 31,-23 2-864-31,19-3-176 0</inkml:trace>
  <inkml:trace contextRef="#ctx0" brushRef="#br0" timeOffset="-186811.25">14893 7957 5519 0,'2'-1'240'0,"-1"-2"64"0,0 1-304 0,0 2 0 15,0-2 0-15,0 1 0 0,0 1 2032 0,0-2 336 16,1 1 80-16,0-2 16 0,0 0 672 0,0 1 144 15,-1 0 32-15,0 1 0 0,-1-1-640 0,0 2-128 16,-1 0-32-16,-1 2 0 0,0 1-1136 0,-1-1-224 16,-2 3-64-16,0 2 0 0,0 0-672 0,-2 3-144 15,1 2-16-15,-1 0-16 0,1 5-240 0,-2 1 0 16,1 3 128-16,1 1-128 0,6-22 0 0,-11 40 0 16,11-40 0-16,-5 39 0 15,5-39 0-15,1 32 128 0,-1-32-128 0,0 0 0 0,11 35 0 0,-11-35 0 0,0 0 0 0,0 0 0 16,33 17 0-16,-33-17 0 0,23-4 128 0,-11 1-128 15,1-4 144-15,2 0-16 16,0-4 0-16,0-2 0 0,0 1-128 0,0 0 160 0,0-3-160 0,-2-2 160 16,-1 4-160-16,-2-1 0 0,-3 0 0 0,-2 2 0 15,-1 0 0-15,-4 0 0 0,-2 1 0 0,-3 1 0 16,-1 0 0-16,-1-2 0 0,-3 1 0 0,-1 1 0 16,0-1 0-16,-1 1 0 0,-1 0 0 0,0 3-176 0,3 0 176 15,0 1-128-15,-1 0 128 0,1 2-128 16,0 2-16-16,2 1 0 0,2 1 0 0,-1 1 0 15,2 1-272-15,-1 0-48 16,2 1-16-16,1 1 0 0,1 1-1184 0,0-1-224 0</inkml:trace>
  <inkml:trace contextRef="#ctx0" brushRef="#br0" timeOffset="-186590.9">15187 8152 27647 0,'0'0'1216'0,"0"0"256"0,0 0-1168 0,0 0-304 16,0 0 0-16,0 0 0 0,0 0 1072 0,3 32 144 0,-3-32 48 0,0 0 0 16,0 0-880-16,9 42-160 15,-9-42-32-15,0 0-16 0,0 0-368 0,0 0-80 0,10 33-16 0,-10-33-14016 16</inkml:trace>
  <inkml:trace contextRef="#ctx0" brushRef="#br0" timeOffset="-186214.43">15426 7984 15663 0,'2'-2'688'0,"-2"0"144"0,1-1-656 0,-1 3-176 15,0 0 0-15,0 0 0 16,0 0 1520-16,0 0 272 0,0 1 48 0,-2 3 16 0,-1 0 32 0,3-4 16 16,-9 17 0-16,9-17 0 0,-12 27-544 0,4-10-96 15,1 1-32-15,-1 1 0 0,8-19-272 0,-13 38-48 16,13-38-16-16,-7 31 0 0,7-31-224 0,0 0-48 16,0 35-16-16,0-35 0 15,0 0-288-15,0 0-64 0,0 0-16 0,30 25 0 0,-30-25-16 0,21-1 0 16,-9-4 0-16,2-2 0 0,0-2 0 0,0-1 0 0,0-1 0 0,-1-1 0 15,0 0-224-15,-2 0 144 0,-1 0-144 0,-3 2 128 16,1-2-128-16,-4 1 0 0,-1 1 0 0,-2-1 0 16,-2 1 0-16,-2-1 0 0,-3 0 0 0,-3 2 0 15,-2-2 0-15,-2 3 0 0,-2 1 0 0,-2 2 0 16,1 0 0-16,-1 3 0 0,-1-1-160 0,0 1 160 31,4 4-192-31,0-2 48 0,2 3 16 0,0-1 0 0,3 3-384 16,2-3-80-16,1 1-16 0,3 2 0 0,1-3-1616 0,2-2-320 0</inkml:trace>
  <inkml:trace contextRef="#ctx0" brushRef="#br0" timeOffset="-185664.18">15750 7918 20271 0,'0'-4'896'0,"-1"3"192"0,1-2-880 0,0 3-208 0,-1 0 0 0,1 0 0 16,0 0 2208-16,0-2 400 0,0 2 80 0,-1-1 0 16,1 1 32-16,-1 1 0 0,-1 1 0 0,0 1 0 15,2-3-1728-15,0 0-352 0,-5 17-64 0,5-17 0 16,0 0-256-16,-6 26-32 0,6-26-16 0,0 0 0 16,-6 28-128-16,6-28-16 0,0 0-128 0,0 0 192 15,0 36-192-15,0-36 0 0,0 0 128 0,0 0-128 16,0 0 0-16,19 35 0 0,-19-35 0 0,0 0 0 15,0 0 0-15,30 22 0 0,-30-22 0 0,0 0 0 16,0 0 0-16,37 31 0 0,-37-31 0 0,0 0 0 0,27 24 0 0,-27-24 0 16,0 0 0-16,0 0 0 0,26 30 0 0,-26-30 0 15,0 0 0-15,0 0 0 0,0 0 0 0,0 0 0 16,15 34 0-16,-15-34 0 0,0 0 0 0,0 0 0 16,0 0 0-16,-11 17 0 0,11-17 0 0,-11 9 0 15,5-5 0-15,-2 1 0 0,2 0 0 0,-2-2 0 16,0 1 0-16,0 0 0 0,-1 1 0 0,0 0 0 15,0 0 0-15,-2-1 0 0,-2 2 0 0,1 0 0 16,-3-1 0-16,1 0 0 0,-1-3-144 0,0 0 144 0,-3 1-208 16,4-3 80-1,-1-2-960-15,4-1-176 0</inkml:trace>
  <inkml:trace contextRef="#ctx0" brushRef="#br0" timeOffset="-185459.65">15722 7930 15663 0,'1'-5'1392'0,"0"2"-1120"0,0 0-272 0,2 0 0 16,0 1 1936-16,-1 1 336 0,2-2 64 0,1 1 16 15,5-2 784-15,4-3 176 0,4 2 16 0,0-2 16 16,1 3-1616-16,-1 1-320 0,-18 3-64 0,33-5 0 16,-33 5-816-16,28 0-144 0,-28 0-48 0,0 0 0 15,33 5-336-15,-33-5 0 0,0 0 0 0,0 0 128 16,33 11-368-16,-33-11-64 0,0 0-16 0,0 0-18112 15</inkml:trace>
  <inkml:trace contextRef="#ctx0" brushRef="#br0" timeOffset="-184843.03">16115 7854 8287 0,'-1'-2'736'0,"0"2"-592"16,0-2-144-16,1 2 0 0,0 0 1440 0,-1 0 256 15,-1-1 48-15,0-1 16 0,-1 1 736 0,0-1 160 16,-1 2 32-16,2-1 0 0,0 1-480 0,0-1-96 15,1 2 0-15,2-1-16 0,0 0-624 0,1-1-112 16,-2 1-16-16,0 0-16 0,18-2-608 0,-7-1-112 16,2-2-32-16,3 2 0 0,3-1-384 0,-1-3-64 15,3 3-128-15,0-4 176 16,-1 4-176-16,0-4 0 0,-1 4 0 0,0-1 0 0,-3 0 0 0,-3 1 0 0,-13 4 0 0,26-3 128 16,-26 3-128-16,0 0 0 0,26-2 0 0,-26 2 0 15,0 0 0-15,0 0 0 0,0 0 0 0,0 0 0 16,0 0 0-16,12 37 0 15,-12-37 0-15,-8 27 0 0,8-27 0 0,-12 33 0 0,12-33 0 0,-15 40 128 16,8-20-128-16,-3 3 128 0,0 3-128 0,0 0 128 16,-1 0-128-16,-2 3 0 0,1-1 0 0,-2 1 128 0,0 4-128 15,1-3 0-15,-3 2-160 0,2-3 160 16,1-2-656 0,2-5-48-16,3-1 0 0,1-2 0 0,7-19-1040 0,-12 28-224 0,12-28-32 0,-7 22-12336 15</inkml:trace>
  <inkml:trace contextRef="#ctx0" brushRef="#br0" timeOffset="-184622.86">16095 8213 11967 0,'-2'-3'256'0,"1"1"64"0,0 1 16 0,0-2 0 0,1 3-336 0,0-2 0 0,1 1 0 0,0-2 0 16,2-2 3200-16,0-1 576 0,4-3 128 0,1 1 0 15,2 0-1008-15,2-2-208 0,3-1-32 0,1 2-16 16,2 0-1296-16,2 0-256 16,2 0-48-16,0 0-16 0,-1 2-512 0,-1 0-128 0,2 1 0 0,-2 0-16 15,0 1-240-15,0 0-128 0,-20 5 128 16,35-7-128-16,-35 7 0 0,31-6-208 0,-17 3 16 0,-14 3-11792 16,26-7-2368-1</inkml:trace>
  <inkml:trace contextRef="#ctx0" brushRef="#br0" timeOffset="-184182.87">16835 7816 19343 0,'0'-2'848'0,"0"-1"192"0,0 3-832 0,0-2-208 0,0 2 0 0,-1 0 0 0,0 0 1984 0,0 0 368 0,1 0 64 0,-7 2 16 16,3 1-320-16,-2-1-64 0,0 2-16 0,-3 1 0 15,2 0-1008-15,-1 2-208 0,-2 2-48 0,0 1 0 16,0 4-336-16,-3 3-80 0,0 2-16 0,-3 2 0 16,2 3-80-16,-1 2-32 0,1 0 0 0,1 1 0 15,-1 2-48-15,1-2-16 0,1 1 0 16,3-4 0-16,3 2-160 0,6-26 0 0,-4 40 0 0,4-40 128 15,0 0-128-15,17 38 0 0,-17-38 0 0,0 0 0 16,30 10 0-16,-30-10-144 0,26-7 144 0,-11 0-160 16,-1-3 160-16,0-2-192 0,2 0 192 0,-2-2-192 15,-3 0 0-15,-1 0 0 0,-3 2 0 0,-2-1 0 0,-2 2 192 16,-2 2-160-16,-3 0 160 0,-4 1-160 0,0 1 32 0,-3 0 0 31,-3 2 0-31,-1 3 0 0,-1-1-272 0,-1 1-48 0,1 4-16 0,-1-1 0 0,1 2 256 0,1 1 48 16,0 0 16-16,1 1 0 0,1 0-16 0,2 2 0 15,0-1 0-15,2 0 0 16,7-6-704-16,0 0-144 0,-9 14-16 0,9-14-13952 16</inkml:trace>
  <inkml:trace contextRef="#ctx0" brushRef="#br0" timeOffset="-183821.48">17282 7802 17503 0,'-7'2'768'0,"2"-2"176"0,1 2-752 0,-1 0-192 0,5-2 0 0,-8 6 0 16,8-6 1536-16,-11 7 288 0,-1 2 48 0,-5 4 16 15,-3 2-160-15,-1 2-16 0,1 2-16 0,0 0 0 16,1 3-144-16,-2 1-16 0,2 2-16 0,-1 0 0 15,2 1-400-15,0 0-80 0,3 0-16 0,1-2 0 16,2 0-576-16,2-1-112 0,10-23-16 0,-7 38-16 16,7-38-304-16,0 0 128 0,10 41-128 0,-10-41 0 15,0 0 0-15,29 23 0 0,-29-23 0 0,28 5 0 16,-28-5 0-16,31-2 0 0,-31 2 0 0,36-10-144 16,-16 5 144-16,-3-3-160 0,1 0 160 0,-1-1-160 0,-2 1 160 0,-4-1 0 15,-1 2 0-15,-4-1-128 0,0 1 128 0,-3-2 0 16,-2 0 0-16,-4 4 0 0,-2-2 0 0,-1 2 0 15,-4 1 0-15,-2 1 0 0,-4 2-208 0,-4 1-64 16,-1 1-16-16,-3 1-17296 0</inkml:trace>
  <inkml:trace contextRef="#ctx0" brushRef="#br0" timeOffset="-166962.9">2091 8736 5519 0,'2'-5'496'0,"-2"2"-496"0,1 0 0 0,-1 2 0 16,1-1 752-16,-1 2 48 0,0 0 16 0,1-3 0 16,0-1 1248-16,0 1 256 15,-1-1 48-15,0 1 16 0,0 1-224 0,-1 1-48 0,-1 1-16 0,0 0 0 16,0 1-240-16,-2 3-32 0,0-3-16 0,0 3 0 15,1-1-656-15,-3 2-128 0,1 1-16 0,-2-1-16 16,1 2-320-16,-2 0-64 16,2 0-16-16,-2 1 0 0,1-1-192 15,-1 1-32-15,-1 3-16 0,2-2 0 0,-2 3-224 0,1 0-128 0,0 2 160 0,-1 0-160 0,1 3 0 0,1-1 128 16,-1 3-128-16,2 0 0 0,-1 0 0 0,3 0 0 16,-1-2 0-16,0 0 0 0,2-3 144 0,2 0-144 15,0-2 128-15,1-12-128 0,0 0 144 0,2 26-144 16,-2-26 160-16,0 0-160 0,0 0 192 0,0 0-48 15,0 0-16-15,0 0 0 0,0 0 64 0,41 24 0 16,-32-27 0-16,1-1 0 0,2 1-48 0,-1-2 0 0,2-2 0 16,-1-2 0-16,2 2-144 15,0-4 128-15,-1 0-128 0,1-1 128 16,0 0-128-16,-1-2 0 0,0 0 0 0,0 0 0 0,-2 0 0 0,-1 0 128 0,-1-1-128 0,0 1 0 16,-3 0 0-16,-1 2 0 0,-2 0 128 0,-1 0-128 31,-2 3 0-31,-1-3 0 0,0 2 0 0,-3 3 128 0,-1-2-128 0,-1 1 0 0,-2 0 144 0,0 2-144 15,0 2 128-15,-3-1-128 0,2 0 128 0,-1 4-128 16,0 1 0-16,-1 1 144 0,1-1-144 0,-1 3 0 16,0 1 128-16,-1 1-128 0,1 0 0 0,-1 2 0 15,1 0 0-15,0 0 0 0,-1 0 0 0,2 0 0 0,0 1 0 16,1-2 0 0,1 2 0-16,0-3 0 0,1 2-240 0,2-3 48 15,-1-2 16-15,3 1 0 16,0 0-464-16,1-1-112 0,1-1-16 0,2 0-16704 15</inkml:trace>
  <inkml:trace contextRef="#ctx0" brushRef="#br0" timeOffset="-166348.25">2368 8789 8287 0,'-1'-1'736'0,"0"-1"-592"0,0 2-144 0,1-2 0 0,0 1 1024 0,-1 1 192 16,1 0 16-16,-1 0 16 0,0 1 1056 0,-1 1 224 16,1 1 32-16,-2 0 16 15,0 3-464-15,-1-2-112 0,1 6-16 0,0-1 0 0,0 3-832 0,-1 0-160 16,0 3-32-16,-2 3-16 0,1-1-480 0,-2 2-80 16,1 2-32-16,-2-2 0 0,2-2-224 0,-2 0-128 15,2-1 128-15,-1-4-128 0,3-2 0 0,-1-2 128 16,1 0-128-16,1-4 0 0,1-1 128 0,1 0-128 15,0-3 128-15,1-1-128 0,0-1 0 0,2-1 0 16,0-4 0-16,2-4 0 0,2-1-320 0,-1-3-48 16,2-2 0-16,0 1 0 15,1-3-320-15,-2 0-64 0,3 0-16 0,-2 2 0 0,-1 1 416 0,1 2 80 16,-1-2 16-16,0 3 0 0,0 2 256 0,0-1 176 0,0 4-32 0,-1-1 0 16,1 3 512-16,-1 0 112 0,0 1 0 0,0 2 16 15,-1 0 304-15,0 2 64 0,1-1 16 0,-2 0 0 16,1 2-480-16,0 0-112 0,0 2 0 0,0 0-16 15,-1-1-320-15,1 2-64 0,-2 0-16 0,1 2 0 16,-3-5-32-16,0 0 0 0,0 0 0 0,0 0 0 16,7 39-128-16,-7-26 160 0,0 2-160 0,-2 3 160 15,-1 0-160-15,-1 0 0 0,1 4 0 0,0-3 128 16,-1 2-128-16,0-5 0 0,2 1 0 0,-1-3 128 0,1-2-128 16,1-3 0-16,0 1 0 0,0-5 0 0,2 0 0 0,-1-3 0 15,2 0 0-15,0-2 0 16,1-2-784-16,0-2-96 15,2-1-16-15,0-2-16128 0</inkml:trace>
  <inkml:trace contextRef="#ctx0" brushRef="#br0" timeOffset="-165969.52">2521 8894 13823 0,'-1'1'608'0,"1"1"128"0,0 0-592 0,0-2-144 15,-1 1 0-15,1 1 0 0,0-1 1872 0,0 0 352 16,0-1 64-16,0 0 16 0,0 0 160 0,0 0 32 15,0 0 16-15,0 0 0 0,0 0-896 0,0 0-176 16,0 0-32-16,43 16-16 0,-35-18-608 0,-8 2-112 16,20-7-32-16,-10 3 0 0,1 0-400 0,-1 0-96 0,-1-3-16 15,1 1 0-15,-1 0-128 0,0-1 0 0,0 0 0 0,-1-2 0 16,-2 2 0-16,0-3 0 0,-1 3 0 0,-2-2 0 16,0 1 0-16,-3 1 0 0,1 2-144 0,-3-1 144 15,-2 0 0-15,-1 0 0 16,-2 1-128-16,0-1 128 0,-2 2 0 0,-1 0-128 0,0 3 128 0,-2-1 0 15,1 4-128-15,0 1 128 0,0 2 0 0,0 2 0 0,1 2 0 16,1 3 0-16,-1 0 0 0,1 4 0 0,1 2 0 0,1 0 0 16,0 2 0-16,3 0 0 0,-1 2 224 0,1-3-48 15,1 0-16-15,2-3 0 0,1-16 80 0,1 26 16 16,-1-26 0-16,0 0 0 0,0 0-96 0,0 0-16 16,27 31 0-16,-27-31 0 0,0 0-144 0,0 0 0 15,43-2 0-15,-29-3 0 0,1 0 0 0,1-2 0 16,0-2-192-16,0 2 192 15,0-3-1904-15,0 1-256 0</inkml:trace>
  <inkml:trace contextRef="#ctx0" brushRef="#br0" timeOffset="-165701.58">2866 8862 10127 0,'-7'3'448'0,"4"-2"96"0,0 2-544 0,0-1 0 0,1 0 0 0,1-1 0 16,-1 1 2384-16,0 0 368 0,-3 3 80 0,1 2 16 16,1-2-48-16,0 0-16 0,3-1 0 0,1-1 0 15,2-1-1216-15,1 0-240 0,3-2-48 0,0-2-16 16,-7 2-464-16,21-3-96 0,-21 3 0 0,25-7-16 16,-12 3-304-16,0 1-64 0,-13 3-16 0,29-6 0 15,-29 6-176-15,26-6-128 0,-26 6 192 0,23-4-192 16,-23 4 0-16,0 0 0 0,30-7 0 0,-30 7 0 0,0 0-128 0,0 0-96 15,24-3-16-15,-19 3-16784 16</inkml:trace>
  <inkml:trace contextRef="#ctx0" brushRef="#br0" timeOffset="-165448.9">3185 8830 14271 0,'-2'1'320'0,"1"-1"64"0,1 0 0 0,0 0 16 0,0 2-400 0,0-2 0 0,1 0 0 0,0 0 0 16,2 2 2928-16,0-2 496 0,-3 0 96 0,0 0 32 15,0 0-1696-15,0 0-352 0,43 3-64 0,-43-3-16 16,0 0-656 0,38-3-144-16,-38 3-32 0,29-5 0 0,-29 5-368 0,30-4-80 0,-16-1-16 0,-14 5 0 15,29-7-128-15,-16 3-144 0,-1 1 144 0,-1-2-208 16,0 1-1328-16,-3-1-256 0,-1 1-48 0,-2 1-11584 15</inkml:trace>
  <inkml:trace contextRef="#ctx0" brushRef="#br0" timeOffset="-165227.78">3395 8740 7599 0,'-6'-2'160'0,"1"0"32"0,1 0 16 0,1 1 16 0,1 1-224 0,1 0 0 0,-1 0 0 0,-1 0 0 0,-1 0 2560 0,-3 1 480 15,1 2 96-15,-1 0 0 16,2 2-704-16,0 0-128 15,0 5-48-15,-1-1 0 0,1 5-720 0,0 1-160 16,-2 3-32-16,0 5 0 0,1 0-640 0,0 3-144 16,0-2-32-16,3 1 0 0,0-1-16 0,2-3 0 15,1-21 0-15,-1 36 0 0,1-36 96 0,0 0 16 16,10 34 0-16,-10-34 0 0,0 0-416 0,0 0-80 0,0 0 0 16,34 21-128-16,-34-21 128 0,21-4-128 0,-10 0 0 15,0-3 0-15,1 0-192 0,1-2-80 0,-1-1-32 0,-1 0-10880 16,1 1-2176-16</inkml:trace>
  <inkml:trace contextRef="#ctx0" brushRef="#br0" timeOffset="-164551.85">3619 8868 7359 0,'2'1'320'0,"-1"1"80"0,0-2-400 0,0 0 0 15,-1 0 0-15,0 0 0 0,0 0 2816 0,1 2 464 16,-1-2 112-16,1 0 0 0,0 1 128 0,-1-1 0 15,1 0 16-15,-1-1 0 0,1-1-1824 0,0-1-368 16,1 0-80-16,0 0-16 0,0-2-752 16,-1 1-160-16,0-2-16 0,0 1-16 0,-1 1-176 15,0-1-128-15,-1 0 144 0,0 1-144 0,-2 1 0 0,-2-1 0 16,1 3 0-16,-2-1 0 0,-1 2 0 0,0 0 0 16,1 2 0-16,-3 1 0 0,1 2 0 0,-1 1 0 15,-1 2 0-15,0 2 0 0,1 1-192 0,-1 1 64 16,0 2 128-16,2-2-208 0,1 2 32 0,0-2 16 0,2 2 0 0,1-2 0 15,1 0 160-15,0-2-128 0,3-10 128 0,0 0-128 16,0 0 128-16,3 28 0 0,-3-28 0 0,0 0 0 16,0 0 0-16,0 0 0 0,32 0 0 0,-23-6 0 15,2-2 0-15,0-1 0 0,1-1 0 16,0-1 0-16,0 0 0 0,-1-1 0 0,0 0 0 0,-1 1 0 16,-1 1-128-16,-1 1 128 0,1-1-128 0,-4 3 128 15,1 0 0-15,-2 1 0 0,-3 2 0 0,1 2-128 16,-2 1 128-16,0 0 0 0,0 1 0 0,-2 1 0 15,2 2 0-15,-2 0 0 0,-1 2 0 0,0-1 0 16,1 2 0-16,0 0 128 0,1 4-128 0,-1-1 128 0,0 3-128 16,2-12 192-16,0 21-64 0,0-21 0 0,0 0 112 0,4 32 16 15,-4-32 16-15,0 0 0 0,0 0 128 0,0 0 32 16,0 0 0-16,36 28 0 0,-36-28-208 0,0 0-32 16,33-5-16-16,-33 5 0 0,25-9-176 0,-12 1 128 15,0 2-128-15,-1-2 128 0,1-1-128 0,-1-1 0 16,-1 1 0-16,0-1 0 0,0 1 0 0,-1 2 0 15,0-1 0-15,-2 2 0 0,1-1 0 0,-3 2 0 16,1 2 0-16,-2-2 0 0,0 3 0 0,-2 1 0 16,0 1 0-16,-2 0 0 0,1 1 0 0,-1 1 0 15,0 1 0-15,0 2 0 0,-1 0 0 0,-1 2 0 16,1-7 0-16,0 0 0 0,-2 30 0 0,2-30 0 16,-3 29 128-16,2-15-128 0,1-14 0 0,-3 29 0 0,3-29 0 0,-2 28 0 15,2-28 0-15,-2 24 128 0,1-12-128 0,0-5 0 16,1 2 0-16,0-2 0 0,0-1 128 15,0-3-128-15,1 0 0 0,0-2 0 0,0-1 0 0,0-1 0 16,0-2-176-16,1-1-64 0,0-1-16 0,0-2-17664 16</inkml:trace>
  <inkml:trace contextRef="#ctx0" brushRef="#br0" timeOffset="-164375.86">3847 8764 18431 0,'0'0'816'0,"0"0"160"0,1 0-784 0,-1 0-192 16,0 0 0-16,0 2 0 0,1 1 2544 0,0-1 464 16,1 1 80-16,-2-3 32 0,0 0-560 0,0 0-96 15,0 0-32-15,18 33 0 0,-18-33-1664 0,0 0-352 16,0 0-64-16,0 0-16 0,0 0-592 0,0 0-112 16</inkml:trace>
  <inkml:trace contextRef="#ctx0" brushRef="#br0" timeOffset="-164156.68">4134 8594 10127 0,'-4'0'896'0,"1"2"-704"0,1 0-192 0,0 3 0 15,1-2 1952-15,0 1 352 0,-1 3 80 0,-2 5 16 16,-1 6 0-16,-1 5 0 15,-1 7 0-15,-1 1 0 0,1 0-1680 0,-1 2-336 16,2 0-64-16,0 3 0 0,0-3-96 0,1 0-16 0,0-2 0 0,1-2 0 16,-1-3 64-16,1-3 16 0,4-23 0 0,-3 38 0 31,3-38-1648-31,0 26-336 0</inkml:trace>
  <inkml:trace contextRef="#ctx0" brushRef="#br0" timeOffset="-163764.31">4172 8890 9903 0,'0'0'208'0,"-3"13"48"0,3-13 16 0,0 0 16 0,0 0-288 0,0 0 0 16,0 0 0-16,0 0 0 0,6 34 3280 0,-6-34 608 16,0 0 112-16,0 0 32 0,0 0-1808 0,41 21-368 0,-41-21-64 0,23-8 0 15,-10 0-560-15,0-1-96 0,1-1-32 0,-1 1 0 16,0-2-352-16,-2 0-80 0,0 2-16 0,-2-1 0 15,0 1-416-15,-1-1-96 0,-2 1-16 0,0 2 0 16,-3-1-128-16,0 0 0 16,-2 2 0-16,-3 0 0 0,0 3 0 0,-2-2 0 0,-1 3 0 0,-2 0 0 15,-2 2-192-15,-1 0 48 16,-2 3 0-16,0 0 0 0,-1 3-96 0,-1 0-16 0,2 4 0 0,-1-1 0 16,2 1 48-16,1-1 0 0,-1 3 0 0,1 0 0 15,2 0 208-15,0 0 0 0,3 2 0 0,0 0 0 0,2 1 560 16,0 1 0-16,3-16 0 0,-1 29 0 0,1-29 80 0,0 0 32 15,9 30 0-15,-9-30 0 0,0 0-368 0,0 0-80 16,0 0-16-16,42 24 0 0,-42-24-208 0,0 0 128 16,43 0-128-16,-43 0 0 0,32-7 0 0,-15 2 0 15,0-1 0-15,1 0 0 16,0-1-1344-16,-1-2-224 0,1 1-32 0,0-1-14864 16</inkml:trace>
  <inkml:trace contextRef="#ctx0" brushRef="#br0" timeOffset="-163230.05">4649 8894 4607 0,'-2'1'400'0,"2"1"-400"0,-1 0 0 0,0-2 0 15,1 0 2544-15,0 0 416 0,-1 0 96 0,1 1 16 16,-1 1 592-16,0-2 128 0,0 0 32 0,1 0 0 16,0-3-2144-16,0 1-416 15,1-3-96-15,-1 1-16 0,1 1-512 0,-1-2-96 16,1-1-32-16,-1 0 0 0,-1 2-352 0,-1-3-160 0,0 2 128 0,-2 0-128 15,1 0 0-15,-4 1 0 0,0-1 0 0,-2 2 0 32,2 1 0-32,-2 1 0 0,-1 1 0 0,0 1 0 0,1 2 0 0,0 1 0 0,-1 3 0 0,2 1 0 15,0 1 0-15,0 0 0 0,1 1 0 0,0 3 128 0,1 2-128 16,0 2 0-16,2 0 0 0,0-1 0 0,4-16 128 0,-3 29-128 16,3-29 128-16,0 0-128 0,3 34 176 0,-3-34-48 15,0 0-128-15,0 0 192 0,0 0-192 0,0 0 128 16,35 20-128-16,-35-20 0 0,16-7 192 0,-7 1-48 15,2-2-16-15,0-2 0 0,0-1 128 0,0-1 32 16,0 0 0-16,-1-3 0 0,1 1-288 0,0-1 0 16,0 0 128-16,-1 0-128 0,-1 1 0 0,0 0 0 15,1-1 0-15,-3 2 0 16,0 0 0-16,-1 0-144 0,0 0 144 0,-2 1-192 0,0-2-16 0,0 0-16 16,-1-2 0-16,0-1 0 0,0-2 224 0,-1 1-176 15,-1 0 176-15,0 0-160 0,-1 1 160 0,-1-1 0 16,-1 0 0-16,0 4 0 0,1 2 384 0,0 5 64 0,0 5 16 0,-1 2 0 15,1 0 80-15,1 4 16 0,-3 6 0 16,0 4 0 0,0 5-320-16,0 5-64 0,-2 2-16 0,1 3 0 0,0-1-160 0,2 5 128 0,-1 2-128 0,1 1 128 15,-1 2-128-15,1-2 192 0,1-1-192 0,1-4 192 16,0-3-192-16,0-28 128 0,2 46-128 0,-2-46 128 16,4 35-128-16,-4-35 0 0,0 0 0 0,0 0-12464 15,17 38-2368-15</inkml:trace>
  <inkml:trace contextRef="#ctx0" brushRef="#br0" timeOffset="-162758.08">5193 8807 19343 0,'1'-7'1728'0,"0"2"-1392"0,0 0-336 0,-1 1 0 16,1 2 1216-16,-1 1 192 0,1-1 16 0,0-1 16 16,1-1 1072-16,0-3 224 0,-1 3 32 0,1-1 16 15,-1 2-1392-15,-1 3-288 0,0 2-48 0,0 1-16 16,-1 4-528-16,1-7-96 0,-3 23-32 0,3-23 0 16,-5 36-224-16,3-15-160 0,-1 1 192 0,-2 4-192 15,0 0 128-15,0 0-128 0,0-2 0 0,1-1 0 16,-1-1 0-16,5-22 128 0,-6 33-128 0,6-33 0 15,0 0 192-15,2 35-192 0,-2-35 192 0,0 0-192 0,0 0 0 0,0 0 0 16,0 0 0-16,35 17 0 0,-35-17 128 16,20-7-128-16,-8 0 0 0,0 0 0 0,-1-1 0 0,1-1 0 15,0 0 0-15,-1-1 0 16,0-2-320-16,-3 2-128 0,-1-1-32 0,-1 1 0 16,-2 1-1056-16,-1-1-192 0,-3 1-64 0,-1 0-13712 15</inkml:trace>
  <inkml:trace contextRef="#ctx0" brushRef="#br0" timeOffset="-162568.36">5140 8885 10479 0,'-10'6'224'0,"2"-2"48"0,2 3 16 0,1-5 16 0,2 1-304 0,2 1 0 0,0-1 0 15,-3 1 0-15,-1 6 3072 0,0 0 576 0,0 1 96 0,2-2 32 16,3-9-800-16,0 0-160 0,0 0-16 0,0 0-16 16,0 0-944-16,0 0-192 0,41 10-48 0,-29-15 0 15,2 0-960-15,0-3-208 0,2 0-48 0,-1 1 0 16,3-2-384-16,1-1 0 0,0 1 128 0,2 1-128 15,-2 1-240-15,0 0-80 0,-1 2 0 0,-1-1-16 32,-2 3-1968-32,-1-2-400 0,-1 1-80 0,-13 4-12240 0</inkml:trace>
  <inkml:trace contextRef="#ctx0" brushRef="#br0" timeOffset="-162222.83">5435 8892 12895 0,'-1'3'576'0,"0"-1"112"0,1 0-560 0,0 1-128 16,1-2 0-16,1 0 0 0,0-1 2832 0,-2 0 544 15,0 0 96-15,0 0 32 0,0 0-672 0,0 0-128 16,41 7-16-16,-41-7-16 0,23-4-1584 0,-23 4-320 16,23-8-64-16,-11 3-16 0,0 1-416 0,-2-3-80 15,1 2 0-15,-2-2-16 0,1 0-176 0,-3-1 0 16,0 0 0-16,-2 0 0 0,-1 3-320 0,-1-2 0 16,-1 0 0-16,-2 2 0 15,-2-1-608-15,-1 1-112 0,-1 2-32 0,-1-1 0 16,-1 2 240-16,-1 1 32 0,-4-1 16 0,0 2 0 0,0 2 384 0,0 1 80 0,1 1 0 0,0 3 16 15,-1 0 304-15,2 3 0 0,0-1 0 0,1 3 0 16,0 0 576-16,1 2 192 0,0 1 16 0,2 0 16 16,-1 1 176-16,2 2 48 0,1 0 0 0,3-18 0 15,-2 29-240-15,2-29-32 0,0 0-16 0,8 34 0 16,-8-34-352-16,0 0-80 0,0 0-16 0,0 0 0 16,35 21-288-16,-35-21 160 0,0 0-160 0,35-5 128 15,-35 5-128-15,27-9 0 0,-14 4 0 0,1-2 0 31,0-2-1280-31,3-1-144 0,1 0-32 0,-2 1-14656 0</inkml:trace>
  <inkml:trace contextRef="#ctx0" brushRef="#br0" timeOffset="-161890.9">5904 8752 7359 0,'-3'0'656'0,"1"0"-528"15,-1 1-128-15,1 1 0 0,0 0 2208 0,-2 1 416 16,-2 1 64-16,-3 3 32 0,-4 1 736 0,-2 3 128 15,-1 1 48-15,-1 2 0 0,2 1-1344 0,0 1-272 16,1-3-48-16,1 0-16 0,2 0-1056 0,1 0-224 16,2-3-32-16,2-1-16 0,6-9-320 0,-5 17-64 15,5-17-16-15,0 0 0 0,0 0-224 0,0 0 176 16,0 0-176-16,0 0 160 16,24 31-160-16,-24-31 0 0,0 0 144 0,0 0-144 0,40 10 0 15,-40-10 128-15,0 0-128 0,0 0 0 0,43 14 0 0,-43-14 0 0,0 0 0 0,0 0 0 16,0 0 0-16,36 26 0 0,-36-26 0 15,0 0 0-15,0 0 0 0,0 0 0 0,0 0 0 0,2 35 0 16,-6-29 0-16,-1 0 0 0,0-1 0 0,-3-1 0 16,3 2 0-16,-4-2 0 0,1 0 0 0,-1-1 0 15,1 0 0-15,1-3 0 0,1 2 0 0,1-4 0 16,1 0-272-16,2-2-80 0,0 0-16 0,3-1-17424 16</inkml:trace>
  <inkml:trace contextRef="#ctx0" brushRef="#br0" timeOffset="-161590.96">6140 8698 20271 0,'3'-2'896'0,"-1"2"192"0,0 0-880 0,-2 0-208 16,0 2 0-16,-1 0 0 0,0 3 1856 0,-2 0 320 16,0 4 64-16,-2 5 0 0,-2 3-720 0,-1 4-160 15,0 1-16-15,0 1-16 0,2 0-464 0,-1-2-96 16,3 0 0-16,4-21-16 0,-7 40-368 0,7-40-80 15,-1 35-16-15,1-35 0 0,0 0-288 0,3 38 0 16,-3-38 0-16,0 0 0 0,0 0 144 0,0 0-144 0,26 31 0 0,-26-31 144 16,0 0 64-16,0 0 16 0,35-2 0 0,-35 2 0 15,21-5-48-15,-11 0-16 0,0 0 0 16,0 1 0-16,0-1-352 0,-2 0-64 0,-1 1 0 0,0-2-16 31,-1 2-624-31,-1-1-112 0,0 0-16 0,-2 1-16 0,-2-1-576 16,0 0-112-16,-1 1-32 0,-1-3 0 0,0 2-1072 0,-1 0-224 0</inkml:trace>
  <inkml:trace contextRef="#ctx0" brushRef="#br0" timeOffset="-161432.66">5986 8914 4607 0,'-6'3'400'16,"2"-1"-400"-16,3 0 0 0,1 0 0 0,0-2 2672 0,1 0 448 31,-1 0 80-31,0 0 32 0,0 0 1616 0,0 0 320 0,0 0 64 0,37 7 16 0,-18-11-2832 0,2-4-560 16,4 1-128-16,-1-4 0 15,1 3-1168-15,0-1-240 0,0-1-32 0,0 1-16 0,0-1-272 0,-1 1 0 16,0 2 128-16,-1-1-12656 16,-1 4-2528-16</inkml:trace>
  <inkml:trace contextRef="#ctx0" brushRef="#br1" timeOffset="-151467.1">17122 8449 14735 0,'0'0'1312'0,"-5"2"-1056"0,5-2-256 0,0 0 0 15,0 0 416-15,-2-2 32 0,2 2 0 0,-7 0 0 16,2 0-320-16,-2 0-128 0,0 0 128 0,-2 0-128 31,2 0-288-31,-1 0-144 0,-2 2-16 0,1 1-16 0,-1-1 256 0,-2 0 48 0,-1 3 16 16,-1-2 0-16,-3 3 656 0,0-1 144 0,-2 0 32 0,0 0 0 15,-3 0-144-15,-1-1-32 16,-1 2 0-16,-2-2 0 0,-1 0-272 0,-2-1-64 16,-2 0-16-16,-4 1 0 0,1-2-160 0,-2-1 128 0,0 3-128 0,0-3 128 0,1 3-128 15,1-2 128-15,1 0-128 0,-2 1 128 0,0 2 576 0,0-1 128 16,-1 1 0-16,0 0 16 0,2-1-432 0,-1-1-96 15,0 2 0-15,0-1-16 0,1 1-48 0,-3 0-16 16,-1-2 0-16,-1 2 0 0,2 1-240 0,-1-3 0 16,-2 4 0-16,0-6 0 0,1 0 0 0,0-1 0 15,-1 0 0-15,-1-1 0 0,3 0 0 0,0-2 0 16,1 1 0-16,0-1 0 0,1-1 0 0,2-1 0 16,1 0 0-16,1-2 0 0,0 0 0 0,1 1 0 15,-1 0 0-15,2 2 0 0,1 1 192 0,-3-2-16 16,1 1 0-16,-2-1 0 0,2 0-176 0,-1 1 0 15,2 1 0-15,-1-2 0 0,1 3 0 0,0-3 0 0,1 1 0 16,-1-1 0-16,3 0 0 0,1 0 0 0,0-1 0 0,0-2 0 16,1 1 0-16,1 0 0 0,0-3 0 0,2 3 0 15,0-2 0-15,0-1 0 0,1-1 0 0,2 1 0 16,1 1 0-16,0-1 0 0,1-2 0 0,-1 0 0 16,2 0 448-16,1 1 16 0,0 1 0 0,2-2 0 15,2 1 128-15,0-1 32 16,0 2 0-16,1-2 0 0,1 0-208 0,0 0-32 0,-1-2-16 0,1 0 0 15,2 0-368-15,-1-3 0 0,3 1 0 0,-1-1 0 16,1 1 0-16,3-1 128 0,0-1-128 0,1 0 0 16,1 1 0-16,1 1 128 0,1 0-128 0,0-4 0 15,3 2 128-15,1-4-128 0,1 3 128 0,1-4-128 0,1 1 0 16,0-1 128-16,2 1-128 0,0-1 0 0,1 1 448 16,0 0 32-16,2 2 0 0,0 0 0 0,1 2 32 0,0-1 16 15,1 2 0-15,1 0 0 0,1 0-96 0,0 1-32 16,3 0 0-16,0-1 0 0,4 0-112 0,1 1-32 15,1 0 0-15,2-1 0 0,1 0-256 0,1-2 0 16,2 2 0-16,4-2 0 0,-2 5 0 0,4-3 0 16,1 3 0-16,1 0 0 0,2 0 0 0,-1 1 0 15,0 0 0-15,1 1 0 16,1 2 0-16,1 1 0 0,1 0 0 0,1 1 0 0,0 1 304 0,0-1-48 16,-2 2-16-16,1 1 0 0,3 1-48 0,3-4-16 15,2 4 0-15,3-1 0 0,0 0 16 0,1-1 16 0,-3 1 0 16,0 2 0-16,3-1-208 0,2 1 0 15,3 0 128-15,0 1-128 0,-4 2 0 0,3-1 0 16,1 1 0-16,1 1 0 0,0 2 0 0,-2 1 0 0,-3 1 0 16,1 0 0-16,1 2 0 0,-1 0 0 0,2 2 0 0,-4 2 0 15,-6 0 0-15,0-1 0 0,3 4 0 0,-2 0 0 16,0 1 0-16,-3 1 0 0,-1 3 0 0,-2-1 0 16,-7 0 0-16,1 0-160 0,-1 2 160 0,-2 0-192 15,-3 0-64-15,-1 0-32 0,-3 4 0 0,-3 0 0 16,-2 2 288-16,-4 0-192 0,-22-26 192 0,33 55-160 15,-33-55 160-15,18 55-208 0,-18-55 80 0,3 58 128 0,-3-58-256 16,-13 58 80-16,0-29 16 0,-5-2 0 0,-5-1 32 16,-5 1 0-16,-10 2 0 0,-5 1 0 15,-5 0-256-15,-4 0-64 0,-3 2 0 0,-3-1 0 0,1-2 144 0,-4-1 32 16,-6-4 0-16,-3 2 0 0,-3 0 272 0,-2-4 0 16,2-2 0-16,-1 0 0 15,-1-2 0-15,0 2 0 0,4-2 0 0,0 0 0 16,6-2 0-16,1-2-192 0,0 0 48 0,6-2-9856 15,3 0-1968-15</inkml:trace>
  <inkml:trace contextRef="#ctx0" brushRef="#br1" timeOffset="-150523.18">17976 7742 4607 0,'-2'0'400'0,"1"0"-400"0,0 0 0 0,0 0 0 16,0 0 240-16,1 0-48 0,0 0 0 0,-1 0 0 16,0 0-32-16,0 0-16 0,-1 0 0 0,1 0 0 15,0 0 112-15,-1 0 32 0,1-1 0 0,0 1 0 16,-1-1 848-16,0 1 160 0,0-2 48 0,0 2 0 16,0 0 592-16,0-2 128 0,2 1 32 0,-1 1 0 15,0-2-352-15,1 2-64 0,1-2-16 0,0 1 0 16,2-2-176-16,2 0-32 0,3 0-16 0,3-4 0 15,6 0-288-15,3 0-48 0,6-3-16 0,6-2 0 16,2 0-208-16,4-2-48 0,3 0-16 0,2-2 0 0,2-1-208 0,0 3-32 16,-2 2-16-16,-2 2 0 0,-2 3-400 0,-5 1-160 15,-3 3 128-15,-6 0-128 0,-5 3 0 0,-5-1 0 16,-15 1-192-16,0 0-17280 16</inkml:trace>
  <inkml:trace contextRef="#ctx0" brushRef="#br1" timeOffset="-149672.96">18993 7485 3679 0,'1'-1'320'0,"-1"-1"-320"0,1 0 0 0,-1 1 0 16,0 1 192-16,1-2-16 0,1-1-16 0,0-1 0 16,2-4 96-16,0-1 32 0,1-2 0 0,0 1 0 15,-1 0 256-15,0 1 48 0,-1 2 16 0,0-1 0 0,-2 2 192 16,0 0 32-16,-1 2 16 0,0-1 0 16,0 0-16-16,-1 3-16 0,1 0 0 0,-2 0 0 0,1 1-128 0,-1-1-32 15,1 2 0-15,0 0 0 0,0 0 224 0,1 0 32 16,0 0 16-16,0 0 0 15,0 2 64-15,1-2 16 0,0 0 0 0,0 0 0 0,1 0 336 0,-1 0 64 16,1 0 0-16,-2 0 16 0,2 0-80 0,-1 1-32 16,0 1 0-16,0-1 0 0,0 2-448 0,-1 2-96 15,-1 0 0-15,1-5-16 0,0 0-256 0,-5 31-48 16,5-31-16-16,-6 31 0 0,6-31-112 0,-8 42-32 16,2-18 0-16,1 4 0 0,-2 3-64 0,1-2-16 0,0 2 0 0,0 3 0 15,3-2-32-15,0 1-16 0,1-2 0 0,2-31 0 16,0 57-160-16,0-57 0 0,1 47 0 0,-1-47 0 15,0 0 0-15,5 44 0 0,-5-44 0 0,0 0 0 16,0 0 0-16,0 0-176 0,0 0 176 0,0 0-128 31,0 0-1616-31,0 0-320 0,8-1-64 0,-10-8-8112 0,-1 1-1632 0</inkml:trace>
  <inkml:trace contextRef="#ctx0" brushRef="#br1" timeOffset="-149295.72">18943 7439 7887 0,'-3'-3'336'0,"0"1"96"0,0 0-432 0,1 2 0 15,1 0 0-15,1 0 0 0,0 0 1328 0,-1 0 176 16,-1 0 32-16,-1-2 16 0,1 0 912 0,0 1 176 16,2-4 48-16,2 3 0 0,1-3-320 0,2-2-48 15,-1 2-16-15,3-2 0 0,1 0-736 0,2 0-160 16,1-2-16-16,1 1-16 0,2 1-608 0,1-2-128 15,2 2-32-15,0-1 0 0,-1 4-128 0,-1-1-32 16,2 0 0-16,0 3 0 0,0 0-192 0,0 2-32 16,-17 0-16-16,30 4 0 0,-30-4-208 0,0 0 176 0,37 17-176 0,-37-17 160 15,0 0-160-15,0 0 0 0,38 28 0 0,-38-28 128 16,0 0-128-16,0 0 0 0,0 0 0 16,27 38 128-16,-27-38-128 0,0 0 0 0,0 0 0 0,0 0 0 15,0 44 144-15,-4-35-144 0,-3 2 160 0,-1-1-160 16,-1-1 144-16,-2 1-144 0,-1 0 128 0,-1-1-128 15,-1 0 0-15,0 1 0 0,-1-1 128 0,0 0-128 16,0 0 0-16,0-1 0 0,2 0-160 0,1 1 160 16,2-2-832-16,3-1-64 0</inkml:trace>
  <inkml:trace contextRef="#ctx0" brushRef="#br1" timeOffset="-148948.86">19313 7683 1839 0,'-5'0'160'0,"1"0"-160"0,1 1 0 0,2-1 0 0,0 0 1776 0,0 0 320 0,1 0 64 0,-1 0 16 16,-1 0 720-16,1 0 160 0,0-1 16 0,0 1 16 15,3 0-496-15,1-2-96 0,1 1-32 0,2-1 0 16,3 0-480 0,2 0-112-16,4-3-16 0,3-1 0 15,3 0-704-15,3-1-128 0,1 0-48 0,0 0 0 0,0 0-560 0,-1 3-112 16,-2 1-32-16,-1 0 0 0,-1 1-272 0,-4 2 0 0,-2 0 0 0,-14 0 0 15,0 0-272-15,0 0-112 16,30 9-32-16,-29-7-17312 0</inkml:trace>
  <inkml:trace contextRef="#ctx0" brushRef="#br1" timeOffset="-148505.18">19842 7477 15663 0,'3'-3'688'0,"-2"3"144"0,0-2-656 0,0 2-176 0,0 0 0 0,-1 0 0 16,0 2 1904-16,1-2 336 0,-1 3 80 0,0 2 16 15,0-5-816-15,0 0-176 0,0 0-16 0,-3 38-16 16,3-38-944-16,0 0-192 0,-7 42-48 0,7-42 0 16,-5 34 48-16,5-34 0 0,-3 33 0 0,3-33 0 15,-3 35-176-15,3-35 128 0,0 0-128 0,-1 43 128 0,1-43-128 0,0 0 0 16,0 0 0-16,0 0 0 0,0 0 624 0,0 0 144 16,0 0 16-16,0 0 16 15,0 0 528-15,32 15 96 0,-27-21 32 0,1-3 0 0,0 2-752 0,2-4-128 16,-1 0-48-16,1 2 0 0,0-1-224 0,-1 1-48 15,2-3-16-15,-2 2 0 0,2 1-16 0,-2 0 0 16,1-1 0-16,0 1 0 0,-1 0-80 0,2-1-16 16,-1 0 0-16,1 0 0 0,-1-1-128 0,1-1 0 15,1-2 0-15,-1 2 0 0,2-3 0 0,-1-1 0 16,1 2 0-16,-1 0-176 16,-1 2-544-16,-1 2-112 0,-2 3-32 0,-1 2-11056 15,-2 3-2224-15</inkml:trace>
  <inkml:trace contextRef="#ctx0" brushRef="#br1" timeOffset="-147985.08">20163 7564 5519 0,'4'1'240'0,"-2"1"64"0,0-2-304 0,1 0 0 0,-1 0 0 0,-1 0 0 16,1 0 2176-16,1 0 384 0,2 0 80 0,3 0 16 15,0-2 288-15,1-1 64 0,1 1 16 0,2-2 0 16,0 0-1120-16,0 0-240 0,0-3-32 0,0 1-16 15,1-2-848-15,-1 1-192 0,-1-1-16 0,-1 1-16 16,-2-1-160-16,-2 0-48 0,-2 3 0 0,-1-2 0 16,-3 2-144-16,-2 0-16 0,-1 1-16 0,-3 1 0 15,-1 1 160-15,-1 2 16 0,-3 0 16 0,-1 0 0 0,0 1-352 0,0 2 144 16,0 0-144-16,0 2 0 16,0 0 0-16,0 2 0 0,-2 2 0 0,0 0 0 0,0 3 0 0,1-1 0 15,2 0 0-15,0 1 0 0,2 0 0 0,0 0 0 16,1 0 0-16,8-12 0 0,-8 25 0 0,8-25 0 15,0 0 144-15,0 0-144 0,0 0 384 0,13 43 0 16,-13-43-16-16,0 0 0 0,28 13-64 0,-28-13-16 16,26 1 0-16,-12-2 0 0,1 0-32 0,1-4 0 15,1 0 0-15,-1 1 0 0,2-3-256 0,-2 2 0 0,-1-3-128 0,-2 2 128 32,-1-2-576-32,-2 1 0 0,-3-2-16 0,-1 1 0 15,-3 2 64-15,-1-2 16 0,-2 1 0 0,-2 0 0 0,1 3 288 0,-2-2 64 0,-1 3 16 0,0 2 0 16,0-1 144-16,-1 0 176 0,0 4-48 0,0-2 0 15,0 3 128-15,1 0 32 0,0 1 0 0,0 1 0 16,1 1-16-16,2-1 0 0,1-5 0 0,0 0 0 16,0 0 128-16,0 0 32 0,0 0 0 0,6 42 0 15,-6-42 0-15,0 0 0 0,0 0 0 0,0 0 0 16,32 36-192-16,-32-36-48 0,0 0 0 0,27 10 0 16,-27-10-192-16,22 3 0 0,-10-4 128 0,1-2-128 15,1-2-240-15,1-1-80 0,3-2-32 0,0-3-17952 16</inkml:trace>
  <inkml:trace contextRef="#ctx0" brushRef="#br1" timeOffset="-147280.75">20751 7233 7359 0,'4'-10'320'0,"-2"3"80"0,0 3-400 0,0 1 0 16,-1 0 0-16,-1 1 0 15,1 2 1808-15,2-2 288 0,0-2 48 0,-1 0 16 0,2 2 928 0,-1 0 192 16,-1 2 48-16,-1 2 0 0,-2 3-640 0,1-5-112 15,0 0-16-15,-10 22-16 0,10-22-1296 0,-12 25-256 16,12-25-48-16,-16 31-16 0,6-13-560 0,-1 2-112 16,-1 1-32-16,0 3 0 0,-1 0-224 0,1 1 128 0,-1 1-128 0,1-1 0 15,1 1 224-15,2-4-48 0,9-22-16 0,-14 44 0 16,14-44-16-16,-8 41 0 0,8-41 0 0,-1 37 0 16,1-37-144-16,0 0 0 0,6 41 0 0,-6-41 0 15,0 0 0-15,0 0 0 0,0 0 0 0,32 24 0 16,-24-24 0-16,-1-1 0 0,2-1 0 0,-2 0 128 15,1-3-128-15,-1 2 0 0,0-1 0 0,2-3-176 16,-1 2-48-16,0 0-16 0,3-3 0 0,-1 0 0 16,2-2-336-1,1-1-80-15,1-1-16 0,0 0 0 0,1-2-672 0,0-3-144 0,4-2-32 0,0-2 0 16,0 4 48-16,-1-4 16 16,1 4 0-16,-2-1 0 0,-2 5 1008 0,-3-1 192 0,-2 3 32 0,-2 2 16 0,-1 3 848 0,-4 1 160 15,-1 3 32-15,-2 2 16 0,-2 0 752 0,-1 2 160 16,-3 3 32-16,0 1 0 0,-3 2-688 0,-1 1-128 15,0 1-16-15,0 2-16 16,-2 0-624-16,2 1-128 0,-1 1-32 0,1-1 0 0,2 1-32 0,-2 1-128 16,10-15 192-16,-15 31-64 0,15-31-128 0,-10 30 160 15,10-30-160-15,0 0 160 0,-4 43-160 0,4-43 0 16,0 0 0-16,0 0 128 0,16 45-128 0,-16-45 0 16,0 0 0-16,30 13 0 0,-30-13 128 0,26-1-128 0,-11-4 128 0,0-1-128 15,-1-2 0-15,2-1 0 0,-1-1 0 0,0-2 0 16,0 0 0-16,-1 0-144 0,0 0 144 0,-2 0-208 15,0-1 48-15,-1 0 16 0,-1 1 0 0,0-2 0 16,0 0 144-16,1 0-192 0,-1 0 192 0,-1 0-192 16,-1 2 192-16,-1 2 0 0,-2 3 0 0,-2 1 0 15,0 3 0-15,-2 0 0 0,0 1 0 0,-1 2 128 16,0 0 0-16,-2 2 16 0,1 1 0 0,-2 0 0 16,1 1 32-16,2-4 0 15,0 0 0-15,-12 26 0 0,12-26-176 0,-12 24 160 0,12-24-160 0,-13 30 160 16,13-30-160-16,-13 33 128 0,13-33-128 0,-10 31 128 0,10-31-128 15,-7 31 160-15,7-31-160 0,0 0 160 0,-2 40-160 0,2-40 0 16,0 0 0-16,0 0 0 0,0 0 0 0,18 38 0 16,-18-38 0-16,0 0 0 0,0 0-320 0,0 0-64 15,28 12 0 1,-28-12-17968-16</inkml:trace>
  <inkml:trace contextRef="#ctx0" brushRef="#br1" timeOffset="-146851.83">21318 7619 14911 0,'0'0'320'0,"0"0"80"0,0 0 16 0,0 0 0 0,0 0-416 0,0 0 0 0,0 0 0 0,0 0 0 16,0 0 2464-16,27 14 416 0,-15-14 64 0,2 3 32 15,1-3-992-15,1 0-192 16,2 2-32-16,-1-4-16 0,1 2-352 0,0-3-80 0,0 1-16 0,-1-1 0 16,0 0-880-16,-4 0-176 0,1-3-48 0,-2 2 0 15,0-1-192-15,-3 0 0 0,0-1 0 0,-2 0 0 16,-2 2 0-16,-1-3 0 0,-2 2 0 0,-2 0 0 16,-2-2 0-16,-1 3 0 0,-2-1 0 0,1 1 0 15,-3 1 0-15,0 0 0 0,-1 1 128 0,-2 2-128 16,1 2 256-16,0-1-32 0,-2 3-16 0,2-2 0 0,1 4-16 0,0 0-16 15,0-1 0-15,2 2 0 16,6-7 128-16,-12 19 16 0,12-19 16 0,0 0 0 0,-13 36 16 0,13-36 0 16,0 0 0-16,-7 47 0 0,7-47-16 0,0 0 0 15,8 45 0-15,-8-45 0 0,0 0-112 0,25 40-32 16,-25-40 0-16,29 21 0 0,-29-21-192 0,39 15 0 16,-16-12 128-16,6-1-128 15,6-4 0-15,5-1 0 0,5-3 0 0,3-3-19248 0</inkml:trace>
  <inkml:trace contextRef="#ctx0" brushRef="#br0" timeOffset="-141115.72">6591 9008 21183 0,'-5'-4'1888'0,"1"1"-1504"15,0-1-384-15,3 1 0 0,1 3 976 0,0-1 128 16,1 0 32-16,-1-1 0 0,2-3 544 0,0 0 112 16,1 1 32-16,1-1 0 0,2 4-672 0,-1-1-128 0,0 2-16 0,1 0-16 15,-2 3-400-15,0 4-80 0,-4-7 0 0,0 0-16 16,0 0-112-16,9 49 0 0,-10-32-16 0,-3 2 0 16,-4 2-368-16,-2 3-240 0,-1 0 48 0,-3 0-11120 15,-2 0-2208-15</inkml:trace>
  <inkml:trace contextRef="#ctx0" brushRef="#br0" timeOffset="-139303.79">7390 8821 1839 0,'1'-5'160'0,"0"3"-160"0,0-3 0 0,0 3 0 16,0-1 1664-16,0 1 288 0,0 1 64 0,1-2 16 16,2-2 224-16,-1 0 48 0,2-4 16 0,0 4 0 15,-2 0-240-15,0 0-48 0,0 1-16 0,-2 1 0 16,1 1-432-16,-2 0-96 0,0 1-16 0,0 1 0 0,-1 0-320 0,0-2-64 15,-1 2 0-15,0 0-16 0,-1 0-416 0,1 0-80 16,-2 0 0-16,0 0-16 0,-1 0-272 0,-1 0-48 16,0 0-16-16,-1 0 0 15,0 0-96-15,-2 2-128 0,0 1 176 0,-1 2-176 0,0-1 160 0,0 6-160 16,-2-1 128 0,1 1-128-16,0 4 0 0,1 3 0 0,1 2 0 0,0 4 0 0,1 3 0 0,1 2 0 0,1 2 0 0,1-2 0 15,2 0 0-15,0-2 0 0,1-2-128 0,1-3 128 16,0 0 0-16,1-4 0 0,0-17 0 0,0 0 0 15,8 35-144-15,-4-29 144 0,-4-6 0 0,0 0 0 16,0 0 0-16,0 0 0 0,37 0 0 0,-27-6 0 16,1-3 0-16,1-2 0 15,4-4 192-15,0-2-48 0,2-1 160 0,-1-1 16 0,2 0 16 16,0 0 0-16,-1 2-336 0,0 1-160 0,-2 2 16 0,-1 0 0 16,-2 1 144-16,-3 1 0 0,0 3-144 0,-5 2 144 15,1 3 0-15,-3 1 0 0,-2 1 0 0,-1 2 0 16,1 2 0-16,-1 2 0 0,-1 1 0 0,0 1 0 15,-2 0 128-15,0 3 80 0,0 1 32 0,0-2 0 16,0 1-96-16,-1 0-16 0,2 1 0 0,1-1 0 0,0 0-128 0,1 2 0 16,0-2 0-16,1 0 128 0,0-2-128 0,-1-7 0 31,0 0 0-31,0 0 0 0,0 0 0 0,17 36 0 0,-17-36 0 0,0 0 0 16,0 0 0-16,0 0 0 0,42 6 0 0,-32-8 0 0,0-2 0 0,0-1 0 15,1 0 0-15,1-4 128 0,-1 0 0 0,2-1-128 16,-1-2 192-16,-1 0-64 15,0-2-128-15,-3 2 160 0,1-2-160 0,-3 2 160 0,-1-2-160 0,-3 2 0 16,-2 0-192-16,-2 0 192 0,-3 0-176 0,-1 3 176 16,-3 2-128-16,0-1 128 0,0 2-128 0,-1 3 128 0,-2 0-128 0,1 1 128 15,0 4-288-15,1-1 32 0,0 3 0 0,0 1 0 16,1 2 256-16,1 0 0 0,0 3 0 0,2 2 0 16,1-2 0-16,0 3 0 15,1-1 0-15,1-3 0 0,2 0 0 0,1-1 0 0,0-8 0 0,0 0 0 16,0 0 0-16,0 0 0 0,0 0 0 0,0 0 0 15,46 5 0-15,-35-10 0 0,1-2 0 0,2-3 0 16,0 1 0-16,0 0 0 0,1-2 0 0,0 0 0 16,1 0-208-16,-1 3 16 0,0-1 0 0,-3-1 0 31,1 3 48-31,-2 0 16 0,0 5 0 0,-3 0 0 0,-8 2 128 16,0 0 0-16,0 0 0 0,0 0 0 0,0 0 0 0,0 0 0 0,36 24 0 0,-36-24 0 0,0 0 128 0,1 26 48 15,-1-26 16-15,0 0 0 0,-3 30-16 0,1-20 0 16,0-1 0-16,-2-2 0 0,2 3-48 0,-1-4-128 15,-1 2 192-15,1-1-64 0,1 0-128 0,-1-2 0 16,-1 0 144-16,1-1-144 16,1-1 0-16,0 0 144 0,0 1-144 0,1-4 0 15,1 1 128-15,0-1-128 16,1-1 0-16,1-3 0 0,1 0 0 0,2-2 0 16,1-1 0-16,1-1 0 0,2-3 0 0,1 1 0 15,2-2 0-15,-1-1 0 0,1 0-256 0,0 0 32 16,0 0 16-16,-2 1 0 0,0 2 64 0,0 2 16 0,-1 2 0 15,-2 4 0-15,0 0 128 0,-3 0 0 0,-4 2 0 16,0 0 0-16,0 0 0 0,0 0 0 0,0 0 0 0,0 0 0 16,12 35 0-16,-12-35 256 15,-3 21-64-15,0-10-16 0,0 0 0 0,-1 0 0 0,2-1 0 0,-2-1 0 16,0 1-176-16,0-1 0 0,2-2 0 0,-1-1 0 16,0 0 0-16,1-1 128 0,1-2-128 0,0 0 0 15,1-2 0-15,1-1 0 0,0-1 0 0,2-2 0 16,1 0 0-16,-1-2 0 0,3-1 0 0,0-2 0 15,1-1-240-15,1 0-80 0,2-1 0 0,0-1-16 16,0-1-240-16,2-1-32 0,0 1-16 16,1 0 0-16,0 0 144 0,0 3 32 15,-1 0 0-15,-1 1 0 0,1 1 272 0,-2 2 176 0,-1 1-192 0,-3 0 192 0,1 3 0 0,-2-2 0 16,-2 4 0-16,0 1 0 0,-1 1 128 0,0-1 48 16,-1 3 0-16,-1 2 0 0,0 0 528 0,-1 1 96 15,0 1 32-15,-1 2 0 0,0 1-416 0,-1 0-80 16,1 2-16-16,-2-1 0 0,0 3-144 0,0-2-48 15,1 2 0-15,0-2 0 0,1 1-128 0,1-3 0 16,1-12 0-16,0 0 0 16,4 29-336-16,-4-29-112 0</inkml:trace>
  <inkml:trace contextRef="#ctx0" brushRef="#br0" timeOffset="-138667.08">8394 8862 18431 0,'1'-6'1632'15,"0"3"-1312"-15,-1 0-320 0,0 3 0 16,-1 0 1568-16,1-2 240 0,0-1 48 0,0 0 16 16,0-1 112-16,0 1 32 15,0 1 0-15,-1 5 0 0,0 3-608 0,1-6-128 0,-3 24-32 0,1-5 0 0,-1 3-800 0,-2 4-176 16,0 3-16-16,-2 1-16 16,0 3-112-16,-2 0 0 0,-1-1-128 0,2-1 192 0,0-2-192 0,1 0 0 15,1-2 128-15,0-1-128 16,2-3 0-16,4-23 0 0,-5 38 0 0,5-38 0 0,-4 23-320 0,2-15-16 15,2-6 0-15,-1 0 0 16,1-4-880-16,0 0-192 0,2-5-16 0,0-2-16 16,1-1-2128-16,0-4-416 0,1-1-96 0,0-1-5952 0</inkml:trace>
  <inkml:trace contextRef="#ctx0" brushRef="#br0" timeOffset="-138419.09">8359 8983 8287 0,'2'-22'368'0,"-1"6"80"0,1 3-448 0,-1 4 0 0,-1 4 0 0,0 4 0 16,1-2 1728-16,1-5 272 0,1-3 48 0,1-1 16 15,0 0 576-15,0 3 112 0,2 0 32 0,-1 3 0 16,2-1-688-16,0 2-144 16,1 0-32-16,0 1 0 0,0-1-832 0,1 3-192 0,2-1-16 0,-1 3-16 15,-10 0-448-15,0 0-96 0,0 0 0 0,39 17-16 16,-39-17-128-16,0 0-32 0,0 0 0 0,18 45 0 0,-18-45-144 16,-1 28-144-16,-4-13 144 0,-2 1-208 15,-1 1-144-15,-3-4-32 0,-1 0 0 0,-1-1 0 0,0 0 0 0,-1-3-16 16,1 0 0-16,0 0 0 15,1-3 400-15,0 1-160 0,2-4 160 0,0 1 0 0,1-4 0 0,1 0 0 16,1 0 0-16,2-4 0 16,1 1-528-16,2 1 0 15,1-3 0-15,3 0-14064 0</inkml:trace>
  <inkml:trace contextRef="#ctx0" brushRef="#br0" timeOffset="-137962.72">8685 8964 12895 0,'0'0'1152'0,"0"0"-928"0,0 0-224 0,14-3 0 16,-13 3 2000-16,2-3 368 0,2 1 64 0,3-2 0 16,2-4 32-16,-1 1 0 0,1-2 0 0,-3-1 0 15,0 1-1280-15,-3 0-256 0,1 0-48 0,-2-1-16 16,-1 2-480-16,-1-1-112 16,-1-1-16-16,0 1 0 0,-2 0-256 0,0 1 128 15,-2 2-128-15,0 0 0 0,-1 4 288 0,-1 0-48 0,0 2-16 0,-2 2 0 31,-1 3 160-31,-1 2 48 0,-1 2 0 0,-1 1 0 0,0 2-432 0,-1 4 0 0,1-1 0 0,1 1 0 16,1 3 0-16,2-2 0 0,0 1 0 0,3-3 0 0,0-1 0 0,5-14 0 16,-4 21 0-16,4-21 0 15,0 0 0-15,0 0 0 0,0 0 0 0,0 0 0 0,35 26 0 0,-35-26 0 16,22-3 0-16,-10-2 0 0,1 1 192 0,0-4-32 16,1 0-16-16,-1 1 0 0,2-2-144 0,-1-1 0 15,-1 0-192-15,0-1 192 0,-2 4-304 0,-2-3 64 16,-1 3 16-16,-2 1 0 0,-1 1-48 0,-3 1-16 15,1 2 0-15,-2 1 0 0,0 0 288 0,-2 2 0 16,1 0-128-16,-2 0 128 16,1 3 0-16,-1 1 128 0,0-1-128 0,-1 1 192 0,1 0 144 0,0 0 32 0,0 2 0 0,1 0 0 15,1-1-176-15,0-6-16 0,0 0-16 32,0 0 0-32,0 0 16 0,0 27 0 0,0-27 0 15,0 0 0-15,0 0-48 0,0 0 0 0,0 0 0 0,0 0 0 16,0 0-128-16,0 0 0 0,0 0 0 0,0 0 0 31,0 0-848-31,0 0-48 0</inkml:trace>
  <inkml:trace contextRef="#ctx0" brushRef="#br0" timeOffset="-137600.99">8942 8859 10703 0,'1'0'224'0,"0"0"48"0,0 0 16 0,0-2 32 0,1 2-320 15,-1 0 0-15,1 0 0 0,0-1 0 0,3 1 3200 0,-5 0 560 16,0 0 112-16,26-3 32 0,-26 3-1296 0,0 0-256 16,31-3-48-16,-31 3-16 0,0 0-784 0,29 2-160 15,-29-2-16-15,0 0-16 0,0 0-624 0,0 0-128 16,39 28-32-16,-39-28 0 0,0 0-256 0,12 36-48 16,-12-36-16-16,0 0 0 0,5 43-208 0,-5-43 176 15,-3 31-176-15,3-31 160 0,-6 23-160 0,6-23 0 16,-6 19 0-16,3-11 128 0,1-2-128 0,0-3 0 0,1-1 0 15,-1 1 0-15,1-3 0 0,-1-2 0 0,2 1 0 16,0-3 0-16,0 1 0 0,1-4 0 0,1 0 0 0,1-3 0 16,1 1 0-16,2-3 192 0,1 1-64 0,1-1 0 15,1-1-128-15,0-1 0 0,1 0 0 0,1-2 0 16,2 1 0-16,0-1 0 0,0 1 0 0,0 1 0 16,0 2 0-16,0 0-272 0,0 1 64 0,0 1 16 15,-1 3-640 1,-2 0-128-16,1 0-32 0,-2 4-10400 0,0 2-2096 0</inkml:trace>
  <inkml:trace contextRef="#ctx0" brushRef="#br0" timeOffset="-137285.72">9327 8937 4607 0,'0'0'400'0,"0"0"-400"0,0 0 0 0,0 0 0 0,0 0 2464 0,0 0 416 16,0 0 64-16,0 0 32 0,0 0 288 0,0 0 48 15,38 17 16-15,-38-17 0 0,26 0-1536 0,-26 0-320 16,28-5-48-16,-14 1-16 15,-1 1-592-15,0-2-128 0,0 0-32 0,-1 1 0 0,-1-3-480 0,-1 2-176 16,-1-2 0-16,-2 0 144 0,-1 2-144 0,-1-1 0 16,-1 0 0-16,-2-1 0 0,-2 3 0 0,-2-2 0 15,-2 2 0-15,-2-1 0 0,-2 0 0 0,-1 3 0 16,-1 0 0-16,-2 0 128 0,0 4 240 0,0 0 32 0,-1 2 16 0,0 2 0 16,0 1-144-16,1 2-16 0,0 1-16 0,1 1 0 15,2-1 32-15,2 1 16 0,0 1 0 0,2 1 0 16,0 0 96-16,5-13 32 0,-6 22 0 0,6-22 0 15,0 0-272-15,0 0-144 0,0 0 160 0,18 40-160 16,-18-40 0-16,0 0 0 0,33 15 0 0,-33-15 0 16,36 7-256-16,-36-7-80 0,43-2-32 0,-19 1-17104 15</inkml:trace>
  <inkml:trace contextRef="#ctx0" brushRef="#br0" timeOffset="-136482.22">10148 8677 11055 0,'0'-3'976'0,"1"1"-784"0,0 0-192 0,-1 1 0 16,1 1 1280-16,-1-1 192 0,1-2 64 0,0 0 0 16,0-1 832-16,0 1 160 0,1-2 32 0,-1 3 16 15,1 1-832-15,-2 0-160 0,1 1-48 0,-1 0 0 16,1 0-544-16,-1 0-112 0,0 1-32 0,1-1 0 15,-1 1-304-15,0-1-64 16,0 0-16-16,1 2 0 0,-1 1 48 0,0 0 0 0,0 3 0 0,0-6 0 16,0 0-160-16,-4 43-32 0,4-43 0 0,-5 45 0 15,2-12-320-15,-2 5 144 0,-1 3-144 0,0 0 0 0,-1 0 0 0,2-2 0 16,-1-3 0-16,2-3 0 0,-1-1 0 0,1-3 0 16,2-6 0-16,2-23 0 0,-1 36-192 0,1-36 16 15,0 0 0-15,0 0-11296 16,0 0-2272-16</inkml:trace>
  <inkml:trace contextRef="#ctx0" brushRef="#br0" timeOffset="-136167.34">10072 8763 6447 0,'1'-8'576'0,"0"1"-576"0,1 2 0 0,-1 0 0 16,2 4 1408-16,-1 0 192 15,1 1 16-15,2-4 16 0,5 0 1136 0,4 0 240 0,3-1 32 0,3 0 16 16,1 2-688-16,-1 0-128 0,1 0-16 0,-1 0-16 16,2-1-832-16,-2 2-160 0,-1-1-48 0,0 1 0 15,-19 2-624-15,31 2-128 0,-31-2-32 0,0 0 0 16,0 0-384-16,35 19 0 16,-35-19 0-16,0 0 0 0,0 0 0 0,2 36 0 0,-9-24-192 0,-1-1 192 15,-2 1-400-15,-2 0 32 16,0-2 16-16,0 1 0 0,-1-1 176 0,-3 0 48 0,1-1 0 0,0 0 0 0,-1-1 128 0,1-2 0 15,2 0 0-15,0-2 0 0,1 1 0 0,1 0 0 16,3-1 0-16,1-2 128 0,2 1-128 0,2-3 0 16,2 2 0-16,2-2-15552 15</inkml:trace>
  <inkml:trace contextRef="#ctx0" brushRef="#br0" timeOffset="-135914.46">10427 9013 10127 0,'1'-2'896'0,"1"-1"-704"0,0 1-192 0,-1 2 0 15,1-1 2080-15,-2 0 384 0,3-1 80 0,2-3 16 32,1 0 1024-32,2-2 192 0,1 2 64 0,1 1 0 15,0 1-1680-15,2 1-336 0,-12 2-64 0,27-1-16 16,-27 1-1008-16,33 1-208 0,-33-1-32 0,36 2-16 15,-36-2-256-15,35 0-48 0,-35 0-16 0,35 0 0 0,-35 0-160 16,32 0 0-16,-32 0 0 0,32 0 0 0,-32 0-192 0,27-3-80 16,-15 1-16-16,0 0-17984 15</inkml:trace>
  <inkml:trace contextRef="#ctx0" brushRef="#br0" timeOffset="-135469.56">11036 8894 13823 0,'0'-2'1216'0,"0"0"-960"0,0 2-256 0,0 0 0 15,0 0 2320-15,-1 0 432 0,1-2 64 0,0 2 32 16,-1-2 256-16,0 4 48 0,0 0 16 0,-1 2 0 16,-1 4-1984-16,3-8-400 0,-5 21-80 0,5-21 0 15,-6 29-400-15,6-29-80 0,-7 31-16 0,3-13 0 16,0-1-208-16,4-17 0 0,-6 33 0 0,6-33 0 16,-6 31 128-16,6-31-128 0,-3 24 0 0,3-24 0 0,0 0 144 0,0 0-144 15,0 0 128-15,4 33-128 0,-4-33 128 0,0 0-128 16,0 0 0-16,0 0 128 15,0 0 224-15,0 0 32 0,0 0 16 0,0 0 0 0,19-5-64 0,-12 0-16 16,0-2 0-16,2 0 0 0,1-2-128 0,1-3-48 16,2 1 0-16,1-2 0 15,3 1-144-15,-1-2 0 0,1 0 0 0,0 0 128 0,-1-1-128 0,-1 1 0 0,0 2 0 0,-2-2 0 16,-1 3 0-16,-2 1 0 0,1 0 0 0,-4 0 0 16,-1 4 0-16,-2-2 0 0,-1 5-224 0,-2 0 80 31,-1 2-720-31,-2-1-144 0,1 2-16 0,-2 2-16656 0</inkml:trace>
  <inkml:trace contextRef="#ctx0" brushRef="#br0" timeOffset="-134323.96">11350 9018 15663 0,'6'-2'688'0,"-1"-1"144"0,0-1-656 15,-2 3-176-15,0-1 0 0,-1 0 0 16,2-1 2000-16,1-2 368 0,5-4 80 0,3-2 16 0,2-2-416 0,-1-1-96 15,0 2-16-15,-3-2 0 0,-2 3-784 0,-1 2-176 16,-3 0-16-16,-2 3-16 16,-1 1-608-16,-3 0-112 0,-2 3-32 0,-2 2 0 0,-3 2-64 0,0 3-128 15,-3 2 176-15,-1 0-176 0,-1 5 0 0,-1-1-176 16,-1 2 0-16,1 1 0 0,0 1 176 0,0 1 0 16,2-2 0-16,0 0-128 0,1-1 128 0,1 0 0 15,0-1 0-15,2 0 0 0,3-2 0 0,0-1 0 16,5-9 0-16,0 0 0 0,0 0 256 0,0 0 0 15,0 0-16-15,0 0 0 0,0 0 128 0,0 0 16 0,0 0 16 0,38 19 0 16,-27-24 112-16,-1 0 0 0,0-1 16 0,0 0 0 16,2-1-528-16,1-2 0 0,0 0 0 0,-1 1 0 15,1-1 0-15,0-1-192 0,-1-1 0 0,-1 3 0 16,-2-1 192-16,1-1-176 0,-3 1 176 0,0 2-160 16,-3 0 160-16,-1 2 0 0,-2 1 0 0,-1 1 0 15,0 0 0-15,-2 1 0 0,-1 2 0 0,1 0 0 16,-1 0 160-16,0 0-32 0,0 0-128 0,0 2 192 15,1 3 64-15,-2 0 0 0,0 0 0 0,1 3 0 16,3-8-256-16,-5 18 144 0,5-18-144 16,0 0 128-16,-3 31-128 0,3-31 0 0,0 0 144 0,0 0-144 0,0 0 128 15,11 35-128-15,-11-35 128 0,0 0-128 0,0 0 128 0,0 0-128 16,36 12 128-16,-24-15-128 0,0-1 0 0,2-3 144 16,2-2-144-16,2-1 0 0,0-1 0 0,2-2-192 15,0 0 0-15,2-2 0 16,-2-1-1296-16,0-2-256 15,2 0-48-15,-5-2-16 0,0 2-1008 16,-2-2-208-16,0 2-48 0,-2-2 0 0,0 4 1456 0,-2-2 272 0,-1 3 64 0,-2-2 16 0,2 1 1264 0,-4-1 448 16,1 0-16-16,-3 3 0 0,1 2 1552 0,-4 0 320 15,1 3 64-15,-1 2 16 0,-1 2-144 0,-1 0-16 16,0 1-16-16,0 1 0 0,0-1-880 0,-1 3-176 16,1 1-48-16,0 3 0 0,-1-1-640 0,0 1-128 15,0 2-16-15,-1 4-16 16,-1-2-176-16,0 2-128 0,0 1 192 0,-1 3-192 0,1 0 128 0,-2 1-128 0,0 3 0 0,1 2 0 15,-2 2 0-15,0 0 0 0,0 3 0 0,-2 2 0 16,1 0 0-16,0 0 0 0,-1 1 0 0,1-1 0 16,1-1 0-16,0-3 0 0,0 2 0 0,2-5 0 15,5-19 0-15,-7 37 0 0,7-37 0 0,-1 30 0 16,1-30 0-16,0 0 0 16,0 0 0-16,0 0 0 0,13 35 0 0,-6-36 0 0,0-1 0 0,2-4 0 15,1-2-384-15,0-1 0 0,2-1 16 0,1-2 0 16,2-4-192-1,1 1-32-15,0 0-16 0,0-2 0 0,1 0-512 16,1 0-96-16,-2-1-32 0,1 0 0 0,0-2-32 0,-2 0-16 0,0-1 0 0,-2 2 0 0,0 0 912 0,-3 1 176 16,1 3 32-16,-4 1 16 0,0 4 416 0,-3 3 96 15,0 4 16-15,-3 1 0 0,-1 4 784 0,-1-1 176 16,1-1 16-16,0 0 16 0,-9 19-16 0,4-8 0 16,-2 1 0-16,-1 3 0 0,2-1-848 0,-2 2-176 15,0 3-48-15,-1-1 0 0,2 0-272 0,1-1 128 16,-1-1-128-16,2-2 0 0,5-14 192 0,-7 28-64 15,7-28 0-15,0 0-128 0,-1 29 176 0,1-29-176 16,0 0 160-16,0 0-160 16,0 0 0-16,19 41 0 0,-19-41 0 0,0 0 0 0,0 0 0 0,0 0 0 0,28 28 0 0,-28-28 0 15,0 0 0-15,20-2 0 0,-12-1-176 16,1-4 176 0,1 0-512-16,0-2 0 0,1-3 16 0,1 0 0 15,1 0-544-15,0 0-112 0,0-4-32 0,0 1 0 16,2-4 192-16,1 1 32 0,-1-2 16 0,-2 1 0 15,-1-1 368-15,0 0 80 0,-1 1 16 0,-3 3 0 0,0-1 480 16,-3 5 0-16,-1 3 0 0,-2 4 0 0,-1 2 576 0,-3 3 128 0,-1 3 0 0,-1 2 16 16,-1 1 752-16,-2 4 160 0,0 2 32 0,-1 2 0 15,0 3-992-15,0 0-192 0,0 2-32 0,0 2-16 16,0 0-176-16,1-2-48 0,1 2 0 0,6-21 0 16,-9 33-16-16,9-33-16 0,0 0 0 0,2 36 0 0,-2-36-176 15,0 0 160 1,0 0-160-16,0 0 160 0,24 40-160 0,-24-40 0 0,0 0 0 0,0 0 0 15,30 5-464-15,-22-10-32 16,2 1 0-16,1-1-17440 0</inkml:trace>
  <inkml:trace contextRef="#ctx0" brushRef="#br0" timeOffset="-133914.53">12381 8982 17503 0,'-1'2'768'0,"0"-1"176"0,1-1-752 0,0 0-192 0,0 0 0 0,0 0 0 32,0 0 2560-32,0 0 464 0,0 0 112 0,0 0 0 0,0 0-592 0,10 38-128 0,-10-38-32 0,0 0 0 15,0 0-1264-15,0 0-256 0,37 21-48 0,-37-21-16 16,25-2-416-16,-25 2-64 0,27-8-32 0,-13 2 0 16,0 0-160-16,1-2-128 0,0 0 144 0,-1-1-144 15,-2 2 0-15,-1-3 0 16,-2 5 0-16,-1-3 0 0,-2 2 0 0,-2-1 0 0,-2 2 0 0,-1-2 0 15,-3 3 0-15,-1-1 0 0,-2 1 0 0,-2 1 0 16,0-2 0-16,-3 2-208 16,0 2 16-16,0 0 0 15,-1 1-128-15,-1 0-32 0,0 2 0 0,1 0 0 16,0 2 48-16,1 1 16 0,1 1 0 0,2 0 0 16,0 2 288-16,1-1-128 0,6-7 128 0,-10 19 0 0,10-19 0 15,0 0 176-15,-5 33 0 0,5-33 0 0,0 0 272 0,0 0 48 16,14 43 16-16,-14-43 0 0,0 0-160 0,0 0-32 15,37 31 0-15,-37-31 0 0,0 0-128 0,36 7-48 16,-36-7 0-16,26 0 0 0,-26 0-144 0,28-5 0 16,-13 1 0-16,-2-1-12704 15,0 0-2416-15</inkml:trace>
  <inkml:trace contextRef="#ctx0" brushRef="#br0" timeOffset="-132202.93">13284 8876 11055 0,'1'-3'976'0,"0"-1"-784"0,0 3-192 0,0-1 0 0,0 2 1328 0,-1-1 208 31,2 0 64-31,0-4 0 0,1 0 736 0,0-1 160 0,1 0 16 0,-1 3 16 16,-1-1-720-16,-1 0-144 0,1 1-16 0,-1 3-16 0,0-1-608 0,-1 1-128 16,0 1-32-16,-1-1 0 0,0 3-240 0,1-3-48 15,0 0-16-15,-9 21 0 0,9-21-224 0,-12 26-32 16,12-26-16-16,-15 31 0 0,6-14-288 0,-1 1 128 15,1 0-128-15,0 0 0 0,1-4 128 0,-2 0-128 16,3 0 0-16,0-2 0 0,1-2 0 0,1-3 0 16,3 0 0-16,-1-2 0 0,2-3 0 0,2 1 0 15,0-2 0-15,1-1 0 0,0-1 128 0,1-1-128 16,2-1 0-16,-1 0 0 0,3-1 304 0,-1-1 0 0,2-2 0 16,0 2 0-16,1-3-304 15,0 0 0-15,-1-1 0 0,1 1 0 0,-1-2 0 0,1 1-176 0,-1 0 32 0,2-1 0 16,-2 3 144-16,0-2 0 0,0-1 0 0,-2 3-128 15,1 0 128-15,-2-2 0 0,0 4 0 0,0-2 0 16,-2 2 0-16,0 2 0 0,0-1 0 0,-1 3 0 16,-1 1 0-16,0-2 0 0,0 4 0 0,-1-2 0 15,0 3 0-15,0-1 0 0,0-2 0 16,0 0 0-16,0 0 0 0,-4 29 0 0,4-29 0 0,0 0 0 16,-8 35 0-16,8-35 0 0,0 0 0 0,-6 38 0 15,6-38 0-15,0 0 0 0,-5 36 0 0,5-36 128 16,0 0-128-16,0 0 192 0,0 0-64 0,0 0 0 0,0 0 48 15,0 0 16-15,0 0 0 0,0 0 0 0,33 29 80 16,-25-34 32-16,1 0 0 0,3-2 0 0,-1-2-112 0,1 0-32 16,1 0 0-1,-1-2 0-15,1 1-160 0,0-1 0 0,-1 1 0 0,-1-2 0 0,-1 0 0 0,-2 1 0 16,-2 1 0-16,-1-1 0 0,-3 1 0 0,0 0 0 16,-2 3 0-16,-1 0 0 0,-1 0 0 0,-2 0 0 15,0 2 0-15,-1 0 0 0,0 3-192 0,-1 0-80 16,2-1-16-16,0 0 0 15,0 1-224-15,1 0-64 0,1 0 0 16,0-3-16912-16</inkml:trace>
  <inkml:trace contextRef="#ctx0" brushRef="#br0" timeOffset="-132013.65">13700 8839 17503 0,'3'-1'768'0,"-1"1"176"0,2-2-752 0,0 1-192 0,-1-1 0 0,-1 2 0 16,2-3 2144-16,3 1 400 0,3-2 80 0,4-1 0 16,2-2-832-16,2 0-192 0,-1 2-16 0,-1 0-16 15,-3 0-1184-15,0 3-256 0,-3 0-128 0,-3 2-14528 16</inkml:trace>
  <inkml:trace contextRef="#ctx0" brushRef="#br0" timeOffset="-131850.02">13775 8899 16575 0,'0'0'736'0,"0"0"160"0,0 0-720 0,-7 19-176 15,5-16 0-15,0 0 0 0,2-3 1600 0,0 0 272 16,-12 23 64-16,4-8 16 0,0 3-16 0,0-4 0 16,0 1 0-16,8-15 0 0,-10 23-1040 0,10-23-224 15,0 0-32-15,0 0-16 31,0 0-864-31,0 0-160 0</inkml:trace>
  <inkml:trace contextRef="#ctx0" brushRef="#br0" timeOffset="-131429.78">13871 8909 17503 0,'0'0'768'0,"1"2"176"0,0-1-752 0,0 1-192 0,0-2 0 0,1 0 0 15,-2 0 2400-15,0 0 448 0,0 0 96 0,27 5 0 16,-27-5-560-16,35 1-112 0,-14-3-32 0,0 0 0 15,1-3-1152-15,1-2-224 0,1 2-48 0,-1-2-16 16,0 0-576-16,-1 0-224 0,0 0 176 0,-2 0-176 16,-1-1-176-16,-2 2-128 15,-1-2-16-15,-2 1-16 16,-3 0-992-16,-2 0-192 0,0 0-32 0,-4 0-16 16,-1 1-1056-16,-2 0-192 0,-1-1-64 0,-2-3 0 0,0 1-176 0,-1 0-32 0,-1-3-16 0,0 0 0 31,1-4 1568-31,-2 3 304 0,1-1 64 0,-1 0 16 0,2 2 832 0,0-2 160 0,0 4 160 0,-1 2-208 15,1 3 1088-15,-1 2 208 0,1 3 64 0,-2 2 0 0,0 3 976 0,-2 4 208 16,-1 1 32-16,1 5 16 0,-2 3-400 0,0 1-64 31,1 4-32-31,-4 2 0 0,1 5-96 0,-1 1-32 0,-1 0 0 0,-1 0 0 16,1-1-304-16,0-3-64 0,2-1-16 0,-1-2 0 16,0-1-480-16,2-1-80 0,2-3-32 0,7-19 0 15,-11 36-480-15,11-36-112 0,-4 27 0 0,4-27-16 16,0 0-176-16,0 0 0 0,0 0 0 0,0 0 0 15,0 0-320-15,18 36-32 0,-12-38-16 0,0-3 0 32,4-1-1856-32,1-3-368 0,1 0-80 0,2-3-12112 0</inkml:trace>
  <inkml:trace contextRef="#ctx0" brushRef="#br0" timeOffset="-131037.2">14356 8795 7359 0,'19'-31'320'0,"-6"10"80"0,0 3-400 0,-5 5 0 15,-3 8 0-15,-2 0 0 0,0 2 2464 0,3-5 416 16,3-2 64-16,2-4 32 0,-1 5 288 0,-4 4 48 15,-3 5 16-15,-3 0 0 0,0 0-1008 0,-7 26-192 16,7-26-32-16,-15 35-16 0,5-11-1152 0,-1 0-224 16,0 3-64-16,0 0 0 0,0-1-240 0,0 1-48 15,2-1-16-15,-3-1 0 0,2 0-144 0,1-2-48 16,0-4 0-16,0 0 0 16,2-3-144-16,0-3 128 0,7-13-128 0,-10 23 128 0,10-23-128 0,0 0 0 15,0 0 0-15,0 0 0 0,0 0 0 0,0 0 0 16,0 0 0-16,0 0 0 0,0 0 0 0,0 0 0 0,0 0 0 0,23-2 0 15,-17-5 0-15,0 0 0 0,0-1 0 0,0 0 0 16,0 1 0-16,1-1 0 0,-1 2 0 0,1-2 0 16,0 3 0-16,0-4 0 0,1 4 128 0,-2-2-128 15,2 3 0-15,-2-1 0 0,1 1 0 0,-1 1 0 16,0 0 0-16,-6 3 128 0,10-3-128 0,-10 3 0 16,9-4 128-16,-9 4-128 0,0 0 128 0,0 0-128 15,0 0 128-15,0 0-128 0,0 0 0 0,0 0 128 16,27 28-128-16,-27-28 128 0,0 0-128 0,0 0 128 15,8 35-128-15,-8-35 160 0,0 0-160 0,0 0 160 16,1 41-160-16,-1-41 0 0,0 0 0 0,0 0 128 16,-2 38-128-16,2-38 0 0,0 0 0 0,0 0 0 0,0 0 0 15,-4 33 0-15,4-33 0 0,0 0-12736 16,0 0-2608-16</inkml:trace>
  <inkml:trace contextRef="#ctx0" brushRef="#br0" timeOffset="-125535.31">15088 8835 3679 0,'3'-4'320'0,"-2"1"-320"0,1 2 0 0,-1 0 0 16,1-1 896-16,-1 2 96 0,-1-2 32 0,1 1 0 16,2-3 1504-16,0 1 304 0,0 1 64 0,-1-1 16 15,0-1 0-15,-1 3 0 0,0-1 0 0,-1 1 0 16,1 0-672-16,-1 1-144 0,0 0-32 0,-1 0 0 15,0 0-1056-15,0 0-224 0,0 0-32 0,1 2-16 16,-2 0-432-16,-1 1-96 0,0 4-16 0,0 0 0 16,0 2-192-16,-2 3 128 0,-1 2-128 0,2 3 0 15,4-17 0-15,-9 33 128 0,5-13-128 0,4-20 0 0,-7 36 0 0,7-36 0 16,-4 32 0-16,4-32 0 16,-1 28 0-16,1-28 0 0,0 0 0 0,0 0 0 0,9 34 0 0,-9-34 0 15,0 0 0-15,0 0 0 0,0 0 0 0,0 0 0 16,0 0 0-16,0 0 0 0,0 0 0 0,34 9 0 15,-29-14 128-15,0 2-128 0,-1 0 0 0,1-2 0 16,0 0 0-16,-1 0 0 16,1-2-576-16,-1 2-176 0,0 0-16 0,0-1-16 15,-1 1-944-15,-2 0-176 0,2 0-32 0,-2 0-16 16,0 1-816-16,-1-1-176 0</inkml:trace>
  <inkml:trace contextRef="#ctx0" brushRef="#br0" timeOffset="-125315.4">15014 8888 4607 0,'-5'3'400'0,"1"-2"-400"0,2 1 0 0,1-1 0 16,1 1 2304-16,-1 0 368 0,-2 1 80 0,0 1 0 16,-1 1 496-16,0 1 80 0,2 0 32 0,2-6 0 15,0 0-848-15,0 0-160 0,0 0-48 0,0 0 0 16,36 5-672-16,-23-9-144 0,0-2-16 0,0 2-16 16,2-4-944-16,0 1-192 0,0 0-48 0,0 0 0 15,-1 0-272-15,1 0 0 0,-2 0 128 0,3 0-128 16,-2 2 0-16,1-2 0 0,1 0-176 0,0-1 176 15,-2 2-1184-15,1-1-128 0,-1 2-32 0,-1 0-9984 16,-2 0-1984-16</inkml:trace>
  <inkml:trace contextRef="#ctx0" brushRef="#br0" timeOffset="-124937.68">15366 8615 11055 0,'-1'2'976'0,"0"-1"-784"0,1 1-192 0,-1 2 0 15,0-1 1776-15,0 2 304 0,-1 4 64 0,-2 5 16 16,-1 7 304-16,-1 5 64 0,0 3 16 0,-1 2 0 16,0-1-864-16,0 0-160 0,1 0-48 0,-1-4 0 15,2 0-256-15,-1-4-64 0,1-1-16 16,-1-2 0-16,1-1-496 0,2-1-112 16,-1-5-16-16,4-12 0 0,-5 21-304 0,4-15-64 0,1-2-16 0,0 1 0 15,0-3-128-15,0-2 0 0,1 0 0 0,1-2 0 16,1-1 0-16,1-1 0 0,-1-1 0 0,0 0 128 15,2-1 48-15,0-1 0 0,2-1 0 0,0-1 0 16,1 3-176-16,-2-2 0 0,2 2 0 0,-2 0 0 16,1 1 0-16,-2 2 0 0,1 2 128 0,-1 0-128 15,0 1 0-15,0 0 0 0,-5 0 144 0,0 0-144 0,0 0 176 0,0 0-48 16,0 0 0-16,0 0 0 0,0 0 0 0,0 0-128 16,17 38 192-16,-17-38-64 0,0 0-128 0,0 0 0 15,0 26 0-15,0-26 128 0,0 0-128 0,0 0 0 16,0 0 0-16,0 0 0 0,0 0 0 0,0 0 0 15,0 0 0-15,0 0 0 0,0 0-304 0,0 0-32 16,34 19-16-16,-27-24-17808 16</inkml:trace>
  <inkml:trace contextRef="#ctx0" brushRef="#br0" timeOffset="-124480.05">15484 8961 11055 0,'-2'2'976'0,"1"1"-784"0,1-2-192 0,0 0 0 16,0-1 2176-1,0 2 400-15,0 1 80 0,0-3 16 0,0 0 544 0,0 0 112 0,0 0 32 0,0 0 0 16,0 0-1632-16,0 0-336 0,38 28-64 0,-38-28-16 16,18-5-464-16,-18 5-80 0,21-6-32 0,-9-1 0 15,-1 4-480-15,0-4-112 0,1 0-16 0,-1 0 0 16,-1 0-128-16,0-1 0 0,2 2 0 0,-4-2 0 15,0 4 0-15,-1-4 0 0,-2 2 0 0,0 0-176 16,-2 0-128-16,-1 0-16 0,-2 2-16 0,-1-1 0 16,-1 1-160-16,-2 1-16 0,-1-4-16 0,1 4 0 15,-3-1-48-15,1-1 0 0,-1 2 0 16,-1 1 0-16,0 1 272 0,0 1 48 16,0 0 16-16,0 1 0 0,1 1 240 0,1 1 256 0,-2 2-48 0,3-1-16 0,-1 1 64 0,0 0 16 15,0 5 0-15,-1-1 0 0,1 3 256 0,0 2 48 16,1-2 16-16,0 2 0 0,1-1-16 15,4-13 0-15,-3 25 0 0,3-25 0 0,0 0-192 0,1 29-32 16,-1-29-16-16,0 0 0 0,0 0-80 0,0 0 0 0,0 0-16 16,30 33 0-16,-30-33-64 0,0 0-16 15,36-2 0-15,-22-1 0 0,2 1-160 0,0-3 0 0,1 0 0 0,-2 1 0 47,2-1-576-47,-1 1-80 0,1-1-32 0,-17 5-17648 0</inkml:trace>
  <inkml:trace contextRef="#ctx0" brushRef="#br0" timeOffset="-123847.08">16308 8774 11055 0,'3'-3'976'0,"-2"3"-784"0,0 0-192 0,-1 0 0 16,0 0 1600-16,0 0 256 0,0 0 64 0,1-2 16 15,1 2 848-15,-1-2 160 0,0 2 48 0,-2 0 0 16,0 2-1008-16,-1-2-208 0,0 2-48 0,-1-1 0 15,-1 1-960-15,-1 0-208 0,0 0-48 0,-2-1 0 16,1 3-256-16,-2-3-64 0,1 3-16 0,-1-2 0 16,-1 0 80-16,-1 2 0 0,0 0 16 0,-2 0 0 0,-1 2-128 15,0 0-16-15,-1 2-128 0,1-2 192 16,2 2-192-16,1-3 0 0,0 2 128 0,4-3-128 0,0 1 0 16,3-2 0-16,2 1 128 0,0-2-128 0,1-2 128 0,0 0-128 15,0 0 176-15,0 0-176 0,0 0 176 0,0 0-176 16,38 15 160-16,-38-15-160 0,0 0 256 0,32 14-64 15,-32-14 0-15,0 0 0 0,35 26-192 0,-35-26 144 16,0 0-144-16,29 27 128 0,-29-27-128 0,0 0 0 16,0 0 0-16,26 32 128 0,-26-32-128 0,0 0 0 15,0 0 0-15,0 0 0 0,3 34 0 0,-8-28 128 0,1 0-128 16,-3 0 0-16,0 0 128 0,-2 0-128 0,0-1 128 0,0 1-128 16,0-3 0-16,0 2 128 0,0-2-128 0,2-2 0 15,-1 0 0-15,2-1 0 0,2 0 128 0,0-2-128 16,2-1 0-16,3-4-144 0,3 0 144 0,3-2-18368 15</inkml:trace>
  <inkml:trace contextRef="#ctx0" brushRef="#br0" timeOffset="-123675.28">16508 8774 29487 0,'0'0'1296'0,"0"0"288"0,0 0-1264 0,30 4-320 0,-28-3 0 0,0 1 0 16,0-2 1856-16,-2 0 304 0,0 0 64 0,0 0 16 0,36 11-1040 0,-36-11-208 15,0 0-32-15,34 10-16 0,-34-10-704 16,0 0-240-16,0 0 144 0,31 8-12304 16,-31-8-2448-16</inkml:trace>
  <inkml:trace contextRef="#ctx0" brushRef="#br0" timeOffset="-123505.59">16593 8892 7359 0,'-3'2'656'0,"0"-2"-528"16,1 3-128-16,0 0 0 0,1 0 2352 0,0-2 432 0,0 4 96 0,1-5 0 16,-6 17 640-16,6-17 128 0,-8 30 32 0,8-30 0 15,-6 34-2304-15,6-34-464 0,-2 26-80 0,2-26-32 16,0 0-672-16,0 0-128 0,0 0 0 0,20 35-15088 16</inkml:trace>
  <inkml:trace contextRef="#ctx0" brushRef="#br0" timeOffset="-123065.91">16767 8958 10127 0,'3'0'896'15,"-1"0"-704"-15,0 0-192 0,-1 1 0 16,0-1 2816-16,1 0 544 0,2 0 96 0,-4 0 32 0,0 0 288 0,25-1 48 16,-25 1 16-16,24-4 0 0,-12 0-2224 0,1 1-432 15,0-3-96-15,-1 0 0 0,1-1-720 0,0-2-144 16,-1 1-32-16,-1-1 0 0,-1-1-192 0,-1 3 128 15,-2-2-128-15,-2-1 0 0,-1 3 0 0,-2 0 0 16,-2-2 0-16,-2 4 0 0,-1-2 0 0,-2 2 128 16,-1 0-128-16,0 1 0 0,-1 1 0 0,-3 3 0 15,-1 0 0-15,0 0 0 0,-1 2 0 0,-1 3 0 16,-1 1 0-16,1 2-160 0,1-1 160 0,1 1-208 16,1 1 80-16,1 0 128 0,1 1-144 0,2-2 144 15,2 3 0-15,4-11 0 0,-5 17 0 0,5-17 0 0,0 0 0 16,0 0 0-16,0 0 0 0,15 38 0 0,-15-38 0 0,0 0 0 15,0 0 0-15,35 35 0 16,-35-35 0-16,0 0 0 0,33 31 0 0,-33-31 0 0,0 0 0 16,30 38 0-16,-30-38 0 0,0 0 0 0,24 40 0 0,-24-40 0 15,0 0 0-15,12 43 0 0,-12-43 0 0,0 0 0 16,-3 38 0-16,3-38 0 0,-9 21 0 0,3-11 0 16,-1-1 0-16,0-2 0 0,0 0 128 0,-3-2-128 15,0 0 128-15,-1 0 0 0,-2-2-128 0,-2 0 192 16,2-2-192-16,-3 1 0 0,1-1 128 0,-2 0-128 15,0-1 0-15,1 0 0 0,2 0-144 0,0-2-12080 16,4 0-2400-16</inkml:trace>
  <inkml:trace contextRef="#ctx0" brushRef="#br0" timeOffset="-122059.97">17129 8842 11967 0,'0'-2'1072'0,"0"2"-864"0,0-1-208 0,1 1 0 16,-1 0 1792-16,0-1 304 0,1 1 64 0,0-3 16 15,0 1 656-15,0 0 144 0,0 1 32 0,1-1 0 16,-1 2-832-16,0 0-144 0,0 0-48 0,0 3 0 15,-1-3-1040-15,0 0-224 16,0 0-32-16,1 35-16 0,-1-35-416 0,-1 31-64 16,1-31-32-16,-5 36 0 0,5-36-160 0,-7 40 0 0,4-20 144 0,-1 0-144 0,0-3 0 0,1-1 0 15,0-2 0-15,3-14 0 0,-3 20 0 0,3-14 0 16,0-2 0-16,1-2 0 0,1-2 0 0,0-3 0 16,1-2 0-16,-1-2 0 0,3-2-336 0,0-3-48 15,1 0 0-15,0-4 0 16,-1 1-320-16,2-2-64 0,-2 1 0 0,1 2-16 0,-2 0 544 0,1-1 240 0,1 1-192 15,-3 0 192-15,2 2 0 0,0 0 0 16,-2 0 0-16,1 4 0 0,0 0 256 0,0 4 112 0,0 1 16 0,1 0 16 16,-2 1 320-16,-3 2 64 0,0 0 16 0,0 0 0 15,0 0-448-15,0 0-96 16,0 0 0-16,28 31-16 0,-28-31-240 0,0 0 144 16,0 0-144-16,15 42 128 0,-15-42-128 0,0 0 0 0,8 38 0 0,-8-38 0 15,0 0 0-15,1 40 0 0,-1-40 0 0,0 0 0 16,-1 34 0-16,1-34 0 0,0 0 0 0,-4 19 0 15,4-17-208-15,-1-1-80 0,2-1-16 0,0-1-17952 16</inkml:trace>
  <inkml:trace contextRef="#ctx0" brushRef="#br0" timeOffset="-121901.99">17429 8769 18431 0,'1'2'1632'0,"0"-2"-1312"16,1 1-320-16,-1 1 0 0,-1-2 2304 0,1 2 400 15,-1-2 80-15,0 0 16 0,0 0-224 0,0 0-32 16,0 0-16-16,0 0 0 16,26 36-1648-16,-26-36-336 0,0 0-64 0,0 0-16 0,0 0-464 0,0 0 0 15,32 21 0-15,-32-21-17424 0</inkml:trace>
  <inkml:trace contextRef="#ctx0" brushRef="#br0" timeOffset="-121743.09">17446 8909 14735 0,'-1'2'640'0,"0"1"160"0,1-3-640 0,0 0-160 0,0 0 0 0,0 0 0 16,0 0 2112-16,0 0 384 15,-4 26 64-15,4-26 32 0,0 0-64 0,1 30-16 0,-1-30 0 0,0 0 0 32,0 0-1824-32,0 0-368 0,18 35-80 0,-18-35-15184 0</inkml:trace>
  <inkml:trace contextRef="#ctx0" brushRef="#br0" timeOffset="-121397.89">17849 8672 6447 0,'5'-14'576'0,"-1"4"-576"16,-1 1 0-16,-1 4 0 0,-1 0 2688 0,0 2 448 15,0 0 64-15,0-5 32 0,2-2 560 0,-1-1 112 16,1-3 32-16,0 2 0 0,-2 4-1472 0,-1 2-288 15,-1 1-64-15,0 4-16 0,-1-1-1248 0,-2 4-240 16,2 1-48-16,-3 2-16 0,0-1-368 0,1 4-176 16,-1 1 160-16,0 0-160 0,5-9 0 0,-9 24 0 0,9-24 0 0,-9 33 0 15,9-33 0-15,-9 39 0 0,9-39 0 16,-9 47 0-16,6-19 0 0,0-1 0 0,1 3 0 0,-1-1 0 16,0 4 0-16,2-3 0 0,-1 2 0 0,0 0 0 15,0-1 0-15,1-2 0 0,-1-1 0 0,2-28 0 16,-3 55 0-16,3-55 0 0,-2 47 0 0,2-47 0 15,-3 38-224-15,3-38 16 0,-4 31 0 0,4-31 0 16,0 0-192-16,-7 31-48 0,7-31 0 0,-8 9 0 16,5-9-640-16,-1 0-144 0,-2-2-32 0,0-3 0 15,-1 1-1312-15,0-2-272 0,-1 0-48 0,-1-4-5712 16,0 1-1136-16</inkml:trace>
  <inkml:trace contextRef="#ctx0" brushRef="#br0" timeOffset="-121256.89">17630 8937 10367 0,'4'-7'224'0,"-1"3"48"0,0 1 16 0,-2 4 0 0,0 1-288 0,1-2 0 16,-2 0 0-16,0 0 0 0,22-3 3984 0,-22 3 752 16,27 0 128-16,-27 0 48 0,28 3-1936 0,-28-3-384 15,28 3-80-15,-28-3-16 0,27 1-1360 0,-27-1-288 16,28-4-48-16,-14 1-16 0,1-2-544 0,1-1-112 16,1-2-128-16,0 1-11792 15,-1 0-2464-15</inkml:trace>
  <inkml:trace contextRef="#ctx0" brushRef="#br0" timeOffset="-121052.74">18080 8719 25791 0,'3'0'1152'0,"0"-2"224"0,0 2-1104 0,0 0-272 0,-1 0 0 0,-1 0 0 15,1 0 2480-15,2 0 432 0,-4 0 96 0,0 0 0 16,0 0-1712-16,34 5-336 0,-34-5-80 0,0 0-16 15,0 0-672-15,0 0-192 0,36 15 0 0,-36-15 0 16,0 0-544-16,0 0-176 0,0 0-48 0,0 0-16176 16</inkml:trace>
  <inkml:trace contextRef="#ctx0" brushRef="#br0" timeOffset="-120894.72">18092 8878 14735 0,'-1'2'1312'0,"0"1"-1056"16,1-3-256-16,0 0 0 0,0 0 1856 0,0 0 320 15,0 0 64-15,-5 26 16 0,5-26 1008 0,-6 28 208 16,6-28 48-16,-5 29 0 0,5-29-1728 0,0 0-320 16,-4 30-80-16,4-30-16 0,0 0-1040 0,0 0-208 0,0 0-128 15,0 0 160 1,5 34-768-16,-5-34-160 0</inkml:trace>
  <inkml:trace contextRef="#ctx0" brushRef="#br0" timeOffset="-120517.1">18408 8911 13823 0,'10'-7'608'0,"-4"2"128"16,1 1-592-16,-4 1-144 0,-1 3 0 0,-1-1 0 0,0 1 3008 0,1-1 576 15,1-1 128-15,1 0 0 16,0 1-448-16,-1-1-80 0,0 0-32 0,-3 1 0 0,0-1-1840 0,-1 0-368 15,-1 0-80-15,0-1-16 0,-1 0-432 0,0 0-96 16,0 0 0-16,-1-2-16 16,0 1-112-16,0-1-32 0,-2 0 0 0,0 2 0 0,-1-1-160 0,0 1 0 15,-2 0 144-15,-1 1-144 0,-1 2 0 0,-1 2 0 16,-1 3 0-16,-2 0 0 0,-1 2 0 0,0 2 0 16,-1 3 0-16,1 0 0 0,1 2 0 0,1 1 0 15,1 2 0-15,2-1-128 0,1 1 128 0,2 2 0 16,1-3 0-16,2 1 0 0,5-17 0 0,-5 31 0 15,5-31 0-15,0 0-128 0,6 33 128 0,-6-33 0 0,0 0 0 0,0 0 0 16,0 0 0-16,42 24 0 0,-42-24 0 16,28-1 0-16,-11-1 0 0,0-2 0 0,1-2-144 0,1 0 144 31,-1-2-544-31,2 1-32 0,-1-1-16 0,2 0-17920 0</inkml:trace>
  <inkml:trace contextRef="#ctx0" brushRef="#br0" timeOffset="-119713.59">18618 8928 11055 0,'2'0'976'0,"-1"-2"-784"0,0 0-192 0,0 1 0 0,0 1 1984 0,-1-3 336 15,2 1 80-15,1 0 16 0,1-5 576 0,0 1 112 16,0 0 32-16,0-1 0 0,-1 0-992 16,-1 2-192-16,-2-2-32 0,0 2-16 0,0-1-944 15,0 2-192-15,-2 0-48 0,0-1 0 0,-1 0-384 0,0 3-80 16,-1 0 0-16,-1 0-16 0,-1 2-16 0,1 2 0 15,-3 0 0-15,0 3 0 0,-1 0-224 0,-2 4 144 16,0 0-144-16,-1 3 128 0,0 3-128 0,2 1 0 16,1 2 0-16,1 0 0 15,0 1-144-15,3-3 144 0,5-16 0 0,-7 31 0 0,7-31 0 0,0 0 0 0,-1 34 0 0,1-34 0 16,0 0 0-16,0 0-128 0,0 0 128 0,0 0 0 16,0 0 0-16,34 18 0 0,-26-23 0 0,-1-1 0 15,2-2-240-15,0-1 64 16,0-1 16-16,0-1 0 0,2 0 32 0,-2-1 0 0,-1 1 0 0,0-1 0 15,-1 1 128 1,-2 2 0-16,-1 1 0 0,-1-1-128 0,-1 4 128 0,0-2 0 0,-1 3 0 0,-2 1 0 16,1 1 0-16,-1 1 0 0,-1 2 0 0,0 1 0 15,0 1 128-15,2-3 0 0,-5 12 0 0,5-12 0 16,-6 20-128-16,6-20 176 0,-5 22-176 0,5-22 192 16,0 0-192-16,-4 34 0 0,4-34 0 0,0 0 0 15,0 0 0-15,0 0 0 0,0 0 0 0,16 37 0 16,-16-37 0-16,0 0 0 0,0 0 0 0,27-5 0 0,-18 0 0 15,1-2 0-15,1-2-160 16,1-2 160-16,-1 0-256 0,2-1 64 0,1-2 0 0,0 1 0 0,0-1-32 0,1 1 0 16,-1-3 0-16,0 3 0 0,-1-1 224 0,0 2 0 31,-1 1-160-31,-2 3 160 0,-1 1 0 0,-1 3 0 0,-8 4 0 0,0 0 0 0,0 0 320 0,0 0 0 16,0 0-16-16,0 0 0 0,0 0 32 0,21 35 16 15,-21-35 0-15,0 0 0 0,-2 40-192 0,2-40-32 16,-3 32-128-16,3-32 192 0,-5 32-192 0,5-32 128 15,-6 29-128-15,6-29 0 0,0 0 0 0,-3 33 128 16,3-33-128-16,0 0 0 0,0 0 0 0,0 0 0 16,0 0 0-16,0 0 0 0,0 0 0 0,0 0 0 0,0 0 0 0,0 0 0 15,0 0 0-15,0 0 0 0,21 0 0 0,-18-10 0 16,0 2-240-16,1 0 64 0,0-2 16 0,0-1 0 16,2 1 16-16,0-2 0 0,0 0 0 0,0 1 0 15,-1-1 144-15,2 0-208 16,0 0 80-16,1 0 128 0,-2 2-128 0,1 1 128 0,1 4 0 0,-3-1 0 15,1 3 0-15,-6 3 0 0,0 0 0 0,0 0 0 16,0 0 0 0,0 0 0-16,0 0 0 0,0 0 0 0,0 0 256 0,0 0-48 0,0 0 0 0,31 29 0 0,-31-29-48 15,0 0-16-15,1 30 0 0,-1-30 0 0,0 0-144 0,-3 38 160 16,3-38-160-16,0 0 160 0,-4 36-160 0,4-36 0 16,0 0 0-16,0 30 0 0,0-30 0 0,0 0 0 31,0 0 0-31,0 0 0 0,0 0-464 0,0 0-80 0,0 0-16 0,30 26-11792 15,-22-30-2368-15</inkml:trace>
  <inkml:trace contextRef="#ctx0" brushRef="#br0" timeOffset="-100939.43">19331 8892 18431 0,'3'-2'1632'0,"-1"2"-1312"15,-1-2-320-15,-1 2 0 0,-1 0 832 0,1 0 80 16,1 0 32-16,0 0 0 0,0-3 272 0,0 1 64 16,-1 0 16-16,1 1 0 0,-1-1 320 0,-1 2 64 15,1-2 16-15,-1-1 0 0,0 1-400 0,0 0-80 16,-1 1 0-16,0-2-16 15,0 2-448-15,-2-3-96 0,2 1-16 0,-3 0 0 0,0 2-256 0,-1 0-48 16,-2 1-16-16,1 1 0 0,-2 2-160 0,0 1-32 16,-2 4-128-16,1 0 192 15,0 1-192-15,0 1 0 0,0 4 0 0,1 3 0 0,0-1 0 0,1 3 0 16,1 0 0-16,2-3 0 0,3 1 0 0,2-17 0 0,1 27 0 0,-1-27 0 16,0 0 0-16,0 0 0 0,21 40 0 0,-21-40 0 15,0 0 0-15,0 0 0 0,33 18 0 0,-33-18 0 16,0 0 144-16,0 0-16 0,35 0 0 0,-27-2 0 15,0 0-128-15,1-3 0 0,0-1 0 0,1 0 128 32,-1-1-768-32,3 2-176 0,-1-2-16 0,-1 0-16704 0</inkml:trace>
  <inkml:trace contextRef="#ctx0" brushRef="#br0" timeOffset="-100530.73">19468 8950 17503 0,'0'-3'768'0,"0"1"176"0,0 1-752 0,1 1-192 15,-1 0 0-15,0 0 0 0,-1 0 2160 0,1 0 400 0,0 1 64 0,-1 1 32 0,0 0-256 0,0 1-48 16,0-1-16-16,1 0 0 0,0 0-1120 0,1 1-240 31,0-1-32-31,1 1-16 0,1-3-560 0,2 0-112 0,0 0-32 0,1 0 0 0,2-3-96 0,1 1-128 16,0-3 176-16,1 1-176 0,0-3 0 0,1 2 0 16,-1-3-192-16,-1 0 48 15,0 0-336-15,-1-2-64 0,-1 3-16 0,-1-1 0 16,-2 0-192-16,0 1-32 0,-1-1-16 0,-2 2 0 15,-1-2-32-15,-2 4 0 0,0-3 0 0,-1 2 0 0,0 0 560 0,-2 2 96 16,0-1 32-16,0 2 0 0,-2-1 480 0,-1 3 112 0,0 0 0 0,-1 1 16 16,1 3 112-16,-2 1 32 15,0 2 0-15,0 2 0 0,1 0-160 0,-1 3-16 0,0 3-16 0,0-1 0 16,2 1 96-16,-1 1 32 0,-1 0 0 0,2 1 0 16,1-2-112-16,1-1-32 0,3-2 0 0,3-12 0 15,0 0-96-15,0 0-32 0,5 32 0 0,-5-32 0 16,0 0-112-16,0 0-32 15,0 0 0-15,0 0 0 0,37 10 0 0,-27-12-128 0,3-3 192 0,1 0-64 16,1 0-128-16,-1-2 0 0,2 1 0 0,0-2 0 31,0 1-848-31,-1 0-112 0,1-2 0 0,-2 4-16560 0</inkml:trace>
  <inkml:trace contextRef="#ctx0" brushRef="#br0" timeOffset="-99900.54">19947 8786 13823 0,'1'-2'1216'0,"-1"1"-960"16,0 1-256-16,0 0 0 0,0 1 1600 0,0-1 256 16,0 0 64-16,0 2 16 0,0 0 448 15,-1 0 96-15,0 3 16 0,0 2 0 0,1-7-1216 0,0 0-256 31,-5 28-32-31,5-28-16 0,-3 27-464 0,3-27-80 0,-4 33-32 0,4-33 0 0,-4 33-176 0,4-33-32 32,-2 33-16-32,2-33 0 0,-2 29-176 0,2-29 0 0,0 0 0 0,-1 33 0 0,1-33 0 0,0 0 0 15,0 0 0-15,0 0 0 0,0 0 192 0,9 36-64 16,-9-36 0-16,0 0 0 0,0 0 192 0,0 0 48 16,0 0 0-16,0 0 0 0,0 0 192 0,22-3 32 15,-16-2 16-15,-1-1 0 0,3-2-304 0,-1 1-64 0,2-2-16 0,0-3 0 16,0 1-224-16,1-2 0 15,1-1 0-15,-2 0 0 0,0-1 0 0,-1-2 128 0,1 3-128 0,-2-2 0 16,2 2 0-16,-3-2 0 0,1 6 0 0,-2 0 0 16,0 3 0-16,-2 2 0 0,-1 3-192 0,-1 2 192 31,0 1-1184-15,-1 2-128-16,0 0-32 0,0-3-15072 0</inkml:trace>
  <inkml:trace contextRef="#ctx0" brushRef="#br0" timeOffset="-99350.83">20208 8928 17503 0,'4'-2'768'0,"0"0"176"0,0 1-752 0,-2-1-192 0,1 1 0 0,-1 0 0 0,1 0 1904 0,1-1 336 16,2 0 80-16,2-3 16 0,4-2-736 0,0 0-128 16,-1 0-48-16,0-1 0 0,0 1-576 0,-3-2-112 15,2 1-32-15,-3 2 0 0,-1-2-128 0,-2 1-16 31,-1 0-16-31,-3 1 0 0,0 1-288 0,-2 2-64 16,-1-1-16-16,-1 1 0 0,-2 3 32 0,-1 0 16 16,-2 3 0-16,0 1 0 0,0-1-224 0,-1 4-128 15,-1-1 128-15,-1 2-208 0,1 1 208 0,0-2-192 16,2 3 192-16,-1-1-192 0,-1-1 192 0,2 3 0 0,1-1 0 0,-1 0-144 16,1 1 144-16,2-2 0 0,0 0 0 0,1-1 0 15,2-1 0-15,3-7 0 0,-6 17 0 0,6-17 0 16,0 0 0-16,-4 21 128 0,4-21-128 0,0 0 128 15,0 0-128-15,0 0 176 0,0 0-176 0,0 0 192 16,0 0-16-16,23 36 0 0,-17-36 0 0,2-2 0 16,-2 0 80-16,2-1 32 0,1 0 0 0,1-3 0 15,1-2-288-15,-1 1 0 0,1 0 0 0,-1-2 0 0,1 1 0 16,-2-1-144-16,-1-1 144 0,0 1-128 0,-2 2 128 0,0-3 0 16,-1 1 0-16,-2 2-128 0,-1-1 128 15,0 4 0-15,-1-3 0 0,-1 4 0 0,-1 1 0 0,0 0 0 16,0-1 128-16,-1 3-128 0,1 0 320 0,0 0-16 15,-1 3 0-15,1-1 0 0,-1 0-48 0,1 3 0 16,1-5 0-16,0 0 0 0,0 0-128 0,-4 31-128 16,4-31 192-16,0 0-192 0,0 0 128 0,4 38-128 15,-4-38 0-15,0 0 0 0,0 0 128 0,0 0-128 16,17 38 0-16,-17-38 0 0,0 0 0 0,0 0 0 16,0 0 0-16,0 0 0 0,37 9 0 0,-37-9 0 15,17-8 128-15,-7 2-128 0,0-1 0 0,0-3-144 16,1 1 16-16,0-3-17904 0</inkml:trace>
  <inkml:trace contextRef="#ctx0" brushRef="#br0" timeOffset="-98999.05">20573 8525 7359 0,'1'-2'656'0,"0"1"-528"0,0 1-128 0,-1 0 0 0,0 0 1872 0,0 0 352 16,0 0 64-16,1 0 16 15,-1 0 912-15,1 0 192 0,-1 0 48 0,-1 0 0 0,0 3-896 16,-1-1-192-16,0 3-16 0,-1 2-16 0,0 2-1264 0,-2 2-256 16,0 2-48-16,0 4-16 0,-2 2-528 0,0 2-96 15,-1 1-128-15,1 3 176 0,0-1-176 0,-1 2 0 16,2 0 0-16,-2 0 128 0,4 0-128 0,-1-2 0 15,0 2 144-15,5-26-144 0,-5 45 0 0,5-45 0 16,-5 39 0-16,5-39 0 0,-3 30 0 0,3-30 0 16,0 0 0-16,-2 31 0 0,2-31 0 0,0 0 0 15,0 0 0-15,0 0 0 0,0 0-272 0,0 0-32 16,0 0 0-16,0 0 0 16,0 0-880-16,26-3-176 0,-19-3-48 0,0-2 0 15,1-1-896-15,-1 2-192 0,1-3-48 0,0-2-9840 0</inkml:trace>
  <inkml:trace contextRef="#ctx0" brushRef="#br0" timeOffset="-98549.56">20630 8828 2751 0,'23'-26'128'0,"-17"17"16"0,-3 6-144 0,-2 3 0 0,-1 0 0 0,1-1 0 16,2-2 1728-16,0-2 320 0,2 0 64 0,0 0 16 15,-2 1 992-15,0 1 192 0,-2 2 32 0,0 0 16 16,-2 3-432-16,-1 0-96 0,-1 3-16 0,0 0 0 16,-1 2-1344-16,-1 0-288 0,0 3-48 0,0 0-16 15,0 1-592-15,0 1-112 0,5-12-32 0,-7 24 0 16,7-24-192-16,-7 26-64 0,7-26 0 0,-3 26 0 15,3-26 64-15,0 0 16 0,0 31 0 0,0-31 0 16,0 0-48-16,0 0-16 0,0 0 0 0,0 0 0 16,0 0 32-16,0 0 0 0,27 28 0 0,-20-29 0 0,0-2-176 0,0 0 192 15,2-2-192-15,-1-1 192 0,1 0-192 0,0-3-192 16,-1 2 32-16,1-3 16 0,1 1-160 0,-1-1-16 16,-1 1-16-16,1-3 0 15,-2 2-96-15,0 1-16 0,0 0 0 0,-1-2 0 0,-1 0 288 0,0 2 160 16,-1-1-192-16,-1-1 192 0,0 1 0 0,-1 0 0 15,0-1 0-15,-2 2 0 0,1 1 0 0,-1 1 144 16,-1 1-144-16,0 1 128 0,0 4 0 0,0-2-128 16,0 3 192-16,-1 3-64 0,0 0 240 0,-1 3 32 0,1 4 16 15,2-10 0-15,-7 24-160 0,7-24-48 0,-5 31 0 0,5-31 0 16,-4 35-208-16,4-35 0 0,-2 33 128 0,2-33-128 16,0 30 0-16,0-30 144 0,0 0-144 0,4 37 128 15,-4-37 0-15,0 0-128 0,0 0 192 0,0 0-64 16,0 0-128-16,15 33 0 0,-15-33 0 0,0 0 128 15,0 0-128-15,0 0 0 0,0 0 0 0,0 0 0 16,0 0-160-16,0 0-64 0,0 0-16 0,0 0-17744 16</inkml:trace>
  <inkml:trace contextRef="#ctx0" brushRef="#br0" timeOffset="-98140.1">20949 8817 12895 0,'-6'9'576'0,"2"-4"112"0,2 2-560 0,0-5-128 16,1 1 0-16,1-1 0 0,0 0 2256 0,0 1 432 15,0-3 64-15,0 0 32 0,0 0-128 0,0 0-32 16,0 0 0-16,0 0 0 16,0 0-1056-16,23 31-224 0,-23-31-32 0,0 0-16 0,26-1-544 0,-26 1-112 15,20-4-32-15,-8 1 0 0,0-2-416 0,1 1-192 16,0-3 160-16,-1 2-160 0,0 0 0 0,0-2 0 15,-1 0 0-15,-2 1 0 0,-1 0-208 0,-1-1-48 0,-2 0 0 0,-3 2 0 32,0 1-128-32,-2-2-48 0,-2 2 0 0,0-1 0 0,-3 1 112 0,0 1 0 0,0 1 16 0,-2-1 0 15,1 1 32-15,-2 0 0 0,0 4 0 0,-1-2 0 16,-1 3 64-16,0 1 16 0,-1 1 0 0,0 0 0 16,2 1 192-16,-2 2 240 15,3 1-48-15,1-1-16 0,-1 3 416 0,3 0 96 0,5-11 16 0,-9 23 0 16,9-23-96-16,-3 26-16 0,3-26 0 0,0 0 0 15,1 35-144-15,-1-35-16 0,0 0-16 0,0 0 0 16,14 36-208-16,-14-36-32 16,0 0-16-16,0 0 0 0,0 0-160 0,41 26 128 0,-41-26-128 0,26 2 128 0,-26-2-128 0,32-5 0 15,-14 1 0-15,2-4 0 16,1 0-448 0,0 0-112-16</inkml:trace>
  <inkml:trace contextRef="#ctx0" brushRef="#br0" timeOffset="-89805.02">6223 9587 5519 0,'1'-2'496'0,"-1"1"-496"32,0 1 0-32,0-2 0 0,1 2 896 0,-1 0 64 15,1-1 32-15,-1-2 0 0,1 0 576 0,0-1 112 0,0 1 32 0,0-2 0 16,-1 3 144-16,0-1 16 16,0 0 16-16,0 0 0 0,0 1-400 0,0 1-80 15,-1-2 0-15,0 3-16 0,0-2-448 0,0 2-96 16,-1 0-16-16,1 0 0 0,-1 2-208 0,-1-1-48 15,1 3-16-15,-2 0 0 0,0 2-208 0,0 1-32 16,-1 1-16-16,0 1 0 0,0 3-64 0,-1 1-16 16,0 2 0-16,-1 0 0 0,1 2-64 0,-1 0-16 15,2 3 0-15,-1-2 0 0,1 2-16 0,-2-2-128 0,2 2 192 0,0-4-64 16,0 3 32-16,2-2 0 0,1-1 0 0,0-2 0 16,2-2-32-16,1-2 0 0,1-1 0 0,-2-9 0 15,0 0-128-15,0 0 0 0,0 0 0 0,0 0 128 16,0 0-128-16,44 19 160 0,-34-26-160 0,2-1 160 15,2-3 160-15,2-3 48 0,0-2 0 0,0-1 0 16,0 0-192-16,2-1-48 0,-1 0 0 0,-1 0 0 0,0-2-128 16,-1 2 0-16,-1-3 0 0,-1 4 0 0,-3-2 0 15,-3 1 0-15,-1 1 0 0,-3 2 0 0,-2 1 0 0,-3 2 0 16,-4 1 0-16,-1 1 0 0,-2 2 0 0,-3 2 0 16,0 0 0-16,-2 2 0 0,0 2 192 0,-1 0-64 15,-1 1 0-15,1 1 0 0,3 1 96 0,0 1 16 16,2 0 0-16,2 0 0 0,-1 0-240 0,3 1 176 15,0 0-176-15,1 0 160 0,3 0-160 0,0 0 0 16,2 0 0-16,0 1 0 0,2-3-320 0,0 0-64 16,2 1 0-16,2 1-16896 0</inkml:trace>
  <inkml:trace contextRef="#ctx0" brushRef="#br0" timeOffset="-89346.7">6524 9756 13823 0,'-3'-8'1216'0,"1"4"-960"0,1 1-256 16,0 0 0-16,1 1 1168 0,0 2 192 16,0 0 48-16,-1 0 0 0,0-2 960 0,0 2 208 15,0 2 48-15,0 0 0 0,1 6-864 0,-1-3-160 0,-1 4-48 0,2 1 0 16,-1 1-496-16,1-1-96 0,0-1-32 0,1 1 0 16,0-1-480-16,1-2-112 0,-1 1-16 0,2-4 0 15,0 1-320-15,0-2 0 0,0 0 0 0,2-2 0 31,0-2-320-31,-1 0-144 0</inkml:trace>
  <inkml:trace contextRef="#ctx0" brushRef="#br0" timeOffset="-88085.04">6827 9546 4607 0,'-1'-2'400'0,"1"1"-400"16,0 0 0-16,0-1 0 0,0 2 1104 0,0 0 144 16,0-3 32-16,-1 1 0 0,0-1 432 0,1 0 80 15,-2 0 32-15,1 2 0 16,1-1 0-16,-2 2 0 0,2 0 0 0,-2 0 0 15,1 2-448-15,-1-2-96 0,1 1 0 0,-1 1-16 16,1-1-288-16,0 0-48 0,-1 1-16 0,1-1 0 0,1 1-96 0,-2 0-32 0,1-1 0 0,0 1 0 16,0-2-176-16,1 2-32 0,-1-2-16 0,1 0 0 15,-1 0-80-15,1 0-16 16,0 0 0-16,0 0 0 0,0 0-48 0,-1 0-16 0,1 0 0 0,0 0 0 16,0 0-48-16,0 0-16 15,-1 0 0-15,1 1 0 0,-1-1-144 0,0 1-16 16,-1-1-16-16,1 2 0 0,-1-1-160 0,-2 2 160 0,1 1-160 0,0-2 160 15,0 3-160-15,0 0 0 0,-1 1 144 0,0 3-144 16,0 2 0-16,-1-1 128 0,0 4-128 0,1 2 0 16,1 0 0-16,0 4 0 0,1-1 0 0,-1 0 128 0,2-1-128 0,0-1 0 15,1-17 0-15,2 26 0 16,-2-26 0-16,0 0 0 0,0 0 0 0,0 0 0 0,18 38 0 0,-12-37 0 31,0 1 0-31,1-2 0 0,0-3 0 0,3-2 0 16,0-1 0-16,1-2 0 0,0-2 0 0,1-1 0 15,-1-3 0-15,0 1 0 0,-2-1 0 0,-2 2 0 16,0-2 0-16,-4 0 0 0,1 1 0 0,-1 0 0 16,-2 0 0-16,-1 0 0 0,-1 3 0 0,-2-1 0 0,-1 2 0 0,-2 0 0 15,0 1 0-15,-2 3 128 0,-1-4-128 0,-1 4 0 16,2 0 0-16,0 2 128 0,-1 0-128 0,2 2 0 16,1-1 0-16,1 0 144 0,0 1-144 0,2 1 0 15,2 0 0-15,0-2 0 0,1 4 0 0,1-2 0 16,0 1 0-16,3 0-352 0,1 0 48 0,-5-1 16 31,0 0-2416-31,0 0-496 0</inkml:trace>
  <inkml:trace contextRef="#ctx0" brushRef="#br0" timeOffset="-87692.6">7012 9543 7359 0,'5'-3'320'0,"-2"-2"80"0,0 2-400 0,-1 1 0 0,0 1 0 0,-2 1 0 0,1-1 1104 0,0 1 144 16,2-3 32-16,-1 1 0 0,0 0 496 0,-2 2 96 15,-1 2 32-15,-2 0 0 0,0 1 384 0,-2 1 80 16,1 4 0-16,-3-2 16 0,3 2-736 0,-3-1-160 16,0 2-16-16,0-1-16 0,0 1-336 0,0 0-64 15,2-1-16-15,-1 1 0 0,2-2-352 0,1 3-80 16,0-4-16-16,1 2 0 0,3-1-304 0,0 0-64 16,-1-7-16-16,0 0 0 0,0 0-208 0,0 0 128 15,0 0-128-15,31 31 0 0,-31-31 0 0,0 0 128 16,0 0-128-16,35 21 0 0,-35-21 0 0,0 0 0 15,0 0 0-15,39 25 0 0,-39-25 0 0,0 0 0 0,0 0 0 0,0 0 0 16,38 28 0-16,-38-28 128 0,0 0-128 0,0 0 0 16,0 0 0-16,0 0 0 0,0 0 0 0,0 0 0 15,0 0 0-15,0 0 0 0,10 35 128 0,-15-33-128 16,0 3 0-16,-2 0 0 0,0-1 128 16,-1 1-128-16,-1 0 0 0,-1 0 0 0,0 2 0 0,0-3 0 15,-2 2 0-15,1 0 128 0,0-1-128 0,2-2 0 16,1 0 0-16,-2-1 0 0,1 2 0 0,1-4 0 15,0 0 0-15,2-2 0 0,0-1 0 0,4-4 0 16,1 0-1008 0,2-3-144-16</inkml:trace>
  <inkml:trace contextRef="#ctx0" brushRef="#br0" timeOffset="-87456.47">7003 9573 10127 0,'-3'-2'448'0,"1"1"96"0,2 1-544 0,-1-1 0 15,1 1 0-15,0 0 0 0,0 0 2080 0,0 0 304 16,0-1 64-16,1 1 16 0,-1-2 432 0,3-1 96 16,0 1 16-16,2-1 0 0,0 1-912 0,2 0-176 15,2-2-48-15,0 0 0 0,1 2-880 0,2-2-176 16,-12 4-48-16,25-5 0 0,-13 3-464 0,-12 2-112 16,25-1 0-16,-25 1-16 0,0 0-176 0,33 0 0 15,-33 0 0-15,0 0 128 0,0 0-128 0,34 5 0 0,-34-5 0 0,0 0 0 16,0 0 0-16,0 0 0 15,0 0 0-15,0 0-11920 0,0 0-2304 0</inkml:trace>
  <inkml:trace contextRef="#ctx0" brushRef="#br0" timeOffset="-86118.18">7650 9587 3679 0,'3'-3'320'0,"-1"1"-320"0,1 1 0 0,-1 0 0 15,-1 1 992-15,-1-2 128 0,1 2 32 0,-1 0 0 16,2-3 928-16,0 1 192 15,1 0 32-15,-2 0 16 0,0 1 16 0,0-1 0 16,-1 0 0-16,0 1 0 0,0 1-432 0,-1-2-96 0,0 2-16 0,0 0 0 16,0 0-704-16,-1 0-128 0,1 0-48 0,-1 0 0 15,1 0-368-15,-3 2-80 0,1 1-16 0,-2-1 0 16,0 1-160-16,-2 2-32 0,0 1-16 0,-1-1 0 0,-2 2-64 0,0 0-16 16,-1 2 0-16,-2-1 0 15,-2 1-160-15,-2 0 160 16,1 1-160-16,-3 1 160 0,2 0-160 0,-1-1 0 15,2-1 0-15,1 0 128 0,1-1-128 0,0-2 0 16,2 2 0-16,0-2 0 0,1 0 128 0,1 0-128 16,2-1 128-16,0 1-128 0,1 0 0 0,0-3 0 15,2 1 128-15,-1-1-128 0,2 1 0 0,0-3 0 16,2 1 0-16,0-2 0 0,1 2 192 0,1-2-32 16,0 0-16-16,0-2 0 0,0 2 240 0,1-3 64 15,1 3 0-15,1-2 0 0,0 2-176 0,-1-2-16 0,2 1-16 0,0-1 0 16,0 2-80-16,0 2-16 0,1-1 0 0,-1 3 0 15,-4-4-144-15,0 0 0 0,0 0 144 0,0 0-144 16,39 24 0-16,-39-24 0 0,0 0 0 0,0 0 128 16,48 24-128-16,-48-24 0 0,0 0 0 0,43 14 0 15,-43-14 0-15,0 0 0 0,47 9 0 0,-47-9 0 16,0 0 0-16,40 2 0 0,-40-2 0 0,0 0 0 16,30-2-272-16,-21 1 16 0,-2 0 16 0,1-1-12000 15,-1 0-2416-15</inkml:trace>
  <inkml:trace contextRef="#ctx0" brushRef="#br0" timeOffset="-85515.8">8055 9625 14735 0,'-6'-5'640'0,"2"3"160"0,3-2-640 0,-1 3-160 0,1-1 0 0,0 1 0 15,1 1 1408-15,-2-2 240 0,0 1 48 0,-2 0 16 16,1-1 48-16,-2 4 16 0,1-1 0 0,-2 2 0 16,0 5-672-16,0 1-128 0,-1 0-16 0,0 6-16 15,0 0-336-15,-1 3-64 0,2 1-16 0,-1-2 0 16,1 1-336-16,0 0-64 0,1 0 0 0,0-3-128 15,0 1 176-15,2-4-176 0,3-12 160 0,0 0-160 0,2 28 144 0,-2-28-144 16,0 0 128-16,0 0-128 0,0 0 128 0,0 0-128 16,41 17 0-16,-30-22 128 0,0 1 176 0,1-1 16 15,1-3 16-15,-1-1 0 0,1 0-16 0,1-2-16 16,2-1 0-16,-1-1 0 0,0 1-112 0,-2 0 0 16,-1 0-16-16,-2 0 0 0,-1 1-176 0,-2-1 0 15,-2 0 144-15,-2 1-144 0,-1 1 0 0,-3-2 0 16,0 0 0-16,-3 2 0 0,1 1 128 0,-3-2-128 15,1 3 128-15,-1 1-128 0,-1 0 256 0,-2 2-32 0,1 1 0 0,-2 3 0 16,1 1 16-16,2 0 0 16,-1 0 0-16,1 3 0 0,3-1-240 0,0 1 0 0,1 0 128 0,2 0-128 31,1 1-608-31,2 0-160 0,-2-4-48 0,0 0-15632 0</inkml:trace>
  <inkml:trace contextRef="#ctx0" brushRef="#br0" timeOffset="-85062.78">8361 9741 15663 0,'0'-2'1392'0,"0"1"-1120"0,1-1-272 0,-1 1 0 15,0 0 1360-15,0 1 224 0,0-2 32 0,0-1 16 16,1 1 480-16,-1-1 80 0,1 3 32 0,0 0 0 16,1 3-656-16,0 2-128 0,-2-5-32 0,0 0 0 15,0 0-640-15,0 0-144 0,17 33-32 0,-17-33 0 0,0 0-432 0,0 0-160 16,0 0 0-16,0 0 144 15,0 0-448-15,33 29-80 0,-26-29-32 0,-1 0-15584 16</inkml:trace>
  <inkml:trace contextRef="#ctx0" brushRef="#br0" timeOffset="-84120.38">8600 9646 8287 0,'-1'-2'368'0,"1"0"80"0,0-1-448 0,0 3 0 0,0-2 0 0,0 1 0 16,0 1 1088-16,0-1 144 0,1 0 32 0,-1-1 0 0,0-2 528 0,1 3 96 15,-1-1 32-15,0-1 0 0,0 1-544 0,0 2-96 16,0-1-32-16,0 0 0 0,0 1-304 0,0-2-64 15,0 2-16-15,0-1 0 0,0 1-224 0,0 0-32 16,-1-1-16-16,0 1 0 0,0-1-16 0,0 1-16 16,0-2 0-16,0 1 0 0,0 1-48 15,0 0-16-15,-1-2 0 0,1 2 0 0,0-1-160 0,0 0-16 16,0 1-16-16,0-2 0 0,0 0 16 0,0 1 16 16,0 1 0-16,1-2 0 0,-1 2-80 0,1-2-32 15,0 2 0-15,0-1 0 0,0 1-96 0,0 0 0 16,0-2-128-16,0 2 192 0,0 0-192 0,0 0 0 15,0 0 128-15,0-1-128 0,0 1 0 0,0 0 0 0,0 0 0 0,0 0 0 16,0-1 0 0,0 1 0-16,0 0 0 0,0 0 0 0,0 0 128 0,0 0-128 0,0 0 0 0,0 0 144 15,0 0-16-15,0 0 0 0,0-2 0 0,0 2 0 16,0 0-128-16,1-1 192 0,-1 1-192 0,1 0 192 16,-1 0-192-16,1 0 0 0,-1-2 144 0,1 2-144 15,-1 0 0-15,0-2 144 0,0 2-144 0,1-1 0 16,-1 1 128-16,0-2-128 0,0 2 0 0,0-1 0 15,0 0 176-15,0 1-176 0,0 0 160 0,0 0-160 16,-1 0 208-16,1 0-48 16,-1 0-16-16,0 0 0 0,-1 2-16 0,1 0-128 0,-2 1 192 0,0 2-64 0,-1 0-128 15,1 4 0-15,-2-2 144 16,0 2-144-16,1 3 0 0,-1-1 0 0,0 2 0 0,0 1 0 0,0-2 0 0,1 2 0 16,-1 0 0-16,1-1 0 0,1 0 0 0,0-1 0 15,1-2 0-15,0 0 0 0,1-1 0 0,1-3 0 16,0 0 0-16,1 1 0 0,1-3 0 0,1-1 0 15,-1 0 0-15,2-1 0 16,1 0 0-16,0-3 0 0,3 0 0 0,0-1 0 0,1-1 0 0,2-2 0 16,0 1 0-16,-1-3 0 0,1 0 0 0,-1-1 0 15,0 1 0-15,-1 0 0 0,0 0 0 0,-1 0 0 16,0-1-176-16,-1 2 176 0,-1-2-208 0,-2-1 48 16,2 2 16-16,-2-3 0 0,-1 1-64 0,-1 0-16 0,1-3 0 0,-1 0 0 15,0 0 224-15,-2 0-144 0,-1 0 144 0,-1 2-128 16,-1-1 128-16,0 1 0 0,-3 1 0 0,1-1-128 15,0 4 128-15,-1 0 0 0,0 2 0 0,-1 2 0 16,1 2-128-16,-2 0 128 0,1 3-128 0,-1 0 128 16,1 2-320-16,0 1 32 0,0 0 0 0,1 1 0 15,0 0-144 1,1 0-16 0,2-1-16-16,0 0 0 0,1-1-640 0,1 0-128 0,1-1-32 0,1-1-8272 0,2 0-1664 0</inkml:trace>
  <inkml:trace contextRef="#ctx0" brushRef="#br0" timeOffset="-83727.89">8826 9528 4367 0,'7'-3'0'0,"-3"-1"176"0,0 3-48 0,-1-1 16 0,-1 2-144 0,-2 0 0 16,1 0 0-16,1-1 0 0,0 0 2368 0,1 1 432 16,0 0 80-16,-2 0 32 0,0 2-384 0,-3 0-80 15,1 1-16-15,-3 2 0 0,2-1 496 0,-4 2 80 16,0 0 32-16,1 2 0 0,-1 1-2352 0,0 0-480 31,-1 1-80-31,0 0-128 0,1 1 448 0,1-2 0 16,0 1 0-16,1-2 0 0,3 0-96 0,0 0-32 15,1-8 0-15,0 0 0 0,0 0-144 0,0 0-48 16,0 0 0-16,17 38 0 0,-17-38-128 0,0 0 0 0,0 0 144 0,0 0-144 16,37 21 0-16,-37-21 0 0,0 0 0 0,0 0 128 15,37 17-128-15,-37-17 0 0,0 0 0 0,0 0 128 16,0 0-128-16,37 26 0 0,-37-26 0 0,0 0 0 15,0 0 0-15,0 0 0 0,0 0 0 0,0 0 0 16,0 0 0-16,0 0 0 0,20 35 0 0,-23-32 0 16,0-1 0-16,-3 1 0 0,-1 1 0 0,1-1 0 15,-2 0 0-15,-2 0 0 0,1 0 0 0,-2 2 0 16,-1-3 0-16,-2 1 0 0,1 1 0 0,-1 0 0 16,-1 0 0-16,1 0 0 0,1 1 0 0,2-4-128 0,2 0-112 0,2-2-16 15,0 0 0-15,2-1-10944 16,4-3-2176-16</inkml:trace>
  <inkml:trace contextRef="#ctx0" brushRef="#br0" timeOffset="-83531.8">8808 9544 19343 0,'-4'-1'848'0,"2"0"192"0,1 1-832 0,0 0-208 15,1 0 0-15,0 0 0 0,0 0 1344 0,1 0 208 16,0 0 48-16,1 0 16 0,1 1 912 0,2 0 176 0,-1-1 48 0,3 0 0 15,-7 0-1888-15,0 0-368 0,28-2-80 0,-28 2-16 16,25-5 176-16,-10 1 48 16,1 0 0-16,0 0 0 0,0-1-768 0,-1 2-160 0,1 0-16 0,-1-2-10960 31,1 2-2192-31</inkml:trace>
  <inkml:trace contextRef="#ctx0" brushRef="#br0" timeOffset="-83138.42">9131 9499 10127 0,'-4'0'448'0,"1"0"96"0,1 0-544 0,1 0 0 0,0 0 0 0,1 0 0 15,0 0 2560-15,0 0 384 16,-1 0 96-16,1 1 16 0,1 1-656 0,1-2-128 0,1 0-32 0,2 2 0 16,0-2-928-16,2-2-192 0,2 2-32 15,0-2-16-15,1 1-368 0,1-1-64 16,0-1 0-16,1 1-16 0,0 0-384 0,1-1-80 0,0 1-16 0,0-1 0 15,-1 0-144-15,-1 2 0 0,-1-1 0 0,-1 0 0 16,-9 2 0-16,0 0 0 0,25-1 0 0,-19 2 0 16,0-1-128-16,-3 0 128 0,1 2 0 0,-2-2 0 15,0 2 0-15,-1-1 0 16,0 0 0-16,0 1 0 0,-1-2 0 0,0 3 0 0,0-1 0 0,0-1 0 16,0 2 0-16,0-2 128 0,0 2-128 0,0 1 128 0,0-1 0 0,0 1 0 15,0 1 0-15,-1 1 0 0,0 0-128 0,0 1 128 16,-2 0-128-16,0 2 128 0,0 1-128 0,-1 2 0 15,-1 1 0-15,1 0 0 0,-2 3 128 0,-1 1-128 16,1 2 128-16,-1 3-128 0,-1-3 0 0,1 2 0 16,-2 0 0-16,2 0 0 0,0-4 0 0,-1 1 0 15,1-1 0-15,-1 0 0 0,2 0-224 0,-2-5-128 16,4 0-32-16,-1-3-10320 16,1 0-2080-16</inkml:trace>
  <inkml:trace contextRef="#ctx0" brushRef="#br0" timeOffset="-82866.25">9127 9782 11055 0,'-2'-3'976'0,"2"0"-784"0,1 1-192 0,-1 2 0 15,1-1 1952-15,-1 0 352 0,1-1 64 0,0-5 0 31,1 2 432-31,-1-2 80 0,1 2 0 0,1 0 16 0,1 2-1440 0,0 1-304 0,1 0-48 0,2 0-16 16,0-1-240-16,2-2-48 16,-9 5-16-16,23-6 0 0,-10 1-208 0,1 1-32 0,1-1-16 0,0 0 0 15,0 2-336-15,1-2-192 16,0-2 192-16,1 3-192 0,2-2 0 0,-1 0-256 0,2-2 32 0,-1 2 0 31,0 0-1632-31,0 0-320 16,1-1-64-16,-1 0-12496 0</inkml:trace>
  <inkml:trace contextRef="#ctx0" brushRef="#br0" timeOffset="-82351.54">9766 9426 7359 0,'-2'-3'656'0,"1"1"-528"0,0-1-128 0,0 3 0 16,0 0 1728-16,0 0 304 0,0 0 64 0,0 1 16 15,-3 3 736-15,-2 0 160 0,0 2 16 0,-2 1 16 16,1 3-1248-16,-2-1-240 0,0 3-48 0,0-1-16 15,-1 4-528-15,0-1-128 0,-1 3 0 0,-1-1-16 16,0 6-384-16,0-3-80 0,0 3-16 0,0 1 0 0,0 0-112 16,1-1-32-16,1 2 0 0,1-2 0 0,1-2-192 15,3-3 0-15,2-1 128 0,3-16-128 0,0 0 0 0,-1 31 0 16,1-31 0-16,0 0-160 16,0 0-288-16,0 0-64 0,0 0-16 0,0 0 0 15,33 7-336-15,-24-11-64 0,0-2-16 0,1 0 0 16,-2-2 400-16,2-1 80 0,0 0 16 0,-1-1 0 15,0 0-48-15,1 1 0 0,-3 0 0 0,1 1 0 0,-2 1 80 0,-1-1 16 0,-2 2 0 16,1-1 0-16,-2 2 272 0,-1 0 128 0,-1 2-128 0,0 0 128 16,-2 0 0-16,0 0 144 0,-1 1 0 0,1 1 0 15,-2 0 160-15,-1-1 16 0,1 0 16 0,-1 1 0 16,-1-1-48-16,1 0-16 0,-2 1 0 0,2-1 0 16,-1 1 992-16,1 0 192 0,0-2 32 0,0 1 16 15,3 0-928-15,-2 1-192 0,1-1-48 0,0 1 0 16,2 0-336-16,0-1 0 0,1-1 0 0,0 3-15536 15</inkml:trace>
  <inkml:trace contextRef="#ctx0" brushRef="#br0" timeOffset="-81927.16">10138 9435 12895 0,'-4'-2'576'0,"1"0"112"0,0 1-560 0,1 1-128 15,-1 0 0-15,1 0 0 0,-2 1 1408 0,-1 1 256 16,-4 3 64-16,-3-1 0 0,-1 2 112 0,-1 2 16 16,1 2 16-16,1 0 0 0,0 2-368 0,0 4-80 15,1 0-16-15,-2 1 0 0,0 2-448 0,-1 3-112 16,1 1-16-16,0 1 0 0,0 2-384 0,0-2-96 15,1 2-16-15,1-2 0 0,1 1-160 0,1-3-48 0,1-1 0 0,3-3 0 16,1-3-128-16,4-15 0 0,0 0 0 0,0 0 0 16,6 36 0-16,-6-36 0 0,0 0 0 0,0 0 0 15,0 0-272-15,39 0 16 0,-26-5 0 0,-1-2 0 16,1-2 256-16,0 0-192 0,1-1 192 0,0 0-160 16,-2 0 160-16,0-1 0 0,0 1 0 0,-2 1 0 15,-3-1 144-15,0 1 112 0,-3 0 32 0,-2 1 0 16,-2 1 352-16,-3 0 80 0,-2 2 16 0,-3-2 0 15,0 5-240-15,-4-3-48 0,-5 1-16 0,-2 3 0 0,-1 1-432 16,-1 0 0-16,0 3 0 0,-2-1 0 16,0 3-896-1,-2 0-176-15</inkml:trace>
  <inkml:trace contextRef="#ctx0" brushRef="#br0" timeOffset="-79832.81">10277 9819 11055 0,'-1'0'976'0,"0"1"-784"16,1-1-192-16,0 2 0 0,0-2 752 0,-1 1 96 16,1 0 32-16,-2 1 0 0,0 3 432 0,-1 0 96 15,0-3 0-15,0 3 16 0,0 0-608 0,1-3-128 16,-1 3-32-16,-1 0 0 0,1-1-656 0,0-1-224 15,2 2 0-15,0-2-9200 16</inkml:trace>
  <inkml:trace contextRef="#ctx0" brushRef="#br0" timeOffset="-78860.61">10959 9810 11967 0,'-1'0'1072'0,"1"0"-864"0,0 0-208 0,0 0 0 15,1 0 1232-15,-1 0 208 0,1 0 32 0,0 0 16 16,1 1 480-16,0 0 80 0,1 1 32 0,0 1 0 16,0 0-480-16,1 0-112 0,-1 1-16 0,-3-4 0 15,0 0-640-15,0 0-144 0,0 0-32 0,0 0 0 16,0 0-528-16,0 0-128 0,32 35 0 0,-32-35 0 16,0 0-1216-16,0 0-288 0,0 0-48 0,35 2-11312 15</inkml:trace>
  <inkml:trace contextRef="#ctx0" brushRef="#br0" timeOffset="-78718.14">11214 9784 9215 0,'2'-2'400'0,"0"1"96"0,0 1-496 0,0 1 0 0,-1 1 0 0,0-2 0 15,0 2 1792-15,-1-2 256 0,0 0 48 0,0 0 16 16,0 0-176-16,0 0-16 0,17 43-16 0,-17-43 0 16,0 0-752-16,0 0-128 15,0 0-48-15,0 0 0 0,13 35-752 0,-10-32-224 0,0-1 0 0,1-2-7984 16,-1 0-1680-16</inkml:trace>
  <inkml:trace contextRef="#ctx0" brushRef="#br0" timeOffset="-78513.9">11149 9581 21183 0,'0'-11'944'0,"0"5"192"0,1 0-912 0,0 3-224 15,0 2 0-15,-1 1 0 0,1 0 1648 0,1 0 272 16,1 0 64-16,2 0 16 0,-5 0-464 0,0 0-112 16,0 0-16-16,0 0 0 0,29 36-1056 0,-29-36-224 15,0 0-128-15,0 0-14880 0</inkml:trace>
  <inkml:trace contextRef="#ctx0" brushRef="#br0" timeOffset="-76189.73">11936 9713 11055 0,'0'-1'976'0,"0"1"-784"15,0-2-192-15,0 2 0 0,0-1 1472 0,0 0 256 16,1 1 64-16,-1-2 0 0,0-1 640 0,0-1 128 16,1 1 16-16,-1 1 16 0,0-1-480 0,0-2-80 15,1 2-32-15,0-2 0 0,1 1-720 0,-2 0-160 16,2-1-32-16,-1-2 0 0,0 2-608 0,0-2-128 0,0 1-32 16,0 0 0-16,-1 2-320 0,0-4 128 0,-1 4-128 0,-1-4 0 15,-1 4 0-15,0-1 0 0,-2 0 0 0,-1 1 128 16,-3 1-128-16,0 1 0 15,-1 4 0-15,-2-1 0 0,-2 3 0 0,-1 4 0 0,-1 1 0 16,0 5-128-16,2 0-64 0,0 5 0 0,1 3 0 0,1 2 0 16,1 4 64-16,2 0 0 0,1-2 0 0,1 0 0 15,3 0 128-15,1-4 0 0,2-3 0 0,1-19-128 16,5 33 128-16,-5-33 0 0,0 0 0 0,0 0 0 0,0 0 0 16,44 30 0-16,-44-30 128 0,29-3-128 0,-13-2 288 15,0-3-16-15,3 1 0 0,-1-5 0 0,2 0-144 0,-1 0-128 16,0-2 192-16,-1 0-192 0,1-1-144 0,-1 2-144 15,-1 1-32-15,0 2 0 16,-3 1-1664-16,0 1-320 16,-1 1-80-16,-2 2-12208 0</inkml:trace>
  <inkml:trace contextRef="#ctx0" brushRef="#br0" timeOffset="-75497.43">12158 9791 9215 0,'1'-3'400'0,"1"1"96"15,1 0-496-15,-1-1 0 0,-1 1 0 0,0-1 0 0,1 1 1856 0,0 0 256 16,3-5 64-16,1 0 16 0,0-3 208 0,-1 3 32 0,-1-2 16 0,0 1 0 16,-1 2-16-16,-1-2-16 15,-1 1 0-15,0 0 0 0,0-2-2256 0,-2 2-448 0,0-1-96 0,-1 1 0 16,-1 0 384-16,-1 2 176 0,1-2-16 0,-1 5 0 16,-1-2 128-16,1 3 32 0,-2 4 0 0,0-1 0 15,-1 2-128-15,0 4 0 0,-2 1-16 0,2 3 0 16,-1 2-176-16,0 3 0 0,1-1 0 0,-1 2 0 15,1 2 0-15,-1-1 0 0,2-1 0 0,0 0 0 16,2-3 0-16,0-3 0 0,2-1 0 0,0-2 0 0,2 1 0 0,1-5 128 16,2 0-128-16,0-2 0 0,1 0 0 0,0-3 128 15,0 0-128-15,1-2 0 0,0 0 160 0,2-1-160 16,1-2 192-16,0-1-192 0,2-2 304 16,-1-1-48-16,0 0-16 0,0-1 0 15,2 0-240-15,-3 1 0 0,0-2 0 0,0 1 0 0,-2 2 0 0,0-1 0 16,-2 2 0-16,0-2 0 15,-1 4 0-15,0-2 0 0,-1 2 0 0,-2 1 0 0,0 0 0 0,1 2 0 16,-1 0 0-16,0 2 0 0,0 0 192 0,-1 1-64 16,1 2-128-16,0 1 192 0,-1 4 0 0,1 0-16 15,0 2 0-15,0 1 0 0,0-1 16 0,0-10 0 0,0 0 0 0,3 31 0 16,-1-22-64-16,-2-9-128 0,0 0 192 0,0 0-64 16,0 0-128-16,0 0 128 15,30 31-128-15,-25-31 128 0,1 2-128 0,0-4 160 0,1-1-160 0,0-1 160 16,2-1-160-16,-1-2 0 0,2 0 0 0,0-1 128 15,2-1-368-15,0-2-80 0,0 1 0 0,0-2-16 32,1 2-1376-32,0-2-272 0,0 0-48 0,1 0-16 0,-1-1 80 15,-1 0 16-15,0-1 0 0,-3 2 0 0,0-2 1152 0,0 0 224 0,-2 2 64 0,0 3 0 16,-3 4 704-16,1 0 160 0,-2 3 32 16,-2 0 0-16,0 4 832 0,0 0 192 0,-1 3 16 0,-1 2 16 15,1-7 128-15,-2 21 32 0,0-6 0 0,-2 2 0 0,1 0-544 16,0 1-96-16,-2-1-32 0,1-1 0 0,1 3-416 15,0-4-64-15,0-1-32 0,1 0 0 0,2-14-192 0,0 0-32 16,0 27-16-16,0-27 0 0,0 0-176 0,0 0 128 16,0 0-128-16,0 0 128 15,0 0-128-15,0 0 0 0,0 0 0 0,0 0 0 0,0 0-144 0,0 0-16 16,0 0 0-16,37 0 0 16,-31-6-2016-16,0-1-384 0</inkml:trace>
  <inkml:trace contextRef="#ctx0" brushRef="#br0" timeOffset="-74976.22">12638 9668 4959 0,'-1'3'208'0,"0"0"64"0,0-2-272 0,0 1 0 0,1-2 0 0,0 1 0 0,0 1 0 0,-1-2 0 15,1 2 0-15,-1 0 128 0,0 0-128 0,0 3 0 0,-2-2 0 0,0-1 0 32,0 1 0-32,1 1 0 0,-2-1 0 0,-1 0 0 0,2 0 0 0,-2 0 0 0,1 0 0 0,0 1 0 31,1-2 0-31,-1 1 0 0,0-1 0 0,2 1 0 0,-1-1 0 0,0 0 0 0,0 0 0 0,1 1 0 0,0-2 1024 0,-1 1 320 16,0 1 64-16,0-2 64 15,0 1 976-15,2-1 208 16,-2 1 32-16,1-2 48 0,0 0 256 0,0 0 48 15,1 0 16-15,0 0 32 0,0-2-496 0,1 1-96 16,-1-1-32-16,1 0 32 0,0 0-1312 0,1-3-272 16,-1 2-48-16,2-1 16 0,1-3-576 0,0 2-112 15,1-2-32-15,1 0 32 0,2-1-192 0,0-3 0 16,1 2 0-16,1-1 128 0,0 0-128 0,1 0 0 16,1 1-160-16,0 0 160 0,-2 2-128 0,-1 0 128 15,1-1-160-15,1 4 160 0,-2-3 0 0,-1 3-192 0,1 1 192 0,-2 2 0 16,0-1-192-16,0 2 192 0,-2 2-160 0,0-1 160 15,-4-1-128-15,0 0 128 0,0 0-160 0,0 0 160 16,0 0 0-16,0 0 0 0,14 37-128 16,-14-37 128-16,0 0 0 0,-1 27 0 0,1-27 0 0,-2 24 0 15,2-24 0-15,-4 25 0 0,2-11 0 0,0-2 0 16,0-2 0-16,-1 1 0 0,0 1 0 0,0-2 0 16,1-1 0-16,-1-1 0 0,1 1 0 0,0-4 0 15,1 2 0-15,1-3-128 0,0-1 128 0,2 2-12528 16,0-3-2448-16</inkml:trace>
  <inkml:trace contextRef="#ctx0" brushRef="#br0" timeOffset="-74393.03">12848 9689 14735 0,'-1'-9'1312'0,"0"3"-1056"0,2 0-256 0,0 3 0 16,0-1 1232-16,-1 3 192 0,0-1 48 0,0 0 0 15,1-3 1168-15,1 0 240 0,-1 3 64 0,1 0 0 16,-2 4-1312-16,0-2-256 0,0 0-48 0,-1 28-16 16,1-28-704-16,-3 36-144 0,0-17-16 0,-1 2-16 15,0-1-288-15,0 0-144 0,-2 2 160 0,1-5-160 16,1 1 0-16,0-3 0 0,1-1 0 0,3-14 0 16,-3 21 0-16,3-21 0 0,0 0 0 0,0 0 0 15,0 0 0-15,0 0 0 0,0 0 0 0,0 0 0 0,0 0 0 0,0 0 0 16,0 0 0-16,28-7 0 0,-22-2-160 0,0-3-32 15,1 0 0-15,-1 0 0 16,1-2 192-16,-1 0-192 0,0 1 192 0,0-1-192 0,0 0 352 0,-1 2 64 16,1-2 16-16,-1 2 0 0,0 0 208 0,1 0 64 15,-1 3 0-15,0-2 0 0,2 3-80 0,-2 1-16 16,2 0 0-16,-1 0 0 0,1 2-176 0,0 0-48 0,-1 0 0 16,1 3 0-16,-1 0-192 0,-2 2 0 0,1 0 128 0,-5 0-128 15,0 0 0-15,0 0 0 0,0 0 128 0,0 0-128 16,14 36 0-16,-14-36 144 0,-2 23-144 0,0-8 128 15,-2 1-128-15,0-2 0 0,-2 3 0 0,1-1 128 16,-1-1-128-16,0 0 0 0,2-2 0 0,1 0 0 16,1-2 0-16,1-2 0 0,1-2 0 0,1-2 0 15,1 0 0-15,1-3-224 0,0 0 80 0,2-2-12080 16,1 0-2400-16</inkml:trace>
  <inkml:trace contextRef="#ctx0" brushRef="#br0" timeOffset="-74046.84">13180 9670 7359 0,'-3'-5'656'0,"1"1"-528"0,1 3-128 0,-1 1 0 0,1 0 1408 0,-1 3 240 16,1-1 48-16,-2 3 16 0,-3 0 480 0,-1 6 112 16,-2 2 0-16,0 3 16 0,1 1-784 0,0-1-176 15,3-1-16-15,0 3-16 0,2-3-560 0,3-15-128 16,-4 28 0-16,4-28-16 0,0 0-208 0,3 33-32 15,-3-33-16-15,0 0 0 16,0 0-80-16,0 0-16 0,0 0 0 0,0 0 0 0,36 19 368 0,-29-21 64 16,2-2 0-16,1-2 16 0,-1-1-176 0,0-1-32 15,1-1-16-15,-2 0 0 0,0 0-272 0,0-1-48 0,-2 0-16 0,0 1 0 16,-2-2-32-16,-1 1 0 16,0-2 0-16,-1 0 0 0,-1 0 128 0,-2 0 0 0,-1 0 16 0,-1-2 0 15,-2 0 160-15,-2 1 16 0,-1 0 16 0,0 1 0 16,1 5-32-16,-1 0-16 0,1 2 0 0,0 1 0 15,1 6-224-15,1 0-64 0,-1 3 0 0,1 0 0 16,1 2-128-16,1 0 0 0,1 0 0 0,2-7 0 16,0 0-128-16,0 0-64 0,0 0-16 0,0 0-17920 15</inkml:trace>
  <inkml:trace contextRef="#ctx0" brushRef="#br0" timeOffset="-73701.04">13475 9558 11967 0,'0'-2'1072'0,"0"0"-864"16,1 2-208-16,-1 0 0 0,0 0 1856 0,0 0 320 15,0-2 64-15,-1 0 0 0,1 1 672 0,0-2 128 16,-1 3 32-16,-1 0 0 0,0 3-1376 0,0-1-272 16,0 1-48-16,0 1-16 0,0 1-720 0,0 0-128 15,0 0-48-15,0 3 0 0,2-8-144 0,-5 18-48 16,5-18 0-16,-4 26 0 0,4-26-144 0,-5 32-128 15,5-32 144-15,-5 39-144 0,1-17 0 0,4-22 0 16,-7 42 0-16,5-21 0 0,2-21 0 0,-3 38 0 0,3-38 0 0,2 31 0 16,-2-31 0-16,0 0 0 0,0 0 0 0,13 40 0 15,-13-40-128-15,0 0 128 0,0 0-192 0,0 0 192 16,0 0-432-16,0 0 32 0,29 5 0 0,-25-10 0 31,1 1-704-31,-1-3-144 0,0 2-32 0,0-3 0 0,-1 2-416 16,1-4-96-16,0 3 0 0,-1-2-16 0,0-1-192 0,0 0-48 0,-1 1 0 0,0 0-7424 15</inkml:trace>
  <inkml:trace contextRef="#ctx0" brushRef="#br0" timeOffset="-73528.18">13459 9677 5295 0,'-20'-5'0'0,"11"4"224"0,3 1-64 0,5 0 0 0,-1 0-160 0,1 1 0 16,-3 1 0-16,-2 1 0 0,-5 3 3072 0,-1 2 592 0,1 2 112 0,4-2 32 0,1 0-272 0,4-1-48 31,3-2-16-31,-1-5 0 0,0 0-976 0,0 0-192 0,0 0-32 0,44 10-16 0,-44-10-1264 0,27-5-256 15,-12 1-48-15,0-1-16 0,-1 2-416 0,1-2-64 16,0 1-32-16,-1 1 0 0,0-1-160 0,0-1 0 16,2 0 0-16,1 0-12656 15,0 0-2480-15</inkml:trace>
  <inkml:trace contextRef="#ctx0" brushRef="#br0" timeOffset="-65215.2">14162 9703 3679 0,'-1'-4'320'0,"1"3"-320"0,0-1 0 0,-1 2 0 0,1 0 1632 0,0-2 256 16,0 2 48-16,-1 0 16 0,1-2 192 0,0 1 32 16,0-1 16-16,0-1 0 0,1 1-160 0,0 1-48 15,1-2 0-15,0 0 0 16,2 0-448-16,1-1-112 0,0-1-16 0,3 0 0 0,0-2-384 0,1 0-64 31,1 1-32-31,0 0 0 0,0 0-288 0,0 0-48 0,0 2-16 0,-2-1 0 0,0 0-112 0,0 3-16 16,-2 0-16-16,1 2 0 0,-3 0-176 0,-4 0-16 15,0 0-16-15,0 0 0 0,0 0-224 0,0 0 176 16,22 41-176-16,-22-41 160 16,0 35-160-16,0-35 0 0,-4 40 0 0,0-21 0 0,1 0 0 0,-1-3-176 0,-1 1 176 0,1-2-192 15,-1-2-64-15,0-1-32 0,2-2 0 0,0-1 0 16,0-1 96-16,1-3 0 0,0-1 16 0,1-1 0 16,0-1 176-16,1 0 0 0,-1-2 0 0,1 0 0 15,1 0 0-15,0-2 0 0,1-1 0 16,1-2 0-16,0 1 0 0,0-4 192 0,2 1-32 0,1-2-16 15,0-1 128-15,1 1 32 16,0-3 0-16,1 3 0 0,0-3-128 0,0 1-32 0,1-2 0 0,-2 1 0 16,1 0-144-16,1 0 0 0,-2 0 144 0,0 1-144 15,0-3 0-15,-1 1 0 0,1 2 0 0,-1 1 0 0,0-1 0 16,0 1 0-16,-1 3 0 0,1 0 0 16,-1-1-384-1,1 4-32-15,-2 2-16 0,1 0 0 0,0 2-1696 0,-2 0-352 16,0 4-64-16,-1-2-11536 0</inkml:trace>
  <inkml:trace contextRef="#ctx0" brushRef="#br0" timeOffset="-64853.41">14459 9765 7359 0,'2'-3'656'0,"1"1"-528"16,0 2-128-16,-1-2 0 0,0 2 1856 0,0-3 320 31,4 1 80-31,1-3 16 0,4-2 816 0,2 1 176 0,0-2 16 0,-1 2 16 0,0 0-912 0,-1 1-176 16,-1-1-32-16,0 3-16 0,0-2-1072 0,0 1-192 15,0 1-64-15,-1-2 0 0,0 1-480 0,1-1-96 16,-1 1-32-16,-2-1 0 16,1-1-224-16,-2 2 0 0,1-1 0 0,-3-1 0 0,1 0 0 0,-3 1 0 0,-1-1 0 0,-1 0 0 15,-1 2-224-15,-2-1 64 16,-1 0 16-16,-1 3 0 31,-2 0-512-31,0 2-112 0,-1 0 0 0,-2 2-16 0,2-1-16 0,-3 2 0 16,0 1 0-16,-2 2 0 0,1-1 192 0,0 2 32 0,0 0 16 0,2-1 0 0,1 2 144 0,2-1 32 0,-1 1 0 0,2-1 0 15,-1 2 384-15,3 1 0 0,-1-1 0 0,0 1 0 0,2 1 272 16,1 0 144-16,0 0 32 0,1-1 0 16,1-10 384-16,0 0 64 15,0 0 32-15,0 0 0 0,0 0 32 0,25 37 16 16,-25-37 0-16,0 0 0 0,0 0-416 0,0 0-96 16,43 9-16-16,-34-9 0 0,-9 0-256 0,20-3-48 15,-9 2-16-15,1-4 0 0,1 0-128 0,0 1 0 16,0-1 0-16,0 0-176 15,-1-1-1360-15,1 0-256 0</inkml:trace>
  <inkml:trace contextRef="#ctx0" brushRef="#br0" timeOffset="-64319.08">14809 9732 6447 0,'-4'0'576'0,"2"0"-576"0,0 0 0 0,1 0 0 0,1 0 1664 0,0 0 208 15,-1 0 48-15,1 0 16 0,-1 0 512 0,0 0 112 16,0-2 0-16,2 1 16 0,1-1-944 0,1-1-192 16,0 0-32-16,2-1-16 0,2-1-672 0,0-1-128 15,1-2-16-15,2 1-16 0,2-2-288 0,-1-1-48 16,2-1-16-16,-1 1 0 0,0 3-80 0,-1-2-128 15,1 2 176-15,-2 1-176 0,-1 2 256 0,0 0-48 16,-1 1-16-16,0 2 0 0,-1-1 0 0,-7 2 0 16,0 0 0-16,0 0 0 0,0 0 0 0,0 0-16 15,0 0 0-15,25 40 0 0,-25-40 128 0,-2 34 16 16,2-34 16-16,-6 42 0 0,1-18-160 0,-2 2-48 0,-2 3 0 0,-1 4 0 16,-1 1-128-16,-1 3 0 0,-2 3 0 0,0-2 0 31,-1-2-752-31,1-3-16 0,2-7-16 0,1-2 0 15,3-7-208-15,0-3-32 0,2-2-16 0,-1-1 0 0,3-3 592 0,0-2 128 0,0-3 32 0,3 0 0 32,-1-1-448-32,1-4-96 0,1-1 0 0,0-2-10208 0</inkml:trace>
  <inkml:trace contextRef="#ctx0" brushRef="#br0" timeOffset="-64097.65">14928 9438 2751 0,'1'0'256'0,"0"2"-256"16,1 0 0-16,-2 0 0 0,1 1 2208 0,0 0 400 15,2 0 80-15,-3-3 0 0,0 0 912 0,0 0 176 16,20 46 48-16,-20-46 0 0,0 0-1008 0,26 45-192 16,-26-45-32-16,0 0-16 0,29 31-1296 0,-29-31-256 15,0 0-48-15,0 0-16 0,32 24-688 0,-32-24-144 16,0 0-128-16,0 0-17344 0</inkml:trace>
  <inkml:trace contextRef="#ctx0" brushRef="#br0" timeOffset="-63656.4">15182 9672 26719 0,'3'-2'1184'0,"-1"0"240"0,0 0-1136 0,0 1-288 0,-1 1 0 0,-1 0 0 0,1 0 1408 0,2 0 208 16,1 0 48-16,1-2 16 0,-5 2-336 0,0 0-80 16,0 0-16-16,27 2 0 0,-27-2-800 0,16-2-176 15,-16 2-16-15,16-5-16 0,-8 3-240 0,-2-3 0 16,2 2-192-16,-1-1 192 15,0-3-1200-15,-1 2-128 0,0-2-16 0,-2 1-16 16,1-2-352-16,-1 1-64 0,-2-1-16 0,-1 1 0 16,0 0 1040-16,-2 1 208 0,0 1 32 0,-2 2 16 0,0-1 368 0,-2 1 128 0,-1 3 0 0,-1 0-144 15,-1 0 368-15,0 2 80 0,-2 3 16 0,-1-1 0 16,1 4 160-16,-1 1 32 0,0 3 16 0,0 0 0 16,1 0 192-16,-2 3 48 0,3 2 0 0,0 0 0 15,0 0 144-15,0 0 48 0,4-3 0 0,-1 0 0 16,6-14-16-16,-5 22 0 0,5-22 0 0,0 0 0 15,0 0-224-15,0 0-32 0,14 35-16 0,-14-35 0 16,0 0-272-16,0 0-48 0,0 0-16 0,35 12 0 16,-35-12-336-16,0 0 144 0,29-3-144 0,-17 0 0 15,0-2 0-15,1-1-192 0,-1 0 0 0,1 0-17824 16</inkml:trace>
  <inkml:trace contextRef="#ctx0" brushRef="#br0" timeOffset="-63106">15599 9610 10127 0,'0'0'448'0,"0"-2"96"0,0 1-544 16,-1 0 0-16,1 1 0 0,-1 0 0 0,0 0 1664 0,1 0 208 15,-3 0 48-15,-1-2 16 0,-2 2-80 0,1 0-32 16,-2 0 0-16,3 0 0 0,-2 2 32 0,1-1 16 16,0 0 0-16,0 1 0 15,1 1-592-15,-1 0-128 0,1 1-32 0,-1 1 0 0,0 2-576 0,0-2-112 16,-1 3-32-16,0 3 0 0,0-1 48 0,0 2 16 15,-1 2 0-15,1 0 0 0,0 0-112 0,6-14-32 16,-8 24 0-16,8-24 0 0,0 0-128 0,-1 28-16 0,1-28-16 0,0 0 0 16,0 0-160-16,0 0 0 15,0 0 0-15,38 19 0 0,-29-22 0 0,2 0 0 0,1-1 144 0,1-3-144 16,2-2-176-16,1-1-96 0,0 1-32 0,2-3 0 31,0 0-1696-31,-2 0-352 0,0 0-64 0,-1 0-16 0,-1-2-976 0,0 2-208 0,1-3-32 0,-2 0-16 16,-1 1 736-16,-1-1 160 0,-1 1 16 0,-1-1 16 31,1 2 1408-31,-3-2 288 0,0 3 48 0,-1-2 16 0,-1 2 2384 0,-1 0 464 0,0 1 112 0,-1 1 0 0,-1 1 336 0,-1-1 64 16,-1 3 16-16,0 2 0 0,-1 3-96 0,0 2-32 15,-1-2 0-15,0 4 0 0,0-1-416 0,-1 2-96 16,1 3-16-16,-2 0 0 0,0 2-784 0,0 2-144 16,0 3-48-16,-2 0 0 0,1 3-368 0,-1 3-80 15,0 2 0-15,-2 1-16 0,2 1-112 0,-1 1 0 16,1-1-16-16,-1 0 0 0,2 0-16 0,0-2 0 15,5-21 0-15,-6 35 0 0,6-35-160 0,0 0 0 16,1 41 144-16,-1-41-144 0,0 0 0 0,0 0 0 16,12 36 0-16,-12-36 0 0,0 0 0 0,0 0 0 15,0 0 0-15,0 0 0 16,0 0-432-16,32 14 0 0,-26-15 0 0,0-3 0 16,1-1-1232-16,-2 0-240 0,1 1-48 0,-1-4-16 15,0 2-1424-15,-1-2-304 0</inkml:trace>
  <inkml:trace contextRef="#ctx0" brushRef="#br0" timeOffset="-62929.95">15680 9614 9215 0,'-2'2'816'16,"2"0"-656"-16,0-1-160 0,1-1 0 0,1 1 2144 0,0-1 400 0,-2 0 80 0,0 0 0 16,0 0 1472-16,33 8 304 0,-33-8 48 0,37-1 16 15,-16-1-2208-15,1-3-432 0,2-1-96 0,1-1 0 16,0-1-1216-16,-1-2-224 0,0 2-48 0,-1-1-16 15,-2 1-224-15,-3-1-208 0,1 1 32 0,-2 1-18224 16</inkml:trace>
  <inkml:trace contextRef="#ctx0" brushRef="#br0" timeOffset="-61142.94">16353 9580 17503 0,'2'-5'1552'0,"0"1"-1232"16,-1 3-320-16,-1 0 0 0,1 0 1600 0,0-1 272 15,0-1 48-15,1-2 16 0,0 1 192 0,1-4 48 16,0 4 0-16,0-1 0 0,-1 1-992 0,-2 1-192 0,1 2-32 0,0 0-16 16,0-1-528-16,0 1-96 0,0 1-32 0,0 0 0 15,-1 0-112-15,0 0-32 0,0 0 0 0,0 1 0 16,-1 1-144-16,0 0 192 0,0 0-192 0,-1 3 192 15,-1 2-64-15,0 0-128 0,-2 3 192 0,2 2-64 16,-2 4-128-16,-1 1 128 0,0 4-128 0,-1 1 128 16,2 3-128-16,-2-1 0 0,0 2 0 0,0 0 0 15,0 0 0-15,0-2 0 0,4-1 0 0,-1-3 0 0,4-20 0 16,-2 29 0-16,2-29 0 0,0 0 0 0,0 0 0 0,0 0 0 16,16 37 0-16,-16-37 0 0,0 0 0 0,0 0 0 15,26 3 0-15,-19-8 0 0,1 2 0 0,-1-1 0 16,1-1 0-16,-2 0 0 15,2 1-240-15,-3-1 32 0,2 0 0 0,-3 1 0 16,1-2-480-16,-1 2-80 0,-2-1-32 0,1 1 0 16,0 1-912-16,-2 1-176 0,0-2-32 0,0 1-16 15,-1 2-464-15,0-1-96 0,-1 1 0 0,0 0-7232 0</inkml:trace>
  <inkml:trace contextRef="#ctx0" brushRef="#br0" timeOffset="-60529.54">16746 9511 10127 0,'2'-3'896'0,"-1"0"-704"0,0 2-192 0,-1 1 0 15,0 0 1664-15,0-2 288 0,1 2 64 0,0-3 16 16,0-1 480-16,-1 3 112 0,1-1 0 0,-1 4 16 16,0 3-784-16,0-5-144 0,0 0-48 0,-2 29 0 15,2-29-608-15,-2 35-128 0,2-35-32 0,-3 47 0 16,2-18-432-16,-2 2-80 0,0 2-32 0,-2 0 0 15,1 1-80-15,-3 2-16 0,1 1 0 0,-1-2 0 0,1 1-256 16,1-3 0-16,1-2 128 0,1-3-128 16,3-28-368-16,-2 50-128 0,2-50-16 0,2 32-16 15,-2-32-2032-15,0 0-384 0,0 0-96 0,0 0-10160 16</inkml:trace>
  <inkml:trace contextRef="#ctx0" brushRef="#br0" timeOffset="-59506.22">16446 9549 5519 0,'-4'0'240'0,"2"-2"64"0,0 1-304 0,1 1 0 0,1 0 0 0,-1 0 0 0,1-2 1312 0,-1 2 208 16,-1-1 32-16,0 0 16 0,0-1 720 0,0 2 144 16,1-3 16-16,-1 3 16 15,1 0-464-15,0-2-80 0,0 2-32 0,1 0 0 0,-1 0-592 0,1-2-112 16,-1 2-32-16,1-1 0 0,-1 1-336 0,1 0-80 16,0 0-16-16,-1 3 0 0,1-3-48 0,-1 5-16 15,0-1 0-15,1-4 0 0,0 0-112 0,-1 40-32 0,1-40 0 0,-4 44 0 31,2-16-192-31,0-1-64 0,-1 2 0 16,0 1 0-16,-1 0-48 0,0 0-16 0,0-1 0 0,0-2 0 16,0 1-64-16,1-4 0 0,1 0-128 0,2-24 192 15,-5 44-192-15,5-44 0 0,-5 33 0 0,5-33 0 16,0 0 0-16,-3 31 0 0,3-31 0 0,0 0 0 16,0 0 0-16,0 0 0 0,0 0 0 0,0 0 0 15,0 0 0-15,0 0 0 0,0 0 0 0,0 0 0 16,-3 7 0-16,3-12 0 0,1 1 0 0,0-6 0 0,0 3 0 15,0-4 0-15,0 1 0 0,1-4 0 0,1 0 0 0,-1-1 0 16,1-4 0-16,-1 0 0 0,0 0 0 0,-1-2 0 16,1-3 0-16,0-1 0 0,-2 1 0 0,0 2 0 15,0 3 0-15,-1 2 0 0,0 1 0 0,-1 2 0 16,0 3 0-16,1 0 0 0,-1 4 0 0,-1 0 0 16,1 0 0-16,-1 1 0 0,1 0 0 0,1 1 0 15,-1-1 0-15,0 1 0 0,0 0 208 0,0 0-48 16,1 0-16-16,-1 3 0 0,0-2-144 0,2 1 128 15,-1-2-128-15,0 1 128 0,1 1-128 0,0 0 0 16,0 1 0-16,0 1 0 0,0 0 0 0,0 1 0 16,0 0 128-16,0 2-128 0,0 4 0 0,0-6 0 15,0 0 0-15,0 39 0 0,0-39 0 0,-1 41 0 0,1-41 0 16,-3 47 0-16,1-21 0 0,-2 0 0 0,2 0 0 16,-3 0 0-16,0 1 0 0,1-3 0 0,-1 1 0 15,1-4 0-15,1-1 0 0,3-20 0 0,-4 28 0 0,4-28 0 16,0 0 0-16,-3 26 0 0,3-26 0 0,0 0 0 15,0 0-128-15,0 0 128 0,0 0 0 0,0 0 0 16,0 0 0-16,0 0 0 0,0 0 0 0,0 0 0 16,15-4 0-16,-12-2 0 0,1 0 0 0,-2-4 0 15,2 1 0-15,0-1-176 0,-1-1 176 0,1-2-128 16,0-1 128-16,0-3-160 0,-3 1 160 0,2-3-160 16,0 0 160-16,-1-3 0 0,0 1 0 0,-1 0 0 0,-1 4 0 15,0 1 0-15,0 4 0 0,-1 3 0 0,1 4 0 0,-1 2 0 16,1 3 0-16,-2 2 0 0,1 4 0 0,-2 3 0 15,0 3 0-15,1 4 0 0,-2 5 0 0,0 1 0 16,0 3 0-16,2 0 0 0,-1-1 0 0,0 2 0 16,1 0 0-16,2-26 0 0,-2 48 0 0,2-48 0 15,0 40 0-15,0-40 0 0,0 0 0 0,7 33-192 16,-7-33 64-16,0 0 0 16,0 0-992-16,0 0-192 0,0 0-32 0,0 0-14896 0</inkml:trace>
  <inkml:trace contextRef="#ctx0" brushRef="#br0" timeOffset="-59113.32">16423 9852 911 0,'-3'-2'0'0,"0"1"0"0,1 0 0 0,1 1 0 16,1 0 1520-16,0 0 208 0,-1 0 64 0,0 0 0 0,0 1 976 0,-1 0 208 15,0-1 32-15,1 2 16 0,0-2-512 16,1 1-96-16,1-1-32 0,0 0 0 0,1 0-768 0,1 0-144 15,1-1-48-15,3-1 0 0,0 1-256 0,3-3-48 16,2-1-16-16,1 1 0 0,3-1-144 0,2 0-16 16,1 1-16-16,2-4 0 0,0 4-400 0,0-4-80 15,2 4 0-15,-4-3-16 0,0 2-288 0,-4 1-144 16,0 1 160-16,-3 0-160 0,-1 0 0 0,-2 2 0 0,-9 1 0 16,0 0 0-16,0 0 0 0,0 0 0 0,0 0-128 15,0 0-18064-15</inkml:trace>
  <inkml:trace contextRef="#ctx0" brushRef="#br0" timeOffset="-58530.34">17014 9746 1839 0,'-2'-5'160'0,"0"2"-160"15,1 1 0-15,0 0 0 0,1 2 1344 0,0-2 256 16,-1 2 32-16,0-3 16 0,0 1 944 0,0-1 192 15,-1-1 32-15,2 1 16 0,-1-1-160 0,0 3-48 16,0-1 0-16,0 1 0 0,1 0-768 0,-1 1-176 16,1 0-16-16,0-2-16 0,-1 2-528 0,0 0-96 0,0 0-32 0,0 2 0 15,-1 0-416-15,0 0-64 0,0 3-32 0,-2 2 0 16,-1 1-224-16,1-1-32 0,-2 4-16 0,1 2 0 16,-1 3-208-16,0-1 176 0,1 1-176 0,0 0 160 15,5-16-160-15,-7 34 0 0,7-34 0 0,-2 31 0 16,2-31 0-16,0 0 0 0,8 35 0 0,-8-35 0 15,0 0 0-15,0 0 0 0,35 21 0 0,-35-21 0 16,23 0 240-16,-10-4-48 0,1 1 0 0,-1-3 0 16,1 0 16-16,0 0 0 0,-1-2 0 0,2-1 0 0,-1 0-80 0,0 0 0 15,-2-2-128-15,1 1 192 0,-2 1-192 0,-1-3 144 16,-2 3-144-16,-2-3 128 16,0 2-128-16,-1-2 0 0,-4-1 0 0,0 0 0 0,-2 2 0 0,0-3 0 15,-4 1 0-15,-2-3 0 0,-2 2 0 0,-1-3 0 16,-1 0 0-16,0 3 0 0,0 0 0 0,-1 5 0 15,1 2 0-15,1 2 0 0,0 2 0 0,2 1 0 16,-1 2 0-16,2 0 0 0,0 2 0 0,2 1-176 16,1 2 176-16,0 0-128 15,4-5-272-15,0 0-48 0,-3 26-16 0,3-26-17520 0</inkml:trace>
</inkml:ink>
</file>

<file path=ppt/ink/ink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09:57:58.193"/>
    </inkml:context>
    <inkml:brush xml:id="br0">
      <inkml:brushProperty name="width" value="0.05292" units="cm"/>
      <inkml:brushProperty name="height" value="0.05292" units="cm"/>
    </inkml:brush>
  </inkml:definitions>
  <inkml:trace contextRef="#ctx0" brushRef="#br0">2913 9108 8287 0,'1'0'736'0,"0"0"-592"0,1 0-144 0,-1 0 0 15,0 1 304-15,-1-2 16 0,0 2 16 0,0 1 0 0,1 1 896 0,0 2 176 16,0 1 48-16,-1-1 0 0,1 2-96 0,-1 0-16 15,0-2 0-15,0 3 0 0,0 0-160 0,0-1-32 16,1 5-16-16,0 0 0 0,0 2-16 0,0 3 0 16,1 2 0-16,-1 5 0 0,1 2-352 0,-1 2-64 15,2 3 0-15,-2 5-16 0,0 9-240 0,-1 0-64 16,0 2 0-16,-1-2 0 0,-1-2-48 0,2-7-16 16,-1 1 0-16,1-6 0 0,2 0-320 0,0-5 0 0,1-4 0 15,0-4 0 1,-3-18-1216-16,6 19-272 0,-6-19-48 0,0 0-16 15,0 0-1152-15,0 0-240 0,0 0-32 0,25-12-6064 0</inkml:trace>
  <inkml:trace contextRef="#ctx0" brushRef="#br0" timeOffset="252.62">3103 9393 6447 0,'1'-9'272'0,"0"1"80"0,0 4-352 0,0-1 0 15,-1 2 0-15,1 1 0 0,-1 0 1232 0,1-5 176 0,1 0 48 0,-2-3 0 16,1 3 32-16,0 1 16 0,-1 3 0 0,0 1 0 0,-1 4-80 0,0 0-16 16,1 2 0-16,-2 4 0 0,0-1-288 0,1 2-64 15,-1 2-16-15,1 2 0 16,0-1-256-16,0 2-48 0,1 2-16 0,0 2 0 0,0 2-400 0,1 0-96 16,0-1-16-16,0 3 0 0,1 1-208 15,-1 0 0-15,1 1 128 0,-1-1-128 0,1-1 0 0,0-1 0 16,0-2 0-16,-1-2 0 15,1 2-288-15,0-5-96 0,1 0-32 0,-2-2-8032 16,1-2-1616-16</inkml:trace>
  <inkml:trace contextRef="#ctx0" brushRef="#br0" timeOffset="505.65">2986 9540 4943 0,'-6'-4'0'0,"1"3"192"0,1-1-48 0,1 0 32 16,1 1-176-16,0 1 0 16,1 1 0-16,-2-1 0 0,0 2 1744 0,-2-2 320 0,1 2 64 0,1 1 16 0,3 0-160 0,0 0-16 15,1 2-16-15,2-1 0 16,-3-4-272-16,0 0-48 0,0 0-16 0,0 0 0 16,0 0-320-16,53 6-64 0,-53-6-16 0,0 0 0 0,41-12-432 0,-41 12-80 15,0 0-32-15,36-14 0 0,-36 14-448 0,0 0-96 16,28-12 0-16,-22 7-128 0,1 3 0 0,-3 0 0 15,0-1 0-15,-2-1-9728 16,0 1-1840-16</inkml:trace>
  <inkml:trace contextRef="#ctx0" brushRef="#br0" timeOffset="963.3">3314 9428 10415 0,'0'-4'224'0,"-1"-1"48"0,0 2 16 0,1 1 16 0,-1 1-304 0,0 0 0 0,0 1 0 0,-1-2 0 16,-1 2 2400-16,0-3 416 0,-2 1 96 0,0 0 16 15,-1 4-1072-15,-1-2-192 16,3 3-64-16,-1 1 0 0,0 1-464 0,2 2-112 0,-1 2 0 0,0-2-16 0,3 3-336 0,-2-1-64 15,2 3-16-15,0 0 0 0,0 2-304 0,1-1-64 16,1 3-16-16,0-2 0 0,1 0-208 16,0 0 0-16,2 0 128 0,-4-14-128 15,9 24 0-15,-9-24 0 0,0 0 0 0,21 24 0 0,-21-24 0 0,0 0 0 16,0 0-128-16,40 10 128 0,-40-10 0 0,0 0 0 16,34-10 0-16,-34 10 0 15,23-21 176-15,-10 6 144 0,-1-3 16 0,0-2 16 0,-1 4-48 0,-2-3-16 31,-2 0 0-31,-2 1 0 0,-1 1-96 0,-3 2-32 0,-2 2 0 16,-1 0 0-16,-4 3 96 0,-1 4 32 0,-2-1 0 0,-3 4 0 16,0 3 160-16,-4 0 16 0,-1 5 16 0,-1 2 0 15,0 0-352-15,1 3-128 0,1 1 0 0,3-1 0 32,2-1-480-32,2-2-192 0,1 1-32 0,4-2-16 15,1-1-1120-15,1 0-208 0,2-2-64 0,3 1-11872 0</inkml:trace>
  <inkml:trace contextRef="#ctx0" brushRef="#br0" timeOffset="3056.07">3731 9417 14735 0,'3'-1'1312'0,"0"-1"-1056"0,-3 1-256 0,1 1 0 15,-1 0 1456-15,1 0 224 0,2-1 48 0,1 1 16 16,0 0-48-16,1-2-16 0,-5 2 0 0,0 0 0 15,0 0-560-15,0 0-112 16,0 0-32-16,0 0 0 0,0 0-512 0,0 0-96 0,33 23-32 0,-30-20 0 16,0-1-464-16,-1 0-112 15,1 1-16-15,-1-1-13616 0</inkml:trace>
  <inkml:trace contextRef="#ctx0" brushRef="#br0" timeOffset="3249.23">3738 9528 6447 0,'-2'0'128'0,"0"2"48"0,0 1 0 0,1-1 16 0,1-2-192 0,0 0 0 0,1 0 0 0,-1 3 0 16,2 0 2112-16,0 1 400 0,-1 0 80 0,2 0 16 16,-3-4-864-16,0 0-160 0,0 0-48 0,0 0 0 15,0 0-1008-15,0 0-208 0,0 0-32 0,40 20-16 16,-40-20-480-16,0 0-112 0,0 0 0 0,0 0-9280 15</inkml:trace>
  <inkml:trace contextRef="#ctx0" brushRef="#br0" timeOffset="3748.43">4122 9227 1839 0,'-2'-6'160'0,"2"1"-160"15,-1 1 0-15,0 2 0 0,1 0 1984 0,-1 2 352 16,0-2 80-16,0 0 16 0,-1-1 64 0,-1-2 32 16,0 3 0-16,0-1 0 0,-1 2-960 0,1 1-192 15,1 1-32-15,-1 2-16 0,0 1-560 0,0 2-96 16,0 1-32-16,2 2 0 0,-2 1-32 0,1 1-16 15,0 2 0-15,0 1 0 0,1 2-336 0,-1 0-80 16,1 6-16-16,1-3 0 0,-1 0-160 0,1 0 0 16,1 7 0-16,-1-2 0 0,3 4-288 0,1-4 16 0,1 0 0 0,0-1 0 15,-5-23-64-15,15 38-16 0,-15-38 0 0,19 28 0 32,-19-28-96-32,0 0-32 0,0 0 0 0,47 24 0 15,-47-24-80-15,0 0-16 0,36-7 0 0,-36 7 0 0,24-14 832 0,-13 2 144 0,-1-2 48 0,2-4 0 16,-2-2 80-16,-1 1 32 0,0-3 0 0,-1 2 0 15,0 0-256-15,0-3-48 0,-1-1-16 0,-1-3 0 16,0 1-112-16,-2-2 0 0,-2 4-128 0,-2-2 192 16,-2 0 272-16,-3 3 48 0,-1 2 16 0,-2 3 0 15,0 1-144-15,-1 4-16 0,-2 2-16 0,0 3 0 0,0 3-128 0,0 3-32 16,-1 2 0-16,0 1 0 0,-1 3-192 0,-2 5 144 16,0 1-144-16,-1 2 128 15,0 5-544-15,-2 1-112 0,2-1-32 0,2 1 0 16,1 0-224-16,0 0-48 0,1 1-16 0,3-2 0 15,2-1-336-15,0-2-64 0,3 3-16 0,0-3-9584 0</inkml:trace>
  <inkml:trace contextRef="#ctx0" brushRef="#br0" timeOffset="3938.9">4146 9416 6159 0,'4'-2'128'0,"-2"2"16"0,0-1 16 0,-1 0 32 0,0 1-192 0,0 0 0 16,0 0 0-16,0 0 0 0,2 0 2240 0,-3 0 384 0,0 0 96 0,0 0 16 15,0 0 16-15,0 0 16 0,0 0 0 0,40-4 0 16,-40 4-912-16,0 0-192 16,0 0-48-16,33-8 0 0,-33 8-1008 0,0 0-208 15,0 0-32-15,32-10-16 0,-32 10-352 0,0 0-192 0,0 0 32 0,0 0-14368 16</inkml:trace>
  <inkml:trace contextRef="#ctx0" brushRef="#br0" timeOffset="5105.39">4511 9523 7359 0,'2'3'656'16,"0"-1"-528"-16,-1 0-128 0,-1-2 0 0,1 0 1168 0,-1 1 208 15,2 3 32-15,1-1 16 0,-3-3 400 0,0 0 80 16,0 0 16-16,0 0 0 0,0 0-400 0,0 0-80 16,0 0-16-16,0 0 0 0,0 0-48 0,31-11-16 15,-29 3 0-15,0 1 0 0,0 0-656 0,-1 0-144 16,-1 1-32-16,0-1 0 0,-1 0-208 0,0 1-64 16,-1 0 0-16,0 4 0 0,-2 0-48 0,-1 0-16 31,1-1 0-31,-2 3 0 0,1 0-64 0,0 0-128 0,-2 3 176 0,0 1-176 15,1 1 224-15,1 0-64 0,-2 4-16 0,0 0 0 0,1 1-368 0,0 2-80 16,0-2-16-16,1 2 0 16,-1 0-176-16,2 1-32 0,1 0-16 0,-1 0 0 0,1 0 160 0,1-1 48 0,1 1 0 0,1-3 0 15,0-1 16-15,0-2 16 0,0-7 0 0,0 0 0 16,0 0 112-16,0 0 32 0,0 0 0 0,0 0 0 31,0 0-320-31,0 0-64 0,46-2-16 0,-39-7 0 0,2-1 560 0,-1-2 0 0,0 3 0 0,2-1 144 16,-1-2-144-16,0-1 0 0,0 0 0 0,-2-1 128 15,-1 2-128 1,1 0-192-16,-2-1 32 0,0 0 16 0,0 0-144 0,-2 1-32 0,-1 0 0 0,0 0 0 16,0 0-64-1,-1-3-32-15,-1 4 0 0,0-1 0 0,0-2-288 0,-1 2-48 0,0-3-16 0,-1 1 0 32,0 0 192-32,0-1 16 0,0 1 16 0,0 0 0 0,-1 2 304 0,0 1 64 15,1 1 16-15,0 3 0 0,0 2 160 0,0 1 0 16,2 3 160-16,-1 4-160 0,-1-1 848 0,1 3 80 15,-1 2 16-15,2 5 0 0,-2 3 352 0,1 1 80 16,0 2 16-16,0 0 0 0,1 2-592 0,0 0-112 16,0-4-32-16,2 3 0 0,0-1-464 0,-1-2-192 15,3 2 128-15,-1-3-128 0,0-1 160 0,0 0-160 16,1-2 192-16,-4-12-192 0,9 24 128 0,-5-13-128 0,-4-11 0 0,0 0 0 16,14 31 0-16,-10-21-144 15,-4-10 16-15,0 0 0 16,0 0-1280-16,0 0-240 0,0 0-48 0,0 0-9472 0</inkml:trace>
  <inkml:trace contextRef="#ctx0" brushRef="#br0" timeOffset="5282.71">4680 9388 11967 0,'0'0'528'0,"0"0"112"15,1 2-512-15,-1-2-128 0,1 1 0 0,-1 1 0 0,1-2 1632 0,0 2 288 16,0 1 64-16,1-1 16 0,-2-2-272 0,0 0-48 15,0 0-16-15,0 0 0 0,0 0-1264 0,0 0-256 16,0 0-144-16,0 0-7424 16,0 0-1600-16</inkml:trace>
  <inkml:trace contextRef="#ctx0" brushRef="#br0" timeOffset="5436.68">4715 9493 3679 0,'-1'4'320'0,"0"-1"-320"0,1-1 0 0,0-2 0 16,0 2 1664-16,0 0 256 0,0 4 48 0,0 0 16 16,1 4 384-16,-1 0 64 0,2 0 32 15,0-2 0-15,0 0-1808 0,-2-8-352 0,0 0-80 0,0 0-6176 16,0 0-1248 0</inkml:trace>
  <inkml:trace contextRef="#ctx0" brushRef="#br0" timeOffset="5689.51">4900 9314 5519 0,'-5'-2'496'0,"1"2"-496"0,0 0 0 0,2 0 0 0,0 0 1488 0,1 2 208 16,-1-2 32-16,-1 3 16 0,0 0 96 0,-3 0 16 15,0 3 0-15,0 1 0 0,0 3-832 0,2-1-176 16,1 3-16-16,0 2-16 0,0 0-256 0,2 3-48 15,1 0-16-15,-1 4 0 0,2-2-96 0,-1 2-16 16,1 1 0-16,1 1 0 16,1-2 48-16,0 1 0 0,0-1 0 0,-1-2 0 0,2 0-160 0,0-2-16 15,0-1-16-15,2 3 0 16,0-1-592-16,-6-18-112 0,13 35-32 0,-13-35-11024 0</inkml:trace>
  <inkml:trace contextRef="#ctx0" brushRef="#br0" timeOffset="5974.65">4962 9433 8287 0,'-2'-13'368'0,"1"5"80"0,-1-1-448 0,1 6 0 16,1 1 0-16,0 0 0 0,-1 1 1920 0,0-1 288 0,0-1 64 0,0-1 16 0,0 2-64 0,-1-1-16 16,1 4 0-16,0 1 0 15,0 2-752-15,0 1-160 0,0 2-16 0,1 0-16 0,1 3-240 16,-1 4-64-1,2 1 0-15,-1 2 0 0,2 3-512 0,-1-1-96 16,2 3-32-16,-1 1 0 0,0 1-176 0,0-1-144 16,0 1 192-16,1-2-192 0,-1 1 128 0,-1-2-128 0,2-1 0 0,-1-2 0 15,1-1-288 1,-1-2-112-16,1-1-32 0,-1-4 0 0,-3-10-1232 0,5 18-240 0,-3-14-48 0,-1 0-16 16,-1-2 32-16,-1-2 0 0,-1 0 0 0,0-5 0 15,-2 0 48-15,-1 0 16 0,-1-3 0 0,-3-1-4464 0</inkml:trace>
  <inkml:trace contextRef="#ctx0" brushRef="#br0" timeOffset="6194.88">4753 9564 4607 0,'-3'-7'192'0,"1"4"64"0,1 1-256 0,0-1 0 0,1 2 0 0,0 1 0 16,1 0 1072-16,-1 0 160 0,2-1 48 0,1 1 0 31,-3 0 864-31,0 0 176 0,0 0 48 0,0 0 0 0,0 0-224 0,45 12-32 0,-45-12-16 0,0 0 0 16,45-3-304-16,-45 3-64 0,39-14-16 0,-39 14 0 15,46-21-432-15,-23 9-96 0,-2-2-16 0,-3 2 0 0,-18 12-576 0,33-21-112 32,-33 21-32-32,30-21 0 0,-30 21-448 0,25-15 0 0,-25 15 0 0,0 0 0 15,27-10-320-15,-27 10-128 16,0 0 0-16,0 0-16 0,0 0-1840 0,0 0-352 0</inkml:trace>
  <inkml:trace contextRef="#ctx0" brushRef="#br0" timeOffset="6546.37">5078 9484 2751 0,'0'1'256'0,"0"0"-256"0,1 1 0 0,-1-2 0 0,0 1 1824 0,1-1 320 0,1 1 64 0,0 2 16 16,-2-3 720-16,0 0 128 0,0 0 48 0,0 0 0 15,0 0-896-15,43 16-176 16,-43-16-48-16,0 0 0 0,0 0-464 0,40-7-112 0,-40 7-16 0,0 0 0 16,31-14-432-16,-31 14-80 0,20-16-32 0,-20 16 0 15,15-13-416-15,-8 5-96 0,-1-1-16 0,0 3 0 31,-2-2-336-31,-2 2 144 0,0 0-144 0,-2 0 0 16,-1-1 0-16,-1 2 0 0,-1 0 0 0,-2 0 0 16,-1 3 0-16,-2-3 0 0,-1 3 0 0,-1 1 0 15,0-1 0-15,-1 2 0 0,1 2 0 0,-1 2 0 16,0 1 0-16,0 3-304 0,0-1 64 0,1 3 16 16,1 2-416-1,2-2-96-15,-2 2-16 0,3-1 0 0,0-1 432 0,3 1 64 0,-1 3 32 0,2-2 0 0,1 0 224 0,1 0 0 16,2 0 0-16,1-4 0 0,-3-8 128 0,0 0-128 15,0 0 0-15,22 28 0 0,-22-28 0 0,0 0 0 16,0 0 128-16,0 0-128 0,47 9 0 0,-47-9 0 16,0 0 0-16,37-7 0 15,-37 7-880-15,27-12-80 0,-27 12 0 0,27-14-8704 16,-27 14-1728-16</inkml:trace>
  <inkml:trace contextRef="#ctx0" brushRef="#br0" timeOffset="6906.13">5318 9438 6447 0,'-2'1'272'0,"1"-1"80"0,0 1-352 0,0-1 0 0,1 0 0 0,0 0 0 15,0 0 1392-15,0 0 208 0,1 0 32 0,0-1 16 16,1 0-688-16,2-1-128 0,-1-1-16 0,1 1-16 16,-4 2-352-16,0 0-64 0,0 0 0 0,0 0-16 15,0 0 576-15,42-7 112 0,-42 7 32 0,0 0 0 16,0 0-416-16,0 0-80 0,41 12-16 0,-41-12 0 15,0 0-576-15,0 0 0 0,29 23 0 0,-29-23 0 0,0 0 208 0,12 24-16 16,-10-15-16-16,-1 1 0 0,-2-3 272 0,0 0 64 16,-2 0 16-16,2 0 0 0,-2-2-160 0,-1 0-48 15,1-1 0-15,0-1 0 0,0-1 112 0,0 1 16 16,0-3 0-16,0-3 0 0,2-1 304 0,-2 1 64 16,1-1 16-16,0-3 0 0,1-1-80 0,0-1-16 15,1 1 0-15,0-1 0 0,1 0-400 0,0-1-80 16,1-2 0-16,1 0-16 0,0 1-240 0,0 1 0 0,2-1 0 15,0 1 0-15,2 0 0 0,-1 1-128 0,-6 9 128 0,16-15-208 32,-16 15-672-32,18-14-128 0,-18 14-16 0,0 0-8400 0,25-12-1680 0</inkml:trace>
  <inkml:trace contextRef="#ctx0" brushRef="#br0" timeOffset="7268.56">5545 9431 7359 0,'2'3'656'0,"-1"-1"-528"0,0-2-128 0,0 0 0 16,0 0 1776-16,-1 0 320 0,0 0 64 0,0 0 16 16,0 0 32-16,0 0 16 0,0 0 0 0,0 0 0 15,44 2-928-15,-44-2-176 0,0 0-32 0,0 0-16 16,34-16-528-16,-34 16-96 0,0 0-32 0,27-17 0 0,-27 17-224 0,16-15-64 16,-16 15 0-16,15-14 0 0,-10 7-128 0,-1-2 0 15,0 1 0-15,-2 0 128 0,-1 2-128 0,-2-1 0 16,-1 0 0-16,-2 3 0 0,0-2 0 0,-3 3 0 15,-2 2 128-15,-1-1-128 0,0 2 0 0,-1 3 0 16,0 1 0-16,0 3 0 16,2 0 0-16,-1 2 0 0,2 2 0 0,1 0 0 0,-1-2 0 0,3 3 0 15,-2 2 0-15,2 1 0 0,1 0 384 0,1 0 32 0,1-1 16 16,2-1 0-16,1 0-96 0,1-1-16 0,-2-12 0 0,0 0 0 16,15 24-64-16,-15-24-32 0,0 0 0 15,0 0 0-15,0 0-96 0,47 10-128 16,-47-10 176-16,0 0-176 15,36-10-384-15,-36 10-176 0,27-14-32 0,-27 14-16 16,26-19-1760-16,-13 7-368 0</inkml:trace>
  <inkml:trace contextRef="#ctx0" brushRef="#br0" timeOffset="7663.77">5843 9312 3679 0,'0'-2'320'0,"-1"0"-320"15,1 0 0-15,0 2 0 0,0 2 2000 0,0-2 336 16,0 0 64-16,-1 0 16 0,0 2 384 0,0 0 80 0,1 3 0 0,-1 1 16 0,0 3-608 0,1 2-128 31,-1 1-32-31,1 2 0 0,0 1-848 0,0 1-160 0,1 0-32 0,-1 2-16 16,0-1-368-16,1-1-80 0,-1 1-16 0,0-1 0 0,0-1-272 0,0-2-48 15,-1-1-16-15,1-4 0 0,-1 0-272 16,1-3 128-16,-1-2-128 0,0-1 0 16,1-2 288-16,-1 0-48 15,1-2-16-15,0-1 0 0,0-2 32 0,-1 1 16 0,0-4 0 0,0-1 0 0,0 1-272 0,0-1 0 16,0 0 0-16,1-3 0 0,0 3 0 0,0-2 0 15,0 0 0-15,0 2 0 0,0 2 0 0,1-3 0 16,1 4 0-16,0-2 0 0,0 4 0 0,1-2 0 16,0 3 0-16,-3 3 0 0,0 0 0 0,0 0 0 0,0 0 0 0,0 0 0 15,30-11 0-15,-30 11 0 0,0 0 0 0,0 0 0 16,0 0 0-16,0 0 0 0,39 17 0 0,-39-17 0 16,0 0 0-16,0 0 0 0,27 33 0 0,-27-33 0 15,11 24 0 1,-11-24 0-16,7 21 0 0,-7-21 0 0,6 19 0 0,-6-19 0 0,5 19 0 0,-5-19 0 15,4 17 0-15,-3-13 0 0,-1-4 0 0,0 0 0 16,0 0 0-16,0 0 0 16,0 0-128-16,0 0 128 0,0 0-1536 0,0 0-224 0</inkml:trace>
  <inkml:trace contextRef="#ctx0" brushRef="#br0" timeOffset="7946.68">6125 9405 14735 0,'-1'-3'640'0,"0"1"160"0,0 2-640 0,0-2-160 16,1 2 0-16,-1-2 0 0,0 2 1776 0,0-1 320 15,-1-1 64-15,-1 2 16 0,-2-2-48 0,-1 2 0 16,1 2 0-16,-1 0 0 0,0 1-960 0,0-1-192 31,0 3-32-31,-1 2-16 0,1 0-336 0,0 0-64 0,0 3-16 0,0-1 0 16,1 1-288-16,0 1-64 0,1 0-16 0,0 2 0 0,2-1-144 0,0 2 0 0,1-2 0 0,1-2 0 15,2 0 0-15,-2-10 0 0,0 0 0 0,11 23 0 16,-11-23 0-16,0 0-144 0,0 0 144 0,0 0 0 16,0 0-192-16,41 14 192 0,-41-14-192 0,0 0 192 15,0 0-736-15,0 0-32 16,36-14-16-16,-36 14-9200 0,0 0-1856 16</inkml:trace>
  <inkml:trace contextRef="#ctx0" brushRef="#br0" timeOffset="8309.81">6141 9483 6447 0,'-2'2'272'0,"2"-1"80"0,0 1-352 0,-1-2 0 16,1 1 0-16,0 0 0 0,1-1 1488 0,-1 2 240 16,1 1 32-16,1-1 16 0,-2-2 368 0,0 0 80 15,0 0 16-15,0 0 0 0,0 0-832 0,0 0-176 16,0 0-16-16,41 7-16 0,-41-7-368 0,0 0-80 15,0 0-16-15,28-12 0 0,-28 12-288 0,0 0-48 16,17-15-16-16,-12 9 0 0,0-1-192 0,-2 0-64 16,0 0 0-16,-1 0 0 0,-1 2-128 0,-1-2 0 0,-2 0 0 0,1-1 0 15,-2 4 0-15,-3-1 0 0,1 0 0 0,-1 3 0 16,-1 2 0-16,0-2 0 0,0 4 0 0,0-2 0 16,0 5 0-16,-2 0 0 0,1 1 0 0,1 2 0 31,-1 1-368-31,2-1-48 0,-1 3-16 0,1 1 0 0,1 0 272 0,-1 1 160 0,3 0-192 0,0 1 192 15,0 1 0-15,1-1 320 0,1 0-32 0,2-2-16 16,0-1 224-16,-1-11 32 0,6 18 16 0,-6-18 0 0,0 0-112 0,0 0-32 16,0 0 0-16,0 0 0 0,36 25-272 0,-36-25-128 15,0 0 0-15,0 0 128 16,0 0-1120-16,42-5-224 16,-42 5-64-16,0 0-7520 0,29-18-1504 0</inkml:trace>
  <inkml:trace contextRef="#ctx0" brushRef="#br0" timeOffset="8656.92">6416 9395 8399 0,'1'-7'176'0,"-2"5"32"0,0-3 16 0,0 2 32 0,0 3-256 0,0-2 0 15,-1 2 0-15,-1 0 0 0,-3-2 2992 0,-1 2 528 16,-4 0 128-16,2 0 0 0,-1 2-1344 0,1 3-288 16,-2 0-48-16,3 0-16 0,0 2-384 0,1 0-80 15,0 0-16-15,-1 1 0 0,3 0-368 0,-1 2-80 16,2-3 0-16,-1 2-16 0,2-1-352 0,0 1-64 0,0-3-16 0,1 0 0 15,2-1-288-15,-1-1-64 0,1-4-16 0,0 0 0 16,0 0-208-16,11 22 0 0,-11-22 0 0,0 0 0 16,0 0 0-16,0 0 0 0,37 17 0 0,-37-17 0 15,0 0 128-15,0 0-128 16,41 14 0-16,-41-14 0 0,0 0 0 0,0 0 128 0,0 0-128 0,38 19 0 16,-38-19 0-16,0 0 176 0,0 0-176 0,0 0 160 15,0 0-32-15,8 23 0 0,-10-18 0 0,-4 2 0 0,0-1-128 0,-1 0 192 16,-2 1-192-16,-1 0 192 0,-1 0-192 0,-2 1 0 15,1 1 0-15,-1-2 0 0,-1 3 0 0,1-3 0 16,1 2 0-16,2-2 0 16,1-2-384-16,1 0-128 15,0-3 0-15,3-1-17504 0</inkml:trace>
  <inkml:trace contextRef="#ctx0" brushRef="#br0" timeOffset="8956.41">6608 9279 5519 0,'-3'3'496'0,"1"-3"-496"0,0 2 0 0,1-2 0 16,0 1 2048-16,0 0 320 0,-1 1 64 0,-1-1 16 16,-2 3-400-16,0 1-96 15,-3 2-16-15,2-2 0 0,-1-1-624 0,3 2-128 16,-1-2-32-16,2 1 0 0,1-2-112 0,2 1-16 0,1-4-16 0,1 2 0 15,-2-2-16-15,0 0 0 0,0 0 0 0,0 0 0 16,35-9-384-16,-35 9-80 0,0 0-16 0,37-17 0 16,-37 17-192-16,27-12-64 0,-27 12 0 0,29-12 0 15,-29 12 16-15,27-13 0 0,-27 13 0 0,0 0 0 0,36-10-272 0,-36 10 0 16,0 0 0-16,0 0 0 0,0 0-128 0,0 0-144 16,0 0-32-16,0 0-15600 15</inkml:trace>
  <inkml:trace contextRef="#ctx0" brushRef="#br0" timeOffset="9177.59">6558 9478 12431 0,'0'2'256'0,"0"1"64"0,2-3 16 0,-1 0 48 0,0 0-384 0,1 0 0 0,1-2 0 0,-3 2 0 15,0 0 2880-15,0 0 496 0,35-10 96 0,-35 10 32 16,31-12-1120-16,-31 12-208 0,31-14-64 0,-31 14 0 15,32-11-1136-15,-32 11-224 0,32-12-48 0,-32 12-16 16,0 0-544-16,41-12-144 0,-41 12 0 16,0 0 0-1,34-12-784-15,-34 12-240 0,0 0-32 0,0 0-13520 0</inkml:trace>
  <inkml:trace contextRef="#ctx0" brushRef="#br0" timeOffset="9555.36">7041 9224 4607 0,'2'-2'400'0,"-1"1"-400"15,0 0 0-15,-1 1 0 0,0 0 2240 0,1-2 352 16,-1 2 80-16,1-3 16 0,0 0 448 0,0 1 112 16,-1 0 16-16,0 0 0 0,-1 2-1120 0,-1 0-224 15,0 2-32-15,0-2-16 16,-1 3-560-16,0 1-112 0,1 1-32 0,-2 0 0 0,1 2-512 0,-1 0-96 15,1 1-32-15,0 1 0 0,0 3-192 0,0-1-32 0,0 1-16 0,2 2 0 32,-1 1-96-32,2 1-32 0,0 5 0 0,1-2 0 0,1-2-160 0,-2-17 128 0,9 31-128 15,-9-31 128-15,0 0-128 0,24 30 0 0,-24-30 0 0,0 0 0 16,37 10 0-16,-37-10 0 0,0 0 0 0,52-7 0 16,-52 7 128-16,36-18 0 0,-36 18 0 0,39-26 0 15,-21 11 16-15,-2-4 0 0,-1 2 0 0,-2 1 0 16,-1-3 0-16,-3 3 0 0,-3 1 0 0,-3-1 0 15,-3 3-144 1,-5-1 192-16,-2 2-192 0,-6 0 192 0,-5 3-32 0,-4-1 0 0,-5 1 0 0,-4 2 0 0,0 0-160 16,-1 2 0-16,1-2 0 0,0 2 0 31,3 0-432-31,1 0-112 0,2 1-32 0,2 0-18016 0</inkml:trace>
  <inkml:trace contextRef="#ctx0" brushRef="#br0" timeOffset="10609.24">8631 8942 15663 0,'0'3'1392'0,"0"0"-1120"0,1 1-272 0,-1-2 0 16,0 3 672-16,0 0 80 0,1 4 16 0,1 3 0 16,0 7-448-16,0 5-96 0,1 2-16 0,-1 0 0 15,2-2-208-15,-1 2 128 0,-1-2-128 0,0 0 0 16,-1 4 384-16,-1-2-32 0,-1 2 0 0,0 0 0 16,-2 1 96-16,0 2 32 0,-1 2 0 0,1 0 0 15,-2 3-304-15,0-3-176 0,1 0 192 0,-1-2-192 0,2-5 0 0,2-4 0 16,0-1 0-16,1-7-6720 15,1-6-1280-15</inkml:trace>
  <inkml:trace contextRef="#ctx0" brushRef="#br0" timeOffset="10876.34">8981 8942 24879 0,'0'0'1088'0,"0"0"256"0,0 0-1088 0,0 0-256 0,0 0 0 0,0 0 0 15,0 0 1536-15,0 0 240 16,0 0 48-16,0 0 16 0,33 22-560 0,-33-22-96 0,4 24-32 0,-3-10 0 16,-1 2-800-16,0 4-160 0,-2 1-48 0,1 4 0 15,0 4-144-15,0 3 128 0,-1 3-128 0,0 1 128 16,-1 1 0-16,1 1 0 0,-1 0 0 0,2 2 0 16,0-1-128-16,1-2 192 0,0-2-192 0,1-3 192 15,1-4-192-15,1-4 0 0,0-6 0 0,-3-18 0 16,7 23-512-1,-7-23-48-15,0 0 0 0,0 0 0 0,0 0-1872 0,0 0-368 0</inkml:trace>
  <inkml:trace contextRef="#ctx0" brushRef="#br0" timeOffset="11129.06">8721 9426 12895 0,'-5'3'1152'0,"1"-1"-928"15,2 0-224-15,0-2 0 0,1 1 1200 0,1 1 192 16,-4 0 32-16,-2 0 16 0,1 3 464 0,-1-2 80 16,2 0 32-16,3-2 0 0,1-1-512 0,0 0-96 15,0 0-32-15,0 0 0 0,32-9 96 0,-32 9 0 16,28-12 16-16,-28 12 0 16,34-18-592-16,-34 18-112 0,34-15-16 0,-34 15-16 0,37-17-432 0,-37 17-64 0,40-14-32 0,-40 14 0 15,41-12-224-15,-41 12 0 0,39-9 0 0,-39 9 0 16,0 0-512-1,48-8-112-15,-48 8-16 0,0 0-16096 0</inkml:trace>
  <inkml:trace contextRef="#ctx0" brushRef="#br0" timeOffset="11602.95">9425 9055 7359 0,'-2'-1'656'0,"2"-3"-528"0,-1 3-128 0,0-1 0 0,1-1 1360 0,0 3 240 0,0-2 64 0,0 2 0 15,-1-4 1280-15,0 1 256 0,0 0 48 0,-1 0 16 0,0 2-688 0,0 1-128 16,0 0-16-16,0 4-16 0,0 1-1040 0,-1 2-208 15,-1 3-32-15,2 2-16 16,1 4-608-16,-1 3-112 16,0 3-16-16,1 3-16 0,0 4-368 0,1-2 0 0,0-1 0 0,0 0 128 15,0 2-128-15,2-4 0 16,-1 2 0-16,0-3-128 0,1 1 128 0,0-3-128 0,0 2 128 0,0-5-128 16,0 1-464-16,0-4-96 0,-2-15-16 0,4 27 0 15,-4-27-1232-15,0 0-256 0</inkml:trace>
  <inkml:trace contextRef="#ctx0" brushRef="#br0" timeOffset="12137.49">9710 9169 3679 0,'1'-1'320'0,"0"1"-320"0,0-2 0 0,0 1 0 16,-1 1 1408-16,1 0 224 0,-1 0 32 0,1 0 16 15,0 0 768-15,1 1 160 0,0 1 16 0,0-1 16 16,0 0-208-16,-2-1-32 0,0 0-16 0,0 0 0 16,0 0-768-16,0 0-144 0,0 0-48 0,0 0 0 15,0 0-864-15,0 0-176 0,38 19-48 0,-38-19 0 16,0 0-336-16,0 0-192 0,0 0 32 0,0 0 0 15,0 0-1648-15,0 0-336 0</inkml:trace>
  <inkml:trace contextRef="#ctx0" brushRef="#br0" timeOffset="12263.69">9757 9256 6447 0,'-2'2'272'0,"2"-1"80"0,0 0-352 0,0 1 0 15,0-2 0-15,1 0 0 0,0 1 2384 0,1-1 416 16,-2 0 80-16,0 0 0 0,0 0-32 0,0 0-16 15,0 0 0-15,0 0 0 0,0 0-1504 0,0 0-304 16,33 25-64-16,-33-25-16 16,0 0-1712-16,0 0-352 0</inkml:trace>
  <inkml:trace contextRef="#ctx0" brushRef="#br0" timeOffset="14182.49">10287 8837 12895 0,'0'-4'1152'0,"-1"0"-928"15,0 3-224-15,0-1 0 16,0 2 1296-16,-1 0 224 0,0-2 32 0,-1-3 16 0,-3 0 400 0,0 1 80 16,0-1 0-16,-1 5 16 0,-1 0-528 0,1 2-96 15,-1 1-32-15,1 2 0 0,0 2-640 0,-1-1-128 16,0 4-16-16,0 0-16 0,2 2-336 0,-1-1-64 16,0 4-16-16,0 3 0 15,0 2-192-15,1 3 0 0,-1 6 0 0,1 4 0 0,-1 5 0 0,2 5 0 0,0 1 0 0,1 2 0 16,2-4-128-16,3-2 128 0,2-4 0 0,2-7 0 15,2-4 0-15,-7-25-128 16,21 36 128-16,-21-36 0 16,0 0 0-16,45 24-160 0,-45-24 160 0,0 0-128 15,43-7 128-15,-28-3 0 0,4-4 0 0,-1-6 0 16,0-3 640-16,3-4 48 0,-1-2 16 0,2-5 0 16,0-1-448-16,-2 0-96 0,-1 2-16 0,-2-1 0 15,-3 3-144-15,-3-2 0 0,-3 4-160 0,-3 1 160 16,-3 0 0-16,-4-1 0 0,-4 1 0 0,-5 1 0 0,-2 0 320 15,-3 1 64-15,-3 1 16 0,-2 1 0 0,0 6 0 16,-1 3 0-16,1 6 0 0,0 5 0 0,1 3-400 0,2 4 0 16,1 1 0-16,1 4 0 0,2 3 0 0,1-1 0 15,3 2-192-15,1 1 192 16,3 2-528-16,1 0 16 0,4 2 0 0,-1 1-16240 16</inkml:trace>
  <inkml:trace contextRef="#ctx0" brushRef="#br0" timeOffset="14874.82">10513 9536 8287 0,'-1'2'736'0,"0"-2"-592"16,0 0-144-16,1 0 0 0,0 0 352 0,0 0 32 0,-1 2 16 0,1-2 0 15,0 1-240-15,0 0-160 0,0-1 192 0,-1 5-192 32,1-5-512-32,0 0-224 0,0 0-32 0,0 0-16 15,0 0-576-15,0 0-112 0,0 0-32 0,0 0 0 0,0 0 1264 0,0 0 240 0,0 0 0 0,0 0 144 16,0 0-144-16,0 0 0 0,0 0 0 0,0 0 0 15,0 0 176-15,0 0 0 0,0 0 0 0,0-2 0 16,-1 2 1552-16,0 0 320 0,-1 0 64 0,2 0 16 16,-1 0-240-16,0 2-48 0,1-2-16 0,0 0 0 15,-1 1-480-15,1 0-112 0,0 0-16 0,0-1 0 0,0 0-384 16,-1 4-96-16,1-2-16 0,0-2 0 0,0 0-80 0,0 0-32 16,-1 3 0-16,0-3 0 0,1 0-64 0,-1 0-16 15,0 2 0-15,1-2 0 16,0 3-128-16,-1-3-16 0,0 0-16 0,0 0 0 15,-1 2-368-15,0-2 0 0,0-2-160 0,-1 2-12816 16</inkml:trace>
  <inkml:trace contextRef="#ctx0" brushRef="#br0" timeOffset="15236.19">10214 9139 13823 0,'-3'-4'608'0,"1"3"128"15,1-1-592-15,0 1-144 0,0 0 0 0,1 1 0 0,-1 0 1488 0,0-2 272 16,-1 1 48-16,0 0 16 0,-1 1 496 0,1 1 112 15,-1 0 0-15,0 1 16 0,3-1-1040 0,-1 0-192 16,1 1-64-16,1-1 0 16,-1-1-192-16,0 0-64 0,0 0 0 0,0 0 0 15,0 0-352-15,39-1-80 0,-39 1-16 0,0 0 0 0,37-12-144 0,-37 12-48 16,25-11 0-16,-25 11 0 0,24-10-256 16,-24 10 0-16,22-11 0 0,-22 11 0 15,22-9-672-15,-22 9-96 0,0 0 0 0,33-11-16 16,-33 11-1216-16,0 0-240 0</inkml:trace>
  <inkml:trace contextRef="#ctx0" brushRef="#br0" timeOffset="16008.94">10547 9524 15663 0,'-1'2'688'0,"0"-2"144"0,0 0-656 0,0 0-176 16,1 0 0-16,0 0 0 0,-1 1 1632 0,1-1 288 16,-1 1 64-16,1-1 16 0,-1 0 144 0,1-2 32 15,0 0 0-15,0-1 0 0,0 0-832 0,1-1-144 16,1-1-48-16,-1 0 0 0,0-2-384 0,0 0-96 16,-1 0-16-16,-1 1 0 0,1 0-304 0,-2-1-64 15,0 2-16-15,-2 0 0 16,1 1-96-16,0-3-32 0,-1 4 0 0,-1-1 0 0,0 1 0 0,-1-2 0 0,-1 3 0 0,-1 0 0 31,0 0-16-31,0 2-128 0,-1 2 192 0,1 0-64 16,1 1 32-16,-1 4 0 0,2-2 0 0,-2 4 0 0,1 0-160 15,1-1 0-15,1 3 0 0,0 1 0 0,1 0 0 0,2 2-144 0,-1 0 144 0,1-2-160 16,0 2 160-16,1-4-192 0,1-10 192 16,1 21-192-16,-1-21 192 0,0 0-192 0,0 0 192 0,0 0-192 0,0 0 192 0,0 0 0 15,0 0 0-15,31 25 0 0,-31-25 0 16,0 0 0-16,0 0 0 0,29-17 0 0,-29 17-400 0,18-15 0 15,-8 4 0-15,0 1 0 16,0-1 192-16,-1-1 32 0,1 0 16 0,-1 0 0 0,-1 0-112 0,-1 0-32 16,-1 0 0-16,-1 0 0 0,0 2 96 0,-1-1 16 15,0 1 0-15,-3-2 0 0,1 3 16 0,-2-3 16 16,1-1 0-16,-2 0 0 0,0-4 160 0,0 1 0 16,0-1 0-16,1 1-128 0,0 1 128 0,0 1 0 15,1 3 0-15,-1 1 0 0,1 2 0 0,-1 4 0 16,-1-1 0-16,1 0 0 15,0 3 0-15,0 2 144 0,0-1-144 0,0 2 0 0,-1-1 368 0,1 0-48 0,0 8 0 0,0-8 0 16,0 16 224-16,0-16 32 0,0 17 16 0,0-17 0 16,1 23-368-16,-1-23-80 0,2 29-16 0,-2-29 0 15,2 31-128-15,-2-31 0 0,5 35 0 0,-5-35 0 16,3 33 0-16,-3-33 0 0,6 29 128 0,-6-29-128 16,6 25 0-16,-6-25 0 15,6 24 0-15,-6-24 0 0,0 0 0 0,7 29 0 0,-7-29-144 0,0 0 144 16,7 26-272-16,-7-26 0 0,0 0 0 0,0 0 0 15,0 0-1264 1,0 0-256-16,0 0-64 0,0 0-12976 0</inkml:trace>
  <inkml:trace contextRef="#ctx0" brushRef="#br0" timeOffset="16214.59">10677 9317 4607 0,'-2'0'400'0,"2"0"-400"0,-1 0 0 0,0 0 0 0,1 0 2368 0,0 0 384 16,0 1 64-16,0 1 32 0,0 0 416 0,0 0 96 16,0-2 16-16,0 0 0 0,0 0-1520 0,0 0-320 15,0 0-48-15,0 0-16 0,0 0-880 0,0 0-176 16,0 0-32-16,0 0-16 0,0 0-368 0,36 20 0 16,-36-20 0-16,0 0 0 15,0 0-1408-15,0 0-208 0,0 0-48 0,0 0-11536 0</inkml:trace>
  <inkml:trace contextRef="#ctx0" brushRef="#br0" timeOffset="16388.38">10706 9445 7359 0,'1'3'320'0,"-1"-1"80"0,0-1-400 0,0 0 0 0,0 1 0 0,0-1 0 16,0 3 1760-16,0-1 272 0,0 6 48 0,0 0 16 0,0 4 256 15,0 0 48-15,0-13 16 0,2 27 0 0,-2-27-1408 0,3 20-288 16,-3-20-48-16,0 0-16 15,0 0-800-15,0 0-176 0,0 0-16 0,0 0-10864 16</inkml:trace>
  <inkml:trace contextRef="#ctx0" brushRef="#br0" timeOffset="16624.59">10876 9320 2751 0,'2'-8'256'0,"-1"4"-256"15,-1 1 0-15,-1 1 0 0,1-1 3008 0,-1 0 576 16,0-3 96-16,-1-3 32 0,-1-3 96 0,0-2 32 15,0 4 0-15,-1 3 0 0,0 2-1648 0,1 4-320 16,0 1-64-16,0 1-16 0,0 4-832 0,0 2-160 16,1 0-32-16,-1 3-16 0,0 4-528 0,-1 5-96 0,2 0-128 0,-1 4 176 15,1 1-176-15,0 2 0 0,1 0 0 0,0 1 0 16,1 1 0-16,0-2-144 0,0-2 144 0,2-2 0 16,1-1-240-16,-3-21 64 0,8 30 16 0,-8-30 0 31,0 0-1120-31,13 31-208 0,-13-31-48 0,0 0-16 0,0 0-1504 15,0 0-288-15,0 0-64 0,35 12-7840 0</inkml:trace>
  <inkml:trace contextRef="#ctx0" brushRef="#br0" timeOffset="16876.53">11002 9241 3679 0,'-1'-9'320'0,"1"1"-320"15,0 6 0-15,0 2 0 0,0 0 2240 0,-1-1 384 16,-1-2 80-16,0 0 16 0,0-2 352 0,-2 5 80 15,-1 5 16-15,1 2 0 0,0 5-1248 0,-1 1-240 16,2 2-48-16,1 2-16 0,-1 0-960 0,1 1-192 16,1 2-32-16,1-2-16 0,-1 0-272 0,2 2-144 15,0 0 160-15,1 1-160 0,0 0 0 0,0 4 0 16,0 2 0-16,0 2 0 16,1 0 0-16,-1 1 0 0,0-2 0 0,-1 1-160 0,1 0 0 0,-2-3 0 0,1-2 0 0,-1-4 0 31,0-3-1248-31,0-17-256 0,-2 24-64 0,2-24 0 15,-3 11 912-15,3-11 176 0,-5 3 48 0,3-6-10112 0</inkml:trace>
  <inkml:trace contextRef="#ctx0" brushRef="#br0" timeOffset="17097.28">10729 9469 15663 0,'-2'3'688'0,"1"1"144"0,1-3-656 0,0 0-176 0,0-1 0 0,0 2 0 0,1-2 2032 0,-1 0 368 15,0 0 80-15,0 0 16 16,0 0-320-16,0 0-64 0,39-3-16 0,-39 3 0 16,25-11-848-16,-25 11-160 0,29-15-48 0,-29 15 0 0,31-15-544 0,-31 15-112 15,32-16-32-15,-32 16 0 0,32-10-352 0,-32 10 0 16,28-10 0-16,-28 10 128 16,0 0-640-16,32-5-112 0,-32 5-16 0,0 0-10016 15,0 0-2000-15</inkml:trace>
  <inkml:trace contextRef="#ctx0" brushRef="#br0" timeOffset="17459.4">11041 9433 11055 0,'0'0'480'0,"0"0"112"0,0 0-464 0,0 0-128 0,0 0 0 0,0 0 0 16,0 0 2496-16,0 0 464 0,0 0 112 0,0 0 0 15,33 21-352-15,-33-21-80 16,0 0-16-16,0 0 0 0,37 0-960 0,-37 0-208 0,0 0-48 0,29-14 0 15,-29 14-640-15,18-12-144 0,-18 12-32 0,15-14 0 16,-15 14-384-16,14-12-80 0,-14 12 0 0,10-14-128 16,-8 8 0-16,0 0 0 0,-1 2-160 0,-2-3 160 15,0 3-896-15,-1-2-48 0,-1 3-16 16,-2-1 0-16,-1 2-736 0,-1-1-160 0,1 3-16 0,-3 0-16 16,2 0 432-16,-1 3 96 0,0 0 16 0,1 0 0 0,0 2 864 15,3 0 176-15,0-3 48 0,0 3 0 16,0 2 720-16,-1 1 160 15,0 1 16-15,2 1 16 0,0 1-112 0,1-1-32 0,1 2 0 0,0-3 0 0,1-9-16 0,2 21-16 16,-2-21 0-16,4 22 0 16,-4-22 96-16,0 0 32 0,11 26 0 0,-11-26 0 0,0 0 64 0,0 0 16 15,0 0 0-15,34 24 0 0,-34-24-288 0,0 0-48 16,0 0-16-16,36 0 0 16,-36 0-752-16,0 0-160 0,29-15-16 0,-29 15-14192 0</inkml:trace>
  <inkml:trace contextRef="#ctx0" brushRef="#br0" timeOffset="17806.55">11258 9350 1839 0,'-3'2'160'0,"1"1"-160"0,2-3 0 0,0 0 0 16,0 0 2000-16,0 0 368 16,0 0 80-16,0 0 16 0,-1 10-224 0,1-10-64 0,0 0 0 0,0 0 0 15,0 0-1040-15,0 0-224 16,0 0-32-16,0 0-16 0,36-5-176 0,-36 5-48 0,0 0 0 0,0 0 0 15,33-8-192-15,-33 8-32 0,0 0-16 0,0 0 0 0,35 12-208 0,-35-12-32 16,0 0-16-16,0 0 0 0,22 26-144 0,-22-26 0 16,0 0 0-16,7 29-176 15,-7-29 0-15,1 21 0 0,-1-21 0 0,-2 17 0 0,0-10 336 16,0-2 64 0,0 0 16-16,0-2 0 0,-1-2 464 0,0-1 80 0,1 0 32 0,0-2 0 0,1 0 336 0,-1-3 80 15,1 0 16-15,0-4 0 0,0 0-256 0,1-1-48 16,-1 0-16-16,2 0 0 0,1 1-416 0,-1-2-96 15,1 1-16-15,2-2 0 0,0-1-256 0,1 1-144 16,0 1 160-16,1 0-160 16,-1 4 0-16,-5 7 0 0,11-14 0 0,-11 14 0 31,0 0-1296-31,0 0-160 0,22-12-16 0,-22 12-8960 0,0 0-1776 0</inkml:trace>
  <inkml:trace contextRef="#ctx0" brushRef="#br0" timeOffset="18121.48">11461 9358 911 0,'0'0'0'0,"0"0"0"0,0 0 0 0,0 0 0 16,0 0 2192-16,0 0 368 0,0 0 64 0,0 0 0 16,0 0 320-16,0 0 64 0,0 0 16 0,0 0 0 15,40 14-1168-15,-40-14-256 0,0 0-32 0,0 0-16 16,34-11-576-16,-34 11-112 0,0 0-32 0,25-13 0 16,-25 13 320-16,0 0 64 0,22-17 16 0,-22 17 0 15,0 0-1808-15,16-17-352 0,-16 17-80 0,8-11-16 0,-7 6 768 0,-1 1 256 16,0-1-144-16,-2 1 144 0,-1 1-224 0,-2 0 32 15,0-1 16-15,-1 3 0 0,-1 1-80 0,-2 0-32 16,1 3 0-16,0 0 0 0,-1 2 96 0,2 1 32 16,0 1 0-16,0 1 0 0,1 0 160 0,0 2 128 15,1 2-128-15,1 0 176 0,0 0 64 16,0 0 16-16,2 0 0 0,1 0 0 0,0 0-64 0,1-12-16 16,1 21 0-16,-1-21 0 0,0 0-176 0,0 0 128 0,13 28-128 0,-13-28 128 15,0 0 784-15,0 0 160 0,0 0 16 0,0 0 16 16,0 0-912-16,41 7-192 0,-41-7 0 15,0 0 0 1,27-16-2176-16,-27 16-336 0,20-15-80 0,-20 15-5936 0,21-17-1200 0</inkml:trace>
  <inkml:trace contextRef="#ctx0" brushRef="#br0" timeOffset="18546.62">11719 9291 8287 0,'0'-7'368'0,"-1"0"80"0,0 4-448 0,0 1 0 0,1 2 0 0,-1 0 0 15,1 0 2048-15,-1 0 336 0,0 0 64 0,-1 0 16 16,0 0 320-16,0 3 64 0,-1 2 16 0,3-5 0 15,-3 11-1056-15,3-11-208 0,-2 15-32 0,2-15-16 16,-2 21-880-16,2-21-176 0,0 28-48 0,0-14 0 16,-1 3-320-16,0-3-128 0,-1 2 0 0,0-3 0 15,0 0 0-15,0-1 0 0,-1-2 0 0,1 0 0 0,0-4 0 0,-1 2 0 16,1-4 0-16,0-1 0 0,0-3 0 0,1 0 0 16,0 0 0-16,0-3 0 0,1 0 336 0,-1-2-16 15,1-2-16-15,1-3 0 16,0 2-176-16,0-3-128 0,1 1 192 0,0-3-192 15,1 2 0-15,1-3 0 0,-1 2 0 0,2-2 0 0,0 0 0 0,0 2 0 16,1-2 0-16,-1 3 0 0,1 0 0 0,-6 11 0 16,13-16 0-16,-13 16 0 0,0 0 128 0,0 0-128 0,0 0 0 15,32-8 0-15,-32 8 192 0,0 0-32 16,0 0 0-16,0 0 0 0,28 27 208 0,-28-27 32 0,0 0 16 0,15 31 0 16,-15-31-288-16,7 23-128 0,-7-23 0 0,0 0 128 15,6 31-128-15,-6-31 0 0,3 20 0 0,-3-20 0 16,0 0 0-16,1 20 0 0,-1-20 0 0,0 0 0 15,0 0 0-15,0 0 0 0,0 0 0 0,0 0 0 16,0 0-272-16,0 0 16 0,0 0 0 0,0 0 0 31,5-12-1024-31,-2 4-192 0,1 1-32 0,1-3-13648 0</inkml:trace>
  <inkml:trace contextRef="#ctx0" brushRef="#br0" timeOffset="18768.84">11979 9282 10127 0,'0'0'448'0,"4"-8"96"0,-4 8-544 0,1-2 0 15,-1 0 0-15,0 0 0 0,-1 1 2384 0,0-1 368 16,-1-3 80-16,0-1 16 0,-1 0-160 0,-2 2-48 16,0-1 0-16,1 0 0 15,-1 4-1072-15,0 0-224 0,-1 1-32 0,0 2-16 0,0 0-592 0,0 3-128 16,0 2-32-16,-1 3 0 0,1 2-544 0,0 0-144 16,2 0-16-16,-1 2 0 15,1 0-96-15,1 0 0 0,1 2-16 0,1-3 0 0,1-13-32 0,1 25 0 16,-1-25 0-16,0 0 0 15,7 27-144-15,-7-27-48 0,0 0 0 0,0 0 0 16,0 0-1488-16,0 0-320 16,36 5-48-16,-36-5-9536 0</inkml:trace>
  <inkml:trace contextRef="#ctx0" brushRef="#br0" timeOffset="19146.5">12026 9308 6447 0,'0'0'272'0,"0"0"80"0,0 0-352 0,0 0 0 0,0 0 0 0,0 0 0 16,0 0 1872-16,0 0 304 0,0 0 64 0,0 0 16 0,18 26-672 0,-18-26-144 16,0 0-32-16,0 0 0 0,0 0-432 0,40-5-80 15,-40 5-32-15,0 0 0 0,26-12-224 0,-26 12-64 16,0 0 0-16,24-17 0 16,-24 17-384-16,0 0-192 0,19-18 160 0,-19 18-160 15,8-10-304-15,-8 10-144 0,6-14-48 0,-5 7 0 16,0 2-192-16,-2-2-32 0,0 2-16 0,-1-2 0 0,-1 1 288 0,-1 0 64 15,-1 1 16-15,-2 1 0 16,0-1 0-16,-1 3 0 0,1 4 0 0,-1 0 0 16,0 3-272-16,0 0-48 0,1 2-16 0,-2 0 0 0,2 2 320 0,-2 1 48 15,3 0 16-15,-1 2 0 0,0 2 480 0,1 0 96 16,2-2 32-16,0 0 0 0,1-1 176 0,3-11 48 16,-2 24 0-16,2-24 0 0,0 19 256 0,0-19 64 0,0 0 16 0,0 0 0 31,0 0 336-31,0 0 64 0,26 24 16 0,-26-24 0 0,0 0-272 0,32-5-48 0,-32 5-16 0,0 0 0 15,34-12-704-15,-34 12-224 0,23-12 128 0,-23 12-128 16,21-16-1216 0,-21 16-320-16</inkml:trace>
  <inkml:trace contextRef="#ctx0" brushRef="#br0" timeOffset="20280.96">12238 9229 5295 0,'-3'3'0'0,"2"-3"224"0,1 0-64 0,-2 2 0 0,1 0-160 0,0-2 0 15,1 0 0-15,0 0 0 0,-3 6 2048 0,3-6 368 16,-2 6 80-16,2-6 0 16,-2 5-1200-16,2-5-240 0,0 0-48 0,0 0-16 0,0 0-240 0,0 0-48 0,0 0-16 0,0 0 0 15,0 0 208-15,0 0 32 0,0 0 16 0,0 0 0 16,0 0-16-16,0 0 0 15,0 0 0-15,0 0 0 0,0 0-64 0,0 0-16 16,0 0 0-16,0 0 0 16,0 0-160-16,0 0-48 0,0 0 0 0,0 0 0 0,0 0-352 0,0 0-80 0,0 0-16 0,0 0 0 15,0 0-192-15,0 0 0 0,0 0 0 0,0 0 0 16,0 0 0-16,0 0 0 0,0 0 0 0,0 0 0 16,0 0 0-16,0 0 0 15,0 0 0-15,0 0 0 0,0 0 0 0,0 0 0 0,0 0 0 0,0 0 0 16,0 0 0-16,0 0 128 0,0 0-128 0,0 0 0 15,0 0 0-15,0 0 0 0,0 0 0 0,0 0 0 16,0 0 0-16,0 0 128 0,0 0-128 0,0 0 0 16,0 0 0-16,0 0 0 0,0 0 0 0,0 0 0 15,0 0 0-15,0 0 0 0,0 0 0 0,0 0 0 16,0 0 128-16,0 0-128 16,0 0 0-16,0 0 0 0,0 0 144 0,0 0-144 15,0 0 128-15,0 0-128 0,0 0 240 0,0 0-48 0,0 0 0 0,0 0 0 0,0 0-16 0,0 0-16 16,0 0 0-16,0 0 0 0,0 0-160 0,0 0 0 31,0 0 144-31,0 0-144 0,0 0 0 0,0 0 0 16,0 0 0-16,0 0 0 0,0 0 0 0,0 0 0 15,-2 12 0-15,2-12 0 0,0 0 0 0,0 0 0 16,0 0 0-16,0 0 0 0,0 0 0 0,0 0 0 16,0 0 0-16,0 0 0 0,-2 2 0 0,2-2 0 15,0 0 0-15,0 0 0 0,0 0 0 0,0 0 0 0,0 0 0 0,0 0 0 16,-2 5 0-16,2-5 0 0,0 0 0 0,0 0 0 15,0 0 0-15,0 0 0 0,0 0 0 0,0 0 0 16,0 0 0-16,0 0 0 0,0 0 0 0,0 0 0 16,0 0 0-16,0 0 0 0,0 0 0 0,0 0 0 15,0 0 0-15,0 0 0 0,0 0 0 0,0 0 0 16,0 0 0-16,0 0 0 0,0 0 0 0,0 0 0 16,0 0 0-16,0 0 0 0,0 0 0 0,0 0 0 15,0 0 0-15,0 0 0 0,0 0 0 0,0 0 0 16,0 0 0-16,0 0 0 0,0 0 0 0,0 0 0 15,0 0 0-15,0 0 0 0,0 0 0 0,0 0 0 16,0 0 0-16,25-13 0 0,-25 13 0 0,0 0 0 16,0 0 0-16,0 0 0 0,21-13 144 0,-21 13-144 0,0 0 608 0,0 0 16 15,15-13 0-15,-15 13 0 0,0 0-112 0,0 0-32 16,14-13 0-16,-14 13 0 0,0 0-192 0,10-12-32 16,-10 12-16-16,0 0 0 0,9-10-112 0,-9 10-128 15,0 0 176-15,6-8-176 0,-6 8 128 0,0 0-128 16,0 0 0-16,2-4 0 0,-2 4 0 0,-2 0 0 0,-1 1 0 15,0 1 0-15,0 0 0 0,-1 1 128 0,-1-1-128 0,0 3 0 16,-2 0 128-16,-1 2-128 0,0 0 0 0,-1 0 0 16,1 0 0-16,0 1-144 0,2 0 16 0,0-2 0 15,-1 3 128-15,1-2 0 0,1 0 0 0,0 0 0 16,2 0 0-16,0-2 0 0,3-5 0 0,-4 10 0 16,4-10 128-16,0 0-128 0,0 0 160 0,0 0-160 15,0 0 128-15,0 0-128 0,0 0 0 0,0 0 0 16,17 26 160-16,-17-26-160 0,0 0 160 0,0 0-160 15,0 0 192-15,0 0-64 0,35 2-128 0,-35-2 192 16,0 0-192-16,0 0 0 0,32-5 128 0,-32 5-128 16,0 0 0-16,0 0 0 0,33-7 0 0,-33 7 0 0,0 0 0 15,0 0 128-15,0 0-128 0,0 0 0 16,34-2 0-16,-34 2 0 0,0 0 0 0,0 0 0 0,0 0 0 0,0 0 0 16,-3 12 0-16,-1-7 0 0,-2 2 0 0,0-1 0 15,-1 3 0-15,0-1 0 0,-2 1 0 0,0 0 0 16,-1 2 0-16,0-1 0 0,0 1 0 0,-2-1 0 15,2 0 0-15,-1 1 0 0,0-4 0 0,1 0-128 16,1 0 128-16,-1-2-160 16,2-3-288-16,0 0-64 0,-1-4-16 0,2 0-17408 0</inkml:trace>
  <inkml:trace contextRef="#ctx0" brushRef="#br0" timeOffset="20816.4">12573 9035 12895 0,'-2'0'1152'0,"1"2"-928"0,1-2-224 0,0 0 0 15,0 0 1712-15,0 0 288 0,0 0 64 0,0 0 16 16,0 0-96-16,0 0-32 0,0 0 0 0,0 0 0 16,0 0-224-16,31-7-32 0,-31 7-16 0,0 0 0 15,35-10-512-15,-35 10-96 16,31-9-32-16,-31 9 0 0,37-9-512 0,-37 9-96 0,40-10-32 0,-40 10 0 15,37-9-224-15,-37 9-48 0,34-7-128 0,-34 7 192 16,31-5-192-16,-31 5 0 0,0 0 0 0,36-5 0 16,-36 5-176-16,0 0 32 0,0 0 0 0,0 0 0 15,0 0-1072-15,0 0-192 0,0 0-64 16,0 0-14128-16</inkml:trace>
  <inkml:trace contextRef="#ctx0" brushRef="#br0" timeOffset="21037.21">12604 9158 11967 0,'-5'8'528'0,"2"-4"112"0,3-4-512 0,-3 7-128 16,3-7 0-16,0 0 0 0,0 0 2496 0,0 0 480 15,0 0 96-15,0 0 0 0,0 0-1088 0,0 0-240 16,0 0-32-16,39 1-16 0,-39-1-592 0,24-10-112 16,-24 10-32-16,31-12 0 0,-31 12 0 0,33-12 0 15,-33 12 0-15,35-16 0 16,-35 16-416-16,35-15-96 0,-35 15 0 0,31-14-16 0,-31 14-432 0,27-12 0 15,-27 12 0-15,24-9 0 0,-24 9-224 0,0 0-128 0,23-12-32 0,-23 12 0 32,0 0-1136-32,0 0-224 0,0 0-48 0,13-11-12544 0</inkml:trace>
  <inkml:trace contextRef="#ctx0" brushRef="#br0" timeOffset="21288.71">12794 8738 23951 0,'0'-2'1056'0,"0"2"224"0,0 0-1024 0,-1 2-256 15,0-2 0-15,0 3 0 0,1-3 1856 0,0 0 320 16,-5 17 64-16,2-3 16 0,0 2-784 0,-3 6-176 16,1 1-16-16,-1 4-16 15,1 1-896-15,-2 0-176 0,1 6-48 0,-1 1 0 16,0 3 48-16,-2-2 0 0,2 4 0 0,-2-5 0 0,-2 1 32 0,2-3 16 15,2-4 0-15,-1-2 0 0,2 0-400 0,0-5-80 16,2-3-16-16,0 0-16688 16</inkml:trace>
  <inkml:trace contextRef="#ctx0" brushRef="#br0" timeOffset="21699.53">13277 8871 11967 0,'0'0'1072'0,"0"0"-864"31,0 0-208-31,0 0 0 0,0-5 2208 0,0 5 400 16,-3-2 80-16,0 1 0 0,-1 0-640 0,-2 1-128 15,0 0-16-15,-2 2-16 0,1 3-1504 0,-2 1-384 16,0 2 0-16,0 1 128 0,0 3-128 0,-2 1 0 16,2 3 128-16,1 3-128 0,0-2 0 0,1 2 144 15,1-1-144-15,1 2 0 0,1-2 128 0,1 2-128 16,3-20 0-16,1 37 0 0,-1-37 272 0,9 31-48 16,-9-31-16-16,0 0 0 0,31 24 32 0,-31-24 0 0,0 0 0 0,47-2 0 15,-47 2 528-15,36-15 96 0,-18 6 32 0,-2-5 0 16,-1-1-64-16,1-2-16 0,-3-1 0 15,1-4 0-15,0 1-288 0,-3 0-48 0,-2-3-16 0,-3 3 0 16,-2 0-32-16,-5 1-16 0,-3 0 0 0,-6 2 0 16,-3 2-160-16,-5 2-48 0,-3 2 0 0,-4 4 0 15,-4 6-208-15,-2 4 144 0,-3 6-144 0,-2 1 128 32,2 4-464-32,0 3-112 0,0 5 0 0,0 3-17296 0</inkml:trace>
  <inkml:trace contextRef="#ctx0" brushRef="#br0" timeOffset="32057.27">3776 11090 8287 0,'-1'3'736'0,"0"-1"-592"15,0-2-144-15,1 0 0 0,0 1 1024 0,-1 1 160 16,-1 0 32-16,0 0 16 0,-1 1 608 0,1 2 112 15,0-1 32-15,0-2 0 0,2-1-128 0,0 1-32 16,1-2 0-16,0 2 0 16,-1-2-528-16,0 0-96 15,0 0-32-15,0 0 0 0,0 0-208 0,27-11-32 16,-27 11-16-16,0 0 0 0,34-12-208 0,-34 12-32 16,31-12-16-16,-31 12 0 0,36-12-16 0,-36 12-16 0,41-14 0 15,-41 14 0-15,46-12-112 0,-46 12 0 0,43-12-16 0,-43 12 0 16,43-12-208-16,-43 12-32 0,40-7-16 0,-40 7 0 15,36-9-112-15,-36 9-128 0,0 0 176 0,41-10-176 16,-41 10 0-16,0 0 0 0,0 0 0 0,0 0 0 16,31-7 0-16,-30 5 0 0,-1 1 0 0,-1 1 0 15,-1-2 0-15,-1 2 0 0,-2-2-160 0,-1 2 160 32,-1-2-1536-32,1 0-176 0,0 1-32 0,1-2-14768 0</inkml:trace>
  <inkml:trace contextRef="#ctx0" brushRef="#br0" timeOffset="33017.51">3980 10942 3679 0,'0'-5'320'15,"0"1"-320"-15,0 0 0 0,0 2 0 16,0 0 1040-16,0-1 144 0,1-1 32 0,-1-4 0 0,1-1 176 16,0-1 32-16,1 1 16 0,-1 2 0 0,0 2-352 15,0 3-80-15,-1 0-16 0,1 1 0 16,-1 2-128-16,0 1-32 0,0 0 0 0,1 3 0 0,0 2 240 0,0 0 32 16,0 2 16-16,-1 1 0 0,0-10-208 0,4 21-32 15,-4-21-16-15,4 26 0 16,-4-26-416-16,4 31-64 0,-3-14-32 0,1-2 0 15,-1 3-352-15,0-2 144 0,1 1-144 0,-1 0 0 0,0-3 128 0,0 2-128 16,1-1 0-16,-1-1 0 0,-1-14 192 0,3 26-64 16,-3-26 0-16,3 21-128 0,-3-21 368 0,0 0-48 15,7 22 0-15,-7-22 0 0,0 0 48 0,0 0 0 0,0 0 0 0,0 0 0 16,0 0 128-16,0 0 16 16,0 0 16-16,0 0 0 0,28-12 64 0,-22 2 16 0,-1 1 0 15,2-2 0-15,-1 1-352 0,1-2-80 0,1 0-16 0,0 0 0 16,0 0-448-16,-1 1-96 0,2 1 0 0,0-4-16 31,0 2-1360-31,1-2-272 0,-1 0-48 0,1 1-11216 0</inkml:trace>
  <inkml:trace contextRef="#ctx0" brushRef="#br0" timeOffset="33535.85">4301 10884 3679 0,'-1'0'320'0,"0"2"-320"0,1-2 0 0,0 1 0 0,0 1 1776 0,-1-2 272 15,0 2 64-15,-2 1 16 0,0 1 304 0,-1 2 48 16,2 0 16-16,-2-1 0 16,1 2-592-16,0 0-112 0,2 0-32 0,-1 3 0 15,1 0-512-15,1 4-96 0,0 0-32 0,0 2 0 16,0 2-528-16,1 0-96 0,0 1-32 0,0-2 0 16,2-2-288-16,-1-2-176 0,-2-13 192 0,7 21-192 15,-7-21 128-15,0 0-128 0,0 0 0 0,0 0 0 16,0 0 0-16,0 0 0 0,0 0 0 0,37-7 0 15,-31-2 256-15,1-5-64 0,0 1-16 0,0-3 0 0,1-2-176 16,-1 0 0-16,0 0-192 0,-1 1 192 16,0 1-528-16,-1 1 16 0,-1-1 0 0,1 2 0 0,-1 2 384 0,-2 2 128 15,0 0 0-15,1 3 0 0,-1 0 0 0,0 3 0 16,-1 1 0-16,-1 3 0 0,0 0 176 0,0 0 32 16,0 0 16-16,2 17 0 0,-2-5 224 0,-1 0 32 15,1 2 16-15,0 2 0 0,0 1-240 0,1 2-32 16,0-3-16-16,1 2 0 0,0 0-208 0,-2-18 0 15,6 26 128-15,-6-26-128 0,8 22 0 0,-8-22 0 0,0 0 128 0,0 0-128 16,0 0 0-16,27 23 0 0,-27-23 128 0,0 0-128 16,0 0 224-16,0 0 0 0,31-19 0 0,-24 10 0 15,0-1 192-15,0-2 32 0,-1 1 16 0,0-4 0 16,0 2-144-16,-1 0-48 0,0-1 0 0,-1 2 0 16,-1 0 48-16,0-1 16 15,-2 5 0-15,-1-4 0 0,-2 5-112 0,0-2-32 0,-2 1 0 0,1-1 0 16,-3 3-192-16,1 0 0 0,0 3 128 0,-1-1-128 0,2 2 0 0,-1 2-256 15,0 0 48 1,3 0 16-16,0 2-1488 0,0-2-304 0</inkml:trace>
  <inkml:trace contextRef="#ctx0" brushRef="#br0" timeOffset="33915.47">4663 10922 1839 0,'2'-1'160'0,"-1"0"-160"0,0-1 0 0,-1 2 0 16,0 0 1968-16,0-2 352 0,1 1 80 0,0-2 16 31,0 1 256-31,0 0 48 0,-1 2 16 0,0-2 0 0,-1 5-848 0,0-2-160 0,-1 2-48 0,0 2 0 16,-1 1-592-16,1 2-128 0,-1 1-32 0,-1 0 0 16,2-1-336-16,-1 2-64 0,1 6-16 0,0 0 0 15,0 4-256-15,1-2-48 16,1 1-16-16,0-2 0 0,2-3-192 0,-2-14 0 0,0 0 0 0,12 26 0 15,-12-26 0-15,0 0 0 0,0 0 0 0,0 0 0 0,38 7 352 0,-38-7-32 16,0 0 0-16,29-21 0 16,-29 21 464-16,22-21 96 15,-11 7 16-15,-1-1 0 0,-1 1-320 0,1-2-48 0,-2 1-16 16,-2-2 0-16,1 2-320 0,-2 0-64 0,-2 3 0 0,-1-1-128 0,-1 2 176 0,-3 1-176 16,-2 1 160-16,-1 1-160 15,-2 2 304-15,-2 1-48 0,-1 3 0 0,1 0 0 0,0 0-32 0,0 2-16 16,-4 2 0-16,-4 2 0 0,2 3-208 0,-1-2 0 15,1 2 0-15,2 0 0 0,2-2 0 0,1 1 0 0,1 0 0 0,3-1 0 32,1-3-384-32,2 1-80 0,2-1-16 0,0 0-11360 0,1-2-2256 0</inkml:trace>
  <inkml:trace contextRef="#ctx0" brushRef="#br0" timeOffset="34199.94">4956 10939 9215 0,'0'0'192'0,"0"0"64"0,0 0 0 0,0 0 0 0,0 0-256 0,0 0 0 0,0 0 0 0,0 5 0 0,0-5 2832 0,-1 0 528 16,0 0 96-16,0 0 32 0,0 0-1232 0,1 0-240 15,0 2-48-15,1-2-16 16,-1 0-608-16,0 0-112 0,0 0-16 0,0 0-16 0,0 0-160 0,0 0-16 15,43 0-16-15,-43 0 0 0,0 0-368 0,36-9-80 16,-36 9-16-16,0 0 0 0,42-13-144 0,-42 13-16 16,30-11-16-16,-30 11 0 0,0 0-224 0,38-12-144 15,-38 12 192-15,0 0-192 0,0 0 0 0,30-10 0 16,-30 10 0-16,0 0 0 16,0 0-960-16,0 0-256 0,0 0-64 0,0 0-15360 0</inkml:trace>
  <inkml:trace contextRef="#ctx0" brushRef="#br0" timeOffset="34696.51">5450 10842 5519 0,'-1'0'240'0,"0"0"64"0,0 2-304 0,0-2 0 15,1 0 0-15,0 0 0 0,-1 0 1024 0,1 0 128 16,-1 0 48-16,1 0 0 0,-1 1 464 0,0-1 80 15,1 1 32-15,-1-1 0 0,1 0 48 0,0 2 16 16,0-2 0-16,0 0 0 0,0 1-304 0,0 1-48 16,0-2-16-16,0 1 0 0,0-1-528 0,0 2-112 15,0-2-32-15,1 0 0 0,-1 0-544 0,1 0-96 16,-1 0-32-16,1 0 0 0,-1 0-128 0,1 0 0 0,0 0 0 0,0 0-176 16,0 0 176-16,-1 0 0 0,0 0 0 0,0 0 0 15,0 0 0-15,0 0 144 0,27-14-16 0,-27 14-128 16,0 0 736-16,31-17 32 15,-31 17 16-15,26-14 0 0,-26 14-80 0,31-13 0 0,-31 13-16 16,32-12 0-16,-32 12-432 0,0 0-96 0,43-11-16 0,-43 11 0 16,0 0-144-16,0 0 0 0,36 2 0 0,-36-2 0 15,0 0-416 1,0 0-112-16,0 0-32 0,0 0 0 0,0 0-2576 0,0 13-512 0</inkml:trace>
  <inkml:trace contextRef="#ctx0" brushRef="#br0" timeOffset="34955.5">5599 10647 7359 0,'-2'-2'320'0,"0"0"80"0,1 1-400 0,0 1 0 15,1 0 0-15,-1 0 0 0,1 0 2528 0,0 0 416 16,-1 1 96-16,0 1 16 0,0 1-512 0,-1 1-112 16,0 1 0-16,0 3-16 0,0 1-1232 0,1 2-240 15,0-1-48-15,-1 4-16 0,1 1-496 0,-1 3-112 16,0-2-16-16,0 4 0 0,-1-1-256 0,0 3 0 15,1-1 0-15,0 0 0 0,-1 0 0 0,1-2 0 0,1 1 0 0,1-5 0 16,1-1 0-16,-1-14 0 0,0 0 0 0,0 0 0 16,19 26 0-16,-19-26 0 0,0 0 128 0,0 0-128 15,34-9 128-15,-34 9-128 0,24-20 192 0,-11 7-192 16,1 1 0-16,-1 0-176 0,0 0 0 0,0 0 0 31,0 1-944-31,-2-1-192 0,1 3-32 0,-12 9-11072 0</inkml:trace>
  <inkml:trace contextRef="#ctx0" brushRef="#br0" timeOffset="35698.21">5872 10785 10127 0,'0'2'448'0,"0"-1"96"0,0-1-544 0,0 0 0 16,0 0 0-16,0 0 0 0,0 0 1920 0,0 0 288 15,0 0 48-15,0 0 16 0,0 0-288 0,0 0-48 16,0 0-16-16,0 0 0 0,0 0-512 0,0 0-128 15,0 0 0-15,0 0-16 0,23-13-368 0,-22 6-64 16,-1 2 0-16,0 0-16 0,-1-1-496 0,-1 1-80 16,-1 0-32-16,-1 3 0 15,0-1-32-15,-2-1-16 0,0 3 0 0,-2 1 0 0,0 3-160 0,-1-1 160 16,1 3-160-16,0 0 160 0,-1 3-352 0,1 1-64 16,1 2 0-16,-2 1-16 15,3 0-160-15,0 2-16 0,2 1-16 0,0 1 0 0,0-4 144 0,1 2 48 16,2 2 0-16,0-3 0 0,2 1 272 0,0-3-160 0,-1-11 160 0,0 0-128 15,9 24 128-15,-9-24 0 0,0 0 0 0,0 0 0 16,0 0 128-16,0 0-128 0,40 5 128 0,-40-5-128 16,18-12 320-16,-18 12-16 0,21-19 0 0,-10 7 0 15,-1 0-96-15,-1 0-16 0,1 1 0 0,-1-1 0 16,-2 3-192-16,0-1 0 0,-7 10 0 0,11-17 0 0,-11 17 208 0,7-13-48 16,-4 8-16-16,-1 2 0 0,-2 3 192 0,0 0 48 15,0 0 0-15,0 0 0 0,0 0 48 0,0 0 16 16,0 0 0-16,0 0 0 0,0 0-80 0,0 0-16 15,12 28 0-15,-12-28 0 0,0 0-48 0,9 23-16 16,-9-23 0 0,0 0 0-16,0 0-128 0,0 0-32 0,28 21 0 0,-28-21 0 0,0 0 16 0,0 0 0 15,0 0 0-15,39 4 0 0,-39-4 48 0,0 0 0 16,32-10 0-16,-32 10 0 0,0 0-192 0,32-16 160 16,-32 16-160-16,0 0 160 0,28-19-160 15,-28 19 0-15,0 0 0 0,22-17 0 0,-22 17 0 0,0 0 0 16,19-14 0-16,-19 14 0 15,0 0-704 1,12-12 0-16,-12 12-16 0,0 0 0 0,6-10-752 0,-4 7-160 0,-1 0-32 0,0-2 0 16,-1 0-384-16,-1 1-96 0,1-1-16 0,-1 0 0 15,0 0 752-15,0 0 160 0,-2 3 32 0,2-3 0 0,0 3 1024 0,-2-1 192 0,1 1 0 0,0 2 0 16,1 0 848-16,0 2 64 0,0 1 16 0,1 0 0 16,0 1 128-16,0 0 32 0,0 2 0 0,0 0 0 15,0-6 208-15,3 13 48 0,-3-13 16 0,4 16 0 16,-4-16-240-16,4 19-48 15,-4-19-16-15,5 21 0 0,-5-21-224 0,6 22-64 0,-6-22 0 16,6 21 0-16,-6-21-320 0,0 0-64 0,11 24 0 0,-11-24-16 0,0 0-368 0,0 0 0 16,0 0 0-16,0 0 128 0,0 0-128 0,0 0-128 15,0 0 128-15,0 0-192 16,0 0-672-16,0 0-144 0,38-5-16 0,-37-2-10064 31,1-2-2016-31</inkml:trace>
  <inkml:trace contextRef="#ctx0" brushRef="#br0" timeOffset="35900.68">6108 10519 11967 0,'-4'5'528'0,"1"-3"112"0,2 0-512 0,0 1-128 0,1 0 0 0,0-1 0 0,0-2 2048 0,0 0 368 0,2 16 80 0,-2-16 0 31,5 24-112-31,-5-24-16 0,9 26-16 0,-9-26 0 15,0 0-928-15,17 26-176 0,-17-26-32 0,0 0-16 16,0 0-912-16,0 0-288 0,0 0 160 0,0 0-15232 16</inkml:trace>
  <inkml:trace contextRef="#ctx0" brushRef="#br0" timeOffset="36214.97">6345 10452 2751 0,'2'-4'256'0,"-1"-1"-256"0,1 1 0 0,-2 3 0 0,0 1 2592 0,1-2 480 15,-1 1 80-15,0 0 32 0,0-2 576 0,0 1 112 16,-1 2 32-16,-1 0 0 0,1 3-1552 0,-1 3-304 15,1 2-64-15,1 2-16 0,-1 6-816 0,1 0-144 16,0 3-48-16,1 3 0 0,0 3-592 0,1 2-128 16,2 4-32-16,-1 0 0 0,-1 2-208 0,1-3 0 15,1-4 0-15,1 0 0 0,-1-4 0 0,3-1 0 16,-7-21 0-16,13 38 0 0,-13-38 0 0,14 33-256 0,-14-33 16 0,0 0 16 31,0 0-1520-31,23 26-304 0,-23-26-64 0,0 0-13024 0</inkml:trace>
  <inkml:trace contextRef="#ctx0" brushRef="#br0" timeOffset="36619.04">6514 10737 5519 0,'0'0'496'16,"0"0"-496"-16,0 5 0 0,0-5 0 15,0 0 2880-15,0 0 464 0,0 0 112 0,0 0 0 0,0 0 128 0,0 0 0 16,0 0 16-16,0 0 0 0,0 0-1552 0,38 14-304 15,-38-14-64-15,0 0-16 0,27-11-704 0,-27 11-160 16,21-12-32-16,-21 12 0 0,24-15-464 0,-24 15-112 16,22-19 0-16,-22 19-16 0,19-19-176 0,-10 10 0 15,-3-1 0-15,1 1 0 0,-3 0-256 0,-1 1-48 16,-1 1 0-16,-3 0 0 16,0 2-336-16,-2-1-80 0,-1 1-16 0,-3 1 0 15,2 1-288-15,-4 0-64 0,1 0-16 0,-1 3 0 0,-2 0 1408 0,2 3 272 16,0-1 64-16,1 1 16 15,0 2-1312-15,2 2-272 0,0 0-48 0,0 2-16 0,3 1 992 0,-1 0 336 16,0 2 0-16,2 1 0 0,-1 2 176 0,1 0 16 0,1 0 16 0,1-1 0 16,1 1-160-16,-1-15-16 0,6 26-16 0,-6-26 0 15,0 0 160-15,17 29 16 0,-17-29 16 0,0 0 0 16,0 0-96-16,40 20 0 0,-40-20-16 0,0 0 0 16,37 1-208-16,-37-1-32 0,0 0-16 0,38-10 0 15,-38 10-384-15,27-12-80 0,-27 12-16 0,27-17 0 16,-27 17-1792-1,28-21-352-15</inkml:trace>
  <inkml:trace contextRef="#ctx0" brushRef="#br0" timeOffset="37146.94">6936 10662 7359 0,'0'2'656'0,"0"-1"-528"16,0 0-128-16,0-1 0 0,0 0 2688 15,0 2 496-15,0-2 96 0,1 1 32 0,-1-1 16 0,0 0 0 16,0 0 0-16,0 0 0 0,0 0-1280 0,0 0-240 15,0 0-48-15,0 0-16 0,0 0-800 0,18-13-176 16,-16 9-16-16,-2-3-16 0,1 2-416 0,0 0-64 16,-2 0-32-16,0-1 0 0,-1 0-224 0,-3 2 176 15,0-1-176-15,-1 0 160 0,-2 1-160 0,1 1 0 0,0 1 0 0,-2 0 128 16,2 4-128-16,-1-2 0 0,0 5 0 0,1-1 0 16,0 2 0-16,1 2 0 0,0 0 0 0,2 2 0 15,-1 1 0-15,1-1-176 0,2 2 176 0,0 0-192 16,2-12 192-16,0 23 0 0,0-23 0 0,0 0-128 15,11 29 128-15,-11-29 0 0,0 0 0 0,0 0 0 16,0 0 0-16,40 19 0 0,-40-19 0 0,0 0 0 16,35-10 0-16,-35 10 0 15,26-14 0-15,-26 14 0 0,24-17 0 0,-12 5-160 0,0-1 160 0,-1 0 0 0,-1 0-128 0,1-2 128 16,-1 0 0-16,-1-1 0 0,-1 2-128 0,0-5 128 16,-2 2 0-16,-1-2 0 15,0 0-160-15,-2 1 160 0,1 3-128 0,-2-2 128 0,0 2-240 0,-2-2 48 16,0 0 0-16,-2 2 0 0,0-1 0 0,-1 0 16 15,-1 1 0-15,0 1 0 0,-1 0 176 0,1 4 0 16,-2-1 0-16,0 3 0 0,1 1 224 0,-1 2 128 16,1 1 32-16,0 1 0 0,1 1-48 0,1 2 0 15,0 2 0-15,1 3 0 0,0 0-112 0,2 4-32 0,0 4 0 16,2 2 0-16,-2-15-192 0,5 36 144 0,-1-10-144 0,2 2 128 16,0 1-128-16,1 0 0 0,0-1 0 0,1 0 0 15,1 1 0-15,0-5 0 0,1 1 0 0,-10-25 0 16,23 41 0-16,-23-41 0 0,22 38 0 0,-22-38 0 15,19 29 0-15,-19-29-256 0,0 0 48 0,25 23 0 32,-25-23-1168-32,0 0-224 0</inkml:trace>
  <inkml:trace contextRef="#ctx0" brushRef="#br0" timeOffset="37547.17">7886 10403 15663 0,'0'0'1392'0,"0"0"-1120"0,0 0-272 0,0 0 0 31,0 0 1680-31,0 0 288 0,0 0 48 0,-3 9 16 0,3-9-288 0,-3 14-48 0,0-2-16 0,3-12 0 32,-3 26-768-32,2-11-144 0,0 2-48 0,1 1 0 0,1 2-336 0,0 3-80 0,1 3-16 0,-1 0 0 31,1 3 48-31,-1-1 16 0,1 0 0 0,-1-2 0 0,0-4-352 0,1-3 0 0,0 0 0 0,-2-19 0 15,5 31 0-15,-5-31-208 16,5 23 48-16,-5-23 16 16,0 0-896-16,0 0-176 0,0 0-48 0,0 0 0 0,0 0-80 15,0 0-32-15,0 0 0 0,0 0-10048 0</inkml:trace>
  <inkml:trace contextRef="#ctx0" brushRef="#br0" timeOffset="37768.48">7748 10656 5519 0,'-2'1'496'0,"1"1"-496"16,1-2 0-16,0 0 0 0,0 0 2528 0,0 0 416 15,0 0 64-15,0 0 32 0,0 0 672 0,0 0 144 16,27 26 32-16,-27-26 0 0,0 0-1520 0,36 1-320 16,-36-1-48-16,0 0-16 0,45-8-960 0,-45 8-208 15,34-12-48-15,-34 12 0 0,32-14-496 0,-32 14-96 16,31-16-32-16,-31 16 0 0,27-15-144 0,-27 15 0 0,22-14 0 0,-22 14-176 31,0 0-1008-31,25-18-208 0,-25 18-32 0,0 0-15216 0</inkml:trace>
  <inkml:trace contextRef="#ctx0" brushRef="#br0" timeOffset="38110.51">8022 10668 4607 0,'0'0'192'0,"0"0"64"0,0 0-256 0,0 0 0 16,0 0 0-16,0 0 0 0,0 0 2416 0,0 0 432 15,31-7 96-15,-31 7 0 0,27-13-480 16,-27 13-96-16,29-13-32 0,-29 13 0 16,29-16-816-16,-29 16-176 0,25-15-16 0,-25 15-16 0,20-12-352 15,-20 12-64-15,0 0 0 0,20-16-16 0,-20 16-560 0,0 0-96 16,8-13-32-16,-8 13 0 0,-1-9-192 0,0 6 0 16,-3-2 0-16,-1 2 0 15,1-2-560-15,-3 3 0 0,0 0 0 0,-2 1 0 0,1-1 176 0,-2 2 16 16,0 0 16-16,0 0 0 0,1 2 48 0,-1 1 16 15,1-1 0-15,0 3 0 0,2 2 96 0,0-2 0 0,2 3 16 0,-1 1 0 16,2 0 464-16,0 2 96 0,1 2 0 0,-1 1 16 16,2 0 480-16,2 0 80 0,-1 1 32 0,1-15 0 15,1 28-176-15,-1-28-48 0,6 24 0 0,-6-24 0 16,0 0-224-16,0 0-48 0,0 0-16 0,29 24 0 16,-29-24-32-16,0 0-16 0,0 0 0 0,36-1 0 15,-36 1-176-15,0 0-48 0,34-14 0 0,-34 14 0 16,24-19-576-1,-24 19-112-15,26-23-32 0,-13 10-10704 0,2-2-2160 0</inkml:trace>
  <inkml:trace contextRef="#ctx0" brushRef="#br0" timeOffset="38473.28">8476 10415 4607 0,'-6'5'400'0,"2"-3"-400"0,1 2 0 0,0-1 0 0,3-3 2416 0,-3 3 400 15,0 1 64-15,-1 1 32 0,-3 2 96 0,-2 5 0 16,-1-2 16-16,-1 4 0 16,0-2-1184-16,2-1-240 0,0 2-64 0,-1 0 0 0,0-1-512 0,0 1-96 15,1 0-32-15,1-3 0 0,-1 2-256 0,3-1-48 0,0 0-16 0,2-2 0 16,4-9-384-16,-2 14-64 0,2-14-128 0,0 0 176 16,0 0-176-16,0 0 0 0,0 0-160 0,0 0 160 31,38 16-480-31,-38-16 0 0,0 0 0 0,39-2 0 0,-39 2 208 0,0 0 32 0,43-2 16 0,-43 2 0 15,0 0 224-15,37 4 0 0,-37-4 0 0,0 0 0 16,0 0 0-16,36 11 0 0,-36-11 0 0,0 0 0 16,0 0 0-16,0 0 0 15,5 27 160-15,-10-17-160 0,0-1 256 0,-3 0-16 0,0 1-16 0,-1 0 0 0,-1-1-96 0,-1 1-128 16,0 1 176-16,0-1-176 0,1 0 0 0,0-4 0 16,1 0 0-16,0-2 0 15,3-2-320 1,0 1-192-16,1-3-16 0,5 0-9744 0,-4-5-1952 0</inkml:trace>
  <inkml:trace contextRef="#ctx0" brushRef="#br0" timeOffset="38800.33">8703 10424 2751 0,'0'0'256'0,"0"0"-256"0,0 0 0 0,0 0 0 15,0 0 2160-15,0 0 384 0,0 0 80 0,0 0 0 16,0 0 448-16,0 0 96 0,0 0 16 15,0 0 0-15,0 0-1216 0,0 0-240 0,2 29-64 0,-2-29 0 32,-5 20-576-32,5-20-112 0,-3 23-16 0,3-23-16 0,0 28-336 0,0-28-64 15,1 27-16-15,-1-27 0 0,5 28-224 0,-5-28-48 0,6 26-16 0,-6-26 0 16,11 25-240-16,-11-25 176 0,0 0-176 0,19 31 160 16,-19-31-160-16,0 0 0 15,20 24 0-15,-20-24 0 0,0 0 0 0,0 0 0 0,0 0 0 0,0 0 0 0,0 0 0 0,33 12 0 16,-33-12-144-16,0 0 144 0,0 0-128 0,6-12 128 15,-6 12-192-15,0-9 192 16,-1 2-1088-16,-1 2-128 0,-1-3 0 0,-1 2-16 16,0-1-1456-16,0 2-304 0,-2 0-48 0,0 0-7760 15</inkml:trace>
  <inkml:trace contextRef="#ctx0" brushRef="#br0" timeOffset="38961.08">8538 10578 12895 0,'-2'0'576'0,"2"0"112"0,0 0-560 0,0 0-128 15,0 0 0-15,0 0 0 0,0 0 2816 16,0 0 512-16,0 0 128 0,0 0 0 0,50 0-16 0,-50 0-16 16,47-6 0-16,-47 6 0 15,55-12-2016-15,-26 4-416 0,-29 8-80 0,54-18-16 0,-54 18-576 0,49-20-112 16,-49 20-16-16,42-20-16 16,-42 20-176-16,35-18 0 0,-35 18 0 0,27-18-18480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7T10:09:47.520"/>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11 3 919 0 0,'0'0'0'0'0,"0"0"80"0"0,-2-1-93 0 0,0 0 26 0 0,1 1-190 0 0,-1 1 228 0 0,0 0 35 0 0,0 0-1217 0 0</inkml:trace>
</inkml:ink>
</file>

<file path=ppt/ink/ink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09:58:49.172"/>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2955 3511 14735 0,'-3'2'1312'0,"0"-2"-1056"15,1 2-256-15,1-2 0 0,0 0 736 0,1 0 96 0,-3 0 0 0,-1 3 16 16,-2-2 640-16,2 0 128 15,-2 1 32-15,3-2 0 0,0 3-704 0,0-3-144 0,2 0-32 0,0 2 0 16,0-2-112-16,1 0-16 0,1 0-16 16,1 0 0-1,1 0-16-15,0 0 0 0,3-2 0 0,-6 2 0 0,0 0 272 0,24-7 48 0,-24 7 16 0,26-8 0 16,-26 8-160-16,30-9-16 0,-30 9-16 0,30-7 0 16,-30 7-224-16,30-5-32 0,-30 5-16 0,0 0 0 15,0 0-272-15,43 5-48 0,-43-5-16 0,0 0 0 0,0 0-144 16,0 0 0-16,24 33 0 0,-23-24 0 0,-2 1 0 15,-2 0 0-15,-2-1 0 0,-1 1 0 0,-2 1 0 0,-2 1 128 32,-1 0-128-32,-1 0 128 0,0 0-128 0,-1-2 0 0,1 1 0 0,0-2 0 0,0 0 0 0,1-1 0 15,-1 0 0-15,1 1 0 0,1-4 0 0,1 2 0 16,0-3 0-16,0 1 0 0,3 0 0 0,0-2 0 16,3 1 0-16,0-3 0 0,1 1 0 0,2-2 0 15,0 0 0-15,1 0 0 0,1 0 0 0,1-2 0 16,0 1 0-16,2-2 0 15,0 1 0-15,1-2 0 0,1 1 0 0,0-2 0 0,-7 5 0 0,18-7 0 16,-18 7 0-16,0 0 0 0,27-5 0 0,-27 5 0 16,0 0 0-16,0 0 0 0,43 1 0 0,-43-1 0 0,0 0 0 15,0 0 0-15,41 9 0 0,-41-9 0 0,0 0 0 16,0 0 0-16,0 0 0 0,0 0 0 0,41 12 0 16,-38-11 128-16,-1 0 16 0,-1 1 0 0,-1 1 0 0,-2 0 0 15,1 1 32-15,-4 1 0 0,0 1 0 0,-1 0 0 16,-1 2-176-16,-1 0 128 0,0 0-128 0,-2 1 128 31,1 1-128-31,0 1 0 0,-1-1 0 0,-1 1 0 16,0-1 0-16,0 2 0 0,1-2 0 0,0 1 0 15,-1-3 0-15,2 1 0 0,-1-1 0 0,1 0 0 16,-1 0 0-16,0-4 0 0,0 1 0 0,0 0 0 0,1-3 0 16,-1 0 0-16,1-1 0 0,0 1 0 15,0-2-352-15,2 0-48 16,0-2-16-16,2-1 0 0,2 2-1792 0,2-2-352 0</inkml:trace>
  <inkml:trace contextRef="#ctx0" brushRef="#br0" timeOffset="378.32">3406 3490 11967 0,'8'-8'528'0,"-3"1"112"0,1 2-512 0,-3 1-128 0,-2 1 0 0,-1 1 0 15,0 0 1136-15,1-1 192 0,0-1 32 16,0-2 16-16,0 2 480 0,-2-1 80 0,0 1 32 0,-1 3 0 16,-1 1-80-16,-2 1-16 0,1 3 0 0,-2 1 0 15,0 2-1088-15,-1 2-208 0,0 2-64 0,-2 2 0 16,1 3-128-16,1 1-16 0,-2 1-16 0,2 2 0 16,-1 1-208-16,1-1-144 0,1-2 192 0,1 0-192 15,1-2 128-15,0-1-128 0,2 0 0 0,0-2 0 16,0 1 0-16,2-3 0 0,0-11 0 0,0 0 0 15,8 27 0-15,-8-27 0 0,0 0 0 0,0 0 0 0,38 17 272 0,-38-17-48 16,0 0-16-16,50-1 0 0,-50 1 592 0,41-8 112 16,-20 2 32-16,0-1 0 0,-2-2-400 0,0 2-80 15,-1-1-16-15,-1-1 0 0,1 0-240 0,-2 0-48 16,-1 0-16-16,-3 3 0 0,-2-2-144 0,-3 4 0 16,-1-1 0-16,-3 0 128 0,-1 3-128 0,-2-1 0 15,-1 1 0-15,-1 0 0 16,0 1-1088-16,-3 1-112 0,0 0-16 15,1 0-15584-15</inkml:trace>
  <inkml:trace contextRef="#ctx0" brushRef="#br0" timeOffset="592.38">3540 3523 12895 0,'-4'-4'576'0,"1"1"112"0,2 2-560 0,0-1-128 0,0 2 0 0,0 0 0 15,-1 2 2112-15,1-1 400 0,-2 3 80 0,0 3 16 16,-2 2-480-16,-1 6-80 0,1 4-32 0,-2 2 0 15,2 3-848-15,-3 0-160 0,1 4-48 0,-1-2 0 16,-1 3-384-16,0-1-96 0,-1 0-16 0,-1-1 0 16,-1 1-288-16,1-2-176 0,0 0 192 0,1-2-192 15,2-4 0-15,0-2 0 0,4-1 0 0,0-5 0 16,1 0 0-16,2-3-224 0,0-1 16 0,1-8-15152 16</inkml:trace>
  <inkml:trace contextRef="#ctx0" brushRef="#br0" timeOffset="6046.07">4115 3627 5519 0,'0'0'496'0,"0"0"-496"0,0-2 0 0,0 2 0 16,0 0 704-16,-1 0 32 0,1 0 16 0,0 0 0 0,-1 0 592 0,2 0 128 15,-1 0 32-15,1 0 0 0,-1 0-480 0,0 0-80 16,0 0-32-16,0 0 0 0,0 0 336 16,27-5 64-16,-27 5 16 0,0 0 0 0,34-11 352 0,-34 11 80 15,27-9 16-15,-27 9 0 0,29-11-512 16,-29 11-112-16,29-10 0 0,-29 10-16 0,30-9-240 0,-30 9-64 16,26-9 0-16,-26 9 0 0,27-7-256 0,-27 7-64 15,26-8-16-15,-26 8 0 0,23-7-112 0,-23 7 0 16,20-7-16-16,-20 7 0 0,0 0-368 0,20-12 128 15,-20 12-128-15,11-5 0 0,-6 1 0 0,-2 3 0 16,-1-1 0-16,-1 1-192 16,-1 0-1344-1,-1 1-256-15,-1 0-64 0,-1 1-13232 0</inkml:trace>
  <inkml:trace contextRef="#ctx0" brushRef="#br0" timeOffset="6309.09">4277 3463 6447 0,'0'0'576'0,"0"-2"-576"0,0 2 0 0,0 0 0 15,0 0 1200-15,0 0 128 0,0 0 16 0,-1 0 16 0,1-2 832 0,0 2 176 32,-1 0 16-32,0 2 16 0,1-2-672 0,0 2-128 0,0 1-16 0,-1 1-16 0,0 1-544 15,0 2-96-15,1 1-32 0,-1 3 0 0,0 1-224 16,0 2-48-16,-1 1-16 0,1 1 0 0,0 3-176 15,0 1-48-15,-1-2 0 0,2-1 0 16,-1-1-96-16,0-2-32 0,0 1 0 0,0-1 0 16,1 0-256-16,0 0 0 0,0-4 0 0,0-10 0 15,0 0-736-15,0 0-208 0</inkml:trace>
  <inkml:trace contextRef="#ctx0" brushRef="#br0" timeOffset="6639.46">4673 3225 4607 0,'2'-9'192'0,"-1"5"64"0,1-1-256 0,-1 0 0 16,0 5 0-16,-1 0 0 0,0 0 1472 0,0-2 240 16,1 2 48-16,-1-2 16 0,0 2 736 0,-1 2 160 15,-1 5 16-15,-1 0 16 16,0 4-1120-16,-1 2-240 0,0 0-32 0,-2 0-16 0,2 3-528 0,-2-1-128 16,2-1 0-16,1-2-16 0,0-2-448 0,1 0-176 15,1-2 128-15,0-3-8336 16,2 0-1680-16</inkml:trace>
  <inkml:trace contextRef="#ctx0" brushRef="#br0" timeOffset="6797.34">4785 3208 15663 0,'3'-3'688'0,"-2"1"144"0,1 1-656 0,-1-1-176 0,-1 2 0 0,0 2 0 16,0-2 1584-16,-1 0 272 0,1 3 64 0,-2 2 16 15,0-1-144-15,0 4-16 0,-1 1-16 0,-1 0 0 16,0-1-1456-16,1 1-304 0,-1 0 0 0,0 1-8576 16,0-1-1680-16</inkml:trace>
  <inkml:trace contextRef="#ctx0" brushRef="#br0" timeOffset="7128.54">3968 3219 12895 0,'-2'-3'576'0,"0"0"112"0,1 2-560 0,0-1-128 0,0 2 0 0,0 2 0 16,0-1 1152-16,0 2 208 0,-2 3 48 0,0 5 0 15,-1 1-336-15,0 5-64 0,1-1-16 0,0 3 0 16,0 0-544-16,1 1-96 0,2-2-32 0,0-1 0 15,0-17-320-15</inkml:trace>
  <inkml:trace contextRef="#ctx0" brushRef="#br0" timeOffset="7317.68">4141 3219 22111 0,'1'2'1968'0,"-1"1"-1584"15,1 1-384-15,-2-1 0 0,0 2 240 0,-1 1-48 16,1 3 0-16,-2 4 0 0,1 8 464 0,-1 0 96 16,0 3 16-16,0-1 0 15,1-2-1824-15,1-1-352 0,0-2-80 0,1-18-16 0</inkml:trace>
  <inkml:trace contextRef="#ctx0" brushRef="#br0" timeOffset="8577.39">5769 3402 11055 0,'1'-2'976'16,"0"1"-784"-16,-1 1-192 0,0 0 0 0,0 0 1504 0,0 0 256 15,0 0 48-15,0 0 16 16,1 0 384-16,-1 0 80 0,0 3 16 0,-1-1 0 16,0 0-1248-16,0 0-240 15,1 3-48-15,-2 2-16 0,1 1-320 0,-1 4-64 0,0 0-16 0,-1 5 0 0,0 3-160 0,1 2-16 16,-2 6-16-16,0 1 0 0,1 1-160 0,-3 1 192 15,2 0-192-15,0-2 192 16,-1-1-192-16,1-5 0 0,2-1 0 0,-1-3 128 0,1 1-128 0,2-4 0 16,0-16 0-16,0 0 0 0,5 30-288 0,-5-30 64 15,0 0 16-15,0 0-13264 16</inkml:trace>
  <inkml:trace contextRef="#ctx0" brushRef="#br0" timeOffset="8954.1">6032 3464 11967 0,'2'-1'1072'0,"-1"1"-864"0,1 1-208 0,-1-2 0 16,-1 1 1712-16,0 1 288 0,-1 1 64 0,1 0 16 15,0 0 64-15,0 3 16 0,-2 0 0 0,-1 2 0 16,-1 2-1408-16,0-1-288 0,0 1-48 0,-2 0-16 15,0 3-160-15,0-2-48 0,0 2 0 0,-2 0 0 16,1 2 32-16,-1-2 0 0,1 2 0 0,1-2 0 16,0-3-96-16,1 1-128 0,1 1 176 0,1-3-176 0,1 1 128 0,1-2-128 15,1-7 0-15,0 0 0 0,0 0 0 16,0 0 0-16,0 0 0 0,0 0 0 0,37 32 0 0,-37-32 0 16,0 0 0-16,39 8-144 0,-39-8 400 0,33 0 64 15,-33 0 32-15,35-2 0 0,-35 2 400 16,32-6 80-16,-32 6 0 0,30-8 16 0,-15 3-176 0,-1 0-32 15,0-1-16-15,-1 0 0 0,-1 2-320 0,0-1-64 16,-1 2-16-16,-1-1 0 0,-1 0-224 0,-1 1 0 16,-8 3 0-16,0 0 0 15,17-6-400-15,-13 5-80 0,-1 1-16 0,0 0 0 16,-1 0-1232-16,-1-2-256 0,-1 2-64 0,0 0-11840 0</inkml:trace>
  <inkml:trace contextRef="#ctx0" brushRef="#br0" timeOffset="9205.48">6195 3527 8287 0,'-7'-4'368'0,"2"1"80"0,0 2-448 0,3 0 0 0,0 1 0 0,1 0 0 15,0-2 1776-15,-2 1 272 0,-1 1 48 0,-1-2 16 16,-1 2 256-16,1 0 48 0,1 0 16 0,0 2 0 16,2 2-960-16,-1 4-176 0,1 1-32 0,-1 3-16 15,1 5-176-15,-1 1-48 0,1 2 0 0,-1 1 0 16,1-1-432-16,-1 0-80 0,1 2-32 0,-2-1 0 15,1-3-112-15,-1 0-32 0,2 1 0 0,0-5 0 16,0 1-208-16,0-2-128 0,2-13 160 0,-1 20-160 0,0-11 0 0,0-3 0 16,1-2 0-16,0 0-160 15,0-1-1216-15,1-3-240 0</inkml:trace>
  <inkml:trace contextRef="#ctx0" brushRef="#br0" timeOffset="9567.1">6547 3167 15663 0,'2'2'688'0,"-1"-1"144"0,1 3-656 0,-1-3-176 15,0 2 0-15,-1 0 0 0,1 2 1328 0,0-1 224 16,-1-4 48-16,0 0 16 0,7 38-336 0,-7-38-64 15,6 31 0-15,-6-31-16 0,0 0-624 0,9 39-128 16,-9-39-32-16,0 0 0 0,0 0-416 0,12 35 0 16,-12-35 128-16,0 0-12272 15</inkml:trace>
  <inkml:trace contextRef="#ctx0" brushRef="#br0" timeOffset="9725.28">6688 3148 18431 0,'-1'0'1632'0,"0"0"-1312"16,1 1-320-16,0 0 0 0,0 2 640 0,-1 1 48 15,0 1 16-15,-1 3 0 0,0 5 1024 0,-2 4 192 0,2 2 64 0,0 0 0 16,2-19-1088-16,-2 31-192 0,2-31-64 0,3 28 0 16,-3-28-640-16,0 0 0 0,0 0-256 0,10 34-13120 15</inkml:trace>
  <inkml:trace contextRef="#ctx0" brushRef="#br0" timeOffset="11127.8">6766 3598 12895 0,'-1'2'1152'0,"1"-2"-928"0,0 0-224 0,0 0 0 15,0 0 880-15,0 0 128 0,1 0 16 0,0 0 16 16,1 0 1280-16,-2 0 256 0,0 0 48 0,0 0 16 16,0 0-464-16,34 0-80 0,-34 0-32 0,0 0 0 15,36 1-864-15,-36-1-176 0,0 0-48 0,37 5 0 16,-37-5-336-16,0 0-80 0,34 2-16 0,-34-2 0 0,0 0-304 16,0 0-64-16,36-2-16 0,-36 2 0 0,0 0-160 0,23-8 0 15,-17 6 0-15,1-2 0 0,-2 1-128 16,0 0-64-16,-2 1-16 0,1 0-17200 15</inkml:trace>
  <inkml:trace contextRef="#ctx0" brushRef="#br0" timeOffset="11881.46">7302 3115 16575 0,'1'0'1472'0,"-1"0"-1168"16,0 0-304-16,-1 0 0 0,1 0 1824 0,0 2 304 16,0-1 64-16,-1 3 16 0,-1 0-32 0,0 4-16 15,-1 1 0-15,-2 3 0 0,2 5-1392 0,-3-2-256 16,1 2-64-16,0 0-16 0,0 0-208 0,2-4-32 16,0 0-16-16,3-13 0 0,-3 22-176 0,3-22 0 15,0 0 0-15,0 0-10304 16,2 28-1920-16</inkml:trace>
  <inkml:trace contextRef="#ctx0" brushRef="#br0" timeOffset="12054.64">7433 3119 16575 0,'0'0'1472'0,"-1"1"-1168"0,1 1-304 0,-1-2 0 15,0 2 1296-15,0 0 208 0,-2 3 32 0,-1 2 16 16,-1 3 224-16,-4 3 32 0,0 4 16 0,-2 1 0 15,1 2-1136-15,0-3-240 0,2 0-32 0,1-3-16 16,3-2-400-16,0 0 0 0,1 0-192 0,3-12-13120 16</inkml:trace>
  <inkml:trace contextRef="#ctx0" brushRef="#br0" timeOffset="19814.28">1296 4694 6495 0</inkml:trace>
  <inkml:trace contextRef="#ctx0" brushRef="#br0" timeOffset="22138.79">1184 4814 6447 0,'-1'0'576'0,"0"0"-576"0,1 0 0 0,0 0 0 0,0 0 800 0,0 0 48 15,-1 0 16-15,-1 1 0 0,1 1 48 0,-1-2 16 16,2 2 0-16,-1-1 0 0,0 1-80 0,0-1-16 16,1 0 0-16,0 1 0 0,1 1 80 0,0-1 16 15,0-1 0-15,0 1 0 16,1 0-96-16,0 0-32 0,0-2 0 0,1 0 0 15,3 0-32-15,0-2-16 0,3 0 0 0,-1-3 0 0,3 0 224 0,1-2 48 16,0 1 16-16,0-2 0 0,2-1-336 0,0 1-64 31,0-2 0-31,-1 2-16 0,-1 0-352 0,0 1-64 0,-1 2-16 0,-2-1 0 0,0 3-192 0,-1-2 0 0,-1 3 128 16,-2 0-128-16,-1 1 0 0,-1 1 0 0,-1 0 0 16,-2 1 0-1,0 3-528-15,-2-2-48 0,-1 3-16 0,-2 1-8384 0,1 0-1680 0</inkml:trace>
  <inkml:trace contextRef="#ctx0" brushRef="#br0" timeOffset="22336.36">1342 4794 6623 0,'-2'-3'128'0,"1"3"48"0,1-2 0 0,0 2 16 0,-1 0-192 0,1-1 0 0,0 1 0 0,-1-2 0 15,-1 1 1952-15,2-2 352 16,-2 1 64-16,0 1 0 0,0-1-48 0,0 2-16 16,0 0 0-16,0 2 0 0,1 3-768 0,-1-1-176 0,-1 6-16 0,1 0-16 31,-1 4-672-31,1 2-128 0,0 6-16 0,-2 1-16 0,2-2-352 0,0 3-144 15,0 0 128-15,1 0-128 16,0-3 0-16,0 0 0 0,0-1 0 0,1-2 0 0,0-3 0 16,0-15 0-16,0 0 0 0,5 31 0 0,-2-27 0 0,0-1 0 15,1-1-128-15,0-4 128 16,2-1-752 0,0-1-80-16</inkml:trace>
  <inkml:trace contextRef="#ctx0" brushRef="#br0" timeOffset="22755.8">1527 4684 10127 0,'0'-2'896'0,"2"0"-704"0,-1 2-192 0,-1 0 0 15,0 2 1696-15,1-1 304 0,0 2 64 0,1 2 16 16,-2-5-416-16,0 0-96 0,6 33-16 0,-6-18 0 16,0 2-816-16,-1 0-160 0,0-1-48 0,0 1 0 15,-1 0-112-15,1 0-32 0,1-2 0 0,-1-1 0 16,0 1-96-16,0-1-32 0,0 0 0 0,0-2 0 15,0 2-256-15,0-2 0 0,0 0 128 0,0-3-128 16,-1 0 0-16,0 0 0 0,1-3 0 0,-2 1 0 16,2-2 0-16,0 0 0 0,0-1 0 0,0-2 0 0,0 1 0 15,1-3 0-15,-1 0 0 0,1 0 0 0,0-3 0 0,0-1 0 16,1-1 0-16,0-2 0 0,0 0 176 0,2-3-176 16,2 1 160-16,0-3-160 15,0 0 336-15,2 0-16 0,-1 0-16 0,1 0 0 0,0 3-96 0,-1-2-16 16,1 2 0-16,-1 1 0 0,0 1-16 0,0 2-16 15,-1 0 0-15,-1 3 0 16,0-1 0-16,0 3 0 0,-1 0 0 0,0 0 0 0,0 3-160 0,0 1 128 16,0 2-128-16,-1 2 128 0,0-2-128 0,0 1 0 0,-1 4 0 15,-1 1 0-15,1-1 0 0,0 2 0 0,0-1 0 16,-1 0 128-16,0 0 16 0,0-3 0 16,1 0 0-16,-1-1 0 0,1-2-144 0,0-1 0 0,0 0 0 0,0-3 128 15,0 1-128-15,0-3 0 0,1 0 0 0,-1-3-9440 16,3 1-1840-16</inkml:trace>
  <inkml:trace contextRef="#ctx0" brushRef="#br0" timeOffset="23164.08">1734 4881 12895 0,'1'0'576'0,"-1"1"112"0,1 0-560 0,0 0-128 16,0 1 0-16,-1-2 0 0,1 0 1008 0,0 2 160 15,2 0 48-15,0-1 0 0,2 3-96 0,1-3-16 16,2 1 0-16,-1-2 0 0,3-2-96 0,-1-1-32 16,2 0 0-16,0-1 0 0,1-1-16 0,-2-1-16 15,1 0 0-15,-1-1 0 0,0 0-368 0,-1 1-80 16,-1-2-16-16,-2 3 0 0,1-2-336 0,-3 1-144 16,0 0 128-16,-2-1-128 0,0 2 0 0,-2-2 0 15,-2 3 0-15,0-1 0 0,-2 2 0 0,-1-1 0 16,-1 1 0-16,-1 0 128 0,-1 0-128 0,0 2 0 15,-1-3 0-15,-2 3 0 0,1 1 0 0,0 0 0 16,2 3 0-16,-2-1 128 0,1 3-128 0,1 2 0 0,0 0 144 16,2 2-144-16,-1 2 0 0,0 2 0 0,1 1 0 0,2 0 128 15,0 1-128-15,2 1 0 0,1-1 128 0,1-3-128 16,1-1 144-16,-1-11-144 0,0 0 192 0,0 0-192 16,0 0 496-16,22 38-16 0,-22-38 0 0,0 0 0 15,0 0-160-15,32 1-16 16,-23-4-16-16,2-3 0 0,-2 0-112 0,1-1-32 0,0 0 0 0,-1-2 0 15,1 3-144-15,-2 0-176 0,1-2 48 0,2 2 0 16,-1 0-2128 0,-1 2-432-16,0-1-64 0,0 2-9520 0</inkml:trace>
  <inkml:trace contextRef="#ctx0" brushRef="#br0" timeOffset="24389.58">2329 4729 9215 0,'1'-5'816'0,"-1"1"-656"16,1 0-160-16,-1 1 0 0,1 2 1056 0,-1 1 176 15,0-2 48-15,0 1 0 0,0 0 1040 0,0-4 224 0,1 3 32 0,-1 0 16 16,0 4-1152-16,0 0-224 16,-1 1-64-16,1 3 0 0,0 3-560 0,-1 2-112 0,0 3-32 0,0 0 0 15,1 2-80-15,1 1-32 0,-1 2 0 0,1 1 0 16,-1 3-336-16,1-2 128 0,-1 1-128 15,0 2 0-15,0 2 0 0,0 2 0 16,2-2 0-16,0 0 128 0,0-2-128 0,-2-24 0 0,4 38 0 0,-4-38 0 16,3 26-192-16,-3-26 32 0,0 0 16 0,0 0 0 15,0 0-528 1,0 0-96-16,0 0-32 0,0 0 0 0,0 0-976 0,0 0-192 16,0 0-32-16,8-5-16 0,-7-9-608 0,-1-1-112 0,0 0-16 0,-1-2-16 15,0 0 1424-15,0-1 272 0,-1 0 64 0,-1-1 16 0,1-2 2208 0,-1-2 448 16,-1-1 96-16,-1-2 16 0,2 2 112 0,0 2 32 15,0 1 0 1,0 2 0-16,2 0-384 0,1 2-80 16,-1 3-16-16,1 3 0 0,1 3-384 0,0 1-80 0,1 2-16 0,1 0 0 0,2 2-64 0,-1 0-32 15,3 0 0-15,0 1 0 0,1 0-224 16,1 1-64-16,-9 1 0 0,0 0 0 0,31-4-352 0,-31 4-80 16,0 0-16-16,37-3 0 0,-37 3-128 0,0 0 0 15,36-2 0-15,-36 2 0 0,0 0 0 0,0 0 0 16,38 7 0-16,-38-7 0 0,0 0-176 0,0 0 176 15,0 0-128-15,0 0 128 16,5 34-560-16,-11-25-16 0,-2 2-16 0,-3 1 0 16,-1 0-416-16,-1 2-80 0,-1-1 0 0,0 1-16 15,1 0 208-15,-1-3 32 0,1 1 16 0,1-2 0 0,2 0 688 0,2-6 160 16,2 1 0-16,3-2 0 0,-1-1 0 0,3-5 0 0,2 1 128 0,2-3-128 16,2-1 144-16,3-2-16 15,2-4-128-15,1 0 192 0,3-2 80 0,0 1 16 0,0 0 0 0,0-1 0 16,2 0-112-16,-1-1-32 0,1 1 0 0,2 2 0 15,-3 0 80-15,1 1 16 0,0 1 0 0,0 1 0 16,-1 4 240-16,-1-2 48 0,-14 7 16 0,27-3 0 16,-27 3-160-16,0 0-16 0,0 0-16 0,41 20 0 0,-41-20-352 0,0 0 128 15,20 35-128-15,-20-35 0 0,0 0 192 0,7 38-48 32,-7-38 0-32,1 26 0 0,-1-14 16 0,-2 0 0 0,0 0 0 0,0-1 0 0,0 1 0 0,-1-4 0 15,0 1 0-15,0-2 0 0,0-3 144 0,2 1 16 16,-1-2 16-16,1-1 0 0,0-2-80 0,0-1 0 15,1 0-16-15,0-4 0 0,0 2-96 0,1-3-16 16,2-4 0-16,-1 0 0 0,3-2 256 0,0-2 32 16,0-1 16-16,2-2 0 0,-1 0-112 0,2 0-32 15,-1-1 0-15,0 0 0 0,-1 2-288 0,1 2 128 16,-2 0-128-16,1 4 0 0,-1 0 0 0,1 2 0 16,-1 2 0-1,0 2 0-15,0 1 0 0,-2-1 0 0,2 3 0 0,-1 2 0 31,-1 1-1584-31,1 0-208 0</inkml:trace>
  <inkml:trace contextRef="#ctx0" brushRef="#br0" timeOffset="24767.92">2907 4744 10127 0,'0'-3'896'0,"0"1"-704"0,0 2-192 0,0 0 0 0,0-2 928 15,-1 1 160-15,0-1 16 0,-1 2 16 16,0-4 864-16,-1 1 160 0,0 1 32 0,1 1 16 0,-1 2-1296 0,0 1-272 16,1 3-48-16,-1-1-16 0,2 1-160 0,0 2-16 15,-1 1-16-15,1 1 0 0,1 0-112 0,0-9 0 16,0 0-16-16,4 32 0 0,-4-32-240 0,0 0 176 16,0 0-176-16,0 0 160 0,24 34-160 0,-24-34 0 15,0 0 0-15,0 0 128 0,39 0 208 0,-29-4 48 16,2-3 0-16,-1 0 0 0,1-1 608 0,0-3 128 15,-1 1 32-15,0-1 0 0,0 1-528 0,-1-3-112 16,-2 1 0-16,-1-1-16 0,-2 3-368 0,-1-1-128 16,-2 2 0-16,-3 1 0 0,-1 1 0 0,-1 0 128 0,-1 0-128 0,-2 2 0 15,-1 0 0-15,-3 0 0 0,0 2 0 0,-1 0 0 16,0 1 0-16,-1 1 0 0,1 1 0 0,0 2 0 16,1 2 0-16,1-1 0 0,1 2 0 0,0 0 0 15,2 0 0-15,0 2-160 0,1 0 160 0,1 0-128 31,1 0-592-31,1-1-112 0,2 0-32 0,1-1-13296 0</inkml:trace>
  <inkml:trace contextRef="#ctx0" brushRef="#br0" timeOffset="25255.1">3236 4438 12895 0,'-2'-8'576'0,"1"4"112"0,2-1-560 0,-2 2-128 15,0 3 0-15,0-2 0 0,0 2 2176 0,-1-2 384 16,0 0 96-16,-1-1 16 0,0 1-656 0,-1-1-128 16,1 3-32-16,-1 3 0 0,0 0-1040 0,1 3-224 15,2 2-32-15,-1 1-16 0,1 1-240 0,0 3-48 16,1 4-16-16,0-17 0 0,2 39-240 0,-1-16 0 16,0 3 0-16,0 0 0 0,1 3 0 0,-1 1 0 15,1-1 0-15,0-1 0 0,-2-28 0 0,4 43 0 16,-4-43 0-16,3 28 0 0,-3-28 0 0,0 0 0 0,0 0 0 15,9 34 0-15,-7-30 0 0,-1-1-128 0,1 1 128 0,-1-4 0 16,-1 0 0-16,1 0 0 0,-1 0 0 16,0-2 0-16,0-1 0 0,0-1 0 0,2-1 0 0,-1-2 144 15,0 0-144-15,1 0 0 0,1-1 0 0,1-3 0 16,0 2 0-16,1-3 0 0,1 0 0 0,-1-3 0 16,2 1 0-16,-1 0 128 0,2-2-128 0,0 3 0 15,1 1 176-15,-1 3-48 0,0 1-128 16,0 2 192-16,-1 3-64 0,0 1-128 0,-2 2 176 0,-5 0-176 15,0 0 0-15,0 0 0 0,0 0 0 0,19 34 0 16,-19-34 0-16,-1 28 0 0,-2-12 0 16,-2 1 0-16,2-5 0 0,-4 2 0 0,0 1 0 0,-2-1-144 0,1-2 144 0,-1-1-128 15,-1-1 128-15,2-1-128 0,0 1 128 0,0-5 0 16,2 2 0-16,-1-4 0 0,1 0 0 0,-1-2 0 16,2-1 0-16,0-1 0 0,1-2 0 0,1-2 0 15,0 0 0-15,2 0 128 0,0-3-128 0,1-1-240 16,1 2 64-16,2-3-9392 15,2-1-1888-15</inkml:trace>
  <inkml:trace contextRef="#ctx0" brushRef="#br0" timeOffset="26327.5">3564 4708 16575 0,'6'-2'736'0,"-3"0"160"0,2 1-720 0,-2-1-176 0,-1 0 0 0,-1 1 0 16,0-1 1792-16,2 0 336 0,2-5 64 0,-1 0 16 15,2-3-688-15,-1-3-144 0,-2 2-32 0,-1-1 0 16,-1 3-384-16,-2 0-64 16,-1 0-32-16,-1-1 0 0,-2 3-64 0,-1-1-16 0,-1 4 0 0,0-1 0 15,-3 0-320-15,1 5-64 0,0-2-16 0,-2 2 0 16,1 2-384-16,2 1 0 16,0 2 0-16,-1 3 0 0,2 0 0 0,0 1 0 0,3 1 0 0,-1 1 0 15,2 1-176-15,1 0 176 0,1 2-128 0,1-2 128 16,0-12 0-16,0 0 0 0,7 29 0 0,-7-29 0 0,0 0 0 0,0 0 0 15,0 0 0-15,0 0 0 0,38 24 0 0,-38-24 0 16,0 0 0-16,27-5-128 0,-19 0 128 0,1 0 0 16,1 1 0-16,-2-4 0 0,2 2 0 0,-2 0 0 15,-1 0 0-15,1-2 0 0,-1 1 0 0,0 0 0 16,-1-2 0-16,-1 2-128 0,-1 0 128 0,-1 2 0 16,0-2-144-16,0 2 144 0,-1-2 0 0,-1 2 0 15,0 0 0-15,0 1 0 16,-1 3 0-16,1-1 0 0,0 2 0 0,-1 0 128 0,0 2-128 0,1 3 0 0,-1-5 0 15,0 0 0 1,0 0 128-16,5 33-128 0,-5-33 192 0,0 0-64 0,11 36 0 0,-11-36-128 0,0 0 192 0,0 0-64 16,29 38-128-16,-29-38 0 0,0 0 0 0,0 0 0 15,39 8 0-15,-39-8 0 0,20-6 0 0,-10 0 0 16,1-3-176-16,0-2 48 0,1-3 0 16,0 0 0-1,-3 0-1696-15,0-1-336 0,0-4-64 0,-1 4-16 16,-2 2-1232-16,0 1-256 0,-1-2-48 0,-1 0-16 0,0-1 1088 15,0 1 208-15,-1 0 64 0,-1 0 0 0,0 2 1440 16,-2 0 288-16,1-2 64 0,-2-1 16 0,-1 0 336 0,0 0 64 0,0-4 16 0,1 2 0 16,0 1 1424-16,-1-3 272 0,1 4 64 0,1 1 16 0,0 4 768 0,1 1 160 15,0 4 16-15,-1 1 16 0,1 2-64 0,-1 2-16 16,0 2 0-16,0 0 0 0,0 3-608 0,-1 3-128 16,1-8-32-16,1 23 0 0,-1-23-896 0,0 33-176 15,0-33-32-15,0 35-16 0,-1-16-224 0,0 0-32 16,1-2-16-16,-1 2 0 0,1 2 144 0,0-4 16 15,0-1 16-15,0-16 0 0,2 34-112 0,-2-34-32 16,3 35 0-16,-3-35 0 16,4 31-176-16,-4-31-144 0,0 0 192 0,6 36-192 0,-6-36 128 0,0 0-128 15,0 0 0-15,2 28 0 0,-2-25 0 0,0 1 0 16,0-3 0-16,0 1 0 0,0-2 0 0,0-2 0 16,0 1 0-16,0-2 0 0,0 1 0 0,1-2 0 0,-1-1 0 15,1-2 0 1,0-1 288-16,0 2-48 0,1-4-16 0,0 0 0 0,1 1-224 0,-1-3 144 0,1 1-144 0,1 1 128 15,1 0 32-15,-1 3 0 0,3-2 0 0,-1 1 0 16,1 4-160-16,1-1 0 0,-1 1 0 0,2 3 128 16,-9 1-128-16,0 0 0 15,0 0 0-15,0 0 0 0,46 20 0 0,-46-20 0 0,0 0 0 0,0 0 0 16,33 32 0-16,-33-32 0 0,0 0 0 0,0 0 0 16,19 36 0-16,-19-36 0 0,0 0 0 0,2 28 0 15,-4-19-128-15,-2-1 128 16,1-1 0-16,-2-1 0 0,-1 0-192 0,-3 1 48 0,1-2 0 0,-2 0 0 0,-1-2-32 0,0 1 0 15,0-2 0-15,-1 0 0 0,2-2 176 0,0 0 0 16,0 0 0-16,2 0 0 0,2-2 0 0,0 2 0 16,1-2 0-16,2 0 0 0,0 2 0 0,2-2 0 15,2 1 0-15,0 1 0 0,3-2 0 0,-1 2 0 16,4-2 0-16,0 1 0 16,2-2 0-16,-9 3 0 0,21-6 0 0,-21 6 0 0,27-9 0 0,-12 2 0 15,0 2 0-15,2-3 0 0,-1 0 0 0,1 0 0 16,0-2 0-16,1-1 0 0,0 1 0 0,-1-2 0 15,1 1 0-15,-3 1 0 16,0-2 0-16,-3 3 0 0,0 2 0 0,-1-3-128 31,-1 1-816-31,-1 1-144 0,-1 0-48 0,-1 0 0 16,-2 1-592-16,0-1-112 0,0 2-16 0,-2 0-16 16,-1 0-928-16,0-1-176 0</inkml:trace>
  <inkml:trace contextRef="#ctx0" brushRef="#br0" timeOffset="26532.5">4297 4348 5519 0,'-2'4'240'0,"0"1"64"0,1-2-304 0,0 0 0 0,1-2 0 0,0 1 0 15,0-1 1712-15,0 3 272 0,-1 1 64 0,1 0 16 16,0 2 480-16,0-7 80 0,0 0 32 0,0 0 0 0,0 0-768 16,0 0-160-16,11 33-16 0,-11-33-16 0,0 0-352 0,0 0-80 15,0 0-16-15,0 0 0 0,0 0-656 0,0 0-128 16,0 0-16-16,37 22-16 0,-34-20-432 0,1 0 0 15,0 1 0-15,-1-3 0 16,1 2-1664-16,-1-1-256 0</inkml:trace>
  <inkml:trace contextRef="#ctx0" brushRef="#br0" timeOffset="26737.4">4324 4625 12895 0,'0'2'576'0,"0"-1"112"16,1 2-560-16,-1-2-128 0,0-1 0 0,0 2 0 0,-1-1 1792 0,1 3 336 0,-1 1 64 0,0 2 16 15,0 2-224-15,-1 1-32 0,-1 2-16 0,1 0 0 16,2-12-1200-16,-2 23-240 0,2-23-48 0,-2 22-16 16,2-22-432-16,0 0 0 0,0 0 0 0,0 0-13008 15</inkml:trace>
  <inkml:trace contextRef="#ctx0" brushRef="#br0" timeOffset="27242.23">4498 4300 7359 0,'1'-5'320'0,"0"0"80"0,0 2-400 0,0 0 0 16,-1 1 0-16,0 1 0 0,1-1 1984 0,0-1 320 16,-1-1 64-16,2-4 16 0,-1 2-144 0,1 0-48 15,-2 0 0-15,1 1 0 0,0 2-640 0,-1 1-128 16,0 1-16-16,0 0-16 0,0 1-176 0,0 0-16 0,0 0-16 0,1 0 0 16,-1 2-576-16,0 0-112 0,1 1-32 0,-1-1 0 15,0 3-80-15,0-3 0 0,0 1-16 0,-1 0 0 16,1 1-80-16,-1-2-16 0,2 0 0 0,-1 1 0 15,0-1-16-15,0-2 0 0,0 1 0 0,0-1 0 16,1 2 80-16,-1-2 16 16,0 2 0-16,1-2 0 0,-1 0-144 0,0 2-16 0,0-2-16 0,1 1 0 15,0 1-176-15,-1 0 128 0,0-1-128 0,0 1 128 16,0 0-128-16,1-2 0 0,-1 1 144 0,0 0-144 0,0-1 128 0,-1 2-128 16,1-2 128-16,0 3-128 0,0-2 128 0,-1 1-128 15,1 2 128-15,-1 1-128 16,1-5 0-16,0 0 128 0,1 28-128 0,-1-28 0 0,1 31 0 0,-1-31 0 15,1 37 0-15,-1-37 0 0,1 44 0 0,-1-44 0 16,2 47 0-16,-2-47 0 0,3 48 0 0,-3-48 0 16,5 42 0-16,-5-42 0 0,8 36 0 0,-8-36 0 15,0 0 0-15,13 35 0 0,-13-35 0 0,0 0 0 16,0 0 0-16,0 0 0 0,0 0 0 0,0 0 0 16,0 0 0-16,0 0 0 15,0 0-1264-15,0 0-160 0,0 0-48 0,0 0-15152 0</inkml:trace>
  <inkml:trace contextRef="#ctx0" brushRef="#br0" timeOffset="27446.95">4639 4390 11055 0,'1'-2'976'0,"0"0"-784"0,0 0-192 0,-1 4 0 16,0-2 2416-16,0 0 432 0,2 0 96 0,-1 0 0 15,2 0 320-15,0 2 64 0,-3-2 16 0,0 0 0 16,0 0-1760-16,0 0-368 0,0 0-64 0,0 0 0 15,0 0-576-15,41 14-128 0,-41-14 0 0,0 0-16 0,0 0-432 0,32-2 0 16,-23 0 128-16,-1 1-128 16,0-1-224-16,1-1-80 0,-9 3-16 0,0 0 0 15,0 0-2464-15,0 0-496 0</inkml:trace>
  <inkml:trace contextRef="#ctx0" brushRef="#br0" timeOffset="27587.77">4738 4471 911 0,'-1'2'0'0,"0"1"0"15,0 0 0-15,1 0 0 0,0-2 2256 0,-1 1 368 16,1 1 80-16,0 1 16 0,0 4-160 0,0-8-16 16,-2 23-16-16,2-23 0 0,-3 29-1072 0,3-29-224 0,-3 28-32 0,3-28-16 15,-1 26-880-15,1-26-176 0,0 0-128 0,0 0-7104 16,6 31-1520 0</inkml:trace>
  <inkml:trace contextRef="#ctx0" brushRef="#br0" timeOffset="27839.23">4808 4485 12895 0,'2'0'1152'0,"-1"0"-928"0,1 0-224 0,0 0 0 16,-1 0 1664-16,1 0 272 0,3 1 64 0,0-1 16 16,-5 0 800-16,0 0 176 0,32 2 16 0,-32-2 16 0,26-3-1424 15,-26 3-304-15,27-5-48 0,-14 3-16 0,-13 2-656 0,25-5-128 16,-12 0-16-16,-2 1-16 0,-1 1-240 15,0-2-48-15,-1 1-128 0,-1 0 192 0,-1 1-192 16,0 0-208-16,-2 1 32 0,0 0 16 16,-1-1-960-16,-3 1-192 0,1 0-32 0,-1 1-16 31,-1-1-1392-31,-2 0-256 0,0 0-64 0,-1 0-8032 0</inkml:trace>
  <inkml:trace contextRef="#ctx0" brushRef="#br0" timeOffset="27996.58">4977 4364 10127 0,'-10'-14'448'0,"7"9"96"0,2 3-544 0,1 0 0 0,0 2 0 0,-1 0 0 0,-1-1 1760 0,-1 1 240 15,-1 0 48-15,1 3 16 0,-2 4-144 0,1 1-48 0,1 3 0 0,3-11 0 32,-4 31-544-32,4-31-112 0,-3 33-32 0,3-33 0 15,0 36-512-15,0-36-96 0,1 33-32 0,-1-33 0 0,0 0-240 0,6 42-48 0,-6-42-16 0,0 0 0 16,0 0-240-16,23 37 128 0,-23-37-128 0,0 0 0 16,0 0 0-16,0 0-208 0,35 6 16 0,-28-11-9056 15,2-1-1808-15</inkml:trace>
  <inkml:trace contextRef="#ctx0" brushRef="#br0" timeOffset="28484.74">5098 4402 10415 0,'1'-10'224'0,"-1"1"48"0,0 2 16 0,0 3 16 0,0 3-304 0,0 1 0 0,0 0 0 0,0-2 0 16,1 2 3104-16,0 0 560 0,0 2 112 0,-1-2 32 0,0 0-1552 0,0 0-304 16,4 36-64-16,-4-36-16 0,0 0-944 0,7 43-192 15,-7-43-32 1,0 0-16-16,11 42 48 0,-11-42 16 0,0 0 0 0,0 0 0 0,26 38-224 0,-26-38-32 15,0 0-16-15,0 0 0 0,0 0-320 0,0 0-160 16,41 22 160-16,-41-22-160 0,0 0 0 0,17-6 0 16,-10 2 0-16,-2-5 0 15,1 2-448-15,0-3-96 0,-1 0-16 0,0-2 0 16,-1 1-608-16,-1 1-128 16,0-2-32-16,-1-2 0 0,0 0 608 0,-1 0 112 0,-1-1 32 15,0 1 0-15,0 0 576 0,-1 0 0 0,0 2 0 0,0 0 0 0,-1 3 624 0,1 4 80 0,1 0 32 0,-1 2 0 31,0 4 480-31,1 1 80 0,0-2 32 0,0 0 0 16,-3 26-640-16,3-26-128 0,0 29-32 0,0-29 0 16,1 36-368-16,-1-36-160 0,2 56 128 0,-2-23-128 15,1-3 0-15,0 4 0 0,1 5 0 0,0 3 0 16,-1 1 0-16,1-3 128 0,1-2-128 0,-1-5 0 16,0-2 0-16,-1-3 0 0,-1-2 0 0,0-26 0 15,-4 45 0-15,0-25 0 0,-2-4 0 0,-1 0 0 0,-2-4 128 16,1-1-128-16,-2-2 0 0,-1-2 128 0,1 0 192 15,-2-3 48-15,-1 1 0 0,0-2 0 0,-1-1-240 0,0-2-128 16,1 0 160-16,0-2-160 0,2-1 224 0,1-2-48 16,2-4-16-16,0 2 0 0,2-4 0 0,0-3 0 15,2-4 0-15,2-3 0 0,2-4-160 0,3-2 0 16,3-4 0-16,4-2 0 0,4-1 0 0,4 1-256 16,5 2 48-16,3 3 0 15,2 4-448-15,2 5-96 0,3 0-16 16,2 4-10960-16,-1 2-2208 0</inkml:trace>
  <inkml:trace contextRef="#ctx0" brushRef="#br0" timeOffset="63239.28">5974 4350 7359 0,'2'-5'656'0,"0"3"-528"15,-1-1-128-15,0 1 0 0,-1 1 512 0,1 0 64 16,1-4 0-16,0 0 16 0,0-2 1216 0,0 0 240 16,0 0 64-16,-1 2 0 0,-1 0-512 0,0 3-80 15,-1-1-32-15,-1 3 0 0,1 0-320 0,-1 0-64 16,-2 3-16-16,-1 0 0 0,1 1-400 0,-3 4-96 15,0 0-16-15,-1 2 0 0,1 1-400 0,-2 2-176 16,2 0 128-16,1 0-128 0,0 0 128 0,1 2-128 16,1 0 128-16,0 2-128 0,1-1 0 0,2-2 0 15,1 0 0-15,0-14 0 0,4 26 0 0,-4-26 0 0,0 0 128 0,0 0-128 16,0 0 0-16,36 26 0 0,-36-26 0 0,0 0 0 16,45-12 320-16,-30 4 128 0,4-2 16 15,0-4 16-15,1-3-256 0,-2 0-48 0,1 1-16 0,-3-1 0 16,-2 0-368-16,-3 3-80 0,-3 0-16 0,-2 2 0 15,-3 2 112-15,-3 1 0 0,-1 2 16 0,-4 0 0 16,-2 2 176-16,-1 1 128 0,-3 1-128 0,-2 0 176 0,-2 2 288 16,-2 2 64-16,1 2 16 0,-1 0 0 0,2 1-352 15,0 1-192-15,1 2 192 0,0 0-192 0,2 0 0 0,1 3 0 16,2-1-160-16,1-2 160 16,1 1-576-16,3-1 16 0,1 0 0 0,2-2-8480 15,1-5-1712-15</inkml:trace>
  <inkml:trace contextRef="#ctx0" brushRef="#br0" timeOffset="63617.15">6352 4227 7359 0,'7'-7'320'0,"-2"-1"80"0,0 1-400 0,0 2 0 0,-2 1 0 0,-1 2 0 16,1-1 768-16,0-2 80 0,5-4 16 0,0-3 0 15,0 0 544-15,-1 0 128 0,-2 3 0 0,-2 1 16 16,-1 2 272-16,-3 1 48 0,-2 2 16 0,0 0 0 16,-3 3-128-16,-1 0-32 0,-2 1 0 0,0 2 0 15,0 1-912-15,-1 1-192 0,-1-1-48 0,0 2 0 16,1 0-256-16,2-1-64 0,1 0-16 0,1 2 0 16,0-1-48-16,1 0 0 0,1 1 0 0,0 3 0 15,0-1-192-15,4 3 0 0,0-12 0 0,1 26 0 16,-1-26 0-16,10 40 0 15,-10-40 0-15,15 50 0 0,-4-21-128 0,-1 1 128 0,1 4 0 0,-1 1 0 0,-1 4-128 0,1 1 128 16,-1 2 0-16,-2 0 0 0,0-1-160 0,-2-3 160 16,0-3-128-16,-1-4 128 0,0-6-176 0,-4-25 176 15,7 37-208-15,-7-37 80 0,4 27 128 0,-4-27 0 16,0 0-144-16,1 21 144 0,-3-17 0 0,-1-4 0 16,-1 0 0-16,0-4 0 15,-3 1-560-15,-1-6-144 0,-2 2-16 0,-2-3-8208 16,0-2-1632-16</inkml:trace>
  <inkml:trace contextRef="#ctx0" brushRef="#br0" timeOffset="63773.5">6239 4694 3679 0,'-25'-46'160'0,"17"30"32"0,5 11-192 0,3 3 0 0,0 2 0 0,-1-3 0 16,-2-8 1712-16,-1-4 288 0,2-3 64 0,1-4 16 15,4 6 784-15,2 1 144 0,2 4 48 0,3 1 0 16,-10 10-704-16,27-10-144 0,-27 10-32 0,38-9 0 16,-38 9-736-16,47-7-160 0,-47 7-16 15,55-10-16-15,-26 6-928 0,1-4-192 0,-2 2-128 0,-1-2 144 16,-3-1-288-16,0 0-64 0,0-1-16 0,0-2-15008 15</inkml:trace>
  <inkml:trace contextRef="#ctx0" brushRef="#br0" timeOffset="64326.08">7267 4376 16575 0,'0'0'1472'0,"0"0"-1168"0,0 0-304 0,0 0 0 15,14-9 656-15,-11 5 80 0,3-2 16 0,4-5 0 0,2-4 496 0,1-2 96 16,0-3 32-16,-1 0 0 0,-1 1-672 0,-2-1-144 0,-1 2-32 0,-4 1 0 16,-3 3 32-16,-3 0 0 0,0 4 0 0,-5 1 0 15,1 2 448-15,-1 2 80 0,-3 1 32 0,-2 4 0 16,-1 4-176-16,-2 1-48 0,1 2 0 0,-1 0 0 16,1 5-640-16,0 0-256 15,0 2 176-15,2 0-176 0,1 3 0 0,0 2 0 0,1 0 0 0,2 1 0 16,1 0-192-16,2-1 192 0,4 0-192 0,1-19 192 15,4 31-176-15,-4-31 176 0,0 0-160 0,27 31 160 0,-27-31 0 16,0 0-144-16,41 11 144 0,-41-11 0 0,0 0-144 16,44 6 144-16,-44-6-160 0,0 0 160 0,45 7-160 0,-45-7 160 15,0 0-160-15,37 19 160 0,-37-19 0 0,0 0 0 16,28 35 0-16,-28-35 0 0,10 29 0 0,-10-29 0 16,2 33 176-16,-4-14-48 0,-2-1 64 0,-1-1 32 15,-3 0 0-15,0-3 0 0,-1 2 0 0,-2-3 0 16,-1 0 0-16,0 0 0 0,-2-1 16 15,0-1 0-15,1 1 0 0,-1 0 0 0,-1-4-112 0,1 1 0 16,0-2-128-16,1-2 192 0,0-1-192 0,2-3 0 0,1 1 0 0,2-5 0 31,0-1-1088-31,3 0-256 0,4-5-48 0,2-2-13840 0</inkml:trace>
  <inkml:trace contextRef="#ctx0" brushRef="#br0" timeOffset="64687.5">7531 4328 17503 0,'0'0'768'0,"0"0"176"15,0 0-752-15,0 0-192 0,0 0 0 0,0 0 0 0,0 0 1856 0,0 0 352 16,0 0 64-16,0 0 16 0,40 8-832 0,-40-8-176 0,0 0-16 0,0 0-16 16,37-5-736-16,-37 5-128 0,0 0-48 0,26-12 0 15,-26 12-336-15,15-11 0 0,-15 11 0 0,14-10 0 0,-7 3 0 0,-3 2 0 31,0-2 0-31,-1 2 0 0,-2 0 0 0,-1 0 0 16,-1-1 0-16,-3 0 0 0,0 2 0 0,-2 0 0 16,-1 1 0-16,-3 0 0 0,0 3-176 0,-2 0 0 15,1 3 0-15,-1 0 0 0,2 3 176 0,-2 2-208 16,1 1 80-16,0 1 128 0,1 3 0 0,1 2 336 16,0-1-32-16,2 3-16 0,0-2 64 0,2-2 16 15,0 1 0-15,2-3 0 0,3-11-144 0,0 0-32 0,4 27 0 16,-4-27 0-16,0 0-64 0,0 0-128 15,0 0 176-15,39 15-176 0,-39-15 208 0,0 0-64 0,43-7-16 0,-43 7 0 16,31-10-320-16,-31 10-80 0,32-16-16 0,-32 16 0 31,33-18-1248-31,-15 9-256 0,-1-2-64 0,-1 1-6848 0,1-2-1360 0</inkml:trace>
  <inkml:trace contextRef="#ctx0" brushRef="#br0" timeOffset="64970.65">7964 3975 13823 0,'-3'3'1216'0,"1"-2"-960"0,2-1-256 0,0 0 0 0,0 0 1088 16,-4 6 192-16,4-6 16 0,0 0 16 0,-5 11 304 0,0-5 64 16,1 3 16-16,0-1 0 0,-1 1-672 0,1 0-144 15,1 1-32-15,-1 3 0 16,0-1 0-16,4-12 0 0,-5 34 0 0,2-16 0 0,-1-1-48 0,1 4-16 15,0 1 0-15,-1-1 0 0,0 1-400 0,2-1-64 16,0 0-32-16,0-4 0 0,2-17-80 0,0 30-16 16,0-30 0-16,0 0 0 0,5 32-192 0,-5-32-128 15,0 0 128-15,0 0-208 16,0 0-768-16,0 0-160 0,0 0-16 0,0 0-16 16,0 0-496-16,36 4-112 0,-32-11-16 0,1-1-6224 0,0 0-1264 0</inkml:trace>
  <inkml:trace contextRef="#ctx0" brushRef="#br0" timeOffset="65252.51">8061 4046 11055 0,'0'0'480'0,"0"0"112"0,0 0-464 0,0 0-128 0,0 0 0 0,0 0 0 16,0 0 1760-16,-4 10 336 0,4-10 64 0,0 0 16 15,-4 17-64-15,4-17 0 0,-4 19 0 0,4-19 0 16,-4 18-960-16,4-18-192 0,-2 20-32 0,2-20-16 15,-3 19-48-15,3-19-16 0,-2 22 0 0,2-22 0 16,-2 23-384-16,2-23-80 0,-1 24 0 0,1-24-16 0,-2 30-368 0,2-30 0 16,-3 31 0-16,3-31 128 0,0 33-128 15,0-33 0-15,0 26 0 0,0-26 0 0,0 0 0 0,5 29 0 16,-5-29-144-16,0 0 144 0,0 0-320 16,0 0 16-16,0 0 0 0,0 0 0 15,0 0-1552-15,0 0-320 0,0 0-64 0,0 0-16 16,34 9 144-16,-30-14 48 0</inkml:trace>
  <inkml:trace contextRef="#ctx0" brushRef="#br0" timeOffset="65614.98">7840 4148 18431 0,'0'0'816'0,"0"0"160"15,0 0-784-15,0 0-192 0,0 0 0 0,0 0 0 0,0 0 1440 0,0 0 240 16,42 3 48-16,-42-3 16 0,37-5 176 0,-37 5 48 16,47-10 0-16,-47 10 0 0,48-14-688 0,-25 7-144 15,0-1-32-15,-23 8 0 0,41-15-608 0,-22 5-128 16,-19 10-32-16,35-12 0 0,-35 12-336 0,29-10 0 16,-29 10 0-16,27-8 0 15,-27 8-1136-15,26-8-288 0</inkml:trace>
  <inkml:trace contextRef="#ctx0" brushRef="#br0" timeOffset="66041.34">8247 4134 21183 0,'0'0'1888'0,"0"0"-1504"16,0 0-384-16,0 0 0 0,0 0 1488 0,0 0 240 16,0 0 32-16,31-4 16 0,-31 4 464 0,0 0 80 15,33-5 32-15,-33 5 0 0,0 0-1456 0,0 0-304 16,36-1-48-16,-36 1-16 0,0 0-528 0,0 0 0 15,0 0 0-15,31 3 0 16,-31-3-1024-16,0 0-176 0,0 0-16 0,0 0-16 16,0 0-1744-16,0 0-352 0</inkml:trace>
  <inkml:trace contextRef="#ctx0" brushRef="#br0" timeOffset="66164.25">8326 4224 5519 0,'-2'2'496'0,"2"-2"-496"0,0 0 0 0,-3 8 0 16,3-8 2256-16,0 0 368 0,-5 14 64 0,0-6 0 15,0 6-768-15,-3 3-144 0,3-1-48 0,-1 0 0 0,2-1-1168 0,4-15-240 16,-5 23-64-16,5-23-10048 16</inkml:trace>
  <inkml:trace contextRef="#ctx0" brushRef="#br0" timeOffset="66558.17">8518 4106 16351 0,'0'0'352'0,"0"0"80"0,0 0 16 0,0 0 16 0,0 0-464 0,0 0 0 16,0 0 0-16,0 0 0 0,0 0 2912 0,7 33 480 16,-7-33 112-16,-5 35 16 0,2-12-2048 0,-1 2-416 15,-2 1-80-15,0 0-16 0,-1 0-304 0,2-1-64 16,0-5-16-16,0-2 0 0,5-18-256 0,-6 27-48 16,6-27-16-16,-5 17 0 15,5-17-256-15,0 0 0 0,0 0 0 0,-6 9 0 16,6-9 0-16,-3-2 0 0,3 2 0 0,-2-9 0 0,1 4 256 0,1-5-64 0,1-1-16 0,1-1 0 15,1-1-176-15,0-1 160 0,1 0-160 0,0 0 160 32,1 0 112-32,0 0 32 0,0-1 0 0,0 1 0 0,2 0-48 0,0 0-16 0,0 2 0 0,2 2 0 15,0-1-32-15,0 3 0 0,-9 8 0 0,20-12 0 16,-20 12-16-16,0 0 0 0,27-9 0 0,-27 9 0 16,0 0-16-16,0 0-16 0,39 10 0 0,-39-10 0 0,0 0-160 0,24 26 160 15,-24-26-160-15,0 0 160 0,15 38-16 0,-15-38 0 16,5 35 0-16,-5-35 0 15,0 39-144-15,0-39 128 0,-2 39-128 0,2-39 128 0,-2 36-128 0,2-36 0 16,0 24 0-16,0-24 0 0,0 0-336 0,0 0 0 16,0 0 0-16,0 0-11712 15,0 0-2352-15</inkml:trace>
  <inkml:trace contextRef="#ctx0" brushRef="#br0" timeOffset="67077.7">8836 4272 15663 0,'0'0'688'0,"0"0"144"0,0 0-656 0,0 0-176 0,0 0 0 0,0 0 0 0,0 0 2400 0,0 0 448 0,28-10 96 0,-28 10 0 16,22-12-704-16,-8 3-160 16,0-1-32-16,0-1 0 0,0-1-1024 0,-2 0-192 0,0 1-64 0,-2 0 0 15,1-1-96-15,-2 1-32 0,0-3 0 0,-2 2 0 16,-3 0-64-16,-1 2-32 0,-2-1 0 0,-3 1 0 15,-2 1-272-15,-3 4-48 0,-1 0-16 0,-3 3 0 16,1 4 48-16,-2 0 0 0,-1 3 0 0,-1 2 0 16,-1 2-256-16,0 3 128 0,-2 3-128 0,1-1 0 15,2 3 0-15,2-3 0 0,2 2 0 0,2-1 0 0,1 1 0 16,7-16 0-16,-7 29 0 0,7-29 0 0,-1 26 0 0,1-26-128 16,0 0 128-16,11 31 0 0,-11-31 0 0,0 0 0 15,24 28 0-15,-24-28 0 0,0 0 0 0,36 29 0 31,-36-29 0-31,28 19 0 0,-28-19 0 0,28 23-128 0,-28-23 128 0,28 29 0 0,-28-29 0 0,25 31 0 16,-25-31 0 0,21 29 0-16,-21-29 0 0,0 0 0 0,22 38-128 0,-22-38 128 0,0 0 0 0,3 27 0 15,-3-27 0-15,-9 17 0 0,2-8 0 0,-4-1 0 0,-1-1 0 16,-1 2 0-16,-1-2 208 0,-3 1-48 0,-4 2-16 0,-1 1 0 16,0-1-144-16,-2 1 0 0,-2-1 144 0,0-1-144 31,3-1 0-31,0-2 0 0,3 1 0 0,0-3 128 15,0-3-128-15,3-1 0 0,2-1 0 0,1-3 0 16,2-1 0-16,2-3 0 0,3-5 0 0,4-4 0 16,4-6-192-16,6-5 0 0,7 1 0 0,10-3 0 15,8-3-144-15,10 0-48 0,4-1 0 0,11-5-11888 16,9-4-2384 0</inkml:trace>
  <inkml:trace contextRef="#ctx0" brushRef="#br0" timeOffset="75383.77">9596 4082 9215 0,'1'-2'816'0,"-1"-1"-656"0,0 3-160 0,0-2 0 15,0 2 1472-15,-1 0 272 0,1 0 48 0,0-3 16 16,-1 1 704-16,1 1 144 0,-1 0 32 0,0 1 0 16,0 0-1488-16,1 2-304 15,-1 1-48-15,0 4-16 0,0 0-448 0,1 4-80 0,-2 4-32 0,0 2 0 16,0 1-32-16,-1 2-16 16,0 3 0-16,0 1 0 0,-1 0-80 0,0 2-16 0,1 0 0 0,-1-1 0 15,1-1-128-15,0-4 160 16,1-2-160-16,2-4 160 0,0-4-160 0,0 0 0 0,2-6 0 0,2 1-13712 15</inkml:trace>
  <inkml:trace contextRef="#ctx0" brushRef="#br0" timeOffset="75745.17">9844 4006 11967 0,'2'-2'1072'0,"-1"0"-864"15,0 1-208-15,0 1 0 0,-1 1 128 0,-1 1-128 16,0 0 176-16,0 3-176 0,-1 2 1856 0,0 1 272 0,-2 6 48 0,-2 2 16 16,1 0-1024-16,-1 1-208 0,0 2-32 15,-1 0-16-15,1 0-224 0,-1-2-48 0,0 4-16 0,0 0 0 16,1-3-48-16,0 0-16 0,3-1 0 0,-1-3 0 16,2 0 80-16,1-4 0 0,1-10 16 0,0 0 0 31,0 0-304-31,0 0-64 0,17 32-16 0,-17-32 0 0,0 0-272 0,0 0 128 0,38 8-128 0,-38-8 0 15,26-3 416-15,-26 3-32 0,30-8 0 0,-16 3 0 16,1 1-112-16,-2 1-16 0,-1 0-16 0,-1 0 0 16,1 1-240-16,-3-1 176 15,0 1-176-15,-2 1 160 0,1 0-160 0,-3 1 0 0,2-2 0 0,-1 0 0 16,-2 1-176-16,0-2-64 0,1 0-16 0,-3 0 0 31,1-2-2416-31,-1 0-480 0,0-2-112 0,-1 0-8064 0</inkml:trace>
  <inkml:trace contextRef="#ctx0" brushRef="#br0" timeOffset="75887.03">9988 4085 10127 0,'-4'-5'448'0,"0"2"96"0,1-1-544 0,0 3 0 0,1 1 0 0,2 1 0 0,-2 1 1536 0,-1 3 208 15,-2 0 48-15,-1 8 0 0,-2 2 640 0,1 6 128 16,0 3 16-16,2 3 16 0,-2 5-384 0,1 4-80 16,0 1-16-16,1-2 0 0,0-3-912 0,1-1-192 15,3-3-48-15,0-2 0 0</inkml:trace>
  <inkml:trace contextRef="#ctx0" brushRef="#br0" timeOffset="78061.03">10458 4160 11055 0,'3'-2'976'0,"0"-3"-784"0,-1 3-192 0,-1 0 0 16,0 1 832-16,0 1 128 0,1-2 32 0,2-5 0 16,1 2 608-16,-2-2 128 0,1 0 32 0,-2 0 0 15,-1 2-96-15,-3 1-32 16,-1 1 0-16,-1 0 0 0,-2 1-480 0,-1 2-112 0,-3 2-16 0,0 3 0 16,0-2-192-16,-1 4-64 0,0 1 0 0,-1 3 0 15,3-2-192-15,2 1-64 0,0 4 0 0,0 0 0 16,2 3-256-16,2 0-48 0,0 1-16 0,2-1 0 31,1-17 48-31,4 28 0 0,-4-28 0 0,0 0 0 0,0 0-240 0,27 34 0 0,-27-34 0 0,0 0 0 0,32 0 0 16,-20-7 0-1,2-1 0-15,0-3 0 0,1-1-128 0,-1-2 128 0,1-3 0 0,-2 0 0 0,-3 1-160 0,-3 2 160 16,0-1-128 0,-5 1 128-16,-1 0 0 0,-3 2 0 0,-1 3 0 0,-4-1 0 0,0 0 0 0,-2 3 0 15,-3 0 0-15,-1 3 0 0,1-2 0 0,0 4 144 16,1 0-144-16,-1 2 0 0,2 2 160 0,0 1-160 15,0 2 128-15,0 1-128 16,2 0 128-16,2 0-128 0,1 2 128 0,1-1-128 0,2 1 0 0,1 0 0 16,2-1 0-16,1 1-16432 0</inkml:trace>
  <inkml:trace contextRef="#ctx0" brushRef="#br0" timeOffset="78392.6">10608 4130 17503 0,'2'-3'1552'0,"-1"0"-1232"0,1 1-320 0,-1 1 0 16,0 0 752-16,1-1 80 0,2-1 32 0,1-4 0 15,3 0 960-15,1 0 192 0,0-1 32 0,1 2 16 16,-1 3-976-16,-1 1-192 16,-8 2-32-16,0 0-16 15,0 0-304-15,0 0-64 0,36 23-16 0,-36-23 0 16,0 0-144-16,15 36-48 0,-15-36 0 0,7 33 0 15,-7-33-112-15,2 33-32 0,-2-33 0 0,1 39 0 16,-2-20-128-16,-1-3 0 0,0-3 144 0,-1-2-144 16,1-2 160-16,-1-2-32 0,2-2-128 0,-1-4 192 0,1 1 384 0,0-2 64 15,0-2 0-15,0-2 16 0,0-2 96 0,1-2 16 16,0 1 0-16,0-2 0 0,1-1-320 0,0-2-48 16,1-4-16-16,1-1 0 0,0-1-176 0,2-1-32 15,1-1-16-15,1-1 0 0,1 0-160 0,1 0 0 16,1 4 0-16,0 0 128 0,1 0-128 0,0 4 0 15,0 3 0-15,1 1 0 16,0 1-1024-16,0 2-144 0</inkml:trace>
  <inkml:trace contextRef="#ctx0" brushRef="#br0" timeOffset="78912.02">11346 3813 20271 0,'-1'-6'1792'0,"1"0"-1424"0,0 3-368 0,-1 0 0 15,1 3 2160-15,-1-2 352 0,0-3 80 0,0 0 16 16,-1-4-688-16,2 1-144 0,-2 2-32 0,1 1 0 16,0 2-1008-16,1 4-208 0,-1 4-32 0,1 3-16 15,0-8-240-15,0 24-48 0,0-24-16 0,2 40 0 16,-2-40-176-16,3 55 0 0,-1-22 0 0,0 4 128 16,0 1-128-16,-1 0 0 0,-1 1 144 0,0-3-144 15,1-6 208-15,-1 6-16 0,1 7-16 0,1 3 0 16,0 0-176-16,1-3 0 0,1-5 0 0,0-7 0 0,-2-3-128 15,-2-28-128-15,6 41 0 0,-6-41-16 16,0 0-1328-16,6 29-256 16,-5-26-48-16,-1-3-8288 0,-2 0-1664 0</inkml:trace>
  <inkml:trace contextRef="#ctx0" brushRef="#br0" timeOffset="79101.14">11179 4146 14735 0,'1'3'640'0,"0"1"160"0,1-1-640 0,-1-1-160 16,1-2 0-16,-1 0 0 0,2 1 1872 0,2 0 352 0,-5-1 64 0,0 0 16 16,0 0-544-16,48 7-96 15,-48-7-32-15,40-2 0 0,-40 2-832 0,45-9-160 16,-21 2-48-16,-3 0 0 0,-1-1-416 0,-1 1-176 0,-2 0 128 0,-1-2-9344 16,1 2-1888-16</inkml:trace>
  <inkml:trace contextRef="#ctx0" brushRef="#br0" timeOffset="79447.98">11493 4118 11055 0,'1'2'480'0,"0"-2"112"0,1 0-464 0,0-2-128 0,0 2 0 0,-1 0 0 0,1-2 2240 0,0 1 416 16,4-1 96-16,1-1 0 15,-7 3-704-15,24-9-160 0,-12 4-32 0,1-1 0 0,1 0-784 16,-2 2-176-16,1-3-16 0,-1 3-16 15,-1-2-512-15,-1 1-96 0,-1 1-32 0,0-3 0 0,-2 3-224 0,-1-2 0 16,-2 3 0-16,-1-3 0 16,-2 1 0-16,-1 2-160 0,-2-3 32 0,-2 0 0 15,-2 2-160-15,-2-3-32 0,-1 2 0 0,-1 1 0 0,-2 1 80 0,0 1 16 16,-1 2 0-16,1 2 0 0,1 3 464 0,0-1 80 16,-1 3 32-16,2 1 0 0,0 2 192 0,1 1 32 0,1-1 16 0,1 4 0 15,1 0 192-15,2 0 48 0,1 0 0 0,1 0 0 16,2 0-384-16,0-14-64 0,0 0 0 0,8 34-16 15,-8-34-240-15,0 0-128 0,0 0 128 0,36 28-128 16,-36-28 128-16,0 0-128 0,46 5 160 0,-46-5-160 16,34-5 192-16,-17 1-64 15,3-4-128-15,1 1 192 16,1-2-800-16,0-1-160 0,0 1-48 0,-2 0-15184 0</inkml:trace>
  <inkml:trace contextRef="#ctx0" brushRef="#br0" timeOffset="79903.4">11319 3795 12895 0,'-3'0'1152'0,"1"-2"-928"0,2 1-224 0,0 0 0 16,0 1 1328-16,0-1 208 0,-1-1 64 0,1 0 0 15,0-1 528-15,1-2 112 0,1-2 32 0,3 0 0 16,2 1-544-16,2 0-96 0,1-3-32 0,2 2 0 16,2-2-528-16,1 1-112 0,0-1-32 0,-1 1 0 15,1-1-720-15,1 2-208 0,-1 0 0 0,0 2 128 16,-2 1-1968-16,-13 4-384 15</inkml:trace>
  <inkml:trace contextRef="#ctx0" brushRef="#br0" timeOffset="80644.47">11796 3961 19343 0,'1'-5'1728'0,"0"3"-1392"15,0 0-336-15,-1 0 0 0,0 2 1472 0,0-1 208 16,0 1 48-16,1-5 16 0,0 3 1056 0,0 0 208 16,0 0 32-16,0 4 16 0,0 2-1904 0,-1 4-384 15,0-8-80-15,0 0-16 0,2 35-464 0,-2-22-80 16,0 0-128-16,0 2 176 0,0-1-176 0,0 2 0 16,0-2 0-16,0-14 0 0,1 26 0 0,0-13 0 15,0-2 0-15,-1-11 0 0,0 0 0 0,0 0 0 16,0 0 0-16,0 0 0 0,0 0 0 0,0 0 0 15,0 0 0-15,0 0 0 0,0 0 0 0,0 0 0 0,30-4 0 16,-25-8 0-16,0 1 0 0,0-2 0 0,1 0 0 0,-2 0 0 16,2 0 0-16,-1 0 0 0,-1-1 0 15,1 0 0-15,-1 0 0 0,0 1 0 0,1 0 0 0,-2 3 0 16,-1 0 0-16,1 5 0 0,-1 0 0 0,0 3 0 16,0 1-128-16,-1 2 128 0,0 1 0 0,-1 3 0 15,0 2 0-15,0 3 0 0,0 2 0 0,0 1 0 16,-1 1 0-16,1-1 0 0,0 2 0 0,0-15 0 15,2 26 0-15,-2-26 0 0,0 0 0 0,7 30 0 0,-7-30-128 16,0 0 128-16,0 0 0 0,0 0 0 0,0 0 0 0,0 0 0 16,38 24 0-16,-31-29 0 0,1 3 0 0,0-6 0 15,0 0 0-15,1-1 0 0,-2-2 128 0,1 0 80 16,-2-1 32-16,0 0 0 0,-1 0-16 0,-1 0 0 16,0 0 0-16,-2 0 0 0,0-1-224 0,-1 3 144 15,-1-2-144-15,0 2 128 0,0-1-128 0,-1 3 0 16,0 1 0-16,0 3 0 15,0-1-352-15,-1 2-96 0,1 3-32 0,0 0-17248 0</inkml:trace>
  <inkml:trace contextRef="#ctx0" brushRef="#br0" timeOffset="80989.62">12072 4049 9215 0,'1'2'816'0,"0"-1"-656"0,0 1-160 0,0 0 0 16,1-2 1440-16,-1 0 256 0,0 0 48 0,2 0 16 15,-3 0 1520-15,0 0 304 0,0 0 64 0,31-2 16 16,-31 2-1296-16,22-8-272 0,-11 4-48 0,0-1-16 16,1-1-1200-16,-2 0-256 0,-1 0-32 0,0-2-16 15,0 1-336-15,-2-1-192 0,0 2 192 0,-3-4-192 16,0 3 160-16,-2 0-160 0,-1-1 128 0,-2 2-128 16,-1-2 144-16,-2 4-144 0,0-3 160 0,-2 4-160 0,-1 1 0 0,0 0 0 15,0 4 0-15,-1 2 0 0,0 4 0 0,-1-1 0 16,-1 2 0-16,1 1-160 0,1 0 160 0,-1 1 0 15,0 2 0-15,1 0-128 0,0-1 128 0,1 2 0 16,-1-1 0-16,3 0 0 0,0-1 0 0,2 0 0 16,0 0 0-16,2 0 0 0,1-12 0 0,0 0 0 15,4 28 0-15,-4-28 0 0,0 0 0 0,0 0 0 16,0 0 0-16,0 0 0 0,0 0-128 0,43 19 0 16,-43-19 0-16,0 0-16832 0</inkml:trace>
  <inkml:trace contextRef="#ctx0" brushRef="#br0" timeOffset="81288.45">12259 4034 11055 0,'1'-2'976'0,"0"2"-784"0,0-1-192 0,0 1 0 16,0 0 1584-16,0-1 272 0,2 1 48 0,1-2 16 15,3-1 384-15,-7 3 64 0,0 0 32 0,29-7 0 16,-29 7-1280-16,0 0-256 0,0 0-48 0,39 7-16 15,-39-7-160-15,0 0-48 0,0 0 0 0,31 24 0 16,-31-24-112-16,0 0-32 0,0 0 0 0,18 33 0 16,-18-33-272-16,0 0-176 0,0 29 192 0,-3-20-192 15,0-2 128-15,0-2-128 0,0-1 0 0,0-1 0 0,1-1 352 0,-1-1-32 16,2-1-16-16,0-1 0 16,0-4 672-16,1 1 144 0,1-4 32 0,0 0 0 15,2-2-432-15,1-2-80 0,1 0 0 0,3-5-16 0,1 1-400 0,1-2-80 16,3-2-16-16,0 1 0 15,2-3-128-15,0 4 0 0,0-1 0 0,0 4-12384 16,-2 4-2400-16</inkml:trace>
  <inkml:trace contextRef="#ctx0" brushRef="#br0" timeOffset="85360.78">604 5602 15663 0,'0'-2'1392'0,"0"1"-1120"0,0 1-272 0,0 0 0 15,0 1 1536-15,-1 1 240 0,0-2 48 0,0 2 16 16,0 3-640-16,-1 2-128 0,0 0-32 0,0 5 0 16,-1 2-400-16,0 4-96 0,2 2-16 0,-1 2 0 15,-1 1 16-15,0 2 0 0,-2 2 0 0,0-1 0 16,1-2 32-16,0-2 16 0,-1-1 0 0,3-5 0 16,0-3-160-16,0-2-48 0,0-2 0 0,1-3 0 15,1-2-384-15,1-1 0 0,0-1 128 0,0-4-128 16,1 1 0-16,0-3 0 0,0-3 0 0,2 0 0 15,1-3 288-15,0-3-32 0,1-2 0 0,-2 1 0 16,-1 2-256-16,0-5 128 0,1 0-128 0,0 1 0 16,-2 2 0-16,2-1 0 0,-1-1 0 0,1 2 0 0,-2 1 0 0,2 1 0 15,0-2 0-15,-1 5 0 0,0 0 0 0,1 1 0 16,0 1 0-16,0-1 0 0,0 2 0 0,1 1 0 16,0 1 0-16,0 1 0 0,-1-1 0 0,1 3 0 15,0 1 0-15,-1 0 0 0,1 1 0 0,0 1 0 16,0 0 0-16,0 3 0 0,0-1 0 0,0 0 0 15,0 1 0-15,-2 1 0 0,0 1 0 0,0 5 0 16,0-3 0-16,-1 3 0 0,-2 0 0 0,0 2 0 16,0-1 0-16,-1 1 0 0,0 0 160 0,-1 0-32 15,0 0 0-15,1-1 0 0,0-1 288 0,0-3 48 0,2 0 16 16,0-1 0-16,1 0-480 0,1-4 0 0,0 0 0 0,1 0 0 16,0-1 0-16,1-1 0 0,2-1-160 0</inkml:trace>
  <inkml:trace contextRef="#ctx0" brushRef="#br0" timeOffset="85739.15">802 5758 7359 0,'0'0'656'0,"0"0"-528"0,0 0-128 0,0 0 0 16,0 0 1104-16,1 2 192 0,-1-1 48 0,1 3 0 16,1-1 880-16,1-1 176 0,-1 3 32 0,3-3 16 15,0 1-864-15,1-3-176 0,2-3-48 0,1-1 0 16,1 0-592-16,0-2-112 0,2-1-16 0,1-3-16 15,-2 4-368-15,-2-2-80 0,0 2-16 0,0-1 0 0,1-1-160 0,-1 1 0 16,-2-1 0-16,0 2 0 0,-1-2 0 0,-1 2 0 16,-2 1 0-16,-1 1 0 0,-1-2 0 0,-1 1 0 15,-1 1 0-15,-1-3 0 0,-1 3-160 0,-1-2 160 16,-1 1 0-16,-2-1-144 16,1 1-464-16,-2 2-96 0,2-1 0 0,-2 1-16 15,2 3 368-15,-1 0 80 0,-1 2 16 0,0 3 0 0,0-1 256 0,1 4 0 16,1-3 0-16,1 4 0 0,-2 3 0 0,2 1 0 15,-1 2 144-15,1 2-144 0,-1 2 288 0,1-2-32 0,1 4 0 0,0-2 0 16,0 0 336-16,2-5 64 0,2 0 16 0,0-2 0 16,1 0 96-16,2-4 32 0,1-2 0 15,1-1 0-15,0-3-480 0,2-4-80 0,-1 2-32 0,1-5 0 16,3 1 16-16,-1-2 0 0,1 0 0 0,1-1 0 16,1 0-224-16,0-1 128 0,0 2-128 0,-1 0-9744 15,-2 2-2016 1</inkml:trace>
  <inkml:trace contextRef="#ctx0" brushRef="#br0" timeOffset="86237.65">1133 5696 12895 0,'1'-2'1152'0,"0"0"-928"16,0 0-224-16,0 2 0 0,-1-2 1280 0,0 1 224 15,2-1 32-15,0-3 16 16,1 0 960-16,0-2 192 0,2-2 48 0,1 0 0 0,1-1-1360 0,0 0-272 15,1-1-48-15,-2 1-16 0,2 1-560 0,-2-1-112 16,1 0-32-16,-3 1 0 16,1 2-80-16,-1-2-16 0,-2 4 0 0,-1-2 0 0,0 4-80 0,-3-1-32 15,0 1 0-15,-1 1 0 16,-2 2 96-16,-1 2 16 0,-3 0 0 0,-1 2 0 0,-1 2-256 0,0 1 128 16,-1 3-128-16,0 1 0 0,0 1 0 0,0-2 0 15,2 2 0-15,0 0 0 0,1 2 0 0,1 0 0 0,1-2 0 0,2-1 0 16,2-1 0-16,1-3 0 0,1 2 0 0,1-3 0 15,2 0 0-15,1-3 0 0,0 0 0 0,3-1 0 16,0-2 0-16,2 0 0 0,-1-3 0 0,1 1 0 16,0-1 0-16,-1 0-128 0,3 0 128 0,0 0 0 15,2-2 0-15,-2 3 0 0,1 2 0 0,-1 0 0 16,-1 0 0-16,-2 2 0 0,1 3 0 0,-8-5 0 0,0 0 0 0,0 0 0 16,20 40 0-16,-18-23 0 0,-1 0 0 0,-3 4 0 15,-1-2 0-15,-2 2 0 0,0 1 320 0,-3-1 32 16,1-2 0-16,-1-3 0 0,0 1-160 0,-1-3-48 15,1-2 0-15,-2 0 0 0,1-3 144 0,-1 2 32 16,-2-2 0-16,0 0 0 0,0-2-144 0,1-3-32 16,2-1 0-16,-1-2 0 0,1-1-144 0,-1-3 128 15,0 0-128-15,2-4 128 0,1 0-128 0,1 0 0 16,0-2 0-16,3-1 0 0,0-2 0 0,1 0 0 16,1 0 0-16,1-2-176 15,1 0-1184-15,1 0-240 0</inkml:trace>
  <inkml:trace contextRef="#ctx0" brushRef="#br0" timeOffset="86939.35">1367 5734 17503 0,'6'3'768'0,"-3"-3"176"0,1 0-752 0,-2 0-192 0,0 0 0 0,-1 0 0 15,0-2 1760-15,0 1 320 0,2-2 64 0,1 0 16 16,1-5 48-16,1 1 16 0,0-2 0 0,-1-3 0 15,0 2-1136-15,-1-2-240 0,2-2-32 0,-2 0-16 16,-2 2-464-16,0 1-80 16,-1 1-32-16,-2 0 0 0,-1 2-224 0,0 2 128 0,-3-1-128 0,0 2 0 15,-1 1 0-15,-1 1 128 16,-1 3-128-16,1 0 0 0,-1 0 0 0,1 3 0 0,-1 4 0 0,1-2 0 0,0 4 0 0,0-2 0 16,1 7 0-16,0 1 0 0,0-1 0 0,1 2 0 15,0 3 0-15,1-1 0 0,1 2 0 16,1-3-128-16,0-1 128 0,3-2 0 0,0-2 0 0,-1-12 0 15,0 0 0-15,0 0 0 0,0 0 0 0,0 0 0 16,0 0 0-16,37 24 0 0,-29-26 0 16,0-5 0-16,-1 0 0 0,2-1 0 0,-1-3 0 0,1 1 0 15,1-2 0-15,-2-1 0 0,0 0-144 0,-1 1 144 16,-1 1 0-16,0 1-144 0,-3 0 144 0,0 2 0 16,-1 1 0-16,-1 1 0 0,0 1 0 0,-2 1 0 0,1 2 0 0,0 1 0 15,-1 1 0-15,1 1 0 0,-1 2 0 16,1 0 0-16,0 2 0 0,1 2 0 0,-1 3 0 0,2-1 0 15,0 1 0-15,1-1 0 0,-3-9 0 0,0 0 0 16,0 0 0-16,0 0 0 0,23 34 0 0,-17-32 128 16,2-1-128-16,-1-2 0 15,1-1 0-15,-1-3 0 0,1 0 0 0,2-2 0 0,0-3 0 0,1-3 0 16,-1 1 0-16,1-2 0 0,0-1 0 0,0-2-128 16,1 3 128-16,-2-3-160 15,0 3 160-15,-2 0-160 16,2-2-288-16,-3 3-64 0,0 1-16 0,-1-2 0 0,-1 3 224 0,-2-1 48 0,0 2 16 0,-1-1 0 15,-2 1 240-15,-1 0 0 0,0 1 0 0,0 0 0 0,0 3 0 16,-1 0 0-16,2 1 128 0,-2 0-128 0,0 3 128 0,0-1-128 16,0 1 144-16,0 0-144 0,1 2 160 0,-1 4-160 15,2-1 160-15,-1 4-160 0,-1 4 272 16,1 1-32-16,-1 6-16 0,1 2 0 0,-1 2 96 0,0-1 32 16,1 3 0-16,-2 2 0 0,0 0 48 0,0-2 16 15,1-1 0-15,0 1 0 0,2 2-160 0,0 0-16 16,2-2-16-16,-2-24 0 0,8 34-224 0,-8-34 0 15,0 0 0-15,0 0 0 16,0 0 0-16,0 0 0 0,0 0 0 0,0 0-160 16,0 0-800-16,40 12-144 0,-38-19-48 0,0-1-14864 0</inkml:trace>
  <inkml:trace contextRef="#ctx0" brushRef="#br0" timeOffset="87155.46">1537 5571 12895 0,'-1'2'1152'0,"0"-1"-928"0,1 1-224 0,0-2 0 16,1 1 1680-16,-1-1 304 16,1 1 48-16,0 2 16 0,1 1 320 0,1-1 80 0,3-1 16 0,0-1 0 15,2-2-1056-15,0-1-192 0,1-1-64 0,2-2 0 16,1 1-464-16,0-4-112 0,1 2 0 0,0-2-16 16,2 1-384-16,-1 0-176 0,0 3 160 0,0-1-160 15,-2 2 0-15,0-1 0 0,-12 4-128 0,0 0 128 16,37-5-2304-16,-37 5-336 0</inkml:trace>
  <inkml:trace contextRef="#ctx0" brushRef="#br0" timeOffset="87265.4">1846 5526 10127 0,'4'-2'448'0,"-1"-1"96"0,-1 1-544 0,0-1 0 16,-1 3 0-16,0-2 0 0,0 2 1648 0,1-2 208 15,2-1 64-15,2-2 0 0,-1 1-128 0,2 0-32 16,-1 0 0-16,0 1 0 0,0 2-1248 0,0-1-256 15,0 2-64-15,0 0 0 0,-2 2-448 0</inkml:trace>
  <inkml:trace contextRef="#ctx0" brushRef="#br0" timeOffset="87486.09">1862 5588 11967 0,'-1'0'528'0,"0"0"112"0,0 2-512 0,1-2-128 0,-1 0 0 0,1 1 0 16,0 0 2432-16,0 1 448 0,-1 1 80 0,0 0 32 16,1 3-896-16,0 0-176 0,0 1-48 0,0 2 0 15,0-2-1120-15,1 0-240 0,-1 3-32 0,0-3-16 0,1 2-336 0,-1 1-128 16,1-3 0-16,-1 2 144 0,1-2-144 0,-1 0 0 16,1 1-192-16,0-2-9056 15,1 0-1808-15</inkml:trace>
  <inkml:trace contextRef="#ctx0" brushRef="#br0" timeOffset="87801.6">2019 5536 15663 0,'3'-1'688'0,"-1"0"144"0,-1 1-656 0,-1 0-176 0,1 0 0 0,-1 1 0 15,1 0 1824-15,0 1 336 0,0 0 64 0,1 0 16 16,0 4-224-16,1 0-32 0,-1 4-16 15,0 0 0-15,1 1-800 0,-1 2-144 16,0 1-48-16,0 0 0 0,0 0-400 0,-1-2-96 16,2 2-16-16,0-2 0 0,-3-12-240 0,0 0-48 0,0 0-16 0,18 38 0 15,-18-38-160-15,0 0 0 0,0 0 0 0,0 0 128 16,0 0 64-16,0 0 16 0,0 0 0 0,43 10 0 16,-37-16 432-16,-1-3 96 0,1-1 16 0,0-1 0 15,0-1-432-15,0-5-64 0,2 0-32 0,-1 1 0 0,0-1-224 0,-1 1 128 16,1 1-128-16,-2 0 0 0,2 0 0 0,-3 3 0 15,2 0 0-15,-1 2 0 0,-2 3 0 0,1 2-160 16,0 1 0-16,-1 2-11936 16,-1 2-2368-16</inkml:trace>
  <inkml:trace contextRef="#ctx0" brushRef="#br0" timeOffset="88116.76">2287 5599 10127 0,'6'3'448'0,"-3"-3"96"0,1 0-544 0,-1 0 0 16,-1 0 0-16,-1 0 0 0,2-2 2032 0,1 1 288 15,2-1 64-15,3-1 16 0,1 1 96 0,1-2 32 16,0-1 0-16,0 0 0 0,1 0-1040 0,-2 0-208 16,0 1-32-16,-1-1-16 0,1-2-592 0,1 2-128 15,-2-2-32-15,-1 0 0 0,0 2-304 0,-1-2-176 16,0 2 192-16,-3 1-192 0,1-3 0 0,-3 3 0 0,0-2 0 16,-3 1 0-16,-1 1 0 0,-1-1 0 0,-2 0 0 0,-1 1 0 15,-2 1 0-15,-2 0 0 0,1 1 0 0,-1 1 0 16,-1 2 0-16,-1 2 0 0,0 4 0 0,2-2 0 15,1 4 0-15,1 1 0 0,-1 1-144 0,2 1 144 16,-1 0 0-16,2 2 0 0,0 1 0 0,2-1 0 16,0 2 192-16,1 1 128 0,2 0 32 0,1-3 0 0,1-2 288 0,2-3 48 15,-3-9 16-15,0 0 0 0,0 0-368 0,0 0-64 16,0 0-16-16,44 21 0 0,-37-23-256 0,1 0 0 16,4-3 0-16,1-2 0 0,2-1 0 0,0-1-176 15</inkml:trace>
  <inkml:trace contextRef="#ctx0" brushRef="#br0" timeOffset="89093.58">3011 5583 18431 0,'1'0'1632'16,"-1"0"-1312"-16,0 0-320 0,0 0 0 0,0 0 1328 0,0 0 192 0,1 0 32 0,-1 0 16 16,0 0 944-16,1 0 192 0,0 0 48 0,-1-2 0 15,1 1-1248-15,0-1-240 16,1 0-48-16,-1-3-16 0,1 0-656 0,-1 1-128 0,2-3-32 0,-1 2 0 16,1-3-384-16,-2 0 128 0,-1 2-128 0,-1-1 0 15,0-1 0-15,-2 2 0 0,-1-1 0 0,0 0 0 16,-2 3 0-16,-1-2 0 0,-1 2 0 0,-1 1 0 0,1 1 0 0,-2 2 0 15,1 0 0-15,-2 2 0 0,-1 3 0 0,0 3 0 16,-1 1 0-16,1 0 0 16,1 3 0-16,1-1 0 0,-1 4 0 0,3-1 0 0,1 1-128 0,0-1 128 15,2 0 0-15,1 2 0 0,0 1 0 16,2 2 0-16,2-3 0 0,0 1 0 0,2-5 0 0,-2-12 0 16,0 0 0-16,0 0 0 0,0 0 0 0,0 0 0 15,38 29 0-15,-29-32 0 0,2-2 0 0,-1-2 0 0,1-2 0 0,2-3 0 16,2-4 0-16,1-4 0 0,0 1 0 0,0-2 0 15,0-1 0-15,-2 2 0 0,-1 0-144 0,-1 0 144 16,-3 2 0-16,-1 0-128 16,-1-1 128-16,-3 2 0 0,0-2-192 0,-1 0 64 0,0 3 128 0,-2-1-208 31,-2 0-352-31,-1 1-64 0,1-1-16 0,-1 1 0 0,0 3 464 0,0 1 176 0,0 3-128 0,0 1 128 16,1 4 0-16,0 0 0 0,0 4 0 0,-1 2 128 15,1 0 64-15,-1 3 32 0,0 3 0 0,1 3 0 16,-1 6-32-1,1 1-16-15,0 5 0 0,-1 4 0 0,1 2 16 0,1 2 0 16,0 0 0-16,0-1 0 0,1-3 80 0,1-1 32 0,1 0 0 0,-1-5 0 16,-2-21-176-16,9 31-128 15,-9-31 144-15,0 0-144 0,0 0 0 0,0 0 0 16,38 30 0-16,-30-32 0 0,-1 0 0 0,-1-3-288 16,3-2 64-16,-1-5-17344 15</inkml:trace>
  <inkml:trace contextRef="#ctx0" brushRef="#br0" timeOffset="89251.58">3207 5429 18431 0,'3'-3'816'0,"-1"1"160"0,-1 0-784 0,1 2-192 0,-1 0 0 15,0 0 0-15,0 0 2032 0,1 0 352 16,2 0 80-16,0 0 16 0,2 0-976 0,1 0-192 16,-7 0-32-16,0 0-16 0,0 0-944 0,0 0-192 15,0 0-128-15,40 6-9440 0,-40-6-1968 0</inkml:trace>
  <inkml:trace contextRef="#ctx0" brushRef="#br0" timeOffset="89390.39">3277 5538 12895 0,'0'2'576'0,"0"0"112"0,0 1-560 0,0 0-128 0,0 1 0 0,0-4 0 0,-1 3 2512 0,1 2 480 16,0 3 80-16,0 0 32 0,1 4-544 0,-1-2-128 15,1 1 0-15,2-4-16 0,-3-7-1744 0,0 0-352 16,0 0-64-16,0 0 0 0,0 0-480 0,0 0-96 15</inkml:trace>
  <inkml:trace contextRef="#ctx0" brushRef="#br0" timeOffset="89613.67">3500 5291 11055 0,'-1'-5'976'0,"0"3"-784"0,0 1-192 16,0 0 0-16,1 2 1408 0,-1 0 224 15,0 1 48-15,0 1 16 0,-2 4 864 0,-2 2 192 0,1 6 16 0,-2 3 16 16,0 5-1056-16,1 2-192 0,0 4-64 0,2 1 0 16,0 0-304-16,0-1-64 15,1 3-16-15,0 0 0 0,0 4-208 0,1 1-48 0,1-2-16 0,0 2 0 16,2-1-560-16,0 1-96 0,1-1-32 0,1-2 0 16,-2-2-128-16,2-2 0 0,-1 0 0 0,-1-4 0 15,1-2-912 1,-3-24-112-16,5 38-32 0,-5-38-15520 0</inkml:trace>
  <inkml:trace contextRef="#ctx0" brushRef="#br0" timeOffset="89929.02">3645 5353 16575 0,'0'-3'736'0,"-1"1"160"16,1 2-720-16,-1 0-176 0,1 2 0 0,-1 1 0 0,0 2 1328 0,-1-1 224 15,0 6 48-15,-1 4 16 0,-3 5 416 0,0 4 80 16,0 2 0-16,0 1 16 0,2 0-720 0,-1-1-128 16,2 0-48-16,2 1 0 0,-1-1-224 0,2-1-48 15,1 4-16-15,1-1 0 0,3 1-416 0,-5-28-80 16,12 50 0-16,-12-50-16 0,16 44-432 0,-16-44 0 0,17 39 128 0,-17-39-128 16,0 0 0-1,23 43 0-15,-23-43 0 0,0 0 0 0,15 34 0 0,-15-34 0 0,0 0 0 0,0 0 0 16,1 21-320-16,-3-21 64 0,-4 0 16 0,0-3 0 31,-3-2-1360-31,-1-2-256 0,0-2-64 0,-3-3-16 0,0 0-272 0,-1 0-48 0,-3-5-16 0,1 0 0 16,-3-1 608-16,0-4 112 0,0-1 16 0,-1-1-7312 15</inkml:trace>
  <inkml:trace contextRef="#ctx0" brushRef="#br0" timeOffset="90102.14">3358 5616 6783 0,'-21'-19'144'0,"17"14"48"0,4 5 0 0,0 0 0 0,-1 0-192 0,0 0 0 0,0 0 0 0,1 2 0 0,0-1 1728 16,1 2 320-16,2 1 64 0,3-2 16 0,-6-2 64 0,0 0 16 15,0 0 0-15,39 5 0 0,-39-5-144 0,29-6-16 16,-14 1-16-16,2-1 0 0,0-1-816 0,1-2-176 16,0-2-16-16,-1 0-16 15,1 2-736-15,-2-2-144 0,-1 3-128 0,0 1 192 16,0 1-768-16,-2 2-160 0,-13 4-32 0,0 0-13440 0</inkml:trace>
  <inkml:trace contextRef="#ctx0" brushRef="#br0" timeOffset="90464.79">3663 5576 2751 0,'1'-2'256'0,"0"1"-256"16,0 1 0-16,0 0 0 0,0 0 2144 0,1-2 384 0,1 0 80 0,0 1 16 16,4-3 976-16,1 2 208 0,2-3 32 0,1 2 16 15,2-1-1360-15,0 1-288 0,1-2-48 0,-14 5-16 16,29-6-720-16,-14 3-144 0,-15 3-16 0,31-7-16 16,-17 3-608-16,-1-1-128 0,0 1-32 0,-2-2 0 15,1 1-352-15,-2-2-128 0,-1 0 0 0,-1 0 144 16,1 0-144-16,-4 0 0 0,0 2 0 0,-2 0 0 15,-1 0 0-15,-2 1 0 0,-2-3 0 0,-1 2 0 16,-2 0-400-16,0-1-64 0,-2 1-16 16,1 0 0-16,-2 2-336 0,-1 1-64 0,-2 0-16 0,0 2 0 15,1 2 208-15,-1 0 48 0,1 3 0 0,0 2 0 0,1 0 336 0,0 2 80 16,2 1 16-16,0-2 0 0,0 3 208 16,1-1 0-16,2 1 0 15,0-1 0-15,1-1 176 0,2-2-32 0,-1 3 0 0,0-3 0 0,1 0 288 0,1 1 48 16,1-2 16-16,1-1 0 0,0 0 144 0,2-1 48 15,1 1 0-15,-5-5 0 0,0 0-240 0,0 0-64 16,0 0 0-16,41 12 0 0,-41-12-208 0,0 0-48 16,0 0-128-16,44 5 192 0,-44-5-192 0,0 0 0 0,43 1 0 15,-43-1 0-15,29-1-160 0,-29 1-32 16,32-7 0-16,-14 4-16832 0</inkml:trace>
  <inkml:trace contextRef="#ctx0" brushRef="#br0" timeOffset="90889.3">4023 5513 18431 0,'-4'-1'816'16,"2"-2"160"-16,1 3-784 0,0-2-192 0,1 0 0 0,0 2 0 0,0-1 2400 0,1 1 432 15,0-3 96-15,0 0 16 16,2 0-1408-16,0-2-256 0,2 1-64 0,-1-1-16 15,2 2-624-15,0-1-128 16,3-3-32-16,-1 3 0 0,1-2-160 0,1 1-48 0,0-2 0 0,0 2 0 0,1-1-208 0,1 0 0 16,-1 2 0-16,0 2 0 0,-11 2 0 0,0 0 0 15,0 0 0-15,40 6 0 0,-40-6 0 0,0 0 0 16,0 0-128-16,24 32 128 0,-24-32 0 0,2 26 0 16,-2-14 0-16,-2 0 0 15,1-1 0-15,-3-2 0 0,0-1 0 0,0-1 0 0,0 0 0 0,-1-2 0 16,1 0 0-16,1-3 0 0,0 0 0 0,0-2 0 15,0-2 0-15,2 0 0 0,0-3 336 0,0 0-16 0,1-4-16 0,1-1 0 16,1-2 432-16,1-4 96 0,2 1 0 0,0-1 16 16,2-3-544-16,-1 2-112 0,3-1-32 0,-2 1 0 15,1 2-160-15,-1 3 0 0,0 0 0 0,2 3 0 47,-2 0-384-47,2-1-48 0,0 4-16 0,0 1 0 0,0 2-2320 0,0 3-480 0</inkml:trace>
  <inkml:trace contextRef="#ctx0" brushRef="#br0" timeOffset="91204.47">4332 5483 9215 0,'1'1'816'16,"1"-1"-656"-16,-1 0-160 0,0-1 0 0,0 1 1680 0,0 0 304 31,2-2 64-31,2 0 16 0,0 1 1296 0,4-3 256 16,-1-1 48-16,1 0 16 0,1-1-1680 0,-1 0-336 15,0-1-64-15,0 0 0 0,1 1-1008 0,-1-1-192 16,1 1-32-16,-1-2-16 0,0 0-352 0,-1 1 128 15,0-1-128-15,-4 2 0 0,1 1 0 0,-2 0 0 16,-2-2 0-16,-1 2 0 0,-2-2 0 0,-2 2 0 16,-2 0 0-16,-1 0 0 0,-1 2 0 0,-2 2 0 15,1-1 0-15,-2 4 0 0,0 0-208 0,-1 3-16 16,0 2 0-16,0 3 0 0,1 0 64 0,-1 3 16 16,1 0 0-16,2 3 0 0,2-1 144 0,-1 0 0 0,4 2 0 0,-1 0 0 15,1-1 0-15,2-1 0 0,1 1 0 0,1-4 0 16,1 0 224-16,-1-12 32 0,0 0 0 0,0 0 0 15,0 0-112-15,23 36-16 0,-23-36 0 0,0 0 0 16,0 0-128-16,38 4 0 0,-27-8 0 0,1-1 0 16,1-2-160-16,1 0-64 0,1-3-16 0,0-2 0 31,3 2-2928-31,-1-4-592 0</inkml:trace>
  <inkml:trace contextRef="#ctx0" brushRef="#br0" timeOffset="91535.4">4628 5353 8287 0,'1'-3'736'0,"-1"3"-592"0,0-2-144 0,0 2 0 0,0 2 2656 0,0-4 496 15,0 2 112-15,0-1 0 0,0 2-304 16,-1 4-64-16,0 0-16 0,0 4 0 0,-1 3-960 0,-1 2-192 16,0 1-32-16,-1 1-16 0,0 1-784 0,0-1-144 15,1-1-48-15,0-4 0 0,0-1-272 0,2-3-64 16,0-2-16-16,0-1 0 16,0-1-352-16,1-2 128 0,0 0-128 0,0-2 0 0,0 1 128 15,0-1-128-15,0-2 128 0,1-2-128 0,1-3 208 0,1 0-16 16,1-4-16-16,-1 0 0 0,2-2-176 0,1 1 0 15,-1 0 0-15,2-3 0 0,-1 2 0 0,1-1 0 0,0 0 0 16,0 1 0-16,-2 2-128 0,2 0 128 0,-1 3-160 16,0 1 160-16,-2 2-176 0,1 3 176 0,0 1-192 15,-2 2 192-15,1 2 0 0,-2 2 0 0,1 4 0 0,-1 2 0 16,-2 2 0-16,1 1 0 0,0 2 0 0,-1 2 0 16,0 0 0-16,-1 2 0 0,1 2 0 0,-1-5 0 15,1 3 0-15,-1-6 0 0,1 1 0 0,0-5 0 16,1-2 0-16,-1 0 0 0,3-4 0 0,-1 0 0 15,1-2 0-15,0-1 0 0,-1-1 0 0,3-2 0 16,2-5-176-16,-1 1 32 0,2-2 0 0,2-3-17776 16</inkml:trace>
  <inkml:trace contextRef="#ctx0" brushRef="#br0" timeOffset="91802.5">4944 5306 6447 0,'0'-1'576'0,"0"0"-576"16,-1 0 0-16,0 1 0 0,0-2 2512 15,0 2 400-15,-1 0 80 0,1-1 16 0,-3 1 448 0,-1-2 112 16,0 0 16-16,-2 0 0 0,1-1-1488 0,0 1-304 16,1 0-48-16,0 1-16 0,-1 1-784 0,1 0-176 15,-1 0-16-15,1 3-16 0,-2 2-448 0,1 1-96 16,-1 2 0-16,1-1-16 0,-2 5-176 0,0 2 0 16,-1 3 0-16,0 1 0 0,1 2 0 0,2-1 128 15,1 2-128-15,1-4 0 0,2 1 272 0,2-18-16 0,2 24-16 16,-2-24 0-16,0 0-240 0,0 0 0 0,0 0 128 0,35 29-128 15,-35-29 0-15,0 0 0 0,37-3 0 0,-23-2 0 32,1-2-576-32,1-2-64 0,0-3-16 0,-1 0-16800 0</inkml:trace>
  <inkml:trace contextRef="#ctx0" brushRef="#br0" timeOffset="92181.34">5014 5347 911 0,'-1'0'0'0,"0"1"0"0,1-1 0 0,-2 2 0 16,2-2 2496-16,0 0 432 15,0 1 80-15,0 1 0 0,0 0 752 0,0 1 144 0,1 0 16 0,1 0 16 16,0 0-1520-16,2 0-304 0,1-1-64 0,0-2-16 0,2 0-848 0,1-4-160 16,1 1-48-16,1 0 0 0,-1 1-528 0,0-3-96 15,2 0-32-15,-2-1 0 0,-1 1-320 16,0 0 0-16,1-2 0 0,-3 2 128 0,1 0-128 16,-2-2 0-16,-2 3 0 0,-1-1-128 0,-2 2 128 0,-1-1 0 15,-2 1 0-15,-1 1-128 16,-1-1-272-16,-1 1-48 0,0 1-16 0,-2 0 0 0,0 1 96 0,0-2 32 15,-1 2 0-15,-3 0 0 0,1 2 336 0,1-1 0 16,1 2 0-16,0 0 0 16,1 2 0-16,2-1 0 15,0 3 0-15,1 0 0 0,1 1 0 0,0 1 160 0,2 1-160 0,0 1 160 0,1 1 400 0,1-1 80 0,0 0 0 0,0-2 16 16,0-9-112-16,0 0-32 0,0 0 0 0,15 35 0 16,-15-35-256-16,0 0-64 0,0 0-16 0,0 0 0 15,0 0-176-15,40 25 0 0,-40-25 0 0,0 0 128 16,0 0-128-16,39-1 0 0,-39 1 0 0,23-6 0 15,-11 1-256-15,1 0-16 0,1-3-16 0,1 0 0 32,0 0-2640-32,1-1-528 0,1-1-96 0,2-2-10240 0</inkml:trace>
  <inkml:trace contextRef="#ctx0" brushRef="#br0" timeOffset="92466.22">5436 5218 12607 0,'11'-16'272'0,"-8"10"64"0,-1 4 16 0,-1 0 0 0,-1 2-352 0,-1 0 0 0,0 0 0 0,-1-2 0 0,-1 2 3600 16,-3 2 656-16,-2 2 128 0,-1 1 32 15,-2 2-2064-15,1 1-416 0,0 1-80 0,0 2 0 16,1-1-704-16,-1 2-128 0,3-2-16 0,0-1-16 0,3-2-576 0,0 0-112 16,2 0-32-16,1-1 0 0,2 0-144 0,1-1-128 15,1 0 144-15,-3-5-144 0,0 0 0 0,0 0 0 16,0 0 0-16,0 0 0 0,42 18 144 0,-42-18-144 16,0 0 128-16,0 0-128 15,42 15 128-15,-42-15-128 0,0 0 128 0,0 0-128 16,45 24 0-16,-45-24 0 0,0 0 128 0,0 0-128 0,0 0 0 0,26 43 128 0,-27-32-128 0,-2-2 128 15,-1 3 64-15,-2-1 0 0,-3 1 0 0,0-1 0 16,-1 1-192-16,-2-3 128 0,0 3-128 0,-1-1 128 16,-2 1-128-16,-1 1 0 0,1-2 0 0,-1 3 0 15,-4 0-144-15</inkml:trace>
  <inkml:trace contextRef="#ctx0" brushRef="#br0" timeOffset="109803.98">5832 5298 11967 0,'0'0'1072'0,"0"0"-864"16,0 0-208-16,0 0 0 0,0 0 1008 0,0 0 144 16,1 2 48-16,-1-2 0 0,1 3 928 0,0-1 192 15,2 2 48-15,-1-1 0 0,1 2-464 0,0-2-96 16,1-1-16-16,1 2 0 15,-1-1-976-15,1 0-208 0,0-1-32 0,0 0-16 0,2 0-560 0,-2-2 0 16,2 0 0-16,-2 0-9808 16,1 0-2000-16</inkml:trace>
  <inkml:trace contextRef="#ctx0" brushRef="#br0" timeOffset="109930.14">5816 5474 15663 0,'-5'2'688'0,"3"0"144"0,1-1-656 0,1 1-176 0,0 0 0 0,1-2 0 15,0 3 1824-15,1-1 336 0,2 2 64 16,-4-4 16-16,0 0-192 0,0 0-16 0,0 0-16 16,39 29 0-16,-39-29-1312 0,0 0-272 0,0 0-48 0,41 12-14528 15</inkml:trace>
  <inkml:trace contextRef="#ctx0" brushRef="#br0" timeOffset="111628.54">1338 6501 9215 0,'0'-1'816'0,"0"1"-656"0,0 0-160 0,0 0 0 15,0 0 1104-15,0 0 192 0,0 0 48 0,0 1 0 16,0 0 304-16,1 2 64 0,0 0 16 0,0 1 0 15,0 3-640-15,1-2-128 0,0 2-32 0,-1 0 0 16,0 1-96-16,2 3-32 0,-1 1 0 0,0 2 0 16,1 3-144-16,-1 2-16 0,-1 2-16 0,-1 3 0 15,0-3-112-15,0 3-32 0,-2 5 0 0,0 1 0 16,0 4-128-16,0-2-32 0,0 0 0 0,0-4 0 0,2-6-160 0,0-2-32 16,0-3-128-16,1-5 192 0,2-3-192 15,0-1 0-15,0-6 0 0,-1 0 0 0,2-2 0 0,0-4 0 16,0-1-192-16,1-2-9248 15,0-3-1856-15</inkml:trace>
  <inkml:trace contextRef="#ctx0" brushRef="#br0" timeOffset="111960.25">1291 6527 7359 0,'-5'-8'320'0,"2"1"80"0,0 1-400 0,1 2 0 0,1 3 0 16,0 0 0-16,0 1 1136 0,0 0 144 0,-1-2 16 0,1 0 16 15,0-1 624-15,0 1 128 0,2 2 32 0,1 0 0 16,2 0-1136-16,2-2-208 0,1 1-48 0,2 1-16 16,2-2 224-16,1 0 48 0,1-3 16 0,1 2 0 15,2-1-256-15,0 0-48 16,-16 4-16-16,33-6 0 0,-33 6-80 0,0 0-32 0,44 0 0 0,-44 0 0 16,0 0-240-16,0 0-48 0,43 14-16 0,-36-9 0 15,0 2-240-15,-3 1 176 0,-2 1-176 0,-1 0 160 16,-3 3 112-16,-1 0 32 0,-2 0 0 0,-2 2 0 0,-1 0 32 0,0-2 16 15,-1 2 0-15,0-4 0 0,1 0-224 16,-1-1-128-16,0 0 160 0,0 0-160 0,1-1 0 0,0-1 128 16,-1 1-128-16,0-4 0 0,2 3 0 0,-1-2 0 15,0 0 0-15,1-2 0 0,-2 1 0 0,2-2 0 16,0 1 0-16,1-1-10080 16,1-1-1888-16</inkml:trace>
  <inkml:trace contextRef="#ctx0" brushRef="#br0" timeOffset="112432.57">1791 6491 6447 0,'2'-5'272'0,"-1"3"80"0,0-1-352 16,-1 1 0-16,0 2 0 0,0-2 0 0,0 1 1472 0,0-1 208 15,0 0 48-15,0-2 16 0,0-1 256 0,0 2 48 16,0-2 16-16,0 1 0 0,0 1-720 15,-1 1-160-15,-1 0-32 0,1 0 0 0,-1 1-272 0,0 1-64 16,0 0-16-16,-1 3 0 16,-1-1-224-16,-1 0-64 0,0 3 0 0,-2 2 0 15,0 1-288-15,-2 3-64 0,1 1-16 0,-3 3 0 0,0 3-16 0,0 4 0 16,0 2 0-16,0 1 0 0,3-1-128 0,1 4 0 16,-1 1 0-16,2 1 128 0,0-1 208 0,1 0 48 15,3 1 0-15,1 1 0 0,3-2 240 0,2-3 48 0,2-5 16 0,-6-21 0 16,18 35-480-16,-18-35-80 0,0 0-128 0,0 0 176 15,45 32-176-15,-45-32 0 16,0 0 0-16,38 2 0 0,-24-4-192 16,0-3 192-16,0 0-160 0,-1 0-14960 0</inkml:trace>
  <inkml:trace contextRef="#ctx0" brushRef="#br0" timeOffset="112968.58">1896 6622 14735 0,'0'-1'1312'31,"0"1"-1056"-31,0-2-256 0,0 2 0 0,0 0 1280 0,0 0 208 0,0 0 48 0,0 0 0 16,1-3 64-16,-1 3 32 0,1-2 0 0,1 2 0 16,1 0-928-16,0 2-192 15,0-1-48-15,1 3 0 0,2-1 176 0,-1 1 48 16,2 2 0-16,-7-6 0 0,0 0 192 0,0 0 32 15,30 44 16-15,-30-44 0 0,19 33-64 0,-19-33-16 0,18 36 0 0,-18-36 0 16,17 35-320-16,-17-35-64 16,21 35-16-16,-21-35 0 0,20 32-320 0,-20-32-128 15,0 0 0-15,29 40 0 0,-29-40 0 0,0 0 0 16,0 0 0-16,0 0 0 0,31 31-128 0,-26-31-80 16,-2 2-16-16,0-4-11008 15,-1 0-2208-15</inkml:trace>
  <inkml:trace contextRef="#ctx0" brushRef="#br0" timeOffset="113188.51">2140 6659 911 0,'-3'-5'0'0,"1"2"0"0,1 2 0 0,-1-1 0 16,1 4 1872-16,0-2 304 0,0 1 48 0,-1 0 16 16,0 1-96-16,-3 3-16 0,-1 0 0 0,-2 2 0 15,0 0-336-15,-1 1-80 0,-3 3-16 0,-1 1 0 16,0 2-32-16,-2-1 0 0,-1 3 0 0,-1-1 0 15,1 0-224-15,-1 2-48 0,-1-3-16 0,2 1 0 16,-1-1-720-16,1-2-144 0,2 0-16 0,1-3-16 16,2 0-480-16,1 1 0 0,1-3-128 0,3 0-15536 15</inkml:trace>
  <inkml:trace contextRef="#ctx0" brushRef="#br0" timeOffset="114149.33">2564 6557 13823 0,'3'-4'1216'0,"-1"3"-960"16,-1-1-256-16,-1 2 0 0,0 0 1792 0,1 0 304 16,0 0 64-16,1-1 16 0,0 0-32 0,0-1 0 15,0 0 0-15,-1 1 0 0,0 1-912 0,-1 0-176 16,0 0-32-16,-2 0-16 0,0 1-176 0,-2 1-48 15,1 1 0-15,-2 0 0 0,-1 2-496 0,-2-2-96 16,0 2-32-16,-1 2 0 16,-2-3-160-16,-1 3 0 0,0-2 0 0,-1 2 0 0,-1-1 0 0,0 1 0 15,-1-1 0-15,1 1 0 0,1-2-160 0,1 2 160 16,1-1 0-16,0-2-144 0,2 1 144 16,0-1 0-16,1 3 0 0,-1-2 0 0,2-1 0 0,1 2 0 0,1-3 0 15,0 0 0-15,1-2 0 0,2 1 0 0,0 0 0 16,0 1 0-16,1-3 0 0,1 0 0 0,1 2 0 0,-1-2 0 15,2 0 0-15,0 0 144 0,0 0-144 0,2 2 0 16,0-2 304-16,0 1-48 0,2 1-16 0,0 0 0 16,1 1 80-16,-1-1 0 15,3 2 16-15,0-1 0 0,-9-3-112 0,0 0-32 0,0 0 0 0,0 0 0 16,45 17-192-16,-45-17 128 0,0 0-128 0,0 0 0 16,45 12 0-16,-45-12 128 0,0 0-128 0,0 0 0 15,43 6 0-15,-35-5 0 0,-2 1 0 0,1-2 0 0,-1 2 0 16,-1-2 0-16,1 3 0 15,-4-2 0-15,2 0-1344 0,-3 2-176 0,0 1-16 0,-2 1-14336 16</inkml:trace>
  <inkml:trace contextRef="#ctx0" brushRef="#br0" timeOffset="114432.89">2321 6814 6447 0,'-4'-1'272'0,"1"-1"80"15,0 0-352-15,1 1 0 0,1 1 0 0,1 0 0 0,0 0 2128 0,0 0 368 0,-1-2 64 0,0 2 0 16,1-1 320-16,0 0 64 0,1 1 16 0,1 0 0 16,1 0-976-16,1 0-208 0,0 2-48 0,2 0 0 15,0 1-640-15,1 2-144 0,-7-5-32 0,0 0 0 16,0 0-208-16,0 0-32 0,50 21-16 0,-50-21 0 15,0 0-256-15,42 12-48 0,-42-12-16 0,0 0 0 16,48 9-336-16,-48-9 128 0,0 0-128 0,48 6 0 16,-48-6 0-16,0 0 0 0,45 5 0 0,-45-5-17552 15</inkml:trace>
  <inkml:trace contextRef="#ctx0" brushRef="#br0" timeOffset="114920.73">2957 6508 3679 0,'1'-7'320'0,"-1"2"-320"0,0 0 0 0,1 2 0 15,-1 1 2112-15,0 2 336 0,1-1 80 0,-1 0 16 0,1-4 928 16,0 2 192-16,0-1 48 0,0 2 0 16,0-1-1440-16,-1 1-288 15,1 4-48-15,-1-1-16 0,0 4-1088 0,0 1-240 0,0 3-32 0,-1 1-16 16,0 4-160-16,0 0-48 0,0 3 0 0,0 2 0 16,0 0-80-16,-1 1-32 0,-2 0 0 0,1-3 0 0,-1 0 80 0,2 0 16 15,-1-1 0-15,-1 0 0 0,0 1-320 0,2-3 160 16,-1 0-160-16,1-2 128 0,1-3-128 0,0 1 0 15,0 0 0-15,1-1 0 16,0-3-1056-16,1 0-192 0</inkml:trace>
  <inkml:trace contextRef="#ctx0" brushRef="#br0" timeOffset="115301.33">3099 6565 9215 0,'0'-8'400'0,"0"1"96"0,0 3-496 0,0-1 0 0,0 2 0 0,-1 3 0 16,1-2 2464-16,0 0 400 0,0-3 80 0,0 0 0 15,0 0-176-15,0 0-32 0,0 3-16 0,-1 1 0 16,1 2-1200-16,-1 2-240 0,0 4-64 0,-1 0 0 16,1 4-704-16,-1 1-160 0,0 3-32 0,0 1 0 15,-2 1-192-15,0-1-128 0,0 1 160 0,0-2-160 16,-1 1 192-16,0-2-64 0,2-2-128 0,-1 0 192 15,1 0 32-15,2-3 0 0,0-2 0 0,1 1 0 0,1-4-32 16,0-1-16-16,2 1 0 0,0-1 0 0,1-1-176 0,-1-2 0 16,3 2 0-16,0-4 0 0,2 2 0 0,0-2 0 15,1 0 0-15,2-1 128 0,-1 0 176 0,1 1 16 16,0 0 16-16,0 0 0 0,-1-1-176 0,3-1-32 16,-1 2-128-16,0-1 192 0,0 1-192 0,-1 1 0 0,0-1 0 15,1 2 0-15,-1-3 0 0,-1 3 0 0,-1-2 0 0,1 1 0 16,-2 0 0-16,0 1 0 0,-3-2 0 0,1 1 0 31,-2-1-400-31,0 0-80 0,-1 1-16 0,-1-1 0 16,-1 1-2432-16,-1-2-480 0,0 0-112 0,-2-2 0 15,-1 3-224-15,-1-3-32 0</inkml:trace>
  <inkml:trace contextRef="#ctx0" brushRef="#br0" timeOffset="115474.21">3285 6626 1151 0,'-21'-48'0'0,"19"44"0"0,2 4 0 0,0-2 0 0,-1 0 0 0,0-1 0 15,-1-2 2256-15,0-2 368 0,-1 0 64 0,0-3 0 16,1 4 816-16,-1 3 144 0,1 1 48 0,0 4 0 15,1 3-1376-15,0 4-272 0,0 1-48 0,0 4-16 16,-1 2-912-16,0 2-192 0,0 0-48 0,0 1 0 16,-1 0-192-16,-1 0-32 0,-1-2-16 0,1 0 0 15,1-1-288-15,-1-1-64 0,1 0-16 0,1-1 0 16,0-2-224-16,1-2 0 0,1 0 0 0,0-3 0 0,1 0 0 16,1-2-256-16,0-1 16 0,2-1-16128 15</inkml:trace>
  <inkml:trace contextRef="#ctx0" brushRef="#br0" timeOffset="116116.71">3524 6358 4607 0,'0'0'400'0,"0"-1"-400"0,0 1 0 0,0-1 0 15,0 1 1296-15,0 0 176 0,0-2 48 0,0 1 0 16,0-1 736-16,-1-1 160 16,1 1 16-16,0 0 16 0,-1 0-272 0,1-1-64 0,0 3-16 0,0-2 0 15,1-1-144-15,-1 3-32 0,2-2 0 0,0 0 0 16,0 0-592-16,0 1-128 15,0-1-32-15,2 2 0 0,2 2-480 0,0 1-112 0,2-1 0 0,-8-2-16 16,0 0-240-16,0 0-64 0,40 45 0 0,-40-45 0 16,23 35-64-16,-23-35-32 0,24 46 0 0,-24-46 0 15,24 52-32-15,-24-52-128 0,20 57 192 0,-20-57-64 0,15 49-128 16,-10-25 0-16,-2-2 0 0,-3 1 0 0,-2-4 0 0,-2 3 0 16,-2-3 0-16,-3 2 0 0,0-4 0 0,-1 4 0 15,-5 0 0-15,-3 0 0 0,-1 1 0 0</inkml:trace>
  <inkml:trace contextRef="#ctx0" brushRef="#br0" timeOffset="125355.48">3946 6529 11055 0,'0'0'976'0,"0"0"-784"0,0 0-192 0,0 0 0 15,-1 0 1664-15,1-2 304 0,-1 2 48 0,1-1 16 16,-1 1 368-16,0-2 80 0,1 2 16 0,-1-1 0 15,0 0-864-15,1 1-160 0,-1-2-48 0,1 2 0 16,0-1-464-16,0 1-80 0,0 0-32 0,0 0 0 16,0 1-288-16,1-1-64 0,0 0-16 0,0 0 0 15,1 0-304-15,1 2-176 0,0-2 192 0,1 0-192 16,1 0 192-16,1 0-64 0,0 0 0 0,1-2-128 16,0 1 368-16,1-1-48 15,2-1 0-15,-2 1 0 0,1 0-48 0,1-2-16 0,-1 3 0 0,-9 1 0 0,0 0-96 16,30-7-32-16,-21 5 0 0,-1 0 0 0,-8 2-128 0,0 0 0 15,0 0 144-15,29-6-144 0,-24 6 0 0,-1 0 0 16,0 0 0-16,0-2 128 0,-2 2-128 0,0 0 0 16,-1 0 0-16,0 0 0 0,-1 0 0 0,0 0 0 15,-1 2-144-15,0-2 144 16,0 1-1584-16,0 1-240 0</inkml:trace>
  <inkml:trace contextRef="#ctx0" brushRef="#br0" timeOffset="125654.42">3922 6680 7359 0,'-1'0'320'0,"0"0"80"15,1 0-400-15,0 0 0 0,-1 0 0 0,1 0 0 16,0 0 1648-16,1 0 240 0,0 0 48 0,1-2 16 0,0 2 848 0,2-1 160 16,0 0 48-16,2-3 0 0,-1 1-720 0,3 0-144 15,-1 1-32-15,1 0 0 16,-8 2-816-16,0 0-160 0,27-8-48 0,-27 8 0 0,0 0-560 0,0 0-112 16,36-7-32-16,-36 7 0 0,0 0-384 0,0 0 0 15,33-2 0-15,-33 2 0 0,0 0 0 0,0 0 0 16,32-7 0-16,-32 7-11248 15,0 0-2288-15</inkml:trace>
  <inkml:trace contextRef="#ctx0" brushRef="#br0" timeOffset="126079.9">4299 6434 4607 0,'-2'-2'192'0,"1"0"64"0,0 1-256 0,0 1 0 0,1-2 0 0,0 2 0 15,-1-2 2112-15,1 1 384 0,-1-1 80 0,1 0 16 0,-1-2 528 0,0 1 96 16,1 2 32-16,1-2 0 0,0 2-1136 0,1-1-208 16,0-1-48-16,1 1-16 0,0 2-752 0,1-2-128 15,2 2-48-15,0-1 0 0,-6 1-432 0,0 0-96 16,0 0 0-16,34 0-16 0,-34 0-144 0,0 0-32 16,0 0 0-16,45-2 0 0,-45 2 16 0,0 0 0 15,38-2 0-15,-38 2 0 0,30-3-80 0,-30 3 0 16,31-5-128-16,-31 5 192 0,33-4-192 0,-33 4 0 0,30-5 0 0,-30 5 0 15,28-7 0-15,-16 3 0 0,0 1 0 0,-2 0 0 16,1 0 0-16,-4 0 0 0,0 2-128 0,0-1 128 31,-1-1-768-31,0 1-112 0,-1 2-16 0,-1-1 0 16,-1 1-1424-16,0 0-304 0,-1 1-48 0,-1 1-10304 0</inkml:trace>
  <inkml:trace contextRef="#ctx0" brushRef="#br0" timeOffset="126855.57">4283 6425 10127 0,'-2'-1'448'0,"1"-1"96"0,0 2-544 0,0-1 0 0,0 0 0 0,1 1 0 16,-1 0 1856-16,1-2 272 0,-1 1 48 0,1 0 16 15,-1 0-400-15,1 1-64 0,0-2-32 0,0 2 0 16,0-1-608-16,0 1-128 0,0 0-32 0,0 0 0 15,1 0-288-15,0 0-64 0,0 1-16 0,0 1 0 16,0-1 128-16,0 1 16 0,1 0 16 0,1 0 0 16,-1 1-64-16,0 1-16 0,2-1 0 0,-1 1 0 15,0-1-176-15,1 0-32 0,1 1-16 0,-1 0 0 16,0-1-112-16,1 2-32 0,-1-3 0 0,1 1 0 16,-5-3-32-16,0 0-16 0,0 0 0 0,0 0 0 15,34 26-16-15,-34-26 0 0,0 0 0 0,0 0 0 16,29 31-80-16,-29-31-128 0,0 0 176 0,0 0-176 0,22 32 128 0,-22-32-128 15,0 0 0-15,0 0 0 0,0 0 0 0,0 0 0 16,17 34 0-16,-18-30 0 0,1-1 0 0,-3 2 0 16,1-1 0-16,-2 1 0 0,-1 0 0 0,0-1 0 15,-2 2 128-15,0 0-128 0,-1 2 0 0,0-2 0 16,-1 2 0-16,-1-1 0 0,1 1 0 0,0-1 0 16,0 1 0-16,-1 0 0 0,2-3 0 0,0 2 0 15,0-1 0-15,1 0 0 0,-1-2 0 0,3 1 0 16,-1-2 0-16,2-1 0 0,1 0 0 0,0-2 0 15,0 0 0-15,1 0 0 0,2 0 0 0,-1 0 0 0,1-2 0 16,0 2 0-16,0 0 0 0,0-2 0 0,1 1 0 0,0-1 0 16,1 2 0-16,0-2 0 0,0 1 0 0,1-1 0 15,0 1 256-15,-1 0-48 0,2 1-16 0,0 0 0 16,0-2-32-16,0 1-16 0,2 0 0 0,-2 0 0 16,3 1-144-16,-1-3 160 0,3 1-160 0,1 0 160 15,-10 2 0-15,0 0 0 0,39-9 0 0,-39 9 0 16,30-8-32-16,-30 8 0 0,38-8 0 0,-38 8 0 15,46-9 0-15,-46 9-128 0,52-6 192 0,-52 6-64 16,48-7-128-16,-48 7 160 0,43-5-160 0,-43 5 160 16,37-7-160-16,-37 7 0 0,30-4 0 0,-30 4 0 15,0 0 0-15,36-6 0 0,-36 6 0 0,0 0 0 0,0 0-192 0,26-7-80 16,-24 5-16-16,0 2-18192 16</inkml:trace>
  <inkml:trace contextRef="#ctx0" brushRef="#br0" timeOffset="128500.6">4295 6882 6447 0,'0'-1'576'16,"-1"0"-576"-16,0 1 0 0,0 0 0 16,1-2 1568-16,-1 2 208 0,0-1 32 0,-2-1 16 15,1 0 304-15,-1-1 64 16,0 2 16-16,0-2 0 0,1 3-672 0,1-3-128 16,-1 3-16-16,2-2-16 0,0 0-176 0,0 1-48 15,1-1 0-15,1 0 0 0,0-1-272 0,2 1-64 0,0-1-16 0,-1 1 0 0,2 1-256 0,0 0-48 16,-1 1-16-16,2 1 0 0,-1 2-160 0,-5-3-48 15,0 0 0-15,0 0 0 16,0 0-272-16,30 38 128 0,-30-38-128 0,0 0 0 0,15 41 144 16,-15-41-144-16,7 28 0 0,-7-28 144 0,3 26-144 0,-2-14 0 15,-2 0 0 1,0 0 0-16,-1-3 0 0,1 2 0 0,-1-3 0 16,-1-1 0-16,1 1 0 0,1-4 0 0,-1 2 128 15,0-2-128-15,1-3 0 0,1 0 0 0,0-1 0 16,0-2 0-16,0-1 128 0,1-2-128 0,0-1 128 0,1-2-128 15,0-3 640-15,1 1 32 0,1-4 16 0,-1 2 0 16,1-2-368-16,1-1-64 0,0 0 0 0,1-2-16 16,0 0-112-16,1 2 0 0,-1-1-128 0,2-1 192 15,-1-1-192-15,1 3 176 0,0-1-176 0,-1 4 160 16,0 1-160-16,-2 1 0 0,2 3 0 0,-2 1 0 16,0 2 0-16,0 1 0 0,-2 1 0 0,1 2 0 15,-1 0-448 1,-1 2-32-16,0 1 0 0,0-1 0 0,1 3-1552 0,-1-2-304 0</inkml:trace>
  <inkml:trace contextRef="#ctx0" brushRef="#br0" timeOffset="128752.7">4521 6832 13823 0,'-1'0'608'0,"1"0"128"0,0 0-592 0,0 0-144 16,0 0 0-16,0 0 0 0,1 0 1760 0,0 0 320 15,1 0 64-15,1 0 16 0,1 2 32 0,2-2 16 16,-6 0 0-16,0 0 0 0,0 0-720 0,0 0-144 16,37-3-16-16,-29 2-16 0,1-1-672 0,-1-1-128 15,0 1-16-15,0-1-16 0,-1 1-272 0,2 0-48 16,-3-1-16-16,1 1 0 0,-1-1-144 0,0 0 0 0,-2 0 0 0,0 0 0 31,0 1-1024-31,-2 1-64 0,1 0-32 0,-2 1 0 16,0 0-1872-16,-1 0-368 0</inkml:trace>
  <inkml:trace contextRef="#ctx0" brushRef="#br0" timeOffset="128927.46">4552 6927 6271 0,'-1'1'128'0,"0"-1"48"0,1 2 0 0,0-2 0 0,0 0-176 0,0 0 0 0,1 0 0 0,0 0 0 0,1 0 3120 0,1-2 592 15,1 1 112-15,2-1 16 0,-2 0-640 0,2 1-128 16,0-1-16-16,0 2-16 0,0 0-1360 0,1-2-272 15,-1 2-48-15,1 0-16 0,-1-2-752 0,0 2-144 16,0-1-48-16,0 1 0 0,-1 0-400 0,1-2 0 16,0 0 0-16,-1 1 0 15,2-2-1744-15,-2 0-288 0</inkml:trace>
  <inkml:trace contextRef="#ctx0" brushRef="#br0" timeOffset="129272.71">4810 6795 12895 0,'0'0'576'0,"0"-1"112"0,0 1-560 0,0 0-128 0,-1 0 0 0,1 1 0 15,-1-1 2048-15,0 2 384 0,0 0 80 0,-2 1 16 16,0 1-768-16,0 3-160 0,-1-2-16 0,0 3-16 16,0 1 352-16,0 2 64 0,-1-1 0 0,1 2 16 31,1 1-2000-31,-1 0-496 0,0-1-48 0,2 0-16 0,1 0 880 0,1-3 192 0,0-9 16 0,0 0 16 15,0 0-160-15,0 0-48 16,0 0 0-16,27 29 0 0,-27-29-192 0,0 0-144 0,29-6 192 0,-29 6-192 16,25-9 384-16,-11 1-16 0,0-1-16 0,-1 0 0 15,1 0-80-15,-1-3-16 0,0 0 0 0,-2 0 0 0,-1 2-256 0,-2-1 128 16,-2 2-128-16,-1-1 0 0,-2 0 0 0,-3 1 0 16,-1-1 0-16,-4 3 0 0,-1 0 0 0,-3 0 0 15,-2 0 0-15,0 1 0 0,-1 1-192 0,-1 1-160 16,-2 0-32-16,-1-1 0 15,1 1-1216-15,2 1-256 0</inkml:trace>
  <inkml:trace contextRef="#ctx0" brushRef="#br0" timeOffset="130716.66">4530 5964 7359 0,'-1'-2'656'0,"0"0"-528"0,0 2-128 0,0-2 0 0,1 2 1280 0,-1-2 208 15,-1 1 48-15,-1-2 16 0,0-1 528 0,0 0 96 32,-1 1 32-32,3 0 0 0,-1 1-384 0,0 2-80 0,1 0-16 0,1 0 0 0,-1 5-432 0,0 0-80 15,-1 1-32-15,0 4 0 0,0 0-416 0,0 2-64 16,-1 4-32-16,1 0 0 15,-2-1-368-15,0 2-80 0,1-1-16 0,-2 0 0 0,0 4-208 0,2-5 0 16,-1 0 0-16,1-3 0 0,0 0 0 0,1-2 0 16,1-1 0-16,0-3 0 0,1-2-224 0,1 0 16 0,-1 0 0 0,1-1 0 31,-1 0-1920-31,1-1-384 0,1-1-80 0,0 1-9776 0</inkml:trace>
  <inkml:trace contextRef="#ctx0" brushRef="#br0" timeOffset="131047.45">4661 5946 9327 0,'0'-3'192'0,"-1"1"64"0,1-1 0 0,-1 3 0 0,1 0-256 0,-1 1 0 0,0 1 0 0,-1 0 0 0,-1 1 1376 16,-2 1 224-1,-1 4 32-15,-1 1 16 0,0 1-848 0,0 1-160 16,1 1-48-16,-2 1 0 0,2 0 80 0,-1 1 16 0,2 0 0 0,-1-1 0 0,1 1 144 0,-1 2 48 16,3-1 0-16,-2-3 0 0,3 0-16 0,0-1 0 15,1-2 0-15,1-1 0 0,2-1-400 0,0-2-80 16,1 1 0-16,0-3-16 0,2 0-144 0,-5-3-32 16,0 0 0-16,0 0 0 0,0 0-192 0,35-3 0 15,-26 0 0-15,0 0 0 0,1 0 352 0,0-2-32 16,1 0 0-16,0 3 0 0,1-3-176 0,-1 2-144 0,-11 3 192 15,0 0-192-15,30-3 0 0,-22 2 0 0,0 1 0 0,-8 0 0 32,0 0-288-32,0 0-160 0,31-2-48 0,-26 2-12224 0</inkml:trace>
  <inkml:trace contextRef="#ctx0" brushRef="#br0" timeOffset="131252">4745 6010 11967 0,'-6'-8'528'0,"2"5"112"0,3 0-512 0,-1 2-128 0,0 1 0 0,1 0 0 16,-1 3 2048-16,0-1 368 0,-2 3 80 0,-1 3 0 15,-2 5-736-15,-1 6-160 0,-1 2-16 0,0 5-16 16,-1 3-224-16,1 2-32 0,1 2-16 0,-2-4 0 16,3 1-784-16,0-6-144 0,3-3-48 0,0-4 0 0,3-3-544 0,0-2-112 15</inkml:trace>
  <inkml:trace contextRef="#ctx0" brushRef="#br0" timeOffset="132799.23">5430 6104 3679 0,'0'-2'320'0,"0"2"-320"0,0 0 0 0,0 0 0 0,0 0 960 0,0-1 128 15,0 0 32-15,0 1 0 0,0-3 400 0,-1 1 80 16,1-1 0-16,-1 1 16 0,1 0 16 0,-1 0 0 0,0 0 0 16,0 1 0-1,0-1-128-15,0 1-32 0,0 1 0 0,0-2 0 0,0 2-448 0,-1 0-80 0,1 0-32 0,-1 0 0 16,1 2-320-16,-2-1-64 15,1 2-16-15,-2 1 0 0,1 0-160 0,-1 1-32 0,-1 2-16 0,-2 3 0 16,-1 2-112-16,-1 3-32 0,0 3 0 0,-3 3 0 16,1 3 48-16,0 2 16 0,0 0 0 0,1 5 0 15,-2 2 16-15,2 3 0 0,0 2 0 0,1 5 0 16,0 8 384-16,0 1 80 16,2 1 0-16,1 1 16 0,3-6-192 0,0 1-32 0,1 1-16 0,3-1 0 15,2 0-288-15,1-5-64 16,4-3-128-16,0-6 192 0,1-6-192 0,-9-29 0 0,18 47 0 0,-18-47 0 0,22 34 0 15,-22-34-256-15,0 0 48 0,0 0 16 16,39 33-1168-16,-39-33-240 0,0 0-32 0,0 0-13264 16</inkml:trace>
  <inkml:trace contextRef="#ctx0" brushRef="#br0" timeOffset="133412.57">5723 6072 7359 0,'1'-5'656'0,"0"2"-528"16,0-1-128-16,0 1 0 0,0 1 704 0,-1 1 128 16,0 1 0-16,1-3 16 0,-1 0 1520 0,1-2 320 15,-1 0 48-15,0 0 16 0,0 1-272 0,0 1-48 16,-2 1-16-16,0 0 0 0,-2 2-880 0,1 0-160 16,1 2-32-16,-2 0-16 0,-1 1-704 0,-1 4-144 0,-2 2-32 0,-1 1 0 15,1 4-224-15,-3 1-48 16,1 3-16-16,-1 2 0 0,0 2-160 0,0 0 0 0,0 2 144 0,0-3-144 15,0-2 0-15,1 0 0 0,2-2 0 0,1-5 0 16,3-1 0-16,-1-1 144 0,2 1-144 0,1-3 0 16,2-1 176-16,0 0-176 0,1-2 160 0,1-2-160 15,1 1 0-15,2-3 0 0,-5-1 0 0,0 0 0 16,0 0 192-16,34-3-64 0,-23 0-128 0,1-1 192 16,-12 4 192-16,27-5 16 0,-27 5 16 0,26-5 0 15,-26 5-224-15,0 0-32 0,35-5-16 0,-35 5 0 0,0 0-144 16,28-1 0-16,-20 1 0 0,-1-1 0 0,-1 1 0 0,0 0 0 15,0-2 0-15,-1 2 0 16,-1-2-1536-16,0 1-176 16,0-2-32-16,0 1-8720 0,-1-2-1744 0</inkml:trace>
  <inkml:trace contextRef="#ctx0" brushRef="#br0" timeOffset="133635.57">5736 6202 5519 0,'-1'0'496'0,"0"2"-496"15,0-2 0-15,0 2 0 0,1-2 1520 0,-1 3 208 16,0 2 32-16,-3 1 16 0,0 3 656 0,-1 2 128 16,0 3 16-16,-2-2 16 0,2 2-736 0,-2 0-160 0,1 2-32 0,-2 1 0 15,2-2-256-15,-1 1-64 0,0 0-16 0,0 1 0 16,0-2-208-16,1 1-32 0,-1 0-16 16,2-1 0-16,0-3-688 0,1-1-144 0,2-1-32 0,1-2 0 15,2-1-208-15,0-2-256 16,2-1 48-16,1-4-15888 0</inkml:trace>
  <inkml:trace contextRef="#ctx0" brushRef="#br0" timeOffset="134171.96">5888 6197 11967 0,'1'-5'528'0,"0"3"112"0,0-2-512 0,-1 3-128 0,0 1 0 0,0 0 0 16,-1 0 2288-16,0 0 416 0,0 0 96 0,-1 0 16 0,-1 1 576 0,-1 3 128 15,-1-2 32-15,0 3 0 16,-1 0-3232-16,1-1-640 0,0 4-128 0,0-2-16 0,1-1 592 0,1 0 112 16,0 2 16-16,2-2 16 0,1-1-128 0,1-1-16 15,2 2-128-15,0-3 192 0,-3-2-192 0,0 0 0 16,0 0 0-16,0 0 0 0,0 0 0 0,39 20 0 16,-39-20 0-16,0 0 0 0,0 0 0 0,0 0 144 0,43 20 16 0,-43-20 0 15,0 0 96-15,0 0 32 16,34 31 0-16,-34-31 0 0,0 0-288 0,0 0 128 0,20 34-128 0,-20-34 0 15,0 0 128-15,5 28-128 0,-6-19 0 0,-1 1 0 16,0-1 0 0,-2-1 160-16,1 2-160 0,-2-3 128 0,-1 1-128 0,1-2 192 0,-2 0-192 0,2-1 192 15,-2 0-192-15,1-3 0 0,-1 1 144 0,0 0-144 16,-1-3 0-16,2 0 0 0,0-1 0 16,0-1 0-16,-1-1 0 0,2 1 0 0,-1-3 0 0,2-2 0 0,0 2 0 0,1-2 0 15,1 1 0-15,1-1 0 16,0-1 0-16,1-1 0 0,1 0 0 0,1-1-128 0,2 0 128 0,0 1 0 15,0 1 0-15,1-1 0 0,0 3 0 16,0 0 128-16,1-1-128 0,0 0 0 16,1 2 272-16,0-2-16 0,0 1 0 0,1-2 0 0,0 3-256 0,2-5 128 15,-1 3-128-15,1-2 0 0,-1-1 0 0,1 3 0 16,0-2 0-16,-2-1 0 0,0 1 0 0,0-1 0 16,-1-1 0-16,-2-1 0 0,-2 1 128 15,-2 0-128-15,-2 2 0 0,-3-1 0 16,-1 3 192-16,-2 1-192 0,-1 1 192 15,-4 3-192-15,-1 1 256 0,-4 3-64 0,-1 1-16 0,-1 4 0 16,-2-2-176-16,0 3 160 0,1 1-160 0,-1 0 160 31,4 2-1056-31,0-1-224 0</inkml:trace>
  <inkml:trace contextRef="#ctx0" brushRef="#br0" timeOffset="134991.2">5675 6816 13823 0,'-1'0'1216'0,"1"-2"-960"0,0 1-256 0,-1 1 0 0,1 0 1360 0,0-2 240 16,0 0 32-16,-1 1 16 0,1-3-16 0,0 0 0 16,0-1 0-16,1 2 0 0,1-2-352 0,1 1-80 15,-1 1-16-15,1-1 0 0,1 1-224 0,0 0-64 16,-1 0 0-16,2 0 0 0,0 1-208 0,0-1-48 16,1 3-16-16,-2-3 0 0,1 3-240 0,1 0-32 15,-1 0-16-15,1 0 0 0,-2 1-96 0,2 3-32 16,-1-1 0-16,-5-3 0 0,0 0-208 0,0 0 144 0,26 35-144 0,-26-35 128 15,0 0-128-15,19 48 0 16,-19-48 0-16,10 40 0 0,-10-40 0 0,5 38 0 0,-5-38 0 0,2 37 0 16,-2-20 0-16,-2-2 0 0,0-1 0 0,-1-4 0 15,1 1 0-15,0-4 0 0,-2 1 0 0,1-2 128 16,-1-1-128-16,2 0 0 0,-2-3 144 0,1 0-144 16,1 1 224-16,-1-3-32 0,2 0 0 0,-1 0 0 15,0-3-16-15,0 0-16 0,1-2 0 0,0-1 0 16,0 0 96-16,1-2 32 0,1 1 0 0,1-4 0 15,1-1-96-15,0-2 0 0,2-1-16 0,1-2 0 0,0-1-176 16,1 1 0-16,0-2 0 0,1 2 0 0,-1 0 0 0,1 1 0 16,1 2 0-16,-1 2 0 0,-1 0 0 0,0 5 0 15,-2 0 0-15,1 2 0 16,1 2-512-16,-1 1-128 16,0 0-16-16,-2 2-16800 0</inkml:trace>
  <inkml:trace contextRef="#ctx0" brushRef="#br0" timeOffset="135919.1">6271 6066 9215 0,'2'-3'816'0,"-1"0"-656"0,0 2-160 0,0-1 0 0,-1 2 1664 0,1 0 288 0,1-3 64 0,-1 1 16 31,3-2 272-31,0-1 64 0,1 0 16 0,0 3 0 0,0-1-800 0,0 1-176 0,1 4-16 0,0-1-16 15,-6-1-400-15,0 0-80 0,0 0 0 0,36 29-16 16,-36-29-288-16,0 0-48 0,33 51-16 16,-33-51 0-16,28 57 0 0,-14-22 0 0,-1 1 0 0,-2 0 0 15,-3-6-192-15,0 6-32 0,-1 2-16 16,-2 1 0-16,-2-1-288 0,-1 1 0 0,-1-1 0 0,-2 0 0 16,-1-2 128-16,-2-6-128 0,-2 1 0 0,-2-2 0 15,-2 0 0-15,-2-4 160 16,0-1-160-16,-1-3 128 0,-1 1 64 0,0-1 0 0,-1-5 0 0,0 1 0 0,2-3-192 15,-3-4 0-15,1 1 0 0,-2-1-11552 16,0-3-2336-16</inkml:trace>
  <inkml:trace contextRef="#ctx0" brushRef="#br0" timeOffset="137020.84">6894 5914 6447 0,'-2'3'576'0,"-1"-2"-576"0,2 1 0 0,0 0 0 15,-1-1 960-15,0 2 64 0,-1 0 32 0,-4 4 0 16,-1 3 448-16,-2 2 96 0,0 0 0 0,3 2 16 15,-1 0-288-15,2 2-64 0,-2 4-16 0,2 3 0 16,0 4 0-16,-2 4 0 0,2 4 0 0,0 1 0 16,0 6 368-16,0-2 80 0,0 3 16 0,0 3 0 15,0 0-352-15,1 4-64 0,-1 5-16 0,1-1 0 0,-1-2-544 0,1 0-112 16,2-2-32-16,-1 2 0 0,1 0-352 0,2-2-80 16,2-7-16-16,3-7 0 0,2-5-144 0,-6-31 0 15,14 43 0-15,-14-43 0 0,0 0 0 0,25 35 0 16,-25-35-128-16,0 0 128 15,0 0-464-15,44 9-32 0,-32-14 0 0,1-2-16016 0</inkml:trace>
  <inkml:trace contextRef="#ctx0" brushRef="#br0" timeOffset="137367.41">7193 6054 25791 0,'0'-2'1152'0,"0"0"224"0,0 2-1104 0,-1-2-272 15,1 2 0-15,-1 2 0 0,1-2 1872 0,-1 1 320 16,0 0 64-16,-1 4 16 0,-1 2-912 0,-1 1-176 16,0 3-32-16,1 1-16 0,-1 0-672 0,0 2-128 15,1 1-16-15,1 1-16 0,2-16-304 0,-3 31 0 16,3-31 128-16,-1 33-128 0,1-33 0 0,-1 28 0 16,1-28 0-16,-1 29 0 15,0-15-640-15,0 1-144 0</inkml:trace>
  <inkml:trace contextRef="#ctx0" brushRef="#br0" timeOffset="137635.09">6897 6479 10127 0,'-3'1'896'0,"1"0"-704"0,1 0-192 0,1-1 0 15,1 0 1280-15,-1 2 208 0,0-1 48 0,-1 0 16 16,2 2 1072-16,0 1 224 0,3-1 32 0,-4-3 16 15,0 0-816-15,0 0-160 0,37 2-48 0,-37-2 0 16,30-5-400-16,-30 5-64 0,33-5-32 0,-33 5 0 16,38-9-624-16,-38 9-128 0,45-7-32 0,-23 2 0 0,-22 5-336 0,45-7-64 15,-45 7 0-15,45-7-16 0,-45 7-176 0,41-5 0 16,-41 5 0-16,36-4 128 0,-36 4-128 0,32-5 0 16,-32 5 0-16,27-4 0 0,-16 3 0 0,-2-1 0 15,-2-1 0-15,0 3 0 16,-3-2-1424-16,0 2-176 0,-3 0-16 0,-1 2-14768 0</inkml:trace>
  <inkml:trace contextRef="#ctx0" brushRef="#br0" timeOffset="138013.26">7046 6676 11055 0,'-1'2'976'0,"0"-2"-784"0,1 2-192 0,1-2 0 0,0 0 1408 0,-1 0 256 0,1 0 32 0,2 0 16 16,2 0 912-16,0 0 176 0,-5 0 32 0,0 0 16 16,33-6-928-16,-33 6-176 0,27-5-32 0,-27 5-16 15,29-1-784-15,-29 1-144 0,0 0-48 0,38 4 0 16,-38-4-384-16,0 0-80 16,0 0 0-16,37 18-16 0,-37-18-240 0,0 0 0 0,0 0 0 0,8 29 0 15,-12-18 0-15,0-1-160 0,-3 0 0 0,1 1 0 16,-2-2-208-16,-1 1-32 0,-2 2-16 0,0 1 0 0,0-2 96 0,0 1 32 15,0 0 0-15,1-1 0 0,1-1 96 0,0-1 32 16,4 1 0-16,-1-3 0 0,3 1 160 0,2-2 0 16,1 0 0-16,0-6 0 0,0 0 0 0,0 0 0 15,0 0 0-15,0 0 128 16,46 11 384-16,-46-11 64 0,31-3 32 0,-31 3 0 0,35-7 96 0,-35 7 0 16,37-9 16-16,-37 9 0 0,33-7-480 0,-18 0-112 0,0 3 0 15,0-2-128 1,1 0-448-16,-1 0-192 0,1-1-32 0,0-2-15872 0</inkml:trace>
  <inkml:trace contextRef="#ctx0" brushRef="#br0" timeOffset="138372.91">7521 6016 5519 0,'0'-14'496'0,"1"5"-496"0,0 0 0 0,0 4 0 0,0 2 1168 0,0 1 144 15,0 2 32-15,1-2 0 0,1-1 1216 0,2-1 240 32,1 3 48-32,1 4 16 0,-7-3-656 0,0 0-128 15,0 0-32-15,37 43 0 0,-37-43-704 0,21 36-128 16,-21-36-48-16,25 44 0 0,-25-44 112 0,26 48 0 15,-26-48 16-15,25 47 0 0,-25-47-400 0,26 45-64 16,-26-45-32-16,23 45 0 0,-23-45-448 0,18 41-96 16,-18-41 0-16,20 52-16 15,-20-52-240-15,16 61 128 0,-8-27-128 0,-2 4 0 0,-2 1 0 0,-2-1 128 0,-2 0-128 0,-4-2 0 16,-1 2 0-16,-4 2 0 0,-3 1 0 0,-2 1 0 16,0-1 0-16,-4-3 0 0,0-3 0 0,0-6 0 15,-1-3 0-15,1-5 0 0,-1-4 0 0,0-3-18192 16</inkml:trace>
  <inkml:trace contextRef="#ctx0" brushRef="#br0" timeOffset="139900.87">7855 5701 11055 0,'-2'-2'976'0,"1"2"-784"0,0-2-192 0,1 1 0 0,0 1 912 0,0 0 144 16,-1 0 32-16,0-2 0 15,-1 0 1008-15,0 0 208 0,0-1 32 0,1 1 16 0,0 0-432 16,0 1-64-16,1-1-32 0,0 2 0 0,1 0-496 0,0 0-112 16,0 0 0-16,1-2-16 0,0 2-560 0,1 0-96 15,-2 2-32-15,1-2 0 0,1 0-320 0,-1 0-192 16,0 0 192-16,0 2-192 0,-1-2 128 0,0 0-128 16,0 1 0-16,-1-1 0 0,1 2 128 0,0-2-128 15,-1 0 144-15,1 0-144 0,-1 0 320 0,0 0-16 16,0 0-16-16,0 0 0 0,0 0-96 0,0 0 0 15,0 0-16-15,0 2 0 0,0-2-176 0,1 3 192 16,0 0-192-16,0 1 192 16,0 3-192-16,0 0 0 0,-1-7 0 0,0 0 0 0,5 33 0 0,-5-33 0 0,0 0 0 0,6 43 0 15,-6-43 0-15,4 33 0 0,-4-33 0 16,2 29 0-16,-2-29 0 0,0 0 0 0,-2 33 0 0,1-26 0 16,-1 1 0-16,0-2 0 0,0-1 0 0,0-1 0 15,0 1 0-15,-1-2 0 0,0 1 0 0,0-2 0 16,-1 1 0-16,2 0 0 0,-1-1 0 0,-1-1 0 15,0 0 0-15,1-1 0 0,0 2 0 0,-1-2 128 16,2 0-128-16,0-2 0 0,0 2 144 0,-1-2-144 16,2-1 0-16,0-2 0 0,2-1 0 0,0-2 128 0,2-1-128 15,0-3 0-15,2 0 0 0,0-4 0 0,1 0 0 0,1-2 0 16,-1 0 0-16,1 1 128 0,0 0-128 0,2 0 0 16,-2 4 0-16,0 1 0 15,0 5 0-15,-1-1 0 0,0 2 0 0,-1 3 0 0,0 0 0 0,0 1 0 31,-1 2 0-31,0-1-128 0,0 2-208 0,-1-1-48 0,0 2 0 0,1 1-16640 16</inkml:trace>
  <inkml:trace contextRef="#ctx0" brushRef="#br0" timeOffset="140563.76">8314 5880 7359 0,'1'-3'656'0,"0"0"-528"0,-1 1-128 0,0 1 0 15,0 1 1408-15,-1-1 256 0,1-2 64 0,-1-2 0 16,-1 1 768-16,1-1 176 0,-3 0 16 0,0 3 16 15,0 2-1200-15,0 0-240 0,-2 2-48 0,1 1-16 16,-2 4-256-16,1 0-48 0,-2 2-16 0,1 5 0 16,-1 1-144-16,1 4-32 0,-1 0 0 0,-2 5 0 0,1 9-144 0,-2 3-48 15,0 6 0-15,1 3 0 16,-1 3 176-16,0 1 16 0,2 1 16 0,1-4 0 0,-1-2-208 0,3 4-32 16,1 1-16-16,2-2 0 0,4 0-128 0,2-6-16 15,4-5-16-15,-7-36 0 0,17 62-176 0,-17-62-128 16,26 50 192-16,-26-50-192 0,29 42 0 0,-29-42 0 15,34 34 0-15,-34-34 0 0,36 28 0 0,-36-28 0 16,35 16 0-16,-35-16 0 0,0 0 0 0,45 14 0 16,-45-14 0-16,0 0-144 15,34 5-912-15,-34-5-176 0,0 0-48 0,0 0-15488 0</inkml:trace>
  <inkml:trace contextRef="#ctx0" brushRef="#br0" timeOffset="141367.67">8729 5766 9215 0,'1'-5'816'0,"0"2"-656"16,0 1-160-16,-1 2 0 0,0 0 1280 0,0-2 208 0,1 0 48 0,-1-1 16 15,1-2 1072-15,0 3 192 16,0-1 64-16,-1 4 0 0,0 3-1104 0,-1 1-224 0,1-5-32 0,-2 26-16 16,1-9-560-16,-1 2-112 0,0 3-32 0,0-2 0 15,2-20-352-15,-2 41-64 0,2-41 0 0,-2 33-16 16,2-33-224-16,0 33-144 0,0-33 192 0,0 28-192 16,0-28 0-16,0 26 0 0,0-26-240 0,0 0-15248 15</inkml:trace>
  <inkml:trace contextRef="#ctx0" brushRef="#br0" timeOffset="141666.15">8469 6263 14735 0,'-4'3'640'0,"2"-1"160"0,-1-2-640 0,1 2-160 16,1-2 0-16,0 0 0 0,1 0 1600 0,-1 1 304 15,-1 1 48-15,1-2 16 0,-1 2-272 0,1-2-48 16,1 1-16-16,2-1 0 0,0-1-320 0,3 1-64 16,2-2-16-16,1 0 0 15,-8 2-80-15,23-5 0 0,-7 2-16 0,1-2 0 0,3 2-352 0,-1 0-64 0,-19 3-16 0,43-3 0 16,-43 3-336-16,45-3-80 0,-45 3-16 0,50 0 0 16,-50 0-144-16,46 0-128 0,-46 0 144 15,42-2-144-15,-42 2 0 0,38-1 128 0,-38 1-128 0,34-3 0 16,-34 3 0-16,31-3 0 0,-31 3 0 0,0 0 0 15,34-4 0-15,-27 3 0 0,-1-1 0 0,-2 2 0 16,-2 0-1568 0,-2 0-208-16</inkml:trace>
  <inkml:trace contextRef="#ctx0" brushRef="#br0" timeOffset="142076.71">8573 6479 18431 0,'-1'2'816'0,"1"-1"160"0,1 1-784 0,0-1-192 15,0-1 0-15,1 0 0 16,0 1 2288-16,0-1 400 0,-2 0 96 0,0 0 16 0,0 0-656 0,36 0-128 16,-36 0-32-1,0 0 0-15,39 0-896 0,-39 0-192 0,0 0-48 0,42 5 0 0,-42-5-416 0,0 0-96 16,39 9-16-16,-39-9 0 0,0 0-192 0,0 0-128 15,34 26 128-15,-34-26-128 0,0 0 0 0,0 0 0 16,17 32 0-16,-17-32 0 16,0 0 0-16,-3 28 0 0,0-19 0 0,-2 0 0 0,0 1-208 0,-1-2 32 15,-2 1 16-15,1 0 0 0,-1-1 16 0,-2 1 0 0,0 2 0 0,0-1 0 16,1 0 0-16,0-1 0 0,1 0 0 0,2 0 0 16,1 0 144-16,2-2 0 0,1 2-144 0,2-5 144 15,0-4 0-15,0 0 0 0,0 0 0 0,0 0 0 16,0 0 0-16,38 18 0 0,-38-18 0 0,0 0 0 15,40-6 384-15,-25 2 64 0,1-4 0 0,1 2 0 0,2-3-208 0,-1-1-48 16,-3 3 0-16,2-1 0 0,1-1-192 0,-1 2 0 31,-1-1 128-31,0 0-128 0,-1 2-288 0,-2-1-96 16,0 2-32-16,-1-1-17248 0</inkml:trace>
  <inkml:trace contextRef="#ctx0" brushRef="#br0" timeOffset="142453.97">9108 5559 19343 0,'0'-9'848'0,"0"1"192"0,1 4-832 0,-1 0-208 0,1 3 0 0,-1 1 0 16,0 0 1552-16,0 1 272 0,0 1 48 0,-1 2 16 16,-2 3-608-16,0 2-128 0,-3 6-32 0,0-1 0 15,0 4-864-15,-1 0-256 0,-1 3 0 0,0 1 128 16,2-1-128-16,-2 0 0 0,0 1 128 0,2-4-128 16,0 1 240-16,3-2-32 0,0-4 0 0,3-13 0 15,0 0 176-15,1 29 48 0,-1-29 0 0,0 0 0 16,0 0-304-16,0 0-128 0,0 0 0 0,39 29 128 15,-39-29 256-15,0 0 64 0,39 6 0 0,-39-6 0 16,29 0 64-16,-29 0 32 0,33-1 0 0,-33 1 0 0,30-2-544 0,-16-1 0 16,-1 1 0-16,0-1 0 0,-1 1 0 0,-1-2-304 15,-1 1 48-15,-2 0 0 16,-1 0-2400-16,-1-1-480 0</inkml:trace>
  <inkml:trace contextRef="#ctx0" brushRef="#br0" timeOffset="142650.46">9169 5692 15663 0,'-1'-2'688'0,"0"2"144"15,1 2-656-15,-1-2-176 0,0 2 0 0,0 0 0 0,0 1 1504 0,-1 4 272 0,0 3 48 0,-3 6 16 16,-2 4 160-16,0 5 48 0,-3 1 0 0,2-1 0 16,0 0-912-16,0-4-176 0,1-1-48 0,0-2 0 15,2-1-144-15,1-3-16 0,1-2-16 0,1-3 0 16,2-9-544-16,0 0-192 0,0 0 144 0,0 0-144 31,0 0-752-31,0 0-224 0</inkml:trace>
  <inkml:trace contextRef="#ctx0" brushRef="#br0" timeOffset="143478.15">9406 5578 11055 0,'1'-2'976'0,"-1"0"-784"15,-1 1-192-15,0 1 0 0,0 0 1552 0,0 0 272 16,0-2 48-16,-1 2 16 0,-1-2-48 0,-1 2-16 16,-2 2 0-16,1 0 0 0,-1 2-864 0,0 0-160 15,-1 3-32-15,1 0-16 0,0 2 16 0,1-1 16 16,1-1 0-16,0 2 0 0,1 0-208 0,1-2-32 15,1 1-16-15,1-2 0 0,0 2-144 0,0-8-48 16,0 0 0-16,0 0 0 16,0 0-112-16,20 35-32 0,-20-35 0 0,0 0 0 0,0 0 176 0,35 29 16 15,-35-29 16-15,0 0 0 0,33 27-144 0,-33-27-48 16,0 0 0-16,30 29 0 0,-30-29-208 0,0 0 0 0,0 0 0 16,25 38 0-16,-25-38 0 0,0 0 0 0,0 0 0 0,0 0 0 15,0 32 0-15,-5-28 0 0,-1 1 128 0,-2 0-128 16,-1-3 0-16,-2 3 0 0,1-3 128 15,0-1-128-15,-1 1 0 0,0-2 0 0,-1 0 0 0,0-2 0 16,0 1 0-16,0-1 0 0,2-1 0 0,1 1 0 16,0 0 0-16,2-3 0 0,2 0 0 0,0 1 0 15,3-4 0-15,1 1 0 0,2-1 0 0,1-1 0 0,3-2 0 0,1 1 0 16,2-3 0-16,2 0 0 0,0-1 0 0,1 2 0 16,0 0 0-16,0-1 0 0,0 0 0 0,2-1 320 15,1 0-32-15,0-1-16 0,1-1-272 0,-2 2 128 16,-1 0-128-16,-3 2 0 0,-1 0 128 0,-3 1-128 15,-2 0 0-15,-1 2 0 0,-3 2 256 0,-1-3-48 16,0 4-16-16,-4 0 0 0,0 0 192 0,-1 1 16 16,0 2 16-16,-2 1 0 0,1 2-224 0,0-2-64 15,0 2 0-15,2 0 0 0,0 2-416 0,1-1-96 16,2 2 0-16,-1 2-16 16,3 0-1712-16,1 2-320 0</inkml:trace>
  <inkml:trace contextRef="#ctx0" brushRef="#br0" timeOffset="143713.97">9567 5664 10127 0,'0'0'896'0,"-1"-2"-704"0,1 2-192 0,0 0 0 16,0 0 1904-16,0 0 336 0,0-1 80 0,0 1 16 15,1 0 160-15,1-2 16 0,1 2 16 0,1-1 0 16,2 2-1120-16,0-1-240 0,1 2-32 0,1-2-16 15,1 0-96-15,0 0 0 0,1-2-16 0,1 1 0 16,-11 1-304-16,25-2-48 0,-13 0-16 0,1 0 0 16,1-3-400-16,-1 2-96 0,-1 0-16 15,-1-1 0-15,-1 2-128 0,-1-1 0 0,-1 0 0 0,1 0-11328 16,-2 0-2176-16</inkml:trace>
  <inkml:trace contextRef="#ctx0" brushRef="#br0" timeOffset="144138.73">9851 5545 11055 0,'-1'-2'480'0,"0"2"112"0,0 0-464 0,1-1-128 0,0 1 0 0,0 0 0 16,0 0 1728-16,0 0 336 15,1 1 64-15,1 1 16 0,0-2-480 0,1 2-80 0,0-2-32 0,1 3 0 16,1-3 208-16,-2 2 32 0,-3-2 16 0,0 0 0 15,0 0-592-15,0 0-112 0,0 0-16 0,0 0-16 16,37 24-432-16,-37-24-64 0,0 0-32 0,0 0 0 16,0 0-176-16,0 0-48 0,28 42 0 0,-28-42 0 15,0 0-144-15,0 0-48 0,9 41 0 0,-9-41 0 16,0 0-128-16,-2 38 0 16,-1-24 0-16,-1 0 128 0,4-14-128 0,-7 24 0 0,2-12 0 0,2-1 0 0,-1-3 0 0,0-1 0 31,2 0 0-31,-1-5 128 0,3 1-128 0,-1-1 0 0,1-2 0 0,0-2 128 0,0 1 256 0,0-3 32 15,1-1 16-15,0-1 0 0,1-2-80 0,1-1-16 16,0-1 0-16,1-2 0 0,2-1-160 0,0 0-48 16,-1-4 0-16,4-1 0 15,0-1-128-15,1-3 128 0,-1 1-128 0,1 2 128 0,0 0-128 0,-1 1 0 16,1 3 0-16,-1 0 0 0,1 4 0 0,-2 0 0 16,1 2 0-16,0 3 0 0,-3 1-256 0,1 2-48 15,-2 2 0-15,1 0 0 16,-2 1-1568-16,1 1-320 0</inkml:trace>
  <inkml:trace contextRef="#ctx0" brushRef="#br0" timeOffset="144815.03">7929 5760 6447 0,'-1'0'576'0,"1"0"-576"16,-2 0 0-16,1 0 0 0,0 1 976 0,0-1 96 15,1 2 16-15,-1-2 0 0,-1 2 992 0,-1-1 208 16,1 1 32-16,1-1 16 0,-1 0-160 0,1-1-48 16,0 0 0-16,1-1 0 0,1 0-144 0,1-1-48 15,0-1 0-15,1 0 0 0,1-1-688 0,2-3-144 16,-1 2-16-16,2-2-16 0,0 1-320 0,0-3-64 15,4 0-16-15,-2 0 0 0,0 1-464 0,0-1-80 16,1 2-128-16,-3 0 176 0,1 2-176 0,-3 1 0 16,0 1 0-16,-2 0 0 0,2 3 0 0,-1 0 0 15,-1 0 0-15,-1 4-17792 0</inkml:trace>
  <inkml:trace contextRef="#ctx0" brushRef="#br0" timeOffset="168059.19">8824 5898 911 0,'-1'-2'0'0,"0"-2"0"0,0 1 0 0,0 2 0 15,1 1 576-15,0-2 16 0,-1-2 16 0,-2-4 0 16,0 1 336-16,0-4 64 0,3 2 16 0,-2 1 0 15,2 1 320-15,1 0 64 0,0 2 0 0,0-2 16 16,1 2 48-16,0 0 0 0,1 0 0 0,0 1 0 16,0 2-272-16,0-1-48 0,1 0-16 0,0 1 0 15,0 2-384-15,0 0-80 0,0 2-16 0,0 1 0 0,1 2-272 0,0-1-64 16,-5-4-16-16,0 0 0 0,0 0 144 0,25 39 48 16,-25-39 0-16,0 0 0 0,24 42 128 0,-24-42 16 15,0 0 16-15,26 52 0 0,-26-52-128 0,18 43-16 16,-18-43-16-16,16 39 0 0,-16-39-192 0,18 49-48 15,-18-49 0-15,20 54 0 0,-20-54-112 0,19 57-16 16,-19-57-128-16,14 57 192 16,-14-57-48-16,11 52-16 0,-11-52 0 0,8 53 0 0,-8-53 368 0,4 49 64 15,-3-18 16-15,-1 1 0 0,1 1 16 0,-2-1 16 16,1 2 0-16,0-5 0 0,0-2-256 0,-1-3-48 0,1-24-16 16,0 45 0-16,0-24-288 0,-1-3 0 15,0 1 128-15,-1-1-128 0,-1-1 0 0,-2-1 0 0,0 3 0 0,-3-2 0 16,-2 1 0-16,-2 2 0 0,-3 3 0 0,-2 1 0 15,-2 0 0-15,-2 0 0 16,-2 2 0-16,-2-1 0 0,1-1 0 0,-1 0 0 0,-4 2 0 16,3-2-16880-16</inkml:trace>
  <inkml:trace contextRef="#ctx0" brushRef="#br0" timeOffset="170496.49">3861 7740 3679 0,'-2'-2'320'0,"1"0"-320"0,1-1 0 0,0 3 0 15,1-2 2464-15,0 2 416 0,1 0 96 0,-1 0 16 16,1 0-992-16,1-2-192 0,2 2-32 0,1 0-16 15,2 0-224-15,1-1-32 0,2 1-16 0,2-2 0 16,1 1-144-16,1-2-48 0,3 1 0 0,-2-1 0 16,3 0-544-16,-3 1-112 15,2-2-32-15,0 1 0 0,-2 1-224 0,1-1-32 0,-1 1-16 0,-1-1 0 16,-1 1-336-16,-1-1 0 16,-1 0 0-16,-1 0 0 0,-2 1 0 0,-3 1-192 15,-1 2 32-15,-2 1-14880 0</inkml:trace>
  <inkml:trace contextRef="#ctx0" brushRef="#br0" timeOffset="170716.66">3969 7890 6447 0,'-2'0'576'0,"0"0"-576"16,1 0 0-16,1 0 0 0,0 0 1408 0,-1 0 192 15,0 0 16-15,0 0 16 0,-1 0 640 0,-1 0 128 16,2 0 32-16,0 0 0 0,2 0-480 0,0 0-96 0,2 0 0 0,2 0-16 15,0 0-496-15,2 0-112 0,1 0-16 0,1-2 0 16,1 1-368-16,1 1-80 0,-3-2 0 0,3 0-16 16,4-1-304-16,2 2-48 0,1-2-16 0,1 0 0 15,0-1-240-15,1 1-144 0,-1 1 160 0,1-1-160 16,-3 1 0-16,0-1-288 0,-1 3 32 0,-1-2-15712 16</inkml:trace>
  <inkml:trace contextRef="#ctx0" brushRef="#br0" timeOffset="172273.15">4578 7742 11055 0,'-7'-2'976'0,"2"2"-784"0,2 0-192 0,1 0 0 16,0 0 1360-16,-1 0 240 0,-2-2 32 0,-4 2 16 15,-2 0 336-15,-1 0 80 0,2 0 16 0,2 2 0 16,2-2-528-16,2 1-96 0,0 1-32 0,2 0 0 0,1-1-624 15,2 1-128-15,1-2-32 0,1 2 0 0,0-2-144 0,3 1-48 16,1-1 0-16,2 0 0 0,2-1 64 0,1-1 16 16,3-1 0-16,1 0 0 0,3 1-96 0,-1 0-32 15,1 0 0-15,-19 2 0 0,38-3-224 0,-38 3-48 16,43 0-128-16,-43 0 192 0,43 3-192 0,-43-3 0 16,40 4 0-16,-40-4 0 15,42 8 0-15,-42-8 0 0,39 6 0 0,-39-6 0 0,35 6 0 0,-35-6 0 16,0 0-128-16,41 4 128 15,-32-5-560-15,-2 0-48 0,-3 1-16 0,-2-2-15216 0</inkml:trace>
  <inkml:trace contextRef="#ctx0" brushRef="#br0" timeOffset="172792.3">4618 7788 2751 0,'-12'-5'256'0,"3"2"-256"0,3 0 0 0,0 2 0 16,3-1 1392-16,1 2 224 0,-1 0 48 0,-3-2 16 15,-1 1 624-15,-3-1 112 0,-2-1 16 0,2 3 16 16,2 0-512-16,1 3-96 0,3-1-32 0,1 3 0 16,1 2-432-16,2-1-96 0,1 2 0 0,1-1-16 15,-2-7-320-15,0 0-64 0,0 0-16 0,0 0 0 16,28 41-256-16,-28-41-48 0,0 0-16 0,0 0 0 16,0 0-208-16,46 33-32 0,-46-33-16 0,0 0 0 15,0 0 0-15,42 16 0 0,-42-16 0 0,0 0 0 16,0 0-144-16,0 0-16 0,46 20-128 0,-46-20 192 0,0 0-192 15,0 0 0-15,0 0 0 0,0 0 0 16,26 42 0-16,-27-32 0 0,-2 0 0 0,-3 1 0 0,-1-2 0 0,-3 3 0 16,-1 0 0-16,-1 0 0 0,-2 0 0 0,-1-2 0 15,1 1 0-15,-3-1 0 0,-1 1 0 0,0-1 0 16,-1 0 0-16,2-3 0 0,3 2 0 0,-1-2 0 16,0 0 0-16,2 1 0 0,1-1 0 0,2 2 0 0,0-2 0 15,4-2 0-15,1 0 0 0,2 0 0 0,1-1 0 0,2-1 0 16,2 1 0-16,1-3 0 0,4-1 0 0,0 0 0 15,4-1 0-15,1-1 0 0,2-1 0 0,1-1 0 16,3 1 144 0,0-4-144-16,2 3 128 0,0-1-128 0,1 0 448 0,2-2 0 0,-2 2 0 0,0-1 0 15,1 2-176-15,-1 0-16 0,2 0-16 0,0 1 0 16,-23 3-240-16,41-3 128 0,-41 3-128 0,38-2 0 16,-38 2 0-16,35 0 0 15,-35 0 0-15,0 0 0 0,44 2 0 0,-44-2 0 0,0 0 0 0,0 0 0 16,42 5-352-16,-36-5-16 0,0 1 0 0,-2 1 0 31,-2-2-1824-31,-1 2-368 0,-2 0-80 0,-1 1-11440 0</inkml:trace>
  <inkml:trace contextRef="#ctx0" brushRef="#br0" timeOffset="173185.13">4476 8366 8287 0,'-4'-2'368'0,"2"0"80"0,1-1-448 0,0 3 0 16,1-2 0-16,0 0 0 0,1 1 1360 0,-1-1 192 16,1 0 48-16,1-3 0 0,1 0 112 0,0-1 16 15,2 0 16-15,0 4 0 0,-1-3-304 0,2 1-64 16,0 3-16-16,0-1 0 0,1 1-400 0,0 0-64 16,0 2-32-16,1 0 0 0,-2 1-352 0,2 3-64 15,-8-5 0-15,0 0-16 0,0 0-432 0,0 0 0 0,30 43 0 0,-27-29 0 16,-1 3 0-16,-2 3 0 15,-1 0 0-15,-1 2 0 0,-1 1 0 0,0-3 0 16,0-2 0-16,0-2 0 0,0 1-144 0,1-2 144 0,0-6 0 0,0 0 0 16,1-3 0-16,-1-1 0 0,2-2 0 0,-1-3 0 15,1 0 0-15,0-2 0 0,0-2 128 0,-1-4-128 16,1-1 768-16,0-2 48 0,1-1 16 0,0-2 0 16,0-1-208-16,0 0-48 0,2 0 0 0,-1-3 0 15,0 2-176-15,1-3-32 0,1 2-16 0,-1 0 0 16,0 3-208-16,0-1-144 0,2 2 192 0,-2 1-192 0,2 3 0 0,0 2 0 15,-1-1 0-15,2 4 0 0,-1 1 0 0,1-1 0 16,1 3-192-16,-1 1 48 16,0 0-1648-16,1 1-320 0</inkml:trace>
  <inkml:trace contextRef="#ctx0" brushRef="#br0" timeOffset="173390.19">4742 8342 6447 0,'-1'0'272'0,"1"1"80"0,0 1-352 0,0-2 0 0,0 0 0 0,1 0 0 16,0 0 1680-16,0 2 272 0,2-2 48 0,0 0 16 16,2 0 816-16,1-2 176 0,2 0 16 0,-1-1 16 15,1 1-1360-15,0 0-272 16,1-1-48 0,0-1-16-16,-1 1-960 0,0 3-208 0,0-2-48 15,-1-1 0-15,0 3-128 0,-3 0-192 0,1 0 32 0,-3 1-8624 16,0 3-1728-16</inkml:trace>
  <inkml:trace contextRef="#ctx0" brushRef="#br0" timeOffset="173532.15">4734 8456 3679 0,'-2'3'160'0,"0"-1"32"0,1 1-192 0,1-3 0 16,0 0 0-16,0 0 0 0,1 0 2000 0,1 0 368 16,0 2 64-16,2-4 0 0,2 2 384 0,1-2 64 15,1 1 0-15,0-3 16 0,1 1-1520 0,0-1-304 16,2 1-64-16,0-2-16 0,1 3-752 0,-1-3-240 15,1 0 128-15,-1 1-128 16,0 1-1312-16,1-2-320 0</inkml:trace>
  <inkml:trace contextRef="#ctx0" brushRef="#br0" timeOffset="173822.06">4998 8310 9215 0,'-1'2'400'0,"0"-2"96"0,0 1-496 0,0 0 0 0,0 1 0 0,0-1 0 15,0 1 1152-15,-1 3 144 0,0 0 32 0,-3 4 0 16,0 3 224-16,1 2 48 0,0-1 16 0,0 0 0 16,2 1-208-16,1-2-32 0,1 2-16 0,2-4 0 15,-2-10-80-15,0 0-32 0,0 0 0 0,0 0 0 16,32 31-400-16,-22-31-80 0,1-1 0 0,1-3-16 16,2-1-80-16,1-2-16 0,0-3 0 0,1-2 0 15,-2 3-80-15,-2-3 0 0,1 1-16 0,-2 1 0 16,-2-2-176-16,-1 2-48 0,-1-1 0 0,-2 1 0 0,-4 1-160 15,-1 0-48-15,-1 4 0 0,-4-2 0 0,-3 2-128 0,-3 0 0 16,-2 0 144-16,-1 1-144 0,-2-1 0 16,-1-1 0-16,-1-2 0 0,0 1-11328 15,1-1-2192-15</inkml:trace>
  <inkml:trace contextRef="#ctx0" brushRef="#br0" timeOffset="174145.61">4699 7262 20271 0,'-6'-8'896'0,"2"4"192"0,1 1-880 0,0-1-208 0,3 4 0 0,-1 0 0 16,-1 2 1264-16,0 0 208 0,-2 1 32 0,0 6 16 16,-2 3-384-16,0 7-80 0,1 7-16 0,1 0 0 15,0 2-464-15,2 1-80 0,-1-2-32 0,2-1 0 16,0-1-464-16,2-6 128 0,1-2-128 0,0-1 0 15,-2-16 0-15,0 0-256 0,0 0 48 0,0 0-13488 16</inkml:trace>
  <inkml:trace contextRef="#ctx0" brushRef="#br0" timeOffset="174539.95">4830 7260 10127 0,'-1'5'896'0,"-1"-1"-704"15,1 0-192-15,-1-1 0 0,1 1 784 0,-1 1 128 0,-2 2 32 0,-1 7 0 16,-2 4 1040-16,0 0 192 0,-1 3 64 16,2-4 0-16,1 0-656 0,1-1-128 0,1-3-32 0,3 0 0 15,0-3-400-15,3-1-64 0,1-1-32 0,1-2 0 16,0 2-560-16,3-4-112 0,-8-4-32 0,0 0 0 16,0 0-224-16,45 8 0 0,-29-10 0 0,0-2 0 15,1 0 0-15,-1-3 0 0,2 0 0 0,-2-3 0 16,0 1 0-16,-2-1 0 0,-2-1 0 0,-2 1 0 15,-1 0 0-15,-3 1 0 0,-2 2 0 0,-1 0 0 0,-3 2 0 16,-2-2 0-16,-2 1 0 0,-1 0 0 0,-1 1-336 0,-2 1-16 16,1-3 0-16,-1 3 0 15,-1 0-208 1,0-1-32-16,1 1-16 0,-1 0 0 0,3 3 608 0,0 2 0 0,2 3 0 0,-1-2 0 0,2 5 240 0,0-2 160 16,0 5 48-16,1-1 0 0,-1 3 784 0,0 2 176 15,1 3 16-15,-2 1 16 0,1-1-672 0,0 0-144 16,0-1-32-16,0 4 0 0,0 1-592 0,1-1 0 15,0 0 0-15,1-1-16000 0</inkml:trace>
  <inkml:trace contextRef="#ctx0" brushRef="#br0" timeOffset="176630.24">5604 7518 8287 0,'-1'-3'736'0,"1"-1"-592"15,0 3-144-15,0 1 0 0,0 0 1136 0,-1 0 192 16,0-2 32-16,-1 0 16 0,-1-1 432 16,-1 1 96-16,1-1 16 0,-1 3 0 0,0-2-768 0,0 2-160 15,0 2-32-15,-1 1 0 0,1 0-96 0,1 1-32 16,-3 3 0-16,0 0 0 0,1 4-80 0,-2 3-32 15,-1 2 0-15,1 6 0 0,-2 5-160 0,1 2-48 16,1 6 0-16,-2 1 0 0,1 0-80 0,-1 2-32 16,0 2 0-16,1 2 0 0,0 2 80 0,0 2 16 15,2 0 0-15,2-2 0 0,3-6-176 0,3-4-16 0,3-4-16 16,-5-30 0-16,16 46-288 0,-16-46 0 0,20 38 128 16,-20-38-128-16,0 0 0 0,40 44 0 15,-40-44 0-15,0 0-144 16,51 29-848-16,-51-29-160 0,0 0-48 0,53 14-13248 0</inkml:trace>
  <inkml:trace contextRef="#ctx0" brushRef="#br0" timeOffset="177039.23">5850 7646 11967 0,'-1'-8'528'0,"1"4"112"0,1 1-512 0,-1-2-128 15,0 3 0-15,0 2 0 0,0-1 1504 0,1 0 272 16,-1-3 48-16,1-1 16 16,-1 2-112-16,-1-1 0 0,1 3-16 0,-2-1 0 0,0 4-608 0,0 1-112 15,0 1-32-15,-2 4 0 0,0 1-448 0,0 1-80 16,-1 3-32-16,0-1 0 0,1 3-80 0,-1 1-32 15,1-1 0-15,0-1 0 0,1 0-144 0,1-1-16 16,0 0-128-16,1 0 192 16,1-2-64-16,1-2 0 0,3-2-128 0,-1-1 192 0,0 0-192 0,2-3 0 15,2 1 128-15,-1-3-128 0,3 1 0 0,1-4 0 0,1 1 0 0,0-4 0 16,2 2 512-16,-1-2 128 0,1-1 0 0,0 2 16 16,0-3-304-16,0 2-64 0,-2 0-16 0,0 0 0 15,-1 3-272-15,0-3 0 0,-1 3 128 0,-1-3-128 16,0 3 0-16,-2-1 0 0,1 1 0 0,-3 0-144 31,0 1-1344-31,-1 1-272 0,-1 0-48 0,-1-2-11824 0</inkml:trace>
  <inkml:trace contextRef="#ctx0" brushRef="#br0" timeOffset="177212.2">5973 7657 11055 0,'-2'-2'480'0,"0"-1"112"0,0 1-464 0,0 2-128 0,1 0 0 0,0 0 0 0,0 2 1200 0,-1-2 208 16,-1 3 64-16,-2 2 0 15,1 0 272-15,-1 4 64 0,-2 4 16 0,2 0 0 0,0 3-384 0,1-1-80 16,-1 2-16-16,0-1 0 0,2 0-528 0,0-1-112 16,0 0-32-16,1-2 0 0,0 2-448 0,2-3-96 15,0-1 0-15,2-1-128 0,0-1 0 0,0-2 0 16,2-2-160-16,-1-2-13344 0</inkml:trace>
  <inkml:trace contextRef="#ctx0" brushRef="#br0" timeOffset="177729.42">6129 7597 9215 0,'2'-6'400'0,"-1"3"96"0,1 0-496 0,-2 2 0 0,0-1 0 0,0 2 0 16,0 0 2304-16,0 0 352 16,0 0 80-16,-1 2 16 0,1-1-192 0,-2 2-16 0,0 0-16 0,0 3 0 15,1-2-1296-15,0 3-256 0,-1-2-48 0,1 4-16 16,0-4-112-16,1 3-32 0,1-2 0 0,0 2 0 15,0-2-240-15,1 1-48 0,2 3-16 0,0-4 0 16,-4-6-160-16,0 0-48 16,0 0 0-16,0 0 0 0,31 38 64 0,-31-38 0 0,0 0 0 0,0 0 0 15,0 0-128-15,41 36 0 0,-41-36-16 0,0 0 0 0,0 0-176 0,0 0 0 16,35 37 0-16,-35-37 128 0,0 0-128 0,0 0 0 16,13 37 0-16,-13-28 0 0,-1 0 0 0,-1-1 0 15,-2 1 0-15,-2 1 0 0,2-2 0 0,-2-2 0 16,1 1 0-16,-2-2 0 0,1 0 0 15,-3-2 0-15,2-1 0 0,-2-1 0 0,1 0 0 0,0-3 0 16,0 1 0-16,0-3 0 0,1-1 0 0,-1 0 0 0,3-2 0 0,-1 0 0 16,2-2 0-16,1 1 0 0,1-1 0 0,0-1 0 15,3 1 0-15,0 0 0 0,2-1 0 0,1 0 0 16,1 1 0-16,1-2 0 0,0 1 0 0,1-1 0 16,1 0 0-16,0 0 0 15,2 1 0-15,0-4 0 16,0 0 0-16,1 1 0 0,-2-1 0 0,2 0 0 0,-2 1 0 0,-1-1 0 15,0-1 0-15,-2 1 0 16,-1 1 0-16,-1-1 128 0,-2 0-128 0,-1 2 0 16,-2-2 0-16,-2-1 128 0,0 4-128 0,-5-1 0 0,-1 1 0 0,-2 4 128 15,-3 1-128-15,-1 4 0 0,-3 2 0 0,-1 3 0 16,0 2 0-16,4-1 0 0,1 3 0 0,-1 0-144 16,-2 5 0-16,1 2-11376 15,1 1-2288-15</inkml:trace>
  <inkml:trace contextRef="#ctx0" brushRef="#br0" timeOffset="178430.75">6013 8176 16575 0,'-2'-2'1472'0,"2"0"-1168"16,-1 2-304-16,1-2 0 0,1 2 1616 0,-2-2 272 16,0 1 48-16,0-4 16 0,0 1 288 0,0-1 48 15,2-1 16-15,0 0 0 0,1 1-1120 0,-1 1-224 16,3 1-32-16,0-2-16 0,1 3-256 0,0 0-48 16,1 2-16-16,-1-2 0 0,2 4-144 0,-2 0-16 0,-5-2-16 0,0 0 0 15,0 0-224-15,0 0-32 0,30 33-16 0,-30-33 0 16,0 0-144-16,0 0 0 0,15 43 0 0,-13-29 0 15,0 1 0-15,-2 1 0 0,1 3 0 0,-1-3 0 16,-1-1 0-16,0 0 0 0,0-1 0 0,-1-2 0 16,0-1 0-16,0-2 0 0,0-1 0 0,0-4 0 15,1 1 0-15,0-2 0 0,0-1 0 0,-1-2 0 16,1 0 0-16,0-2 0 0,-1-1 0 0,0-2 0 16,1-1 0-16,0 0 0 0,0 0 0 0,1-2 0 0,1 1 0 15,1-4 128-15,0-2-128 0,2-1 0 0,0-2 240 0,1 0-48 16,2-2 0-16,-1 0 0 0,2 1-192 0,1-2 0 15,0 4 128-15,-1-1-128 0,3 3 0 0,-2 1 0 16,0 1 0-16,0 2 0 0,-1 3-320 0,-1 1-64 16,1 2-16-16,-1 1-11296 15,1 1-2256-15</inkml:trace>
  <inkml:trace contextRef="#ctx0" brushRef="#br0" timeOffset="179541.02">6618 7425 1839 0,'0'-2'160'0,"0"1"-160"0,0-1 0 0,0 1 0 15,0 0 784-15,0 1 128 0,0-2 32 0,1 0 0 16,0 1 944-16,0-3 192 0,0 1 32 0,1-1 16 16,0 1 112-16,0 0 0 0,0 1 16 0,-1 2 0 15,1-1-240-15,-1 0-48 0,1 1-16 0,-1 0 0 16,1 1-576-16,0-1-112 0,1 1-32 0,-1-1 0 16,1 3-272-16,0-1-64 0,1 1-16 0,0 1 0 15,-1 1-304-15,3 2-48 0,-6-7-16 0,0 0 0 16,0 0-128-16,24 40-16 0,-24-40-16 0,0 0 0 15,24 52-96-15,-24-52 0 0,17 43-16 0,-17-43 0 0,18 52-240 0,-18-52 176 16,20 55-176-16,-20-55 160 0,16 56-160 0,-16-56 0 16,13 60 0-16,-9-32 0 0,-1 1 0 0,-1 0 0 15,-1-1 0-15,-1 0 0 0,-1 5 0 0,-2-2 0 16,0 2 0-16,-4-2 0 0,0 0 0 0,-2-2 0 16,0-3 0-16,-1 0 0 0,-1 0 0 0,-1-2 0 15,0-1 0-15,-1 1 0 0,0-1 0 0,0 1 0 16,0 2 0-16,-1-2 0 0,1 0 0 0,0-3 0 15,2 0 0-15,0-3 0 0,3 0-144 0,0-4-64 0,1-2-16 16,2 1-11472 0,1-2-2288-16</inkml:trace>
  <inkml:trace contextRef="#ctx0" brushRef="#br0" timeOffset="179934.03">7213 7456 7359 0,'2'-9'656'0,"-1"4"-528"16,0 0-128-16,-1 2 0 15,0 1 1232-15,1 0 224 0,0-3 32 0,1-4 16 0,0-3 736 0,-1 1 128 16,0 2 48-16,0 5 0 16,0 0-64-16,-1 3-16 0,1 4 0 0,-1 1 0 0,-1 6-768 0,0 0-160 15,1 4-16-15,-1 0-16 0,1 2-608 0,-1-1-112 16,0 1-16-16,0 1-16 0,1 0-176 0,1 4-48 15,0-5 0-15,-1-16 0 0,3 32-256 0,-3-32-144 16,0 0 160-16,10 40-160 0,-10-40 0 0,0 0 0 0,8 32 0 16,-7-22 0-1,1 0-1888-15,-2-1-320 0</inkml:trace>
  <inkml:trace contextRef="#ctx0" brushRef="#br0" timeOffset="180294.94">7095 7841 4607 0,'-5'-5'192'0,"1"2"64"0,3 0-256 15,-1 0 0-15,0 2 0 0,1 1 0 0,0-2 2192 0,-1 1 400 16,-1-3 80-16,1 1 16 0,-2-1 160 0,1 1 32 16,0-1 16-16,1 1 0 0,1 3-912 0,1-2-192 15,1 2-48-15,2-2 0 0,2 2-624 0,0-1-128 16,3 1-32-16,1 0 0 0,4-2-448 0,1 2-80 16,-14 0-32-16,36-5 0 0,-18 3 0 0,2 0 0 15,1-4 0-15,1 2 0 16,-1-1-144-16,0-2-16 0,-1 2-16 0,0-2 0 0,1 3-224 0,-4-2 144 0,1 2-144 0,-2 0 128 15,-16 4-128-15,27-3-192 0,-27 3 32 0,0 0 16 32,0 0-1456-32,0 0-272 0</inkml:trace>
  <inkml:trace contextRef="#ctx0" brushRef="#br0" timeOffset="180751.43">7146 7996 23039 0,'-3'0'1024'0,"1"0"192"0,1 0-960 0,0 0-256 16,1 0 0-16,0 0 0 0,0 0 1872 0,1 0 336 15,0 0 64-15,1 1 16 0,2-1-624 0,0 2-112 16,2-4-16-16,0 4-16 0,2-2-656 0,-8 0-128 15,0 0-32-15,0 0 0 0,0 0-384 0,46 12-96 16,-46-12-16-16,0 0 0 0,0 0-208 0,0 0 0 16,47 21 0-16,-47-21 0 0,0 0 0 0,0 0 0 15,0 0 0-15,0 0 0 0,36 26 0 0,-33-23 0 16,-1 1 0-16,0 1 0 0,-2-3 0 0,-1 3 0 0,-1 0 0 0,0-1 0 16,-2 2 0-16,-2 1 0 0,1 0 0 0,-3 2 0 15,1-2 0-15,-2 3-240 0,0-1 80 16,0 0 16-16,1-1-176 0,-1 1-16 0,0 0-16 0,2-1 0 15,0 1 96-15,2-2 32 0,1-1 0 0,2 0 0 16,2-1 224-16,1-2 0 0,1 1 0 0,1-2 0 16,1 1 0-16,3-1 0 0,-1-2 0 0,2 0 0 15,3 0 0-15,-1-2 192 0,1 2-48 0,0-3 0 0,2-1 192 0,0 1 48 16,1-2 0-16,-1 1 0 0,1-1-256 0,0 0-128 16,0 1 128-16,-1-3-128 0,0 4-192 0,1-2-96 15,0-2-32-15,-1 1 0 16,2 0-1728-16,-1-1-368 0</inkml:trace>
  <inkml:trace contextRef="#ctx0" brushRef="#br0" timeOffset="181114.62">7553 7496 911 0,'-4'-7'0'0,"1"2"0"0,2 1 0 0,0 1 0 16,1 1 3456-16,0 0 592 0,0 1 128 0,0-3 32 16,1-1-704-16,0-2-144 0,1 0-32 0,1 0 0 15,1 2-1424-15,0 0-304 0,2 1-48 0,-1 1-16 16,0 3-464-16,2-2-112 0,-2 4 0 0,3 1-16 16,-2 1-272-16,-6-4-48 0,0 0-16 0,0 0 0 15,0 0-240-15,35 34-48 0,-35-34-16 0,0 0 0 16,24 37-96-16,-24-37-16 0,0 0 0 0,23 53 0 15,-23-53-32-15,17 52-16 0,-17-52 0 0,16 59 0 16,-9-28-144-16,-2 0 192 0,0 0-192 0,-3-1 192 0,-1 1-192 16,0 1 0-16,-1 0 0 0,-1 3 0 0,-2 3 0 0,-2 0 0 15,-1-2 0-15,-3 0 0 0,1-6 0 0,-1-1 0 16,-2-5 0-16,1-2 0 0,1-4 0 0,-1-1 0 16,-1-1 0-16,-1-2 0 15,0 0-896-15,-1-1-192 16,1 0-64-16,-3-3-16272 0</inkml:trace>
  <inkml:trace contextRef="#ctx0" brushRef="#br0" timeOffset="181586.37">6931 7513 2751 0,'2'-10'256'16,"0"1"-256"-16,0 1 0 0,-1 4 0 0,0 2 848 0,0 0 128 15,-1 1 32-15,1-3 0 16,1-1 1120-16,-1 0 240 0,1-2 32 0,0 2 16 0,-1 0 192 0,-1 3 32 16,-1 2 16-16,0 0 0 0,-1 0-864 0,0 3-160 15,-1 2-32-15,-2 1-16 0,1 4-640 0,-1 2-128 16,-1 2-32-16,1 0 0 0,-1 5-176 0,0 2-32 15,-2 10-16-15,1 4 0 0,-1 8-144 0,0 0-32 0,2 5 0 0,-1-6 0 16,2-2-112-16,-1 3-16 0,1 4-16 0,4 3 0 16,1 0-240-16,3-4 144 0,3-2-144 0,2-6 128 15,3-2-128-15,-11-36 0 0,28 57-160 0,-28-57-16528 16</inkml:trace>
  <inkml:trace contextRef="#ctx0" brushRef="#br0" timeOffset="182971">7900 7200 15663 0,'-1'-2'1392'0,"1"2"-1120"16,0-2-272-16,-1 2 0 0,1-1 1408 0,-1 1 240 16,0 0 32-16,-1-2 16 0,0 1 336 0,0-1 64 15,-1 2 16-15,-1 2 0 0,1-1-1024 0,0 4-208 16,-1-1-48-16,-1 4 0 0,1 3-352 0,-2-1-80 16,-1 4-16-16,-1 0 0 0,1 1-176 0,-2 1-32 0,1 0-16 0,2-2 0 15,-1-1-160-15,2-1 128 16,2-1-128-16,1-3 128 0,1-2 0 0,2 0-128 0,2-2 192 15,0-2-64-15,3-1-128 0,2-1 160 0,2-1-160 0,2-1 160 16,2 0 80-16,1-3 16 0,1-1 0 0,0 0 0 16,0 1 0-16,-1 1 0 0,0-1 0 0,0 0 0 15,-1 3-256-15,-2-3 0 0,-1 3 0 0,-3 1 0 16,1-1-384-16,-3 1-128 16,0 2-32-16,-3 1-15392 0</inkml:trace>
  <inkml:trace contextRef="#ctx0" brushRef="#br0" timeOffset="183160.7">7979 7219 3679 0,'-4'0'320'0,"1"0"-320"16,1 0 0-16,1 2 0 0,0-1 2208 0,0 1 368 16,0 1 80-16,-1 3 16 0,-2 3-224 0,-1 3-32 15,-1 7-16-15,-1-1 0 0,1 2-736 0,-1-1-128 16,1 0-48-16,-1-1 0 0,2-2-400 0,0 0-64 0,1-4-32 0,0 0 0 15,2-1-416-15,2-1-64 16,0-3-32-16,2 0 0 16,1-2-800-16,0-2-176 0</inkml:trace>
  <inkml:trace contextRef="#ctx0" brushRef="#br0" timeOffset="183640.81">8199 7198 1839 0,'3'-6'160'0,"-1"3"-160"0,0 0 0 0,-1 1 0 16,0 1 3008-16,-1 1 560 0,0 0 112 0,1-2 32 16,-1 2-192-16,0-3-48 0,1 3 0 0,-1-2 0 0,-1 2-1488 0,1 0-320 15,0 0-48-15,0 2-16 16,-1 1-784-16,1 2-176 0,0-1-16 0,0 1-16 0,0 2-256 0,1 3-48 16,1-1-16-16,-2-9 0 0,0 0-128 0,0 0-32 15,17 45 0-15,-17-45 0 0,0 0 64 0,20 40 0 16,-20-40 0-16,0 0 0 0,22 36 0 0,-22-36 0 15,0 0 0-15,0 0 0 0,26 43-192 0,-26-43 0 16,0 0 0-16,0 0 0 0,12 38 0 0,-12-30 0 16,-1 0 0-16,-2-1 0 0,-1 1 0 0,0-2 0 15,-2-1 0-15,0 0 0 0,0 0 0 0,-1-2 0 16,-3 1 128-16,0-2-128 0,1 0 0 0,-1-2 0 0,-2 0 0 16,-1-2 0-16,2 0 0 0,0-3 0 0,1 0 128 15,1-1-128-15,1 0 0 0,1-2 0 0,1 0 0 0,1 1 0 16,2-2 0-16,1 0 0 0,2-1 0 0,1 0 0 15,3 1 0-15,1-1 0 0,2 0 0 0,2-2 0 16,1 3 0-16,2-3 0 0,1 3 0 0,2-3 0 16,0-1 160-16,1 1 48 0,0-1 16 0,-1 1 0 15,-1 0-224-15,2 0 144 0,0 0-144 0,-2-1 128 16,-3 3-128-16,-2-1 0 0,0 1 0 0,-2-1 0 16,-2 2 0-16,-4 0 0 0,-1 2 0 0,-2 2 0 15,-5-2 0-15,-1 3 128 0,-2 1-128 0,-3 3 0 0,-4 3 0 16,-3 3 0-16,0 4-224 0,-2 2-11552 15,-2 4-2304 1</inkml:trace>
  <inkml:trace contextRef="#ctx0" brushRef="#br0" timeOffset="185031.15">8290 7894 11055 0,'-4'0'976'0,"-1"0"-784"0,2 0-192 0,1 0 0 16,1 0 1088-16,-1 0 192 0,0 0 16 0,-5 1 16 31,1-1 352-31,-3 2 64 0,3-2 0 0,0 0 16 16,4 0-144-16,0 2-16 0,3-2-16 0,2 0 0 16,3 0-400-16,1 0-80 0,3 0 0 0,1-2-16 15,2 2-320-15,1-2-64 0,4 1-16 0,1-1 0 16,-2 0-176-16,-1-1-48 0,-1 1 0 0,1-1 0 0,0 1-224 0,-1 0-48 15,0-3-16-15,-1 1 0 16,-2 1-160-16,-1 1 0 0,-2 0 0 0,-2 1-10688 16,-2 2-2160-16</inkml:trace>
  <inkml:trace contextRef="#ctx0" brushRef="#br0" timeOffset="185251.87">8285 8030 11055 0,'-2'0'480'0,"1"0"112"0,1 0-464 0,1-2-128 0,0 2 0 0,0-1 0 16,0 1 1872-16,2 0 368 0,3-2 64 0,2-1 0 15,2 0 272-15,3-2 48 0,1 1 16 0,0-2 0 16,1 1-1040-16,-1 0-192 0,1 3-64 0,-1-3 0 16,0 2-848-16,1 0-176 0,-1 2-48 0,0-1 0 31,-14 2-1248-31,29-5-256 0</inkml:trace>
  <inkml:trace contextRef="#ctx0" brushRef="#br0" timeOffset="185739.98">8998 7738 13823 0,'0'0'1216'0,"0"-2"-960"15,1 2-256-15,-1 0 0 0,-1 0 832 0,0 0 112 16,0 0 16-16,0 0 16 0,-2 2 656 0,-1-2 128 0,0 4 32 0,-1 2 0 16,0 0-1072-16,-1 0-208 0,1 1-32 0,-1 2-16 15,0-1 144-15,1 3 32 0,-1 1 0 0,2 0 0 16,-2 2 0-16,2-3 0 0,1 1 0 0,0 0 0 15,0 2 64-15,3-2 32 0,0-12 0 0,0 0 0 16,7 36-96-16,-7-36-32 0,0 0 0 0,0 0 0 16,0 0-416-16,32 31-192 0,-32-31 160 0,0 0-160 15,0 0 128-15,42 3-128 0,-31-4 0 0,0-4 144 16,1 1 224-16,0-4 32 0,1 0 16 0,0-1 0 16,-2-2-160-16,1 0-16 0,1-2-16 0,-2-2 0 0,0 0-224 0,-3 1 0 15,-1-3 0-15,-1 2 0 0,-1-1 0 0,-2 0 0 16,0-1 0-16,-3 2 0 0,-1 1 0 0,-2 0 0 15,0 1 0-15,-3 0 0 0,0 3 0 0,-2 2 0 16,1 0 0-16,-3 4 0 0,2 3 0 0,-2 1 0 16,1 3 0-16,-1 1 0 0,1 2 0 0,0 2 0 15,0 0 0-15,3-1 0 0,-1 0 0 0,3 0-192 16,1-2 48-16,1-1 0 16,2 1-480-16,1-2-80 0,0-1-32 0,3 0-15040 0</inkml:trace>
  <inkml:trace contextRef="#ctx0" brushRef="#br0" timeOffset="185927.99">9281 7888 18431 0,'2'2'816'0,"0"-1"160"0,1 2-784 0,-1-2-192 0,-1 1 0 0,0-2 0 16,0 2 1376-16,1 1 224 0,2 0 64 0,-4-3 0 15,0 0-1072-15,0 0-208 0,0 0-32 0,34 27-16 16,-34-27-1680-16,0 0-352 16,0 0-64-16,0 0-16 0</inkml:trace>
  <inkml:trace contextRef="#ctx0" brushRef="#br0" timeOffset="186337.59">9598 7734 8287 0,'0'-1'736'0,"0"-1"-592"0,0 0-144 0,-1 2 0 0,1 0 1760 0,-1 2 320 16,0-2 64-16,-1 3 16 0,-2 1 784 0,0 1 144 16,-2 4 48-16,-1 1 0 0,-1 2-1968 0,1 2-384 0,1 0-80 0,-1-2 0 15,1 2-144 1,2 0-32-16,0 0 0 0,2-4 0 15,1 0 112-15,1-4 32 0,2 0 0 0,2 0 0 0,1-3-288 0,0-1-48 0,3-2-16 0,0 0 0 16,0-2 224-16,2-3 32 0,1 1 16 0,-1-2 0 16,2 0-272-16,0-2-64 0,0 1-16 0,1-2 0 15,-1 1-240-15,-1-1 0 0,0 2 0 0,-1-2 0 16,1 2-224-16,-4-1 16 0,1 1 0 0,-3 0 0 16,1 0-176-1,-2 0-16-15,0 0-16 0,-2 0 0 0,-1-1-32 0,-1-1 0 0,-3 2 0 0,-1-2 0 16,-2 1-64-16,-2 0-32 0,0 0 0 0,-1-2 0 0,-1 3 224 0,1 0 32 15,1 2 16-15,-1 1 0 0,-1 1 272 16,2 3 144-16,1 0-16 0,-1 3 0 0,2 1 224 0,-1 2 32 16,1 0 16-16,0 1 0 0,1 0-400 0,1-1 0 15,0 0-144-15,2 0 144 16,1 0-1360-16,1 1-176 0</inkml:trace>
  <inkml:trace contextRef="#ctx0" brushRef="#br0" timeOffset="186730.9">9878 7696 11055 0,'2'-1'976'16,"-1"-1"-784"-16,0 0-192 0,-1 2 0 0,0-1 1936 0,0 1 352 0,1-2 64 0,-1 0 16 15,1 0-288-15,-1-1-48 16,0 3-16-16,0-2 0 0,-1 2-912 0,0 2-176 15,-2 1-32-15,-1 1-16 0,0 1-48 0,-1 1 0 0,0 2 0 0,-1 1 0 16,1 1-448-16,0 0-112 0,3-1-16 0,-1 0 0 16,1 1-256-16,0 0 0 15,2 0 128-15,0-1-128 0,1 0 0 0,-1-9 0 0,0 0 0 0,0 0 0 16,0 0 240-16,0 0-64 0,31 33-16 0,-24-32 0 16,-7-1 208-16,0 0 32 0,27-3 16 0,-18-2 0 15,1 0 48-15,1-2 16 0,-1 0 0 0,1-2 0 0,0-1-256 16,-1 1-48-1,1-1-16-15,-3 1 0 0,0-2-160 0,-1 1 0 0,-1 0 144 0,-1 0-144 16,-2 1 0-16,-2-1 144 0,-1 1-144 16,-1 2 0-16,-2-2 0 0,-3 4 0 0,1-3 0 0,-3 4 0 0,-1 0 0 0,1 1 0 15,-3 2 0-15,2 1 0 0,0 1 0 0,1 1 0 16,0 1 0-16,1 1 0 16,1 1-448-16,2-2 0 0,1 1 0 0,1-2 0 15,2 0-1408-15,1 1-288 0</inkml:trace>
  <inkml:trace contextRef="#ctx0" brushRef="#br0" timeOffset="187140.12">10058 7582 18431 0,'0'0'816'0,"1"-2"160"0,0 1-784 0,0 1-192 15,-1 0 0-15,1 0 0 0,-1 0 2480 0,2-2 448 0,1 2 80 0,2-3 32 31,0 1-736-31,3 0-128 0,0-3-48 0,1 2 0 0,1 0-1072 0,0 0-224 0,1 0-32 0,0 0-16 16,0 1-384-16,1 1-80 0,-12 1 0 0,25-1-16 16,-25 1-144-16,0 0-32 0,36 7 0 0,-36-7 0 15,0 0-128-15,0 0 0 0,39 17 0 0,-39-17 128 16,0 0-128-16,0 0 0 0,0 0 0 0,38 35 0 0,-38-35 0 0,0 0 0 31,0 0 0-31,11 36 0 0,-11-36 0 0,-3 21 0 0,-2-9 0 0,-1 2 0 0,-1 0 0 0,-2 0 0 31,-2 3 0-31,-1-2 0 0,0-1 0 0,0 0 0 16,1 0 0-16,0-2 0 0,3-2-144 0,1-1 144 16,0 1 0-16,2 0 0 0,3-3 0 0,0-1 0 15,2 1 0-15,2-2 0 0,0-3 0 0,2 1 0 0,-4-3 0 0,0 0 0 16,0 0 0-16,29 2 0 0,-19-6 0 16,1 1 0-16,1-1 0 0,0-1 0 0,1 0 0 0,0 0 0 15,-1 0 0-15,-1 1 0 0,1-1 0 16,-1 0 0-16,0 0-144 0,-1 1-128 0,1 0-32 0,-2 1-11792 15,2-2-2368-15</inkml:trace>
  <inkml:trace contextRef="#ctx0" brushRef="#br0" timeOffset="187518.68">10492 7457 15663 0,'0'0'688'0,"0"0"144"0,0 0-656 0,0 0-176 15,0 0 0-15,0 0 0 0,1 1 2240 0,0-1 400 16,1 0 96-16,1 2 16 0,2-2-768 0,0 0-128 16,2 0-48-16,1 0 0 0,2-2-624 0,-1 1-128 15,1-2-32-15,1 0 0 0,2-2-352 0,0 1-80 16,0-1-16-16,-1 0 0 0,0 0-208 0,0 0-48 16,-1 1-16-16,-1 0 0 0,-2 1-176 0,-1 1-128 15,0 1 192-15,-1-1-192 0,-2 4 160 0,0-2-160 16,-2 3 128-16,0-1-128 0,-1 3 128 0,-1-3-128 15,0 4 128-15,0 0-128 0,0 2 256 0,-1 1-48 16,1-1 0-16,-1 3 0 0,0-1-208 0,0 1 144 16,0 1-144-16,1-12 128 0,-3 26-128 0,3-26 0 0,-3 36 0 0,1-15 0 15,1 3 0-15,-2-1 0 0,-1 4 128 0,-1 1-128 16,1 2 0-16,-3 0 0 0,1 0 0 0,-3-1 128 16,1 1-128-16,0-1 0 0,0-6 0 0,2-2 0 15,-2 1 0-15,3 0 0 0,0-4 0 0,2-4 0 31,3-14-496-31,-6 23-176 0,6-23-32 0,0 0-11008 0,0 0-2208 0</inkml:trace>
  <inkml:trace contextRef="#ctx0" brushRef="#br0" timeOffset="187754.83">10522 7780 13823 0,'-3'-2'608'0,"1"2"128"15,1-1-592-15,0 1-144 0,0 0 0 0,1 0 0 0,0 0 2224 0,0-1 400 16,0 1 96-16,1-2 16 0,1 0 96 0,2-1 32 16,2 0 0-16,1-1 0 0,4-3-1376 0,2 2-272 15,2-5-48-15,2 1-16 0,4-1-592 0,1-1-128 16,1-3-32-16,0 0 0 0,0 2-400 0,1 0 0 16,-2 2 128-16,-1 0-128 0,0 1-176 0,0 2-64 15,-2-2-16-15,1 4-11328 16,-2-3-2256-16</inkml:trace>
  <inkml:trace contextRef="#ctx0" brushRef="#br0" timeOffset="188337.45">11034 7558 15663 0,'3'-11'688'0,"0"3"144"0,0 2-656 0,-1 0-176 0,-2 3 0 0,0 1 0 16,1 0 1968-16,1-2 352 15,0-2 80-15,1-3 16 0,0 2 304 0,-1-1 64 0,-2 2 16 0,0 3 0 16,-1 1-1072-16,-2 4-192 0,-1 1-64 0,0 1 0 16,-1 2-896-16,-1 2-192 0,2 2-48 0,-2 0 0 15,0 1-208-15,-1 4-128 0,0 0 160 0,-1 0-160 16,2 2 0-16,0-2 0 0,3 1 0 0,-1-3 0 15,4-13 0-15,-1 25 0 16,1-25 0-16,0 0 0 0,0 0 0 0,15 38 0 0,-15-38 0 0,0 0 0 16,0 0 0-16,34 28 0 0,-34-28 0 0,0 0 0 15,0 0 0-15,39 24 0 0,-39-24 0 0,0 0 0 0,0 0 0 16,0 0 0-16,41 27 0 0,-41-27 0 0,0 0 0 0,0 0 0 16,0 0 0-16,0 0 0 0,0 0 0 0,0 0 0 15,0 0 0-15,17 37 0 0,-19-35 0 16,-2 1 0-16,0 1 0 0,0-1 0 15,-1-1 0-15,-1 0 0 0,0 1 0 0,-1-1 0 0,2-1 0 16,-3 1 0-16,1 0 0 0,-2-2 0 0,-1 1 0 0,-1-1 0 16,-1 0 0-16,0 0 0 0,-2 0-240 0,-1 0-80 15,0 0-32-15,0-1 0 16,3 1-1984-16,1-2-400 0</inkml:trace>
  <inkml:trace contextRef="#ctx0" brushRef="#br0" timeOffset="188557.51">11020 7518 16575 0,'2'0'736'0,"-1"0"160"0,1 0-720 0,0 0-176 0,0 0 0 0,-1-2 0 16,1 2 2416-16,0-1 448 0,3-1 80 0,1-1 32 16,5 1-416-16,0-3-64 0,2-2-32 0,0 1 0 15,-1 0-1312-15,0 2-272 0,-1-3-48 0,0 3-16 16,0 0-608-16,0 0-208 0,-1 3 144 0,0-1-11744 31,-1 0-2352-31</inkml:trace>
  <inkml:trace contextRef="#ctx0" brushRef="#br0" timeOffset="189006.04">11263 7422 8287 0,'0'0'736'0,"0"0"-592"16,1 0-144-16,0 0 0 0,1 0 2128 0,-1 0 400 16,1 0 80-16,2 0 16 0,2-2 256 0,3 2 64 15,3-2 16-15,1 0 0 0,1 0-1232 0,1-1-256 16,0 0-64-16,0 1 0 0,1-2-240 0,-2-1-48 16,1 1-16-16,-1-1 0 0,0 0-416 0,0 0-96 15,-1 0-16-15,-1-1 0 0,-1 0-288 0,-1 1-64 16,0-1-16-16,-1 0 0 15,0 2-80-15,-2-1 0 0,0 2-128 0,-1-1 192 0,-1 2-192 0,0-1 144 16,0 0-144-16,-2 1 128 0,0 2-128 0,1-1 0 0,-1 0 0 0,-2 1 0 16,2 1 128-16,-2-1-128 0,1 0 128 0,-1 1-128 15,0-1 128-15,0 0-128 0,0 1 128 0,0-1-128 16,0 1 0-16,-1 0 128 0,0 1-128 0,0-1 0 16,1 1 0-16,-1 1 128 0,-1 0-128 0,1 2 0 15,0-1 0-15,-1 2 0 0,0-1 128 0,-1 2-128 0,1 1 0 0,-2 1 0 16,1 2 0-16,-1-2 128 0,2 3-128 0,-3 2 0 15,0 3 0-15,0 0 0 0,-1-1 0 0,0 4 0 16,0 3 0-16,-1 3 0 0,0 0 0 0,-2 3 0 16,2-1 0-16,-2 3 0 0,1 0 0 0,0-4 0 15,0 1 0-15,0-3 0 0,-1-1 0 0,1 0 0 16,0-2 0-16,2-2 0 0,-1 0-160 0,1-2-64 16,1 2-16-16,1-5 0 15,0-2-1088-15,1-1-208 0,1-3-64 16,0-4-14992-16</inkml:trace>
  <inkml:trace contextRef="#ctx0" brushRef="#br0" timeOffset="189251.31">11324 7764 4607 0,'-4'0'400'0,"2"-1"-400"0,1 0 0 0,0 1 0 0,1 0 2240 0,0 0 352 0,1 0 80 0,1-3 16 15,2 1 464-15,2-1 112 16,3-1 0-16,1-1 16 16,2-2-1472-16,1-2-288 0,1 1-64 0,1-1-16 0,1-3-336 0,1 0-64 15,1 0-16-15,-1 0 0 16,1 3-560-16,0-2-112 0,1 1-32 0,-1 0 0 16,-2 1-320-16,0 2 128 0,-1-1-128 0,-1 2 0 0,-2 1 0 0,1 2 0 15,-1-1 0-15,0 1-128 16,0-2-960-16,-2 3-176 15</inkml:trace>
  <inkml:trace contextRef="#ctx0" brushRef="#br0" timeOffset="189651.55">11914 7352 20271 0,'3'-5'896'0,"-1"2"192"0,0 0-880 0,-1 2-208 0,0-1 0 0,-1 1 0 16,0 1 2272-16,1 0 416 0,0-2 64 0,-1 0 32 16,1 1-832-16,-2 1-160 0,0 3-48 0,-2 0 0 15,-1 3-672-15,0 0-144 0,-1 2-32 0,-2 4 0 16,0 0-512-16,-1 2-128 0,-2 3 0 0,-1 2-16 16,0 3-240-16,0-1 0 0,1 2 128 0,-1 3-128 15,0 1 0-15,-1 1 0 0,2 1 128 0,1 1-128 16,0 2 0-16,1-4 0 0,2-2 128 0,2-5-128 0,4-21 0 0,-2 32 0 15,2-32 128-15,0 0-128 0,0 0 0 0,19 37 0 16,-19-37 0-16,0 0 0 0,0 0 0 0,32 2 0 16,-21-4 0-16,1-5 0 0,0 0 160 0,0-3-16 15,0 0 0-15,0 1 0 0,-2-2-144 0,-2 1 0 16,0 0 0-16,-4-1 0 0,0 1 0 0,-4 1 0 16,-1-1 128-16,-4 3-128 0,-2 1 0 0,-3 0 0 15,-2 2 0-15,-3 3 0 0,-1 1 0 0,0 0 0 16,-2 5 0-16,0 0 0 0,0 0 0 0,0 2 0 15,-1 2-192-15,-3-2-12144 16,0 3-2432-16</inkml:trace>
  <inkml:trace contextRef="#ctx0" brushRef="#br0" timeOffset="212166.52">692 8971 2751 0,'0'0'256'0,"0"0"-256"0,0 0 0 0,0-2 0 15,0 2 768-15,0 0 96 0,1-1 32 0,-1 1 0 16,1-2 256-16,1 2 48 0,-1-1 16 0,1 0 0 16,1 1-272-16,0 0-48 0,0 0-16 0,1 2 0 15,0-2-368-15,1 2-64 16,-1 1 0-16,2-1-16 0,0 1-304 0,2-1-128 0,0 0 128 0,1-1-128 15,1 1 0-15,1 0 0 0,-11-2 0 0,27 1 0 16,-27-1 0-16,28 2 0 0,-11-4 0 0,-1 1 0 16,1 1 0-16,-1-4 0 0,2 3 0 0,0-1 0 0,-1 0 144 0,2-1 0 15,0 1 0-15,1-1 0 0,0 1 176 0,0 1 48 16,2 0 0-16,-1-1 0 0,2-1-96 0,0 1-16 16,2 1 0-16,0-2 0 0,-2 0-64 0,-1-2 0 15,-1 2-16-15,1-1 0 0,-3 1 0 0,1-2 0 16,1 3 0-16,-2 0 0 0,1 0 0 0,0-1 0 15,1 3 0-15,1-2 0 0,-1 2-176 0,2-1 160 16,3 1-160-16,0-1 160 0,-1 0-160 0,1-1 0 16,1 2 0-16,-1-5 0 0,0 3 0 0,1-3 0 15,0 3 0-15,0-1 0 0,1 1 0 0,1 2 0 16,0 0 0-16,4 0 0 0,2 0 0 0,-2 0 0 0,2-2 0 16,-3 1 0-16,0-1 0 0,-2 0 128 0,1 0-128 15,0 0 192-15,2 2 64 0,0 0 0 0,2 0 16 0,1 0 0 16,1 0-80-16,1-1 0 15,0-1-16-15,-1-1 0 0,0 1-48 0,-1-2 0 0,0 3 0 0,1-1 0 16,2-1-128-16,2 3 192 0,2-2-192 0,0 0 192 16,-1-2 16-16,-1-1 16 0,1 2 0 0,-1-2 0 15,-2 1-96-15,4 1 0 0,3 2-128 0,0-3 192 16,2 0-192-16,-1 0 0 0,2 1 0 0,-5-4 0 16,2 4 0-16,0-2 128 0,4 1-128 0,0 1 0 15,1-1 0-15,-2 1 144 0,-1 0-144 0,0-1 128 16,1-1 16-16,3 0 0 0,3 2 0 0,-1 0 0 0,1 0-16 0,-1 0 0 15,-2 0 0-15,1 0 0 0,0-2-128 0,5 2 192 16,1 1-192-16,0-2 192 0,-1 1-64 0,0-2-128 16,-3 1 192-16,4 1-64 0,1 0 48 0,0-1 0 15,0 2 0-15,-1-1 0 0,1-1 0 0,1 1 0 16,4 1 0-16,-2 0 0 0,-1 1-48 0,-1-1-128 16,1-1 192-16,1 1-64 0,4 1-128 0,-2 0 0 15,-2-1 0-15,-2 0 0 0,0 1 0 0,1-1 0 16,4 2 0-16,-1-2 0 0,-5 1 0 0,2-1 0 15,1 2 0-15,2-2 128 0,0 2-128 0,2-3 0 16,-1 1 144-16,1 0-144 0,1 1 192 0,-1-1-48 16,2 1 0-16,-5 0 0 0,-6-1 0 0,4 0 0 15,3 1 0-15,2 1 0 0,3 0-144 0,-3-2 128 0,1 1-128 0,-3-1 128 16,-3 1-128-16,4 0 0 0,3-1 0 0,-1 0 0 16,-6-1 1712-16,3 0 304 0,4 3 64 0,-1-2 16 31,-3 1-3200-16,-1 0-640-15,2-2-128 0,0 1-32 0,2 2 1664 0,-1 0 240 0,0 0 240 0,-1-2-48 0,-3 2-192 0,1 0 160 0,3 2-160 0,-2-2 160 16,-6 0-160-16,3 0 0 0,2 0 0 0,2 0 128 16,-1 2-128-16,-3-1 0 0,0-1 0 0,1 0 128 15,-1 0-128-15,1 2 128 0,1-2-128 0,0 0 128 16,-2 0 0-16,0 0-128 0,0-2 192 0,0 1-64 0,3 1 0 16,-1 0 0-16,-3-4 0 0,3 3 0 0,0-3-128 0,2 2 0 15,-4 0 144-15,3-2-144 0,3 0 0 0,0-3 0 16,-1 2 0-16,-2 3 128 15,4-1-128-15,-3-2 0 0,-2 1 0 0,-1-3 128 16,0 4-128-16,0 0 0 0,1 0 0 0,0-2 128 0,-2 0-128 0,-2-2 0 16,0 4 0-16,-2 1 128 0,1 0-128 0,-3-1 0 15,0-2 0-15,-2 1 0 0,-1 0 0 0,-2 1 128 16,1 2-128-16,0-1 0 0,0 1 192 0,-1 0-48 16,-2-3 0-16,-3 1 0 0,-3 3 48 0,0 0 0 15,-1 0 0-15,-1 0 0 0,-1 2-192 0,-4-4 0 0,-1 2 0 16,-2 0 0-1,-1 0-544-15,-2-2-32 0,-2 4-16 0,1-2 0 16,-1 2-2032-16,1-1-416 0,0 3-80 0,1-2-8000 0</inkml:trace>
  <inkml:trace contextRef="#ctx0" brushRef="#br1" timeOffset="-202963.03">11889 7908 5519 0,'4'-2'496'0,"0"2"-496"16,-2-1 0-16,0 0 0 0,-2 1 128 0,2 0-128 15,1-2 0-15,3 0 0 16,1-1 0-16,2 0-288 0,1 0 32 0,-2 0 16 0,-1 0-96 0,-1 1-32 15,-1 1 0-15,-2 1 0 0,-1 0 816 0,0 0 176 16,-2 1 16-16,-1 1 16 16,-1 0 176-16,-1 1 16 0,0-1 16 0,-2 1 0 0,0 1-544 0,-2 1-128 15,-1-1 0-15,-2 2-16 0,0 0-176 0,-1 0 0 16,-1 0 0-16,0 0-176 16,-2 0 176-16,0 1-192 0,0 0 192 0,-1 1-192 0,-2-2 192 0,-1 2 0 0,2-1-144 0,-3 0 144 15,-1 1 128-15,0 1 112 0,-1 0 16 0,-2 1 0 16,1-1 0-16,-1 1 16 15,0 1 0-15,-1-1 0 0,0-2-272 0,0 0 128 0,0 2-128 0,-1 0 0 16,1-3 0-16,-1 2 0 0,0-1 0 0,0-2 0 16,0 2 320-16,0-4-64 0,-1 3 0 0,-1-2 0 0,-2 2 80 15,1 0 16-15,-1-2 0 0,0 2 0 0,-1 3-160 16,1-3-48-16,-1 2 0 0,-1-2 0 0,1 0-144 0,-1-2 0 16,2 1 0-16,0-2 0 0,3 1 0 0,-3-1 0 15,-1 3 0-15,-2-2 0 0,0 2 0 0,0-1 0 16,-1 2 0-16,-1-1 0 0,0 1 0 0,0-2 0 15,1 2 0-15,-1-1 0 0,-1 0 256 0,-2 3 32 16,2-3 0-16,0 0 0 0,1 0-288 0,-1 0 160 16,2-3-160-16,0 0 128 0,0 1 64 0,2-4 16 15,-1 2 0-15,2-1 0 0,1-2 96 0,-1 0 16 16,1-2 0-16,0-1 0 16,1-1 96-16,-1-1 32 0,1 0 0 0,1-2 0 0,3 1-160 0,-3-2-32 15,-1 1 0-15,-2-3 0 16,1 0-96-16,-1 1-32 0,3 0 0 0,-2-1 0 0,-2 1 0 0,1 0 0 0,1 2 0 0,1-1 0 15,0 1-128-15,0-1 0 0,2 2 0 0,1-2 0 16,0 1 0-16,1-2 0 0,2 1 0 0,0 2 128 16,0-2-128-16,2 1 0 15,1 0 0-15,1 0 128 0,-2 0 80 0,3 0 16 0,-1 0 0 0,1-1 0 16,2 2-224-16,-1-4 128 0,0 3-128 0,1-4 0 16,1 1 128-16,0-1-128 0,-1-1 0 0,0-1 144 15,-1 1-144-15,1 0 0 0,0 3 0 0,1-3 0 16,0 3 0-16,0-2 0 0,1 0 128 0,1 1-128 15,1 2 192-15,0-2 16 0,0 0 0 0,1-2 0 16,1 3 32-16,0 0 0 16,2-1 0-16,0-2 0 0,2 2-48 0,0 1-16 0,2-3 0 0,1 3 0 0,2-3-32 0,0 0 0 15,3 2 0-15,0-3 0 0,2 0-144 0,1 1 128 16,1-4-128-16,1 2 128 0,2-3-128 0,-2 1 0 16,2 1 0-16,-2-1 0 0,2 2-128 0,-2-1 128 15,0 1 0-15,1 2 0 0,-1 1 0 0,0 1 0 16,-1 1 0-16,1 1 0 15,1 0 0-15,0 0 0 16,1-1 0-16,1 1 0 0,0 1 0 0,2-2 0 16,2-1-144-16,1 0 144 0,3-1 0 0,1-1 0 15,2-3 0-15,1 1 0 0,1 0-144 0,2 0 144 16,-1 0 0-16,1 0-144 0,-1-1 144 0,2 2 0 0,1 3 0 16,1-2-128-16,2 0 128 0,-1 0 0 0,1 0 0 0,0-2 0 15,0 1 0-15,0 1 0 0,-1-1 0 16,4 1 0-16,3-2 0 0,1 0 0 0,2 2 0 0,-1-2 128 15,2 2-128-15,0 0 176 0,-1 0-176 0,-1 2 192 16,-2-1-192-16,5 1 0 0,4-4 0 0,4 3 0 16,-1 1 0-16,0 0 0 0,1-1 0 0,0 1 0 15,-4-1 0-15,1 3 0 0,2-2 0 0,1 4 0 16,2 0 304-16,0 2-32 0,-1-5 0 0,1 2 0 16,-1-1-80-16,2 2 0 0,1 2-16 0,-1 1 0 15,0 0-176-15,0 0 128 0,-1-1-128 0,-1 1 128 0,0-1-128 0,0 3 0 16,2-1 0-16,-2 2 0 0,-1 0 0 0,-1-3 0 15,-3 1 128-15,-1 2-128 0,0 0 0 0,-1 2 0 16,-1 1 144-16,-2 2-144 0,-1-1 144 0,-4-1-144 16,-3 2 192-16,0-1-192 0,-3 2 192 0,-2 2-64 15,-28-8 0-15,53 24-128 0,-53-24 160 0,47 26-160 16,-47-26 128-16,41 36-128 0,-41-36 0 0,30 40 0 16,-30-40 0-16,19 55 0 0,-19-55 0 0,9 73 0 15,-9-32 0-15,-3 1 0 0,-3-1 176 0,-2-1-48 16,-3 2-128-16,-4 1 192 0,-1-2-192 0,-4 3 176 15,-4 2-176-15,-4-4 160 0,-1-2-160 0,-1-4-144 0,-2-5 144 16,-4 1-12608-16</inkml:trace>
  <inkml:trace contextRef="#ctx0" brushRef="#br1" timeOffset="-201705.5">10542 6948 7359 0,'-1'-2'656'16,"0"0"-528"-16,1 0-128 0,-1 1 0 16,1 1 1408-16,-1-2 256 0,1-3 64 0,-2 1 0 0,1-4 384 0,0-1 64 15,0 2 32-15,0-3 0 16,1 1-448-16,1 2-96 0,0-3 0 0,0 1-16 16,3-1-512-16,0-1-112 0,0-3 0 0,2-1-16 0,1-1-448 15,4-1-96 1,3-7-16-16,1 0 0 0,0 1-320 0,4-4-128 0,3-3 0 0,2-6 144 15,0 1-592-15,-1 4-128 0,-2 2-32 0,-3 3 0 16,-1 6-208-16,-3 3-32 0,-2 2-16 0,-3 3-7712 16,-1 3-1552-16</inkml:trace>
  <inkml:trace contextRef="#ctx0" brushRef="#br1" timeOffset="-201343.33">10974 6076 8287 0,'3'-5'736'0,"0"0"-592"0,-1 2-144 0,-2 2 0 15,1-2 1344-15,0 1 224 0,1-1 48 0,2-3 16 16,1-4 144-16,1 0 16 0,0 2 16 0,-1 2 0 15,-2 2-464-15,0-1-80 0,-1 3-32 0,-1 1 0 16,1 4-288-16,-1-1-64 16,-1 3-16-16,0-1 0 0,0 0-320 0,0 2-64 0,-1 4-16 0,1-10 0 15,-3 28-160-15,3-28-48 0,-3 43 0 0,3-43 0 0,-6 54-96 16,2-24-32-16,1-1 0 0,-1 1 0 0,0-2 0 0,1-2-128 16,0 0 192-16,3-26-64 0,-4 47-128 0,4-47 0 15,0 36 0-15,0-36 128 0,0 0-128 0,8 37-144 16,-8-37 144-1,0 0-208-15,0 0-1056 0,0 0-208 0</inkml:trace>
  <inkml:trace contextRef="#ctx0" brushRef="#br1" timeOffset="-201029.83">11025 6043 12895 0,'-4'-7'576'0,"2"2"112"0,0 0-560 0,1 3-128 0,0 0 0 0,0-1 0 15,1 3 1728-15,-2-3 304 0,0 0 64 0,0-2 16 16,0-1-320-16,0 2-64 0,1-1-16 0,1 0 0 16,1 1-576-16,2-1-112 0,0 0-32 0,3 1 0 15,-1 1-448-15,3 0-96 0,0-1 0 0,2 2-16 16,0-1 32-16,1 0 16 16,1 1 0-16,1 2 0 0,1 0 96 0,-1 0 32 0,0 2 0 0,-13-2 0 31,0 0-384-31,0 0-80 0,39 20-16 0,-39-20 0 0,0 0-128 0,0 0 0 0,0 0 0 0,16 42 0 15,-17-32 0-15,-1 0 128 0,-3 1-128 0,-2-2 128 0,-2 3 112 0,-1-2 16 16,0 0 0-16,-1-1 0 0,0-2-256 0,-2 1 144 16,2 0-144-16,0-3 128 0,0 0-128 0,2 0 0 15,0 0 144-15,1-3-144 0,2 0 0 16,0-1 0-16,2 1 0 0,2 0-128 16,-1 1-944-16,1-3-176 0</inkml:trace>
  <inkml:trace contextRef="#ctx0" brushRef="#br1" timeOffset="-200714.3">11172 6252 1839 0,'-2'-2'160'0,"0"1"-160"0,0 1 0 0,0-2 0 15,1 2 1472-15,0 0 272 0,0 0 48 0,0 0 16 16,-2 0-112-16,0-1-32 0,-1 1 0 0,2 0 0 16,-1 0-320-16,1 0-64 0,1 0 0 0,0-2-16 15,2 2 224-15,0 0 48 0,1 0 16 0,1-1 0 16,0 0 752-16,3 1 160 0,1-2 32 0,2-1 0 16,0-1-1728-16,2 1-320 0,1 1-80 0,2-3-16 0,3 0 352 15,-1 1 64-15,1-2 0 0,0 2 16 16,-2 0-400-16,0 1-96 0,-3 0-16 0,-1 1 0 0,-2 2-272 0,-3-1 0 15,-1 2 0-15,-1-1 0 0,-3 2-256 0,-2 1-64 16,-3 0-16-16,-3 1-16432 16</inkml:trace>
  <inkml:trace contextRef="#ctx0" brushRef="#br1" timeOffset="-200305.91">11480 6059 8287 0,'1'-9'736'0,"0"4"-592"0,1-2-144 0,-1 5 0 15,0-1 1488-15,-1 3 272 0,0-2 48 0,0 2 16 16,1-3 928-16,0-1 192 0,1 2 48 0,-2 0 0 16,0 2-1424-16,0 2-288 0,-1 2-48 0,0 3-16 15,0 0-672-15,-1 3-144 0,0 2-16 0,2-12-16 16,-3 27-368-16,3-27 144 0,-1 32-144 0,1-32 0 15,-3 38 0-15,3-38 0 0,-2 41 0 0,2-41 0 16,0 37 0-16,0-37 0 0,0 0 0 0,2 43 0 16,-2-43 0-16,0 0 0 0,0 0 0 0,11 40 0 0,-11-40 0 15,0 0 0-15,0 0 0 0,0 0 0 0,0 0 0 0,0 0 0 16,0 0 0-16,34 12 0 0,-29-17 880 0,0-2 112 16,1 0 32-16,0-2 0 0,-1-2-160 0,2-1-32 15,-1-1 0-15,1-1 0 0,0-2-304 0,0-1-64 16,2 0-16-16,-1-2 0 0,1 0-160 0,-1 0-32 15,0-1-16-15,0 2 0 0,-2 2-240 0,2 1 0 16,-2 1 128-16,0 2-128 0,-2 1 0 0,1 3 0 16,-1 1 0-16,-2 3 0 15,0 1-800-15,0 1-96 0,-1 4-32 0,-1-1-10544 16,0 3-2112-16</inkml:trace>
  <inkml:trace contextRef="#ctx0" brushRef="#br1" timeOffset="-199159.5">11770 6223 6207 0,'2'3'128'0,"0"-1"48"0,-1-1 0 0,0-1 0 0,0-1-176 0,0 1 0 0,1-2 0 0,1 1 0 16,1-3 2048-16,2-1 384 0,1-3 80 0,1-1 16 16,-2 0-864-16,1-1-192 0,-1-1-16 0,-1 1-16 15,1 1-288-15,-3-1-48 0,1-2-16 0,-1 3 0 16,-2 2 0-16,-1-1 0 0,-1 1 0 0,-1 0 0 15,-2 3-272-15,0 1-64 0,-1 0-16 0,-1 1 0 16,0 2-544-16,-2 0-192 0,1 3 0 0,0 2 144 16,-2 1-144-16,1 2 0 0,0 1-192 0,-1 3 192 15,1 2-192-15,-1 1 192 0,1 0-192 0,1 2 192 0,0 0-160 16,2 0 160-16,0-3 0 0,2 0-144 0,0-4 144 0,3-1 0 16,0-1 0-16,0 1 0 0,1-2 0 0,2-2 0 15,0-1 0-15,1-3 0 0,1 1 0 0,1-2 0 16,-1-2 0-16,1 1 0 0,1-2 0 0,0-1 0 0,0-1 0 15,2-1 128-15,-2-1-128 0,1 0 0 0,1-1 0 0,-1 1 0 16,-1 0 0-16,-1-2 0 0,0 4 0 0,-2-3 0 16,1 2 0-16,-2-2 0 0,-1 4 0 0,0-1 0 15,0 0 0-15,0 1 0 0,-1 1 0 0,-1 1 128 16,0 1-128-16,0 1 0 0,0 1 0 0,-1 2 0 16,1 1 0-16,-2 1 0 0,1 4 0 0,-1-1 0 15,1 1 0-15,-1 2 0 0,0-1 0 0,1-2 128 16,1-8-128-16,0 0 128 0,0 0-128 0,0 0 128 15,0 0-128-15,0 0 144 0,0 0-144 0,23 39 160 16,-18-43 80-16,2 1 16 0,1-1 0 0,2-4 0 16,-1-1 240-16,2 0 48 0,1-3 16 0,-1 0 0 15,1-2-800 1,0-1-144-16,-1 1-48 0,-1-2 0 0,-1 3-512 0,-1 0-96 0,1-2-32 0,-1 1 0 16,0 0 528-16,-2-2 96 0,0 1 32 0,-1-2 0 0,0 3 416 0,-1-5 0 15,0 0 0-15,-1 0 0 0,0 2 448 0,-1 1 128 16,-1-1 32-16,-1 4 0 0,0 3 720 0,0 0 144 15,0 5 16-15,-1 1 16 0,0 3-560 0,-1 1-112 16,0 3-32-16,-2 2 0 0,1 2-432 0,0 0-96 16,-1 0-16-16,0 2 0 0,1 3-256 0,-2 2 128 15,0 1-128-15,2-1 0 0,-1-2 128 0,0 2-128 16,0 1 0-16,-1 3 0 0,1 2 0 0,0-2 0 16,4-18 0-16,-7 38 0 0,7-38 192 0,-5 32-192 0,5-32 192 15,0 0-192-15,-1 38 224 0,1-38-64 0,0 0-16 0,0 0 0 16,0 0-144-16,9 42 0 0,-9-42 0 0,0 0 0 15,0 0 0-15,0 0 0 0,0 0 0 0,0 0 0 32,0 0-720-32,34 16-80 0,-27-18-16 0,-2-3 0 15,2 0-784-15,-1 1-176 0,2-4-16 0,-1-1-16 16,1 2 432-16,-1-3 96 0,0 1 0 0,0-3 16 0,-1 0 816 0,1-2 144 0,0-2 48 0,0 1 0 16,-2 3 256-16,2-3 0 0,-1 0 0 0,1 1 0 15,-1 2 336-15,-1 0-16 0,0 2-16 0,-2 3 0 16,1 2 528-16,-2 1 128 0,0 2 0 0,-2 2 16 15,0 2 0-15,-1 1 0 0,0 0 0 0,-1 1 0 16,0 2-400-16,-2 1-64 0,1 0-32 0,-1 3 0 0,0-1-288 0,1 1-64 16,-1 1-128-16,0 1 192 0,4-12-192 0,-6 29 128 15,6-29-128-15,-6 29 0 0,6-29 144 0,-2 32-144 16,2-32 128-16,0 0-128 0,0 41 0 0,0-41 0 16,0 0 0-16,0 0 0 0,0 0 0 0,0 0 0 15,0 0 0-15,0 0 0 0,0 0 0 0,31 31 0 16,-27-33 0-16,1-4 0 0,1 2-192 0,-1-5 16 15,1 2 16-15,0-3 0 16,0 0-592-16,0-2-112 0,1 0-32 0,-1-2 0 16,0 0 720-16,-1 1 176 0,0-2 0 0,-1 1 0 0,0-3 256 0,-1 2 96 15,0 1 16-15,0 2 0 0,0 1 256 0,-2 1 48 16,1 2 16-16,-1 2 0 0,0 3 0 0,-1 1 0 0,-1 2 0 0,-1 2 0 16,0 4-208-16,-1 1-32 0,-2 4-16 0,1 3 0 15,-2 1-256-15,1-1-48 16,1 3-128-16,4-17 192 0,-9 35-192 0,5-16 0 0,4-19 0 0,-8 36 0 15,8-36 0-15,-3 30 0 0,3-30 0 16,0 0 0-16,0 0 0 0,0 0 0 0,9 41 0 0,-5-38 0 16,0 1 0-16,0-4 0 0,1 0 0 0,-2 0 0 15,3 0-272-15,-2-2-48 0,2-1-16 0,-1 1-17056 16</inkml:trace>
  <inkml:trace contextRef="#ctx0" brushRef="#br1" timeOffset="-198826.89">12306 6208 3679 0,'2'-2'320'0,"-1"0"-320"0,0 2 0 0,-1 0 0 0,1 0 3072 0,-1 0 560 15,1 0 96-15,0 0 32 16,2-2 896-16,1 2 176 16,-1 0 32-16,2-2 16 0,0 2-3856 0,-1-1-784 0,1-1-240 0,0 0 128 0,0 1 192 0,2-1 64 15,-2 0 0-15,1-1 0 0,1-1-160 0,-1 1-32 16,-1-1 0-16,0 1 0 0,-1-2-192 0,-1 1 0 15,0-1 0-15,-1-1-160 16,0 0-288-16,-2 0-48 0,-1 0-16 0,-2 1 0 0,0 1 160 0,0-1 32 16,-3 2 0-16,-1 1 0 0,0 1 320 0,-1 1 160 15,0 1-16-15,0 2 0 0,0 2 208 0,-1 1 32 0,-1 4 16 0,0-2 0 16,2 3 16-16,-2 1 0 0,1 2 0 0,2 0 0 16,-1 1 0-16,4-1 0 0,1-2 0 0,3-12 0 15,0 0 32-15,0 0 16 0,0 0 0 0,14 42 0 16,-14-42-208-16,0 0-64 0,32 10 0 0,-18-9 0 15,1-1-192 1,1-1 0-16,-1-2 0 0,-1 1-18256 0</inkml:trace>
  <inkml:trace contextRef="#ctx0" brushRef="#br0" timeOffset="-194326.13">997 9267 4607 0,'-2'0'400'0,"-1"3"-400"0,1-3 0 0,2 2 0 16,0-2 1152-16,-2 0 160 0,0 0 32 0,-1 2 0 16,-1 1 544-16,0-1 112 15,1 1 32-15,0-3 0 0,1 2-224 0,2-2-32 0,1 0-16 0,1-2 0 31,2 2-672-31,0-3-128 0,3 1-16 0,-1 0-16 0,3-1-352 0,0 1-64 0,0-1 0 0,2-1-16 16,1 3-288-16,1-3-48 0,-1-1-16 0,0 2 0 16,0 1-144-16,-1 0 0 0,0 0 0 0,-1 0 128 15,-1 1-128-15,0-1 0 0,-2 0 0 0,0 1 0 16,-1-1-192-16,0 0 48 0,-3 2 0 0,-1-2 0 16,0 1-752-16,-2 1-128 0,0 0-48 15,-2 3 0-15,0-2-1056 0,-2 2-224 0,-1 0-32 0,0 0-16 16,-2 1-576-16,1-2-112 0,-1 0-32 0,0 1 0 15,0 2 1648-15,1-3 320 0,-1 1 64 0,1-1 0 0,-1 1 1344 0,2-1 256 16,-1 0 48-16,1 0 16 0,1 1 544 0,0-1 112 16,0 1 32-16,2-1 0 15,0 0 272-15,0 0 64 0,0-1 16 0,1 3 0 0,0-1 240 0,0-1 32 16,1 3 16-16,0 0 0 0,0 1-64 0,-1 3-16 16,1 2 0-16,-1 1 0 15,1-1-576-15,-2 4-112 0,-1 1-32 0,0 3 0 0,-1 0-272 0,1-2-64 0,-1 0-16 0,0-1 0 16,2-2-480-16,-1-2-80 0,1-2-32 0,1-3 0 15,2 0-160-15,0-5 0 16,2-2 0-16,1-4-176 16,2-2-1536-16,1-3-304 0</inkml:trace>
  <inkml:trace contextRef="#ctx0" brushRef="#br0" timeOffset="-193947.78">1283 9168 9215 0,'1'-3'816'16,"1"1"-656"-1,-1 2-160-15,-1 0 0 0,0 2 1712 0,0-2 304 16,2 3 64-16,-1 1 16 0,1 4 432 0,-1 1 96 16,0 8 0-16,-3-1 16 0,0 6-1104 0,-1 1-208 15,0 1-48-15,-2 2-16 0,0 0-480 0,0 0-80 16,-1 0-32-16,2-2 0 0,0-1 16 16,-1-1 0-16,2-2 0 0,1-2 0 0,0-4-448 0,0-2-96 15,1-5-16-15,1-2 0 0,1-3-128 0,-1-3 0 16,1 0 0-16,0-4 0 0,1-2 0 0,0 0-176 15,1-2 48-15,1-1 0 0,-1-2-176 0,-1 0-16 16,2 0-16-16,0 0 0 0,0-1 48 0,-1 0 16 16,2 1 0-16,-1-1 0 0,0 3 272 0,0 1-128 0,1 0 128 0,-1 1 0 15,1 3 0-15,0 1 0 0,-2 3 0 0,2-1 0 16,-1 4 0-16,1 1 128 0,-1 1-128 0,0 1 0 16,-4-5 336-16,0 0-16 0,0 0-16 0,13 36 0 15,-13-36-16-15,0 0 0 0,8 35 0 0,-8-35 0 16,0 0-112-16,5 34-32 0,-4-27 0 0,-1 2 0 15,1-2 48-15,-1-2 0 0,0 2 0 0,0-4 0 16,-1 0-192-16,1-2 0 0,1-1 0 0,-1-2 0 16,1 0-192-16,1-5-112 0,0-1-16 0,3-3-15840 15</inkml:trace>
  <inkml:trace contextRef="#ctx0" brushRef="#br0" timeOffset="-193760.87">1579 9215 15663 0,'2'1'1392'0,"0"1"-1120"16,0 0-272-16,-2-2 0 0,1 1 1904 0,0 0 320 16,1 4 64-16,1 0 16 0,-3-5-256 0,0 0-32 15,0 0-16-15,0 0 0 0,0 0-1392 0,0 0-288 16,34 33-48-16,-31-31-16 16,0 1-720-16,-1-1-160 0,0 3-16 0,0 0-12976 0</inkml:trace>
  <inkml:trace contextRef="#ctx0" brushRef="#br0" timeOffset="-193624.13">1570 9362 10127 0,'-4'3'448'0,"3"-1"96"0,-1 0-544 0,1-2 0 0,0 1 0 0,0 1 0 15,1 1 2336-15,-1 0 352 0,-1 3 80 0,0 0 16 16,0 2-80-16,1 1-16 0,1-2 0 0,-1 1 0 16,1-1-1440-16,1-2-288 0,-1 0-64 0,3-2-16 15,0 1-880-15,-3-4-256 0,0 0-16 0,0 0-9344 16,0 0-1872-16</inkml:trace>
  <inkml:trace contextRef="#ctx0" brushRef="#br0" timeOffset="-193272.05">1822 9293 1839 0,'7'-5'160'0,"-3"1"-160"0,0 2 0 0,-1-1 0 0,-2 3 3008 0,-1 0 560 16,1-2 112-16,-1 2 32 0,1-2 96 0,-1 1 32 15,-2 1 0-15,-2 0 0 0,-1 3-1728 0,-2-3-320 16,0 3-80-16,-2 1-16 0,1-2-768 0,-1 1-160 15,-1 1-16-15,1 0-16 0,1-1-224 0,0 2-64 16,-1 0 0-16,2-3 0 0,0 1-192 0,2 2-32 16,-2-2-16-16,2 0 0 0,0 2-208 0,1 0 0 15,2-3 0-15,-1 3 0 0,2 0 0 0,1-1 0 16,1 1 0-16,0 0 0 0,1 0 0 0,1 2 0 16,-3-7 0-16,0 0 0 0,0 0 0 0,0 0 0 0,33 31 0 15,-33-31 0-15,0 0 128 0,0 0-128 0,0 0 0 0,43 28 144 16,-43-28-144-16,0 0 192 0,0 0-192 0,0 0 192 15,0 0-192-15,34 26 160 0,-32-22-160 0,-2-1 160 16,-1 2-160-16,-3 0 128 0,-2-1-128 0,0 1 128 16,-3 0-128-16,-2 2 128 0,-1-2-128 0,-1 2 128 15,1-2-128-15,-3 2 160 0,0-1-160 0,-2 0 160 16,2 1-160-16,0-3 0 0,2-1 0 0,1 0 0 16,2-1 0-16,2-2 0 0,2-2 0 0,3-1-18608 15</inkml:trace>
  <inkml:trace contextRef="#ctx0" brushRef="#br0" timeOffset="-192830.85">2239 9286 13823 0,'-1'-4'608'0,"0"-1"128"0,0 2-592 0,0 1-144 0,1 0 0 0,-1 2 0 15,1-2 2496-15,-1 1 480 0,0-1 96 0,0-1 0 16,2 1-272-16,-2 4-64 0,0 1-16 0,1 2 0 16,0 0-1632-16,0-5-336 0,0 0-64 0,5 35-16 15,-5-35-400-15,4 31-80 16,-4-31 0-16,3 37-16 0,-3-37-176 0,1 41 128 0,-1-19-128 0,0-22 128 15,0 42-128-15,0-42 0 0,1 33 144 0,-1-33-144 16,0 0 128-16,3 32-128 0,-3-32 160 0,0 0-160 16,0 0 288-16,0 0-32 0,0 0-16 0,0 0 0 15,0 0 128-15,0 0 16 0,11-7 16 0,-10-3 0 0,2 0-192 0,-1-1-32 16,1-1-16-16,-1-1 0 0,3 0-160 0,-1 0 160 16,0-1-160-16,1 0 160 0,1-1-160 0,-1 1 0 15,0 2 144-15,0 1-144 0,0 1 0 0,1 1 0 16,-2-1 0-16,1 1 0 0,-1 2 0 0,2-1 0 15,-1 2 0-15,-1 0 0 16,2 2-1168-16,-1 0-208 0,1-1-32 0,0 2-15712 16</inkml:trace>
  <inkml:trace contextRef="#ctx0" brushRef="#br0" timeOffset="-191730.38">2472 9421 2751 0,'2'5'256'0,"1"0"-256"0,0-3 0 0,-2-1 0 16,0-1 1552-16,1 2 272 15,-1-2 48-15,1 0 16 0,3-2 848 0,0 1 160 0,0-4 48 0,1 1 0 16,-1-4-960-16,0 2-192 0,-1-4-48 0,-1 1 0 16,1-1-448-16,0-1-80 0,-2 1-32 0,-1-2 0 15,0 2-352-15,-1 1-80 0,-1 0-16 0,-1 1 0 16,-1 1-432-16,-1 0-96 0,0 3-16 0,-1-1 0 16,-1 2-32-16,-1 3-16 0,0 0 0 0,-1 2 0 15,0 1-144-15,-2 4 160 16,2 0-160-16,-1 2 160 0,0 1-160 0,0 2 0 0,2 2-192 0,-1 0 192 15,3 0-320-15,-2 1 48 0,3 2 16 0,-1-2 0 0,0 0 256 0,3-1-192 16,0-2 192-16,2 0-160 0,0-2 160 0,2-3 0 16,0-2 0-16,1-1 0 0,2-3 0 0,-1 0 0 15,3-2 0-15,-1-2 0 0,1-2 0 0,0-2 0 16,2 0 0-16,-1 0 128 0,0-3-128 0,1 1 0 16,-1 0 0-16,0-1 128 0,2-2-256 0,-2 2-64 15,0 1 0-15,-2 0 0 0,-1 1 48 0,-1 2 0 16,0 1 0-16,-2 1 0 0,0 1 144 0,-1 3 0 15,0 0 0-15,-1 0 0 0,0 3 0 0,-1 0 0 0,0 3-144 16,0 0 144-16,0 2 0 0,0-1 0 0,1 2 0 0,0 1 0 16,1-1 0-16,0 0 0 15,-1-9 0-15,0 0 192 0,0 0-192 0,0 0 0 0,0 0 144 0,0 0-144 16,36 24 0-16,-28-27 144 0,2-1-144 0,0-4 0 16,1-1 208-16,1-2-64 0,1 0-16 0,1-1 0 15,0-1 16-15,0-1 0 0,2-3 0 0,-1 1 0 16,1-1-144-16,-2 0 0 0,-1 0 0 0,-2 0-176 15,0 0 176-15,-3 1 0 0,1 1-144 0,-3 1 144 16,-1-1 0-16,-2-2 0 0,-1 1 0 0,-1 2 0 16,0-2 0-16,-1 1 0 0,-2-1 224 0,1 0-64 0,-2 1 544 15,0 0 128-15,1 1 0 0,-1 5 16 0,2 1-192 0,0 4-32 16,0 2-16-16,0 2 0 0,1 2-336 0,-2 2-64 16,1 4-16-16,0 2 0 0,0 4-192 0,-1 4 0 15,1 4 128-15,0 2-128 0,-1 6 0 0,0-1 0 31,-1 4 0-31,0-3 0 0,0-3 0 0,1 1 0 16,-1-2 0-16,1 0 0 0,1-5 0 0,1-1 0 0,0-20 128 0,4 28-128 0,-4-28 0 0,0 0 0 16,0 0 0-1,0 0 0-15,0 0 0 0,0 0 0 0,0 0 0 0,0 0 0 0,38 20-160 0,-32-26 32 16,1-1 0-16,-2-2 0 16,2 1-768-16,-1-1-128 0,2-3-48 15,0 1 0 1,1-3-656-16,1 1-144 0,-1 0-32 0,-1 0 0 15,1 2-304-15,-2-1-64 0,1 2-16 0,-1 0 0 16,1-1 1248-16,-1 1 240 0,0-1 48 0,-1 3 16 0,-1-1 576 0,-1 3 160 0,0 0 0 0,-2 1 0 16,-1 3 528-16,-1-2 176 0,1 3 48 0,-2 1 0 15,1 0 656-15,0 0 144 0,-1 3 32 0,-1-1 0 16,0 2-304-16,-1 1-64 0,0 3-16 0,1 1 0 16,-1 1-352-16,0 2-64 0,0 0-16 0,-1 1 0 15,3 0-128-15,-2 1-16 0,1 0-16 0,1-2 0 16,0-3-272-16,1 1-48 0,1-1-16 0,1-2 0 15,0-1-80-15,1-2-32 0,-1 0 0 0,2-1 0 16,1-3-160-16,0 0 0 0,2-3 0 0,-1-2 128 16,2 1-128-16,0-4 128 0,2 0-128 0,0-2 128 0,2 0-128 15,-1-1 0-15,1-1 0 0,-1 2-176 16,0-2-352 0,0-2-80-16,-2 2-16 0,1 0 0 0,-3-2 0 0,0 2 0 0,-2 3 0 0,-1-2 0 0,0 1 416 0,-4 3 80 15,1 1 128-15,-1 3-208 0,0 2 208 0,-1 1 0 16,1 1 0-16,-1 0 0 0,-1 4 240 0,0 0-16 15,0-1 0-15,-1 2 0 0,1 2 80 0,1 0 16 16,0-1 0-16,-1 1 0 0,1 1 64 0,1 0 32 16,-1 0 0-16,1-9 0 0,0 0 80 0,1 31 16 15,-1-22 0-15,1 1 0 0,0-2 0 0,0 1 16 16,-1-9 0-16,0 0 0 0,0 0-304 0,6 31-64 0,-4-25-16 16,0 2 0-16,0-1-144 0,-2-7 0 0,0 0 0 0,0 0 0 15,0 0 0-15,0 0 0 0,0 0 0 0,0 0 0 31,21 35-640-31,-18-35-64 0,1-2-16 0,1 0-16336 0</inkml:trace>
  <inkml:trace contextRef="#ctx0" brushRef="#br0" timeOffset="-191319.15">3268 9285 5519 0,'-2'1'496'0,"0"-1"-496"16,2 2 0-16,0-2 0 0,0 0 2112 0,0 0 320 16,-1 0 64-16,-1 1 0 0,1 1-32 15,0 0-16-15,1 1 0 0,2-2 0 0,0 0-848 0,0 1-160 16,2 1-32-16,0-1-16 0,2-1-176 0,1 1-16 16,-7-2-16-16,0 0 0 0,0 0-672 0,34 2-144 15,-24-4-32-15,1-3 0 0,1-1-336 0,1-2 0 16,-1 1 0-16,-1-3 128 0,1 0-128 0,-2-2 0 15,0 3 0-15,-2-2 128 0,-2 1-128 0,-2 0 0 16,-2 1 0-16,-2 0-128 0,-3 3 128 0,-2 0 0 16,0-1 0-16,-3 4 0 0,0 1-144 0,-2 2 144 0,0 0-160 0,-2 1 160 15,0 2-320-15,1 3 48 0,0 0 0 0,1 4 0 16,1-1 96-16,-1 1 32 0,2 1 0 0,1 1 0 16,-1 0 144-16,2 2 0 0,0 1 128 0,1-1-128 15,-1 0 400-15,1-1 16 0,1 3 0 0,1-2 0 16,1 0 256-16,2-2 48 0,0-12 16 0,0 0 0 15,0 0-48-15,0 0-16 0,0 0 0 0,33 33 0 16,-33-33-480-16,26-2-192 0,-12-1 128 0,2-3-128 16,1 1-384-1,0 0-176-15,5-5-16 0,0 1-16192 0</inkml:trace>
  <inkml:trace contextRef="#ctx0" brushRef="#br0" timeOffset="-190296.37">4077 9250 9215 0,'0'0'816'0,"0"0"-656"16,0 0-160-16,0 0 0 0,0 0 1216 0,1 0 224 15,-1 0 32-15,0 0 16 0,1 0 544 0,0 0 96 16,1 0 32-16,-2-2 0 16,2 0-48-16,0 0 0 0,0-1 0 0,0-1 0 0,1 1-800 0,-1-2-160 15,-1 0-48-15,1-1 0 0,-1-1-448 0,0 2-80 0,-1-3-32 0,0 2 0 16,0 0-288-16,-1 0-48 0,-1 1-16 0,0-1 0 15,-2 2 0-15,-1-1 0 16,0 2 0-16,-4 2 0 0,2 1-32 0,-2 0-16 16,-1 2 0-16,1 3 0 0,0 0-16 0,-1 2-128 15,1 1 192-15,-1 0-64 0,0 4-128 0,0 0 0 0,0 0 0 16,2 0 0-16,1 2 0 0,0 1 0 0,0 1 0 0,1 0 0 16,1 1 0-16,1 0 0 0,0-1 0 0,2 1 0 15,0-5 0-15,2-12 128 16,0 0-128-16,0 0 0 0,12 35 0 0,-12-35 128 0,0 0-128 0,0 0 0 0,35 2 176 0,-23-6-48 15,1-3-128-15,1-3 192 0,-1 1-16 0,2-3-16 16,-1-1 0-16,2 0 0 0,1-1-304 0,-1 0-64 16,0 0-16-16,1 2 0 15,-1 2-2304-15,0-2-464 0</inkml:trace>
  <inkml:trace contextRef="#ctx0" brushRef="#br0" timeOffset="-189506.09">4264 9218 9215 0,'-1'0'400'0,"0"0"96"16,1-2-496-16,-1 2 0 0,1-1 0 0,0 1 0 0,0 0 1984 0,-1-3 288 16,0 1 64-16,0 0 16 0,-1-2 144 0,0 1 48 0,-1-2 0 0,1 1 0 15,1 1-688-15,-1-2-128 16,0 1-16-16,0-1-16 0,-1 2-560 0,0-1-112 16,1-1-32-16,-2 2 0 0,0 1-416 0,1 0-96 15,-2 2-16-15,1 0 0 0,0 1-144 0,-1 2-48 0,0 0 0 0,0 2 0 16,-1-1-144-16,0 4-128 0,0-1 144 0,0 2-144 15,0 3 0-15,0-2 0 0,1 2 0 0,-1-1 0 16,2 1 0-16,-2 0 0 0,2 0 0 16,0-3 0-16,1 2 0 15,1-2 0-15,0-1 0 0,2 0 0 0,0-1 0 0,1-2 0 0,1-3 0 0,0 0 0 16,1 1 0-16,-1-3 0 16,3 0 0-16,-1-2 0 0,1-1 0 0,1 1 0 0,0-3 0 15,1-1 0-15,1 0 0 0,1-1 0 16,0-2 0-16,0 1 0 0,0-1 0 0,0-1 0 15,-1 1 0-15,-1 0 0 0,0-1-128 0,-2 0 128 16,0 3 0-16,-1-1 0 0,-1 2 0 0,-1-1 0 16,-1 2 0-16,-1 1 0 0,0 3 0 0,0 1 0 15,0 1 0-15,-2 1 0 0,0 1 0 0,0 1 0 16,-1 3 0-16,1 0 0 0,0 0 0 0,0 1 0 16,0 3 0-16,1-1 0 0,0 0 0 0,1-10 0 15,0 0 128-15,1 29-128 0,-1-29 0 0,0 0 0 16,0 0 128-16,0 0-128 0,0 0 0 0,0 0 0 15,0 0 0-15,0 0 0 0,0 0 0 0,37 25 0 16,-31-30 0-16,2-2 0 0,0-2 0 0,1-1 128 0,1 1-128 0,-1-3 0 16,0 0 0-16,1 0 0 0,-1-1 0 0,0 1-160 15,0-1 32-15,-2 3 0 0,0 1 0 0,-1-2 0 16,0 2 128-16,-1 0 0 0,0 1-144 0,-2 2 144 16,1 2 0-16,-1 2 0 0,-1 1 0 0,0 1 0 15,-1 3 0-15,0 0 0 0,0 1 0 0,-1 3 0 16,0-7 176-16,0 0 0 0,1 30 0 0,-1-30 0 15,-3 24 0-15,3-24 0 0,-2 24 0 0,0-12 0 16,-1 0-176-16,1-2 128 0,-1 1-128 0,1-2 128 16,-1 0-128-16,0-1 128 0,0-2-128 0,1-2 128 15,1 1-128-15,-1-3 0 0,1 0 0 0,0-2 0 16,1 0 0-16,0-2 0 0,-1 0 0 0,2-1 0 0,-1-2 0 0,1-1 0 16,1 0 0-16,0 2 0 0,0-4 0 0,2-1 0 15,1 0 0-15,-1-2 0 0,2 0-128 0,0 0-16 16,1-1 0-16,0 0 0 0,2 0-80 0,0 0-16 15,-1 1 0-15,1 2 0 0,0 1 240 0,-2 3-192 16,2 1 192-16,-2 3-192 0,0 1 192 0,-7 0 0 16,0 0 0-16,0 0 0 0,0 0 144 0,25 33-144 15,-25-33 0-15,0 0 144 0,8 38-16 0,-8-38-128 16,-1 24 192-16,-1-12-64 0,0 0 0 0,-1 0-128 16,-2-1 192-16,1-3-64 0,0 3-128 0,2-3 0 0,-1-2 0 15,2-1-11776 1,0 0-2432-16</inkml:trace>
  <inkml:trace contextRef="#ctx0" brushRef="#br0" timeOffset="-188270.08">5014 9180 3967 0,'2'-3'0'0,"-1"1"176"0,1 0-48 0,-1 1-128 0,0 1 0 0,-1 0 0 0,1-2 0 0,0 2 0 16,2-1 2176-16,-1-2 320 0,0 2 64 0,0-1 0 16,1 2 80-16,-2 0 16 0,1 0 0 0,-2 0 0 15,2 2-416-15,-2-2-96 16,0 0-16-16,1 1 0 0,0 1-736 0,0-2-160 0,0-2-16 0,1 1-16 0,1-3-560 0,0 0-96 15,0-1-32-15,1-1 0 0,1-1-256 0,-2 0-48 16,2 0-16-16,-1 0 0 0,-1 0-192 0,-1 0 0 16,0-1 0-16,-2 2-160 0,-1 0-192 0,0 0-32 15,-1 1-16-15,-3 2 0 16,0 0-208-16,-2 2-32 0,-2 1-16 0,-1 1 0 16,1 2 16-16,-2 2 16 0,-1 1 0 0,0 3 0 0,1 0 240 0,0 3 64 15,0 2 0-15,2 1 0 0,0 5 320 0,0 2 0 0,1 2 0 16,1-5 0-16,1 2 0 0,1-5 0 0,1 1 160 0,1-3-160 15,2-1 240-15,1-2-64 0,0-11-16 0,0 0 0 16,0 0 80-16,0 0 16 0,0 0 0 0,0 0 0 16,43 12 64-16,-31-19 32 0,0-4 0 0,2-2 0 15,1-1-64-15,-1-2-16 0,0-2 0 0,0 0 0 32,-1 1-624-32,-3 0-128 0,1 2-32 0,-4 0 0 0,-1 3-304 15,-1 0-64-15,0 2-16 0,-1 1 0 0,-2 2 608 0,-1 2 112 0,1 1 32 0,-2 3 0 16,0 1 144-16,0 3 0 0,-1 0 0 0,-1 5 128 15,1 2 192-15,-1 3 64 0,0 2 0 0,-1 2 0 16,2 0 576-16,0-3 112 0,1-14 16 0,2 26 16 16,-2-26-368-16,0 0-80 0,0 0-16 0,0 0 0 0,0 0-144 0,22 38-48 15,-16-38 0-15,0-4 0 0,2-1-288 0,-1-2-160 16,1-1 160-16,2-4-160 16,1 1-336-1,-1-4-176-15,2 0-16 0,-1-3-15872 0</inkml:trace>
  <inkml:trace contextRef="#ctx0" brushRef="#br0" timeOffset="-188002.5">5374 8924 13535 0,'4'-8'288'0,"-2"4"64"0,-1-1 16 0,0 2 16 0,-1 3-384 0,0 0 0 15,0 0 0-15,0-2 0 0,0 2 3392 0,-1-2 576 16,-1 2 128-16,0 0 32 0,-2 2-1872 0,1 0-368 16,-1 3-80-16,-1-2-16 0,1 1-704 0,-1 2-160 15,0 0-32-15,-2 1 0 16,1 1-384-16,1 3-64 0,0 0-32 0,-1 2 0 0,0 1-224 0,1 0-64 0,-2 6 0 0,1-2 0 15,0 4-128-15,1-1 0 0,0 3 0 16,0 0 0-16,2 1 176 0,2-2-48 0,1-23-128 0,-1 39 192 16,1-39-64-16,0 0-128 0,9 43 176 0,-9-43-176 15,0 0 0-15,0 0 0 0,0 0 0 0,0 0 0 16,38 28 0-16,-31-30 0 0,3-1 0 0,-2-3 0 16,1-1-624-1,0-1-128-15,-1-1-16 0,0-2-16 0,1 0-2256 0,-2 0-448 0,2 1-96 0,0-2-9664 16</inkml:trace>
  <inkml:trace contextRef="#ctx0" brushRef="#br0" timeOffset="-187294.6">5505 9084 4607 0,'2'-2'400'0,"-1"2"-400"16,-1 0 0-16,0-1 0 0,1 0 1760 0,2-1 272 15,1-5 48-15,2 2 16 0,0-3 656 0,0 2 128 16,-1-2 16-16,-3 4 16 0,0-1-384 0,-1 0-80 16,-2 3-16-16,0 0 0 0,-1 2-896 0,1 0-176 15,-3 2-32-15,0-1-16 0,-1 2-752 0,0 2-160 16,-2 2-16-16,0 1-16 0,-1 3-208 0,-2-1-32 15,1 4-128-15,-1 0 192 0,2-1-192 0,-2 3 144 16,2-4-144-16,0 2 128 16,2-2-128-16,0-3 128 0,4 0-128 0,0-1 128 0,1-3-128 0,2 0 0 0,1-1 0 0,0-2 128 15,1-2-128-15,2 1 0 0,0-1 0 0,2 0 0 16,-1-1 0-16,-6 1 0 0,0 0 0 0,0 0 0 16,33 2 0-16,-33-2 0 0,0 0 0 0,0 0 0 15,0 0 0-15,0 0 0 0,40 22 0 0,-40-22 0 16,0 0 0-16,0 0 0 0,0 0 0 0,0 0 0 15,16 38 0-15,-16-31 0 0,-2-2 0 0,0 2 0 16,-1-2 0-16,-2-1 0 0,1 2 128 0,-2-1-128 16,1-1 0-16,-3 1 192 0,1-2-192 0,-2 0 192 15,0-2-64-15,0 1-128 0,1 0 192 0,-1-2-64 0,2 0-128 16,0-2 0-16,2 0 144 0,0 1-144 0,1-1 0 16,2 0 0-16,0 0 0 0,2-1 0 0,2 0-288 0,1 1-80 31,1 0-16-31,2-3 0 0,0 3-1600 0,1-3-336 0,3 1-64 15,1-1-16-15,1 0-160 0,1 0-16 0,1-2-16 0,0 2 0 16,-2 0 912-16,0-3 176 0,2 2 32 0,0-3 16 0,1 2 912 0,-2-1 176 16,1 0 48-16,0 0 0 0,-1-2 944 0,0 1 192 15,-1 0 32-15,-2-1 16 0,0 3 864 0,-4 0 160 16,-1 0 32-16,-2 3 16 16,-1 1-304-16,-3 0-64 0,-1 1-16 0,-2 2 0 0,-1 0-160 0,-1 3-48 15,-2 1 0-15,0 1 0 0,1 2-640 0,-3 0-128 0,2 2-16 16,0-1-16-16,1 1-256 0,0 0-48 0,1 1-16 0,2-3 0 15,1 0-64-15,2 0-16 0,0 0 0 0,1-2 0 16,2 0 48-16,1-3 16 0,-3-2 0 0,0 0 0 16,0 0 112-16,0 0 0 15,31 3 16-15,-20-6 0 0,2 1-64 0,0-5-16 0,1 2 0 0,0-2 0 16,0-2-112-16,0-1-16 0,0 0-128 0,-2 1 192 16,-2 0-192-16,-1 1 0 0,0-1 0 0,-3 2 0 15,0 2 0-15,-3-1 0 0,-1 1 0 0,-3 0 0 16,-1 2 0-16,-2 1 0 0,-3-2 0 0,-1 1 0 15,-2 2 0-15,-3-1 0 0,0 1 0 0,-1 0 0 0,-1 1 0 16,0-2 0 0,2 2 0-16,0 0 0 0,1 0-224 0,1 2 16 0,3 0 0 0,0 3-11696 31,2-3-2352-31</inkml:trace>
  <inkml:trace contextRef="#ctx0" brushRef="#br0" timeOffset="-182578.97">6201 8962 5519 0,'0'-6'496'15,"0"3"-496"-15,1 0 0 0,-1 1 0 16,1 1 864-16,-1-3 80 0,0 0 16 0,1-5 0 16,2 0 720-16,-1-2 160 0,0 2 16 0,1 1 16 0,-1 4-128 0,-1 1-16 15,1 3-16-15,-1 0 0 16,1 3-304-16,-2 1-48 0,1 3-16 0,-1 0 0 0,0-7-256 0,-1 26-48 16,-1-11-16-16,0 3 0 0,0 1-480 0,-2 2-96 15,0 2-32-15,0 2 0 0,0 1-128 0,-2 0-32 16,2 0 0-16,-2 0 0 0,2-2-128 0,0-3-128 15,1-4 192-15,3-17-192 0,-3 24 144 0,3-24-144 16,0 0 0-16,0 0 144 0,-2 26-144 0,3-24 0 16,-1-2 0-16,0 0 0 0,0 0 320 0,0 0-32 0,-1-2 0 15,1 0 0-15,0-1 176 0,0 0 48 0,0-3 0 0,0 0 0 16,1 0-320-16,0-1-48 0,1 2-16 0,0-3 0 16,1-1-128-16,0 2 0 0,2-5 144 0,0 2-144 15,0-1 0-15,1 1 144 0,0 1-144 0,1-1 0 16,-2 3 128-16,3 0-128 0,-2 3 0 0,2 1 0 15,-2 0 0-15,1 3 0 16,-1 3 0-16,-6-3 0 0,0 0 0 0,0 0 0 0,0 0 0 0,25 33 0 16,-25-33 0-16,0 0 0 0,5 36 0 0,-5-36 0 15,-3 18 0-15,0-8 0 16,-1 0 0-16,-2-1 0 0,-1-2-176 0,1-1 176 0,-1 0-192 0,0 1 192 0,0-2 0 16,0-2-128-16,1-1 128 0,-2 0 0 0,2-2 0 0,-1-2 0 15,1 0-128-15,-1-1 128 16,1 1-144-16,0-3 144 0,2 0-208 0,0-1 80 15,1 2-544-15,1-2-96 0,2-2-32 16,1 1 0-16,2 0-1248 0,2-2-240 0</inkml:trace>
  <inkml:trace contextRef="#ctx0" brushRef="#br0" timeOffset="-182217.16">6345 9184 13695 0,'1'0'304'0,"0"0"64"0,0-1 16 0,1 0 0 0,-1 1-384 0,0 0 0 0,0-2 0 0,1 0 0 15,2-1 2560-15,2-2 448 0,1-2 96 0,2 0 16 16,-1 0-1360-16,2 2-272 0,0-4-48 0,1 4-16 16,2-3-864-16,-2 2-176 15,-1 1-48-15,1 0 0 0,-1 0-336 0,-1 0 0 16,-1 1 0-16,-1-1 0 0,0 2 0 0,-2-1 0 0,0 2 0 0,-1-3-128 16,-1 2 128-16,-2 0 0 0,-1 0 0 0,-2 0 0 15,0 0 0-15,-2 1 0 0,-1 0 0 0,-2 0 0 16,0-1 0-16,-3 3 0 0,-1-2 0 0,0 2 0 15,0 2 320-15,-1-1 32 0,0 3 16 0,0-2 0 32,1 1 128-32,1 1 16 0,2 3 16 0,0-1 0 0,1 2 32 0,2 0 0 0,0 4 0 0,1 0 0 0,0 2 80 15,4-14 0-15,-3 30 16 0,3-30 0 0,-1 31-240 0,1-31-48 16,0 0-16-16,8 36 0 0,-8-36-128 16,0 0-32-16,0 0 0 0,0 0 0 0,41 32-192 0,-41-32 0 15,0 0 128-15,40 1-128 0,-24-3 0 0,-2-3 0 16,3-1 0-16,-1-2 0 31,2 1-704-31,-2-3-128 0,0 0-16 0,1 1-16384 0</inkml:trace>
  <inkml:trace contextRef="#ctx0" brushRef="#br0" timeOffset="-180263.32">7051 9108 5519 0,'1'0'496'0,"0"0"-496"0,-1 0 0 0,0 0 0 16,1 0 1488-16,-1 0 208 16,1 0 32-16,1 0 16 0,0 1 800 0,-1 1 144 0,2 0 48 0,0 1 0 15,0-1-368-15,0-2-64 0,0 1 0 0,0-1-16 16,2 0-688-16,-2-1-128 0,3-3-16 0,-1-1-16 15,1 2-544-15,1-4-128 0,-2 1 0 0,1 0-16 16,-3 0-432-16,2 0-96 0,0-1-16 0,-3 2 0 16,1 0-208-16,-2-1 0 0,-1 1 0 0,-3 2 0 15,0 1 0-15,-3 0 0 0,-2-1 0 0,-2 3 0 16,-2 1-144-16,-1 3 144 0,-1-2-208 0,-2 3 80 0,0 1-80 0,-2 2-16 16,3-1 0-16,-1 3 0 0,2-2 224 15,0 1-176-15,1 2 176 0,2 1-160 0,1 0 160 0,1 3 0 16,2 3 0-16,1-1 0 0,0-1 0 0,2 1 0 15,1-3 0-15,3-14 0 0,0 0 0 0,3 29 0 16,-3-29 0-16,0 0 0 0,0 0 0 0,0 0 0 16,36 9 0-16,-24-13 0 0,0-1 0 0,1-3 0 15,0-1 128-15,2-2-128 0,1 1 128 0,-1-2-128 16,-1-2 128-16,-1 2-128 0,-1 0 0 0,-2 2 0 16,0 1 0-16,-2 0 0 0,-1 1 0 0,-2 1 0 15,-1 2 0-15,0-1 0 0,-2 1 0 0,-2 2 0 0,0 1 0 0,0 2 128 16,-1 0-128-16,0 0 0 0,-1 0 0 0,1 2 0 15,0 3 0-15,0-2 144 0,0 3-144 0,0-1 0 16,1 2 320-16,0-1-64 0,0-6 0 0,0 0 0 16,0 0-32-16,0 0-16 0,0 0 0 0,15 37 0 15,-15-37-48-15,0 0-16 0,0 0 0 0,31 3 0 16,-21-6-144-16,1-2 128 0,1 1-128 0,1-6 128 16,1 3-128-16,0-2 0 0,0 1 0 0,-1-1 0 0,2-2-256 15,-2 1-48-15,1 0 0 0,-2 1 0 16,0 0-816-1,0 1-160-15,-1-2-48 0,-2 4 0 0,0-2-288 0,-2 1-64 0,1-1-16 0,-3 0 0 16,0 3 16-16,-1 0 0 0,-1 0 0 0,-1 2 0 0,0-1 1440 0,-1 2 240 16,0-1 160-16,-1 0-32 15,0 0-880-15,0 0-176 0,-1 1-32 0,0-1-16 0,-1 1 1680 0,0 0 352 16,1-1 64-16,0-2 16 0,0 3 496 0,-1 2 96 16,-1-1 32-16,1 1 0 0,-2 1-336 0,2 1-64 15,-1 1-16-15,-1 2 0 0,1 0-400 0,1 4-96 16,-3 3-16-16,1 2 0 0,-1 2-176 0,0 4-32 15,-1 1-16-15,2 2 0 0,-2 1-336 0,1 0-64 16,0 0-16-16,0-2 0 0,1-1-32 0,1-2-16 0,0-1 0 0,0-3 0 16,3-15-144-16,-1 28 128 0,1-28-128 0,0 0 128 15,0 32-128-15,0-32 0 0,0 0 0 0,1 27 0 16,-1-27 0-16,0 0 0 0,0 0 0 0,-1 28 0 31,0-25-544-31,1 2-32 0,-1-3-16 0,1-2 0 16,-1 2-1152-16,1-4-240 0,0 0-32 0,1-5-16 15,1 2 240-15,0-5 32 0,2-2 16 0,1-2 0 0,0-1 32 0,0-3 16 0,-1-1 0 16,0 0 0-16,0-4 160 0,-1-1 48 0,-1-2 0 0,-2 1 0 16,0 2 1024-16,0 3 208 0,1 3 32 0,0 2 16 15,0 3 944-15,0 3 192 0,0 3 32 0,0 0 16 0,0 3-32 0,0 1-16 16,0 2 0-16,0 0 0 0,0 0-16 0,1 0 0 16,0 2 0-16,2-1 0 15,1 1 560-15,1-2 128 0,0-2 0 0,1 1 16 0,1-1-288 0,3 0-64 16,-2-2-16-16,0 1 0 0,1-2-464 15,0 1-80-15,-1 1-32 0,0-2 0 0,0 4-176 0,-1 0-48 16,-2-1 0-16,0 4 0 0,-1-1-176 0,-5-1-32 16,0 0-16-16,0 0 0 0,0 0-224 0,1 34 0 15,-8-24 0-15,-1 1 0 0,-2 1 128 0,-2 0-128 16,0 0 0-16,0 0 0 0,1-2 0 0,1-1 0 0,1-2-176 16,-1 0 176-16,2-3-160 0,1-1 160 0,1 0 0 0,1-3-144 15,2 0 144-15,1 0 0 0,0-3 0 0,2-1-128 16,1-1 128-16,1-1 0 0,2 0 0 0,1-1-128 15,2 0-16-15,1 0 0 0,1-1 0 0,0 0 0 16,2 2-48-16,-2-1 0 0,3-1 0 16,-1 0 0-16,2 3 192 0,-1-4 0 15,1 2 0-15,-1 1 0 0,1 0 0 0,0-1 0 0,1 2 0 0,-1-3 0 16,-2 4 0-16,1-4 0 0,-1 4 0 0,1-3 0 16,-3 2 128-16,-2 0-128 0,0 0 160 0,-2 1-160 15,-1 2 384-15,-1-1 0 0,-1-1-16 0,-1 3 0 16,-1 1-112-16,0 0 0 0,-1 1-16 0,-1 1 0 0,-1 3-48 0,1-1 0 15,-1 1 0-15,1 0 0 16,0 4-64-16,0-2-128 0,2-7 176 0,-4 24-176 0,4-24 128 0,-2 24-128 16,2-24 0-16,-1 26 0 0,1-26 0 0,-1 28 0 15,1-28 0-15,-1 29 0 0,1-29 0 0,-2 31 0 16,2-31 0-16,-3 30 0 0,3-30 0 0,-5 26 0 16,5-26 0-16,-4 23 0 0,4-23 0 0,-5 23 0 15,2-12 0-15,0-1 0 0,2-1 0 0,-2 1 0 16,0-1 0-16,1-2 0 0,0-1-272 15,1-1-64-15,1-4-16 0,0-1 0 16,1 0-1136-16,1-4-240 0,2-1-32 0,1-5-16 16,0 1-496-16,2-3-96 0,-1-2-32 0,1-3 0 15,-1-2-736-15,1 0-160 0,-2-4-32 0,0-1 0 16,-2 0 1600-16,0 0 304 0,-1-2 64 0,-2 2 16 0,1 3 1344 0,-2 0 0 0,0-1 304 0,1 7-48 16,0 2 816-16,-1 3 160 15,1 1 48-15,0 4 0 0,-1 3 192 0,1 2 32 0,-1 0 16 0,1 0 0 16,-1 2 256-16,1 1 48 0,0 2 16 0,0-1 0 15,0-1-112-15,2 1-32 0,0-1 0 0,1-1 0 16,1-2-416-16,0 0-96 0,3-1-16 0,0-2 0 16,2 0-432-16,0-2-96 0,1-1 0 0,0 1-16 15,0 0-224-15,-1 0-32 0,0 0-16 0,-1 3 0 16,0 0-176-16,-2 2-48 0,0 0 0 0,-1 2 0 0,-1 2-128 0,-1 1 0 16,-1 0 0-16,-3 2 0 0,0 0 0 15,-3 3 0-15,-1-1 0 0,-3 0 0 0,0 3 0 0,-1-2-176 16,-3 0 176-16,1 1-128 0,-1-3 128 0,0 2-208 15,0-1 80-15,0-3 128 0,0 2-144 0,0-3 144 16,2 2 0-16,1-4 0 0,0 0 0 0,2-3 0 31,0 1 0-31,2-2 0 0,1 1-144 0,2-3 144 16,1 0 0-16,2-2-144 16,1 0-272-16,2-2-48 0,3 0-16 0,1-1 0 15,1 0-944-15,-1 0-192 0,2 3-48 0,2-2-7936 16,-2 0-1600-16</inkml:trace>
  <inkml:trace contextRef="#ctx0" brushRef="#br0" timeOffset="-179099.43">7898 9016 4607 0,'0'-2'400'0,"0"2"-400"16,0-2 0-16,0 2 0 0,0 0 1296 0,0-1 176 15,1 1 48-15,-1-2 0 0,1-1 624 0,-1 1 128 16,1 0 32-16,-1-1 0 0,0 1-256 0,0 0-32 0,0 1-16 16,-1 1 0-16,1 0-496 0,-1 0-96 15,0 0-32-15,0 0 0 0,1 0-800 0,-2 1-176 16,1-1-16-16,0 2-16 0,-1-2-240 0,1 2-128 0,0-1 128 16,0 1-128-16,-1-1 144 0,0 0-144 0,0 2 192 0,0-1-192 15,0 0 240-15,1 1-64 0,-1-1-16 0,0 0 0 16,1 0-32-16,0-2 0 0,0 1 0 0,1 1 0 15,0-2 16-15,0 0 0 0,1 0 0 0,-1 0 0 16,1-2 64-16,1 1 16 0,-1 1 0 0,1-2 0 16,-2 0 112-16,2 2 32 0,-1-2 0 0,1-1 0 15,-1 1-224-15,0 2-144 0,0-2 192 0,0 1-192 16,0 1 144-16,0-2-144 0,-1 2 0 0,0 0 144 16,0 0-144-16,0 0 0 0,0 0 0 0,0 0 0 0,0 0 0 0,0 0 0 15,0-1 0-15,0 1 0 0,0 0 0 0,0 0 0 16,0 0 0-16,0-1 0 0,1 1 0 0,-1-2 0 15,1 1 0-15,0-1 128 0,0-1-128 0,1 1 128 16,0-2-128-16,1 1 128 0,0 1 128 0,0-1 0 16,2 1 16-16,0 0 0 15,-2 0-96-15,1 2-32 0,1 2 0 0,-2 0 0 0,-3-2-16 0,0 0-128 16,0 0 192-16,0 0-64 0,22 36-128 0,-22-36 192 16,0 0-192-16,10 42 192 0,-10-42-192 0,0 0 0 15,3 46 144-15,-3-46-144 0,-2 28 0 0,2-28 0 16,-5 24 0-16,2-15 0 0,0 0 0 0,-1 1 0 0,-1-5 0 0,1 2 128 15,-2-3-128-15,1-3 0 0,1 1 128 0,0-2-128 16,0 0 192-16,2-3-16 0,-1-1-16 0,0-1 0 16,2-1-32-16,-1-2-128 0,1 1 192 0,2-3-64 15,1-1-128-15,2 1 128 0,1-2-128 0,2 0 128 16,-1-2-128-16,4 0 0 0,2-1 0 0,-1 0 0 16,1 2 0-16,-1 0 0 0,2 0 0 0,-1 1 0 15,1 0-416-15,-1 1 32 0,0 3 16 0,-1 1 0 31,-1 1-896-31,1 2-176 0,-3 0-32 0,-1 2-16 0,1 0-1328 0,-2 2-256 0</inkml:trace>
  <inkml:trace contextRef="#ctx0" brushRef="#br0" timeOffset="-178467.13">8206 8971 10127 0,'1'-2'448'0,"-1"1"96"0,1 1-544 0,-1 0 0 15,0 0 0-15,0 0 0 0,-1 0 2048 0,1 0 320 16,-1 0 48-16,0 1 16 0,-1 1-320 0,0 0-64 16,-1 3-16-16,1-3 0 0,-1 4-864 0,-1 0-160 15,0 1-48-15,1 1 0 0,0 3-64 0,-2 1 0 16,2 2-16-16,-1-2 0 0,4-12-368 0,-5 26-80 0,5-26-16 0,0 0 0 16,4 32-96-16,-4-32 0 0,0 0-16 0,0 0 0 15,0 0-32-15,0 0 0 0,36 30 0 0,-36-30 0 16,0 0-16-16,26-4-16 0,-16 1 0 0,0-2 0 15,1-1-32-15,-2-1 0 0,1 1 0 0,-1-1 0 16,0 0-208-16,-2-2 0 0,1 1 0 0,-2 1 0 16,0-2 0-16,-2 1-192 15,0-1 16-15,-2 0 0 16,-1 2-272-16,-1 2-64 0,-2-3-16 0,-3 4 0 0,0-3 64 0,-3 1 16 0,0 0 0 0,-2 1 0 16,-2-1 64-16,1 1 32 0,-1 2 0 0,1-2 0 15,2 3 352-15,0 0-176 0,1 4 176 0,3 0-128 16,-1 1 256-16,2-1 48 0,1 3 16 0,1 0 0 0,1-2 192 15,1 0 32-15,1 2 16 0,2-1 0 0,-3-4-128 16,0 0-32-16,0 0 0 0,0 0 0 0,36 11-32 16,-36-11-16-16,22-2 0 0,-8 1 0 0,0-1-32 0,1-3 0 15,-1 3 0-15,1-1 0 0,1-2-192 0,0-1 0 16,0 1 128-16,-1-2-128 0,-2 0 0 0,0 2 128 16,0 0-128-16,-3 0 0 15,0 1 192-15,0-1-64 16,-2 2-128-1,1-1 192-15,-1 2-192 16,-1 1 176 0,0 1-176-16,0 0 160 0,-1 0 16 0,-6 0 0 0,0 0 0 0,0 0 0 0,0 0 96 0,0 0 32 0,39 29 0 0,-39-29 0 0,0 0-112 0,0 0 0 0,29 42-16 0,-29-42 0 0,0 0-48 0,29 43 0 0,-29-43 0 0,0 0 0 15,28 39-128-15,-28-39 0 0,0 0 144 0,28 31-144 16,-28-31 0-16,0 0 0 0,0 0 0 0,0 0 0 16,35 18 0-16,-35-18 0 15,0 0 0-15,12-5 0 16,-8 1-384-16,-1-2-64 0,0 0 0 0,-1-2 0 0,0 1-2256 15,-1-2-464-15,-1-1-96 0,-1-2-6432 16,-1-2-1296-16</inkml:trace>
  <inkml:trace contextRef="#ctx0" brushRef="#br0" timeOffset="-178311.42">8712 8973 8287 0,'-12'-26'368'0,"10"21"80"0,2 3-448 0,0 2 0 0,-1 0 0 0,-1-1 0 0,0 0 2176 0,-3-1 336 16,-2 1 80-16,-4 4 16 0,0 1 48 0,-1 4 16 16,-1 1 0-16,-1 3 0 0,0 2-800 0,0 0-144 15,-1 3-48-15,-1-1 0 0,-1 1-880 0,1 0-176 31,-1-1-48-31,2-2 0 0,2-2-208 0,2-1-48 0,3-3-16 0,1-3 0 0,3 0-304 0,2-3 128 16,1-2-128-16,2 0 0 31,2-2-784-31,2-3-272 0</inkml:trace>
  <inkml:trace contextRef="#ctx0" brushRef="#br0" timeOffset="-178107.23">8763 8892 17503 0,'3'-4'768'0,"0"2"176"0,-1 0-752 0,0 1-192 16,0 1 0-16,-1 0 0 0,1 0 2848 0,1 0 544 16,1 0 96-16,-4 0 32 0,0 0-1040 0,23-2-208 0,-23 2-32 0,0 0-16 15,0 0-1504-15,27 2-288 0,-27-2-64 0,0 0-16 16,0 0-352-16,0 0 0 0,31 7 0 0,-31-7 0 16,0 0-304-16,0 0-80 0,0 0 0 0,0 0-16 15,0 0-2144-15,0 0-416 0,0 0-96 0,0 0-10736 31</inkml:trace>
  <inkml:trace contextRef="#ctx0" brushRef="#br0" timeOffset="-177965.54">8843 8956 1839 0,'-1'0'160'0,"0"0"-160"16,1 1 0-16,0-1 0 0,-1 0 1424 0,-1 2 256 15,-1-1 48-15,-1 3 16 16,-1-2 672-16,0 3 128 16,0 0 16-16,0 2 16 0,0 2 48 0,0 1 0 15,0 0 0-15,-1 2 0 0,0 1-896 0,1 0-192 16,-2 1-16-16,2 2-16 0,5-16-848 0,-9 24-160 15,9-24-48-15,-5 18 0 0,5-18-448 0,0 0 0 0,0 0-176 16,0 0-9808 0,0 0-1952-16</inkml:trace>
  <inkml:trace contextRef="#ctx0" brushRef="#br0" timeOffset="-177304.91">9008 8945 3679 0,'1'0'320'0,"0"0"-320"0,0 2 0 0,0-2 0 16,-1 0 2560-16,1 0 448 0,0 0 96 0,1 1 16 15,1 1 336-15,0-2 64 0,1 2 0 0,-2 0 16 16,-2-2-1136-16,0 0-224 0,0 0-64 0,0 0 0 16,0 0-816-16,0 0-160 0,0 0-48 0,3 38 0 15,-6-30-528-15,1 1-112 0,-3 0-32 0,-1 1 0 0,2-1-192 0,-4 3-32 16,1-2-16-16,-1 2 0 0,-1-1-48 0,1 0 0 15,1 0 0-15,2-4 0 0,0 0-128 0,2-3 192 16,2 0-192-16,0 0 192 0,2-4-192 0,-1 1 0 16,1-2 0-16,2-2 0 0,0-2 0 0,2 1 0 15,0-6 0-15,2 1 0 0,0 0 0 0,0-1 0 16,2-2 0-16,0 2 0 0,1-4 0 0,1 2 0 16,0 0 0-16,-1 1 0 0,2-1-144 0,0 3 144 15,0-1 0-15,0 0 0 0,0 2 0 0,-1 2 0 0,-1 2 0 16,0 1 0-16,-2 1 0 0,-1 0 0 15,-7 2 0-15,0 0 0 0,0 0 0 0,0 0 0 0,0 0 0 0,0 0 0 16,0 0 0-16,21 37 0 0,-21-37 0 16,0 0 0-16,-7 29 0 0,7-29 0 0,-8 21 0 0,2-9 0 15,6-12 0-15,-10 21 0 0,6-14 0 0,0 1 0 16,0-2 0-16,2 0 0 0,1-3 0 0,0 0 0 16,1-3 0-16,0 0 0 0,0 0 0 0,0 0 0 15,0 0 0-15,12-4 0 0,-7-1 0 0,1 0 0 16,-1 1 0-16,2-3 0 0,1 2 0 0,1-3 0 15,-1 0-256-15,2 0 64 0,-1-2 16 0,2 1 0 16,-2 0-144-16,0-1-48 0,1 0 0 0,0 1 0 0,0-2 176 0,0 2 16 16,-1 0 16-16,1 0 0 0,-3 1 160 0,0 0 0 15,0 3 0-15,-2-2 0 0,0 2 0 0,0 1 0 16,-2 1 0-16,0 3 0 0,-1 0 128 0,0 2-128 16,-1 1 160-16,-1 1-160 0,0-4 256 0,0 0-64 15,0 0 0-15,-4 31 0 0,4-31-32 0,-5 24-16 16,5-24 0-16,-9 28 0 0,9-28-144 0,-8 29 0 15,8-29 0-15,-8 24 0 0,8-24 0 0,0 0 0 16,-3 28 0-16,3-28 0 0,0 0 0 0,0 0-256 16,0 0 64-16,0 0 16 15,0 0-1232-15,0 0-256 0,0 0-64 0,29-2-14432 0</inkml:trace>
  <inkml:trace contextRef="#ctx0" brushRef="#br0" timeOffset="-176596.4">9519 8971 4607 0,'0'0'400'0,"0"0"-400"0,0 0 0 0,0 0 0 16,0 0 2672-16,0 0 448 0,0 0 80 0,0 0 32 16,0 0 352-16,0 0 80 0,0 0 16 0,0 0 0 15,0 0-1120-15,0 0-240 0,34 9-32 0,-27-15-16 16,0 0-1264-16,1-2-256 0,0 0-48 0,0-2-16 16,0 3-496-16,-2-2-192 0,1 0 128 0,-3 1-128 15,1 1 0-15,-3 1 0 0,0 0 0 0,-2 2 0 16,-2-1 0-16,-2 2 0 0,-1 1 0 0,-1 2 0 15,-2 2-384-15,-2 1 0 0,0 2 0 0,-1 1 0 16,0 2-400-16,0-1-96 0,0 2-16 0,-1-1 0 31,2 1 240-31,0 0 32 0,2 1 16 0,-1-2 0 0,1 1 352 0,2 0 64 0,-1 1 0 0,0-1 16 0,0 0 176 0,1 1 0 16,6-10 0-16,-9 19 128 0,9-19 96 0,0 0 32 16,0 0 0-16,0 0 0 0,0 0 96 0,0 0 32 15,0 0 0-15,27 32 0 0,-27-32-384 0,22-4 144 16,-9 2-144-16,-1-4 0 0,1 0 0 0,1-1-272 15,-1 0 16-15,0 0 16 16,0-1-208-16,1-1-32 0,0-2-16 0,-1 1 0 0,-1-2 160 0,-1 2 16 0,1 1 16 0,-3 0 0 16,-2-1 112-16,-1 0 0 0,-2 2 16 0,-1 0 0 15,0 1 176-15,-2 2 0 0,0 0 0 0,-2 1 0 16,0 3 0-16,-1 1 0 16,0 0 0-16,-1 3 0 0,1 0 0 0,-1 1 256 0,1 3-48 0,-1 0 0 15,3-7-32-15,0 0-16 0,-6 24 0 0,6-24 0 16,0 0 48-16,-4 33 16 0,4-33 0 0,0 0 0 15,0 0 224-15,3 38 64 0,-3-38 0 0,0 0 0 16,0 0 0-16,0 0 16 0,0 0 0 0,33 26 0 16,-24-28-528-16,0-3 0 0,1 1 0 0,2-4 0 15,0-1-144-15,2-3-96 0,0 0-16 0,1 0 0 16,1-2-1024 0,-2 0-224-16,2-1-32 0,0 1-16 0,-1-1-224 0,-1 2-32 0,0-1-16 0,-2-2 0 0,-1 3 1152 0,-1-3 224 15,-1 2 64-15,0 1 0 0,-3 1 608 0,-1 1 128 16,-2 2 32-16,0 3 0 0,-1 2 832 0,-2 2 160 15,0 0 32-15,-1 2 16 0,-1 4 80 0,0-2 16 16,2-2 0-16,-8 12 0 0,8-12-624 0,-9 22-112 16,9-22-16-16,-11 30-16 0,11-30-400 0,-13 31-80 15,6-14-16-15,7-17 0 0,-11 30 0 0,5-13 0 16,6-17 0-16,-12 31 0 0,12-31-16 0,-12 31-16 16,12-31 0-16,-10 28 0 0,10-28-224 0,-7 22 0 0,7-22 0 15,0 0 0 1,0 0-624-16,0 0-112 0,-5 25-32 15,7-25 0-15,-1-2-896 0,1 0-176 0,1-2-32 0,-1-2-12624 0</inkml:trace>
  <inkml:trace contextRef="#ctx0" brushRef="#br0" timeOffset="-176392.15">9819 8855 2751 0,'-2'-1'256'0,"1"1"-256"0,1 0 0 0,0 1 0 15,0 1 2304-15,0-2 432 0,0 0 80 0,0 0 0 16,0 0 1104-16,0 0 224 0,0 0 32 0,0 0 16 15,26 38-1616-15,-26-38-320 0,0 0-64 0,0 0-16 16,33 17-1024-16,-33-17-224 0,0 0-32 0,33-3-16 16,-20 1-592-16,-1-4-112 0,2 0-32 0,-1-1 0 15,1 0-144-15,-1 0 0 0,1-1 0 0,-1 0 0 32,-1 1-1152-32,-1-1-176 0,0 3-16 0,-1-2-9536 0,-3 2-1888 0</inkml:trace>
  <inkml:trace contextRef="#ctx0" brushRef="#br0" timeOffset="-176013.68">9972 8954 9215 0,'0'0'816'0,"0"0"-656"15,0 0-160-15,0 0 0 0,0 0 3072 0,0 0 576 0,23-1 112 0,-13 0 16 16,4-1-640-16,2 0-128 0,1-1-16 0,2 0-16 31,-2 0-1584-31,0-1-320 0,1-1-64 0,-2 2-16 0,1 0-480 0,-2-2-80 0,-1 2-32 0,-2-1 0 16,-1 1-400-16,-2-2 128 0,0 2-128 0,-2-2 0 15,-2 1 0-15,-2 1 0 0,0-2 0 0,-2 2 0 16,-1-2-304-16,-3 3 16 0,1-1 0 0,-5-1 0 16,0 3-352-1,-3 1-80-15,-1-2-16 0,0 4 0 16,-1-2-208-16,1 3-32 0,-1 0-16 0,1 0 0 16,0 1 352-16,1 0 64 0,0 2 0 0,1 0 16 0,-1 0 560 0,1 2 0 0,2-1 0 0,0 1 0 0,3-1 240 0,-2 1 48 15,2 0 16-15,-1 1 0 0,5-9 432 0,0 0 96 16,-7 25 0-16,7-25 16 15,0 0 16-15,0 0 0 0,0 0 0 0,0 0 0 0,0 0-384 0,25 35-80 16,-25-35-16-16,0 0 0 0,30 0-192 0,-18-2-32 16,0 0-16-16,2-1 0 0,0-2-144 0,1 1 0 15,2-2 0-15,0 0-176 16,1-1-464-16,-1 0-80 0,0 1-32 0,-1 0 0 16,0 0-1024-16,-2 0-208 0,0-2-32 0,-1 4-11776 15</inkml:trace>
  <inkml:trace contextRef="#ctx0" brushRef="#br0" timeOffset="-175510.87">10424 8928 11967 0,'-1'0'528'0,"0"0"112"0,1 0-512 0,-1 0-128 0,1 0 0 0,0 0 0 0,-1 0 2192 0,1 0 416 0,0 0 80 0,-1 0 0 15,1-1 832-15,0 0 144 0,0 1 48 0,0-2 0 31,1 0-2704-31,0 1-544 0,0-3-96 0,1 1-32 0,1-2 48 16,-1 1 0-16,1-1 0 0,-1 0 0 16,1-2-256-16,-1 0-128 0,0 1 160 0,-2 0-160 15,1 0 0-15,-2 0 0 0,0 1 0 0,-2 3 0 16,0-2 0-16,-1 3 0 0,-2-1 0 0,0 2 0 0,-2 2 0 0,0-1 0 16,-1 3-192-16,-1 1 192 15,1 2-496-15,-1 2 16 0,0 1 0 0,0 1 0 0,1 2 256 0,1 1 48 16,-1 2 16-16,1 1 0 0,8-17 160 0,-11 33 0 15,11-33 0-15,-5 31 0 0,5-31 0 0,0 0 128 16,1 42-128-16,-1-42 128 0,0 0-128 0,0 0 0 16,22 32 0-16,-22-32 128 0,0 0-128 0,26 3 176 15,-14-6-176-15,-1-5 192 0,1-1 0 0,2-3 16 16,1-2 0-16,-1-4 0 16,3-2-544-16,-4-1-112 0,0 2-32 0,-1 2 0 15,-1-4-576-15,-1 2-112 0,-1 0-32 0,-2 1 0 16,0 0 480-16,-3 1 80 0,0-3 32 0,-1 2 0 0,-2-2 416 0,-1 2 192 0,-2 2-160 0,0 2 160 15,-1 2 448-15,0 0 192 0,1 5 48 0,-2 1 0 16,1 5 752-16,1 1 160 0,0 1 16 0,-1 3 16 16,3-4-560-16,-8 19-112 0,8-19-32 0,-9 33 0 15,9-33-560-15,-8 46-112 0,4-19-32 0,-2 1 0 16,6-28-224-16,-9 55 0 0,9-55 0 0,-7 53 0 16,7-53 128-16,-4 47-128 0,4-47 0 0,0 40 0 15,0-40-192-15,0 0-128 0</inkml:trace>
  <inkml:trace contextRef="#ctx0" brushRef="#br0" timeOffset="-174300.23">10949 8764 4607 0,'0'0'192'0,"0"0"64"0,0 0-256 0,0 0 0 0,0 0 0 0,0 0 0 15,0 0 1280-15,0 0 192 0,0 0 64 0,30 6 0 16,-30-6 1232-16,0 0 256 0,0 0 48 0,15-3 16 16,-13 3-208-16,0-3-32 0,-1 3-16 0,0-2 0 15,0 2-1024-15,-1-1-208 0,0 1-32 0,0 0-16 16,0 0-784-16,0 1-144 0,0-1-48 0,0 0 0 16,0 0-272-16,-8 22-64 0,8-22-16 0,-8 27 0 15,8-27-64-15,-10 37-16 0,10-37 0 0,-12 38 0 0,12-38-144 0,-12 36 0 16,4-18 0-16,8-18 0 0,-11 31 128 0,11-31-128 15,-9 24 0-15,9-24 128 0,0 0-128 0,-7 23 128 16,7-23-128-16,0 0 128 0,0 0-128 0,0 0 0 16,0 0 0-16,0 0 0 0,0 0 0 0,-1 0 128 15,3-4-128-15,-1-1 128 0,0-2-128 0,1-1 0 16,2 0 144-16,-1 0-144 0,0-1 0 0,1 2 0 16,1-1 0-16,-1 1 0 0,2 0 0 0,0 0 0 15,1 1 0-15,0 0 0 0,1 1 0 0,0 1 0 0,1 1 0 0,2-1 0 16,-1 3 0-16,-10 1 0 0,20 0 0 0,-20 0 0 15,0 0 0-15,27 3 0 0,-27-3 0 0,0 0 0 16,0 0 0-16,0 0 0 0,34 26 0 0,-34-26 0 16,0 0 0-16,0 0 0 0,0 0 0 0,5 40 0 15,-5-40 0-15,-10 21 0 0,3-13 0 0,-1-1 0 16,-1 2 0-16,-2-3 0 0,-1 0 0 0,0-1 0 16,1 0 0-16,0-3 0 0,-1 0 0 0,1-1 0 15,0-1 0-15,0-1-128 0,1 1 128 0,2-2 0 16,2 0 0-16,0 0-128 0,2-1 128 0,1 0 0 15,1 0 0-15,1 0 0 0,0 0 0 0,3-2-128 16,1 3 128-16,2-3 0 0,2 1 0 0,0 1 0 0,3-1-144 16,2-2 144-16,2 2-160 0,0-1 160 0,1 0-256 0,2-2 64 15,-1 0 0-15,1 0 0 16,1 0-192 0,-1 0-16-16,1-2-16 0,0 1 0 0,0-2 128 0,0 2 32 0,-1-1 0 0,0 0 0 0,-1 0 256 0,-1 0-128 15,-1-1 128-15,-1 3 0 0,-2 0 0 0,-2 0 0 16,-2 2 0-16,0 1 0 0,-3 1 0 0,-1 0 0 15,-1 1 0-15,-1 1 0 0,-1 1 0 0,0 0 0 16,0 0 0-16,0 0 144 0,0 0 96 16,0 0 16-16,-6 35 0 0,6-35 0 0,0 0 32 0,-2 32 16 15,2-32 0-15,0 0 0 0,2 36-144 0,-2-36-32 16,0 0 0-16,0 0 0 0,15 45 0 0,-15-45 0 0,0 0 0 16,0 0 0-16,26 30-128 0,-26-30 0 0,0 0 0 0,0 0 128 15,31 11-128-15,-31-11 0 0,17-3 144 0,-7-2-144 16,1-2 160-16,1-1-32 0,2-3-128 0,0-1 192 15,0-2-192-15,-1-1 0 0,1 0 0 0,-2 0 0 16,-1-1 0-16,-2 2 0 0,-1 1 0 0,-1-1 0 16,-2 3 0-16,0 1 0 15,-1-2 0-15,-1 3 0 0,-2 1 0 0,1 2 0 0,-1 1 0 0,0 2 0 16,-1 3 0-16,-1 0 0 0,1 0 0 0,0 0 0 16,0 0 0-16,0 0 0 0,-5 32 0 0,5-32 0 15,0 0 128-15,-4 43-128 0,4-43 0 0,-1 37 144 0,1-37-144 16,-2 42 0-16,2-42 0 0,-3 48 0 0,3-48 0 15,-4 59 0-15,-1-24 128 0,0 1-128 0,1 0 0 0,-1-1 0 16,1-4 0-16,-2 0 0 0,0-4 0 0,6-27 0 16,-12 44 0-16,4-25 0 0,8-19 0 0,-16 31 0 15,16-31 0-15,-16 24 0 0,16-24 0 0,-15 16 128 16,6-9-128-16,0-3 0 0,1-1 192 16,-2-3-64-16,1 0 0 0,-1-2 0 0,1 0-128 0,0-2 192 15,2 0-192-15,0-2 192 0,4 1-16 0,1-4 0 16,2-1 0-16,3-4 0 0,2-3-48 0,4-4-128 15,2-5 192-15,4-5-64 0,1-4-128 0,4-3 0 0,1-3 0 16,0 3 128-16,2 1-128 0,4 1 0 0,6 0 0 0,2 3 0 16,3 6 0-16,1 4-144 0,0 6 144 0,1 3-12928 15,1 2-2496 1</inkml:trace>
  <inkml:trace contextRef="#ctx0" brushRef="#br0" timeOffset="-171807.42">1077 9817 19343 0,'0'0'1728'0,"-1"0"-1392"15,0 1-336-15,0 1 0 0,0 0 848 0,0 0 112 0,-2 3 0 0,0 2 16 16,-3 3-96-16,0 4-32 0,-2 3 0 0,2 2 0 16,-2 0-464-16,2 2-80 0,0-2-32 0,1 2 0 15,-1-1 368-15,1 0 64 0,0 2 0 0,0-1 16 16,1 0 160-16,0 2 16 0,0-2 16 0,0 2 0 16,1-2-144-16,-1 1-16 0,2-1-16 0,0-1 0 15,1-4-320-15,0 0-64 0,1-16-16 0,0 24 0 16,1-16-336-16,0-2 0 0,1-3 0 0,1-1 0 0,1-4 0 0,-2-1-320 15,2-3 64-15,0-2 16 16,0-1-1104 0,-1-1-240-16,0-1-32 0,0 0-16 0,-1-1-1760 0,-2 1-368 0</inkml:trace>
  <inkml:trace contextRef="#ctx0" brushRef="#br0" timeOffset="-171060.6">763 10173 4607 0,'-9'0'400'0,"2"2"-400"16,4-2 0-16,2 1 0 0,2 1 2336 0,-2-2 384 15,-3 2 80-15,-1 0 16 0,0 3 352 0,3 1 80 16,3 1 16-16,-1-7 0 0,0 0-720 0,0 0-144 16,36 25-32-16,-36-25 0 0,0 0-1280 0,49 9-272 15,-49-9-48-15,38-2-16 0,-18 0-432 0,-1-2-96 0,3-1-16 16,-4 0 0-16,0 0-208 0,1-2 0 0,4-3 0 0,-1-2 0 31,0 3-336-31,0-3-112 0,3 0-32 0,0-2 0 16,2 0-1696-16,-3 0-352 0,1 0-64 0,-4 1-16 0,-2-1-960 15,-3 0-192-15,-2 0-32 0,-2-2-16 16,-1 1 784-16,-2 1 144 0,-3-1 48 0,-1 0 0 0,-2 0 1872 0,-2 1 368 0,0-1 80 0,-2 1 0 16,-1 2 1648-16,1 1 320 0,-2 3 64 0,0 2 16 15,0 1 1472-15,0 2 320 16,0 1 48-16,0 0 16 0,0 1-464 0,-1 2-96 0,2 1-16 0,-2 0 0 0,1 3-1216 16,0 2-240-16,1 2-48 0,-2 4-16 0,0 4-464 0,1 1-112 15,-1 3-16-15,-1 1 0 16,1-1-256-16,-1 0-64 0,-1 3-16 0,2-3 0 0,-2 0-240 0,1 1-128 15,0-3 128-15,-1 0-128 0,3-2 0 0,-2 1 0 16,1-1 0-16,2-5 128 0,2 0-128 0,0-3 0 16,2-3 0-16,2-3 0 15,1 0 0-15,2-3 0 0,0-3 0 0,3 0 0 0,0-2 0 0,0-1 0 16,1-1 0-16,0 0 0 0,1 1 0 0,-1-1 0 16,-1 1-144-16,0-1 144 0,0 2-128 0,0 0 128 15,-2 1-160-15,-1 2 160 0,-1-1 0 0,-1 3-144 16,0-2 144-16,-1 4 0 0,-1-2 0 0,-2 3 0 0,1 1 0 15,-1 1 0-15,-1 2 0 0,0 0 0 0,0 3 0 0,0 1 0 16,0-1 0-16,0 2 0 0,0-12 0 0,0 0 0 16,8 33 0-16,-8-33 0 0,0 0 0 0,0 0 0 15,25 33 0 1,-25-33 0-16,0 0 0 0,0 0 0 0,41 12 0 0,-41-12 0 0,25-2 0 0,-12-3 128 16,1 0-128-16,1-2 0 0,2 0 0 0,-2 0 128 15,0 0-128-15,-2-1 0 0,-1 0 0 0,-2 2 0 16,-1-1 0-16,-1 0 0 0,0 1 0 0,-2 0 0 15,0-1 0-15,-2 2 0 0,-3-1 0 0,0 0 0 16,-1 0 0-16,-1-1 0 0,-1 2 0 0,-3-2-128 16,0 2 128-16,-1-4 0 0,-2 4 0 0,0-3 0 0,1 4 0 0,0-1 0 15,-1 2 0-15,0 1 0 0,2 2 0 0,0 3 0 16,1 2 0-16,-1 2 0 0,2 2 0 0,-1 3 0 16,1 1 0-16,1 2 0 0,0 2 0 0,1-2 0 15,1 2 0-15,1-2 128 0,0-15-128 0,0 0 0 16,9 36 0-16,-9-36 128 0,0 0-128 0,0 0 0 31,0 0 128-31,0 0-128 0,45 16 0 0,-33-20 0 0,-1-3 0 0,1 0 128 0,2-3-304 0,1-2-48 16,2 0-16-16,-1 0-16592 0</inkml:trace>
  <inkml:trace contextRef="#ctx0" brushRef="#br0" timeOffset="-170539.58">2067 10033 20271 0,'-2'-5'896'0,"1"1"192"0,0-1-880 0,1 3-208 0,-1 1 0 0,1 1 0 0,-1 0 2160 0,0 0 384 16,0 0 80-16,-2 3 0 0,1 2-608 0,-1 1-128 16,2 6-32-16,-2 0 0 0,1 5-1168 0,0 0-240 15,0 1-64-15,0 2 0 0,1-1-240 0,1 3-144 16,-1-1 160-16,0-1-160 0,0 0 128 0,0-4-128 16,1-2 0-16,0-2 144 0,0-2-144 0,0-3 0 15,0-2 0-15,1-3 0 0,0-2 0 0,-1-2 0 16,1-1 128-16,0-4-128 0,0 0 0 0,1-2 128 15,1-1-128-15,0-2 128 0,1-1-128 0,-1 0 0 16,1-1 144-16,1 0-144 0,-2 0 0 0,2 0 0 16,0 2 0-16,-1-1 0 0,3 0 0 0,-2 0 0 15,2 2 0-15,-1-1 0 0,1 2 0 0,0 0 0 0,0 4 0 0,0-1 0 16,0 2 0-16,1 2 0 0,0 1 0 0,0-1 128 16,0 4-128-16,-1 1 0 0,-7-2 0 0,0 0 0 15,0 0 0-15,0 0 0 0,33 35 0 0,-33-35 0 16,0 0 0-16,9 34 0 0,-9-34 0 15,0 0 0-15,1 31 0 0,-3-20 0 0,0 0 0 0,0 0 128 16,0-2-128-16,1 0 0 0,-2-1 0 0,2-4 0 16,0 1 0-16,1-2 0 0,1-1 0 0,0-2 0 15,1-2 0-15,1-1 0 0,0-1 0 0,3-3 0 16,0-1-1024 0,3-4-192-16</inkml:trace>
  <inkml:trace contextRef="#ctx0" brushRef="#br0" timeOffset="-169939.2">2433 10031 17503 0,'-2'-1'768'0,"1"0"176"0,-1 0-752 0,1 1-192 15,-1 0 0-15,1 0 0 0,-1 0 1440 0,1 0 256 16,-3 1 48-16,-2 3 16 0,1-1-512 0,-2 3-96 16,1 2-32-16,0 2 0 0,1 3-512 0,0 0-96 15,1 3-32-15,2-3 0 0,2 2-160 0,0-15-16 16,0 0-16-16,7 37 0 0,-7-37-288 0,0 0 0 15,0 0 0-15,0 0 0 0,37 23 0 0,-27-26 0 16,0-2-144-16,1-2 144 0,-1-2 0 0,0-3 0 16,-1 2 0-16,1-2-128 0,-1-4 128 0,-1 2-160 0,1 0 160 0,-4-2-160 15,0 3-16-15,-3-1 0 0,-2 3 0 0,0 1 0 16,-3 2 176-16,-2 2-192 0,-1 0 192 0,-1 2-192 16,-1-1 192-16,-1 3 0 0,-3 2 0 0,1 0 0 15,0 2 0-15,0-1 192 0,1 3-64 0,-1-2 0 16,1 5 208-16,2-2 48 0,0 3 16 0,0-1 0 15,2 2-96-15,-1-2-32 0,3 2 0 0,-1-1 0 16,2-1-96-16,1 0-32 0,1 0 0 0,2-4 0 0,0 1-144 0,2-4 0 16,1 2 0-16,0-2 0 0,2-2 0 0,1 0 0 15,1-1 0-15,1-2 0 0,0-1 0 0,2 0 0 16,0-2 0-16,0 0 0 0,1-2 0 0,1 2 0 16,0 0-128-16,0 1 128 0,-2 0 0 0,1 0 0 15,1 3 0-15,-1-1 0 0,0 2 0 0,-12 3 0 16,0 0 0-16,31 0 0 0,-31 0 0 0,0 0 0 15,0 0 0-15,0 0 0 0,38 28 0 0,-38-28 0 16,0 0 0-16,0 0 0 0,9 38 0 0,-9-29 0 16,-2 1 0-16,-1 0 0 0,0-1 0 0,-1-2 128 15,0 0-128-15,2-2 0 0,-2 0 224 0,0-3-32 16,1 3-16-16,0-5 0 0,1 0 288 0,-1 0 64 16,0-4 16-16,2-1 0 0,0 0 224 0,0-2 32 15,2 0 16-15,1-1 0 0,0-1-432 0,2 0-64 0,1-1-32 0,1 0 0 16,1-2-288-16,1 1 160 0,0 1-160 0,1-2 128 15,2 1-128-15,-1 1 0 0,1 0 0 0,-1 1 0 16,1 2-160-16,-1 0-16 0,2 2 0 0,-3 3 0 31,0-3-1088-31,-1 3-208 0,2 1-64 0,-10 1-14080 0</inkml:trace>
  <inkml:trace contextRef="#ctx0" brushRef="#br0" timeOffset="-169330.83">2881 9950 11055 0,'0'3'480'0,"0"-1"112"0,0 0-464 0,-1 1-128 0,0-1 0 0,0-1 0 0,0 2 1568 0,-1 1 288 15,-1 4 64-15,-2 2 16 0,-1 3 48 0,0 2 0 16,-2 0 0-16,0 1 0 16,0-1-480-16,1 0-96 0,0 0 0 0,0-3-16 0,2-1-112 0,1-2 0 15,0-1-16-15,0-2 0 0,1-2-656 0,1 1-128 16,0-3-32-16,0-1 0 0,1 1-64 0,1-2 0 15,0 0-16-15,0-3 0 16,0 1-192-16,1-1-48 0,1 1 0 0,0-3 0 0,1 0-128 0,-1 1 0 16,2-3 0-16,1 0 0 0,-1-1 0 0,1-1-192 15,1 0 0-15,-1-1 16 0,2 1-32 0,0-1-16 16,0-1 0-16,1 1 0 0,-1-1 224 0,1 0 0 0,0 0 0 0,0 1-144 16,1 1 144-16,-1-1 0 0,0 1 0 0,0 2 0 15,1-1 0-15,-1 2 0 0,1 3 0 0,-2-2 128 16,1 5-128-16,-3 0 0 0,-5 0 128 0,0 0-128 15,0 0 144-15,0 0-144 16,0 0 192-16,22 38-192 0,-22-38 160 0,-1 22-160 0,-1-10 128 0,-1 0-128 16,-2 2 0-16,1-2 128 0,-2 2-128 0,0-2 0 15,-1 0 0-15,2-3 128 0,0 0-128 0,1-2 0 0,1-3 128 16,1-1-128-16,0 0 128 0,1-1-128 0,1-2 0 0,1-2 128 16,0-1-128-16,1-1 0 0,1-4 0 0,1 2 0 15,2-4 0-15,-1-2 0 0,3 2 0 16,-1-1 0-16,1-1-160 0,2 0 160 15,-1 0-432-15,1 0 16 16,0 1 0-16,0-1 0 0,0 2 80 0,-1 0 16 0,0 1 0 0,0 0 0 16,-1 2 320-16,-1 2 0 0,1 3 0 0,-2 0 0 0,0 2 0 0,-6 0 0 15,0 0 0-15,0 0 0 0,0 0 0 0,0 0 160 16,0 0-32-16,24 43-128 0,-24-43 448 0,0 0-32 16,2 32 0-16,-3-22 0 15,1-10-176-15,-1 23-48 0,-1-11 0 0,0-2 0 0,0 0-192 0,2-2 176 0,-2 0-176 0,2-2 160 16,0 0-160-16,0-2 0 0,0-1 0 0,0-1 0 15,1 0 0-15,0-2-144 0,0 0 144 0,2-2-11312 16,1-1-2128 0</inkml:trace>
  <inkml:trace contextRef="#ctx0" brushRef="#br0" timeOffset="-168607.4">3306 10042 6447 0,'4'-2'576'0,"-1"0"-576"0,0 2 0 0,-1-2 0 15,-1 0 1984-15,-1 1 272 0,1-1 64 0,1-1 16 16,1 1 608-16,0-5 112 0,2 0 16 0,0-1 16 16,-2-1-1184-16,-1 2-240 15,1-3-64-15,0 2 0 0,-1 0-592 0,0-2-128 0,-1 1-32 0,-1 2 0 16,0-3-480-16,0 3-112 0,-1 0 0 0,-1 3-16 16,-1-1-240-16,-1 4 0 0,1-1 0 0,-2 4-160 0,0 4-64 0,-2-2-16 15,-1 6 0-15,1-1 0 16,-1 5-272-16,-1-2-48 0,0 3-16 0,1-1 0 15,-1 0 928-15,2 0 176 0,0 0 48 0,1 0 0 16,0-1-1520-16,2 0-288 0,0-1-64 0,1-2-16 0,1 0 1040 0,2-3 272 16,0 0 0-16,2-3 0 0,0 1 0 0,1-4 160 15,2-1 0-15,1-1 0 16,1-1 240-16,1-3 48 0,1 0 16 0,1-2 0 0,1-2-160 0,1 2-48 0,1-3 0 16,-1 0 0-16,-1-1-256 0,1 1 0 0,-1 1 0 0,-1-2 0 15,-1 1 0-15,0 0-144 0,-2 3 144 16,-1-3 0-16,-1 3 0 0,-1 0-160 0,-1 0 160 0,-1 0 0 15,-1 2-128-15,0 1 128 0,-1 1 0 0,-1 1 0 16,1 2 0-16,-1 0 0 0,1 0 0 0,-1 2 0 16,0 3 0-16,0 0 0 0,1 2 176 0,0-7-176 15,0 0 352-15,0 28-32 16,0-28-16-16,0 0 0 0,2 33 16 0,-2-33 0 0,0 0 0 0,6 31 0 16,-6-31-160-16,0 0-32 15,0 0 0-15,0 0 0 0,0 0 16 0,0 0 0 0,35 29 0 0,-28-32 0 0,0-2 16 16,3 1 0-16,-1-4 0 0,2-1 0 0,0 0-32 0,1-3-128 15,0 0 192-15,2-4-64 16,-1 1-448-16,1-1-112 0,1 3-16 0,-2-3 0 0,0 2 448 0,0-3 0 16,-2 0 0-16,0 0 0 31,-2 2-1232-31,1 0-176 0,-1-2-16 0,-1 3-16 0,-2-1 1152 0,-1 0 288 0,0 0 0 0,-3-1 0 16,-1 2 368-16,-2 0 128 0,-1 1 16 0,-2 1 16 0,2 4 560 0,-3 2 128 15,0 2 0-15,1-1 16 0,-1 3-384 0,0 1-80 16,1 2 0-16,-2 3-16 0,1 1-400 0,-1 5-80 15,0 4-16-15,0 0 0 0,0 2-256 0,0 4 0 0,-1 3 0 16,2 3 0 0,-2 1 128-16,1 2-128 0,0-2 0 0,2 0 0 0,-1-1 128 0,1-3-128 0,2-4 144 0,1-1-144 15,1-18 176-15,0 29-176 0,0-29 192 0,0 0-192 16,0 0 0-16,11 38 0 0,-11-38 0 0,0 0 0 16,0 0 0-16,0 0 0 0,0 0 0 0,36 10 0 31,-29-12-1472-31,2-3-240 0</inkml:trace>
  <inkml:trace contextRef="#ctx0" brushRef="#br0" timeOffset="-159233.45">4085 9966 4607 0,'1'0'400'0,"0"0"-400"0,0 0 0 0,-1 0 0 15,1 0 1184-15,0 0 160 16,1 0 16-16,1 1 16 0,0-1 1008 0,1 0 208 0,0 0 32 0,-2 0 16 16,1 0-528-16,0-1-128 0,-1 1 0 0,1 0-16 15,-2 0-384-15,2 0-80 0,0-2-16 0,1 2 0 16,-1-2-768-16,1 2-144 0,0-2-48 0,0-1 0 16,-1 1-352-16,2-3-176 15,-1 3 160-15,-1-1-160 0,2-2 0 0,0 2 128 0,-2-2-128 0,1 2 0 0,-1-2 0 0,0 3 0 16,-2-1 0-16,-1 1 0 0,0-1 0 0,0 1 0 15,0 0 0-15,-2 0 0 0,0 2 0 0,-2-3 0 16,0 3 0-16,0-2 0 0,-2 2 0 0,0 0-128 16,-2 2 128-16,0-2 0 0,1 3 0 0,-2-3 0 15,1 2 0-15,0 0 0 0,0 0 0 0,1-1 0 16,0 1 0-16,1 0 0 0,0 1 160 0,1-1-160 16,2 0 160-16,-1 1-160 0,1 2 144 0,0-2-144 15,1 0 128-15,-1 2-128 0,1 0 160 0,0 2-160 0,0-2 192 16,1 2-192-16,0-1 192 0,0 2-64 0,0-3 0 0,0 2-128 15,0 0 256-15,1-2-64 0,0 2-16 16,0-2 0-16,0 0 48 0,1-1 16 0,0-1 0 0,0 0 0 16,1 1-48-16,-1-3 0 0,1 0 0 0,0 1 0 15,0-1-192-15,1-1 144 16,0 0-144-16,0-1 128 0,2-1 0 0,-1 0 0 0,1-3 0 0,0 0 0 16,0 1 32-16,1-1 0 0,-1-1 0 0,1 0 0 15,1-1-160-15,-2 0 0 0,2 0 0 0,-2-3 128 0,2 3-128 16,-3 0 0-16,1-3 0 0,0 3 0 15,-1-1 0-15,0 0 0 0,1 1 0 0,-3-1 0 0,2 2-160 0,-1-2 160 16,0 2 0-16,-1 0-144 0,0 0-48 16,1 0-16-16,-1-2 0 15,0 2 0-15,0-1-16 0,-1-1 0 0,0 2 0 0,-1-1 0 16,1-2 224-16,-1 2 0 0,0 1 0 0,0-2-144 0,0 0 144 0,-1 1 0 16,0-2 0-16,0 1 0 0,0-1 0 0,-1-1 0 15,0-1 0-15,-1 1 0 16,2-2 0-16,-1 3 0 0,1 2 0 0,-1-1 128 0,1 1-128 0,1 0 0 15,0 1 0-15,0 2 128 16,0 0-128-16,0 0 144 0,0 3-144 0,1-3 160 0,0 3 32 0,-1-1 0 0,1 0 0 16,-1 0 0-16,1 1 0 0,0 1 16 0,0-2 0 15,0 0 0-15,-1 1-16 0,0 1-16 0,1 0 0 0,-1 0 0 16,-1 0 16-16,1 0 0 0,0 0 0 0,0 0 0 16,0 0-64-16,0 1 0 0,-1 1 0 15,1 3 0-15,0-1-128 0,0 4 128 16,0-1-128-16,0 2 128 0,0 3-128 0,0-12 0 0,1 25 0 0,-1-25 128 15,3 29-128-15,-3-29 0 0,5 35 0 0,-5-35 0 16,3 35 0-16,-3-35 0 0,7 37 0 0,-7-37 0 16,7 38 0-16,-7-38 0 0,9 36 0 0,-9-36 0 15,0 0 0-15,13 43 0 16,-13-43 0-16,0 0 0 0,0 0 0 0,0 0 0 0,20 35 0 0,-20-35 0 0,0 0 0 0,0 0 0 31,0 0 0-31,0 0 0 0,0 0 0 0,0 0 0 0,0 0 0 0,0 0 0 0,0 0-208 0,0 0-80 16,0 0-16-16,0 0-17472 15</inkml:trace>
  <inkml:trace contextRef="#ctx0" brushRef="#br0" timeOffset="-159012.31">4368 9774 11967 0,'0'0'1072'0,"0"0"-864"0,1 0-208 0,-1 0 0 15,0 0 1264-15,1 0 208 0,0 0 32 0,0 0 16 16,1 0 976-16,0 0 192 0,0 0 32 0,1 0 16 16,1 0-800-16,-1 0-144 0,2 0-48 0,0 0 0 15,-1 1-1056-15,1 1-224 0,0-2-32 0,-5 0-16 16,0 0-544-16,0 0-128 0,0 0 0 0,0 0-16 31,0 0-2112-31,0 0-432 0</inkml:trace>
  <inkml:trace contextRef="#ctx0" brushRef="#br0" timeOffset="-158869.65">4401 9912 1839 0,'-1'2'160'16,"0"-2"-160"-16,1 0 0 0,0 0 0 0,0 1 1600 0,0 1 272 15,-1 0 64-15,0 1 16 0,0 1 224 0,0 1 64 16,0 4 0-16,1-1 0 0,0-1-288 0,0 2-48 16,0 1-16-16,1-3 0 0,0 0-976 0,1-2-192 15,1 0-32-15,-1-2-16 0,3-2-672 0,-1-1 0 16,1 0 0-16,1-2-7760 15,0-3-1456-15</inkml:trace>
  <inkml:trace contextRef="#ctx0" brushRef="#br0" timeOffset="-158506.53">4657 9812 11967 0,'1'0'528'0,"0"-2"112"0,0 2-512 0,-1-1-128 0,-1 0 0 0,0 1 0 16,1 0 1984-16,-1-2 384 0,-1 2 64 0,-2-2 0 15,-2 1-432-15,0-1-80 0,-1 1-32 0,0 1 0 16,-1-1-544-16,-2 1-128 0,0 2 0 0,0 0-16 16,0 1-352-16,-1-1-64 0,0 0-16 0,1 3 0 15,1 0-400-15,0-1-96 0,1 2-16 0,1 0 0 16,1 2-256-16,2-2 160 0,1 2-160 0,2-1 128 0,1 1-128 0,0-8 0 16,0 0 144-16,0 0-144 15,0 0 0-15,28 37 144 0,-28-37-144 0,0 0 0 0,0 0 288 0,45 22-48 16,-45-22-16-16,0 0 0 0,36 13-48 0,-36-13-16 15,0 0 0-15,0 0 0 0,38 12-32 0,-38-12 0 16,0 0 0-16,0 0 0 0,0 0-128 0,0 0 192 16,0 0-192-16,0 0 192 0,0 0-192 0,0 0 0 15,2 34 0-15,-9-27 0 0,-1-3 0 0,-1 1 0 16,1 0 0-16,0-3 0 0,2 0-208 0,0 1 16 0,2-3 16 16,1 0 0-1,2 0-1376-15,2-5-288 0,3 1-48 0,2-4-12928 0</inkml:trace>
  <inkml:trace contextRef="#ctx0" brushRef="#br0" timeOffset="-158254.21">4822 9763 2751 0,'0'-2'256'0,"0"1"-256"0,0 2 0 0,0-1 0 16,0 2 2304-16,-1-2 400 0,1 2 96 0,-2 3 16 16,0-1 448-16,0 5 80 0,-1 4 32 0,1 0 0 15,-1 2-1200-15,1 2-224 16,-1 0-48-16,1 1-16 0,2-18-864 0,-1 38-160 15,1-38-32-15,2 32-16 0,-2-32-464 0,0 0-96 16,9 37 0-16,-9-37-16 0,0 0-240 0,0 0 0 0,0 0 128 0,23 38-128 0,-23-38 0 0,0 0 128 16,0 0-128-16,0 0 0 0,36 12 192 0,-29-12-48 15,3-3-16-15,-2 1 0 16,0-2-128-16,0-1 0 0,-2-1 0 0,0 0-176 31,-1-1-848-31,-2 0-192 0,-1 0-16 0,-2 0-16 0,-1 2-1456 0,-3-2-304 0,-1 3-48 0,-3-2-7952 0</inkml:trace>
  <inkml:trace contextRef="#ctx0" brushRef="#br0" timeOffset="-158057.43">4749 9938 4607 0,'-8'2'192'0,"1"-2"64"0,3 0-256 0,0 0 0 15,3 1 0-15,1-1 0 0,-1 0 1904 0,0 0 336 16,0 0 64-16,2-1 0 0,2-3 896 0,3-1 160 0,2 0 32 0,1-1 16 16,2-2-848-16,1 1-160 0,1-2-32 0,0-1-16 15,2 3-1136-15,1-2-208 0,0-1-48 0,1 3-16 16,-1-2-592-16,-1 1-112 0,1 4-32 0,-2-3 0 15,-1 4-208-15,-1-1 0 0,-1 3-144 0,-1-3 144 16,-1 3-1664-16,-9 1-256 0</inkml:trace>
  <inkml:trace contextRef="#ctx0" brushRef="#br0" timeOffset="-157733.15">5003 9817 5519 0,'-2'-2'496'0,"0"-1"-496"0,1 1 0 0,0 2 0 16,1 0 1632-16,0-1 224 0,0 1 64 0,0-1 0 0,0-1 752 0,1 0 144 16,1-1 48-16,0 0 0 0,2 1-976 0,1 2-192 15,0-2-32-15,2 2-16 0,0 0-624 0,2 0-112 16,-9 0-16-16,0 0-16 0,0 0-304 0,37 7-48 16,-37-7-16-16,0 0 0 0,0 0-304 0,38 26-64 15,-38-26-16-15,0 0 0 0,21 33-128 0,-21-33 0 16,0 0 0-16,12 40 128 15,-12-40-128-15,3 29 0 0,-3-29 0 0,0 26 0 0,-1-17 0 0,-1-1 0 0,0-2 0 0,0 0 0 16,1-2 128-16,-1-2-128 0,-1 1 192 0,0-3-64 16,1 0 352-16,0-2 64 15,1-1 16-15,-1-2 0 0,1-2 144 0,1 0 16 0,-1-2 16 0,1-2 0 16,1 0-304-16,1-3-64 0,0 2-16 0,2-2 0 16,1 0-352-16,-1 2 128 15,1-2-128-15,1-1 0 0,-1 2 0 0,2 0 0 0,-1 2 0 0,1-1-128 16,-1 2-1296-1,2 3-256-15,0-2-48 0,-1 1-14528 0</inkml:trace>
  <inkml:trace contextRef="#ctx0" brushRef="#br0" timeOffset="-157559.16">5317 9727 2751 0,'1'1'256'0,"1"1"-256"15,-1-2 0-15,-1 0 0 0,1 0 2640 0,1 2 496 16,2-2 80-16,1 2 32 0,-5-2 416 0,0 0 96 15,0 0 16-15,0 0 0 0,38 5-1856 0,-29-5-384 16,-1-2-64-16,1 2 0 0,-1-1-1088 0,0 0-224 16,0 1-32-16,-1-1-128 15,0 1-544-15,-1 0-224 0,0 1-32 0,-2 1-13360 0</inkml:trace>
  <inkml:trace contextRef="#ctx0" brushRef="#br0" timeOffset="-157398.71">5414 9820 7359 0,'-2'0'320'0,"1"0"80"0,0 1-400 0,1-1 0 0,0 0 0 0,0 1 0 16,0-1 2000-16,0 3 320 0,0 1 64 0,-1 2 16 16,1-6 368-16,0 0 80 0,-2 32 16 0,0-18 0 0,0-1-1008 15,-1 3-208-15,1-2-48 0,2-14 0 0,0 26-992 0,0-26-208 16,0 0-32-16,0 0-16 16,6 31-720-16,-6-31-144 15,0 0-16-15,0 0-13744 0</inkml:trace>
  <inkml:trace contextRef="#ctx0" brushRef="#br0" timeOffset="-156159.18">5603 9668 3679 0,'0'-9'320'0,"0"4"-320"15,0 0 0-15,0 2 0 0,1 3 1664 0,-1 0 272 0,0 0 48 0,1-2 16 16,0 2 896-16,0 2 176 0,0 1 48 0,0 4 0 15,-1 3-1104-15,0-10-224 0,0 0-32 0,0 40-16 16,0-40-720-16,-1 33-128 0,1-33-48 0,-2 39 0 16,2-39-272-16,-2 39-48 0,2-39-16 0,-2 38 0 15,2-38 0-15,-4 33-16 0,4-33 0 0,-2 27 0 16,2-27-240-16,-3 25-64 0,3-25 0 0,-3 22 0 16,1-15-192-16,0-1 128 0,0-2-128 0,-1 0 0 15,1-1 0-15,0-1 0 0,0-2 0 0,-1 0 0 0,1-2 0 0,0 0 128 16,1 1-128-16,1-4 0 0,-1 3 0 0,2-4 144 15,1 0-144-15,2-1 128 0,0 0 64 0,1-3 16 16,2 2 0-16,-2 0 0 0,2-2-208 16,0 1 128-16,1 0-128 0,1 1 0 0,0 4 0 0,0-1 0 15,1 0 0-15,-1 4 0 0,-9 1 0 0,0 0 128 16,0 0-128-16,0 0 0 0,35 15 0 0,-35-15 0 16,0 0 0-16,0 0 0 0,6 36 0 0,-9-24 0 15,-2-3 0-15,0 3 0 0,-3-3 0 0,1 1-192 16,-2 0 192-16,0-3-208 15,1 1-224-15,0 0-32 0,-1-1-16 0,1 1 0 16,0-3-176-16,1 0-48 0,1-1 0 0,1-2 0 0,2 0 320 0,1-1 48 0,0-1 16 0,2-1 0 16,2-1 320-16,0 0 0 0,3-2 0 0,0-1 0 15,2 2 0-15,2-4 0 0,0 0-176 16,2-3 176-16,2 3 0 0,-1-4 0 0,2 1 0 0,0-1 0 16,0-2 0-16,0 1 192 0,-1 0-64 0,0-2 0 15,-1 2 64-15,-1 0 32 0,0 3 0 0,-1 0 0 16,-1-1 208-16,-1 3 32 0,-1 2 16 0,-1 0 0 15,0 1 0-15,-2 1 0 0,-2 2 0 0,0 1 0 16,0 1-160-16,-1 2-16 0,-1 0-16 0,0 3 0 16,-1 1 96-16,0-2 0 0,0 5 16 0,-1-1 0 15,2-9-192-15,-1 21-32 0,1-21-16 0,-1 24 0 16,1-24-160-16,0 0 0 0,2 33 0 0,-2-33 128 16,0 0-128-16,0 0 0 0,0 0 0 0,0 0 0 15,0 0 0-15,28 31 0 0,-28-31 0 0,16-2 0 0,-7-3 0 0,0-1 0 16,3-2 0-16,-1-1 128 0,1-1-128 0,1-2 0 15,0 0 0-15,-1-2 0 0,1 2 0 0,-2-2 0 16,-1 2 0-16,-1 0 0 0,0 2 0 0,-3 1 0 16,0 0-128-16,-2 1 128 0,0 1 0 0,-2 0 0 15,0 0-144-15,-1 2 144 0,-1 1 0 0,0-1 0 16,-1 2 0-16,1 1 0 0,-1 2 0 0,1 0 0 16,0 2 0-16,0-1 0 0,0 3 0 0,1 1 0 15,-1-5 0-15,0 0 0 0,0 0 0 0,5 40 128 16,-5-40-128-16,0 0 0 0,9 40 0 0,-9-40 144 0,0 0-144 15,15 36 128-15,-15-36-128 0,0 0 0 0,0 0 144 0,29 33-144 16,-29-33 0-16,0 0 128 0,0 0-128 0,36 3 0 16,-27-8 0-16,1-1 0 0,0-2 0 0,0-2 128 15,1-1-128-15,0-1 0 0,2-2 0 0,-1 0 0 16,0 1 0-16,0-3 0 0,1 1 0 0,0-1 0 16,0 2-208-16,-1-3-16 0,-2 3 0 0,0 0 0 15,1 0 32-15,-2 1 16 0,-1 1 0 0,0-2 0 16,-2 2 176-16,-1 0 0 0,-3 1 0 0,-1-1 0 15,0 3 0-15,-1 1 0 0,-1-1 128 0,0 4-128 16,0 1 384-16,-1 1 0 0,0 4 0 0,0 1 0 0,0 2-128 0,-1 3 0 16,1 1-16-16,-2 3 0 0,-1 4-240 0,3 1 0 15,-1 3 128-15,0-2-128 0,0 4 0 0,3-21 0 16,-2 42 0-16,2-42 0 0,3 39 0 0,-3-39 0 16,8 35 0-16,-8-35 0 0,0 0 0 0,15 38 0 15,-15-38 0-15,0 0 0 0,0 0 0 0,0 0 0 16,27 36 0-16,-27-36 0 0,0 0 0 0,0 0 0 15,0 0 0-15,0 0 0 16,7-3-528-16,-9-1-48 0,-1 0-16 0,-1 1 0 16,0-3-1456-16,-2 2-272 0,0-1-64 0,-2 0-16 15,0 1-224-15,-3-1-64 0,1-1 0 0,-1 0 0 16,-1-1 768-16,-1 2 160 0,0-3 32 0,-1-1 0 16,2 0 320-16,-1-2 64 0,0-1 0 0,1 2 16 0,3-2 1328 0,0 2 272 15,2 1 48-15,2 2 16 0,1 2 1968 0,2 0 400 0,1 3 80 0,1 0 16 16,0 0 0-16,1 2 0 0,3 0 0 0,1 0 0 15,2 2-912-15,0-2-176 0,-7 0-48 0,0 0 0 16,30 1-672-16,-30-1-144 0,26-3-16 0,-26 3-16 16,29-3-544-16,-14 0-96 0,0 1-32 0,1 0 0 15,2-3-144-15,-3 0-144 0,2 1 144 0,1-1-11904 16,-2 2-2240-16</inkml:trace>
  <inkml:trace contextRef="#ctx0" brushRef="#br0" timeOffset="-155434.39">6575 9685 13823 0,'0'-3'1216'0,"0"2"-960"0,1 1-256 0,-1 0 0 0,1 0 1232 16,-1-1 208-16,1 1 32 0,0-2 16 0,1 0 816 0,1 1 144 0,-1 1 48 0,1 0 0 15,2-2-704-15,-1 2-128 16,1 0-16-16,1-1-16 0,-1 1-752 0,2-2-160 0,-1 2-16 0,1-2-16 15,-1 2-496-15,0-2-192 16,-1-1 128-16,0 3-128 16,0-2-816-16,-1 2-240 0,0 0-48 0,-2 2-14112 15</inkml:trace>
  <inkml:trace contextRef="#ctx0" brushRef="#br0" timeOffset="-155260.52">6587 9770 9215 0,'0'0'816'0,"0"0"-656"16,0 1-160-16,0 0 0 0,0-1 1392 0,-1 2 240 16,1 1 48-16,-1 3 16 0,0 3 880 0,-1 3 176 0,0 4 48 0,0 0 0 15,2-16-1328-15,-4 40-272 0,4-40-48 0,-3 36-16 16,3-36-704-16,-1 31-144 0,1-31-32 0,0 0 0 16,0 0-512-16,0 0-96 0,0 0-32 0,29 33-12736 15</inkml:trace>
  <inkml:trace contextRef="#ctx0" brushRef="#br0" timeOffset="-154615.02">6847 9749 10991 0,'-1'4'240'0,"-1"-3"48"16,1 2 16-16,0-2 16 0,1 1-320 0,-1 1 0 0,-1-1 0 0,0 4 0 0,-2 2 2368 0,-1 4 432 15,0 1 80-15,-1 1 0 0,3 2-912 0,3-16-192 16,-3 24-48-16,3-24 0 0,0 0-192 0,0 0-64 15,0 0 0-15,0 0 0 0,35 28-640 0,-35-28-144 16,22-5-32-16,-10-2 0 0,0 3-304 0,-1-4-64 16,1 1-16-16,-2-2 0 0,0-1-272 0,-1 1 128 15,-1 0-128-15,-3 1 0 0,1 1 0 0,-2 0 0 16,-2-2 0-16,-2 4 0 0,-1-2 0 0,-3 2 0 16,-2 0 0-16,-1 1 0 0,-1 3 0 0,-3-1 0 0,-1 1 0 0,-2 1 0 15,0 1-128-15,-1-1 128 0,1 3-208 0,-1 1 80 16,1-1 128-16,1 1-192 0,2 1 192 0,1 0-192 15,1-1 192-15,4 1 0 0,0-2 0 0,3-1 128 16,1 0 0-16,2-1 0 0,2-1 0 0,1-1 0 16,2-1-128-16,3 0 0 0,0-1 0 0,1-2 128 15,3-1 80-15,1 0 32 0,1 0 0 0,-2-1 0 16,-1 2-240-16,2-2 176 0,3-3-176 0,2 1 160 16,0-1-160-16,-2 3 0 0,0 0 0 0,-1 0 128 0,-1 2-128 15,-2 0 0-15,1 3 144 0,-14 2-144 0,0 0 0 0,31 5 144 16,-31-5-144-16,0 0 0 0,0 0 0 0,0 0 0 15,30 36 0-15,-30-36 0 0,0 0 128 0,0 0-128 16,3 42 0-16,-3-42 0 0,0 0 0 0,-2 26 128 16,2-26-128-16,-4 19 0 0,2-12 160 0,0 0-160 15,0-1 128-15,0-3-128 0,1 0 192 0,0-3-64 16,0-2 0-16,0 1 0 0,1-2 16 0,0-2 0 16,0-1 0-16,2-1 0 0,-1 0-16 0,3-3 0 15,1-1 0-15,-1-1 0 0,2 3-128 0,1-5 0 16,2 0 0-16,0 1 0 0,0 1 0 0,2-1 0 15,0 3 0-15,0 0 0 0,1 3 0 0,-1 0 0 16,1 2 0-16,-2 3 0 0,-10 2 0 0,0 0 0 0,0 0 0 0,0 0 0 16,38 19 0-16,-38-19 128 0,0 0-128 0,0 0 0 15,15 42 224-15,-15-42-32 0,0 0-16 0,5 36 0 16,-5-36-48-16,0 0-128 0,0 36 192 16,0-36-64-16,0 0-128 0,-1 27 160 0,1-27-160 15,0 0 160-15,0 0-160 0,0 0 0 0,0 0-192 0,-1 27-18096 16</inkml:trace>
  <inkml:trace contextRef="#ctx0" brushRef="#br0" timeOffset="-152114.71">7533 9817 3679 0,'-1'0'320'0,"1"0"-320"0,0 0 0 0,0 0 0 0,0 0 1344 0,0 0 208 15,0-2 48-15,0 2 0 0,0 0 112 0,0-3 16 16,0 3 16-16,0-2 0 0,0 2-192 0,0 0-32 15,0 0-16-15,0-1 0 0,0 1-224 0,0 0-64 16,0 0 0-16,0 0 0 0,0 0-256 0,0 0-48 16,0 0-16-16,0 0 0 0,0 0-224 0,0 1-48 15,2-1-16-15,-1 0 0 0,2-1-176 0,0 1-48 16,-3 0 0-16,0 0 0 0,0 0 0 0,0 0-16 16,0 0 0-16,0 0 0 0,0 0-224 0,0 0-144 15,0 0 192-15,0 0-192 0,0 0 0 0,0 0 0 16,0 0 0-16,0 0 0 0,0 0 0 0,0 0 0 15,0 0 0-15,0 0 0 0,0 0 0 0,0 0 0 16,0 0 0-16,0 0 0 0,0 0 0 0,0 0 0 16,0 0 0-16,-5 15 0 0,4-17 192 0,0 1-192 0,0 0 192 0,1-1-192 15,0 1 336-15,0-1-32 0,1 2-16 16,-1 0 0-16,1 0-80 0,-1 0-16 0,1 0 0 0,-1 0 0 16,2 0-192-16,-1 0 144 0,-1 0-144 0,0 0 128 15,0 0-128-15,0 0 0 0,0 0 0 0,0 0 0 16,0 0 0-16,0 0 0 0,0 0 128 0,0 0-128 15,0 0 0-15,0 0 0 0,0 0 144 0,0 0-144 16,0 0 0-16,0 0 144 0,0 0-144 0,0 0 0 16,0 0 128-16,0 0-128 0,0 0 0 0,0 0 0 15,0 0 128-15,0 0-128 0,0 0 0 0,0 0 0 16,0 0 160-16,0 0-160 0,0 0 128 0,0 0-128 16,0 0 0-16,0 0 0 0,0 0 0 0,0 0 0 31,0 0-320-31,0 0-112 0,0 0-16 0,0 0-15616 0</inkml:trace>
  <inkml:trace contextRef="#ctx0" brushRef="#br0" timeOffset="-148937.91">7944 10040 11967 0,'-2'2'1072'0,"1"-2"-864"0,1 0-208 0,0 0 0 16,0 1 896-16,0-1 144 0,0 2 32 0,-1 0 0 16,1-1 656-16,0 1 128 0,1 0 16 0,2-2 16 15,1 2-224-15,0-2-32 0,2 0-16 0,1 0 0 16,0 0-240-16,1-2-48 0,2 0-16 0,-1-3 0 0,1 2-224 15,0-3-64-15,1-2 0 0,2 1 0 0,-1-2-352 0,1-3-80 16,0 0-16-16,0-1 0 16,0 0-272-16,0-3-64 0,0 1-16 0,0-2 0 0,-1 1-224 0,1-1 0 15,0-4 0-15,-1 3 0 0,-1 1 0 0,0 0 0 16,0-2 0-16,0 0 0 0,-1-3 0 0,0 1 0 16,-1 2 0-16,-2 1 0 0,0 0 0 0,-3 2 0 0,2 2 0 15,-2 0 0-15,0 2 0 0,0 2 0 0,0 3 0 0,-2 2 0 16,-1 3 128-16,1 0-128 0,0 2 0 0,-2 0 0 15,1 0 240-15,-1 1-48 16,1 0-16-16,-1 1 0 0,1 1-176 0,0-1 160 0,-1 3-160 0,1-3 160 16,0 3-160-16,-1 0 0 15,0-1 0-15,0 1 128 0,0-5-128 0,0 0 0 0,0 0 0 16,2 29 0-16,-2-29 0 0,0 0 0 0,1 30 0 0,-1-30 0 16,1 26 0-16,-1-26 0 0,0 32 0 15,0-32 0-15,0 32 0 0,0-32 0 16,-1 35 0-16,1-35 0 0,1 33 0 0,-1-33 0 0,0 0 0 0,10 34 0 0,-10-34 0 15,0 0 0-15,0 0 0 0,0 0 0 0,0 0 0 0,38 12 0 16,-30-16 0-16,-1-4 0 0,2 0 0 0,-1 0 0 16,0-2 0-16,1-1 0 0,-2 1 0 0,1-1 0 15,-2 2 0-15,0-2 0 0,-1 2 0 0,1-2 0 16,-1 1 0-16,0-2 0 0,0 2 0 0,-2 0 0 16,1 1-176-16,-1-3 176 0,0 3-208 0,-2-3 32 15,2 2 16-15,-1-2 0 0,0 3 160 0,0-3 0 16,0-1 0-16,0 0 0 0,1-1 0 0,0 2 0 15,1-2 0-15,-1 3 0 0,2 1 0 0,-1 2 0 16,-1 1 0-16,-2 2 0 0,1 1 0 0,1-1 0 0,-1 3 0 16,-1 4 0-16,0-1 0 0,0 4 144 0,-1 2-144 15,0-7 0 1,-1 23 192-16,1-23-192 0,-3 28 192 0,0-13-192 0,1 1 144 0,0 3-144 0,2-2 0 0,-2-1 144 16,1 3-144-16,-1-2 0 0,1-2 0 0,0 1 0 15,1-16 0-15,1 35 0 0,-1-35 0 0,6 34 0 16,-6-34 0-16,0 0 0 0,13 40 0 0,-13-40 0 15,0 0 0-15,0 0 0 16,27 30 0-16,-27-30 0 0,0 0 0 0,0 0 0 16,0 0 0-16,40 3 0 0,-40-3-144 0,17-7-112 0,-8-1-32 0,0 2-17632 15</inkml:trace>
  <inkml:trace contextRef="#ctx0" brushRef="#br0" timeOffset="-148717.46">8690 9658 9215 0,'-5'1'400'0,"2"1"96"0,1-2-496 0,0 2 0 31,1-2 0-31,1 0 0 0,0 1 1424 0,-1 1 192 0,0 2 48 0,1-2 0 0,1 2 624 0,-1-4 128 16,0 0 16-16,0 0 16 0,0 0-272 0,32 6-64 16,-20-8-16-16,1-3 0 0,0 2-944 0,-1-1-176 15,2-1-32-15,0 0-16 16,-1 1-1088-16,-2 1-224 0,1-1-32 0,-2 3-16 15,-10 1-1296-15,0 0-272 0,25-2-48 0,-21 4-10720 0</inkml:trace>
  <inkml:trace contextRef="#ctx0" brushRef="#br0" timeOffset="-148543.99">8675 9796 14735 0,'-1'2'640'0,"0"-2"160"0,2 2-640 0,0-1-160 0,0 1 0 0,1-2 0 0,0 0 1936 0,1 0 368 0,-3 0 64 0,0 0 0 31,0 0 112-31,37 3 16 0,-37-3 0 0,27-6 0 16,-13 4-1472-16,0-2-272 0,-1 1-64 0,0-2-16 15,0 3-1152-15,-1-2-224 0</inkml:trace>
  <inkml:trace contextRef="#ctx0" brushRef="#br0" timeOffset="-146782.95">9161 9638 11055 0,'2'-6'976'0,"-1"4"-784"0,1-3-192 0,-1 3 0 16,-1-1 480-16,1 3 48 0,1-2 16 0,0-2 0 15,1-1 1344-15,0 0 272 0,-1-2 48 0,1 2 16 16,-2 3-336-16,0-1-64 0,-1 1-16 0,0 2 0 15,-1 2-224-15,0-1-48 0,-2 3-16 0,1 1 0 16,-1 3-736-16,-3 1-144 0,1 2-16 0,-1-1-16 16,0 4-352-16,-2-2-80 0,2 2-16 0,-3 0 0 15,1 1-160-15,0-1 0 0,1-2 0 0,0 0 0 16,0-1 0-16,1 1 0 0,1-3 128 0,1 1-128 0,0-2 0 0,2-2 0 16,2-6 0-16,0 0 0 0,0 0 0 0,0 0 0 15,0 0 0-15,0 0 0 0,0 0 0 0,0 0 0 16,0 0 0-1,34 26 0-15,-34-26 0 0,0 0 0 0,32-2 0 16,-32 2 128-16,20-2 176 0,-20 2 16 0,22-3 16 0,-22 3 0 0,25-4-208 0,-12 3-128 16,0-2 128-16,1 0-128 0,-1 0-192 0,-1-1-128 15,1 1 0-15,-1 1-16 16,0-3-1568 0,-1 0-304-16,1 1-64 0,-2-1-11552 0</inkml:trace>
  <inkml:trace contextRef="#ctx0" brushRef="#br0" timeOffset="-146562.36">9282 9633 5519 0,'-1'-7'496'0,"1"1"-496"0,0 4 0 0,0 0 0 15,1 2 1680-15,-1-2 240 16,0-3 64-16,0 0 0 0,0-4 416 0,0 4 96 0,0 5 0 0,0 2 16 16,-1 8-176-16,1-10-32 0,-4 28-16 0,0-11 0 15,0 6-1008-15,-2 1-208 0,0-2-48 0,1 4 0 16,-2 0-352-16,0 0-80 0,0 0-16 0,-1-2 0 15,2-1-160-15,1-4-32 0,0-2-16 0,5-17 0 16,-4 24-368-16,4-24 0 0,0 0 0 0,0 0 128 16,0 0-1120-16,0 0-224 0</inkml:trace>
  <inkml:trace contextRef="#ctx0" brushRef="#br0" timeOffset="-146041.52">9482 9623 11055 0,'2'-3'480'0,"-1"0"112"0,1 2-464 0,-2-1-128 16,1 2 0-16,-1-2 0 0,0 2 1904 0,1-1 352 0,-1 1 80 0,1 1 16 15,-1 1 160-15,-2 0 48 0,1 0 0 0,-1 3 0 16,-1 0-1088-16,0 0-192 0,-1 4-64 16,1-2 0-16,-1 0-464 0,0 1-112 0,1 0 0 15,-1 0-16 1,2-1-176-16,0 0-16 0,2-7-16 0,0 0 0 15,0 0-160-15,0 0-16 0,0 0-16 0,0 0 0 16,33 34 160-16,-33-34 48 0,0 0 0 0,33 11 0 16,-33-11-32-16,0 0 0 0,38 14 0 0,-38-14 0 15,0 0-208-15,44 19-64 0,-44-19 0 0,0 0 0 0,39 31-128 16,-39-31 0-16,0 0 144 0,26 33-144 0,-26-33 0 16,0 0 0-16,8 36 0 0,-8-36 0 0,-6 19 0 0,0-10 0 15,-3-1 0-15,1-1 0 0,-2 0 0 0,0 0 0 16,-1-2 0-16,-1-1-128 0,0-2-16 0,0 1 0 15,-1-3 0-15,1 0 0 0,-1-3 0 0,1 1 0 16,-1-2 0-16,2-1 0 0,0 0-48 0,1-2-16 16,1 2 0-16,0-2 0 0,3 1-16 0,1 0 0 15,2-1 0-15,2 0 0 0,2 0 224 0,2-3-144 16,3 1 144-16,1-2-128 0,0 1-80 0,3-1-16 16,1-1 0-16,1-1 0 0,0 0 224 0,3 0 0 15,0-4 0-15,-1-1 0 0,2 1 192 0,-1 0-32 0,0 0 0 16,-2-1 0-16,-2 1 80 0,-1 1 16 0,-2 1 0 0,-2 1 0 15,-2 0-256-15,-1 3 176 0,-3 0-176 16,-3 4 160-16,-1 0-160 0,-2 3 0 0,-3 1 0 0,0 3 0 16,-2 1 0-16,-2 3 0 0,-1 0 0 0,-1 4 0 15,0-1 0-15,1 1-224 0,0 0 32 0,-1-1 0 32,4 1-1024-32,0-2-208 0,4 0-48 0,1-2-14256 0</inkml:trace>
  <inkml:trace contextRef="#ctx0" brushRef="#br0" timeOffset="-145144.92">9888 9642 9215 0,'0'-2'816'0,"-1"-1"-656"0,1 3-160 0,-1 0 0 16,1 0 1488-16,0 0 272 0,-1-2 48 0,0 2 16 15,0-3 416-15,0 1 96 0,0 2 16 0,0 0 0 16,1 0-320-16,-1 0-64 0,1 0-16 0,1 0 0 0,0 0-624 16,0 0-128-16,-1 0-32 0,0 0 0 15,0 0-368-15,0 0-80 0,0 0-16 0,0 0 0 16,0 0-192-16,40 26-32 0,-40-26-16 0,0 0 0 0,0 0-128 0,37 34-16 15,-37-34-16-15,0 0 0 0,34 28-144 0,-34-28-32 16,0 0 0-16,0 0 0 0,42 28-128 0,-42-28 0 16,0 0 144-16,0 0-144 0,38 25 0 0,-38-25 0 15,0 0 0-15,0 0 0 16,0 0-384-16,0 0-112 0,0 0-16 0,0 0 0 16,0 0-704-16,0 0-128 15,0 0-48-15,0 0-14784 0</inkml:trace>
  <inkml:trace contextRef="#ctx0" brushRef="#br0" timeOffset="-144923.78">10086 9637 4607 0,'-2'-5'400'0,"1"3"-400"16,0 0 0-16,0 2 0 0,0 0 1936 0,0 0 304 16,0 0 64-16,-1 0 16 0,-1 2 912 0,-3 0 176 0,-1 3 48 0,-2 1 0 15,-1 2-1568-15,0-1-304 0,0 3-64 0,0 0-16 16,-2-1-416-16,1 3-64 0,0-1-32 0,0 1 0 15,1 0-608-15,-1-1-128 0,1 0-32 0,1-2 0 16,3 1-224-16,-1-1 0 0,2-2-192 0,0-2 192 16,0 2-1664-16,1-1-208 0,0 0-48 0,1-1-11648 15</inkml:trace>
  <inkml:trace contextRef="#ctx0" brushRef="#br0" timeOffset="-144507.58">10264 9664 7359 0,'0'-1'656'0,"0"1"-528"0,0 0-128 0,-1 0 0 16,1 0 1664-16,0 0 320 0,-1 0 48 0,0 0 16 16,1 0 656-16,-2 1 144 0,0 1 32 0,0 0 0 15,0 0-1472-15,0 3-304 0,-1 1-48 0,0 0-16 16,0 1-352-16,3-7-80 0,-4 19-16 0,4-19 0 15,0 0-224-15,-6 29-48 16,6-29-16-16,0 0 0 0,0 0 160 0,4 38 48 0,-4-38 0 0,0 0 0 16,0 0 96-16,0 0 32 0,0 0 0 0,35 26 0 15,-35-26 32-15,21-3 16 0,-9-1 0 0,0-1 0 16,1-3-336-16,0 1-64 0,-1-1-16 0,0 0 0 0,0-2-272 0,0-1 0 31,-1-1 128-31,0 1-128 0,-2 0 0 0,-1-1 0 0,-2 3 0 0,-1-2 0 0,-2 3 0 0,-2-4 0 16,-2 2 0-16,-2 1 0 0,-1 0 0 0,-1-1 0 15,-3 3 0-15,1-2 0 0,-2 1 0 0,-1 2 0 16,0 0 0-16,0 3 0 0,1 0 0 0,-1 3 0 16,1 0 0-16,0 3 0 0,0 0 0 0,1 3 0 15,0 0-208-15,-1 0 80 0,3 0-96 0,-1 2-16 16,3-2 0-16,0 0 0 16,4-6-832-16,0 0-160 0</inkml:trace>
  <inkml:trace contextRef="#ctx0" brushRef="#br0" timeOffset="-144325.95">10465 9744 13823 0,'4'0'608'0,"-2"0"128"0,2 0-592 0,-1 0-144 0,-2 0 0 0,0 0 0 15,1 0 2592-15,-1 1 480 0,-1-1 112 0,0 0 16 16,0 0-1152-16,0 0-240 0,0 0-32 0,0 0-16 15,0 0-1120-15,34 23-240 16,-34-23-32-16,0 0-9968 0,0 0-1984 0</inkml:trace>
  <inkml:trace contextRef="#ctx0" brushRef="#br0" timeOffset="-143900.6">10701 9559 11055 0,'1'-3'480'0,"0"0"112"0,0 2-464 0,0-1-128 0,0 1 0 15,-1 0 0-15,0 0 2656 0,1-1 512 0,1 1 96 0,0-2 32 16,0 0 64-16,-2 0 16 0,1-1 0 0,0 3 0 16,0 1-1840-16,-1 0-384 0,0 0-64 0,0 0 0 15,0 0-512-15,-5 24-112 0,5-24-16 0,-8 19 0 16,8-19-256-16,-9 21-64 0,9-21-128 0,-8 22 192 15,8-22-192-15,-8 19 0 0,8-19 0 0,0 0 0 16,-5 28 0-16,5-28 128 0,0 0-128 0,0 0 0 16,0 0 0-16,0 0 0 0,10 38 0 0,-10-38 0 15,0 0 0-15,0 0 128 0,0 0-128 0,31 18 0 16,-31-18 0-16,0 0 128 0,0 0-128 0,39 21 0 0,-39-21 0 16,0 0 0-16,0 0 0 0,39 26 0 0,-39-26 128 0,0 0-128 15,0 0 0-15,33 28 0 0,-33-28 0 0,0 0 128 16,0 0-128-16,0 0 0 0,21 33 0 0,-21-33 128 15,0 0-128-15,0 0 0 0,0 0 128 0,0 0-128 16,-7 26 0-16,2-24 0 0,-1 1 0 0,-2-3 128 16,-2 2-128-16,-2-2 0 0,-1 2 0 0,-3-2 0 15,-1 0 0-15,-1 0 0 0,-2-2 0 0,1 2 0 16,-1 0-144-16,0-4 144 16,0 3-912-16,0-3-96 15,3 1-16-15,1-3-16432 0</inkml:trace>
  <inkml:trace contextRef="#ctx0" brushRef="#br0" timeOffset="-143711.89">10707 9602 15663 0,'0'0'1392'0,"0"0"-1120"0,0 0-272 0,0 0 0 16,0 0 2704-16,20-3 496 0,-20 3 80 0,21-4 32 16,-5 1-736-16,4-2-144 0,0 0-16 0,1 1-16 15,-3-1-1440-15,1 0-304 0,-2 1-48 0,-2-1-16 16,-15 5-464-16,30-7-128 0,-16 3 0 0,-14 4 0 15,24-4-1408-15,-24 4-336 0</inkml:trace>
  <inkml:trace contextRef="#ctx0" brushRef="#br0" timeOffset="-143285.56">10968 9710 7359 0,'-3'0'656'0,"0"-2"-528"0,2 2-128 0,0 0 0 16,1-1 1392-16,-1 0 240 0,-2 1 48 0,0-4 16 15,-2 1 768-15,0 0 160 0,2 1 16 0,1 0 16 16,0-1-432-16,1 3-96 0,2-2-16 0,1 0 0 15,2 1-512-15,0 1-128 0,3-2 0 0,-7 2-16 16,0 0-512-16,27 0-112 0,-27 0 0 0,23 0-16 0,-23 0-400 0,26-2-80 16,-26 2-16-16,27-2 0 0,-27 2-320 0,23-5 144 15,-12 4-144-15,-11 1 0 0,19-3 0 0,-11 2 0 16,-8 1-192-16,0 0 48 16,19-2-1248-16,-19 2-240 0</inkml:trace>
  <inkml:trace contextRef="#ctx0" brushRef="#br0" timeOffset="-143033.6">10905 9810 11967 0,'-3'2'528'0,"1"-2"112"0,1 1-512 0,0-1-128 0,1 0 0 0,0 0 0 15,0 2 2624-15,0-2 512 0,1 0 80 0,1 0 32 16,1-2-208-16,-3 2-32 0,0 0-16 0,17-4 0 15,-17 4-1280-15,19-6-256 0,-19 6-48 0,22-5-16 16,-22 5-784-16,24-4-160 0,-24 4-16 0,23-3-16 16,-23 3-416-16,22-2 0 15,-22 2 128-15,0 0-128 0,25-3-320 0,-25 3-112 0,0 0-16 0,0 0-17328 16</inkml:trace>
  <inkml:trace contextRef="#ctx0" brushRef="#br0" timeOffset="-141680.43">11310 9651 7359 0,'1'-2'656'0,"0"-3"-528"16,0 4-128-16,0 0 0 0,-1 1 1008 0,0-4 160 15,2 1 48-15,0-4 0 0,1-1 784 0,0-1 176 16,-1 2 16-16,-1 2 16 0,-1 0 16 0,1 3 0 16,-1 2 0-16,1 0 0 0,0 0-208 0,1 0-32 15,0 2-16-15,2-2 0 0,-4 0-656 0,0 0-128 16,0 0-32-16,30-2 0 0,-30 2-448 0,24-2-80 0,-24 2-32 0,27-3 0 16,-27 3-320-16,28-4-64 0,-28 4-16 0,28-1 0 15,-28 1-192-15,23 0 176 16,-23 0-176-16,0 0 160 0,0 0-160 0,33 15 0 0,-33-15 0 0,0 0 0 15,0 0 0-15,0 0 0 0,8 47 0 0,-13-35 0 16,-1 2 0-16,-4 0 0 0,-1 3 0 0,-2 0 0 16,2-3 0-16,-2 0 0 0,-1 3-176 0,0-5 176 15,2 2-176-15,-1-4 176 0,-1 1-208 0,1-1 80 16,-1-1 128-16,1 0 0 0,1-3-144 0,1 0 144 16,3-3 0-16,1 2 0 0,2-3 0 0,1-2 0 0,3 2 0 0,1-2 0 15,1 0 0-15,3 0 0 0,-4 0 0 0,0 0 0 16,0 0 0-16,28-4 0 0,-28 4 0 15,22-5 0-15,-22 5 0 0,25-3 0 0,-25 3 0 0,26-3 0 16,-26 3 144-16,29-5-144 0,-14 2 0 0,0 0 0 16,0-1 0-16,1 1 0 0,0-2-256 0,1-2-112 15,1 0-16-15,0 0-11664 16,-1 0-2336-16</inkml:trace>
  <inkml:trace contextRef="#ctx0" brushRef="#br0" timeOffset="-141365.05">11824 9523 16127 0,'2'-5'352'0,"-1"3"80"0,1 0 16 0,0 0 0 0,-1 2-448 0,-1 0 0 0,1 0 0 0,0-2 0 15,0 2 3056-15,1 0 528 16,-2 2 96-16,0-2 32 0,0 0-1200 0,-8 18-224 16,8-18-48-16,-11 22-16 0,4-8-1216 0,-2 0-240 0,1 0-64 0,-2 3 0 15,0-2-432-15,0 1-80 0,0 0-32 0,0-1 0 16,1 1-32-16,0-1-128 0,2-1 192 0,1 0-64 15,6-14 16-15,0 0 0 0,-3 34 0 0,3-34 0 16,0 0-144-16,0 0 192 0,28 32-192 0,-28-32 192 16,0 0-64-16,45 12 0 0,-45-12 0 0,36-1 0 0,-36 1-128 0,34-3 192 15,-14-2-192-15,-2 2 192 0,1-1-192 0,-1-3 0 16,1 2 0-16,-1-2 0 0,-4 2 0 0,1-2 0 16,-2 1-192-16,-1 0 192 15,-1 0-704-15,0 0 0 0,-3-1-16 0,-2 0 0 16,-1 1-1904-16,-2 0-384 0</inkml:trace>
  <inkml:trace contextRef="#ctx0" brushRef="#br0" timeOffset="-141207.21">12013 9585 5519 0,'-2'0'496'0,"1"0"-496"15,1 0 0-15,-1 0 0 0,0 0 2384 0,-1 2 384 0,-2 2 80 0,-4 2 16 16,-1 6 400-16,-2 4 64 0,0 2 32 0,-2 3 0 16,0 2-1040-16,0 3-208 15,-1 1-32-15,0 3-16 0,0 3-912 0,1-2-192 16,2-2-48-16,1-1 0 0,1-5-704 0,9-23-208 15</inkml:trace>
  <inkml:trace contextRef="#ctx0" brushRef="#br0" timeOffset="-139524.33">12939 9782 911 0,'-2'0'0'0,"1"0"0"0,0 0 0 0,0 0 0 16,0 0 592-16,1 0 48 0,-1 0 0 0,1 0 0 16,0 0 960-16,-2-2 192 0,0 1 32 0,1 0 16 15,0 0 272-15,0-1 64 0,1 1 16 0,-1-1 0 16,1 0-48-16,0 0-16 0,0 2 0 0,0-3 0 16,1 1-448-16,0 0-80 0,1 1-32 0,0-1 0 15,0 2-416-15,0-1-96 0,0 0-16 0,2 1 0 16,0 0-336-16,1 0-80 0,-1-2-16 0,2 2 0 15,-6 0-112-15,0 0-32 0,20 2 0 0,-20-2 0 16,0 0-96-16,0 0-32 0,32 5 0 0,-32-5 0 16,0 0-112-16,0 0-32 0,33 18 0 0,-33-18 0 15,0 0-64-15,0 0 0 0,28 36-128 0,-28-36 192 0,0 0-192 0,15 40 0 16,-15-40 0-16,0 0 0 0,6 44 0 0,-6-44 128 16,0 0-128-16,-2 44 0 0,2-44 0 0,-5 24 0 15,5-24 0-15,-9 21 0 0,9-21 0 0,-11 14 0 16,4-7 0-16,-1-2 0 0,2-2 0 0,-2 1 128 15,0-3-128-15,-1-1 0 0,1 0 0 0,-2-1 0 16,-1-3 0-16,-1 1 0 0,0-1 0 0,-2-2 0 16,1 0 0-16,-2-1 0 0,2 2 0 0,0-2 0 0,1 0 0 15,1-1-160-15,1 1-32 0,2-1-16 0,-1 0 0 16,1 1 0-16,1-3 208 0,2 0-176 0,1 1 176 16,2-2-160-16,3 1 160 0,1-1 0 0,2-2-144 0,1 0 144 15,4 1 0-15,0-2 0 0,4 1 0 0,1-1 0 16,1 2 0-16,1 0 0 0,2 0 0 0,2 0 0 15,3-1 160-15,1 2 0 0,0-1 0 0,1 3 0 16,0 2-160-16,0 2 0 0,-2 0 0 0,0 3 128 16,-3 2-128-16,-2 0 0 0,-18 0 0 0,33 5 0 31,-33-5-512-31,0 0-48 0,36 12 0 0,-36-12 0 0,0 0-960 0,0 0-192 0</inkml:trace>
  <inkml:trace contextRef="#ctx0" brushRef="#br0" timeOffset="-139035.47">13446 9808 6447 0,'0'0'576'0,"-1"0"-576"0,1 0 0 0,0 0 0 15,0 0 1168-15,-1 0 128 0,1 1 32 0,0-1 0 16,-1 1 704-16,0-1 144 0,0 0 16 0,1 0 16 16,-1 2 240-16,0-2 48 0,1 0 16 0,-1 0 0 15,1 1-576-15,1-1-112 0,1 2-32 0,0-2 0 0,1 0-416 0,1-2-96 16,2 1 0-16,-6 1-16 0,17-2-576 0,-17 2-112 15,26-4-32-15,-12 2 0 0,1-1-304 0,1 0-64 16,-16 3-16-16,35-4 0 16,-16 2-160-16,-19 2 0 0,33-3 0 0,-33 3 0 0,28-3 0 15,-28 3 0-15,23 0 0 0,-23 0 0 0,0 0-288 0,0 0-32 16,26 3-16-16,-26-3 0 16,0 0-1936-16,0 0-384 0</inkml:trace>
  <inkml:trace contextRef="#ctx0" brushRef="#br0" timeOffset="-138799.92">13456 9932 7359 0,'-1'2'656'0,"0"-2"-528"0,0 2-128 0,1-2 0 16,0 0 2336-16,0 0 432 0,0 0 96 0,0 0 16 16,0 0 1568-16,0 0 320 0,0 0 64 0,0 0 16 15,0 0-3008-15,0 0-608 0,0 0-112 0,0 0-32 16,0 0-384-16,33 0-96 0,-33 0-16 0,22-4 0 15,-22 4-272-15,28-6-64 0,-28 6-16 0,34-6 0 16,-34 6-64-16,37-6-16 16,-18 3 0-16,-1 0 0 0,-18 3-160 0,36-6 0 0,-36 6 0 0,34-4-12592 15,-34 4-2576-15</inkml:trace>
  <inkml:trace contextRef="#ctx0" brushRef="#br0" timeOffset="-132358.72">13317 9542 11055 0,'-1'-1'976'0,"0"1"-784"16,1 1-192-16,0-1 0 0,0 0 832 0,0 0 128 15,-1 0 32-15,0 0 0 0,-1 0 464 0,1 2 80 16,-1 1 32-1,1-2 0-15,1 0-320 0,0 2-64 0,2-1-16 0,0 0 0 0,1 1-176 0,0-3-32 16,1 0-16-16,2 0 0 0,0 0 0 0,1-2 0 16,-1 1 0-16,-6 1 0 0,0 0 32 0,25 0 16 15,-25 0 0-15,0 0 0 0,0 0-464 0,0 0-80 16,38 15-32-16,-38-15 0 0,0 0-272 16,0 0-144-16,0 0 160 0,16 43-160 0,-16-43 0 0,-3 21 0 15,0-9 0-15,-3-1 0 0,0 0 0 0,-2 0 0 0,0-2 0 0,-1-2 0 16,-1 3 0-16,0-3 0 0,1 0 0 0,-1-2 0 15,0 2 0-15,1-4 0 0,0 1 0 0,1-1 0 16,1-1 0-16,1-2 0 0,1 0 0 0,2 0 0 16,0 0 0-16,2-2 0 0,1 0 0 0,2 1 0 15,3-3 0-15,0 2 0 0,2-1 128 0,1 0-128 0,3-1 640 16,0 1 48-16,1-1 0 0,2-1 0 0,-1 2-336 16,1 1-64-16,2 0-16 0,0-1 0 0,0 1-272 0,-1-1 0 15,3 1 0-15,0 2 0 0,-2-2-128 0,-16 2-96 16</inkml:trace>
  <inkml:trace contextRef="#ctx0" brushRef="#br0" timeOffset="-130891.66">14253 9689 9215 0,'0'-4'816'0,"1"3"-656"0,0-1-160 0,-1 2 0 16,0 0 1280-16,1-1 240 0,-1 0 32 0,1-3 16 16,1 1 784-16,-1 0 144 0,0-1 48 0,0 1 0 15,0 1-752-15,-1-1-128 0,0 3-48 0,0-2 0 16,0 2-448-16,0 2-80 0,-1-2-32 0,-1 0 0 16,1 3-416-16,-1-1-64 0,0 1-32 0,0-1 0 15,0 2-192-15,-2 2-32 16,0-2-16-16,-1 3 0 0,-1-2-112 0,0 5 0 0,0-3-16 0,0 2 0 15,0 1-176-15,-1 2 192 16,-1-1-192-16,-1 4 192 0,1-1-192 0,0 0 0 0,0-1 0 0,-1 0 0 16,2 0 0-16,0-1 0 0,0-1 128 0,2-1-128 0,1 1 0 0,0-4 0 15,2 1 144-15,2-8-144 0,0 0 240 0,0 0-32 16,0 0 0-16,0 0 0 0,0 0-208 0,8 33 144 16,-8-33-144-16,0 0 128 0,0 0-128 0,0 0 192 15,0 0-192-15,0 0 192 0,34 4 32 0,-28-6 16 16,0 0 0-16,1 1 0 0,-7 1-112 0,0 0-128 15,0 0 176-15,24-2-176 0,-24 2 128 0,0 0-128 16,24-2 0-16,-24 2 0 0,18-3 0 16,-18 3 0-16,22-5 0 0,-10 3 0 0,0-2 0 0,1-1 0 15,1 2 0-15,-1-1 0 0,0-1 0 0,-2 2 0 0,0-1-176 16,-2 1 176 0,-9 3-1504-16,14-5-192 0,-14 5-32 0,0 0-14400 0</inkml:trace>
  <inkml:trace contextRef="#ctx0" brushRef="#br0" timeOffset="-130690.83">14324 9791 9215 0,'1'-9'400'0,"-1"4"96"0,1 0-496 0,-1 3 0 0,0 0 0 0,0 2 0 16,0 0 2112-16,0 0 320 0,-1-2 64 0,0 4 0 16,-1 0 80-16,-2 5 16 0,0 2 0 0,-3 4 0 15,-1 5-1248-15,-1 1-256 0,-2 3-64 0,0 1 0 0,0-2-576 16,0 1-128-16,0-1-32 0,2-2 0 15,1-2-80-15,1-3-16 0,1 0 0 0,2-4 0 16,2-1-192-16,1-3 128 0,1-6-128 0,0 0 0 16,0 0-432-16,0 0-176 0</inkml:trace>
  <inkml:trace contextRef="#ctx0" brushRef="#br0" timeOffset="-130202.86">14607 9725 18431 0,'5'-9'816'0,"-2"3"160"0,1 2-784 0,-2 0-192 0,-2 3 0 0,0-1 0 16,0 2 2224-16,0-2 400 0,-1 1 64 0,0-1 32 16,-3 0-304-16,-1 2-64 0,-1 2-16 0,-1 3 0 15,-2 3-1456-15,0 0-304 0,1 2-48 0,-1-1-16 16,3 1-288-16,-1-1-64 16,2 1-16-16,1-1 0 0,4-9-144 0,0 0 0 15,-2 32 144-15,2-32-144 0,0 0 0 0,0 0 0 0,20 42 0 0,-20-42 0 16,0 0 208-16,29 31-16 0,-29-31-16 0,0 0 0 15,36 31 48-15,-36-31 16 0,0 0 0 0,37 35 0 16,-37-35-112-16,0 0-128 0,29 35 176 0,-29-35-176 16,0 0 128-16,0 0-128 0,19 36 0 0,-19-36 0 15,0 0 128-15,-6 24-128 0,3-17 0 0,-4-1 0 16,1 0 0-16,-3-1 0 16,1-2 0-16,-2 0 0 0,-1 0 0 0,-2-2 0 0,-2 1 0 0,0-2 0 15,-1 0 0-15,0-1 0 0,2-1 0 0,0 0 0 0,1-1 0 0,1-1 0 16,0-3 0-16,2 0 0 0,1-1 0 0,2-1 0 15,3 0 0-15,1-1 0 0,2 0 0 0,3-1 0 16,2-1-128-16,0 2 128 0,2-2-224 0,2 0 48 16,2 1 16-16,1-1 0 0,1 0 160 0,0 1-128 15,1 0 128-15,0 2-128 0,-1-2 128 0,1 1 0 0,1-1 0 16,-2 0 0-16,-1 2 0 0,-2-1 0 0,-1 1 0 0,-2 0 0 16,0 1 0-16,-3 0 0 0,-1 0 0 0,-1 3 0 15,-1-2 0-15,-2 0 0 0,0 2 0 0,-1-1 0 16,-1 1 0-16,-1 1 0 0,1 2 0 0,-2 0 0 15,1 0 0-15,-2 0 0 0,1 1 0 0,-2 1-128 32,1 0-416-32,-1 1-80 0,0 1-16 0,1 0-10816 0,1 0-2160 0</inkml:trace>
  <inkml:trace contextRef="#ctx0" brushRef="#br0" timeOffset="-129950.77">14863 9770 11055 0,'3'-2'976'0,"-1"2"-784"16,0 0-192-16,-1 0 0 0,-1 0 2368 0,1 0 448 31,1 0 64-31,2 0 32 0,-4 0-112 0,0 0-32 16,0 0 0-16,0 0 0 0,0 0-1168 0,36 30-256 0,-36-30-32 0,0 0-16 0,21 41-592 0,-21-41-128 15,0 0-32-15,22 45 0 0,-22-45-304 0,0 0-64 16,25 38-16-16,-25-38 0 0,0 0-160 0,25 30 0 31,-25-30 0-31,0 0 0 0,0 0-832 0,0 0-32 0,38 24-16 0,-38-24-15376 0</inkml:trace>
  <inkml:trace contextRef="#ctx0" brushRef="#br0" timeOffset="-129761.84">15109 9792 1839 0,'-5'-1'160'0,"0"1"-160"0,1 0 0 0,0 0 0 16,1 3 2432-16,0-1 464 0,0-2 96 0,-4 5 16 16,-3 3-352-16,-5 3-64 0,-3 3-16 0,-1 2 0 15,-1 1-80-15,-2 2-32 0,1 1 0 0,1 0 0 16,1-1-992-16,3-4-192 0,3-1-32 0,2-4-16 16,2-1-976-16,2-1-256 0,3-2 0 0,1-1-10400 15,3-5-2128-15</inkml:trace>
  <inkml:trace contextRef="#ctx0" brushRef="#br0" timeOffset="-129369.84">15321 9808 11967 0,'5'-2'528'0,"-4"-1"112"0,1 3-512 0,0-2-128 0,-1 1 0 0,-1 0 0 16,0 1 1328-16,1-1 224 15,-1 1 48-15,0-2 16 0,-2 2-64 0,0 0-16 16,-1 2 0-16,-1 3 0 0,-2-2-448 0,2 3-112 0,-2 2-16 0,0 1 0 16,-1 1 256-16,0 4 64 0,-1 1 0 0,0 1 0 15,1 2-544-15,1-1-96 0,0 1-32 0,6-18 0 16,-7 30-128-16,7-30-32 0,0 0 0 0,2 33 0 16,-2-33-80-16,0 0-32 0,0 0 0 0,0 0 0 15,33 21-16-15,-33-21 0 0,22-5 0 0,-9 2 0 16,0-1 224-16,1-1 32 0,1-1 16 0,0-2 0 15,0-1-272-15,0 0-64 0,0 0-16 0,-1-2 0 16,-1 0-240-16,-2-1 0 0,0 0 128 0,-4 0-128 16,-1 0 0-16,-3 0 0 0,-2-1 0 0,-4 0 0 15,0 0 0-15,-6 1 0 0,0-1 0 0,-4 2 0 0,1 1 0 0,-3 0 0 16,-1 4 0-16,3 3 0 0,0 0-320 0,0 3 0 16,-1 4 0-16,-1 2 0 0,4 1-16 0,1-2-16 15,1 5 0-15,2-4 0 16,1 3-800-16,6-9-144 0,0 0-48 15,-3 25-14256-15</inkml:trace>
  <inkml:trace contextRef="#ctx0" brushRef="#br0" timeOffset="-129180.7">15630 9914 20271 0,'0'0'1792'0,"0"0"-1424"0,0 0-368 0,0 0 0 16,0 0 2368-16,0 0 384 0,0 0 96 0,0 0 16 15,0 0-1008-15,0 0-192 0,4 41-32 0,-4-41-16 16,0 0-1152-16,0 0-224 16,0 0-48-16,0 0-16 0,0 0-176 0,0 0-176 0,0 0 48 0,0 0-16208 15</inkml:trace>
  <inkml:trace contextRef="#ctx0" brushRef="#br0" timeOffset="-128851.45">15822 9786 14735 0,'2'-14'1600'0,"-2"13"-1600"0,0 0 0 0,0 1 0 0,0 0 2448 0,0 0 464 16,0 0 96-16,-2 2 0 0,-1 0-880 0,-1 3-176 15,-1 2-32-15,-1 3-16 0,0 0-1024 0,-2-1-208 16,1 3-32-16,-1 0-16 0,3 0-128 0,5-12-32 16,-9 22 0-16,9-22 0 0,0 0-240 0,-3 26-48 15,3-26-16-15,0 0 0 0,0 0-160 0,0 0 0 16,0 0 0-16,31 30 0 0,-31-30 0 0,0 0 0 15,0 0 0-15,41 19 0 0,-41-19 0 0,0 0 0 16,35 18 0-16,-35-18 0 0,0 0 0 0,31 22 0 16,-31-22 0-16,0 0 0 0,0 0 0 0,0 0 0 0,27 36 0 0,-27-36 0 15,0 0 0-15,0 0 0 0,-5 21 0 0,0-16 0 16,0-3 0-16,-2 1 0 0,-1-1 0 0,-2 0 0 16,-1-2 128-16,-1 0-128 0,-1-2 0 0,-2 0 128 15,-1 1-128-15,-1-1 0 0,0 0 0 0,-1-1 128 31,2-1-544-31,2 1-112 0,-1-1-32 0,0 1-15472 0</inkml:trace>
  <inkml:trace contextRef="#ctx0" brushRef="#br0" timeOffset="-128661.92">15786 9787 16575 0,'6'-4'736'0,"-3"1"160"0,0 1-720 16,0 1-176-16,-1 1 0 0,0 0 0 0,0 0 2288 0,2 1 416 15,-4-1 96-15,0 0 16 0,0 0-768 0,37 9-160 16,-37-9-32-16,0 0 0 16,40 7-992-16,-40-7-208 0,28 0-32 0,-28 0-16 0,28-3-144 0,-28 3-16 15,28-5-16-15,-14 3 0 0,-1 0-624 0,-1-3-112 16,0 2-16-16,-2 1-15872 0</inkml:trace>
  <inkml:trace contextRef="#ctx0" brushRef="#br0" timeOffset="-128142.24">16244 9812 9215 0,'-1'-2'816'0,"0"1"-656"0,2 0-160 0,-1 1 0 15,1 0 2576-15,0 0 496 0,0 0 80 0,1 1 32 16,-2-1 176-16,0 0 32 0,0 0 16 0,0 0 0 15,32 27-1680-15,-32-27-352 0,0 0-64 16,27 40-16 0,-27-40-624-16,0 0-128 0,28 50-32 0,-28-50 0 0,0 0-176 0,32 46-32 0,-32-46-16 0,0 0 0 15,34 30-288-15,-34-30 0 0,0 0 0 0,35 24 0 16,-35-24-496-16,0 0-208 16,33 7-32-16,-24-10-16544 15</inkml:trace>
  <inkml:trace contextRef="#ctx0" brushRef="#br0" timeOffset="-127985.13">16470 9817 5519 0,'-7'-2'496'0,"1"4"-496"15,0-1 0-15,2 1 0 0,0 2 1760 0,0-1 256 16,1 2 48-16,-7 2 16 0,-4 7 240 0,-5 3 48 16,-4 7 16-16,-3 2 0 0,0 0-976 0,1-2-192 15,1-3-32-15,1 0-16 16,4-5-448-16,2-2-80 0,3-2-32 0,2-2-12688 0</inkml:trace>
  <inkml:trace contextRef="#ctx0" brushRef="#br0" timeOffset="-127511.65">16791 9876 8287 0,'-3'-2'368'0,"0"2"80"0,1-1-448 0,0 0 0 0,0 1 0 0,0 0 0 16,0 0 1856-16,-1 0 304 0,-1 0 48 0,-4 1 16 16,1 0-320-16,-2 1-64 0,1 3-16 0,1-2 0 0,-1 2-208 0,1 2-32 15,-1 2-16-15,0 1 0 0,1 4-416 0,-1 0-64 16,1 0-32-16,0 1 0 0,1 1-608 0,6-16-112 15,-12 28-16-15,12-28-16 0,-4 26 208 0,4-26 64 16,0 0 0-16,0 0 0 16,15 36-208-16,-15-36-48 0,0 0 0 0,0 0 0 0,38 8-48 0,-24-11-16 15,1-3 0-15,0-3 0 0,2 0 288 0,0-2 48 16,0-1 16-16,0 0 0 0,0 0-464 0,-2-2-144 16,-2 2 0-16,-1-2 0 0,-3 2 0 0,-3 0 0 15,0 0 0-15,-4 0 0 16,-1 0 0-16,-3 3 0 0,-4-1 0 0,-1 1 0 15,-2 1 0-15,-3-1-144 0,-2 2 144 0,-2 0 0 0,0 0-240 0,0 2 48 0,2 2 0 0,-1 1 0 16,1 2 192-16,1 0 0 0,0 3 0 0,2 0 0 16,1 1 0-16,3 0 0 0,1 1 0 0,2 0 0 31,1-2-560-31,3-3-64 16,0 0-16-16,0 0-15968 0</inkml:trace>
  <inkml:trace contextRef="#ctx0" brushRef="#br0" timeOffset="-127325.81">17077 9964 24879 0,'0'0'1088'0,"0"0"256"0,0 0-1088 0,0 0-256 0,0 0 0 0,0 0 0 16,0 0 1904-16,0 0 320 0,0 0 64 0,0 0 16 0,0 0-1088 0,0 0-224 15,15 40-32-15,-15-40-16 0,0 0-736 0,0 0-208 16,0 0 0-16,2 30 128 15,-2-30-768-15,0 0-160 0,0 0-32 0,0 0-14640 16</inkml:trace>
  <inkml:trace contextRef="#ctx0" brushRef="#br0" timeOffset="-126097.33">17638 10034 16575 0,'0'2'736'0,"0"-2"160"16,0 0-720-16,1 0-176 0,0 0 0 0,0-2 0 0,1 1 2208 0,1 1 416 16,2-2 64-16,4-1 32 0,1 2-368 0,2-2-80 15,0 0-16-15,0 1 0 0,-12 2-1168 0,22-5-224 16,-22 5-48-16,0 0-11520 15,28 0-2304-15</inkml:trace>
  <inkml:trace contextRef="#ctx0" brushRef="#br0" timeOffset="-121535.95">17468 9749 13823 0,'-1'-3'1216'0,"1"1"-960"0,0 0-256 0,-1 2 0 0,1 0 1360 0,-1 0 240 15,1 0 32-15,-1 0 16 0,0 0 480 0,0 0 112 16,-2 0 0-16,2 2 16 0,-1-2-672 0,-1 1-144 16,2 0-32-16,-1-1 0 0,0 0-256 0,1 2-64 15,0-1-16-15,-1 1 0 0,0 0-432 0,-1 1-64 16,0 2-32-16,-1 2 0 0,-2 2-224 0,0 3-64 15,-3 0 0-15,0 4 0 0,0 2-128 0,-1 0-128 16,-1 1 144-16,3 0-144 0,1 0 128 0,1-3-128 0,6-16 0 0,-6 27 0 16,6-27 128-16,0 0-128 15,0 0 0-15,0 0 144 0,25 33-144 0,-25-33 0 0,0 0 0 0,34 5 0 16,-34-5 128-16,25 2 0 0,-25-2 0 0,0 0 0 16,36 3-128-16,-36-3 0 0,0 0 144 0,0 0-144 15,33 18 0-15,-33-18 0 0,0 0 0 0,0 0 0 16,0 0 0-16,2 40 0 0,-8-30 0 0,-3-1 0 15,-1 3 0-15,-3-2 0 0,-1 1 0 0,-1 1 0 16,-2-1 0-16,-1 0 0 0,1 1 0 0,-1-3 0 16,-1 0 0-16,3-1 0 0,0-1 0 0,2-2 0 15,2-3 0-15,1-1 0 0,2-2 0 0,1-1 0 16,2-5-192-16,0 2-128 0,1-5 0 0,2 1-17536 16</inkml:trace>
  <inkml:trace contextRef="#ctx0" brushRef="#br0" timeOffset="-121316.52">17374 9794 4607 0,'1'-5'400'0,"0"2"-400"16,1 0 0-16,0 2 0 0,0-1 2224 0,-1 1 352 16,2-1 80-16,2-1 16 0,2 0 512 0,3-3 96 15,3-1 32-15,1 2 0 0,2-2-1168 0,2 0-224 16,-1 1-64-16,4-2 0 0,0 2-464 0,1 0-112 15,2-1 0-15,-2 2-16 0,0 1-672 0,-2 3-128 0,0-1-16 0,-2 0-16 16,-18 2-432-16,32 0-192 0,-32 0 0 0,0 0-11232 16,37 4-2256-1</inkml:trace>
  <inkml:trace contextRef="#ctx0" brushRef="#br0" timeOffset="-120672.03">17745 9888 2751 0,'-3'0'256'0,"1"-2"-256"15,0 2 0-15,1 0 0 0,0 0 960 16,0 0 160-16,-2 0 32 0,-1 0 0 0,0 0 704 0,-2-1 160 16,1 1 32-16,0 0 0 0,2 1-192 0,0-1-48 15,1 0 0-15,1 0 0 0,-1 2 16 0,2-2 0 16,0 0 0-16,1 1 0 0,0-1-336 0,2 0-64 16,-1-1-16-16,3 1 0 0,1-2-320 15,1 0-80-15,2-1-16 0,1 1 0 0,2-1-160 0,1-1-48 16,1 0 0-16,1 1 0 0,-2 0-384 15,0-1-80-15,1 1 0 0,-2 1-16 0,0-1-176 0,-12 3-128 16,21-4 144-16,-21 4-144 0,0 0 0 0,22-2 0 16,-22 2 0-16,0 0 0 15,0 0-896-15,0 0-128 0,0 0-32 0,0 0-10176 0,0 0-2032 0</inkml:trace>
  <inkml:trace contextRef="#ctx0" brushRef="#br0" timeOffset="-120396.18">17737 9993 911 0,'-3'0'0'0,"1"0"0"0,1 0 0 0,1 0 0 16,0 0 1952-16,-1 0 304 0,0 0 64 0,0 2 16 15,-1-2 544-15,0 0 128 0,0 0 0 0,2 0 16 16,0 1-352-16,1 1-80 0,2-2-16 0,-1 2 0 16,-2-2-752-16,0 0-160 0,0 0-16 0,0 0-16 15,0 0-720-15,0 0-144 0,0 0-16 0,34 12-16 16,-34-12-320-16,0 0-64 15,0 0-16-15,0 0 0 0,0 0-16 0,35 4-16 0,-35-4 0 0,0 0 0 0,24-2-112 0,-15 0 0 16,1-1-16-16,1-2 0 16,2 1-32-16,2-1 0 0,1-2 0 0,1 0 0 0,1 1-16 0,-2-2 0 15,2 3 0-15,0-2 0 0,-2 2-128 0,1 0 0 16,-2-2 0-16,-1 5-12400 16,-2-2-2512-16</inkml:trace>
  <inkml:trace contextRef="#ctx0" brushRef="#br0" timeOffset="-119037.71">18482 9782 10127 0,'1'-4'896'0,"0"3"-704"0,0-1-192 0,-1 2 0 16,0 0 1408-16,0-1 256 0,1 1 64 0,0-2 0 16,0 0 784-16,0-2 176 0,0 3 16 0,0-1 16 15,-1 2-864-15,-1 2-160 0,1-1-32 0,-1 3-16 0,-1 0-720 16,0 4-144-16,-1-1-16 0,0 2-16 0,3-9-368 0,-9 26-80 15,4-12-16-15,-2 3 0 0,0 0-288 0,-1-1 128 16,1 2-128-16,-1 0 0 0,-1-2 128 0,2 1-128 16,0 0 0-16,0-3 0 15,2-2 128-15,1-3-128 0,1 1 0 0,1-1 0 0,1-3 0 0,0-2-144 16,2 0 16-16,2-4-10512 16,0 0-2096-16</inkml:trace>
  <inkml:trace contextRef="#ctx0" brushRef="#br0" timeOffset="-118577.53">18560 9821 6447 0,'0'-1'576'0,"1"1"-576"0,0 0 0 0,0-2 0 16,0 2 1888-16,-1 0 272 0,2 0 48 0,0-1 16 15,2-1 656-15,2 0 128 0,2 1 16 0,2-2 16 16,0 2-816-16,1-3-176 15,0 1-16-15,2 0-16 0,0 3-592 0,1-2-112 0,-14 2-32 0,29 0 0 16,-29 0-528-16,26 2-112 0,-26-2-32 0,0 0 0 16,34 10-368-16,-34-10-80 0,0 0-16 0,0 0 0 15,0 0-144-15,32 26 0 0,-32-26 0 0,0 0 0 0,0 0 128 0,0 0-128 16,0 0 0-16,4 36 128 16,-8-30-128-16,0 0 0 0,-3 0 0 0,-1 2 0 0,0-2 0 15,-3 0-176-15,0 0 176 0,-1 2-192 0,-2-1 192 0,1 0-160 16,-1 0 160-16,0 0-160 0,0 0 160 0,0-1 0 15,2 1-144-15,0-1 144 0,2-1 0 0,1 0 0 16,3-1 0-16,0 1 0 0,3-2 0 0,1 0 0 16,2-2 0-16,0-1 128 0,0 0 160 0,0 0 32 15,24 2 0-15,-13-5 0 0,1 0-16 0,3 0 0 0,1-2 0 16,4 1 0-16,1-1-112 0,0 0 0 0,0 3-16 0,-1-2 0 31,2 3-176-31,-1 1 192 0,-21 0-192 0,40 1 192 0,-40-1-192 16,34 2 0-16,-34-2 0 15,29 2 128-15,-29-2-128 0,0 0 0 16,33 2-160-16,-33-2-12512 16,0 0-2512-16</inkml:trace>
  <inkml:trace contextRef="#ctx0" brushRef="#br0" timeOffset="-118453.49">19279 9972 27647 0,'-3'3'2448'0,"1"0"-1952"0,2-3-496 0,0 0 0 0,0 0 1984 0,-5 10 288 16,3-10 64-16,-4 7-11936 16,-2-4-2400-16</inkml:trace>
  <inkml:trace contextRef="#ctx0" brushRef="#br0" timeOffset="-93525.34">3886 10686 17503 0,'1'-4'1552'0,"-1"2"-1232"0,0 0-320 0,0 0 0 16,-1 2 1008-16,1-3 144 0,-2-2 16 0,1-1 16 15,0-2 416-15,-1 1 64 0,0 2 32 0,1 1 0 16,-1 2-464-16,0 1-80 0,0 4-32 0,0-2 0 16,0 3-224-16,0 3-32 0,2 2-16 0,-1 1 0 15,0 3-416-15,-1 4-96 0,1 0-16 0,-1 4 0 16,1 0-144-16,-1 3-48 0,0 3 0 0,0 3 0 0,-1 1-128 15,0 5 160-15,0 2-160 0,0 0 160 0,1 3 80 0,-2-3 16 16,2-3 0-16,0-5 0 0,3-4-32 0,0-4 0 16,-1-22 0-16,2 30 0 0,-2-30-416 0,0 0-64 15,0 0-32-15,0 0 0 16,0 0-1344-16,0 0-272 0,0 0-48 0,30-11-12768 0</inkml:trace>
  <inkml:trace contextRef="#ctx0" brushRef="#br0" timeOffset="-93168.39">3875 10711 12319 0,'-1'-2'256'0,"-1"2"64"0,1 0 16 0,0 0 32 0,0 0-368 0,0 2 0 0,-1-2 0 0,0 3 0 15,-2 0 2176-15,-2 0 384 0,2 1 64 0,-1 0 0 16,2-3-592-16,0-2-128 0,3 1-32 0,-1-4 0 15,2 1-848-15,1-1-160 0,2-2-32 0,2-1-16 16,0 2-288-16,1-3-48 0,0 2-16 0,0-1 0 16,3 2 96-16,-2 0 16 0,1 3 0 0,-9 2 0 15,0 0-176-15,0 0-16 0,43 7-16 0,-43-7 0 16,0 0-96-16,0 0-16 0,40 29 0 0,-40-29 0 16,0 0-128-16,0 0-128 0,27 42 192 0,-27-42-192 0,0 0 160 0,6 37-160 15,-6-37 128-15,0 21-128 0,-3-10 144 0,-1 1-144 16,-4 0 160-16,-1 0-160 0,0-1 208 0,-4 1-48 15,-2 0-16-15,-2 0 0 0,0 0-144 0,-2-2 192 16,1-1-192-16,-1 0 192 0,1-1-192 0,-2-2 0 16,2 0 0-16,3-2 0 0,2-1 0 0,0 1 0 15,3-3-192-15,0 1 192 16,5-4-1600-16,2-1-208 16</inkml:trace>
  <inkml:trace contextRef="#ctx0" brushRef="#br0" timeOffset="-92395.65">4337 10733 911 0,'1'-1'0'0,"-1"-1"0"0,0 0 0 0,0 2 0 16,0-2 832-16,0 1 64 0,1 0 32 0,-1 0 0 16,1-2 560-16,-1 1 112 0,1 0 32 0,-1-2 0 15,1 3-64-15,-1-1-16 0,0 0 0 0,0 1 0 16,-1 1 160-16,1-2 16 0,-1 2 16 0,1 0 0 16,-1 0-176-16,1 0-32 0,-1 0-16 0,1-1 0 0,0 1-448 0,0-1-96 15,0 1-16-15,0 0 0 0,0-2-416 16,0 1-96-16,-1 1 0 0,1-2-16 0,-1 2-208 0,1-2-32 15,-1 1-16-15,0 1 0 0,0-2-176 0,0 2 0 16,-1 0 144-16,0 0-144 16,0 0 128-16,-1 2-128 0,0-2 160 0,-2 3-160 0,0 0 144 0,-1 1-144 15,-1 3 128-15,-1-1-128 0,1 2 128 0,-1 2-128 16,1-1 128-16,0 1-128 0,0 2 304 0,0 0-32 16,0 0 0-16,2 2 0 0,0 0 112 0,0 2 32 15,2-1 0-15,-2 4 0 0,1-1-80 0,2 2-16 0,-1-2 0 0,0 2 0 16,1-2 48-16,2-18 0 0,1 36 0 0,-1-36 0 15,5 29 16-15,-5-29 0 0,0 0 0 0,15 33 0 16,-15-33-240-16,0 0-144 0,0 0 192 0,29 28-192 16,-29-28 0-16,0 0 0 0,0 0 0 0,0 0 0 15,0 0 0-15,42 19 0 0,-42-19 0 0,0 0 0 32,0 0-896-32,0 0-192 0,0 0-48 0,0 0-15776 0</inkml:trace>
  <inkml:trace contextRef="#ctx0" brushRef="#br0" timeOffset="-92096.83">4428 10834 5519 0,'-1'0'496'0,"0"-2"-496"15,1 2 0-15,0 0 0 0,0 0 2016 0,0-1 304 16,-1 0 64-16,0 1 16 0,1-3 416 0,-1 1 96 15,2 0 16-15,1 1 0 0,-1 1-1024 0,2 1-208 16,1 1-32-16,0 3-16 0,-4-5-304 0,0 0-64 16,0 0-16-16,0 0 0 0,29 38-384 0,-29-38-80 0,0 0-16 0,24 42 0 15,-24-42-240-15,15 32-48 0,-15-32-16 0,17 32 0 16,-17-32-176-16,0 0-48 0,26 43 0 0,-26-43 0 16,0 0-256-16,0 0 0 0,33 35 0 15,-33-35 0-15,0 0 0 0,0 0 0 0,0 0 0 0,0 0 0 31,39 13-320-31,-33-16-80 0,-1 1-16 0,-2-3 0 0,1-1-2128 0,-1 0-416 16</inkml:trace>
  <inkml:trace contextRef="#ctx0" brushRef="#br0" timeOffset="-91876.31">4651 10832 911 0,'-2'-5'0'0,"0"1"0"0,1 1 0 0,0 2 0 0,0 0 2016 0,1 1 320 16,-2 0 64-16,-1 0 16 15,-2 1 992-15,-2 2 208 0,-2 0 32 0,-3 2 16 0,0 2-1296 0,-2 2-256 16,0 1-48-16,-2 0-16 0,-1 4-496 0,1 0-96 16,-2 0-32-16,1 0 0 0,0 3-768 0,3-1-144 15,-1 1-48-15,2-3 0 16,2 0-464-16,1-2 0 0,2 0 0 0,2 0 0 16,1-2-560-16,-1-1-48 0,4-2-16 0,-1 0-15120 0</inkml:trace>
  <inkml:trace contextRef="#ctx0" brushRef="#br0" timeOffset="-91403.88">4926 10844 8287 0,'0'0'368'0,"18"-5"80"0,-11 3-448 0,-2-1 0 0,-3 3 0 0,0-2 0 0,0 2 1888 0,2-2 288 15,3-1 64-15,0-2 16 16,0 1-400-16,-2 2-96 0,-1-1-16 0,-2 1 0 0,-1-1-528 16,-1 3-96-16,-2 0-32 0,-1 0 0 0,-1 0-96 0,-1 1-32 15,-1 1 0-15,0 0 0 0,-1 3-512 0,-2-3-128 16,0 3 0-16,-1 1-16 0,-3 0-128 0,0 1-32 15,1 0 0-15,0-1 0 0,0 2-16 0,-2-1 0 16,1 3 0-16,-1-1 0 0,2-1-128 0,1 1 0 16,2-2 0-16,0 0 0 0,1 0 0 0,2-2 0 0,1 0 0 15,1 0 0-15,1-3 0 0,1 0 128 0,1 0-128 0,0-1 0 16,2 1 528-16,-1-2 32 0,1 0 0 0,1 0 0 16,-1 1 208-1,2-1 32-15,-1 0 16 0,1 1 0 0,1 0-240 0,0 1-32 0,-4-2-16 0,0 0 0 16,0 0-208-16,0 0-64 0,0 0 0 0,41 16 0 15,-41-16-80-15,0 0-32 0,0 0 0 0,44 19 0 16,-44-19-144-16,0 0 0 0,0 0 144 0,45 19-144 16,-45-19 0-16,0 0 0 0,0 0 0 0,38 17 0 15,-38-17 0-15,0 0 0 0,0 0 0 0,0 0 0 32,0 0-448-17,0 0-48-15,0 0-16 0,0 0-11216 0,0 0-2256 0</inkml:trace>
  <inkml:trace contextRef="#ctx0" brushRef="#br0" timeOffset="-91183.95">4796 11074 5519 0,'-7'1'240'0,"3"0"64"0,1-1-304 0,-1 0 0 16,3 2 0-16,0-2 0 0,0 0 1952 0,-1 0 336 16,0 0 64-16,-1 1 16 0,1 1 528 0,1-2 112 15,1 0 32-15,2 1 0 0,2 1-736 0,-1 0-128 16,-3-2-48-16,0 0 0 0,0 0-704 0,0 0-144 15,39 17-16-15,-39-17-16 0,0 0-656 0,0 0-128 16,36 23-16-16,-36-23-16 0,0 0-432 0,0 0 0 16,41 19 128-16,-41-19-128 0,0 0 0 0,0 0 0 15,47 12-192-15,-47-12-11264 0,0 0-2240 16</inkml:trace>
  <inkml:trace contextRef="#ctx0" brushRef="#br0" timeOffset="-90916.63">5211 10831 13823 0,'-2'-4'608'0,"0"2"128"16,1 0-592-16,1 1-144 0,0 1 0 0,-1 0 0 0,1 0 2432 0,-1 0 464 15,-1 0 96-15,0 1 16 0,0 1-944 0,0 0-176 16,0 3-32-16,0 0-16 15,0 4-576-15,-1 1-112 0,1-1-32 0,0 4 0 0,0 3-320 0,-1 0-64 16,0 1-16-16,-1 2 0 0,1 0-304 0,1 0-64 16,-1-3-16-16,0-1 0 0,1-1-336 0,1 0 144 15,1-14-144-15,0 0 0 0,2 29-192 0,-2-29-160 16,0 0-32-16,0 0-16688 0</inkml:trace>
  <inkml:trace contextRef="#ctx0" brushRef="#br0" timeOffset="-90617.5">5393 10842 11279 0,'5'-8'240'0,"-1"2"48"0,-1 1 16 0,-1 2 32 0,0 1-336 0,-2 2 0 15,1-2 0-15,0 0 0 0,1-1 3072 0,0 0 560 0,-1 1 96 0,-1 2 32 16,-2 3-1552-16,-1 2-304 0,-2 3-64 0,-1 1-16 16,0 2-672-16,-2 1-144 0,3-1-32 0,-3 1 0 15,1 2-448-15,0 1-80 0,-1-1-32 0,2-2 0 16,2 2-192-16,-1-4-32 0,3 1-16 0,2-11 0 15,0 0-176-15,0 0 128 0,0 0-128 0,13 33 128 16,-13-33-128-16,0 0 128 0,0 0-128 0,0 0 128 16,43 10 64-16,-43-10 16 0,0 0 0 0,36-2 0 0,-36 2-208 0,0 0 176 15,37-5-176-15,-37 5 160 0,25-3-160 0,-25 3 0 16,0 0 0-16,33-6 0 0,-33 6 0 0,0 0 0 16,0 0-128-16,30-3 128 15,-30 3-864 1,0 0-96-16,0 0-32 0,15-5 0 0,-13 4-1904 0,-1 0-384 0,-1-1-80 0,-1-1-8704 15</inkml:trace>
  <inkml:trace contextRef="#ctx0" brushRef="#br0" timeOffset="-90428.22">5511 10882 5519 0,'-3'-7'240'0,"0"2"64"0,0 1-304 0,1 1 0 0,2 3 0 0,-1 0 0 16,0-2 2064-16,0 1 368 16,-2 1 64-16,0 0 0 0,0 3 416 0,-1 4 80 0,0 0 16 0,0 3 0 15,0 2-944-15,0 4-176 16,-1 1-32-16,1 1-16 0,-1 4-736 0,0-1-144 0,-1 0-16 0,-1 1-16 15,1-1-352-15,0-2-80 0,1-4-16 0,1-1 0 16,1 0-320-16,2-5-160 0,1-9 160 0,0 0-160 31,0 0-528-31,0 0-208 0</inkml:trace>
  <inkml:trace contextRef="#ctx0" brushRef="#br0" timeOffset="-90178">5640 10732 13823 0,'1'-3'608'0,"1"0"128"0,0 0-592 0,0 3-144 0,0-2 0 0,-1 2 0 0,1 0 2240 0,0 0 432 15,-2 0 80-15,0 0 0 0,0 0-384 0,0 0-96 16,43 21-16-16,-43-21 0 0,0 0-1200 0,33 26-240 16,-33-26-48-16,0 0-16 0,35 34 16 0,-35-34 0 15,0 0 0-15,32 38 0 0,-32-38-176 0,0 0-16 16,29 40-16-16,-29-40 0 0,0 0-320 0,25 47-64 15,-25-47-16-15,11 32 0 0,-11-32-160 0,6 35 192 16,-6-35-192-16,-1 35 192 0,-3-16-192 0,-1-2 160 0,-3 0-160 0,0 1 160 16,-1-4-160-16,-3 3 0 0,-2-3 0 0,-2 0 0 15,-4 3-192-15,1-5-112 0</inkml:trace>
  <inkml:trace contextRef="#ctx0" brushRef="#br0" timeOffset="-85758.21">6100 10895 10127 0,'0'0'896'15,"0"0"-704"-15,0 0-192 0,-1 1 0 0,1-1 1360 0,-1 0 240 16,0 2 64-16,-1-2 0 0,0 3 432 0,1-1 80 16,-1 1 32-16,0-1 0 0,0 0-416 0,-1 0-96 15,1-2-16-15,1 0 0 0,0 0-464 0,0-2-112 16,2 0-16-16,1-3 0 0,1 0-432 0,1-1-80 15,3 0-32-15,0-3 0 0,4-3-336 0,1-1-64 16,1 0-16-16,0-1 0 0,0 2 0 0,0 0-128 16,0 1 192-16,-2 2-64 0,0 1-128 0,-1 2 0 15,-1 2 0-15,0-1 128 0,-9 5-128 0,0 0 0 16,0 0 0-16,0 0 0 0,0 0 0 0,37 15 0 0,-37-15 0 0,0 0 0 16,0 0 0-16,16 31 0 0,-16-31 0 0,0 0 0 15,9 31 0-15,-9-31 0 0,0 0 0 0,7 31 0 16,-7-31 0-16,0 0 0 0,12 32 0 0,-12-32 128 15,0 0-128-15,0 0 0 0,0 0 0 0,34 31 128 16,-34-31 0-16,0 0-128 0,0 0 192 0,0 0-64 16,44 3 48-16,-44-3 0 0,17-7 0 0,-9 2 0 15,1-2-176-15,-2 2 0 0,-1-2 0 0,1 0 0 16,-1 2-272-16,-1-2-96 0,1 2-16 0,-2-2 0 16,0 2-592-1,0 1-128-15,-2 1-32 0,0 1 0 0,0-2-1088 0,-2 3-208 0</inkml:trace>
  <inkml:trace contextRef="#ctx0" brushRef="#br0" timeOffset="-85348.16">6039 11176 9215 0,'-3'2'400'0,"1"-2"96"16,0 2-496-16,0-1 0 0,1 1 0 0,0-2 0 0,1 0 1600 0,-1 0 208 0,-1 0 48 0,1 0 16 16,1 0 352-16,1-3 64 0,1 0 16 0,1-3 0 15,2-1-592-15,1 0-112 0,2-2-32 16,1-1 0-16,0 0-512 0,0 1-96 16,3 0-32-16,-2-1 0 0,0 0-112 0,1 1-32 0,-1 0 0 0,0 1 0 15,-1 2-352-15,-1 1-80 0,-8 5-16 0,0 0 0 16,0 0-336-16,0 0 144 0,37-1-144 0,-37 1 0 15,0 0 0-15,0 0 0 16,21 32 0-16,-21-32 0 0,7 23 160 0,-7-23-160 16,6 31 128-16,-6-31-128 0,6 29 128 0,-6-29-128 0,8 31 128 0,-8-31-128 0,11 28 128 0,-11-28-128 15,0 0 0-15,0 0 128 0,24 30-128 0,-24-30 0 16,0 0 0-16,0 0 128 0,37-4 32 0,-26-4 0 16,3-6 0-16,3-2 0 0,0-3 32 0,3-2 16 15,1-5 0-15,2 2 0 0,1-2-208 0,0 0 0 16,-3-2 0-16,-2 3 0 15,0 4-832-15,-3 2-144 0,-1 3-48 0,0 3-15488 16</inkml:trace>
  <inkml:trace contextRef="#ctx0" brushRef="#br0" timeOffset="-84561.02">7099 10657 2751 0,'0'-3'256'0,"0"1"-256"0,0 2 0 0,0-2 0 16,0 2 496-16,0-2 48 16,-1 1 16-16,1-4 0 0,-1 1 368 0,1-4 80 15,0 4 16-15,0-4 0 0,0 4 192 0,-1-1 64 16,1 0 0-16,0 1 0 0,-1 1 496 0,1-2 96 16,-1 1 32-16,1 0 0 0,-1 1-48 0,1 0-16 0,-1 1 0 0,0 0 0 15,0-1 480-15,0-1 112 16,1 3 0-16,-1-1 16 0,0 1-1936 0,1 0-512 0,-1 1 128 0,1 0-128 0,-1 0 528 0,1 0 80 15,0 1 16-15,-1 0 0 0,1 2-272 0,-1 1-48 16,1 1-16-16,0 2 0 16,0 2-128-16,0 1-32 15,0 4 0-15,0-14 0 0,1 34 16 0,0-16 0 0,-1 6 0 0,0 0 0 0,0 0-16 0,0-1-128 16,0 1 192-16,-2 2-64 0,0 0-128 0,0 0 128 0,0-2-128 16,-1 3 128-16,1 5-128 0,-1-1 0 15,0 0 144-15,1-3-144 0,0-2 0 0,1-2 0 0,1-2 0 0,-1-4 0 16,1-1 0-16,0-17 0 0,2 29 0 0,-2-29 0 31,2 21-256-31,-2-21 48 0,0 0 0 0,0 0 0 16,0 0-1216-16,0 0-240 0,12-9-64 0,-9-1-8960 0,1-4-1792 0</inkml:trace>
  <inkml:trace contextRef="#ctx0" brushRef="#br0" timeOffset="-84229.98">7046 10756 1839 0,'-1'-4'160'0,"0"1"-160"16,0 0 0-16,0 2 0 0,1 0 1472 16,0-1 272-16,-1-2 48 0,-1-2 16 0,0-3 992 0,0 0 192 15,1-1 32-15,1 3 16 0,1 0-992 0,2-3-192 16,-1 3-32-16,3-2-16 0,2-1-704 0,0 1-144 16,4-1-16-16,0 1-16 0,1 1-272 0,1 0-48 15,1 2-16-15,-14 6 0 0,31-7-96 0,-31 7-32 16,36 0 0-16,-36 0 0 0,0 0-128 0,51 19-16 15,-51-19-16-15,0 0 0 0,39 32-144 0,-39-32-32 16,0 0 0-16,25 37 0 0,-25-37-128 0,0 0 0 16,9 35 0-16,-10-25 128 0,-1 0 16 0,-3 0 0 0,0 1 0 15,-4 1 0-15,1-1 16 0,-2-1 0 0,-1 0 0 0,-2-1 0 16,-1 0-160-16,-1-1 0 0,-1-1 0 0,0-2 0 16,-1 1 0-16,0 0 0 0,1-2 128 0,4-2-128 15,3 1 0-15,0-1 0 0,0-1 0 0,1 1 0 31,3-2-560-31,0 0-80 0,4-2-32 0,2 1-14560 0</inkml:trace>
  <inkml:trace contextRef="#ctx0" brushRef="#br0" timeOffset="-83930.54">7639 10681 6447 0,'13'-8'576'0,"-5"1"-576"0,0 1 0 0,-4 2 0 0,-1 2 1008 0,-1 0 80 15,1 0 32-15,2-5 0 16,1 0 880-16,1-2 176 0,-1 0 48 0,-3 0 0 0,-1 2-592 0,-3 2-112 16,-2 0-32-16,-1 3 0 0,-1 1-144 0,-2 2-16 15,1-1-16-15,-4 3 0 0,2 1-384 0,-2 1-80 16,0 2-16-16,-2 2 0 0,0 1-384 0,0 2-64 16,-1 2-32-16,0 3 0 0,1 3-208 0,1 0-144 15,3-1 192-15,1 3-192 0,0-3 144 0,1 3-144 0,4 1 0 16,-1-4 144-16,2 2 144 0,2-2 32 0,1 2 0 0,-2-21 0 15,8 43 176-15,-8-43 32 0,15 36 16 0,-15-36 0 16,0 0-272-16,35 42-48 0,-35-42-16 0,0 0 0 16,40 31-400-16,-40-31-96 0,0 0-16 0,42 12-15936 15</inkml:trace>
  <inkml:trace contextRef="#ctx0" brushRef="#br0" timeOffset="-83641.23">7861 10598 911 0,'-2'-1'0'0,"0"-1"0"16,1 0 0-16,1 2 0 0,0 0 1824 0,-1 0 288 16,0 0 48-16,-1-1 16 0,0 1 768 0,0 0 176 15,0 0 16-15,1 1 16 0,1 1-976 0,1 1-192 16,0-1-32-16,-1-2-16 0,0 0-400 0,0 0-96 15,0 0-16-15,0 0 0 0,0 0-416 0,31 36-96 16,-31-36-16-16,0 0 0 0,23 35-320 0,-23-35-80 16,0 0-16-16,22 38 0 0,-22-38-208 0,0 0-32 15,18 35-16-15,-18-35 0 0,0 0-224 0,0 0 0 16,21 34 0-16,-21-34 0 0,0 0 0 0,0 0-288 0,0 0 64 0,0 0-10912 16,0 0-2176-16</inkml:trace>
  <inkml:trace contextRef="#ctx0" brushRef="#br0" timeOffset="-83273.93">8173 10640 11055 0,'2'0'480'0,"-1"-2"112"0,0 2-464 0,-1 0-128 0,0 0 0 0,0 0 0 16,0 0 1952-16,-1 0 368 0,0 0 80 0,-1 0 16 0,0-2-112 0,-2 4-32 15,-1-1 0-15,0 0 0 16,0 1-896-16,-2 3-176 0,0-2-48 0,-1 1 0 0,-1 1-400 15,0 1-96-15,0 2-16 0,-1-2 0 0,-1 0-464 0,0 1-176 16,1 0 0-16,-1 0 144 0,-1 1-144 0,1-1 0 16,0 1 0-16,0-2 0 0,2-1-224 0,1-1 80 15,0-2 16-15,2 1 0 0,1-2 128 0,2-1 0 16,0 2-144-16,1-2 144 0,1 0 0 0,0-2 0 16,1 2 0-16,0 0 0 0,1-1 128 0,0 1-128 15,0 0 128-15,1 0-128 0,-1 0 352 0,0 0-16 16,0 0 0-16,1 1 0 0,-2-1 240 0,0 0 32 15,0 0 16-15,0 0 0 0,9 30-112 0,-9-30-32 16,2 26 0-16,-2-26 0 0,2 38-288 0,-2-19-48 16,0 0-16-16,0 0 0 0,1 2-128 0,-1 1 0 0,0-22 0 0,4 38 0 15,-4-38 0-15,5 32 0 16,-5-32 0-16,7 26 0 16,-7-26-336-16,0 0-160 0</inkml:trace>
  <inkml:trace contextRef="#ctx0" brushRef="#br0" timeOffset="-82259.99">8606 10726 3679 0,'1'0'320'0,"0"0"-320"0,0 0 0 0,-1 0 0 15,1 0 1440-15,-1-1 224 0,2 1 32 0,0-1 16 16,1 0 624-16,-3 1 128 0,0 0 32 0,0 0 0 15,0 0-288-15,12-7-48 0,-11 7-16 0,0-2 0 16,-1 0-544-16,0 1-96 0,-1 1-32 0,0 0 0 16,0-2-608-16,-1 2-128 0,0 0-32 0,0 0 0 0,-1 2-400 0,1-2-96 15,-1 1-16-15,-1 1 0 16,-1 0-64-16,0 0 0 0,-2 1-128 0,0 1 192 0,0 1-192 0,-3 0 176 16,1 0-176-16,-1 0 160 0,0 2-160 0,-2-1 0 15,-1 2 0-15,-2 1 0 0,-1 0 0 0,0 0 0 16,0 0 0-16,2-2-176 0,1 2 32 0,1-4 0 15,1 2 0-15,1-3 0 0,1 1 144 0,1 0 0 16,1-3 0-16,1 0 0 0,1 1 0 0,0-3 128 16,3 3-128-16,-1-3 128 0,2 2 32 0,0-2 16 15,1 0 0-15,0 0 0 0,1 0 336 0,0 0 64 16,2 0 0-16,-1 0 16 0,1 0-256 0,-3 0-48 0,0 0-16 0,0 0 0 16,0 0-64-16,0 0-16 15,0 0 0-15,0 0 0 0,0 0-192 0,37 12 144 0,-37-12-144 0,0 0 128 16,0 0 0-16,0 0 0 15,38 23 0-15,-38-23 0 0,0 0 32 0,0 0 0 0,46 24 0 0,-46-24 0 16,0 0-32-16,36 17-128 0,-36-17 192 0,0 0-64 16,36 12-128-16,-36-12 0 0,0 0 0 0,39 9 128 15,-39-9-128-15,0 0 0 0,42 12 0 0,-42-12 0 16,0 0 0-16,41 14 0 0,-41-14 0 0,0 0 0 16,42 19 0-16,-42-19 0 0,0 0 0 0,34 26-12272 15,-34-26-2496-15</inkml:trace>
  <inkml:trace contextRef="#ctx0" brushRef="#br0" timeOffset="-81344.56">8752 10626 8287 0,'4'-5'736'0,"-2"2"-592"15,0 1-144-15,-1 2 0 0,-1-1 1408 0,2 0 240 16,1-1 48-16,2-3 16 0,1 0 416 0,0 3 96 15,-2-1 16-15,0 1 0 0,-2 0-576 0,0 2-128 16,-2 2 0-16,-1-2-16 0,-1 2-400 0,-1 1-80 16,0-1-16-16,-1 0 0 0,-2 1-288 0,0 0-64 15,-2 1-16-15,-2-2 0 0,0 1-304 0,-3 0-64 16,-1 1-16-16,-2 0 0 0,0 1 64 0,-1-1 16 16,-2 2 0-16,0 1 0 15,-2 1-160-15,1 3-16 0,0-2-16 0,2 3 0 0,-1-1-160 0,2 2 0 0,1-1 0 0,2 0 0 31,2 3-1120-31,2-2-96 0</inkml:trace>
  <inkml:trace contextRef="#ctx0" brushRef="#br0" timeOffset="-81000.39">9169 10618 5519 0,'1'-2'496'0,"0"2"-496"15,-1-1 0-15,0 1 0 0,0 0 1584 0,-1 0 208 16,1-1 64-16,-1 1 0 0,0-2 896 0,0 2 176 15,-2 0 32-15,0 2 16 0,-1 0-1008 0,0 1-208 16,-1 2-32-16,-1 1-16 0,2 2-432 0,-2 1-96 0,0 3-16 0,-2 0 0 31,0 2-544-31,-2 1-112 0,0 1-32 0,-2 0 0 0,1 1-320 0,0 0-160 16,0 1 160-16,0 0-160 0,1 0 160 0,0-1-160 0,2 0 160 16,-1-1-160-16,0 0 0 0,0 1 128 0,3-2-128 0,0-3 0 31,2-1-704-31,3-5-192 0,0-2-48 0,2-2-13968 0</inkml:trace>
  <inkml:trace contextRef="#ctx0" brushRef="#br0" timeOffset="-80670.26">9243 10695 10127 0,'4'-3'448'0,"-1"-1"96"0,0 1-544 0,-1 1 0 0,-1 1 0 0,0 1 0 0,-1 0 2048 0,1-1 288 16,1 0 64-16,0-1 16 0,0 2 144 0,-2 0 48 15,-2 2 0-15,-1 0 0 0,1 4-768 0,-3 0-160 32,0 2-16-32,0-1-16 0,-1 4-688 0,0-1-144 0,-1 2-32 0,0 0 0 0,0 1-432 0,-1 1-96 15,1-1 0-15,0 1-16 0,2 0-240 0,0-2 0 16,2-1 128-16,0-2-128 0,2 0 0 0,0-2 128 16,1-7-128-16,0 0 0 0,0 0 144 0,0 0-144 15,0 0 128-15,0 0-128 0,24 33 144 16,-24-33-144-16,0 0 160 0,0 0-160 0,36-4 304 0,-36 4-48 0,23-5 0 0,-23 5 0 15,24-8-96-15,-24 8-32 0,28-6 0 0,-28 6 0 16,29-10-128-16,-29 10 0 0,28-7 0 0,-28 7 0 31,23-6 0-31,-23 6 0 0,0 0 0 0,31-9 0 16,-31 9-1152-16,0 0-96 0,0 0-32 0,23-6-15152 0</inkml:trace>
  <inkml:trace contextRef="#ctx0" brushRef="#br0" timeOffset="-80444">9413 10725 5519 0,'-1'-5'240'0,"0"3"64"0,1 0-304 0,-1 0 0 15,1 2 0-15,0 0 0 0,0 0 2240 0,0 0 384 16,-2 0 64-16,-1 2 32 0,0 0 48 0,-2 5 16 16,0 3 0-16,-2 1 0 0,1 2-592 0,-2 3-112 15,-2 1-32-15,1 0 0 0,-2 4-576 0,0-2-128 16,1 2-32-16,-2 1 0 0,-1 1-672 0,1-2-128 15,-1 1-16-15,3-4-16 0,1-1-480 0,1 0 0 16,1-4 0-16,2 0 0 16,3-3-624-16,1-4-208 0,0 2-64 0,1-8-15616 0</inkml:trace>
  <inkml:trace contextRef="#ctx0" brushRef="#br0" timeOffset="-80178.97">9568 10904 7359 0,'1'2'320'0,"0"-2"80"15,0 0-400-15,0 2 0 0,0-2 0 0,-1 0 0 0,1 0 2368 0,0 1 384 16,0 0 64-16,0 1 32 0,1 1 800 0,0 0 176 15,-1 1 16-15,-1-4 16 0,0 0-1872 0,0 0-368 16,0 0-80-16,0 0 0 0,0 0-1136 0,0 0-208 16,0 0-64-16,0 0 0 15,0 0-1008-15,0 0-208 0</inkml:trace>
  <inkml:trace contextRef="#ctx0" brushRef="#br0" timeOffset="-79784.71">9892 10616 11967 0,'-1'2'1072'0,"-1"-2"-864"15,1 1-208-15,-1 1 0 16,1-1 1968-16,-1 1 336 0,-3 2 80 0,-3 6 16 0,-2-1 480 0,-3 5 80 16,0 1 32-16,-1 0 0 15,2-2-1312-15,1 1-256 0,0 0-48 0,2-2-16 0,0-1-448 16,3 0-80-16,0-2-32 0,3 0 0 0,0-1-336 15,3-8-64-15,0 0-16 0,0 0 0 0,3 27-240 0,-3-27-144 16,0 0 160-16,0 0-160 0,0 0 0 0,0 0 128 16,32 35-128-16,-32-35 0 0,0 0 0 0,0 0 128 15,35 24-128-15,-35-24 0 0,0 0 128 0,0 0-128 16,39 30 0-16,-39-30 144 0,0 0-144 0,0 0 0 0,30 25 0 0,-30-25 0 16,0 0 0-16,0 0 0 15,0 0 0-15,0 0 0 0,20 32 0 0,-21-27 0 0,1-1 0 0,-3 1 0 16,-1 1 0-16,-1 0 0 0,0-1 128 0,-3-1-128 15,1 1 0-15,-3 0 0 0,-1-1 0 0,-3 0 0 16,-1 1 0-16,-1-2 0 0,-1 0 0 0,0-1 0 16,0-2 0-16,0 0 0 0,1-2 0 0,-1-1 0 15,2 1-128-15,0-2 128 0,2-1-160 0,-1 0 160 32,2-2-1072-32,0 0-112 0,3-3-32 0,2-1-10176 0,1 1-2048 0</inkml:trace>
  <inkml:trace contextRef="#ctx0" brushRef="#br0" timeOffset="-79611.9">9808 10669 15663 0,'0'0'1392'0,"0"0"-1120"0,0 0-272 0,0 0 0 0,24-5 2528 0,-24 5 448 16,0 0 96-16,34-7 0 0,-11 2-448 0,1 0-80 16,1-2-32-16,-3 2 0 0,-1-2-1744 0,-4 3-368 15,-17 4-64-15,31-10-16 16,-31 10-1008-16,25-7-208 0</inkml:trace>
  <inkml:trace contextRef="#ctx0" brushRef="#br0" timeOffset="-77534.9">9602 10953 2751 0,'-1'1'256'0,"-1"0"-256"0,1 0 0 0,0 1 0 15,0-2 896-15,0 0 128 0,-1 2 16 0,-2 0 16 16,0 1 512-16,-1-1 96 0,0 1 32 0,0-1 0 15,1 0-160-15,1-2-48 0,0 1 0 0,0 0 0 16,1 0-240-16,0 1-48 0,0-1-16 0,1 1 0 16,-1 0-400-16,0 0-80 0,1-2 0 0,0 2-16 15,1-2-368-15,0 1-64 0,0-1 0 0,0-1-16 16,1 1 112-16,0-2 32 0,1 0 0 0,0 0 0 0,-1-4 64 16,2 2 0-16,0-1 16 0,1 0 0 0,0-2-32 0,1 0-16 15,0 0 0-15,0 0 0 0,0 2-208 0,-1-2-32 16,0 3-16-16,0-2 0 15,0 3-32-15,-2 0-128 0,0 0 192 0,0 1-64 0,0 2-128 0,-2 0 192 16,1 0-192-16,-2 2 192 0,-1 3-192 0,-1-1 0 16,1 2 0-16,-4 0 0 0,0 3 0 0,0-1 0 15,-1 1 0-15,0-1 0 0,1-1 0 0,0 1-144 16,0-2 144-16,1-1 0 0,0-1-144 0,1 1 144 16,0-2 0-16,1-1-144 0,0 0 144 0,1-2 0 0,0 0 0 0,1 0 0 15,0-2 0-15,1 1 0 0,1-2 0 16,-1 0 0-16,2-2 0 0,0 1 0 0,1-2 0 0,-1 2 128 15,1-1-128-15,0-2 144 16,0 2-144-16,1-2 160 0,0 1-160 0,-1 0 0 0,1 2 0 0,-1-1 128 16,0 2-128-16,-1 0 0 0,1 0 0 0,0 0 128 15,-1 1-128-15,0-1 0 16,0 3 0-16,-1-2 0 0,0 2 0 0,0 0 128 16,-1 0-128-16,0 0 0 0,0 0 0 0,-2 0 0 0,1 1 0 0,-1 0 0 0,-1 1 0 15,-1-1 0-15,0 1 0 0,1 1 0 0,-1-1 0 16,0-1 0-16,2 0 128 0,-2 1-128 0,1 1 0 0,0-1 0 15,1-1 0-15,0 1 0 0,1-2 0 0,0 1 0 16,0 0 0-16,1-1 0 0,0 0 0 0,0-1 0 16,1 0 128-16,1-1-128 0,0-1 0 15,0 0 128-15,1 0-128 0,1-2 128 0,0-1-128 0,2 2 0 16,-1-4 0-16,0 4 0 0,0-1 0 0,-1-1 128 16,1 3-128-16,0-2 0 0,-2 2 0 0,-1 1 0 15,0 2 0-15,-1 0 0 0,0 0 0 0,-2 0 0 16,-1 5 0-16,-1-2 0 0,-1 3 0 0,-1-1 0 0,0 2 0 15,-1 0 0-15,0 0 0 0,-1-1 0 0,2 0 0 16,-2 1 0-16,1-2 0 0,1 0 0 0,1 0 0 0,-1-1 0 16,2-2 144-16,1 1-144 0,1-3 160 0,1 0-160 15,0 0 0-15,2-2 0 0,1 1 0 0,2-3-14464 16</inkml:trace>
  <inkml:trace contextRef="#ctx0" brushRef="#br1" timeOffset="-73900.08">10119 11084 13823 0,'-3'0'1216'0,"0"0"-960"15,2 2-256-15,0-2 0 0,0 0 656 0,-1 0 96 16,-2 1 16-16,-1 0 0 0,-4 1-192 0,0 1-16 15,0 2-16-15,-2-3 0 0,0 3-544 0,-1 0 0 16,-1 1 0-16,-1 2 0 0,0 1-320 0,-3 0-64 16,-2 3 0-16,-2 0-16 0,-1 2 80 0,-4-1 0 15,1 0 16-15,-4-1 0 0,-4 3 304 0,-4-1 0 0,-2 0 0 0,-2-2 0 16,-1 0 0-16,-1-3 0 0,1-1 0 16,-3-5 0-16,3-2 0 0,0-2 0 0,0-5 128 0,3-1-128 15,4 0 864-15,1-2 128 0,0 0 32 0,4-2 0 16,1 0 64-16,1-1 0 0,0 0 16 0,0 0 0 15,1-2-208-15,1 2-32 0,0-2-16 0,1 2 0 16,0 0-368-16,1 0-80 0,3 3-16 0,0-1 0 16,-1 3-256-16,3 0-128 0,0-2 128 0,2 2-128 15,1-1 0-15,2-1 128 0,2-3-128 0,1-3 0 0,2-1 192 0,2-3-32 16,1-1-16-16,4-2 0 0,1 1 432 0,4-5 96 16,2-3 16-16,4-2 0 0,4-3-288 0,2-1-48 15,3 0-16-15,0-1 0 0,4-1-192 0,0 0-144 16,3 2 192-16,-3 2-192 0,1 0 0 0,3-1 0 15,4-4 0-15,2 3 0 0,1 2 0 0,0 4 0 16,2 2 0-16,-3 2 0 0,2 0 0 0,-2 2 0 16,0 5 0-16,1 3 0 0,1 2 0 0,2 3 0 15,3 0 0-15,1 4 0 0,2 2 448 0,-1 2-32 16,-2 0 0-16,-2 2 0 0,-37 0-240 0,68 1-48 16,-30 2-128-16,0 3 192 0,-1 0-192 0,-37-6 0 15,69 23 0-15,-69-23 0 0,59 37 0 0,-59-37 0 0,48 50 0 0,-48-50 0 16,37 59 0-16,-22-26 144 0,-2 1-16 0,-2 1 0 15,-2 1-128-15,1 3 192 0,-2 2-192 0,-2 0 192 16,0-1-192-16,-4-2 0 0,-1-2 144 0,-3-1-144 16,-3 0 0-16,-3-1 0 0,-3-2 0 0,-5 3 0 15,-6 2 0-15,-7-2-288 0,-3-2 48 0,-5-2 16 32,-3-1-384-32,-3-4-80 0,-1-5-16 0,-2 0-9264 0,-3 0-1856 0</inkml:trace>
  <inkml:trace contextRef="#ctx0" brushRef="#br0" timeOffset="-70907.84">10375 10676 13871 0,'0'-5'304'0,"0"0"64"0,0 0 16 0,0 1 0 0,0 3-384 0,0-1 0 15,1 1 0-15,0-2 0 0,1-5 2064 0,0 1 336 16,0-1 64-16,2 2 16 0,-1 0-208 0,1 3-32 16,-1 0-16-16,2 1 0 0,-5 2-560 0,0 0-128 0,0 0 0 0,0 0-16 15,0 0-496-15,34 32-112 16,-34-32-16-16,14 32 0 0,-14-32-448 0,12 45-80 0,-12-45-32 0,8 51 0 15,-8-25-208-15,0-1-128 16,-1 1 128-16,-4 0-128 0,-1-2 128 0,-1 0-128 0,-2-3 128 0,-1 2-128 16,-1-3 0-16,-1-2 128 0,-1 0-128 0,-2-2 0 15,1 0 0-15,-1-1 0 0,-1 1-160 0,0-4-12032 16,1-2-2400-16</inkml:trace>
  <inkml:trace contextRef="#ctx0" brushRef="#br0" timeOffset="-69039.31">10703 10860 12895 0,'-3'0'1152'0,"-1"0"-928"16,2 3-224-16,1-3 0 0,1 0 1200 0,-2 0 192 15,-1 2 32-15,-3-2 16 0,0 3 528 0,1-3 96 16,2 0 32-16,3 0 0 0,2-3 16 0,3 1 16 16,1 0 0-16,-6 2 0 0,0 0-864 0,26-5-176 15,-26 5-48-15,0 0 0 0,35-7-464 0,-35 7-112 16,0 0-16-16,37-4 0 0,-37 4-208 0,0 0-48 15,39-3-16-15,-39 3 0 0,0 0-176 0,37-3 0 16,-37 3 0-16,0 0 0 0,34-4-256 0,-34 4-16 16,0 0-16-16,0 0 0 15,29-3-1184-15,-29 3-256 0,0 0-32 0,0 0-8480 0,0 0-1712 0</inkml:trace>
  <inkml:trace contextRef="#ctx0" brushRef="#br0" timeOffset="-68865.61">10758 10958 6447 0,'-6'4'272'0,"2"-3"80"0,1 1-352 0,0 0 0 0,2-2 0 0,0 0 0 16,1 0 1920-16,-1 1 320 0,-1 1 64 0,0-2 16 16,1 2 240-16,1-2 32 0,1 0 16 0,1 1 0 15,0 0-880-15,-2-1-160 0,0 0-32 0,0 0-16 16,0 0-496-16,0 0-80 0,0 0-32 0,41 8 0 16,-41-8-384-16,0 0-80 0,0 0 0 0,35 0-16 15,-35 0-432-15,0 0 128 0,32-8-128 0,-32 8 0 16,23-7-160-16,-23 7-112 0,25-12-32 0,-12 5-14784 15</inkml:trace>
  <inkml:trace contextRef="#ctx0" brushRef="#br0" timeOffset="-68476.21">11402 10680 12895 0,'1'-7'576'0,"0"2"112"0,1 2-560 0,-1 0-128 0,0 1 0 0,-1 1 0 15,0 1 2080-15,1-3 384 0,0 1 80 0,0-2 16 16,0 2-176-16,-1 1-16 0,-1 1-16 0,0 0 0 15,1 0-704-15,0 0-144 16,0 0-32-16,-2 22 0 0,2-22-656 0,0 0-144 0,1 37-32 0,-1-37 0 16,2 34-288-16,-2-34-64 15,3 42-16-15,-2-18 0 0,0 2-144 0,-1 0-128 0,1 2 192 0,0 1-192 16,1 2 192-16,-1-1-64 0,0 2 0 0,1-4-128 0,0 0 128 0,-2-28-128 16,5 39 0-16,-5-39 0 15,0 0-512-15,0 0-176 0,17 35-16 0,-17-35-16 16,0 0-1328-16,0 0-256 0,0 0-48 0,14-12-11888 0</inkml:trace>
  <inkml:trace contextRef="#ctx0" brushRef="#br0" timeOffset="-68175.92">11333 10697 5519 0,'0'-5'496'0,"0"1"-496"0,1 1 0 0,0 1 0 16,0 2 1344-16,0-2 160 0,1-1 32 0,0-4 16 15,4 0 784-15,-1-1 160 0,3 2 16 0,-1-2 16 16,-7 8-160-16,20-9-48 0,-20 9 0 0,24-9 0 16,-24 9-688-16,30-10-144 0,-30 10-16 0,33-9-16 15,-33 9-640-15,33-3-128 0,-33 3-32 0,35 2 0 16,-35-2-336-16,0 0-64 16,44 18 0-16,-44-18-16 0,0 0-240 0,31 35 0 15,-31-35 0-15,0 0 0 0,16 42 0 0,-16-42 0 0,-1 27 0 0,-4-13 0 0,-2-2 0 0,-1-1 0 16,-2 1 0-16,0-2 0 0,-2 1-256 0,-3-1-32 15,-3 0-16-15,-1-1 0 0,-2 1-16 0,-1-1-16 16,0-2 0-16,1-2 0 16,3-3-704-16,1-2-144 0,3 0-32 0,1-2-12976 15</inkml:trace>
  <inkml:trace contextRef="#ctx0" brushRef="#br0" timeOffset="-67243.94">12022 10315 11055 0,'1'-2'976'0,"0"0"-784"15,0 1-192-15,-1 1 0 0,0 0 1360 0,0 0 240 16,1-2 32-16,0 0 16 0,0-1 176 0,0-2 32 16,-1 3 16-16,0 0 0 0,0 0-320 0,-1 0-64 15,0 1-16-15,-1 1 0 0,0-2-288 0,-2 2-64 16,1 2-16-16,-1-2 0 0,-1 3-272 0,0-1-64 0,-1 2-16 0,0-1 0 16,0 2-224-16,0 0-32 0,-1 2-16 0,1 0 0 15,0 1-176-15,0 1-48 16,-1 3 0-16,0 4 0 0,0 0-112 0,0 6-16 15,-2 0-128-15,3 3 192 0,-1 1-192 0,1 3 0 0,-1 6 0 0,2 1 0 16,-3 4 0-16,2 0 128 0,-1 3-128 0,1-2 0 16,-2 1 0-16,3 1 0 0,-1-1 128 0,2 1-128 15,2-2 0-15,1-3 128 0,1-1-128 0,2-4 0 16,2-1 144-16,0-3-144 0,-4-29 128 0,11 49-128 16,-11-49 0-16,14 36 0 0,-14-36 0 0,0 0 0 15,25 42-320-15,-25-42-112 16,0 0-16-16,34 28 0 0,-34-28-1808 0,0 0-368 0</inkml:trace>
  <inkml:trace contextRef="#ctx0" brushRef="#br0" timeOffset="-66579.5">12310 10328 11055 0,'-3'-3'976'0,"0"0"-784"0,2 2-192 0,0 0 0 16,1 1 1328-16,-1-2 208 0,-2-1 64 0,0-4 0 16,-2 2 416-16,1 0 96 15,1 1 0-15,1 2 16 0,0-1-144 0,1 3-16 0,0 1-16 0,2 3 0 16,-1-4-416-16,0 0-64 0,0 0-32 0,8 33 0 0,-8-33-592 16,0 0-112-16,14 43-32 0,-14-43 0 0,0 0-448 0,20 42-80 31,-20-42-32-31,0 0 0 0,25 39-144 0,-25-39 0 15,0 0 0-15,26 35 0 0,-26-35 0 0,0 0 0 0,0 0-144 0,31 31 144 16,-31-31-1728-16,0 0-256 0</inkml:trace>
  <inkml:trace contextRef="#ctx0" brushRef="#br0" timeOffset="-66173.08">12535 10367 9215 0,'1'-2'400'0,"-1"-1"96"0,1 1-496 0,-1 2 0 0,0 0 0 0,-1 0 0 15,0 0 1776-15,0 0 256 16,-1 2 48-16,-2-2 16 0,0 3 144 0,-3 0 16 0,1 0 16 0,-2 0 0 16,0 0-320-16,-2 0-64 0,1 1-16 0,-3-1 0 15,2 1-752-15,-2-1-160 0,1 0-16 0,1-2-16 16,1 1-624-16,-1-1-128 0,2 1-32 0,-2 0 0 16,1 1-144-16,2-1 0 0,0 1 0 0,1-1 0 15,1 3 0-15,0-3-144 0,1 2 144 0,-1-1 0 16,3-1-144-16,-1 1 144 0,2-1 0 0,-1 0-144 0,2 1 144 0,-1-1 0 15,0-2 0-15,1 1-128 0,1 1 128 0,0-2 0 32,1 0 0-32,0 0 0 0,0 0 256 0,0 0 64 0,0 0 32 0,1-2 0 0,1 2 160 0,-1-1 16 15,-2 1 16-15,2 1 0 0,-1-1-192 0,1 2-32 16,-1 0-16-16,0 0 0 0,-2-2-48 0,0 0-16 31,0 0 0-31,0 0 0 0,0 0-112 0,9 38 0 0,-9-38-128 0,0 0 192 0,4 38-192 0,-4-38 0 16,2 32 128-16,-2-32-128 0,1 34 0 0,-1-34 0 0,2 36 0 0,-2-36 0 15,-1 32 0-15,1-32 0 0,0 30 0 0,0-30 0 16,-2 24-128-16,2-24-80 0,-2 19-16 0,2-19 0 31,0 0-1520-31,0 0-304 0,-3 21-64 0,3-21-13488 0</inkml:trace>
  <inkml:trace contextRef="#ctx0" brushRef="#br0" timeOffset="-65886.3">12600 10490 5519 0,'0'0'496'0,"0"-2"-496"16,0 2 0-16,0 0 0 0,0 0 2288 0,0 0 352 15,1 0 80-15,-1 0 16 0,1 2 784 0,1-2 144 16,-2 0 48-16,0 0 0 0,0 0-1456 0,0 0-272 16,0 0-64-16,33 6-16 0,-33-6-816 0,0 0-144 15,34-2-48-15,-34 2 0 0,31-4-448 0,-31 4-112 16,30-4-16-16,-30 4 0 0,32-5-192 0,-32 5-128 16,27-2 128-16,-27 2-128 0,0 0 0 0,29-3 0 15,-29 3-160-15,0 0-11712 16,0 0-2336-16</inkml:trace>
  <inkml:trace contextRef="#ctx0" brushRef="#br0" timeOffset="-65319.89">12980 10434 1839 0,'-3'2'160'0,"1"0"-160"15,0-1 0-15,0 1 0 0,1-2 1776 0,1 0 320 16,0 0 64-16,-1 2 16 0,0-2 528 0,0 3 112 15,0-3 32-15,1 0 0 0,1 0-368 0,2-2-80 16,1 1-16-16,-4 1 0 0,0 0-880 0,16-7-176 16,-16 7-48-16,14-5 0 0,-14 5-256 0,18-5-48 15,-18 5-16-15,0 0 0 0,28-4-256 0,-28 4-48 16,0 0-16-16,29-2 0 0,-29 2-336 0,0 0-80 0,0 0-16 0,34 3 0 16,-34-3-208-16,0 0 0 0,0 0 0 0,0 0 0 15,0 0 0-15,0 0 0 0,31 25 0 0,-32-22 0 16,-1 4 0-16,-1-3 0 0,-1 3 0 0,-1-2 0 31,-1 3-576-31,-2 0-16 0,1 1 0 0,-2 0 0 0,-1 2-128 0,-1-2-32 0,0 1 0 0,0 2 0 16,0-2 240-16,1 1 64 0,1-1 0 0,-1-1 0 0,4 1 448 15,-1-3 0-15,3 1 0 0,1-2 0 0,3-6 432 0,0 0-32 16,0 0 0-16,0 0 0 0,0 0 96 16,0 0 16-16,0 0 0 0,0 0 0 0,0 0-48 0,41 14 0 15,-41-14 0-15,22-7 0 0,-22 7-224 0,23-7-48 16,-23 7-16-16,24-7 0 15,-24 7-176-15,23-5 0 0,-23 5 0 0,24-7 0 0,-24 7 0 0,21-7 0 16,-21 7 0-16,20-6 0 16,-20 6-880-16,22-8-208 0,-22 8-32 15,21-10-15008-15</inkml:trace>
  <inkml:trace contextRef="#ctx0" brushRef="#br0" timeOffset="-64957.42">13393 10362 3679 0,'0'-2'320'0,"0"1"-320"0,0 0 0 0,0 1 0 16,0 0 2432-16,0 0 432 0,0 0 80 0,0 0 0 15,0 0-32-15,0 0-16 0,0 0 0 0,0 0 0 16,-7 16-976-16,5-11-192 0,2-5-32 0,-9 15-16 16,5-6-624-16,-2 0-128 0,-1 3-32 0,1 0 0 15,-1 2-512-15,0 0-128 0,1-1 0 0,0 3-16 16,0-2-112-16,1 1 0 15,5-15-128-15,-7 28 192 0,7-28 128 0,-2 22 0 0,2-22 16 0,0 0 0 16,3 30-48-16,-3-30-16 0,0 0 0 0,0 0 0 16,0 0-80-16,30 25-32 15,-30-25 0-15,0 0 0 0,31 1 192 0,-31-1 32 0,25-4 16 0,-25 4 0 0,27-8-208 0,-27 8-64 16,27-6 0-16,-27 6 0 0,26-6-128 0,-26 6 0 16,26-9 0-16,-26 9 0 0,23-7 0 0,-12 0-272 15,-11 7 64-15,17-10 16 16,-17 10-880-16,15-9-160 15,-9 1-48-15,-2 4-9584 0,0-1-1920 0</inkml:trace>
  <inkml:trace contextRef="#ctx0" brushRef="#br0" timeOffset="-64831.79">13541 10426 2751 0,'-3'-4'256'0,"2"2"-256"0,0 2 0 0,1 0 0 16,0 0 2144-16,-1 2 384 0,-1-2 80 0,-2 1 16 16,-1 0 592-16,-2 5 128 0,1 2 32 0,-1 2 0 15,0 4-944-15,-2 3-192 0,2 2-48 0,-1 2 0 16,-2 0-1168-16,1 3-224 15,2 1-48-15,-1-2-16 0,3-2-480 0,-1-4-80 0,6-17-32 0,-6 30-10576 16,6-30-2112-16</inkml:trace>
  <inkml:trace contextRef="#ctx0" brushRef="#br0" timeOffset="-64280.9">12245 10889 2751 0,'-12'0'128'0,"3"-2"16"15,3 2-144-15,-1 0 0 0,4 0 0 0,0 0 0 0,-2 2 336 0,-2-2 48 0,-4 2 0 0,-4-1 0 16,-2 2 16-16,0 0 16 0,3 0 0 0,2 2 0 16,1-2 640-16,4 0 128 0,0 0 32 0,2 0 0 15,2-1 128-15,2 0 48 0,1 0 0 0,1-2 0 16,-1 0 80-16,0 0 0 15,0 0 16-15,0 0 0 0,37-3-16 0,-37 3-16 0,29-5 0 0,-29 5 0 16,35-6-208-16,-35 6-32 0,46-9-16 0,-16 3 0 16,1 0 80-16,4 0 32 0,6 0 0 0,3-1 0 0,5 2-288 0,2 0-64 15,-2 2-16-15,1-2 0 0,-1-1-400 0,6 2-80 16,7 1-16-16,1-1 0 0,0 3-224 0,-2-1-48 16,-1-2-16-16,1 1 0 0,2 0-160 0,-1 1 0 15,1 1 144-15,-4-2-144 0,-3-2 0 0,-5 0 144 16,-5 3-144-16,5-1 0 15,3-1 160-15,-3 1-160 0,-4 1 128 0,-5-3-128 0,-2 0 0 0,-3 3 128 16,-2 0-128-16,-1-1 0 0,-4 1 0 0,0 2 0 16,-1 0 0-16,-29 0 0 0,47 2 0 0,-47-2 0 15,35 3 0-15,-35-3 0 0,0 0-256 0,0 0-96 16,0 0-16-16,0 0-17440 0</inkml:trace>
  <inkml:trace contextRef="#ctx0" brushRef="#br0" timeOffset="-63710.95">12665 11044 1839 0,'-6'-1'160'0,"2"-1"-160"0,0 1 0 0,1 0 0 16,1 1 1152-16,1 0 192 0,-1 0 32 0,0-1 16 15,-3 1-384-15,-1 0-80 0,1 1-16 0,0 0 0 16,2 2 160-16,0-2 16 0,1 3 16 0,1-3 0 15,1-1 368-15,0 0 80 0,0 0 16 0,0 0 0 16,0 0-432-16,0 0-96 0,0 0-16 0,0 0 0 0,0 0-16 0,0 0-16 16,41 15 0-16,-41-15 0 0,0 0 432 0,45-4 96 15,-45 4 16-15,46-5 0 0,-18 2-224 16,2 0-32-16,3-2-16 0,2 1 0 0,-1 0-528 0,0-1-96 16,-1 0-32-16,0 1 0 0,3-1-448 0,-3 0-160 15,-3 1 0-15,0-3 144 0,1 3-144 0,-3 0 0 16,-28 4 0-16,49-7 0 0,-49 7 0 0,38-4 0 15,-38 4 0-15,0 0 0 0,29-3-288 0,-29 3 64 16,0 0 16-16,0 0 0 16,0 0-1760-16,-2 3-336 0</inkml:trace>
  <inkml:trace contextRef="#ctx0" brushRef="#br0" timeOffset="-63137.99">12617 11078 3903 0,'-1'-2'176'0,"-2"1"32"0,1 0-208 0,0 1 0 0,1 0 0 0,0 0 0 15,-1 0 864-15,1 0 128 0,-3 1 32 0,-2 0 0 0,2 1 608 0,-1-1 128 16,0 1 32-16,2 1 0 15,1-1-192-15,0-2-48 0,0 1 0 0,0 0 0 0,1-1 128 0,-1 0 32 16,2 0 0-16,0 0 0 0,-1 2-48 0,0-2 0 16,1 0 0-16,0 0 0 0,-2 0-352 0,2 0-80 15,0 0-16-15,0 0 0 0,0 0-512 0,0 0-128 16,0 0 0-16,0 0-16 0,-4 15-208 0,4-15-32 16,0 0-16-16,0 0 0 0,-1 21-64 0,1-21-16 15,0 0 0-15,1 28 0 0,-1-28-224 0,1 23 144 16,-1-23-144-16,1 25 128 0,-1-25-128 15,1 29 0-15,-1-29 0 0,1 31 0 0,-1-31 0 0,-2 37 0 0,1-18 0 0,0 0 0 16,-1 0 0-16,2-19 0 0,-4 33 0 0,4-33 0 16,-5 24 0-16,5-24 0 0,-4 19 0 0,4-19 0 15,-4 10 0-15,2-8 0 0,-1-2 0 0,1 0 0 16,1-2 0-16,-1-3 0 16,1 0 0-16,-1-2 0 0,1 0 0 0,-2-4 0 0,0 0 0 0,0 0 0 15,0-1 0-15,-2 2 0 0,1 1 0 0,0-3 0 16,-2 0 0-16,1 2 0 0,-2 1-128 0,1 2 128 15,0-2-256-15,0 4 0 0,-2-3 16 0,1 4 0 16,0 2 32-16,0-1 0 0,-1 3 0 0,0 3 0 0,1 1-112 16,-2 1 0-16,1 4-16 0,-1 1 0 15,0-1-240 1,0 3-64-16,2 0 0 0,-1 2 0 0,2-2 288 0,-1 0 48 0,3-2 16 0,0-1 0 16,1 1-688-16,3-10-144 0,0 0-32 0,0 0-12768 15</inkml:trace>
  <inkml:trace contextRef="#ctx0" brushRef="#br0" timeOffset="-62561.97">12767 11202 12895 0,'0'0'1152'0,"0"0"-928"0,-1 1-224 0,1-1 0 32,0 0 1152-32,0 0 176 0,0 0 32 0,-3 11 16 0,3-11 288 0,-4 14 48 0,2-4 16 0,-1 0 0 31,3-10-368-31,-5 25-64 0,2-13-16 0,1 2 0 15,-1-2-176-15,0 2-32 0,-1-2-16 0,2 0 0 0,-1 0-352 0,0-1-64 0,3-11 0 0,-4 20-16 16,4-20-768-16,-3 12-160 16,3-12-16-16,0 0-16 15,0 0-1776-15,0 0-336 0</inkml:trace>
  <inkml:trace contextRef="#ctx0" brushRef="#br0" timeOffset="-62151.14">12889 11240 9215 0,'0'0'400'0,"0"0"96"0,0 0-496 0,0 0 0 15,0 0 0-15,0 0 0 0,0 0 2464 0,0 0 400 16,0 0 80-16,25-7 0 0,-25 7 0 0,0 0-16 16,25-10 0-16,-25 10 0 0,0 0-1072 0,27-11-192 15,-27 11-64-15,0 0 0 0,31-8-688 16,-31 8-144-16,0 0-16 0,32-4-16 15,-32 4-416-15,0 0-64 0,0 0-32 0,37 9 0 0,-37-9-224 0,0 0 0 0,0 0 128 0,0 0-128 32,0 0 0-32,32 26 0 0,-32-26 0 0,0 0 0 15,0 0 0-15,-4 21 0 0,0-16 0 0,-2 0 0 16,0 0-208-16,-2 2 16 0,0-3 0 0,-2 1 0 16,0 0-48-16,-1 2 0 0,1-2 0 0,-1-1 0 15,0 1-64-15,-1 0-16 0,2 0 0 0,0 0 0 0,1-1 320 0,0-1 0 16,2 2 0-16,1-1 0 0,1-1 192 0,1 1 80 15,4-4 32-15,0 0 0 0,0 0 112 0,0 0 32 16,0 0 0-16,0 0 0 0,0 0-112 0,0 0-16 16,34 0 0-16,-34 0 0 0,26-7-112 0,-26 7-16 15,33-9-16-15,-33 9 0 0,34-5-176 0,-34 5 0 16,36-7 0-16,-36 7 128 0,38-5-128 0,-38 5 0 16,33-2 0-16,-33 2-18448 0</inkml:trace>
  <inkml:trace contextRef="#ctx0" brushRef="#br0" timeOffset="-60860.75">14515 10750 8287 0,'2'-1'736'0,"-1"-1"-592"16,0 1-144-16,-1 1 0 0,1 0 1584 0,-1-1 272 16,1 0 64-16,1-1 16 15,1 0 496-15,0-1 112 0,0 1 16 0,-2-1 0 0,1 3-400 0,-1-2-80 16,-1 2-16-16,0 0 0 16,0 2-768-16,-1-2-144 0,0 3-48 0,0-1 0 0,0 1-464 0,-2-1-80 15,0 1-32-15,0 1 0 0,-1 1-288 0,-1-1-64 16,-1 1-16-16,-1 0 0 0,0 0-160 0,-2 2 0 15,1-2 0-15,-2 2 0 16,0-2 0-16,-1 2-144 0,0-2 144 0,-1 2-208 16,-1-1 208-16,0-1 0 0,1 0 0 0,-1 2-144 0,0 0 144 0,0-1 0 0,1 0 0 0,-1 1 0 15,1 0 0-15,-1 3 0 0,-1-3 0 0,1 2 0 16,2-1 0-16,2-2 0 0,0 0 0 0,1-2 0 16,3 1 0-16,1-2 0 0,1-1 0 0,1 0 0 15,2-2 0-15,0 2 128 0,2-2-128 0,-2 0 128 16,0 0 288-16,0 0 64 0,0 0 16 0,0 0 0 15,0 0-176-15,0 0-16 0,34 8-16 0,-34-8 0 16,0 0-288-16,0 0 160 16,0 0-160-16,28 30 128 0,-28-30-128 0,0 0 0 0,0 0 144 0,26 38-144 0,-26-38 0 15,0 0 0-15,0 0 0 0,33 36 0 0,-33-36 0 0,0 0 0 16,0 0 0-16,35 24 0 0,-35-24 0 0,0 0 0 16,0 0 0-16,40 10 0 0,-40-10-128 0,0 0-64 15,28-1 0-15,-28 1 0 16,0 0-1520-16,26-7-304 0</inkml:trace>
  <inkml:trace contextRef="#ctx0" brushRef="#br0" timeOffset="-60436.4">15023 10465 8287 0,'2'-3'736'0,"-1"1"-592"16,0 2-144-16,-1-2 0 0,1 2 1264 0,0 0 208 15,0-3 64-15,1-1 0 0,0 1 784 0,0-1 176 16,0 1 16-16,-1 3 16 0,0 0-240 0,-2 2-48 16,1 1-16-16,-2 1 0 15,2-4-512-15,0 0-112 0,-5 26 0 0,5-26-16 0,-8 24-816 0,8-24-176 16,-9 33-16-16,4-16-16 0,5-17-192 0,-10 33-48 16,3-15 0-16,1-1 0 0,0-2-80 0,0 2-32 15,-1-1 0-15,-1 0 0 0,1 1-208 0,1-2 0 16,0-1 128-16,0-2-128 0,6-12 0 0,-8 23 0 15,8-23 0-15,-7 19 0 32,7-19-976-32,0 0-192 0,0 0-48 0,0 0-15616 0</inkml:trace>
  <inkml:trace contextRef="#ctx0" brushRef="#br0" timeOffset="-60106.23">15179 10479 10127 0,'1'-2'896'0,"-1"1"-704"0,1 1-192 0,-1 0 0 16,0 0 1504-16,0 0 272 0,0 0 48 0,-1 0 16 16,1 0 1232-16,0 0 240 0,-5 8 48 0,2-6 16 15,1 2-1392-15,2-4-288 0,-8 9-48 0,5-3-16 16,3-6-784-16,-10 17-144 0,5-8-48 0,-1 0 0 31,6-9-288-31,-12 23-64 0,12-23-16 0,-12 25 0 0,12-25-128 0,-12 26-32 16,12-26 0-16,-11 24 0 0,11-24-128 0,-9 24 0 15,9-24 0-15,-7 20 128 0,7-20-128 0,0 0 0 16,0 0 0-16,-2 29 0 0,2-29 0 16,0 0 0-16,0 0 128 0,0 0-128 0,0 0 176 0,33 10 0 15,-33-10 0-15,26-4 0 0,-26 4 144 0,31-8 48 16,-31 8 0-16,32-7 0 0,-32 7-368 0,31-10 128 16,-31 10-128-16,33-7 0 0,-33 7 0 0,28-7 0 15,-28 7 0-15,21-4 128 0,-21 4-128 0,0 0 0 0,0 0 0 0,0 0 0 31,0 0-880-31,0 0-144 0,0 0-16 0,0 0-10464 16,0 0-2080-16</inkml:trace>
  <inkml:trace contextRef="#ctx0" brushRef="#br0" timeOffset="-59886.26">15242 10498 11055 0,'-2'0'480'0,"0"0"112"0,1 0-464 0,0 0-128 0,1 1 0 0,0 0 0 15,-1 1 2208-15,-1 1 416 0,2-3 96 0,-6 10 16 16,6-10-64-16,-8 23-16 0,8-23 0 0,-12 33 0 16,5-14-1040-16,0 0-208 0,-1 2-32 0,1 1-16 15,0-1-400-15,-1 0-64 0,0 1-32 0,0-3 0 0,1-2-576 16,-1-1-112-16,0 1-32 0,2-3 0 0,6-14-144 0,-10 23 0 16,10-23 0-16,0 0 0 15,-7 24-816-15,7-24-80 0,0 0-32 0,0 0-15424 16</inkml:trace>
  <inkml:trace contextRef="#ctx0" brushRef="#br0" timeOffset="-59697.03">15327 10755 11055 0,'0'0'976'0,"0"0"-784"0,0 0-192 0,0 0 0 15,0 0 2240-15,0 0 416 0,0 0 80 0,0 0 16 16,0 0 576-16,0 0 112 0,37 20 16 0,-37-20 16 15,0 0-1984-15,0 0-400 0,0 0-64 0,0 0-32 16,0 0-992-16,0 0 0 0,35 17 0 0,-35-17-10944 16,0 0-2128-16</inkml:trace>
  <inkml:trace contextRef="#ctx0" brushRef="#br0" timeOffset="-59288.15">15634 10503 7359 0,'0'0'656'0,"0"0"-528"16,0 0-128-16,0 0 0 0,0 0 2112 0,0 0 400 15,0 0 80-15,-9 14 16 0,9-14 720 0,-11 14 160 16,4-5 32-16,0 1 0 0,0-3-1600 0,0 2-304 16,1-1-64-16,-1-1-16 0,7-7-544 0,-9 14-112 15,9-14-32-15,0 0 0 0,-9 17-352 0,9-17-80 16,0 0-16-16,0 0 0 0,-5 27-272 0,5-27-128 15,0 0 0-15,0 0 128 0,0 0-128 0,6 37 0 16,-6-37 0-16,0 0 0 0,0 0 192 0,0 0-32 16,22 30-16-16,-22-30 0 0,0 0 0 0,0 0 0 15,0 0 0-15,32 22 0 0,-32-22-144 0,0 0 0 0,0 0 144 0,32 14-144 16,-32-14 0-16,0 0 0 0,0 0 0 0,0 0 0 16,34 14 0-16,-34-14 0 0,0 0 0 0,0 0 0 15,0 0 0-15,0 0 0 0,0 0 0 0,0 0 128 16,0 0-128-16,0 0 0 0,0 0 0 0,-9 28 0 15,1-22 0-15,0-2 0 0,0-1 0 0,-2 1 0 16,0 1 0-16,-1-3 0 0,0 3 0 0,-1-2 0 16,0-1 0-16,0 0 0 0,0-2 0 0,0 0 0 15,1-1-336-15,-2-2-48 0,2 0 0 0,1-1 0 16,0 1-1744 0,2-4-368-16</inkml:trace>
  <inkml:trace contextRef="#ctx0" brushRef="#br0" timeOffset="-59099.6">15581 10534 14735 0,'0'0'1312'0,"0"0"-1056"15,0 0-256-15,0 0 0 0,0 0 2432 0,0 0 416 16,0 0 96-16,0 0 0 0,30 0-160 0,-30 0-32 16,25-3-16-16,-25 3 0 0,28-5-1392 0,-28 5-288 15,28-4-48-15,-28 4-16 0,30-5-608 0,-30 5-112 16,27-5-16-16,-27 5-16 0,26-2-240 0,-26 2-288 15,24-3 64-15,-24 3-17216 0</inkml:trace>
  <inkml:trace contextRef="#ctx0" brushRef="#br0" timeOffset="-58704.42">15861 10666 13823 0,'-1'-1'1216'0,"1"1"-960"0,0 0-256 0,0 0 0 0,0 0 1664 0,0 0 304 0,-3 1 48 0,3-1 16 15,-4 2 304-15,4-2 64 0,-3 1 16 0,3-1 0 16,0 0-1008-16,0 0-208 0,0 0-48 0,0 0 0 16,0 0-288-16,0 0-64 0,0 0-16 0,33 2 0 15,-33-2-288-15,23-5-64 16,-23 5-16-16,28-5 0 0,-28 5-416 0,28-4 0 15,-28 4 128-15,28-3-128 0,-28 3 0 0,28-2-144 0,-28 2 144 0,24-5-208 32,-24 5-704-32,0 0-144 0,26-2-32 0,-26 2-14688 0</inkml:trace>
  <inkml:trace contextRef="#ctx0" brushRef="#br0" timeOffset="-58105.39">16234 10496 14735 0,'0'0'1312'0,"0"0"-1056"0,0 0-256 0,-1 0 0 0,1 0 1664 0,-1 0 256 16,0 2 64-16,0-2 16 16,-1 2 352-16,-1 1 64 0,3-3 16 0,0 0 0 0,-7 17-640 0,7-17-128 15,0 0-32-15,-7 26 0 0,7-26-672 0,0 0-144 16,-4 28-32-16,4-28 0 16,0 0-272-16,0 0-64 0,1 33-16 0,-1-33 0 0,0 0-192 0,0 0-48 31,0 0 0-31,0 0 0 0,0 0-48 0,0 0-16 0,0 0 0 0,0 0 0 0,0 0 0 0,31 17-128 31,-31-17 192-31,0 0-64 0,7-6-128 0,-7 6 0 0,2-4 144 0,0 0-144 0,-1 3 0 0,0-3 0 31,-1 3 0-31,0-1 128 0,0 0-128 0,-1 0 0 0,1 1 0 0,-2 1 0 16,0-2 0-16,0 2 0 16,-2 0 0-16,0 0 0 0,0 2 0 0,-2-2 0 0,1 3-176 0,1-3 176 15,-1 1-400-15,0 0 16 16,1 1 0-16,-1-2 0 15,1 1-304-15,1 1-48 0,-1-2-16 0,0 0 0 16,2 0-1168-16,-1 0-256 0</inkml:trace>
  <inkml:trace contextRef="#ctx0" brushRef="#br0" timeOffset="-57241.21">16086 10493 9215 0,'-1'0'816'0,"0"-2"-656"16,1 1-160-16,0 1 0 0,0 0 1184 0,-1-2 208 15,1 2 32-15,-1-2 16 0,0 0 704 0,-1-1 144 16,2-1 16-16,0 1 16 0,0 2-336 0,1 0-80 15,0-2-16-15,1 1 0 0,1 0-592 0,1 1-112 16,0-1-32-16,2 1 0 0,0 0-176 0,1-1-32 16,-1-1-16-16,-6 3 0 0,17-4-96 0,-17 4 0 15,17-3-16-15,-17 3 0 0,0 0-352 0,29 0-64 16,-29 0-16-16,0 0 0 0,31 10-160 0,-31-10-32 16,0 0-16-16,0 0 0 0,33 21-176 0,-33-21 192 15,0 0-192-15,0 0 192 0,20 35-192 0,-20-35 0 0,0 0 0 0,3 34 128 16,-3-34-128-16,0 0 0 0,-6 35 0 0,6-35 0 15,-8 22 0-15,8-22 0 0,-10 21 0 0,10-21 0 16,-12 19 0-16,6-12 0 0,-1 1 0 0,0-2 0 16,0 2 0-16,-2-2 0 0,2 0 0 0,-1-1 0 15,-1 1 0-15,1-1 0 0,1-1 0 0,-1 1 0 16,1 0 0-16,-1-3 0 0,2 3 0 0,0-2 0 16,2 0 0-16,4-3 0 0,-6 6 0 0,6-6 0 15,-3 2 0-15,3-2 0 0,0 0 0 0,0 0 0 16,0 0 0-16,0 0 0 0,0 0 0 0,15-7 0 0,-15 7 0 15,12-5 0-15,-12 5 0 0,0 0 0 0,19-7 0 0,-19 7 0 16,0 0 0-16,26-4 0 0,-26 4 0 0,23-3 0 16,-23 3 0-16,0 0 0 0,40 0 0 0,-40 0 0 15,28 1 144-15,-28-1-144 0,29 2 192 0,-29-2-48 16,0 0 0-16,38 2 0 0,-38-2-144 0,0 0 128 16,30-2-128-16,-30 2 128 0,0 0-128 0,0 0 0 15,28-3 0-15,-28 3 0 0,0 0 0 16,0 0 0-16,0 0-192 0,0 0-12624 15,2-5-2528-15</inkml:trace>
  <inkml:trace contextRef="#ctx0" brushRef="#br0" timeOffset="-56845.5">16565 10494 12895 0,'-1'0'576'0,"0"0"112"0,1 0-560 0,-1 0-128 0,1 0 0 0,0-1 0 15,0 1 2128-15,0 0 400 0,0 0 80 0,0-2 16 16,0 2-528-16,0-1-112 16,-1 1 0-16,1 0-16 0,0 0-448 0,-3 4-96 0,3-4-16 0,0 0 0 15,-7 11-384-15,7-11-96 0,-9 12-16 0,9-12 0 16,-10 16-336-16,10-16-80 0,-12 19-16 0,6-9 0 0,6-10-256 15,-12 22-48-15,12-22-16 0,-9 21 0 0,9-21-160 0,0 0 128 16,-6 30-128-16,6-30 128 0,0 0-128 0,0 0 160 16,0 0-160-16,9 34 160 0,-9-34-160 0,0 0 128 15,0 0-128-15,0 0 128 0,31 12-128 16,-31-12 0-16,0 0 144 0,31-1-144 0,-31 1 0 0,23-2 0 0,-23 2 0 0,25-7 128 16,-25 7-128-16,24-7 0 0,-24 7 0 0,21-8-128 15,-21 8-48-15,17-9 0 0,-17 9 0 0,15-8 0 31,-15 8-640-31,11-6-128 0,-11 6-16 0,9-7-16 0,-9 7-1616 16,4-8-320-16</inkml:trace>
  <inkml:trace contextRef="#ctx0" brushRef="#br0" timeOffset="-56641.59">16662 10519 8111 0,'-3'-5'176'15,"1"1"32"-15,0 2 16 0,1 1 16 0,1 1-240 0,-1 0 0 0,1-2 0 0,-2 2 0 16,0 2 3008-16,0-2 576 0,-2 5 96 0,4-5 32 15,-7 16-448-15,7-16-96 0,-10 26-16 0,3-8 0 16,7-18-1184-16,-13 40-240 0,7-19-64 0,-2-1 0 0,2 0-912 16,6-20-192-16,-11 34-48 0,11-34 0 0,-10 30-352 0,10-30-160 15,-5 24 128-15,5-24-128 0,0 0-192 0,-2 29-128 16,2-29-32-16,0 0-17472 16</inkml:trace>
  <inkml:trace contextRef="#ctx0" brushRef="#br0" timeOffset="-56011.71">14856 11036 8287 0,'-1'0'736'0,"1"-2"-592"16,0 2-144-16,0 0 0 0,0 0 896 0,0 0 160 0,0 0 32 15,2-3 0-15,-1 1 624 0,-1 2 128 16,0 0 16-16,8-7 16 0,-8 7-80 0,0 0-32 0,0 0 0 0,0 0 0 15,0 0-512-15,24-5-96 0,-24 5-32 0,0 0 0 16,0 0-224-16,29 1-64 0,-29-1 0 0,0 0 0 16,39 1 80-16,-39-1 16 0,40-1 0 0,-40 1 0 15,54-4-80-15,-23 2-16 0,4 0 0 16,-1 0 0-16,0 0-320 0,2 1-64 0,-1-1 0 0,1 0-16 16,3 1-240-16,3-1-64 0,2 0 0 0,4-1 0 15,0 1-128-15,0-1 160 0,-2 1-160 0,3 0 160 16,1-2-32-16,2-2-128 0,3 2 192 0,1-3-64 15,0 2 0-15,1-3-128 0,-1 4 192 0,2-3-64 0,4 0-128 16,2-1 192-16,1 2-192 0,-1-2 192 0,-1 2-64 16,-1 0 0-16,1 2 0 0,-2-1 0 0,-4 0-128 0,-5-1 0 15,-6 1 0-15,-2 0 128 0,-1 0-128 0,-5 2 0 16,-4-1 0-16,-5 2 0 0,-29 2 0 0,43-2 0 16,-43 2 0-16,0 0 0 0,30 5-144 0,-30-5-16 15,0 0 0-15,0 0-18624 16</inkml:trace>
  <inkml:trace contextRef="#ctx0" brushRef="#br0" timeOffset="-54431.52">15554 11164 7359 0,'-5'-2'656'0,"1"0"-528"0,2 1-128 0,0 1 0 16,1-2 976-16,0 2 176 0,1 0 16 0,-2-3 16 15,0 1 672-15,-1 1 144 0,1 0 32 0,0-1 0 16,0-1-480-16,0 3-80 0,2 0-32 0,0 0 0 16,0 0-416-16,0 0-96 15,0 0-16-15,0 0 0 0,0 0 32 0,32 7 0 16,-32-7 0-16,0 0 0 16,41 0 32-16,-41 0 16 0,40-4 0 0,-40 4 0 15,49-5-160-15,-22 2-48 0,0 1 0 0,2-3 0 0,1 3-192 0,2 0-32 0,-1 2-16 0,-1-1 0 0,-1 1-288 0,-29 0-48 16,46-2-16-16,-46 2 0 0,35-1-192 0,-35 1 0 15,27-1 0-15,-27 1 0 0,0 0 0 0,28 0 0 16,-28 0 0-16,0 0 0 16,0 0-1360-16,0 0-176 0,0 0-16 0,-7 14-14512 15</inkml:trace>
  <inkml:trace contextRef="#ctx0" brushRef="#br0" timeOffset="-53915.26">15577 11197 13823 0,'-1'-5'608'0,"0"3"128"0,0 0-592 0,0 2-144 0,1 0 0 0,0-3 0 15,0 3 1808-15,-2 0 336 0,1-2 64 0,-1 2 16 16,1-2-704-16,-2 2-144 0,0 2-32 0,-1 0 0 15,4-2-512-15,-6 7-96 0,6-7-32 0,-7 12 0 16,7-12-320-16,-5 17-64 0,5-17 0 0,-5 19-16 16,5-19-48-16,-4 27-16 0,4-27 0 0,-5 32 0 15,5-32 80-15,-5 34 32 0,5-34 0 0,-4 37 0 16,4-37 0-16,-7 36 0 0,7-36 0 0,-6 28 0 0,6-28-176 0,-5 24-48 16,5-24 0-16,0 0 0 0,-7 21-128 0,7-21 0 15,0 0 0-15,-9 10 0 0,9-10 176 0,-5 2 0 16,2-2 0-16,0 0 0 0,0 0 128 0,1-4 16 15,-2 1 16-15,1 1 0 0,0-3-336 0,0 0 144 16,0 1-144-16,0-3 0 0,-1 2 128 0,1-3-128 16,-3 2 0-16,1-2 0 0,0 1 0 0,-2-2 0 15,0 1 0-15,-1-1-144 0,-1 2 144 0,0-3-160 16,-1 2 160-16,-1 1-160 0,-1-1 160 0,2 1 0 0,1-1 0 0,-1 4 0 16,1 0 0-16,1 1 224 0,0 1-48 0,0 1-16 15,2 1 256-15,0 0 48 0,2 1 16 0,-1 3 0 16,1-1-288-16,2 0-64 0,-1 3-128 0,3-6 192 15,0 0-192-15,-5 21 0 0,5-21 0 0,0 0 0 16,-2 32 0-16,2-32 0 0,0 0 0 0,0 37 0 31,0-37-448-31,0 0-128 0,2 35-16 0,-2-35-16 0,0 0-688 0,3 29-144 0,-3-29-32 0,0 0-8384 16,2 27-1664-16</inkml:trace>
  <inkml:trace contextRef="#ctx0" brushRef="#br0" timeOffset="-53506.28">15671 11325 8287 0,'-1'0'736'0,"1"-2"-592"0,0 2-144 0,0 0 0 16,1-2 1312-16,-1 1 224 15,0-1 64-15,1 0 0 0,0-2 1040 0,2 0 224 0,0-2 32 0,0 1 16 16,0 2-32-16,0-1 0 15,-1 1 0-15,-2 3 0 0,0 0-2176 0,0 0-432 0,0 0-80 0,0 0-32 16,0 0 480-16,0 0 80 0,0 0 32 0,7 31 0 16,-7-31-224-16,-5 24-32 0,5-24-16 0,-7 28 0 15,7-28-288-15,-8 31-64 0,8-31-128 0,-8 31 192 16,8-31-192-16,-10 26 128 0,10-26-128 0,-6 22 0 0,6-22 0 16,0 0 0-16,-5 24-176 0,5-24 176 15,0 0-1776-15,0 0-224 0,0 0-48 0,0 0-13712 16</inkml:trace>
  <inkml:trace contextRef="#ctx0" brushRef="#br0" timeOffset="-53112.58">15824 11299 7359 0,'0'0'320'0,"7"-5"80"0,-7 5-400 0,0 0 0 0,0 0 0 0,0 0 0 15,0 0 2176-15,0 0 336 0,0 0 80 0,0 0 16 16,28-2 864-16,-28 2 176 15,0 0 48-15,0 0 0 0,0 0-1280 0,33 5-256 16,-33-5-48-16,0 0-16 0,0 0-1152 0,30 2-240 0,-30-2-32 0,0 0-16 16,0 0-400-16,0 0-96 0,36 7-16 0,-36-7 0 15,0 0-144-15,0 0 0 0,0 0 0 0,0 0 0 16,32 22 0-16,-32-22 0 0,0 0 0 0,0 0 0 16,0 0 0-16,0 28 0 0,0-28 0 0,-9 16-176 31,3-8-400-31,-2-1-64 0,0 2-32 0,-1-1 0 0,-1 1 160 15,0-2 48-15,-2 0 0 0,0 0 0 0,2-1 256 0,0 0 48 0,0-1 16 0,1 0 0 0,3-3 144 16,0 1 0-16,1-1 128 0,2 0-128 0,3-2 400 0,0 0 16 16,0 0 0-16,0 0 0 0,0 0 224 0,0 0 32 15,0 0 16-15,0 0 0 0,32 0-272 0,-32 0-48 16,0 0-16-16,34-7 0 0,-34 7-192 0,0 0-32 16,38-4-128-16,-38 4 192 15,26-3-192-15,-26 3 0 0,32-3 0 0,-32 3 0 0,35-4 0 0,-35 4-192 16,35-4 16-16,-35 4-12048 15,34-4-2400-15</inkml:trace>
  <inkml:trace contextRef="#ctx0" brushRef="#br0" timeOffset="-51335.44">17206 10508 11967 0,'0'-1'1072'16,"0"-1"-864"-16,0 0-208 0,0 2 0 0,0 0 1536 0,-1-1 272 16,1 1 48-16,0-3 16 0,0 0 368 0,0 0 64 15,1 0 0-15,0 0 16 0,2 0-512 0,0 0-96 16,1 1-32-16,0 0 0 0,2 1-416 0,-6 1-96 15,0 0-16-15,0 0 0 0,28 3-336 0,-28-3-80 16,0 0-16-16,0 0 0 16,46 35-336-16,-46-35-64 0,31 36 0 0,-31-36-16 0,30 42-112 0,-30-42-32 15,27 53 0-15,-27-53 0 0,23 57-32 0,-23-57 0 0,17 59 0 16,-17-59 0-16,8 61-128 0,-5-31 0 0,-4 1 0 16,-1-2 0-16,-1 3 0 0,-4-2 0 0,0 1 0 0,-4 0 0 15,0-2 0-15,-2-1 0 0,-2-2 0 0,-1 0 0 16,-3 0 0-16,-1 0 0 0,-1 0 0 0,2-1 0 15,2-3 0-15,1 0 0 0,-1-2 0 0,1-2 0 16,2-2-128-16,2-3-64 0,0-3-16 0,3-4-18256 16</inkml:trace>
  <inkml:trace contextRef="#ctx0" brushRef="#br0" timeOffset="-50767.55">17737 10870 11055 0,'-5'2'976'16,"1"-2"-784"-16,3 1-192 0,0 1 0 15,0-2 1152-15,1 0 176 0,-3 2 32 0,-2-1 16 0,-1 3 576 0,0-2 112 16,2 0 32-16,1-1 0 0,1 1-560 0,1-2-128 16,1 0 0-16,0 0-16 0,0 0-272 0,0 0-48 31,0 0-16-31,28 0 0 0,-28 0-32 0,0 0-16 0,32-5 0 0,-32 5 0 0,27-2-288 0,-27 2-48 15,31-2-16-15,-31 2 0 0,30-3-240 0,-30 3-48 16,30-4-16-16,-30 4 0 0,24-1-224 0,-24 1-128 16,0 0 128-16,33-2-128 0,-33 2 0 0,0 0 0 15,0 0 0-15,27-2 0 0,-27 2 0 0,0 0-256 0,0 0 32 16,0 0 16 0,0 0-2160-16,0 0-416 0,0 0-96 0,0 0-11600 0</inkml:trace>
  <inkml:trace contextRef="#ctx0" brushRef="#br0" timeOffset="-50499.5">17715 11011 7359 0,'0'0'320'0,"-7"3"80"0,7-3-400 0,-5 3 0 0,5-3 0 0,-1 0 0 16,1 0 1984-16,0 0 320 0,-4 3 64 0,1-1 16 15,3-2 432-15,0 0 64 0,0 0 32 0,0 0 0 0,0 0-816 0,0 0-176 16,0 0-16-16,0 0-16 15,0 0-528-15,0 0-96 0,35 10-32 0,-35-10 0 16,0 0-464-16,34-1-112 0,-34 1-16 0,0 0 0 0,39-2-304 0,-39 2-64 16,0 0-16-16,37-3 0 0,-37 3-256 0,0 0 128 15,32-2-128-15,-32 2 0 0,0 0 0 0,31-4 0 16,-31 4 0-16,0 0 0 0,29-3-256 0,-29 3-96 16,0 0-32-16,26-6-17456 15</inkml:trace>
  <inkml:trace contextRef="#ctx0" brushRef="#br0" timeOffset="-50027.19">18375 10806 5519 0,'0'-2'496'0,"0"-1"-496"0,0 1 0 0,-1 0 0 15,1 2 1632-15,0 0 224 0,0 0 64 0,-5-1 0 16,2-1 368-16,-1 2 80 0,-2 0 0 0,0 0 16 16,-2 2-944-16,1 1-192 0,0 2-32 0,-2 2-16 15,1 0-240-15,-1 2-64 0,-2 1 0 0,1 2 0 16,0 2-384-16,1 0-64 16,-1 0-32-16,1 3 0 0,2-3-32 15,-1 3 0-15,8-17 0 0,-9 29 0 0,9-29 384 0,-4 28 64 16,4-28 0-16,0 0 16 0,6 33-336 0,-6-33-64 15,0 0 0-15,0 0-16 0,21 31 32 0,-21-31 16 16,0 0 0-16,30 14 0 0,-30-14-112 0,0 0-32 16,41 2 0-16,-41-2 0 0,33-6-128 0,-33 6-16 15,36-10-16-15,-16 0 0 0,0 1-16 0,1-3 0 16,0 0 0-16,-1-2 0 0,1 0-160 0,-4-1 0 16,1 1 144-16,-3-2-144 0,-2 2 0 0,-3-1 0 0,-2 1 0 0,-2-1 128 15,-2 1-128-15,-3 0 0 0,-2 1 0 0,-3-1 0 16,-3 1 0-16,-2 1 0 0,-3 0 0 0,-3 3 0 15,-2 2 0-15,-2-1 0 0,0 4 0 0,-1-1-128 32,2 3-384-32,-4 1-64 0,1 2 0 0,0 3-16 0,1 0 208 0,2 2 32 0,2-1 16 0,1 2 0 31,2 2-96-31,2-1-16 0,2 1 0 0,1-2 0 0,8-7-640 0,-9 16-128 0,9-16-16 0,0 0-13216 16</inkml:trace>
  <inkml:trace contextRef="#ctx0" brushRef="#br0" timeOffset="-49726.06">18486 10648 6447 0,'0'-8'576'0,"0"3"-576"16,0 1 0-16,0 1 0 0,0 2 1648 0,0 1 208 15,0-1 64-15,0-1 0 0,0-1 736 0,0-2 160 16,0 3 16-16,0 0 16 0,0 2-928 0,-1 0-192 0,1 0-48 15,0 0 0-15,0 0-80 0,-6 7-32 0,6-7 0 0,0 0 0 16,-10 19-352-16,10-19-80 0,-10 21-16 0,4-9 0 16,-1 5-608-16,0-1-128 0,7-16-32 15,-13 36 0-15,6-18-208 0,0 4-144 0,0-1 192 16,0 1-192-16,-1 3 128 0,-1 2-128 0,1-1 0 0,1 2 0 16,-1-3 0-16,2 0 0 0,6-25 0 0,-11 40 0 15,11-40 0-15,-7 36 0 0,7-36-176 0,-6 26 176 31,6-26-1968-31,-6 24-272 0</inkml:trace>
  <inkml:trace contextRef="#ctx0" brushRef="#br0" timeOffset="-49473.83">18098 11262 9215 0,'0'0'816'0,"0"0"-656"0,0 0-160 0,1-5 0 0,-1 5 2304 16,0 0 416-16,0 0 96 0,0 0 0 0,0 0-32 0,26-5-16 16,-26 5 0-16,24-5 0 0,-24 5-720 0,28-6-128 15,-28 6-48-15,31-3 0 0,-31 3-656 0,36-7-128 16,-36 7-16-16,42-5-16 0,-42 5-640 0,47-7-128 16,-47 7-32-16,46-5 0 0,-46 5-256 0,43-7 0 15,-43 7 128-15,39-4-128 0,-39 4 0 0,33-5 0 16,-33 5 0-16,27-5-12128 15,-27 5-2400-15</inkml:trace>
  <inkml:trace contextRef="#ctx0" brushRef="#br0" timeOffset="-48905.51">18409 11036 10127 0,'0'0'896'0,"-2"-4"-704"16,2 4-192-16,0 0 0 0,0 0 960 0,-2 0 176 15,2 0 16-15,-5-1 16 0,0 1 752 0,2 0 128 0,-2 0 48 0,1 0 0 16,0 1-480-16,4-1-80 16,-5 4-32-16,5-4 0 0,0 0-416 0,0 0-96 0,-8 10-16 0,8-10 0 0,0 0-256 0,0 0-48 31,-6 16-16-31,6-16 0 0,0 0 176 0,-6 22 16 0,6-22 16 0,-7 16 0 15,7-16-112-15,-10 28-32 0,10-28 0 0,-10 31 0 16,10-31-368-16,-11 29-80 0,11-29-16 0,-8 26 0 0,8-26-256 0,-5 19 0 16,5-19 0-16,0 0 0 15,0 0-960-15,0 0-128 0</inkml:trace>
  <inkml:trace contextRef="#ctx0" brushRef="#br0" timeOffset="-48342.62">18410 10604 6447 0,'-5'-2'576'0,"2"0"-576"0,0 2 0 0,0-2 0 16,0 1 880-16,2 1 64 0,0-2 16 0,-2 0 0 16,-1-1 800-16,-1 2 160 0,-1-2 48 0,0 3 0 15,3-2 272-15,-1 1 48 0,1 2 16 0,1 1 0 0,2-2-64 0,0 0-16 16,0 0 0-16,0 0 0 0,0 0-624 0,0 0-128 16,0 0-32-16,0 0 0 0,34 24-672 0,-34-24-144 15,28 2-32-15,-28-2 0 0,35-2-352 0,-35 2-80 16,42-6-16-16,-19 3 0 0,-1-1-144 15,-2-1-144-15,1 2 144 0,-21 3-18272 16</inkml:trace>
  <inkml:trace contextRef="#ctx0" brushRef="#br0" timeOffset="-46782.15">19136 10531 10127 0,'2'-3'896'0,"-1"1"-704"16,0 0-192-16,-1 2 0 0,0 0 1168 0,0-2 208 16,1 0 32-16,0-1 16 0,0-2 304 0,-1 0 48 15,0 0 16-15,-2 1 0 0,0 0-256 0,-1 3-32 16,-1 1-16-16,-1 1 0 16,-1 4-528-16,0 1-96 0,-1 1-32 0,-2 5 0 0,1 1-464 0,-1 4-112 0,0 1 0 0,0 5-16 31,1 3 32-31,-3 3 16 0,1 2 0 0,1 4 0 0,-1-1-288 0,-1 4 0 0,1 1 128 15,-1 2-128-15,2-1 160 0,0 2-32 0,0 1 0 16,2-2 0-16,2-3-128 0,2-3 0 16,3-6 0-16,0-29 128 0,8 47-128 0,-8-47 0 0,15 33 144 0,-15-33-144 15,0 0 0-15,29 28 0 0,-29-28 0 0,0 0 0 0,41 10-176 16,-41-10 0-16,35-4 0 0,-16-1-14192 16</inkml:trace>
  <inkml:trace contextRef="#ctx0" brushRef="#br0" timeOffset="-46367.63">19459 10398 17503 0,'5'-4'768'0,"-3"-1"176"16,2 2-752-16,-2 2-192 0,-1 0 0 15,0 1 0-15,-1 0 1504 0,1-2 272 0,2 2 48 0,-2-3 16 16,1 3 320-16,-1 0 64 0,-1 0 16 0,0 0 0 0,0 0-896 0,-6 19-160 16,6-19-32-16,-11 24-16 15,5-10-656-15,-1 5-128 0,-2 0-32 0,1 1 0 0,-1 3-320 16,-2-2 144-16,3 1-144 0,-1-3 0 16,1 3 0-1,1-4 0-15,0-1 0 0,7-17 0 0,-9 30 0 0,9-30 0 0,-4 24 0 0,4-24-192 31,0 0-1632-31,0 0-320 0</inkml:trace>
  <inkml:trace contextRef="#ctx0" brushRef="#br0" timeOffset="-46042.33">19602 10436 13823 0,'0'0'1216'0,"1"0"-960"0,-1 0-256 0,0 0 0 16,0 0 1296-16,0 0 224 0,-1 0 32 0,0 0 16 15,-1 2 784-15,0-2 144 0,-2 3 48 0,1 2 0 16,-2-3-1392-16,0 5-288 0,-2 0-48 0,0 3-16 16,-1 0-160-16,0 1-48 0,0 3 0 0,-2-1 0 15,1 3-400-15,1-2-192 0,1 2 160 0,1-3-160 16,6-13 272-16,-10 26-32 0,10-26-16 0,0 0 0 16,-3 28 96-16,3-28 32 0,0 0 0 0,0 0 0 15,0 0-192-15,0 0-32 0,0 0-128 0,31 19 192 16,-31-19 272-16,23-4 48 0,-23 4 16 0,26-8 0 0,-13 3-176 15,1 0-32-15,0 1-16 0,-1-1 0 0,1 0-304 0,-2-1 0 16,-1 0 0-16,-1 2 0 0,0-1-128 0,-10 5-144 16,14-7-32-16,-9 3 0 15,-5 4-1056-15,8-6-224 0,-7 4-32 0,0 2-16 16,-2-2-1392-16,1 2-288 0</inkml:trace>
  <inkml:trace contextRef="#ctx0" brushRef="#br0" timeOffset="-45868.49">19672 10496 8399 0,'-2'-10'176'0,"2"3"32"0,-1 2 16 0,0 1 32 0,1 3-256 0,-1-1 0 0,0 2 0 0,0-3 0 16,-1 1 2688-16,-1 0 464 0,0 2 112 0,-3 2 0 16,0 5-784-16,1 0-176 0,-3 4-16 0,1 1-16 15,0 3-928-15,-2 0-192 0,0 4-48 0,1-3 0 16,-2 3-528-16,1-1-128 0,1-1 0 0,0 0-16 16,1 0-32-16,0-3 0 0,1 0 0 0,6-14 0 15,-8 23-224-15,8-23-48 0,0 0-128 0,-6 22 192 16,6-22-768-1,0 0-176-15</inkml:trace>
  <inkml:trace contextRef="#ctx0" brushRef="#br0" timeOffset="-45678.6">19683 10635 11967 0,'0'0'1072'0,"0"0"-864"16,0 0-208-16,0 0 0 0,0 0 1856 0,0 0 320 15,0 0 64-15,0 0 0 0,0 0 592 0,28 31 112 16,-28-31 32-16,0 0 0 0,0 0-1520 0,23 29-304 16,-23-29-64-16,0 0-16 0,0 0-752 0,0 0-128 15,0 0-48-15,0 0-10512 16,0 0-2096-16</inkml:trace>
  <inkml:trace contextRef="#ctx0" brushRef="#br0" timeOffset="-45238.23">19966 10458 1839 0,'3'0'160'0,"-2"0"-160"0,0 0 0 0,0 0 0 16,0 0 3200-16,0 0 592 0,0 0 128 0,0 0 32 15,-1 2 592-15,0-2 112 0,0 0 16 0,0 0 16 16,0 0-2192-16,0 0-448 0,0 0-96 0,0 0-16 15,0 0-1264-15,-3 33-256 0,3-33-48 0,-8 15-16 0,8-15-352 0,-11 18 128 16,11-18-128-16,-11 22 0 0,5-10 0 0,6-12 0 16,-11 23 0-16,11-23 0 15,-7 21 0-15,7-21 0 0,0 0 0 0,-5 24 0 0,5-24 0 0,0 0 0 16,0 0 0-16,0 0 0 16,0 0 0-16,0 0-160 0,0 0 160 0,0 0-208 15,28 25-560-15,-28-25-128 0,0 0 0 0,0 0-16 16,25-3 144-16,-25 3 48 0,0 0 0 0,22-7 0 0,-22 7 512 15,0 0 208-15,0 0-176 0,25-1 176 0,-25 1 0 0,0 0 192 0,0 0-16 0,0 0 0 16,0 0 352-16,0 0 80 16,13 34 16-16,-13-34 0 0,0 0-144 0,-5 27-32 0,5-27 0 0,-7 17 0 15,7-17-192-15,-8 17-32 0,8-17-16 0,-7 15 0 16,7-15-80-16,-9 12 0 0,9-12-128 0,-7 11 192 16,2-6-192-16,2-3 176 0,-2 0-176 0,-1 1 160 15,1-2-160-15,-1 1 0 0,-1-2 0 0,-2 0 0 16,0 0 0-16,-1-2-176 0,-1 1 16 0,-1-1-11792 15,0-1-2352-15</inkml:trace>
  <inkml:trace contextRef="#ctx0" brushRef="#br0" timeOffset="-45017.34">19926 10502 15663 0,'3'0'688'0,"-1"-2"144"0,1 2-656 0,0 0-176 15,-1-1 0-15,0 0 0 0,2 1 2368 0,2-2 448 16,5-1 96-16,3-2 16 0,5 1-720 0,1-3-144 16,0 2-16-16,-1-2-16 0,1 2-784 0,-3 0-160 15,-1 0-16-15,-2 1-16 0,-14 4-704 0,25-5-144 16,-25 5-16-16,0 0-16 16,29 0-1024-16,-29 0-208 0</inkml:trace>
  <inkml:trace contextRef="#ctx0" brushRef="#br0" timeOffset="-44342.08">19900 10775 13055 0,'-6'-2'1152'0,"2"2"-912"0,1-2-240 0,0 1 0 0,1 1 0 0,1 0 0 15,-1-2 0-15,-1 1 0 0,-1-2 0 0,-2 0 0 0,0-2 0 0,0 1-128 16,1 1 128-16,2-2-208 0,-1 1 1136 0,1 1 224 15,1-1 64-15,1 1 32 0,-1 1 832 0,0 0 160 16,1 1 48-16,0 0 16 0,0 0-384 0,0 1-96 16,0 0-16-16,1 0 48 0,-2 1-304 0,2-1-48 15,0 0-16-15,0 0 48 0,0 0-464 0,0 0-96 16,0 0-16-16,0 0 32 0,-2 25-512 0,2-25-96 16,0 0-32-16,0 0 32 0,0 0-80 0,0 0-32 15,0 0 0-15,38 24 48 0,-38-24-112 0,0 0-16 16,32 3 0-16,-32-3 32 15,0 0-528-15,33-1-96 0,-33 1-32 0,0 0-18592 0</inkml:trace>
  <inkml:trace contextRef="#ctx0" brushRef="#br0" timeOffset="-43535.3">20274 10636 10127 0,'-1'0'896'0,"0"0"-704"16,0 2-192-16,0-2 0 0,1 0 1104 0,-1 0 192 16,-1 0 48-16,-1 1 0 0,0 0 432 0,-1 1 80 0,1-1 32 15,0 1 0-15,1 0-480 0,1-2-112 0,0 1-16 0,1-1 0 16,0 0-80-16,0 0-32 0,0 0 0 0,0 0 0 16,0 0 128-16,0 0 32 0,0 0 0 0,0 0 0 15,0 0-304-15,25-3-48 0,-25 3-16 0,0 0 0 16,23-5-384-16,-23 5-64 0,19-4-32 0,-19 4 0 15,21-3-256-15,-21 3-48 16,24-5-16-16,-24 5 0 0,22-2-160 0,-22 2 128 0,0 0-128 0,27-4 128 16,-27 4-128-16,0 0 0 0,0 0 0 0,27-1 0 15,-27 1 0-15,0 0-176 0,0 0 176 0,0 0-192 16,0 0-1376-16,0 0-288 16</inkml:trace>
  <inkml:trace contextRef="#ctx0" brushRef="#br0" timeOffset="-43129.62">20540 10533 14735 0,'3'-2'640'0,"-1"2"160"0,0-2-640 0,0 1-160 15,-1 1 0-15,0 0 0 0,0-2 2192 0,3 1 416 0,-4 1 80 0,16-6 0 16,-4 2-272-16,1 1-64 0,0-2-16 0,-1 1 0 15,1 1-784-15,-2 2-144 0,1 0-48 0,-12 1 0 16,21-2-592-16,-21 2-128 0,0 0-32 0,0 0 0 16,34 11-352-16,-34-11-64 0,0 0 0 0,0 0-16 15,0 0-176-15,16 36 0 0,-16-36 0 0,0 0 128 16,-7 31-128-16,7-31 0 0,-10 24 0 16,10-24 128-16,-12 21-128 0,4-10 0 0,8-11 0 0,-13 20 0 15,5-11-128-15,1 0 128 0,-1 1 0 0,1-3 0 16,-1 0 0-16,1 1 0 0,7-8 0 0,-10 11 0 15,10-11 0-15,0 0 0 0,-9 14 0 0,9-14 0 0,0 0 0 0,0 0 0 16,0 0 0-16,0 0 0 0,0 0 0 16,0 0 0-16,0 0 0 0,0 0 0 0,36 10 0 15,-36-10 128-15,18-5-128 0,-18 5 192 0,21-6-192 0,-21 6 0 16,23-7 144-16,-23 7-144 0,25-6 0 0,-25 6 0 16,25-8-192-16,-25 8 64 15,24-8-608 1,-24 8-112-16,21-7-32 0,-21 7-10672 0,20-9-2144 0</inkml:trace>
  <inkml:trace contextRef="#ctx0" brushRef="#br0" timeOffset="-42828.51">20957 10461 7359 0,'0'-1'656'0,"1"1"-528"0,-1 0-128 0,0 0 0 15,0 0 1440-15,0 0 256 0,0 0 48 0,0 0 16 16,-1 0 1008-16,0 1 208 0,1-1 32 0,-6 6 16 15,6-6-1120-15,-8 14-240 0,8-14-32 0,-12 19-16 16,12-19-672-16,-14 24-144 0,14-24-32 0,-14 28 0 16,14-28-432-16,-12 32-80 0,12-32-32 0,-9 31 0 15,9-31 176-15,-4 28 48 16,4-28 0-16,0 0 0 0,0 0-48 0,13 40 0 0,-13-40 0 0,0 0 0 0,0 0 144 16,39 21 32-16,-39-21 0 0,28 2 0 15,-28-2-176-15,29 0-16 0,-29 0-16 0,30-4 0 0,-30 4-368 16,30-5 128-16,-16 0-128 0,-14 5 0 0,27-6 0 0,-15 2-240 15,0 1 48-15,-2 0 0 16,0-2-1216 0,-2 0-256-16,0 0-32 0,-3 0-14304 0</inkml:trace>
  <inkml:trace contextRef="#ctx0" brushRef="#br0" timeOffset="-42641.32">21105 10488 11967 0,'-4'0'528'0,"3"0"112"0,-1 2-512 0,0-1-128 0,0 2 0 0,0 1 0 15,2-4 1984-15,0 0 384 16,-10 21 64-16,2-4 0 0,-3 4-752 0,1 3-144 0,0 0-48 0,-1 1 0 16,1-1-432-16,-1 0-96 0,2-2 0 0,1-2-16 15,8-20-448-15,-12 34-96 0,12-34-16 0,-6 26-9360 16,6-26-1888-16</inkml:trace>
  <inkml:trace contextRef="#ctx0" brushRef="#br0" timeOffset="-41949.66">19286 10912 11967 0,'-1'0'1072'0,"1"0"-864"16,0 0-208-16,0 0 0 0,1 0 1424 0,-1 0 240 16,1-2 64-16,1 2 0 0,1-1-128 0,2 0-32 15,-5 1 0-15,0 0 0 0,20-5-464 0,-20 5-80 16,0 0-32-16,29-2 0 0,-29 2-64 0,26 0-16 15,-26 0 0-15,33-2 0 0,-33 2-64 0,43-1-16 16,-43 1 0-16,50-2 0 0,-21 1 0 0,2 0 0 16,4 1 0-16,0-2 0 0,3 2-304 0,-1-1-64 15,2 1-16-15,2-2 0 0,2-1-304 0,3 0-144 0,-1 0 128 0,4 0-128 16,4 1 0-16,0-1 0 0,-4 1 0 0,1-3 0 16,2 0 0-16,5 1 0 0,5 0 0 0,-1 1 0 15,-2 0 128-15,0 1-128 0,1-3 0 0,0 0 128 16,2 2 32-16,-2 0 0 0,-2 2 0 0,-1-3 0 15,-5 1-160-15,-2-1 0 0,-1 1 0 0,-3 1 0 16,-2 2-192-16,-4 0-112 0,-3 2-16 0,-6-1-16 31,-5 1-1680-31,-26-2-336 0,38 4-64 0,-38-4-12096 0</inkml:trace>
  <inkml:trace contextRef="#ctx0" brushRef="#br0" timeOffset="-40613.53">19971 11119 5519 0,'-7'0'496'0,"4"0"-496"15,-1 2 0-15,1-2 0 0,0 0 1760 0,3 0 256 16,-2 1 48-16,-1 1 16 0,-1-2-64 0,0 2-16 16,0-2 0-16,1 2 0 0,3-2-400 0,0 0-96 15,0 0-16-15,0 0 0 0,0 0 288 0,27-2 48 16,-27 2 16-16,27-5 0 0,-27 5-752 0,35-7-128 15,-35 7-48-15,42-7 0 0,-42 7-208 0,42-7-32 16,-17 2-16-16,-1 0 0 0,3 1-80 0,-1 0-32 0,0 0 0 0,-1 2 0 16,1 0-288-16,-1 0-64 0,1-1-16 0,-26 3 0 15,46-2-176-15,-46 2 0 0,39 0 0 0,-39 0 128 16,32 0-128-16,-32 0 0 0,0 0 0 0,34 0 0 16,-34 0 0-16,0 0-176 0,0 0 176 0,0 0-192 31,0 0-976-31,0 0-208 0,0 0-32 0,0 0-9632 0,0 0-1920 0</inkml:trace>
  <inkml:trace contextRef="#ctx0" brushRef="#br0" timeOffset="-40141.08">20027 11136 11055 0,'-4'-3'480'0,"2"1"112"0,0 2-464 0,0-2-128 15,1 1 0-15,1 1 0 0,-1 0 1440 0,-2 0 272 16,-1 0 48-16,-1 0 16 0,0 3-96 0,-2-1-16 16,2 1 0-16,-1-1 0 0,2 2-720 0,-1 2-160 15,-1-2-16-15,6-4-16 0,-7 14-128 0,7-14-32 16,-7 19 0-16,7-19 0 0,-6 21 16 0,6-21 0 16,-6 22 0-16,6-22 0 0,-5 26 32 0,5-26 0 15,-6 28 0-15,6-28 0 0,-7 31-352 0,7-31-64 16,-9 31-16-16,9-31 0 0,-11 29-208 0,11-29 0 0,-10 28 128 0,10-28-128 15,-8 19 0-15,8-19 0 0,-8 16 0 0,8-16 0 16,-6 9 0-16,6-9 0 0,0 0 0 0,-6 1 0 16,6-1 128-16,-2-2 0 0,2-3-128 0,0-1 192 15,-1-2 176-15,1-1 16 0,1-1 16 0,-1-2 0 16,0 0-400-16,-1-2 0 16,0 2 0-16,-2-1 0 0,-1 0 0 0,0 0 0 0,-2 1 0 0,0 1 0 15,-1 2 0-15,0 0 0 0,-1 0 0 0,1 1 0 0,-1 3 0 0,0 1 0 16,1 1 0-16,-1 3 0 0,1 2-368 0,-2 1 48 15,2 1 16-15,0 4 0 16,-2-2 112-16,1 3 0 0,0 0 16 0,-1 2 0 0,1 1 176 16,-1-2-128-16,2 2 128 0,0 1-128 0,-1-1 128 0,2 0 0 15,-1 0 0-15,7-12 0 0,-8 20 0 0,8-20 0 16,0 0 0-16,0 0-9952 16,-1 26-1872-16</inkml:trace>
  <inkml:trace contextRef="#ctx0" brushRef="#br0" timeOffset="-39700.04">20044 11282 4607 0,'0'0'400'0,"0"0"-400"0,0 0 0 0,0 0 0 15,0 0 1984-15,0 0 320 0,0 0 64 16,0 0 16-16,0 0 48 0,0 0 16 0,0 0 0 0,0 0 0 16,0 0-320-16,0 0-64 0,0 0-16 0,28 3 0 15,-28-3-272-15,0 0-64 16,0 0-16-16,25-3 0 0,-25 3-592 0,0 0-112 0,0 0-32 0,30-2 0 16,-30 2-480-16,0 0-96 15,0 0-32-15,30 3 0 0,-30-3-192 0,0 0-32 0,0 0-128 0,0 0 192 0,34 9-192 0,-34-9 128 16,0 0-128-16,0 0 0 15,0 0 0-15,0 0 0 0,0 0 0 0,0 0 0 0,0 0 0 0,0 0 0 16,0 0 0-16,0 0 0 0,0 0 0 0,0 0 128 31,13 36-128-31,-13-36 0 0,0 0 0 0,-10 12 0 16,10-12 0-16,0 0 0 0,-9 11 0 0,9-11 0 16,0 0 0-16,0 0 0 0,-8 10 0 0,8-10 0 15,0 0 0-15,0 0 0 0,0 0 0 0,0 0 0 0,0 0 0 0,-1-2 0 16,1 2 0-16,2-3 0 0,-2 3 0 0,3-5 0 15,-3 3-176-15,0 2 32 0,2-5 0 0,-1 3 0 32,-1 2-480-32,1-2-80 0,-1 2-32 0,1-5-10736 0,-1 3-2160 0</inkml:trace>
  <inkml:trace contextRef="#ctx0" brushRef="#br0" timeOffset="-37810.15">20186 11228 5519 0,'1'0'496'15,"0"-2"-496"-15,0-1 0 0,-1 3 0 0,0-2 960 0,0 2 112 16,0 0 16-16,0 0 0 0,1-3 1088 0,0 1 208 16,0 0 48-16,0-3 16 0,0 2-80 0,0 0 0 15,1 0-16-15,-1 0 0 0,1-1-512 0,0 1-112 16,0 1 0-16,-1 0-16 0,-1 2-528 0,2-3-96 15,-2 3-32-15,0 0 0 0,0 0-288 0,0 0-48 16,0 0-16-16,0 0 0 0,0 0-240 0,-4 29-48 16,4-29-16-16,-8 21 0 0,8-21-256 0,-8 23-144 15,8-23 160-15,-13 34-160 0,13-34 0 0,-13 35 128 0,13-35-128 16,-11 33 0-16,11-33 0 0,-11 31 0 0,11-31 0 0,-8 24 0 16,8-24 0-16,0 0 0 0,-5 21 0 0,5-21 0 15,0 0 0-15,0 0 0 0,0 0 0 0,0 0 0 16,0 0 0-16,2-6-208 0,0 0 64 0,-2 2 16 15,2-3-160-15,0 0-32 0,1-1 0 0,-1-1 0 16,0-2 144-16,-1 3 32 0,1-2 0 0,1 1 0 0,-1 0 144 16,0-1 0-16,0 0 0 0,0-2-128 0,-1 3 128 0,1 0 0 15,0-2 0-15,-1 2 0 0,1 3 0 0,-1-2 0 16,0 2 0-16,1 0 0 0,-1 2 0 0,-2 2 0 16,2 0 0-16,-1 1 0 0,0 1 0 0,0 0 0 15,0 0 0-15,0 0 128 0,-7 17 48 0,7-17 16 16,0 0 0-16,-9 19 0 0,9-19-48 0,-8 19 0 15,8-19 0-15,-9 22 0 0,9-22-144 0,-9 23 128 16,9-23-128-16,-11 26 128 0,11-26-128 0,-12 23 0 16,12-23 144-16,-12 23-144 0,12-23 0 0,-8 20 0 15,8-20 0-15,0 0 128 0,0 0-128 0,-9 21 0 16,9-21 0-16,0 0 0 0,0 0 0 0,0 0 0 0,0 0 0 0,0 0 0 16,0 0 0-16,6-6-192 15,-2 0 192-15,1 0-192 0,-1-4 16 0,2 0 0 0,0 1 0 0,0-3 0 16,0 3 16-16,0-5 0 0,1 2 0 0,-1-4 0 15,0 3 160-15,1-4-160 0,-2 1 160 0,0 0-160 16,0 1 160-16,-1-1 0 0,0 2 0 0,-1 1 0 16,0 4 0-16,-2 2 0 0,1 0 0 0,-2 2 0 15,0 3 0-15,0 2 0 0,0 0 0 0,0 0 128 16,0 0 128-16,0 0 16 0,-9 18 16 0,9-18 0 16,-7 20-16-16,7-20 0 0,-10 26 0 0,3-12 0 15,7-14-272-15,-12 28 0 0,12-28 128 0,-13 31-128 0,13-31 0 0,-14 30 0 16,7-15 0-16,7-15 0 0,-14 29 0 0,14-29 0 15,-11 26 0-15,11-26 0 0,-9 20 0 0,9-20 0 16,0 0 0-16,0 0 0 0,0 0 0 0,0 0 0 16,0 0 0-16,0 0 0 0,0 0 0 0,0 0-144 15,0 0 16-15,0 0 0 0,0 0-80 0,16-11-16 16,-11 4 0-16,-1-2 0 0,1-1 48 0,0 1 16 16,0-1 0-16,0-1 0 0,-1-1 160 0,2 0-128 15,-1 0 128-15,-1-2-128 0,1 2 128 0,0-2 0 16,-1 2 0-16,0 0 0 0,-1 2 0 0,-1 1 0 0,1 0 128 15,-1 1-128-15,0 4 256 0,0-3-32 0,-1 4 0 16,0 1 0-16,-1 2-48 0,0 0-16 0,0 0 0 16,0 0 0-16,0 0-16 0,0 0 0 0,-9 21 0 15,9-21 0-15,-8 17-144 0,8-17 160 0,-9 15-160 0,9-15 160 16,-10 18-160-16,10-18 0 0,-10 19 0 0,10-19 0 16,-11 21 0-16,11-21 0 0,-11 21 0 0,11-21 0 15,-12 24 0-15,12-24 0 0,-10 22 128 0,10-22-128 16,-8 18 0-16,8-18 0 0,0 0 0 0,0 0 0 15,-5 24 0-15,5-24 0 0,0 0 0 0,0 0 0 16,0 0 0-16,0 0 0 0,0 0 0 0,0 0 0 0,0 0 0 16,15-10 0-1,-11 6 0-15,2-5 0 0,-2 2 0 0,3-2-176 0,-1-2 176 0,2-1-128 0,0 0 128 0,1-2 0 16,-2 2-144-16,0-2 144 0,1 0 0 0,-1 1 0 16,1-1 0-16,-2 1 0 0,1 1 0 0,-2 0 0 15,0 2 0-15,-1 2 0 0,-2 2 0 0,0 2 0 16,-1 1 0-16,0 1 0 0,-1 2 0 15,0 0 0-15,-2 2 0 0,2-2 0 0,0 0 0 0,-6 10 0 16,6-10 0-16,-8 12 0 0,8-12 0 0,-10 21 0 16,10-21 128-16,-12 22-128 0,12-22 0 0,-12 26 0 15,5-12 128-15,0 0-128 16,0 0 0-16,-1 0 0 0,1 1 0 0,7-15 0 0,-13 28 0 0,13-28 128 0,-12 24-128 16,12-24 0-16,-8 19 0 0,8-19 128 0,0 0-128 0,0 0 0 15,0 0 0-15,0 0 0 0,0 0 0 0,0 0 0 16,0 0 0-16,0 0 0 0,0 0 0 0,20-11 0 15,-16 5-368-15,1 0 48 0,1-2 16 0,-2 1 0 32,1-1-928-32,0 0-192 0,0 0-48 0,0 3 0 0,-1-2-560 0,0 1-112 0,-4 6-32 0,8-8 0 15,-8 8-80-15,8-7-32 0,-8 7 0 0,4-6 0 16,-4 6 608-16,5-6 112 0,-4 3 32 0,0 1 0 16,0 0 896-16,0-2 192 15,0 1 48-15,-1 0 0 0,0 1 720 0,-1 0 128 0,1-1 48 0,-1 1 0 0,0-1 816 0,0 1 160 16,-1 1 48-16,0 0 0 0,1 1 112 0,-1 0 32 15,0 0 0-15,2 0 0 0,-5 2-96 0,5-2-16 16,0 0 0-16,-7 10 0 0,7-10-208 0,-7 10-32 16,7-10-16-16,-6 16 0 0,6-16-336 0,0 0-64 15,-10 26 0-15,10-26-16 0,-9 19-416 0,9-19-80 16,-8 20 0-16,8-20-16 0,-9 18-128 0,9-18-32 16,-10 17 0-16,10-17 0 0,-7 14-80 0,7-14-128 15,0 0 176 1,-9 14-176-16,9-14 128 0,0 0-128 0,0 0 0 0,0 0 0 0,0 0 0 0,0 0 0 15,0 0-128-15,0 0-11984 32,0 0-2400-32</inkml:trace>
  <inkml:trace contextRef="#ctx0" brushRef="#br0" timeOffset="-37244.24">20345 11283 4607 0,'-1'0'400'0,"0"-1"-400"16,0 1 0-16,1 0 0 0,0 0 2032 0,-1 0 320 16,0 0 64-16,-1-2 16 0,-1 1 624 0,2 0 128 15,-1-1 16-15,0-1 16 0,1 1-1168 0,1 0-224 16,0 1-48-16,0 1-16 0,1-1-736 0,1 0-128 16,0-1-48-16,1 0 0 0,-3 2-288 0,0 0-64 15,16-6-16-15,-16 6 0 0,18-7 16 0,-7 2 0 16,-11 5 0-16,26-6 0 0,-26 6-96 0,27-8-16 15,-27 8 0-15,26-6 0 0,-26 6-48 0,22-3-16 16,-22 3 0-16,0 0 0 0,29 5-176 0,-29-5-144 0,0 0 192 0,0 0-192 16,0 0 0-16,29 23 0 0,-29-23 0 0,0 0 0 15,0 0 0-15,0 0 0 0,5 41 0 0,-5-41 0 16,-8 16 0-16,8-16 0 0,-12 17 0 0,4-8 0 16,1-1 0-16,-2-2-176 0,0 2 176 0,-2-1-208 15,0 0 208-15,-1-2 0 0,0 4 0 0,-2-4 0 16,1 0-128-16,1-1 128 0,0 1 0 0,1-2-144 15,1 0 144-15,1 0 0 0,0 0 0 0,1 0 0 0,2 0 0 16,1-2 0-16,5-1 0 0,-4 2 0 0,4-2 0 0,0 0 144 16,0 0 0-16,0 0 0 0,0 0 144 0,29 3 32 15,-29-3 0-15,0 0 0 0,38 0-48 0,-38 0 0 16,31 0 0-16,-31 0 0 0,30 0-128 0,-30 0-16 16,31 3-128-16,-31-3 192 0,30 4-192 0,-30-4 0 15,28 1 0-15,-28-1 0 0,0 0 0 0,39 1 0 16,-39-1-128-16,0 0-18912 15</inkml:trace>
  <inkml:trace contextRef="#ctx0" brushRef="#br0" timeOffset="-36470.94">20564 11138 11759 0,'-1'-2'0'16,"-1"-1"0"-1,2 3 0-15,0 0 0 0,0 0 0 0,0 0 0 16,-3-2 0-16,0-1 0 0,-1 1 0 0,-2 0 0 16,0-1 0-16,0-1 0 0,0 1 0 0,0 2-128 15,0 0 128-15,1-1 0 0,0 0 0 0,0 2 0 16,0-1 0-16,-1-1 0 0,2 2 0 0,-1-2 0 16,1 1 0-16,0 1 0 0,0-2 0 0,0 2 0 15,1 0 0-15,-1-2 0 0,1 0 0 0,-1 1 0 16,2-1 0-16,-2-1 0 0,1 3-144 0,0-2 144 15,1 1 512-15,-1 0 160 0,0-1 32 0,0 0 16 0,0 1 576 0,1 1 112 16,-2-2 32-16,1 2 0 16,-1 0 208-16,2 0 32 0,-2 2 16 0,0-2 0 15,1 1-32-15,0 1 0 0,0-2 0 0,0 2 16 0,3-2-464 0,0 0-112 16,0 0-16-16,0 0 0 0,0 0 208 0,0 0 48 0,0 0 0 0,30-4 0 16,-30 4-272-16,26-7-48 15,-26 7-16-15,31-11 0 0,-31 11-688 0,32-9-128 0,-32 9-16 16,35-7-16-16,-35 7-160 0,34-7 0 15,-34 7-192-15,28-2 192 16,-28 2-512-16,0 0 16 0</inkml:trace>
  <inkml:trace contextRef="#ctx0" brushRef="#br0" timeOffset="-35618.21">21524 10590 14735 0,'1'0'1312'0,"0"-1"-1056"0,1 0-256 0,-1 1 0 31,0-2 1584-31,0 2 256 0,-1 0 48 0,0 0 16 0,12-5 576 0,-12 5 112 0,0 0 32 0,0 0 0 16,0 0-512-16,30 9-112 15,-30-9-16-15,0 0 0 0,24 40-960 0,-24-40-192 0,18 43-32 0,-18-43-16 32,17 47-416-32,-17-47-96 0,17 50-16 0,-17-50 0 0,13 58 0 0,-13-58 0 15,6 64 0-15,-6-31 0 16,-1 2-128-16,-3 1-128 0,0 0 192 0,-5 1-192 0,-1-3 128 0,-3 2-128 16,-2-1 0-16,-2 0 0 0,-3-4 0 0,-2-1 0 15,-1-1 0-15,-2-3 0 0,-1-2-192 0,-1-1-64 16,-1-1 0-16,-3 2-18688 0</inkml:trace>
  <inkml:trace contextRef="#ctx0" brushRef="#br0" timeOffset="-32394.93">10688 11937 10127 0,'-2'0'896'0,"1"0"-704"0,1-2-192 16,-1 2 0-16,1 0 1408 0,-1 0 256 0,-1 0 64 0,-1-1 0 16,0 1 320-16,1 0 80 0,-1 0 16 0,1 0 0 15,0 3-720-15,2-1-144 16,0-1-16-16,2 1-16 0,-2-2 16 0,0 0 0 0,0 0 0 0,0 0 0 15,0 0-16-15,42 1 0 0,-42-1 0 0,29-3 0 16,-29 3-480-16,35-3-80 0,-35 3-32 0,37-2 0 16,-37 2-352-16,41-1-80 0,-41 1-16 0,40 0 0 15,-40 0-208-15,37 0 128 0,-37 0-128 0,34-2 0 0,-34 2 0 0,31-1 0 16,-31 1 0-16,25-3 0 0,-25 3-128 0,0 0-80 16,22-6-16-16,-22 6 0 15,0 0-2272-15,0 0-448 0</inkml:trace>
  <inkml:trace contextRef="#ctx0" brushRef="#br0" timeOffset="-31969.3">10842 12036 911 0,'-7'1'0'0,"3"1"0"0,1-2 0 0,0 0 0 16,1 0 2704-16,1 0 464 0,-1 0 96 0,-2 2 0 15,0-2-16-15,-2 3-16 16,1-3 0-16,-1 2 0 0,1 0-752 0,2-1-160 0,-1 1-16 0,1 0-16 15,1 1-1040-15,0 0-208 0,1-2-32 0,-1 2-16 16,1 1-672-16,0-3-144 16,0 2-32-16,-1 0 0 0,1 0-144 0,0-1 0 0,-1 1 0 0,2-1 0 15,-1-1 0-15,-1 0 0 0,-1 1 128 0,0-1-128 16,0 1 0-16,-1-1 0 0,-1 1 0 0,0 0 0 16,-2-1 0-16,1 0 128 0,-1 1-128 0,0-1 0 15,1 1 192-15,0 0-64 0,1-1 0 0,-1 1 0 0,3 0 240 0,-1-2 32 16,0 2 16-16,2-2 0 0,0 1-112 0,0 1-32 15,1-2 0-15,0 2 0 0,0-2-32 16,0 1-16-16,1-1 0 0,0 0 0 16,0 2-96-16,1-2 0 0,1 0-128 0,-1 0 192 0,2 0-192 0,-2 2 176 15,-1-2-176-15,0 0 160 0,0 0 16 0,0 0 0 16,0 0 0-16,36-2 0 0,-36 2-176 0,0 0 160 16,38-5-160-16,-38 5 160 0,31-5-160 0,-31 5 0 0,41-7 0 0,-41 7 128 31,45-7-128-31,-45 7 0 0,45-7 0 0,-45 7 0 0,42-3 0 0,-42 3 0 0,36 2 0 0,-36-2-12656 15,0 0-2400-15</inkml:trace>
  <inkml:trace contextRef="#ctx0" brushRef="#br0" timeOffset="-30275.08">11603 11925 7359 0,'1'-5'656'0,"-1"3"-528"0,0-2-128 0,1 3 0 15,-1-1 1024-15,1-1 160 0,0-1 32 0,0-4 16 16,0-1 1152-16,1-3 240 0,0 3 32 0,0-1 16 16,-2 4-368-16,0 1-80 0,-1 2-16 0,0 2 0 15,-1 1-624-15,-1 1-128 0,-1 1-32 0,-2 3 0 16,0 0-704-16,-1-1-144 0,-1 2-16 0,0 1-16 16,-3 2-368-16,0-1-176 0,0 0 160 0,0 2-160 15,1 0 160-15,0 0-160 0,2 1 160 0,0-1-160 16,0 3 160-16,2 2-160 0,0-3 160 0,2 4-160 0,-1 1 208 15,1-1-48-15,2 4-16 0,2-2 0 0,0-18-16 0,2 38-128 16,-2-38 192-16,11 34-64 0,-11-34 32 0,0 0 0 16,30 35 0-16,-30-35 0 0,0 0-160 0,40 14 160 15,-40-14-160-15,31-4 160 0,-31 4 96 0,34-14 0 16,-15 4 16-16,1-5 0 0,0-1-16 0,0 0-16 16,-1-3 0-16,-1 2 0 0,-3 0-240 0,-2-1 0 0,-3 3 0 0,-2 2 0 15,-1 0 0-15,-3 1 0 0,-2 0 0 0,-3 0 0 16,-1 1 0-16,-2 2 0 0,-4 1 0 0,-2 1 0 15,-1 2 0-15,-2-1 0 0,-2 1 0 0,0 2 0 16,1-1 0-16,-2 1 0 0,0 1 0 0,0 1 0 16,1 1 0-16,2 0 0 0,1 1 0 0,1 1 0 15,1 3 0-15,1-3-128 16,0 1 128-16,2 1-160 16,1-1-384-16,2-1-80 0,0 0-16 0,1 0-11008 0,2-1-2192 0</inkml:trace>
  <inkml:trace contextRef="#ctx0" brushRef="#br0" timeOffset="-29984.42">11671 11662 15663 0,'-1'-7'688'0,"0"4"144"16,1-1-656-16,0 1-176 0,0 3 0 0,0 0 0 0,0 0 1984 0,0 0 384 15,-1-2 64-15,0 4 0 0,1 1 64 0,-2 1 16 16,0 2 0-16,0 2 0 0,2-8-1568 0,-2 22-320 15,0-9-64-15,2-13-16 16,-2 32-320-16,0-13-64 0,2-19-16 0,-2 40 0 0,1-18-144 0,-1 1 0 16,0 4 0-16,0-1 0 0,-1 4 0 0,-2 1 0 15,2 0 0-15,-3 5 0 0,1 2 0 0,0-2 0 0,-1 3 0 0,3-6 0 16,-1-1 0-16,1-3-224 0,1-2 80 0,0-3 16 31,2-24-1824-15,-2 34-352-16,2-34-80 0,0 0-10992 0</inkml:trace>
  <inkml:trace contextRef="#ctx0" brushRef="#br0" timeOffset="-29779.95">11431 12371 7359 0,'-2'5'320'0,"2"-2"80"16,-1 0-400-16,1-2 0 0,0 1 0 0,0-2 0 0,1 3 1680 0,-1-1 256 15,0-2 48-15,0 0 16 0,0 0 448 0,0 0 96 16,0 0 16-16,47 4 0 0,-47-4-896 0,30-3-192 15,-30 3-16-15,38-5-16 0,-38 5-592 0,45-4-112 16,-45 4-32-16,46-2 0 0,-46 2-192 0,42-2-32 16,-42 2-16-16,42 0 0 0,-42 0-464 0,35 0-208 15,-35 0 16-15,32-4-14368 16</inkml:trace>
  <inkml:trace contextRef="#ctx0" brushRef="#br0" timeOffset="-29480.4">11504 11664 11967 0,'-10'-7'528'0,"4"2"112"0,0 1-512 0,3 1-128 0,2 1 0 0,0 0 0 0,0 1 2080 0,-1-1 384 16,0-2 80-16,-1-2 16 15,1 2-64-15,2-1 0 0,0 0 0 0,3 2 0 0,3 0-576 0,1 2-112 16,-7 1-16-16,0 0-16 0,35 3-640 0,-35-3-128 16,35 2-32-16,-35-2 0 0,42 7-576 0,-42-7-112 15,45 7-32-15,-45-7 0 0,44 8-256 0,-44-8 0 16,45 4 0-16,-45-4 0 0,41 2 0 0,-41-2 0 15,38 0-192-15,-38 0-11920 16,33-3-2384-16</inkml:trace>
  <inkml:trace contextRef="#ctx0" brushRef="#br0" timeOffset="-28912.95">12252 11766 7359 0,'2'-2'656'0,"-1"-2"-528"16,0 3-128-16,-1 1 0 0,0 0 1472 0,0-2 272 0,0 0 48 0,1-1 16 16,-1-1 752-16,0 1 128 0,0-2 48 0,-1 4 0 15,-1 0-544-15,0-1-96 0,-1 2-32 0,0 2 0 16,0-2-608-16,-2 2-128 0,0 3-32 0,-2 0 0 16,2-1-656-16,-3 6-128 0,1-1-16 0,-1 3-16 15,1 3-288-15,-1 1-48 0,2 5-16 0,-1 1 0 16,-1 2-128-16,1 2 0 0,-1 2 144 0,2-2-144 15,0 0 0-15,2 1 0 0,0 3 0 0,1 1 128 0,2 0-128 0,1-1 0 16,3 1 128-16,-3-31-128 0,10 45 0 0,-10-45 0 16,0 0 0-16,26 38 128 0,-26-38-128 0,0 0-208 15,0 0 48-15,47 20 16 16,-47-20-1840-16,0 0-384 0</inkml:trace>
  <inkml:trace contextRef="#ctx0" brushRef="#br0" timeOffset="-28423.33">12306 12070 18431 0,'-2'1'1632'0,"0"-1"-1312"0,1 0-320 0,1 0 1648 0,0 1 256 16,-1-1 48-16,0 0 16 16,0 2-32-16,1-2 0 0,2 0 0 0,2 0 0 0,-4 0-384 0,0 0-80 0,0 0 0 0,30-3-16 15,-30 3-624-15,24-4-128 16,-24 4-32-16,28-5 0 0,-28 5-384 0,28-6-80 0,-28 6-16 0,0 0 0 15,37-5-192-15,-37 5 0 0,0 0 128 16,27-5-128-16,-27 5 0 0,0 0 0 0,0 0 0 0,0 0 0 31,0 0-816-31,27-2-144 0,-25 2-48 0,-1 0-16160 0</inkml:trace>
  <inkml:trace contextRef="#ctx0" brushRef="#br0" timeOffset="-27981.81">12624 11926 15663 0,'2'-1'688'0,"-1"-1"144"0,1 1-656 0,-1 0-176 15,-1 1 0-15,1 0 0 16,1-1 2400-16,0 1 448 0,-2 0 96 0,0 0 0 0,0 0-384 0,25-7-64 16,-25 7-32-16,0 0 0 0,27-5-1184 0,-27 5-224 15,0 0-48-15,0 0-16 0,39 0-512 0,-39 0-96 16,0 0-32-16,0 0 0 0,37 15-352 0,-37-15 144 15,0 0-144-15,0 0 0 0,23 31 0 16,-23-31 0-16,0 0 0 0,4 26 0 0,-4-26 0 0,0 0 0 16,-4 26 0-16,1-19 0 0,0 2-240 0,-1-1 0 0,0-2 0 0,0 0 0 15,-2 0 240-15,1 2-192 0,-2-4 192 0,2 3-192 16,-2-2 192-16,1 2-144 0,0-1 144 0,0 0-128 16,1 1 128-16,0-2-128 0,1 2 128 0,1 0-128 15,-2-1 128-15,2 0 0 0,2-1 0 0,-1-1 0 16,0 1 0-16,1 0 0 0,1-5 0 0,0 0 0 15,0 0 0-15,0 0 0 16,0 0 0-16,0 0 128 0,0 0 80 0,0 0 32 16,0 0 0-16,36 19 0 15,-36-19 128-15,0 0 16 0,29-7 16 0,-29 7 0 0,24-5-272 0,-24 5-128 0,27-5 128 0,-27 5-128 0,0 0 0 16,37-4 0-16,-37 4 0 0,0 0 0 0,33 0 0 0,-33 0 0 16,0 0 0-16,0 0 0 0,31-3 0 0,-31 3 0 15,0 0 0-15,0 0 0 31,0 0-1216-31,0 0-160 0</inkml:trace>
  <inkml:trace contextRef="#ctx0" brushRef="#br0" timeOffset="-27667.56">13025 12060 16575 0,'-1'0'736'0,"0"0"160"0,1 0-720 0,-1 0-176 0,1 0 0 0,0 0 0 15,0 2 2240-15,1-2 432 0,0 1 80 0,0 3 0 16,0-1 128-16,-1-3 0 0,0 0 16 0,0 0 0 16,0 0-1696-16,0 0-352 0,0 0-64 0,22 31-16 0,-22-31-624 0,0 0-144 15,0 0 0-15,0 0-11760 16,0 0-2352-16</inkml:trace>
  <inkml:trace contextRef="#ctx0" brushRef="#br0" timeOffset="-27177.83">13205 11852 12895 0,'-1'0'576'0,"0"0"112"0,0 0-560 0,0 0-128 0,1 0 0 0,0 0 0 16,-1 0 1936-16,1 0 368 0,0 0 64 0,0 0 0 15,0 0-208-15,0 0-48 0,0 0-16 0,1 0 0 16,0 0-368-16,0 0-80 0,-1 0-16 0,0 0 0 16,0 0-512-16,0 0-96 0,0 0-32 0,0 0 0 15,27-10-512-15,-27 10-96 0,0 0-32 0,24-7 0 16,-24 7-144-16,0 0-16 0,28-9-16 0,-28 9 0 16,0 0-176-16,33-7 192 0,-33 7-192 0,0 0 192 15,30-5-192-15,-30 5 0 0,0 0 144 0,30-3-144 16,-30 3 0-16,0 0 0 0,0 0 0 0,0 0 128 0,33 3-128 0,-33-3 0 15,0 0 0-15,0 0 0 0,0 0 0 0,0 0 0 16,0 0 0-16,0 0 128 0,0 0-128 0,0 0 144 16,3 30-144-16,-6-22 160 0,-1-1-160 0,0 4 128 15,0-1-128-15,-1 2 128 0,0 0-128 0,1 2 0 16,-1 2 144-16,-1-1-144 0,2 1 0 0,-1 3 0 16,0 1 0-16,-1 4 128 0,0 2-128 0,-1 0 0 15,1 0 0-15,-1-1 0 0,1 0 0 0,-1 0 0 0,2-1 0 16,-2-3 0-16,2-1 0 0,1-2 0 0,-1-3 0 0,1-1 0 15,4-14-352-15,-5 23-32 0,5-23-16 0,0 0 0 32,-3 22-1232-32,3-22-240 0,0 0-48 0,0 0-16 15,0 0-1232-15,0 0-240 0</inkml:trace>
  <inkml:trace contextRef="#ctx0" brushRef="#br0" timeOffset="-26941.97">13153 12155 15663 0,'-1'-2'688'0,"1"1"144"0,1 0-656 0,0 0-176 15,-1 1 0-15,2 0 0 0,0-1 2272 0,-2 1 416 16,0 0 96-16,21-8 16 0,-21 8-688 0,27-12-144 16,-27 12-32-16,33-12 0 15,-33 12-928-15,34-16-192 0,-17 9-48 0,-1-1 0 16,-16 8-448-16,29-12-112 0,-29 12-16 0,28-11 0 0,-28 11-192 0,24-7 0 15,-24 7-144-15,0 0 144 16,30-8-1280-16,-30 8-176 0,0 0-16 0,0 0-12992 0</inkml:trace>
  <inkml:trace contextRef="#ctx0" brushRef="#br0" timeOffset="-26312.97">13737 11985 5519 0,'0'-7'496'0,"0"1"-496"0,1 0 0 0,-1 3 0 15,1 0 2784-15,-1 3 464 0,1-2 80 0,-1 0 32 16,1-2-400-16,-1-2-80 0,0 2 0 0,0 1-16 15,-1 1-912-15,-2 2-176 0,0 2-48 0,0 3 0 16,0 3-640-16,-2 1-144 0,-1 5-32 0,1 0 0 16,-2 4-592-16,0 2-128 0,0 1-32 0,0 1 0 15,0-1-160-15,2 0 0 0,0 1 0 0,1-5 0 16,0 1 0 0,4-18 0-16,-2 25 0 0,2-25 0 0,0 0 0 0,0 0 0 15,0 0 0-15,24 32 0 0,-24-32 0 0,0 0 0 0,35-2 0 0,-35 2 0 0,32-12 320 0,-13 5 96 16,-1 0 16-16,2-1 0 0,0-1-304 0,0 2-128 15,-2 0 0-15,-1 0 128 0,-17 7-128 0,34-12-176 16,-34 12 48-16,29-12 0 16,-29 12-832-16,23-10-176 0,-23 10-16 0,0 0-15120 0</inkml:trace>
  <inkml:trace contextRef="#ctx0" brushRef="#br0" timeOffset="-26108.17">13865 12006 5519 0,'-3'-3'496'0,"1"1"-496"0,1 2 0 0,1 2 0 16,0-1 1856-16,-2 1 288 16,1 2 48-16,-3 2 16 15,-2 5 720-15,1 6 144 0,-3 4 16 0,2 3 16 16,0 4-1472-16,0 1-288 0,-1-1-64 0,0 0-16 0,0-2 224 0,2-2 48 0,-1 0 16 0,2-5 0 16,0-2-1872-1,1-1-384-15,1-2-80 0,2-14-16 0,0 0 352 0,2 26 64 0,-2-26 0 0,0 0-13440 16</inkml:trace>
  <inkml:trace contextRef="#ctx0" brushRef="#br0" timeOffset="-25714.18">14027 12021 9215 0,'1'-1'816'0,"0"-1"-656"16,1-1-160-16,-1 1 0 0,0 2 2080 0,1-2 384 0,-1 1 80 0,2-1 16 16,3-2 464-16,1-1 112 0,2 0 0 0,2 0 16 15,0 0-1152-15,-11 5-224 16,22-6-48-16,-22 6-16 0,0 0-592 0,35-1-112 16,-35 1-32-16,0 0 0 0,35 7-512 0,-35-7-96 0,0 0-32 0,0 0 0 15,41 29-208-15,-41-29-128 0,0 0 128 0,0 0-128 16,23 40 0-16,-23-40 0 0,0 22 0 0,-3-11 0 15,-2 3 0-15,-1-4 0 0,-1 2 0 0,-1-2-128 16,-1 1-128-16,-2-4 0 0,1 3-16 0,-1-1 0 16,0-2 16-16,-1 1 0 0,0 1 0 0,1-2 0 15,0 0-16-15,1 0 0 0,2-1 0 0,2 0 0 16,2 1 272-16,1-2 0 0,3-5 0 0,0 0 0 0,0 0 0 16,0 0 0-16,0 0 128 0,0 0-128 0,0 0 544 0,37 14 16 15,-37-14 0-15,26-7 0 0,-26 7-256 0,32-12-48 16,-15 5-16-16,0 1 0 0,-1-2-240 0,1 3 0 15,1-3 0-15,-1 2 0 16,-17 6-448-16,32-12-176 0,-32 12-32 16,27-9-16896-16</inkml:trace>
  <inkml:trace contextRef="#ctx0" brushRef="#br0" timeOffset="-25414.44">14495 11861 25791 0,'1'-4'1152'0,"1"2"224"0,1-1-1104 0,-3 3-272 0,0 0 0 0,0 0 0 15,0 0 2304-15,0 0 416 0,0 0 80 0,0 0 16 16,38 12-1120-16,-38-12-224 0,0 0-32 0,35 42-16 15,-35-42-848-15,22 40-160 0,-22-40-32 0,19 48-16 16,-19-48-160-16,15 54-16 0,-15-54-16 0,10 55 0 0,-6-29-176 0,-3 0 128 16,-2 0-128-16,-3-5 128 0,-2 1-128 0,-4-1 0 15,-1-2 0-15,-5 0 0 0,0 0-192 16,-3 0-32-16,0 0 0 0,-3 0-12448 16,-2-2-2480-16</inkml:trace>
  <inkml:trace contextRef="#ctx0" brushRef="#br0" timeOffset="-24816.19">14871 12004 12895 0,'-2'0'1152'0,"1"0"-928"0,1 2-224 0,0-2 0 16,0 0 1536-16,0 0 272 0,1 0 48 0,-1 0 16 16,1 0 480-16,2 1 80 0,1-1 32 0,-4 0 0 15,0 0-752-15,0 0-160 0,29-3-16 0,-29 3-16 16,0 0-608-16,34-3-112 0,-34 3-32 0,0 0 0 15,36-2-432-15,-36 2-80 0,0 0-32 0,37 0 0 16,-37 0-224-16,0 0 0 0,0 0 0 0,36 5-160 16,-36-5-1392-16,0 0-288 0</inkml:trace>
  <inkml:trace contextRef="#ctx0" brushRef="#br0" timeOffset="-24595.99">14844 12177 14735 0,'-1'2'640'0,"1"0"160"0,0-2-640 0,0 0-160 0,0 0 0 0,0 0 0 0,0 0 2016 0,0 0 368 16,0 0 80-16,0 0 16 16,0 0 112-16,39 10 32 0,-39-10 0 0,0 0 0 15,37 2-1072-15,-37-2-208 0,0 0-32 0,40-3-16 0,-40 3-752 0,0 0-160 0,34-4-16 0,-34 4-16 31,0 0-896-31,27-9-176 0</inkml:trace>
  <inkml:trace contextRef="#ctx0" brushRef="#br0" timeOffset="-24076.47">15347 11934 20271 0,'0'0'1792'0,"0"0"-1424"0,0 0-368 0,-1 0 0 16,1 1 1664-16,-1 1 256 15,0 0 48-15,-1 1 16 0,0 2 16 0,0 4 16 0,-1 0 0 0,0 3 0 16,-1 3-1056-16,2 0-224 0,-2 3-32 0,0 3-16 16,1 3-352-16,0 0-64 0,1-1-16 0,-2 1 0 0,0-3-112 15,1 1-16-15,-1-1-128 0,0-2 192 0,4-19-192 0,-5 30 0 31,5-30 0-31,-5 27 0 0,5-27-176 0,0 0-16 0,-2 24-16 0,2-24-11056 32,0 0-2192-32</inkml:trace>
  <inkml:trace contextRef="#ctx0" brushRef="#br0" timeOffset="-23887.76">15397 12161 3679 0,'1'0'320'0,"0"-1"-320"0,-1 1 0 0,0 0 0 16,0 0 2928-16,0 0 512 0,0 0 96 0,0 0 32 16,24-5 256-16,-24 5 48 0,28-7 16 0,-28 7 0 15,37-9-1584-15,-37 9-304 0,37-8-64 0,-37 8-16 16,33-7-1104-16,-33 7-240 0,30-2-32 0,-30 2-16 16,0 0-384-16,38-5-144 0,-38 5 0 0,0 0 144 15,34-2-464 1,-34 2-80-16,0 0-32 0,29-3-16704 0</inkml:trace>
  <inkml:trace contextRef="#ctx0" brushRef="#br0" timeOffset="-23318.92">16187 12041 15663 0,'1'-5'688'0,"-1"1"144"0,1 2-656 0,-1-1-176 0,1 3 0 0,-1-2 0 16,0 1 1120-16,-1 1 192 0,0-3 32 0,0 2 16 16,-1-3 784-16,-1 3 160 0,1-1 16 0,-3 2 16 15,0 2-768-15,-1 1-160 0,0 1-16 0,0 1-16 16,-2 1-640-16,0 3-128 0,1 0-32 0,-2 2 0 16,2 2-288-16,-1 1-64 0,2 2-16 0,-1 1 0 15,3-1-208-15,-1 1 144 0,1 0-144 0,4-17 128 0,-4 30-128 0,4-30 0 16,0 0 144-16,4 36-144 15,-4-36 176-15,0 0-48 0,0 0 0 0,26 34 0 0,-26-34-128 0,0 0 0 16,38 11 144-16,-38-11-144 0,38-4 384 0,-18-1 16 16,2-3 0-16,1-1 0 0,1-3-224 0,-1-2-48 15,-1 0-128-15,-1-3 192 0,0 3-192 0,-2-5 128 16,-1 0-128-16,-3 0 0 0,-1 2 0 0,-3-1 128 16,-3-2-128-16,-2 4 0 0,-4 0 0 0,-2 1 0 15,-4-2 0-15,-4 3 0 0,-1 0 0 0,-5 4 0 16,-2 1 0-16,-2 3 0 0,-2 3 0 0,-2 3 0 0,-1 2-208 0,-1 0 64 31,0 3-240-31,2 1-64 0,2 0 0 0,-1 3 0 16,1 1-256-16,1 2-64 0,1-2-16 0,4 1 0 15,2-2-1232-15,3 1-240 0,1-3-48 0,5-2-10944 0</inkml:trace>
  <inkml:trace contextRef="#ctx0" brushRef="#br0" timeOffset="-23036.02">16419 11826 17503 0,'2'-8'768'0,"-1"6"176"0,0-3-752 0,-1 3-192 0,0 0 0 0,-1 2 0 0,1-1 1728 0,-1 1 304 16,0-2 64-16,-1 2 16 0,-1 0-80 0,0 0-16 16,-1 3 0-16,-1 1 0 0,1 1-672 0,0 2-128 15,-1 0-16-15,1 3-16 16,4-10-560-16,-10 21-112 0,6-6-32 0,-3 2 0 15,2 1-320-15,-2 3-160 0,1 1 160 0,-1 2-160 16,1 1 0-16,-2 2 0 0,1 2 0 0,-3 1 0 16,0 3 0-16,-1-2 0 0,0 2 0 0,0-5 0 0,2-4-128 0,-1 0 128 0,2-2 0 0,1-2 0 31,0-3-1280-31,1-5-160 0,1 2-32 0,-1-5-14080 0</inkml:trace>
  <inkml:trace contextRef="#ctx0" brushRef="#br0" timeOffset="-22795.42">16090 12445 11055 0,'0'-1'480'0,"0"1"112"0,0-1-464 0,1 0-128 0,0 1 0 0,-1 0 0 0,0 0 2240 0,0 0 416 16,0 0 96-16,0 0 0 15,22-7-32-15,-22 7-16 0,0 0 0 0,33-6 0 0,-33 6-736 0,30-4-160 16,-30 4-16-16,34-5-16 0,-34 5-816 0,39-6-176 15,-39 6-16-15,40-10-16 0,-40 10-496 0,34-7-112 16,-34 7-16-16,31-9 0 0,-31 9-128 0,26-8 0 16,-26 8 0-16,21-7-11984 15,-21 7-2320-15</inkml:trace>
  <inkml:trace contextRef="#ctx0" brushRef="#br0" timeOffset="-22445.79">16296 11745 9215 0,'-6'-2'816'0,"2"2"-656"0,2 0-160 0,0 0 0 0,1 2 1168 0,1-2 208 15,0 0 32-15,-1 2 16 0,0-1 1904 16,1-1 368-16,0 0 80 0,0 0 0 0,0 0-1040 0,0 0-224 16,33 6-32-16,-33-6-16 0,28-2-1248 0,-28 2-240 15,39-5-48-15,-17 0-16 0,2 3-592 0,1-2-128 16,1 1-32-16,0 0 0 15,0 1-160-15,0 1 0 0,-26 1-160 0,49 1-17888 0</inkml:trace>
  <inkml:trace contextRef="#ctx0" brushRef="#br0" timeOffset="-21210.69">16831 11864 11967 0,'2'0'1072'0,"-2"-2"-864"0,0 1-208 0,0 1 0 16,0 0 1728-16,0 0 288 0,1-2 64 0,0 1 16 16,0-1 336-16,1 1 64 0,-1 0 0 0,-1-1 16 15,-1 0-672-15,0 2-144 0,0-1-32 0,-1 1 0 16,1 0-672-16,-2 1-144 0,0 1-16 0,-1 0-16 15,1 0-368-15,-2 1-80 0,-1 2-16 0,1 1 0 16,-1 2-192-16,0-1-32 0,-2 4-128 0,1 4 192 16,-1 0-192-16,-1 3 128 0,0 2-128 0,1 1 0 15,0 4 128-15,2-1-128 0,0 1 0 0,2 0 0 16,2-1 144-16,1-1-144 0,1-23 128 0,2 45-128 16,-2-45 0-16,7 36 128 0,-7-36-128 0,0 0 0 0,17 39 0 0,-17-39 0 15,0 0 0-15,0 0 0 0,27 30 0 0,-27-30 0 16,0 0 0-16,0 0 0 15,35 3-1280-15,-35-3-128 0,18-8-16 0,-18 8-14720 16</inkml:trace>
  <inkml:trace contextRef="#ctx0" brushRef="#br0" timeOffset="-20833.15">16904 12006 13823 0,'1'0'608'0,"0"-2"128"0,1 2-592 0,-1-1-144 0,0 1 0 0,0 0 0 16,1 0 1984-16,-2 0 352 0,0 0 80 0,0 0 16 16,24-5-368-16,-24 5-64 0,22-4-16 0,-22 4 0 15,0 0-592-15,34-5-128 0,-34 5-32 16,0 0 0-16,34-2-560 0,-34 2-112 16,0 0-32-16,0 0 0 0,36 16-336 0,-36-16-192 0,0 0 192 0,0 0-192 15,21 30 0-15,-21-30 0 0,0 0 0 0,2 30 0 16,-2-30 0-16,-8 23-304 0,3-12 64 0,-3 0 16 15,1 1-224 1,-2-3-32-16,0 0-16 0,-1 1 0 0,0-2 112 0,-1 0 32 0,1 0 0 0,-1-4 0 0,1 2 352 0,1-1 0 16,1-1-144-16,-1 1 144 0,3-1 0 0,0-1 0 15,1 1 0-15,0 1 144 0,2-3 288 0,1 1 48 16,2-3 16-16,0 0 0 0,0 0 176 0,0 0 32 16,0 0 16-16,0 0 0 0,0 0-48 0,0 0-16 15,38 20 0-15,-38-20 0 0,24-3-336 0,-24 3-80 16,27-6-16-16,-27 6 0 0,27-9-400 0,-27 9-80 15,24-9 0-15,-24 9-16 16,24-10-1328-16,-24 10-272 0,21-12-48 0,-21 12-13568 0</inkml:trace>
  <inkml:trace contextRef="#ctx0" brushRef="#br0" timeOffset="-20643.51">17196 12134 7359 0,'0'0'320'0,"0"0"80"0,0 0-400 0,0 0 0 0,0 0 0 0,0 0 0 15,0 0 2368-15,0 0 400 0,0 0 80 0,0 0 16 16,0 0 544-16,0 0 112 0,0 0 32 0,33 7 0 16,-33-7-1264-16,0 0-256 15,0 0-48-15,0 0-16 0,0 0-1296 0,0 0-256 16,20 31-48-16,-20-31-16 0,0 0-352 0,0 0 0 0,0 0 0 0,0 0 0 16,0 0-1600-16,0 0-224 0</inkml:trace>
  <inkml:trace contextRef="#ctx0" brushRef="#br0" timeOffset="-20281.64">17447 11893 11055 0,'0'0'976'0,"0"0"-784"16,0 0-192-16,0 0 0 0,0 0 2688 0,0 0 480 15,0 0 96-15,0 0 32 0,0 0 256 0,0 0 48 0,38 3 16 0,-38-3 0 32,0 0-2016-32,35-3-416 0,-35 3-80 0,29-5-16 0,-29 5-624 0,33-8-128 15,-33 8-16-15,36-9-16 0,-18 4-304 0,-18 5 128 0,35-10-128 16,-35 10 0-16,31-4 128 0,-31 4-128 0,25-3 0 0,-25 3 0 16,0 0 0-16,0 0 0 0,0 0 0 0,0 0 0 15,31 19 0-15,-31-19 0 0,0 0 0 0,-5 31 0 16,5-31 0-16,-11 27 160 0,5-10-160 0,-2 1 128 15,2 3-128-15,-1 1 0 0,0 1 0 0,-1 3 0 16,-1 3 0-16,0-1 0 0,0 0-160 0,0-2 160 0,0-2-272 16,1 0 32-16,0-3 16 0,1-2 0 0,1 0 32 15,6-19 16-15,-11 29 0 0,11-29 0 32,-7 24-1168-32,7-24-256 0,-7 16-32 0,7-16-9136 0,0 0-1840 0</inkml:trace>
  <inkml:trace contextRef="#ctx0" brushRef="#br0" timeOffset="-20029.38">17516 12143 10127 0,'-2'-2'448'0,"1"-1"96"0,1 3-544 0,0-2 0 16,0 2 0-16,0 0 0 16,0 0 2208-16,0 0 336 0,0 0 64 0,0 0 16 0,0 0 832 0,0 0 160 0,36 3 32 0,-36-3 16 15,0 0-1536-15,35-3-304 0,-35 3-64 16,29-4-16-16,-29 4-1072 0,31-9-224 0,-31 9-32 0,33-11-16 15,-16 4-272-15,1 0-128 0,-1 0 0 0,1 0 128 32,-1-2-128-32,-2 4 0 0,0-3 0 0,-15 8 0 15,26-11-704-15,-26 11-64 0,21-10 0 0,-21 10-16 0,16-11-1856 0,-16 11-368 16,13-9-80-16,-13 9-10576 0</inkml:trace>
  <inkml:trace contextRef="#ctx0" brushRef="#br0" timeOffset="-19731.39">18057 11887 15663 0,'0'0'688'0,"0"0"144"0,0 0-656 0,0 0-176 0,0 0 0 0,0 0 0 0,0 0 2496 0,0 0 480 15,0 0 96-15,-7 9 0 0,2-1-640 0,-2-3-128 16,0 4-16-16,-1 1-16 0,0-1-1152 0,0 0-224 31,-2 3-64-31,1 2 0 0,-1 1-384 0,0-1-64 16,0 3-32-16,0-1 0 0,1 3-208 0,2-2-144 15,-1-1 192-15,8-16-192 0,-8 29 144 0,8-29-144 16,-1 26 0-16,1-26 144 0,0 0-144 0,0 0 0 16,17 35 0-16,-17-35 0 0,0 0 0 0,0 0 0 0,38 8 0 0,-38-8 0 15,25-8 144-15,-25 8-144 0,27-9 160 0,-13 3-160 16,-14 6 0-16,31-13 0 0,-16 6 0 0,-1 0 0 16,-14 7-176-16,26-12 32 0,-13 5 0 0,-2 0 0 31,-11 7-352-31,20-12-64 0,-20 12-16 0,15-12 0 15,-15 12-960-15,11-12-192 0,-7 7-32 0,-1 0-8224 0,-2 1-1664 0</inkml:trace>
  <inkml:trace contextRef="#ctx0" brushRef="#br0" timeOffset="-19542.91">18149 11957 3679 0,'-2'-1'320'16,"0"-1"-320"-16,2 2 0 0,0 0 0 16,0 0 2432-16,0 0 400 0,0 0 96 0,-7 9 16 0,7-9 736 0,-9 15 160 15,4-4 16-15,-1 3 16 0,-1 1-1424 0,0 1-272 16,0 4-64-16,-2 0-16 15,0 2-864-15,0 2-160 0,-1-1-48 0,0-2 0 0,1-1-512 16,-1-1-96-16,1 0-32 0,2-3 0 0,1 0-256 0,6-16-128 16,-10 25 0-16,10-25 128 15,0 0-560-15,-4 21-112 0,4-21-32 0,0 0-17072 16</inkml:trace>
  <inkml:trace contextRef="#ctx0" brushRef="#br0" timeOffset="-19148.93">18274 11994 25791 0,'0'0'1152'0,"0"0"224"0,0 0-1104 0,0 0-272 0,0 0 0 0,0 0 0 16,0 0 1856-16,0 0 320 0,0 0 64 0,0 0 16 15,0 0-720-15,29 1-128 0,-29-1-48 0,0 0 0 16,30 0-656-16,-30 0-128 0,0 0-16 0,34 3-16 15,-34-3-352-15,0 0-192 0,34 10 192 0,-34-10-192 16,0 0 0-16,0 0 0 0,33 24 0 0,-33-24 0 16,0 0 0-16,0 0 0 0,13 31 0 0,-13-31 0 15,0 0 0-15,-10 29 0 0,10-29 0 0,-15 20 0 16,7-9 0-16,-1 0 0 0,-2 1-192 0,2-2 48 0,0-1-48 0,-1 2 0 16,0-1 0-16,1-2 0 0,1 1 0 0,8-9-16 15,-13 17 0-15,13-17 0 0,-9 14 208 0,9-14 0 16,0 0 0-16,0 0 0 0,0 0 0 0,0 0 0 15,0 0 0-15,0 0 160 0,29 21 144 0,-29-21 16 16,24-4 16-16,-24 4 0 0,31-10-192 0,-13 5-144 16,-18 5 192-16,38-11-192 0,-17 5 0 0,-2 1 0 15,-19 5 0-15,38-9 0 0,-38 9 0 0,33-6 0 0,-33 6-240 16,28-8 80 0,-28 8-1680-16,25-5-336 0</inkml:trace>
  <inkml:trace contextRef="#ctx0" brushRef="#br0" timeOffset="-18911.95">18798 11908 17503 0,'0'0'1552'0,"0"0"-1232"0,0 0-320 0,0 0 0 15,0 0 2448-15,0 0 432 0,0 0 96 0,22 32 16 16,-22-32-192-16,21 33-48 0,-21-33 0 0,25 42 0 15,-25-42-1584-15,24 44-320 0,-24-44-64 0,21 46-16 0,-21-46-400 0,14 47-96 16,-14-47-16-16,5 46 0 0,-5-46-256 0,-3 38 0 16,3-38 128-16,-17 35-128 0,5-18 0 0,-4-1-304 15,-3 1 64-15,-3 2 16 32,-1 0-896-32,-2 0-176 0</inkml:trace>
  <inkml:trace contextRef="#ctx0" brushRef="#br0" timeOffset="-17448.53">19136 12184 12879 0,'5'-7'1152'0,"-1"4"-928"16,-4 3-224-16,2-2 0 0,-2 2 0 0,3-2 0 16,1-1 0-16,1-2 0 0,4-2 0 0,-1 0-160 15,0 0 416-15,0 1 64 16,-2 0 32-16,-1 3 0 0,0-1-352 0,-3 2-208 16,1 0 16-16,-1 1 16 0,-1 1 176 15,-1 0 0-15,1-2 0 0,-1 2 0 0,-1 0 0 16,1 0-192-16,0 2 192 0,-1-2-192 15,0 0-912-15,0 0-192 0,-1 0-48 0,1 0 0 0,0 0 960 0,-1 0 192 16,0 0 48-16,0 0 144 0,0 0-192 0,-1 0 192 16,2 0-192-16,-1 0 192 0,0-2 1440 0,0 2 384 15,1 0 80-15,0-2 16 0,1 2 944 0,0-1 176 0,1 1 32 0,1-2 16 16,-2 2-672-16,0 0-144 16,0 0-32-16,20-2 0 0,-20 2-624 0,0 0-128 0,35-5-16 0,-35 5-16 15,29-5-736-15,-29 5-144 0,35-4-16 16,-35 4-16-16,34-3-288 0,-34 3-48 0,38-5-16 0,-38 5 0 15,38-2-64-15,-38 2-128 0,37-5 176 0,-37 5-176 16,33-2 0-16,-33 2 0 0,0 0 0 0,34 2 0 16,-34-2-160-16,0 0-96 0,0 0 0 0,0 0-17968 15</inkml:trace>
  <inkml:trace contextRef="#ctx0" brushRef="#br0" timeOffset="-17180.66">19159 12259 11967 0,'1'-1'1072'0,"1"0"-864"16,-2 1-208-16,0 0 0 0,0 0 2464 0,0 0 448 16,0 0 96-16,0 0 0 0,29-5 16 0,-29 5 0 15,27-6 0-15,-27 6 0 0,30-3-1264 0,-30 3-256 16,34-5-48-16,-34 5-16 0,39-2-736 0,-39 2-128 15,42-2-48-15,-42 2 0 0,47-5-336 0,-23 2-64 16,0 1 0-16,-2-2-128 0,-22 4 0 0,44-6 0 16,-44 6 0-16,40-4 0 15,-40 4-1200-15,36-5-192 0,-36 5-32 0,33 0-15392 0</inkml:trace>
  <inkml:trace contextRef="#ctx0" brushRef="#br0" timeOffset="-16534.72">19969 11906 11055 0,'1'0'976'0,"0"-1"-784"16,-1 0-192-16,0 1 0 0,1 0 1440 0,-1-2 240 16,1 1 48-16,0-1 16 0,1 2 624 0,-1-3 112 15,0 3 16-15,0 0 16 0,-1 3-496 0,0-3-96 16,0 0-32-16,0 0 0 0,-3 27-688 0,3-27-144 15,-6 32-32-15,6-32 0 0,-8 43-592 0,1-19-128 16,2 4-32-16,-3 1 0 16,1-1 0-16,-3-2 0 0,2 2 0 0,-1-2 0 15,1-2-80-15,-2 0 0 0,2-2-16 0,0-1 0 0,1-1-176 0,1-3 0 0,1 0 0 16,5-17 0 0,-7 24-1216-16,7-24-112 0,0 0-16 0,0 0-14768 0</inkml:trace>
  <inkml:trace contextRef="#ctx0" brushRef="#br0" timeOffset="-15967.65">20066 12186 22111 0,'-3'0'1968'0,"3"0"-1584"16,0 0-384-16,0 0 0 16,0 0 1392-16,0 0 192 0,0 0 32 0,0-2 16 0,0 2 672 0,4-5 128 15,-4 5 16-15,12-6 16 0,-12 6-1392 0,17-6-288 16,-17 6-48-16,21-7-16 16,-21 7-304-16,25-5-64 0,-25 5-16 0,26-5 0 15,-26 5-192-15,26-2-144 0,-26 2 192 0,0 0-192 0,33 0 0 0,-33 0 0 16,0 0 0-16,29 2 0 15,-29-2-768-15,0 0-224 0,0 0-32 0,29 1-16144 0</inkml:trace>
  <inkml:trace contextRef="#ctx0" brushRef="#br0" timeOffset="-15558.59">20476 12056 8287 0,'2'-3'368'0,"-1"1"80"0,1-1-448 0,-1 1 0 0,0 2 0 0,-1 0 0 16,0 0 2368-16,0 0 384 0,3-4 64 0,-2 3 32 16,0-1 160-16,0 0 48 0,-1 2 0 0,0 0 0 31,0 0-1248-31,0 0-240 0,-7 14-48 0,7-14-16 0,-10 16-800 0,10-16-176 0,-13 22-16 0,13-22-16 31,-13 28-240-31,13-28-64 0,-12 31 0 0,12-31 0 16,-10 28-192-16,10-28 0 0,0 0 128 0,-3 36-128 0,3-36 0 0,0 0 0 15,0 0 0-15,0 0 0 0,20 33 0 0,-20-33 128 16,0 0-128-16,0 0 0 0,29 3 448 0,-29-3 32 16,16-8 16-16,-7 2 0 0,-1 0-208 0,2 0-32 15,2-4-16-15,-1 1 0 0,1-1-240 0,-1-2 0 16,0 0 0-16,-2 1 0 0,1-1 0 0,-3 0 0 16,-1 0 0-16,-1-2 0 0,-1 0 0 0,-3 2 0 15,-1-2 0-15,-2 0 0 0,-2 1 0 0,0 0 0 16,-3 1 0-16,0 2 0 0,-1 0 0 0,-1 3 0 15,0 2 0-15,-2 3 0 0,2 2 0 0,-1 2 128 16,-1 3-128-16,2 1 0 0,-1 2 0 0,2-1 0 0,0 1 0 0,8-8 0 16,-13 18-272-16,13-18 48 0,-8 17 16 0,8-17 0 31,0 0-1440-31,0 0-272 0</inkml:trace>
  <inkml:trace contextRef="#ctx0" brushRef="#br0" timeOffset="-15354.54">20698 12187 17503 0,'0'0'1552'0,"0"0"-1232"15,0 0-320-15,0 0 0 0,0 0 2560 0,0 0 448 16,0 0 80-16,0 0 32 0,0 0-224 0,0 0-32 16,0 0-16-16,32 20 0 0,-32-20-1904 0,0 0-384 15,0 0-80-15,0 0-16 0,0 0-464 16,0 0 0-16,0 0-128 0,17 30-11872 15,-17-30-2368-15</inkml:trace>
  <inkml:trace contextRef="#ctx0" brushRef="#br0" timeOffset="-14756">21020 12033 17503 0,'0'0'1552'0,"0"0"-1232"0,0 0-320 0,0 0 0 15,0 0 2368-15,0 0 400 0,0 0 96 0,0 0 16 16,15-3 64-16,-9 0 0 0,3 0 16 0,-1-1 0 0,1 0-1824 0,0-2-368 15,2 2-80-15,0-3-16 0,0 0-352 0,0-1-64 16,1 1 0-16,-1-1-16 0,0-1-240 0,-1 0 128 16,-1 0-128-16,-2-2 0 15,1 1 0-15,-5 0 128 0,1 0-128 0,-3 1 0 16,-3-1 0-16,-2 3 0 0,-1-2 0 0,-2 4 0 0,-1 0 0 0,-2 3 0 16,-2 0 0-16,-1 2 0 0,1 3 0 0,-2 0 0 15,-1 3 0-15,-1-2 0 0,2 3 0 0,0 1-128 16,-2 2 128-16,-1 1-160 0,2 1 160 0,0 2-160 15,1-1 160-15,1 2-160 0,1-1 160 0,2-2-160 16,3 2 160-16,7-14-160 0,-10 22 160 0,10-22 0 0,0 0 0 0,0 0 0 16,0 0 0-16,0 0 0 0,0 0-144 0,26 26 144 31,-26-26-512-31,20-4-16 0,-6 1-16 0,1 0 0 0,-2-1 176 0,2 0 48 0,-2 0 0 0,1 0 0 16,0 0 320-16,-2 1-144 0,-12 3 144 0,21-5 0 15,-21 5 0-15,0 0 0 0,0 0 0 0,0 0 0 16,0 0 0-16,0 0 0 0,0 0 0 0,0 0 0 15,12 43 240-15,-12-43 48 0,-12 28 16 0,12-28 0 16,-15 31-144-16,15-31-32 0,-16 39 0 0,8-19 0 16,-1-1-128-16,1 0 128 0,-2 0-128 0,0 3 128 0,-2-4 0 15,0 2-128-15,-1-1 192 0,1 0-64 0,1-3-128 0,1 0 192 16,0-1-192-16,0-1 192 0,0-2-192 16,1 0 0-16,1-1 0 0,-1-2-176 15,2-1-1392-15,7-8-288 0,-12 9-48 0,7-6-13984 16</inkml:trace>
  <inkml:trace contextRef="#ctx0" brushRef="#br0" timeOffset="-14034.75">21363 12041 5519 0,'-2'0'496'0,"1"0"-496"0,0 0 0 0,1 0 0 0,0 0 3920 0,0 0 688 15,0 0 144-15,0 0 32 0,0 0-1136 0,3-4-208 16,0 1-48-16,-3 3-16 0,11-7-1504 16,-5 2-288-16,4-1-64 0,-1 0-16 15,2-1-944-15,1-2-192 0,0-1-48 0,1 1 0 0,1-1-176 0,-2-1-144 16,1 1 192-16,-1 0-192 0,-2-1 0 0,0 1 0 15,-3 1 0-15,-1-1 0 0,-3-1 0 0,-1 1 0 16,-2 1 0-16,-3 0 0 0,0 1 0 0,-4 1 0 16,-2 2 0-16,-1 0 0 15,-1 3 0-15,-2 2 0 0,-1 0 0 0,-1 2 0 0,0 1 0 0,-1 2 0 16,1 1 0-16,-3 4-144 0,1-2 144 0,1 3 0 0,-1 1-144 16,2-1 144-16,0 4 0 0,1-1 0 15,1 0 0-15,2-2 0 0,2 1 0 0,9-13 0 0,-10 20 0 0,10-20 0 16,0 0 0-16,0 0 0 0,0 0 0 15,0 0 0-15,0 0 0 0,0 0 0 0,36 23 0 0,-36-23 0 16,24-4 0-16,-24 4 0 0,28-7 0 0,-13 5 0 16,-1-2-128-16,-1 1 128 0,1-2-160 0,-2 3 160 15,-12 2 0-15,22-5-144 0,-22 5 144 0,16-3 0 16,-16 3 0-16,0 0 0 0,0 0 0 0,0 0-128 16,0 0 128-16,0 0 0 0,0 0 0 0,0 0 0 15,0 0 0-15,0 0 0 0,14 38 0 0,-14-38 0 16,-7 22 0-16,7-22 144 0,-9 26-144 0,9-26 160 15,-11 30-160-15,11-30 0 16,-14 34 144-16,14-34-144 0,-14 33 0 0,14-33 128 0,-15 32-128 0,7-16 0 0,8-16 0 16,-16 33 0-16,16-33 0 0,-14 26 128 0,14-26-128 0,-10 19-160 15,10-19 160-15,-10 16-208 16,10-16-1328 0,0 0-256-16</inkml:trace>
  <inkml:trace contextRef="#ctx0" brushRef="#br0" timeOffset="-13624.62">21801 11832 11967 0,'6'-4'1072'0,"-6"4"-864"16,7-5-208-16,-7 5 0 0,0 0 1888 0,0 0 336 0,0 0 64 0,8-5 16 16,-8 5 592-16,0 0 128 0,0 0 32 0,0 0 0 15,0 0-1072-15,0 0-192 0,-10 26-64 0,0-14 0 16,-2 3-1072-16,-3 4-208 0,-3 2-64 0,0 2 0 15,-1 1-240-15,0 2-144 0,0 3 160 0,0-1-160 16,3 1 128-16,-1-2-128 0,2 2 0 0,1-4 144 16,3 0-144-16,2-2 0 0,9-23 0 0,-10 34 0 15,10-34 0-15,0 0 0 0,3 34 128 0,-3-34-128 0,0 0 0 16,0 0 0-16,28 17 0 0,-28-17 0 0,21-3 0 0,-21 3 0 16,22-7 128-16,-10 0-128 0,1 2 128 0,0-3-128 15,1-1 128-15,0 0-128 0,-1-1 0 0,0 0 0 16,-1 1 0-16,-2 0 0 0,-1-1 0 0,-1 1 0 15,-3-1 0-15,1-1 0 0,-2 1 0 0,-3-2 0 16,0 0 0-16,-3 0 0 0,-1 3 0 0,-3 0 0 16,-1 1 0-16,-3 2 0 0,-3 1 0 0,0 2 0 15,-1 3 0-15,-3 3 0 16,1 2 0-16,0 1-272 0,0 2 64 0,1-1 16 0,1 2 192 0,1-1-192 16,2 0 192-16,2 0-192 15,9-8-128-15,-11 10 0 0,11-10-16 0,0 0-16560 0</inkml:trace>
  <inkml:trace contextRef="#ctx0" brushRef="#br0" timeOffset="-13026.43">22042 11994 14735 0,'3'-2'640'0,"-2"-1"160"0,-1 3-640 0,0 0-160 0,0 0 0 0,3-4 0 0,-3 4 2896 0,0 0 560 16,0 0 96-16,0 0 32 0,10-3-128 0,-10 3-32 15,0 0 0-15,11-5 0 0,-11 5-2144 0,11-4-448 16,-11 4-64-16,14-5-32 0,-6 0-432 16,2-2-96-16,0 2-16 0,3-3 0 0,-1 0-192 0,0 1 176 15,1-3-176-15,-1 1 160 16,0-1-160-16,0 1 0 15,-2-1 0-15,0 0 0 0,-1 1 0 0,-3-3 0 16,-1 1 0-16,-3 1 0 0,-2-2 0 0,-2 2 0 16,-3 1 0-16,-1 0 0 0,-4 2-176 0,-2 3 48 15,0 1 0-15,-2 2 0 16,-2 1-288-16,-1 4-48 0,-2 0-16 0,0 3 0 0,2 0 176 0,-1 2 48 0,1 3 0 0,0 0 0 16,2 2 256-16,1 0-192 0,0 0 192 0,2-1-160 15,1 0 160-15,11-13 0 0,-13 24 0 0,13-24 0 16,0 0 0-16,0 0 0 0,0 0 0 0,0 0 0 15,21 31 0-15,-21-31-208 0,22-2 80 0,-22 2 128 16,28-6-320-16,-12 2 64 0,0-3 16 0,1 3 0 16,0-3-64-16,-2 2-16 0,-2 0 0 0,-1 0 0 15,-2 3 144-15,-2-3 32 0,-8 5 0 0,12-5 0 16,-12 5 144-16,0 0 0 0,7-4 0 0,-7 4 0 16,-1 0 0-16,1 0 0 0,0 0 0 0,-6 4 128 15,6-4 0-15,0 0 16 0,0 0 0 0,-9 15 0 0,9-15 64 16,0 0 16-16,0 0 0 0,-9 33 0 0,9-33 80 0,-7 30 16 15,7-30 0-15,-10 43 0 0,4-17-320 0,-2 0 160 16,0 3-160-16,-3-2 128 0,1 0-128 0,-1 2 0 16,-2-3 0-16,1 0 0 0,0-3 0 0,1-1 0 15,1-3-192-15,10-19 192 16,-16 33-960-16,16-33-80 0,-9 20-16 0,9-20-15520 0</inkml:trace>
  <inkml:trace contextRef="#ctx0" brushRef="#br0" timeOffset="-12773.55">22312 12059 15663 0,'0'0'688'0,"0"0"144"0,0 0-656 0,0 0-176 0,0 0 0 0,0 0 0 15,0 0 2560-15,0 0 496 0,0 0 80 0,0 0 32 16,25 1-240-16,-25-1-48 0,16-4-16 0,-16 4 0 15,19-8-1696-15,-19 8-336 0,21-7-64 0,-10 2 0 16,-11 5-512-16,25-6-80 0,-11 0-32 0,-14 6 0 16,26-6-144-16,-26 6 0 0,23-7 0 0,-23 7 0 15,17-3 0-15,-17 3 0 0,0 0 0 0,0 0 0 16,23-1-704-16,-23 1-64 0,0 0 0 0,0 0-16448 16</inkml:trace>
  <inkml:trace contextRef="#ctx0" brushRef="#br0" timeOffset="-12569.07">22238 12193 21183 0,'0'0'944'0,"0"0"192"0,0 0-912 0,0 0-224 0,0 0 0 0,0 0 0 16,0 0 2576-16,0 0 480 0,0 0 80 0,30 1 32 15,-30-1-1040-15,32-4-208 0,-32 4-32 0,32-6-16 16,-32 6-1216-16,30-8-240 0,-30 8-48 0,27-7-16 15,-27 7-352-15,25-7 0 0,-25 7 0 0,22-4 0 32,-22 4-1264-32,21-6-208 0,-21 6-64 0,21-4-14912 0</inkml:trace>
  <inkml:trace contextRef="#ctx0" brushRef="#br0" timeOffset="-12190.16">22814 11985 4607 0,'2'-3'400'0,"-1"-2"-400"0,0 1 0 0,-1 4 0 0,1-3 1952 0,-1 3 304 15,0-2 64-15,0 0 16 0,0-1 672 0,-1 0 144 16,0-1 32-16,-1 0 0 0,0 3-1024 0,-3 1-208 16,5 0-32-16,-10 7-16 0,10-7-496 0,-14 15-112 15,14-15-16-15,-17 25 0 16,17-25-672-16,-18 30-144 0,18-30-16 0,-17 39-16 0,17-39 48 0,-10 38 16 15,10-38 0-15,-4 34 0 0,4-34-176 0,0 0-16 16,8 38-16-16,-8-38 0 16,0 0-160-16,0 0-128 0,30 22 192 0,-30-22-192 0,21-1 176 0,-10-4-176 0,2-2 160 0,1-2-160 15,2-1 0-15,-1-2 0 0,1-2 0 0,-1 2 0 16,-3 0 0-16,0-2 0 0,-1-1 0 0,-2 1 0 16,-2 0 0-16,-1 0 0 15,-3 2 0-15,-2-1 0 0,-3 0 0 0,-2 1 0 0,-2 1 0 0,-2-1 0 16,-1 2 0-16,-1 1-240 0,-3-2 80 0,0 3 16 15,0 3 144-15,-1 0-128 0,1 1 128 0,1 4-128 16,1 1-64-16,1 3-16 0,0 0 0 0,2 1 0 16,0 2-272-1,8-7-48-15,-11 12-16 0,11-12-16400 0</inkml:trace>
  <inkml:trace contextRef="#ctx0" brushRef="#br0" timeOffset="-11748.81">23065 12001 13311 0,'-1'0'1184'0,"1"0"-944"0,0-3-240 0,0 3 0 15,0 0 2192-15,0-2 400 16,0 2 80-16,0-2 16 0,0 0 1200 0,0-1 224 0,0-2 48 0,1 3 48 16,-1 0-1648-16,1-1-320 0,0-1-64 0,0 1 0 15,-1 2-1392-15,0 0-272 0,0-1-64 0,0 2 0 16,0 0-448-16,0 0 0 0,0-1 0 0,0 1 0 16,0 0 0-16,0 0 0 0,0 0 0 0,0 0-192 15,0 0 192-15,0 0-208 0,0 0 80 0,0 0 128 16,0 0-160-16,0 0 160 0,-7 25-128 0,7-25 128 0,0 0 0 15,0 0 0-15,0 0-128 0,0 0 128 0,0 0 0 0,0 0 0 16,0 0 0-16,0 0 0 0,-1 32 0 0,1-32-128 16,0 0 128-16,0 0 0 0,0 0-192 15,0 0 64-15,0 0 128 0,0 0-192 0,0 0 192 0,16 34 0 16,-16-34 0-16,0 0 0 0,0 0 0 0,0 0 0 16,0 0 0-16,0 0 0 15,0 0 0-15,0 0 0 0,0 0 0 0,0 0-13632 16,0 0-2688-16</inkml:trace>
  <inkml:trace contextRef="#ctx0" brushRef="#br0" timeOffset="-11074.89">23369 11918 17503 0,'3'-2'1552'0,"0"-1"-1232"0,-3 3-320 0,2-4 0 16,-2 4 2160-16,0 0 368 0,2-3 80 0,-2 3 16 16,4-5 0-16,-2 3 0 0,-2 2 0 0,1-5 0 15,-1 5-1232-15,-4 0-240 0,4 0-64 0,-7 5 0 16,2 0-656-16,5-5-144 0,-13 14-32 0,5-4 0 16,-1 1-96-16,1 2-32 0,-1 3 0 0,0-2 0 15,9-14-128-15,-16 33 0 0,16-33 144 0,-13 33-144 16,13-33 0-16,-6 31 128 0,6-31-128 0,0 0 0 15,-1 36 0-15,1-36 0 0,0 0 0 0,0 0 0 0,0 0 0 0,27 24 0 16,-27-24 0-16,21-1 0 0,-21 1 0 0,27-9 0 16,-11 3 0-16,0-2 0 0,0-2 0 0,1-1-128 15,0-1 128-15,-1 0 0 0,-3-2 0 0,0 0 0 16,-1 2 0-16,-4-2-128 0,-1 2 128 0,-2 0 0 16,-1 0 0-16,-2 0 0 0,-3 0 0 0,-2 0 0 15,-2 0 0-15,0 1 0 0,-3 1 0 0,-1 3 0 16,0-1 0-16,-2 2 0 0,1 3 0 0,0 1 0 15,-1 2 0-15,1 2-128 16,0 1-272-16,-1 1-48 0,0 1-16 0,-1 0 0 16,1 2-1072-16,-1 0-224 0</inkml:trace>
  <inkml:trace contextRef="#ctx0" brushRef="#br0" timeOffset="-9795.61">23633 11840 7359 0,'0'0'656'0,"-4"0"-528"0,4 0-128 0,-3-2 0 16,3 2 832-16,0 0 128 0,0 0 16 0,-2-1 16 15,2 1 1952-15,-3-2 384 0,3 2 64 0,-3-3 32 0,1 1-416 0,2 2-96 16,-3-4-16-16,3 4 0 0,-2-2-1232 15,2 2-256-15,-1-3-64 0,1 3 0 0,0 0-656 16,0 0-144-16,0 0-32 0,0 0 0 0,0 0-240 0,0 0-48 16,0 0-16-16,0 0 0 0,0 0-80 0,0 0-128 15,0 0 176-15,0 0-176 0,0 0 192 0,0 0-192 16,0 0 192-16,0 0-192 0,0 0 192 0,0 0-192 16,0 0 192-16,0 0-192 0,0 0 144 0,0 0-144 15,0 0 0-15,0 0 144 0,0 0-144 0,0 0 0 16,0 0 144-16,-5 0-144 0,5 0 0 0,0 0 0 15,0 0 0-15,0 0 128 0,0 0-128 0,-1 0 0 16,1 0 0-16,0 0 0 16,0 0 0-16,0 0 0 0,0 0 0 0,0 0 0 15,0 0 128-15,0 0-128 0,0 0 128 0,-2-2-128 0,2 2 128 0,0 0-128 0,0 0 128 0,0 0-128 16,0 0 0-16,-10 11 128 0,10-11-128 0,0 0 0 16,-9 17 0-16,9-17 144 15,-9 21-144-15,9-21 0 0,-8 24 128 0,8-24-128 0,-8 26 0 16,8-26 0-16,-4 29 0 0,4-29 0 0,0 0 0 0,0 42 0 15,0-42 0-15,0 0 0 0,0 0 0 0,13 39 0 16,-13-39 0-16,0 0 0 0,0 0 0 0,32 13 0 0,-32-13 0 0,24-5 0 16,-10-1 0-16,1-3 0 0,1-1 0 0,0-2 0 15,1-2 0-15,0-1 0 0,-2 3-192 0,0-2 192 16,0 0-208-16,-2 0 80 0,-3 0-48 0,-1 2 0 16,-4-2 0-16,-2 0 0 0,-3 1 16 0,-2-1 0 15,-2 0 0-15,-3-1 0 0,0 3 160 0,-2 3-160 16,-1 0 160-16,-2-1-160 0,-1 6 0 0,0 1 0 15,-1 1 0-15,0 4 0 0,-1 1 160 0,1 1-160 16,0 3 160-16,0 0-160 0,2 3 160 0,1 0 0 16,-2-1 0-16,3 3 0 0,0-1-144 0,10-11 144 15,-16 22-160-15,16-22-11792 16,-9 21-2352-16</inkml:trace>
  <inkml:trace contextRef="#ctx0" brushRef="#br0" timeOffset="-9197.43">23864 11752 22111 0,'0'0'1968'0,"0"-2"-1584"16,0 2-384-16,0 0 0 0,0 0 656 15,0 0 48 1,7-5 16-16,-7 5 0 0,10-5 640 0,-10 5 128 0,17-7 32 0,-17 7 0 0,19-3 80 0,-19 3 32 31,22 0 0-31,-22 0 0 0,0 0-432 0,36 10-96 16,-36-10-16-16,0 0 0 0,38 19-688 0,-38-19-144 16,0 0-16-16,26 22-16 0,-26-22-224 0,0 0 0 15,0 0 128-15,20 33-128 0,-20-33 0 0,0 0 0 16,0 0 0-16,0 0 0 0,1 35 0 0,-1-35 0 15,0 0 0-15,-14 13 0 0,14-13 0 0,-17 8 0 16,7-5 0-16,-2 2-160 0,1-3 160 0,-1 3-160 0,-1-3 160 0,1 3-160 16,1-3 160-16,0 1 0 0,1 1 0 0,2-1 0 15,1-1 0-15,7-2 144 0,-7 5 0 0,7-5 0 16,0 0 16-16,0 0 0 0,0 0 0 0,0 0 0 16,0 0-32-16,0 0-128 0,0 0 192 0,29 3-64 15,-29-3-128-15,16-1 0 0,-16 1 144 0,20-2-144 16,-20 2 0-16,0 0 0 0,29 2 0 0,-29-2 0 15,0 0 0-15,27 5 0 0,-27-5 0 0,0 0 0 16,0 0 0-16,0 0 0 0,30 16 0 0,-30-16 0 0,0 0 0 0,0 0 0 16,0 0 0-16,0 0 0 0,0 0 0 15,18 34 0-15,-18-34 0 0,0 0 0 0,0 0 0 0,-10 24 0 16,10-24 0-16,-12 11 0 0,12-11 0 0,-15 13 0 16,5-7 0-16,0 2 0 0,1-4 0 0,-1 3 0 15,-1-2 0-15,-1 0 0 0,1 0 0 0,1-1 0 16,-1 1 0-16,1 0 128 0,1-3 48 0,-1 1 16 15,2 1 0-15,1-3 0 0,1 1-192 0,0-2 0 16,4 0 0-16,-1-2 0 0,1 1-208 0,1-4-80 16,2 2-16-16,0-1-12176 15,1-1-2432-15</inkml:trace>
  <inkml:trace contextRef="#ctx0" brushRef="#br0" timeOffset="-8882.05">24319 11734 25791 0,'0'0'1152'0,"1"-4"224"0,-1 4-1104 0,0 0-272 0,0 0 0 0,0 0 0 16,0 0 1728-16,0 0 304 0,6-2 48 0,-6 2 16 15,0 0-320-15,0 0-64 0,0 0-16 0,21 0 0 16,-21 0-880-16,0 0-176 0,0 0-48 0,0 0 0 15,24 14-272-15,-24-14-48 0,0 0-16 0,0 0 0 16,19 34 0-16,-19-34 0 0,0 0 0 0,11 47 0 0,-11-47 0 0,4 43 0 16,-4-43 0-16,2 52 0 15,-2-52-32-15,-2 59-16 0,-1-26 0 0,-2 1 0 0,1-1-208 0,-2-2 176 16,0 2-176-16,-1-4 160 0,1-1-160 0,6-28 0 16,-12 48 0-16,12-48 0 0,-12 40-160 0,12-40-16 15,-11 35 0-15,11-35-19792 0</inkml:trace>
  <inkml:trace contextRef="#ctx0" brushRef="#br0" timeOffset="8308.9">7524 12783 12895 0,'1'-2'1152'0,"0"-1"-928"15,-1 1-224-15,0 1 0 0,0 1 896 0,0-1 144 16,0-3 32-16,0-1 0 0,0 0 288 0,-1 0 64 15,0 0 16-15,0 1 0 0,0 2-368 0,-1 1-80 16,1 1-16-16,-1 0 0 0,0 3-160 0,-1 0-48 16,0 1 0-16,0 1 0 0,1 1-336 0,-3 4-80 15,1-2-16-15,0 3 0 0,-1 3-208 0,0 0-128 16,2 1 128-16,-2 0-128 0,1 1 0 0,0 2 0 0,0 1-160 0,0-2 160 16,2 2 0-16,-1-2 0 0,0 2 0 0,1-3 0 15,0-2 0-15,2 0 0 0,0-2 0 0,1-2 0 16,1-3 0-16,1-1 0 0,1-3 144 0,0 0-144 15,1-1 144-15,0-4-144 0,2-1 160 0,0-3-160 16,1-2 480-16,1-1 0 0,0-1 0 0,1-2 0 16,1-2-176-16,0-3-48 0,0 1 0 0,-1-1 0 0,0-2-256 15,0 1 0-15,-1-1-176 0,-3 3 176 0,-1 1-240 0,-2 1 64 16,-2 0 16-16,-2 4 0 0,-1 0 160 0,-4 3 0 16,1 0 0-16,-2 0 0 0,1 4 0 0,-3 0 0 15,1 2 0-15,-1 2 128 0,0 0-128 0,-2 2 192 16,0 1-64-16,1 1 0 0,2 0 128 0,-1 0 16 15,2 1 16-15,0-1 0 16,3 2-288-16,0-2-256 0,1 0 64 0,2-1-9568 16,1-1-1904-16</inkml:trace>
  <inkml:trace contextRef="#ctx0" brushRef="#br0" timeOffset="8513.16">7704 12994 12895 0,'1'-2'1152'0,"0"2"-928"0,0 0-224 0,-1 0 0 15,1 0 752-15,0 0 96 0,1 2 32 0,0-1 0 16,2 3 688-16,0 1 144 0,-2 2 16 0,1-1 16 16,0 2-656-16,-1 1-128 0,-1 0-16 0,1 2-16 15,-1-2-304-15,0 0-64 0,1-1-16 0,0-1-8480 16,2 0-1712-16</inkml:trace>
  <inkml:trace contextRef="#ctx0" brushRef="#br0" timeOffset="8922.65">7968 12871 11055 0,'0'0'976'0,"0"-2"-784"16,0 2-192-16,0 0 0 0,0 0 1840 0,0-1 320 16,-1 1 64-16,1-1 16 0,-1 1 128 0,1 2 48 15,-2 1 0-15,0 3 0 16,-1 1-1104-16,1 1-224 0,-1 3-32 0,0 1-16 16,1 2-368-16,-2 0-80 0,0 3-16 0,3-4 0 0,-1 1-272 0,1-2-64 0,1 1-16 0,0-3 0 15,2-1-224-15,0-1 128 0,2-4-128 0,1 1 0 16,-1 0 0-16,2-5 0 0,0 1 0 0,-1-2 0 15,2 1 128-15,-1-3-128 16,1-1 176-16,-1 0-176 0,2-2 400 0,-1 0-16 0,0-2-16 0,1 1 0 16,0-3-192-16,0 3-48 0,-2-2 0 0,1-2 0 15,0 0-128-15,-1 0 0 0,1 3 0 0,-2-3 0 16,0 1 0-16,-2 0 0 0,0 1 0 0,-2-3 0 0,-1 3 0 16,-1-3 0-16,-2 2 0 0,-1 1 0 15,-1 0 0-15,-3 3 0 0,1 2 0 0,-2 2 0 16,-1 0 0-16,1 4 0 0,0 2 0 0,-2-1 0 0,3 4-400 0,1-3 32 31,1 1 16-31,2 0 0 0,0 2-544 0,3-4-96 0,0 1-32 0,2-1-8800 16,1 1-1760-16</inkml:trace>
  <inkml:trace contextRef="#ctx0" brushRef="#br0" timeOffset="9993.41">8360 12770 11967 0,'0'-1'1072'0,"0"1"-864"0,0-2-208 0,0 2 0 15,0 0 1408-15,0 0 256 0,-1 0 32 0,0-3 16 16,0 3 144-16,-1 0 16 0,0 0 16 0,-1 3 0 16,1 0-720-16,-1 2-144 0,-1 1-16 0,1 1-16 15,0 3-448-15,-1 2-96 0,0 2 0 0,1 2-16 0,-1 3-112 16,-1 2 0-16,1-1-16 0,2-1 0 0,1 2-48 0,0-4 0 16,2-1 0-16,0-2 0 0,1-4 0 0,-2-10 0 15,0 0 0-15,0 0 0 0,0 0 48 0,0 0 0 16,41 11 0-16,-31-17 0 0,1-2 96 0,-1-4 32 15,1 0 0-15,0-4 0 0,0 2-432 0,-1-3 0 16,-1 0 0-16,-2 1 0 0,0 2-144 0,-3-2-112 16,1 2-32-16,-3 1 0 0,-1 1 144 0,-2-2 144 15,-2 3-208-15,-2 1 80 0,-2 2 128 0,-1 2 0 0,-3-2 0 16,1 4 0-16,0 2 0 0,-1 1 0 0,1 1 0 16,0 3 0-16,-1 1 0 0,2 1 0 15,3 0-192-15,0 0 64 16,2 3-352-16,2-2-64 0,1 1-16 0,1-2-9152 0,2 0-1824 0</inkml:trace>
  <inkml:trace contextRef="#ctx0" brushRef="#br0" timeOffset="10457.27">8613 12674 9215 0,'-3'-1'816'0,"1"1"-656"15,1 0-160-15,0 0 0 0,0 0 1728 0,-1 0 304 16,-1 1 64-16,-3-1 16 0,0 2 64 0,-2-1 32 16,1 2 0-16,1 1 0 0,1-2-576 0,1 3-112 15,1-3-32-15,2 1 0 0,0-1-256 0,2-2-48 16,-1 2-16-16,3-2 0 0,0 0-400 0,1 0-64 16,0-2-32-16,1 2 0 15,2-4-208-15,0 1-32 0,1 0-16 0,1 1 0 0,0 0-128 0,-9 2-32 16,0 0 0-16,0 0 0 0,40-2-96 0,-40 2-32 15,0 0 0-15,0 0 0 0,0 0-128 0,46 16 0 16,-46-16 0-16,0 0 0 0,0 0 0 0,0 0 0 0,30 33 0 0,-27-26 0 16,-2 3 0-16,-1-1 0 0,0 1 0 0,-3-1 0 15,0 3 0-15,-3 0 0 0,1 0 0 0,-2 0 0 16,0 0-160-16,-1 2 160 0,-2-2-208 0,0 2 80 16,-1 0-128-16,1 0-32 0,0 0 0 0,1-2 0 15,2-2 144-15,1-1 144 0,3-2-208 0,0 1 80 16,2-2 128-16,0 0 0 0,3-2 0 0,-1-1 128 15,2 1 0-15,0-1 16 0,-3-3 0 0,0 0 0 16,0 0 112-16,0 0 0 0,0 0 16 0,40 2 0 16,-40-2-144-16,0 0-128 0,30-5 192 0,-30 5-192 31,22-7-320-31,-22 7-160 0,22-7-32 0,-11 2-10944 16,0 1-2176-16</inkml:trace>
  <inkml:trace contextRef="#ctx0" brushRef="#br0" timeOffset="10813.1">8866 12757 6447 0,'-1'0'576'15,"0"0"-576"-15,1 1 0 0,0-1 0 0,0 0 1728 0,0 2 224 16,0-2 48-16,-1 1 16 0,1 0 560 0,1-1 112 16,0 2 32-16,2-2 0 0,0 0-1008 0,1 0-208 0,2-2-32 0,-1 1-16 15,3-2-560-15,-1 0-96 0,3 0-32 16,-2-1 0-16,1 0-480 0,0 0-96 0,1 0-32 15,-1 0 0 1,1 1 0-16,0-2 0 0,-2 3 0 0,-1-3 0 0,1 2 32 0,-3 1 0 0,1 0 0 0,-2 0 0 31,-1 2 48-31,0 0 16 0,-1 0 0 0,-1 0 0 0,0 2-112 0,-1 0-16 0,0 1 0 0,-1 2 0 16,0-1 0-16,-1 3 0 16,0 2 0-16,0 1 0 0,0 4 64 0,-1 1 0 0,0 2 0 0,-1 3 0 15,1 0-192-15,-1-1 128 0,0 3-128 0,-1-1 128 16,1 0-128-16,-1 0 128 0,0-2-128 0,-1 0 128 0,1-2-128 0,0-1 192 15,0 1-192-15,0-3 192 16,1-2-464-16,-1 2-96 0,2-1-16 0,-1 0 0 16,1-5-1984-1,0-2-384-15,1 1-96 0,1-4-9984 0</inkml:trace>
  <inkml:trace contextRef="#ctx0" brushRef="#br0" timeOffset="11001.74">8866 12938 4607 0,'-3'0'400'0,"2"0"-400"16,0 2 0-16,1-2 0 0,0 0 2256 0,0 1 368 0,0 0 80 0,0-1 16 16,1 2 512-16,2 1 96 0,1-1 32 0,0-2 0 15,3 0-1296-15,-1-2-256 0,-6 2-48 0,0 0-16 16,27-11-752-16,-16 5-160 0,2 0-16 0,0-2-16 31,0 2-672-31,2-2-128 0,-1 1 0 0,1-2-10560 0,-1 3-2080 0</inkml:trace>
  <inkml:trace contextRef="#ctx0" brushRef="#br0" timeOffset="11332.1">9215 12738 10127 0,'1'-7'448'0,"0"2"96"0,0 1-544 16,-1 1 0-16,0 3 0 0,-1-2 0 0,1 2 2416 0,-1-2 368 15,0 1 80-15,-1-1 16 0,-1 2 112 16,-1 2 16-16,1 1 16 0,-1 2 0 0,-1 2-1184 0,1 1-240 15,-1 1-64-15,0 2 0 0,1 2-752 0,-2 1-144 16,2 2-48-16,-1-2 0 0,2 0-368 0,0 0-80 16,2-2-16-16,0-2 0 0,2 0-128 0,0-4 0 15,-1-6 144-15,0 0-144 0,0 0 0 0,0 0 0 16,0 0 0-16,0 0 0 0,44 26 0 0,-44-26 0 16,0 0 0-16,0 0 0 0,42 6 160 0,-42-6-32 15,0 0-128-15,0 0 192 0,0 0-192 0,44 18 0 0,-44-18 0 0,0 0 0 16,0 0 0-16,0 0 0 0,27 38 0 15,-27-27 0-15,-2 0 0 0,0-1 0 0,-2-1 0 0,-1 0 0 16,-2 1 0-16,-2-4 0 0,1 2 0 0,-2-3 0 16,-1 2-336-16,-1-5-16 0,0 3 0 0,-2-3 0 31,0-2-1056-31,1 0-192 0,1-2-64 0,1-1-13872 0</inkml:trace>
  <inkml:trace contextRef="#ctx0" brushRef="#br0" timeOffset="11505.5">9158 12793 3679 0,'3'-5'320'0,"-1"3"-320"0,0-1 0 0,0 1 0 0,-1 2 2192 0,0-2 368 16,1 1 80-16,2-1 16 15,2 0 432-15,4-2 96 0,0-1 16 0,1 1 0 0,1 0-1504 0,0-1-288 16,1 1-64-16,0-1-16 0,0 0-592 0,0-1-112 16,1 1-32-16,0 1 0 0,0-2-592 0,0 1 0 15,0 1 0-15,-1-1-9344 16,-13 5-1856-16</inkml:trace>
  <inkml:trace contextRef="#ctx0" brushRef="#br0" timeOffset="11882.88">9523 12646 7359 0,'4'-7'320'0,"-1"2"80"0,0 0-400 0,-2 3 0 0,0-1 0 0,0 3 0 15,0-2 1440-15,0 0 208 0,2-2 32 0,1 0 16 16,-1 2 624-16,-1 1 128 0,-1 1 32 0,-2 1 0 15,0 1-288-15,-2 4-48 0,0-2-16 0,0 3 0 16,0 0-768-16,-2 1-144 0,0-1-48 0,0 4 0 16,-1-1-336-16,1 2-64 0,0-2 0 0,0 2-16 15,0 1-240-15,-1 2-64 0,1 3 0 0,0 0 0 16,-1 2-160-16,2 2-32 0,-1-3-16 0,1 2 0 16,0 1-112-16,0-3 0 0,3 0-128 0,0-3 192 0,1-2-192 15,2-2 144-15,-2-12-144 0,0 0 128 0,0 0-128 0,0 0 0 16,0 0 0-16,0 0 0 0,0 0 0 0,45 16 0 15,-36-25 0-15,1 0 0 0,1-2 0 0,-1-2 160 16,0 1-160-16,-1 0 160 0,-1-2-160 0,0 2 0 16,-2 1 0-16,0 1 0 0,-2 1 0 0,-3 0 0 15,-1 1 0-15,-1 1 0 0,-3-1 0 0,-3 4 0 16,1 0 0-16,-3 1 0 0,-1 3 0 0,-1 2-224 16,0 3 80-16,-3-1 16 15,3 4-512-15,-1-3-80 0,1 4-32 0,2-1 0 16,0 0-608-16,2 0-128 0,2-3-32 0,1 0-8576 15,3 0-1712-15</inkml:trace>
  <inkml:trace contextRef="#ctx0" brushRef="#br0" timeOffset="12278.49">9765 12641 20271 0,'-1'0'896'0,"0"0"192"0,1 0-880 0,-1 1-208 0,1 1 0 0,-1-2 0 16,1 0 1632-16,0 0 288 0,0 0 48 0,0 0 16 16,1 0-704-16,2 0-144 0,0 0-32 0,2 0 0 15,1 0-192-15,0-3-32 0,-6 3-16 0,0 0 0 16,29-5-272-16,-29 5-48 0,24-7-16 0,-24 7 0 16,0 0-352-16,36-7-176 0,-36 7 160 0,0 0-160 0,0 0 128 0,40-2-128 15,-40 2 0-15,0 0 144 0,0 0 80 0,0 0 16 16,0 0 0-16,0 0 0 0,0 0-48 0,37 21-16 15,-36-18 0-15,0 3 0 0,-1 0-176 0,1 1 0 16,-2 2 144-16,0-2-144 16,1 0 0-16,-1 3 128 0,1 2-128 0,-1 2 0 15,0 0 0-15,0 0 0 0,0 5 0 0,-1 0 0 0,-2 3 0 0,0-1 0 0,-1 2 0 16,-2 3 0-16,1 1 0 0,-1 1 0 0,0-1 0 0,-1-2 128 16,2-3-128-16,-2-1 0 0,2-2 0 0,-1-2 0 15,3-1 0-15,0-2 0 0,0-2 0 0,2 0 0 16,0 1 0-16,0-2 0 0,0-2 0 0,1-2-192 31,0-1-1232-31,0-2-256 0,2-2-48 0,0-2-13632 0</inkml:trace>
  <inkml:trace contextRef="#ctx0" brushRef="#br0" timeOffset="12476.58">9832 12949 16575 0,'1'0'736'0,"1"0"160"0,0 1-720 0,0-1-176 15,0 0 0-15,0-1 0 0,0 1 1920 0,4 0 368 16,-6 0 64-16,0 0 16 0,38-11-688 0,-38 11-128 16,34-12-16-16,-15 2-16 0,-2 3-752 0,3-2-160 15,-1-1-32-15,0 0 0 0,0 2-576 0,-19 8 0 16,33-12 0-16,-33 12-9584 16,0 0-2000-16</inkml:trace>
  <inkml:trace contextRef="#ctx0" brushRef="#br0" timeOffset="13587.59">7779 13545 10127 0,'-3'-1'896'0,"2"1"-704"0,0 0-192 0,-1 0 0 16,0 1 1280-16,-1 1 208 0,-2 0 48 0,-2 3 16 15,-3 0 432-15,-4 4 64 0,0 5 32 0,-1 0 0 16,1 1-656-16,2 2-128 0,1 1-16 0,3 4-16 15,0-1-384-15,4 1-80 0,1 0-16 0,3-2 0 16,1-1-96-16,2-2-32 0,0-1 0 0,2-3 0 0,-5-13-112 0,0 0-32 16,0 0 0-16,26 34 0 0,-26-34-144 0,0 0-48 15,0 0 0-15,0 0 0 0,46 3 16 0,-36-8 0 16,3-4 0-16,0-1 0 0,0-3-48 0,-1 0-16 16,-1-3 0-16,0 1 0 0,-2 1-272 0,-1 0 0 15,0-2 0-15,-2 1 0 0,-1 1 0 0,-2 0-144 0,-1 2 144 0,-2 0-128 16,-2 0 128-16,-1 1 0 0,-1 2 0 0,-2 0-128 15,-1 1 128-15,0 0 0 0,-1 1 0 0,-2 1 0 16,2 0 0-16,-1-1 0 0,-2 3 0 0,3 1 0 16,3 0 0-16,0 1 0 0,1 2 0 0,3 0-128 31,2 0-1024-31,1 3-208 0,3 1-48 0,-5-4-13872 0</inkml:trace>
  <inkml:trace contextRef="#ctx0" brushRef="#br0" timeOffset="13741.96">8036 13749 12895 0,'2'-1'576'0,"-1"-1"112"0,1 2-560 0,-1-2-128 0,0 2 0 0,-1 0 0 0,0 0 1872 0,0 2 352 15,1-2 64-15,0 2 16 0,1 3-32 16,-1 1 0-16,0 0 0 0,1 1 0 0,0 0-1424 16,1-1-272-16,0 0-64 0,1-1-16 15,-4-5-1744-15,0 0-352 0</inkml:trace>
  <inkml:trace contextRef="#ctx0" brushRef="#br0" timeOffset="14089.73">8297 13608 7359 0,'0'0'656'0,"-1"-2"-528"0,1 2-128 0,-1 0 0 16,0 0 2128-16,-1 2 400 0,0-1 80 0,-2 3 16 15,0 1 64-15,-3 2 32 0,1 3 0 0,0 4 0 16,1 0-544-16,-1 1-96 15,1 1-32-15,3 0 0 0,0-1-944 0,1-1-192 16,2-2-32-16,1-1-16 0,-2-11-416 0,0 0-96 0,0 0-16 0,0 0 0 16,0 0-336-16,43 20 0 0,-33-25 0 0,3-2 0 15,-2-1 0-15,1-3 0 0,1-1 128 0,-1-3-128 16,0 1 0-16,-2-1 0 0,0 0 0 0,-1 0 0 0,-2 1 0 0,-1 2 0 16,-1-2 0-16,-1 2 0 0,-1 3 0 0,-3-1 0 15,-1 1 0-15,-2 2 0 0,-2 2 0 0,-1-2 0 16,-3 2 0-16,0 0 0 0,-2 1 0 0,-2 1 0 15,-1-2 0-15,-1 3 0 0,0 0 0 0,2 0 0 16,0 1 0-16,0 2 0 0,1 1 0 0,3 0 0 16,2 1 0-16,1 2 128 0,2 0-128 0,3-1-256 15,0 1 64-15,3-1 0 16,-1-2-640-16,4 1-144 0,-5-3-32 0,0 0-14800 0</inkml:trace>
  <inkml:trace contextRef="#ctx0" brushRef="#br0" timeOffset="14467.64">8685 13549 4607 0,'-3'-2'400'0,"0"0"-400"0,0 1 0 0,1-1 0 16,0 2 2208-16,1-2 352 0,0 2 80 15,-1-3 16-15,-1-2 304 0,-3 1 64 0,1 0 16 0,-1 1 0 16,1 0-1408-16,0 1-288 0,0 2-48 0,2 0-16 15,-1 2-368-15,-1 3-80 0,2 0 0 0,-1 2-16 16,-1 0-240-16,1 5-64 0,0-2 0 0,0 4 0 16,-1 1 16-16,2 0 0 0,0 2 0 0,1-2 0 15,1 1-128-15,1-2-16 0,1 0-16 0,1-2 0 16,-2-12-192-16,0 0-48 0,0 0 0 0,0 0 0 0,28 31-128 0,-28-31 0 16,0 0 0-16,0 0 0 0,37-9 0 15,-27 2 0-15,0 0 0 0,1-2 0 0,0-2 0 0,-2 0 0 16,1 1 144-16,-2-2-144 15,-1 0 0-15,-2 1 0 0,-1-1 0 0,0 0 0 0,-2 0 0 0,-2 0 0 16,-2 0 0-16,-2 0 0 0,0 5 0 0,-4-2 0 16,-1 1 0-16,-2 2 0 0,0 1 0 0,0 0-256 0,0 3 64 0,-1 0 0 31,1 2-720-31,1 2-160 0,2-2-16 0,0 2-16 16,3 0-1296-16,1-1-256 0</inkml:trace>
  <inkml:trace contextRef="#ctx0" brushRef="#br0" timeOffset="15448.28">9034 13392 15663 0,'-2'3'1392'0,"0"-2"-1120"0,1 1-272 0,0-2 0 16,1 0 1632-16,0 2 272 0,-1-1 48 0,1 2 16 15,-1 2 160-15,2-2 48 0,1 1 0 0,-2-4 0 16,0 0-704-16,0 0-128 0,0 0-16 0,0 0-16 16,54 10-528-16,-54-10-96 0,0 0-32 0,43 4 0 15,-43-4-352-15,0 0-80 0,41 12-16 0,-41-12 0 16,0 0-208-16,0 0 0 0,39 24 0 0,-39-24 0 16,0 0 0-16,9 24 0 0,-10-14 0 0,-4-1 0 15,-1 1-512-15,-3 0-32 0,0 1-16 0,-1-2 0 16,-2-2-432-16,-2 3-96 0,-1-3 0 0,-2 0-16 15,1 1 96-15,-1-2 32 0,0 1 0 0,2-3 0 16,2 0 352-16,1 0 80 0,2-3 16 0,4 1 0 0,1 0 720 0,3-2 128 0,2 0 48 16,2-2 0-16,3 0 400 0,1 1 96 0,3-3 16 15,-9 4 0-15,0 0-224 0,37-5-32 0,-37 5-16 16,0 0 0-16,48-3-32 0,-48 3 0 0,0 0 0 0,48 5 0 16,-48-5-112-16,0 0-16 0,40 17-16 0,-40-17 0 15,0 0-432-15,25 29 128 0,-22-18-128 0,-4 1 0 16,-3-1 0-16,-1 1 0 15,-4 0 0-15,-1 0 0 0,-1 0-128 0,-1 0-64 0,0-4-16 0,-2 0 0 32,-1 0-432-32,0-3-96 0,1 0-16 0,0-1 0 0,2-3-16 0,1-1 0 15,3-1 0-15,0-4 0 0,5 0-576 0,2 1-112 0,4-4-16 0,4 2-10848 16</inkml:trace>
  <inkml:trace contextRef="#ctx0" brushRef="#br0" timeOffset="15857.56">9646 13422 20271 0,'-3'-5'896'0,"2"2"192"0,0 2-880 0,0 0-208 0,1 1 0 0,0 1 0 16,0 2 1984-16,0 0 336 0,-1 5 80 0,-1 3 16 16,0 5-112-16,-2 6 0 0,0 5-16 0,1 2 0 15,-2 6-1136-15,0 2-240 0,1 1-32 0,0 2-16 0,2 0-544 16,0-2-128-16,2 0 0 0,0-5-16 0,1-4-176 0,4-5 0 16,1-5 0-16,-6-19-18240 15</inkml:trace>
  <inkml:trace contextRef="#ctx0" brushRef="#br0" timeOffset="20053.36">11107 13016 6447 0,'2'-5'576'0,"0"2"-576"0,1 0 0 0,-1 2 0 15,-1-1 1056-15,-1 0 96 0,1 1 32 0,1-1 0 16,0-1 992-16,1 1 192 0,-1 0 32 0,0-1 16 16,-1 1-624-16,-1 2-112 0,-1 0-16 0,0 0-16 15,-1 2 576-15,-1 1 112 0,0-1 32 0,-2 0 0 16,-1 1-2160-16,0 2-416 0,-1-1-96 0,-4 1-16 16,2 2 704-16,-3 0 144 0,-1 0 32 0,-3-1 0 0,1 2-96 0,-2 0-16 15,-3 1 0-15,-1 0 0 16,-1 1-128-16,0 2-16 0,-1-2-16 0,2-1 0 0,0 0-288 0,-2 3 128 15,0-1-128-15,1 2 0 0,1-3 0 0,0 1 0 16,4-3 0-16,3 1 0 0,2-2 0 0,3-1 0 16,4-2 0-16,2 0 0 0,2-1 0 0,1-3 0 15,2 2 0-15,2-2 0 0,0 0 0 0,-4 0 0 16,0 0 0-16,0 0 0 0,39 5 176 0,-39-5 128 16,0 0 16-16,0 0 16 0,51 17-144 0,-51-17-16 15,0 0-16-15,42 20 0 0,-42-20 48 0,0 0 16 16,43 24 0-16,-43-24 0 0,0 0-224 0,38 24 128 0,-38-24-128 0,0 0 0 15,36 22 0-15,-36-22 0 0,0 0 0 0,0 0 0 32,46 19-704-32,-46-19-176 0,0 0-32 0,0 0-15952 0</inkml:trace>
  <inkml:trace contextRef="#ctx0" brushRef="#br0" timeOffset="20856.59">11662 13055 12895 0,'2'-3'1152'0,"-2"2"-928"16,0-1-224-16,0 2 0 0,-1 0 1104 0,0 0 176 16,0 0 48-16,0-2 0 0,-1 1 336 0,-2 1 80 15,0 1 16-15,-1 3 0 0,-1 0-480 0,0 2-112 16,0 1-16-16,-1 2 0 0,1 1-32 0,0 1-16 15,0 4 0-15,-1 2 0 0,2 1-112 0,0 4-32 16,1 0 0-16,0 1 0 16,1 0-288-16,0 0-64 0,2 0-16 0,2-5 0 15,-1-18-128-15,7 32-16 0,-7-32-16 0,0 0 0 16,24 30-240-16,-24-30-32 0,0 0-16 0,37 5 0 0,-37-5-16 0,30-16-128 0,-13 3 192 0,2-3-64 16,-1-6-128-16,2-1 192 0,-1-3-192 0,-2-3 192 15,-2 3-192-15,-2 0 0 0,-2 2 0 0,-3 1 0 16,0-1 0-16,-4 3-144 0,-3-1 144 0,-1 4 0 15,-2-1-240-15,-3 4 64 0,-3 1 16 0,-3 2 0 32,0 2-368-32,-1 4-80 0,-1 3-16 0,0 1 0 0,0 4 176 0,1 1 16 0,0 3 16 0,2 2 0 0,0 2 416 15,0 1 0-15,2 1 0 0,2 0 0 0,1 2 0 0,2-2-208 16,1 0 80-16,3-1 128 16,-1-11-1616-16,0 0-208 0</inkml:trace>
  <inkml:trace contextRef="#ctx0" brushRef="#br0" timeOffset="21044.7">12102 13108 14735 0,'0'2'1312'0,"0"1"-1056"16,0-1-256-16,0-2 0 0,1 1 1616 0,-1 2 272 15,0 1 48-15,0 5 16 0,0-9 352 0,2 24 64 16,-2-24 0-16,1 26 16 0,-1-26-1488 0,3 21-288 0,-3-21-64 15,0 0-16-15,0 0-528 0,0 0 0 0,0 0-240 16,0 0-13968-16</inkml:trace>
  <inkml:trace contextRef="#ctx0" brushRef="#br0" timeOffset="21453.79">12370 13013 11967 0,'0'3'528'0,"0"-2"112"0,1 2-512 0,-1-2-128 0,0 1 0 0,-1 0 0 0,0 1 1536 16,0 3 256-16,-1 2 64 0,-2 4 16 0,1 2 336 0,-3 0 64 15,1 2 16-15,-2 1 0 16,1 1-464-16,-1-2-96 0,2 1 0 0,2 0-16 0,1-2-816 0,2-1-144 15,0-14-48-15,4 23 0 0,-4-23-496 0,0 0-208 16,0 0 176-16,0 0-176 0,29 26 0 0,-29-26 0 16,0 0 0-16,0 0 0 0,42-6 0 0,-42 6 0 15,25-12 0-15,-25 12 0 0,28-16 0 0,-14 6-240 0,0-1 48 0,-1 1 16 16,0-2-80-16,-2 0 0 0,0 0-16 16,-3 0 0-16,0 0-32 0,-2-1 0 0,-1 0 0 0,-3-2 0 15,-2 0-16-15,-3-1 0 0,-2 1 0 0,-2 1 0 31,-2 2-160-31,-3 2-32 0,-1 1-16 0,-1 4 0 0,0 1 80 16,-1 4 32-16,1 2 0 0,1 3 0 0,2 1 256 0,1 2 160 0,1-1-192 0,3 0 192 16,0 0-400-16,3-1 16 0,0 0 16 0,3-3-7792 15,0-3-1568-15</inkml:trace>
  <inkml:trace contextRef="#ctx0" brushRef="#br0" timeOffset="26638.26">13263 12903 19343 0,'0'0'1728'0,"0"0"-1392"16,0 0-336-16,0 0 0 15,0 0 1584-15,0 0 240 0,0 0 48 0,0 0 16 0,0 0 16 0,0 0 0 16,0 0 0-16,0 0 0 0,0 0-544 0,0 0-96 16,0 0-32-16,0 0 0 0,0 0-464 0,0 0-80 15,5 25-32-15,-9-18 0 0,0 0-352 0,0 1-80 16,0 1-16-16,0-1 0 0,4-8-208 0,-7 16 144 15,7-16-144-15,-5 17 128 0,5-17-128 0,0 0 0 16,-1 21 0-16,1-21 0 0,0 0 0 0,0 0 0 0,0 0 0 0,0 0 0 16,17 28 0-16,-17-28 0 0,0 0 0 0,0 0 0 15,0 0 0-15,0 0 0 0,34 26 128 16,-34-26-128-16,0 0 0 0,0 0 128 0,0 0-128 0,36 26 128 16,-36-26-128-16,0 0 0 0,0 0 0 0,32 24 128 15,-32-24-128-15,0 0 0 0,0 0 0 0,28 26 128 16,-28-26-128-16,0 0 0 0,0 0 0 0,0 0 0 15,14 35 0-15,-14-35 0 0,-4 18 128 0,-2-9-128 16,-1 2 0-16,-2-1 0 0,-3 0 144 0,0 1-144 16,-2 1 0-16,-1-2 144 0,0 2-144 0,-2-1 0 15,1-1 208-15,-1-1-64 0,0-2-16 0,1-2 0 0,2 0-128 0,0-3 0 16,1 0 0-16,1-2 128 0,0 0-128 0,1-2 0 16,1-2 0-16,2-2 0 15,0 0-176-15,2-5-16 0,2 0 0 0,1-3-18432 16</inkml:trace>
  <inkml:trace contextRef="#ctx0" brushRef="#br0" timeOffset="26875.53">13235 12961 14735 0,'-1'-2'1312'0,"1"2"-1056"0,0 0-256 0,0 0 0 15,0 0 2048-15,0 0 368 0,7-7 64 0,-7 7 16 16,13-10 960-16,-13 10 208 16,22-12 48-16,-22 12 0 0,28-12-2112 0,-28 12-400 15,31-9-96-15,-31 9-16 0,38-11-544 0,-38 11-112 0,40-6-32 0,-40 6 0 16,37-3-144-16,-37 3-48 16,33 0 0-16,-33 0 0 0,0 0-208 0,43 3 0 0,-43-3 0 0,0 0 0 15,0 0 0-15,38 10-288 0</inkml:trace>
  <inkml:trace contextRef="#ctx0" brushRef="#br0" timeOffset="35455.34">14556 13452 23951 0,'2'-4'2128'0,"-1"1"-1696"0,-1 1-432 0,1 1 0 0,-1 1 1552 0,1-2 240 16,1 0 32-16,2-2 16 0,0 0-128 0,1 2-32 15,0 2 0-15,-1 3 0 0,0 4-832 0,-4-7-160 16,0 0-48-16,11 28 0 0,-11-28-320 0,6 26-80 31,-6-26-16-31,4 26 0 0,-4-26-224 0,0 0 0 0,3 27 0 0,-3-27 0 31,0 0-448-31,0 0-128 0</inkml:trace>
  <inkml:trace contextRef="#ctx0" brushRef="#br0" timeOffset="35610.97">14891 13400 16575 0,'1'2'1472'0,"0"0"-1168"16,0-1-304-16,0 1 0 0,-1 0 1696 0,0 1 288 0,0-1 48 0,0 3 16 16,0 3 192-16,-1 3 64 0,-2 3 0 0,2-2 0 15,-1 1-1088-15,0 0-224 0,0-1-32 0,1-2-16 16,0 1-688-16,1-4-256 0,0 3 176 0,0-5-16096 16</inkml:trace>
  <inkml:trace contextRef="#ctx0" brushRef="#br0" timeOffset="35784.69">14706 13222 25791 0,'-7'-2'1152'0,"3"0"224"0,0 1-1104 0,1 1-272 15,2 1 0-15,-1 1 0 0,0 0 1584 0,-1 3 256 16,-1 3 48-16,1 3 16 0,-1-1-768 0,2 2-160 15,2-1-16-15,0-11-16 16,0 0-1312-16,0 0-256 0,17 31-48 0,-17-31-16 0</inkml:trace>
  <inkml:trace contextRef="#ctx0" brushRef="#br0" timeOffset="36791.64">15404 12968 10127 0,'-2'-7'896'0,"2"3"-704"0,-1 1-192 0,1 1 0 0,0-1 1264 0,0 1 208 0,0-1 64 15,0 0 0-15,0-2 1088 0,1-3 240 0,-1 1 32 0,1 0 16 16,0-1-704-16,1 2-144 0,0 1-16 0,1 0-16 15,0 0-656-15,-1 1-128 0,1 1-32 0,1 1 0 16,0 0-480-16,0 2-96 16,1-2-32-16,0 2 0 0,-5 0-288 0,0 0-64 0,0 0-16 0,0 0 0 15,0 0-240-15,39 28 176 0,-39-28-176 0,0 0 160 16,24 45-160-16,-24-45 0 0,13 42 0 0,-13-42 128 16,10 45-128-16,-7-23 0 0,0 0 0 0,-2-1 0 15,-1 0 0-15,0-3 0 0,-1-1 0 0,0-2 0 0,-1-3 0 16,1-3 0-16,0 0 0 0,0-4 0 15,0-2 0-15,-1-1 0 0,1-2 0 0,0-5 0 0,-1 0 0 0,1-2 0 16,0-2 0-16,1-3 0 0,-1 0 0 0,1 0 0 16,1-2 0-16,1-3 0 0,1 1 0 0,0-1 0 15,1 3 0-15,-1-3 0 0,2 0 0 0,0 1 0 16,1 2 0-16,1 0 0 0,-1-2 0 0,1 3 0 16,1-1 0-16,-1 0 0 0,0 4 0 0,-1 1 0 15,1-1 0-15,-2 3 0 0,1 0 0 0,-2 2 0 16,2 3 0-16,-1 0 0 15,-1 2-976-15,0 0-128 0,-4 0-32 0,0 0-16032 0</inkml:trace>
  <inkml:trace contextRef="#ctx0" brushRef="#br0" timeOffset="37129.96">15674 13018 18431 0,'2'2'816'0,"-1"-2"160"0,1 0-784 0,-1 0-192 0,0 0 0 0,0 0 0 16,0 0 1760-16,3 0 304 0,-4 0 64 0,0 0 16 15,0 0-160-15,35-7-16 0,-35 7-16 0,0 0 0 16,32-7-768-16,-32 7-160 16,0 0-16-16,32-9-16 0,-32 9-592 0,19-10-112 0,-11 3-32 0,0 3 0 15,-2-2-256-15,1 0 0 16,-2-2 0-16,-1 2 0 0,-1-2 0 0,-2 2 0 0,-2 0 0 0,-1 2 0 0,-2-3 0 0,-1 3 0 16,-2 1 0-16,-1-2 0 0,-1 2 0 0,0 1 0 31,-1 0 0-31,-1 2 0 0,0 0 0 0,0 0 0 0,-1 3 0 0,1 0 0 0,1 1-176 15,0 2 176-15,0 4-192 0,0-1 192 0,2 0 0 0,2 1-128 16,1 4 128-16,0 0 0 0,3-1 160 0,-2 3 96 16,2-1 0-16,1 1 16 0,0-4 0 0,1 2 0 15,1-2 0-15,-1-12 0 0,0 0 96 0,0 0 16 16,20 30 0-16,-20-30 0 0,0 0-192 0,0 0-48 0,40 0 0 16,-40 0 0-16,24-9-144 0,-24 9 160 15,27-14-160-15,-27 14 160 16,28-17-672-1,-28 17-144-15,27-14-32 0,-27 14-16960 0</inkml:trace>
  <inkml:trace contextRef="#ctx0" brushRef="#br0" timeOffset="37485.85">15965 13042 11055 0,'-1'2'480'0,"1"-2"112"0,0 2-464 0,0-1-128 0,0-1 0 0,0 0 0 16,0 0 2512-16,0-1 496 0,2 1 80 0,2-3 32 0,0 0-48 0,0-3-16 15,1 2 0-15,2-5 0 0,-1 2-1392 0,1-2-256 16,1 1-64-16,0-2-16 16,1-1-624-16,2 1-112 0,-2 0-16 0,1 1-16 15,-1 0-368-15,0 1-192 0,-2 1 192 0,0 2-192 0,-1 1 128 16,-6 4-128-16,0 0 0 0,0 0 0 0,0 0 0 0,0 0 0 16,0 0 0-16,35 19 0 0,-35-19 0 0,0 0 0 15,14 43 0-15,-14-43 0 0,10 35 192 0,-10-35-64 16,9 47 0-16,-4-21-128 0,-1 5 128 0,-1-1-128 15,1 2 0-15,-2-1 0 0,-2-1 0 0,0-3 0 0,-1-3 0 0,-2-3 0 16,0-3 128-16,-2-1-128 0,0-5 0 0,-2 0 0 16,0 0 0-16,-2-3 0 15,0-1 0-15,-1-2 0 0,-2 0 0 0,-2-2 0 0,-4 1 0 0,1 0 0 32,-2-3-1392-32,4-2-272 0,3-2-64 0,0-3-14784 0</inkml:trace>
  <inkml:trace contextRef="#ctx0" brushRef="#br0" timeOffset="37674.39">15988 12822 23039 0,'3'-5'1024'0,"-1"2"192"0,0 2-960 0,0 0-256 0,0 1 0 0,-1 1 0 0,1 0 2224 0,1 4 400 16,-3-5 64-16,0 0 32 16,0 0-576-16,34 29-112 0,-34-29-32 0,0 0 0 15,36 23-1328-15,-36-23-272 0,0 0-48 0,0 0-16 0,47 14-336 16,-47-14 0-1,0 0 0-15,39 3 0 0,-39-3-640 0,0 0-208 0,42 0-48 0,-42 0-16528 16</inkml:trace>
  <inkml:trace contextRef="#ctx0" brushRef="#br0" timeOffset="38052.68">16373 13005 7359 0,'0'-3'656'0,"1"1"-528"0,0 1-128 0,0 1 0 15,0-2 2128-15,0 2 400 0,0 0 80 0,1-2 16 16,3 1 576-16,-1-1 112 0,-4 2 16 0,0 0 16 16,0 0-1664-16,0 0-336 0,34-5-64 0,-34 5 0 15,0 0-704-15,0 0-144 0,0 0-32 0,37-7 0 16,-37 7-400-16,0 0 128 0,0 0-128 0,24-12 0 16,-19 8 0-16,0-1 0 0,0-1 0 0,-3 0 0 15,0 1 0-15,-1-2 0 0,-1 2 0 0,-1-2 0 16,-1 2 0-16,0-1 0 0,-3 0 0 0,0 2 0 15,-1-1 0-15,-2 0 0 0,0 1 0 0,-1-1 0 16,0 2 0-16,-1 3 0 0,4 0 0 0,-2 1 0 16,2 3 192-16,0-1-64 0,1 1 0 0,-1 4 0 15,1-1 384-15,-1 2 64 0,2 1 0 0,0 0 16 0,1 3-176 0,1-1-32 16,0 3-16-16,0-1 0 0,2 1-16 0,1-2 0 16,-1-13 0-16,5 26 0 0,-5-26-96 0,0 0-32 15,13 31 0-15,-13-31 0 0,0 0-224 0,0 0 128 16,0 0-128-16,34 27 0 0,-34-27 128 0,0 0-128 15,0 0 0-15,41 2 0 0,-41-2 0 0,0 0 0 16,39-10 0-16,-39 10 0 16,28-12-768-16,-28 12-112 0,30-14-16 0,-30 14-16448 0</inkml:trace>
  <inkml:trace contextRef="#ctx0" brushRef="#br0" timeOffset="38541.34">16803 12947 4607 0,'3'-5'400'0,"-1"3"-400"0,-1-3 0 0,0 3 0 15,-1-1 2688-15,0 3 448 0,0-2 80 0,0 0 32 16,1-5 560-16,-2 2 112 0,1-2 32 0,-2 3 0 16,0 1-1520-16,-1 0-288 0,-1 3-64 0,0-2-16 15,0 4-1120-15,-2-2-240 0,2 3-32 0,-2 0-16 16,0 0-464-16,0 3-192 0,0-2 176 0,1 4-176 16,-1 3 128-16,2-2-128 0,-1 3 0 0,0 0 0 15,3 2 128-15,-1-1-128 0,2 1 0 0,0 0 0 16,2 0 128-16,-1-14-128 0,5 24 0 0,-5-24 144 0,0 0-144 0,0 0 0 15,19 35 0-15,-19-35 128 0,0 0-128 0,0 0 0 16,0 0 0-16,45 12 0 0,-45-12 0 0,0 0 0 16,35-12 0-16,-35 12 0 0,28-16-208 0,-14 6 16 15,1-1 16-15,1-1 0 16,0 0-928 0,0 0-192-16,-1 0-48 0,-1-2 0 0,0 2-1152 0,0-3-256 0,0 2-32 0,-2 0-16 15,1-3 976-15,-4 2 192 0,1-2 32 0,-2-1 16 0,-2 2 1264 0,-1 0 320 0,-1 0 0 16,-1 0 0-16,-1 1 432 0,0 2 192 0,-1 0 32 0,0 3 16 15,0 2 1056-15,-1 1 224 0,0 2 32 0,-1 2 16 16,1 2-240-16,-2 2-48 0,1 2-16 0,0 0 0 16,-1 5-480-16,0 0-112 0,-1 3-16 0,1 1 0 15,-1 4-592-15,0 0-128 0,0 5-32 0,-1-1 0 16,1 1-208-16,0 1-128 0,-1 3 160 0,0-3-160 16,2 0 128-16,0 0-128 0,1-4 0 0,0 1 144 15,1-20-144-15,2 33 0 0,-2-33 0 0,4 26 128 16,-4-26-128-16,0 0-192 0,0 0 32 0,0 0 16 15,17 31-1472-15,-17-31-304 16,0 0-48-16,10-6-8864 0,-8 2-1776 0</inkml:trace>
  <inkml:trace contextRef="#ctx0" brushRef="#br0" timeOffset="38733.15">16907 12956 21183 0,'-1'0'944'0,"1"0"192"0,1 1-912 0,0-1-224 15,1 0 0-15,-1 0 0 0,2-1 2752 0,-3 1 496 16,0 0 96-16,0 0 32 0,39-9-1008 16,-39 9-192-16,33-11-32 0,-33 11-16 0,33-13-1440 0,-33 13-304 15,31-13-48-15,-31 13-16 0,30-10-320 0,-30 10 128 16,28-8-128-16,-28 8 0 0,29-4-192 0,-29 4-128 0</inkml:trace>
  <inkml:trace contextRef="#ctx0" brushRef="#br1" timeOffset="54436.42">11989 12790 911 0,'-2'-2'0'0,"0"-2"0"16,1 2 0-16,0 1 0 0,0-1 224 0,-1 1-32 16,0-3-16-16,-3-3 0 0,-3 1-176 0,-1-2 0 15,-1 3 0-15,-1-3 0 0,0 4 224 0,-2 0 16 16,0 1 0-16,-1 0 0 0,0 1 336 0,-1 1 80 16,2 1 16-16,-1 0 0 0,1 0 208 0,0 1 32 15,1-1 16-15,0 2 0 0,-1 1 32 0,-1-1 16 0,0 1 0 16,0 1 0-16,0 1-400 0,-1 0-96 0,-1 2-16 0,0 2 0 15,0 2-256-15,-1 1-48 16,0 2-16-16,0 1 0 0,3 2 144 0,-3 2 32 0,-2 3 0 0,1-1 0 16,0 5 80-16,-1 0 32 0,-2 0 0 0,1 1 0 15,0 1-16-15,1-2 0 0,0 0 0 0,1 0 0 16,-1 1 224-16,2 0 32 0,1 0 16 0,3 1 0 16,4 0 208-16,0-1 64 0,4 1 0 0,1-4 0 0,4-24-224 0,-1 40-32 15,1-40-16-15,5 36 0 16,-5-36-432-16,0 0-64 0,15 47-32 0,-15-47 0 0,0 0-160 0,22 45 128 15,-22-45-128-15,0 0 128 0,31 47 0 0,-31-47 0 16,27 33 0-16,-27-33 0 0,34 32 48 0,-34-32 0 16,38 32 0-16,-38-32 0 0,44 26 112 0,-44-26 32 15,48 22 0-15,-48-22 0 0,56 16-128 0,-56-16 0 16,66 15-16-16,-30-6 0 0,1 1 208 0,1-1 64 16,-2 3 0-16,1-5 0 0,-3 3 128 0,-1-3 16 15,-33-7 16-15,68 20 0 0,-33-9 16 0,2 1 0 16,1-1 0-16,0-3 0 0,-2 1-176 0,-1-2-48 0,0-2 0 15,2-1 0-15,2-1-176 0,1-1-32 0,1-4-16 0,1-1 0 16,3-1-176-16,0-3 0 0,1 0 0 0,-2-4 0 16,0-1 0-16,-1-1 0 0,-1 1 0 0,1 2 0 15,1 1 0-15,-2 0 0 16,0-1 144-16,-3-2-144 0,-4 3 176 0,-1-2-48 0,1 1 0 0,-2-2 0 16,-1 2 0-16,0-1 0 0,1 1 0 0,-2-2 0 15,0 0-128-15,-1 0 192 0,-1-2-192 0,-1 2 192 16,0-2-192-16,-2-3 0 0,0 2 0 0,-3 0 0 15,-1-2 0-15,0-2 0 0,2 0 0 0,0-4 0 16,0 1 0-16,-1 0 0 0,0 1 0 0,-2 0 0 16,-2 2 0-16,-1 0 0 0,-4 3 0 0,-1-1 0 0,-2 2 0 0,-3 1 0 15,-1 0 0-15,-3 1 0 0,0 0 144 0,-2 1-144 16,-2 3 160-16,-1-3-160 0,0 1 256 0,-1 1-64 16,-1-2 0-16,0 1 0 0,-1-2-192 0,-2 1 144 15,0 0-144-15,-2 0 128 0,1 0-128 0,-1-2 0 16,-3-2 0-16,-2-3 0 0,0 1 0 0,-2-2 0 15,-2 1 128-15,-1-3-128 0,0 1 0 0,-2-2 0 16,-2-1 144-16,1-1-144 0,-2 0 0 0,-1 1 0 16,-1 3 0-16,-1 0 0 0,-1 2 0 0,0 4 0 15,-2 1 0-15,-3 1 0 0,-2-1 0 0,-3 1 0 16,-1 1 0-16,0 2 0 0,-1 1 0 0,-2 3 0 0,-1 3 0 16,-3 0 0-16,-1 3 0 0,-4-2-128 0,1 0 128 0,-2 1-128 15,5-1 128 1,-2 2-208-16,-2 2 80 0,-2 1 128 0,-2 2-192 0,-4-3 192 0,-1 0-160 0,-2 0 160 31,-1 6-512-31,0-1 0 0,4 2 0 0,0 1 0 16,-2-1-896-16,1 1-192 0,0 2-48 0,4 2 0 15,2 3-912-15,3-1-192 0</inkml:trace>
  <inkml:trace contextRef="#ctx0" brushRef="#br1" timeOffset="55666.45">11569 14019 7359 0,'0'0'656'0,"0"0"-528"0,1 0-128 0,-1 0 0 15,1 0 512-15,-1-1 64 0,2 1 0 16,0-2 16-16,1 0 816 0,1-2 144 0,-1 1 48 0,1-2 0 15,0 1-160-15,-2 1-32 16,1-2 0-16,-1 3 0 0,1-3-416 0,-2 0-96 16,1-1 0-16,-1 1-16 0,-1 0-240 0,0 0-32 0,-2 0-16 0,0 1 0 15,-1-1-64-15,-1 0-16 0,0 3 0 0,-2-3 0 16,0 2-128-16,-3 1-16 0,1 0-16 0,-1 0 0 16,-1-1-16-16,0 3 0 0,1 0 0 0,0 1 0 15,-1 3-64-15,1-2-16 16,1 3 0-16,0 2 0 0,1-2-256 0,0 3 160 0,0 3-160 0,1-2 128 0,0 3-128 0,1 2 0 15,1 1 0-15,0 1 0 0,0 0 0 0,2-1 0 16,-1 0-144-16,1-1 144 0,0 0 0 0,1-2 0 16,1-3-128-16,0-9 128 0,0 0 0 0,0 0 0 15,0 0-128-15,0 0 128 0,0 0 0 0,0 0 0 16,0 0 0-16,0 0 0 0,39 23 0 0,-30-29 0 16,2-2 0-16,-1-1 0 0,0-2 0 0,2 1 128 15,0-2-128-15,0-2 0 0,0 2 0 0,-1 0 0 16,0 0 0-16,-1-1 0 0,0 1 0 0,-2-1 0 15,0 3 0-15,-1-1 0 0,-1 4 0 0,-1-1 0 16,-1 4 0-16,-1-1 0 0,-1 3 0 0,-2 2 0 0,0 2 0 16,0 0 0-16,-2 2 128 0,-1 2-128 0,0 1 0 15,-2 1 0-15,2 3 160 0,-2-1-160 0,1 3 160 0,0-1-160 16,1 0 192-16,0 0-48 0,1 0-16 0,1 0 0 16,1-3 0-16,0 1-128 0,0-10 192 0,0 0-64 15,0 0-128-15,0 0 192 0,0 0-192 0,0 0 192 16,0 0-192-16,39 19 160 0,-27-24-160 0,1-2 160 15,0-3 32-15,1 1 16 0,1-2 0 0,1-1 0 32,0 0-496-32,-1-3-96 0,0 1-32 0,0 0 0 0,-2 2-1296 0,-1 0-256 0,0 1-48 0,-1 1-16 15,-1 0-64-15,-2 1-16 0,0 0 0 16,0 1 0-16,-2 1 1152 16,0 0 208-16,-1 0 48 0,0 0 16 0,-1 2 688 0,-2 0 304 0,0 3-32 0,-2-3 0 0,1 3 784 0,-1 0 160 15,-1 1 16-15,0 1 16 0,1 0 448 0,-2 0 96 16,0 0 0-16,-1 3 16 0,0-1-544 0,0 1-112 15,0-1-32-15,-1 0 0 0,0 3-352 0,1 0-64 16,-2 2 0-16,1 0-16 0,0 0-176 0,-1 2-48 16,1 1 0-16,1 3 0 0,-1 2-208 0,0 0-64 15,0 1 0-15,2 1 0 0,-1-1-32 16,1-1-16-16,0 1 0 0,2-4 0 0,-1 0-144 0,1-12 0 16,0 0 0-16,4 26 128 0,-4-26-128 0,0 0 0 15,0 0 0-15,0 0 0 0,0 0 0 0,0 0 0 16,0 0 0-16,0 0-176 15,0 0-400-15,40 18-64 0,-35-22-32 0,1-1 0 16,-1 1-1648-16,-1-1-336 0,1 0-64 0,-1 1-9440 0</inkml:trace>
  <inkml:trace contextRef="#ctx0" brushRef="#br1" timeOffset="55886.61">11834 13952 4607 0,'-9'-4'192'0,"1"1"64"0,2 1-256 0,1 0 0 0,2 2 0 0,1 0 0 16,0 2 1552-16,-4-2 272 0,-1 2 48 0,-4 3 16 15,2-1 528-15,0 2 96 0,1 1 32 0,3 2 0 16,0-1-304-16,2 0-48 0,3-8-16 0,0 0 0 16,0 0-592-16,10 31-128 0,-10-31-32 0,0 0 0 0,0 0-432 0,43 7-96 15,-28-10 0-15,3-3-16 0,1-1-320 0,2-3-64 16,0-2-16-16,-1 3 0 0,2-2-272 16,-3 1-48-16,0 0-16 0,-1 3 0 0,1 0-352 0,-1 0-80 15,2 2-16-15,-20 5 0 16,38-7-1488-16,-38 7-320 0</inkml:trace>
  <inkml:trace contextRef="#ctx0" brushRef="#br1" timeOffset="56390.6">12691 13933 10127 0,'-2'-2'896'0,"2"-1"-704"15,0 1-192-15,0 1 0 0,1 1 880 0,-1-1 144 0,-1-1 16 0,1-1 16 16,-1-2 1184-16,0 1 224 0,1 1 48 0,-1 1 16 16,1 0-320-16,-1 2-64 0,1 2-16 15,-1 1 0-15,0 3-768 0,-1 4-144 0,-1 2-48 16,0 4 0-16,-2 3-704 0,1 2-144 0,-3 3-16 0,1 2-16 31,-2-2-288-31,1 1 160 0,-1-2-160 0,1-2 128 16,1-1-128-16,0-2 0 0,2-2 0 0,2-4 0 0,1-5-1120 15,3-2-208-15</inkml:trace>
  <inkml:trace contextRef="#ctx0" brushRef="#br1" timeOffset="56877.68">13116 13848 1839 0,'1'-4'0'0,"-1"1"160"16,0 1-160-16,0 1 0 0,0 1 0 0,0-2 0 0,0 2 1664 0,-1 0 288 15,0-2 64-15,0 0 16 0,0 1 720 0,-2 1 160 0,-1 0 32 0,1 1 0 16,0 1-736-16,-2 0-144 0,1 1-16 0,0 2-16 15,0 0-816-15,-2 1-176 0,0 1-16 0,0 3-16 32,1 4-496-32,-1-2-80 0,1 2-32 0,0-1 0 0,0 2-128 0,2-1-16 0,0 1-16 0,3-15 0 15,-1 23-240-15,1-23 176 0,0 0-176 0,0 0 160 16,0 0-160-16,0 0 0 0,32 27 0 0,-23-30 0 16,2-3-144-16,0-2 144 0,0-2-192 0,2-1 192 15,1-1-256-15,0 0 48 0,1-2 16 0,0 0 0 16,-2 1 48-16,0-1 16 0,-2 0 0 0,-1 2 0 0,-2 1 128 0,-2 1 0 31,-2 3 0-31,-3-3 0 0,-2 4 128 0,-4 0-128 0,-2 2 160 0,-2-1-160 0,-2 1 336 0,-2 3-16 31,-1 1-16-31,-2 0 0 0,0 3-32 0,-1 0 0 16,1 2 0-16,1-2 0 0,2 2-272 0,1 0 0 16,3 0 128-16,2-2-128 0,0 1 0 0,3-2 0 0,2 0 0 0,1-2 0 0,2 1 192 0,1-2 128 31,2-1 16-31,3 0-15840 0</inkml:trace>
  <inkml:trace contextRef="#ctx0" brushRef="#br1" timeOffset="57208.66">13504 13860 5519 0,'1'-2'240'0,"-1"2"64"0,0-2-304 0,0 1 0 0,0 1 0 0,-1 0 0 16,1-2 1264-16,-1 2 192 0,0-1 32 0,-1-1 16 16,1 1 320-16,-2 0 64 0,0 1 16 0,0-2 0 15,0 2-496-15,0 0-112 0,-1 2-16 0,0-1 0 16,0 2-240-16,-1 0-48 0,-1 0-16 0,0 1 0 16,-1 1-160-16,-1 2-48 0,-1 0 0 0,-2 0 0 0,-1 3-336 0,-3 2-80 15,-3 0-16-15,-2 4 0 0,-3 0-208 0,-3 4-128 16,-5 1 160-16,-2 3-160 15,-3 2-576-15,2 0-192 16,3-5-64-16,2 3 0 0,3-3-1104 0,0 0-240 0,1 1-32 0,2-3-16 16,2-2 1312-16,4-3 256 0,3-2 48 0,3-3 16 15,1-2-544-15,5-2-96 0,0-2-32 0,3-1-5056 0</inkml:trace>
  <inkml:trace contextRef="#ctx0" brushRef="#br1" timeOffset="57555.25">13161 14144 2751 0,'3'0'256'0,"-1"0"-256"0,-1 0 0 0,1 0 0 15,0 0 960-15,-1 0 128 0,0 0 48 0,1-1 0 16,2 0 928-16,-1 1 192 0,1 0 48 0,0-2 0 16,-1 2-832-16,-1 0-176 0,0 2-16 0,-2-1-16 15,1 0-448-15,-2 4-96 0,0-2-16 0,-2 3 0 16,2-1-256-16,-2 2-64 0,1 1-16 0,1-2 0 15,-1 2-48-15,2-8 0 0,0 0 0 0,0 0 0 16,2 26 176-16,-2-26 16 0,0 0 16 0,0 0 0 16,0 0-208-16,0 0-32 0,0 0-16 0,39 21 0 0,-29-25 32 0,1 1 0 15,1-2 0-15,2-2 0 16,1-3 16-16,0 1 16 0,-1-3 0 0,0 1 0 0,-2 1-336 0,-2-2 0 16,-2 3 0-16,0 2 0 0,-4-1 0 0,0 1 0 15,-2 2 0-15,-3-1 0 0,-2 1 0 0,-2 2 0 16,-4 1 0-16,-2 2 0 0,-3 0 0 0,-2 2 0 15,-2 1 0-15,-2 2 0 0,-1-1 0 0,2 1 128 16,-1 2 0-16,3-2 0 0,2 0 32 0,3 1 16 16,1-2 0-16,5 1-9232 15,1-2-1840-15</inkml:trace>
  <inkml:trace contextRef="#ctx0" brushRef="#br1" timeOffset="59834.28">14096 13835 8287 0,'3'-1'736'0,"-3"-2"-592"16,1 3-144-16,-1-2 0 0,0 2 832 0,0 0 128 15,1 0 16-15,-1-3 16 0,0 1-240 0,0 2-48 16,-2-1-16-16,-1 1 0 0,-2 1-240 0,-2-1-32 16,-2 2-16-16,0 1 0 0,-2-1-400 0,0 1 0 15,0-1 0-15,-1 3 0 0,0-2 144 0,-2 2 0 0,1 1 0 16,-1-1 0-16,1 2 256 0,1-2 48 0,2 2 16 0,0 0 0 15,3-3 32-15,0 2 0 0,4 0 0 16,0-1 0-16,1 1-64 0,2-2-16 0,2 3 0 0,1-3 0 16,-3-4-288-16,0 0-128 0,0 0 128 0,0 0-128 15,36 24 160-15,-36-24-160 0,0 0 192 0,37 12-192 16,-37-12 192-16,0 0-192 0,42 5 192 0,-42-5-192 16,0 0 0-16,36 7 0 0,-36-7 0 0,0 0 0 0,0 0 0 0,0 0 0 15,0 0 0-15,0 0 0 0,0 0 0 16,0 0 0-16,14 40 0 0,-23-32 0 0,-1 1 0 0,-3 0 0 15,-2 2 0-15,1-2 0 0,-3 0 0 0,1 0 0 16,0-2 0-16,2-2 0 0,0 2 192 0,1-4 48 16,1 1 0-16,2-1 0 0,1-1 304 0,2 1 64 15,2-3 16-15,1 0 0 0,2-3-416 0,3 1-80 16,1-3 0-16,3-2-7632 16,2 0-1520-16</inkml:trace>
  <inkml:trace contextRef="#ctx0" brushRef="#br1" timeOffset="60022.63">14227 13917 20271 0,'3'-1'1792'0,"0"-1"-1424"0,2 2-368 16,-3-1 0-16,1 0 1024 0,-1 1 144 0,1-2 32 16,1-1 0-16,4-1 1024 0,2 0 208 0,2-2 32 0,0-1 16 15,0 2-1520-15,-2-2-288 0,1 3-64 0,-3 1-16 31,-1 0-832-31,-2 1-160 0</inkml:trace>
  <inkml:trace contextRef="#ctx0" brushRef="#br1" timeOffset="60179.61">14247 14023 13823 0,'-2'3'608'0,"1"-1"128"0,1 1-592 0,0-1-144 0,0 0 0 0,0 1 0 0,0-1 1584 0,0 1 272 15,0 4 64-15,0-7 16 0,0 0-432 0,2 28-96 16,-2-28 0-16,0 0-16 0,0 0-1104 0,0 0-288 16,9 31 0-16,-9-31-7568 15,0 0-1600-15</inkml:trace>
  <inkml:trace contextRef="#ctx0" brushRef="#br1" timeOffset="60603.91">14551 13962 12895 0,'0'0'576'0,"0"0"112"0,0 0-560 0,23-4-128 0,-21 4 0 0,-1 0 0 16,1 0 1840-16,1-1 336 0,0 1 64 0,2 0 0 16,1 0 224-16,-3-3 32 0,1 1 16 0,-1 0 0 15,-1-3-960-15,0-2-192 0,-1 2-32 0,-1-2-16 16,1 0-832-16,-2-2-160 0,0 1-48 0,-1-1 0 16,-1 2-272-16,-2 0 0 0,1 0 0 0,-2 2 0 15,-1 0 0-15,-2 3 0 0,0 0 0 0,-2 2 0 16,-1 4 320-16,0 1-32 0,-1 2-16 0,-1 3 0 15,2 1 48-15,0 1 16 0,1 1 0 0,0 3 0 16,3-2 0-16,1 0 0 0,2 2 0 0,3-1 0 0,2-15-192 16,-1 27-144-16,1-27 192 0,0 0-192 0,0 0 176 0,22 39-176 15,-22-39 160-15,0 0-160 0,35 12 176 0,-35-12-176 16,0 0 192-16,40 10-192 0,-40-10 128 0,0 0-128 16,36 16 0-16,-36-16 0 15,0 0 0-15,0 0 0 0,34 24 0 0,-34-24 0 0,0 0 0 0,0 0 0 16,3 31 0-16,-8-24 0 0,0 0 0 0,-4 0 0 15,-2 2 0-15,-3 0 0 0,0 0 0 0,-1-1 0 16,0-2 0-16,0 0 0 0,-2-1 128 0,0 0-128 16,-1 2 0-16,1-4 0 0,1 1 0 0,1-1 0 15,2 1 0-15,2-3 0 0,1 1 0 0,2-2 0 16,3 1 0-16,1-2 0 16,3-1-352-16,2-1-80 0,3-2-16 0,2-2-17024 0</inkml:trace>
  <inkml:trace contextRef="#ctx0" brushRef="#br1" timeOffset="61077.68">14818 13943 20271 0,'6'-3'896'0,"-3"1"192"0,1 2-880 0,-2 0-208 0,-1 0 0 0,-1 0 0 15,1 0 2080-15,1 0 368 0,0 0 80 0,-2 0 16 16,0 0-704-16,0 0-144 0,0 0-32 0,0 0 0 15,4 38-816-15,-4-38-160 0,-4 24-48 0,-1-10 0 16,5-14-320-16,-8 29-80 0,2-13-16 0,1-2 0 0,0-2-224 16,-1-2 0-16,3 1 128 0,-1-3-128 0,1-2 0 0,1-1 0 15,1-1 0-15,1-3 0 0,0-1 0 0,0 0 0 16,2-2 0-16,0-3-160 31,3-2-704-31,-1-2-144 0,2 1-16 0,-1-4-16 16,2 1-1424-16,-1-3-288 0,1 2-48 0,-2-3-16 0,0 2 704 0,1 0 144 0,-2 1 32 0,2-1 0 15,-2 3 1552-15,0 0 384 0,1 3 0 0,-1 0 0 0,2 0 896 0,0 2 224 0,-1 0 32 0,1 0 16 16,-1 1 944-16,1 2 176 0,1-1 32 0,0 3 16 16,-7 0-320-16,0 0-64 0,0 0-16 0,0 0 0 15,37 9-864-15,-37-9-176 0,0 0-48 0,0 0 0 16,27 31-544-16,-27-31-112 0,0 0-32 0,14 38 0 16,-14-38-160-16,4 31 0 15,-4-31 144-15,1 33-144 0,-1-33 0 0,-3 29 0 0,3-29 0 0,-4 24 128 16,1-15-128-16,0-2 0 15,0 0 0-15,0-2 0 0,0-3 0 0,1 0 0 0,0-1 0 0,0-2 0 16,2 1 0-16,-1-4-160 0,1-1 160 0,0 0 0 31,1 1-688-31,0-4-16 0,2-1-16 0,1 0 0 0,0-1-1744 0,1 0-352 0</inkml:trace>
  <inkml:trace contextRef="#ctx0" brushRef="#br1" timeOffset="61250.2">15166 13890 11231 0,'3'0'240'0,"-1"0"48"0,-1 0 16 0,1 0 16 0,-1 0-320 0,0 0 0 16,0 1 0-16,1 1 0 0,-2-2 3008 0,0 0 544 16,0 0 96-16,0 0 32 15,0 0-816-15,0 0-176 0,29 31-16 0,-29-31-16 0,0 0-1104 0,0 0-208 16,0 0-64-16,0 0 0 0,35 21-912 0,-35-21-192 16,0 0-48-16,0 0 0 0,0 0-416 0,0 0-96 15,33 6 0-15,-29-5-16608 0</inkml:trace>
  <inkml:trace contextRef="#ctx0" brushRef="#br1" timeOffset="61393.39">15193 14047 11967 0,'0'0'528'0,"0"0"112"0,0 1-512 0,0 1-128 0,0 0 0 0,0-2 0 0,0 2 2240 0,0-2 432 15,0 0 80-15,0 0 0 16,0 0 224-16,2 32 32 0,-2-32 16 0,0 0 0 0,0 0-1792 0,1 34-352 0,-1-34-80 0,0 0-16 31,0 0-1136-31,0 0-224 0</inkml:trace>
  <inkml:trace contextRef="#ctx0" brushRef="#br1" timeOffset="62494.65">15608 13815 5519 0,'5'-5'496'0,"-1"3"-496"0,-1-1 0 0,-1 1 0 16,-1 2 1408-16,1-3 176 0,4-1 32 0,1-4 16 15,2-1 1104-15,1-2 208 0,-3 3 64 0,-1 1 0 16,-3 0-576-16,-1 2-128 0,-2 1 0 0,0 1-16 16,-2 1-880-16,-1-1-192 0,-1 1-16 0,-2-1-16 15,0 1-544-15,-2 1-96 0,0 1-32 0,0 1 0 16,0-1-336-16,-1 2-176 0,1 1 160 0,-1 2-160 0,1-1 0 0,1 1 0 15,0 2 0-15,1 1 0 0,1 3 0 0,0 2 0 16,0 3 0-16,1 3 0 16,1 1 0-16,0 3 0 0,3 3 0 0,0 2 0 0,0-2 0 0,0 2 0 15,-1 1 0-15,0-1 0 0,0 1 128 0,-1-5-128 16,0 0 0-16,-1-1 0 0,0-3-128 0,0-2-128 16,-1 1-32-16,-1-5 0 15,1-1-1648-15,-1-4-336 0,2-2-64 0,0 0-16 16,-1-5-400-16,1 0-96 0</inkml:trace>
  <inkml:trace contextRef="#ctx0" brushRef="#br1" timeOffset="62699.18">15421 14023 911 0,'-2'-4'0'0,"1"1"0"0,0 3 0 0,1 2 0 16,0-2 1472-16,0 1 192 0,0-1 64 0,-1 2 0 15,1 0 848-15,0 1 176 0,0-3 48 0,0 0 0 16,0 0-96-16,0 0-16 0,0 0 0 0,43 16 0 15,-43-16-832-15,33-7-160 0,-13 0-32 0,1-2-16 16,2-1-592-16,-1-2-112 0,0 1-32 0,-2-1 0 16,-1 0-592-16,-2 2-112 15,-2 1-16-15,-1 0-11008 0,-1 1-2176 0</inkml:trace>
  <inkml:trace contextRef="#ctx0" brushRef="#br1" timeOffset="62904.16">15870 13831 20271 0,'3'0'896'0,"0"-2"192"0,0 2-880 0,-1-2-208 15,0 2 0-15,-1 0 0 0,1 0 2032 0,1 0 352 16,-3 0 80-16,0 0 16 0,0 0-496 0,33 4-112 0,-33-4-16 0,0 0 0 16,0 0-1120-16,36 3-224 0,-36-3-64 0,0 0 0 15,0 0-448-15,0 0 0 16,33 4 0-16,-29-4-160 15,0 1-1680-15,-2 1-336 0,0-2-64 0,-2 2-12032 0</inkml:trace>
  <inkml:trace contextRef="#ctx0" brushRef="#br1" timeOffset="63045.24">15894 13912 3679 0,'-3'2'320'0,"0"0"-320"0,3 1 0 0,0-3 0 16,0 3 2016-16,-1-1 336 0,-1 5 64 0,-2 2 16 15,0 3 368-15,-1 3 80 0,0 4 0 0,1-1 16 0,1-1-816 0,-1 2-160 16,4-19-48-16,-6 29 0 0,6-29-976 0,-2 23-192 15,2-23-32-15,0 0-16 0,0 0-656 0,0 0-384 16,0 0 64-16,0 0-13568 16</inkml:trace>
  <inkml:trace contextRef="#ctx0" brushRef="#br1" timeOffset="63365.32">16278 13989 16575 0,'0'0'736'0,"0"0"160"0,12-6-720 0,-10 4-176 0,0 1 0 0,-1-1 0 16,0 1 2368-1,1-2 432-15,2-2 80 0,1-2 32 16,0-3-832-16,-1 1-160 0,-1-1-48 0,-2 1 0 0,0 1-1136 0,-3-1-224 0,-1 1-64 0,-2 0 0 16,0 3-256-16,-3 0-48 0,0 3-16 0,-2 2 0 15,-1 2-128-15,-2 4-176 0,0 2 48 0,-2 2 0 16,1 1 0-16,1 4 0 15,0-1 0-15,2 1 0 0,1 1 288 0,-1 1 64 16,3 4 16-16,0-2 0 0,1 0 16 0,1-3 16 0,2 1 0 0,4-17 0 0,-3 29-16 0,3-29 0 16,0 0 0-16,0 0 0 0,15 35-16 0,-15-35-16 15,0 0 0-15,32 5 0 0,-32-5-224 0,28-5-128 16,-12 0 128-16,2-2-208 16,0-1-1504-1,3-1-288-15,-1 1-64 0,1 0-12800 0</inkml:trace>
  <inkml:trace contextRef="#ctx0" brushRef="#br1" timeOffset="64132.25">16485 14019 4607 0,'20'-5'192'0,"-20"5"64"0,0 0-256 0,0 0 0 16,0 0 0-16,0 0 0 0,15-5 1568 0,-15 5 272 16,0 0 48-16,19-8 16 0,-14 5 464 0,-2 0 112 15,-1-2 16-15,-1 3 0 0,-2-3-640 0,-1 0-112 16,0 1-16-16,-2-4-16 0,2 1-400 0,-2 0-80 16,1-2-16-16,0 0 0 15,1 0-208-15,-2 0-48 0,0 1-16 16,0 2 0-16,2 0-208 0,-2 3-32 0,1 3-16 0,-2 0 0 15,1 3-48-15,-2 3-16 0,1 2 0 0,-2 1 0 16,0 5-352-16,-1 1-64 0,0 1-16 0,0 3 0 16,0 0-192-16,1 1 176 0,1-2-176 0,2-1 160 15,0-1-160-15,4-16 0 0,-3 26 144 0,3-26-144 16,0 0 0-16,0 0 0 0,0 0 0 0,0 0 0 16,0 0 0-16,29 29 0 0,-29-29 0 0,16-10 0 15,-7 4-240-15,0-2 48 0,0-1 0 0,2-1 0 16,-2 1-256-1,0-3-64-15,0 1 0 0,-2 0 0 0,0-1 48 0,-1 3 0 0,-1-2 0 0,-3 3 0 0,1 1 288 0,-2 0 176 16,-1 2-192-16,-1 0 192 0,-1 1 0 0,0 2 0 16,1 1 0-16,-1 1 0 0,0 1 0 0,0 3 304 15,-1-2-48-15,1 4 0 0,0 2 16 0,2-8 0 16,-6 18 0-16,6-18 0 0,-5 23-16 0,5-23 0 16,-3 21 0-16,3-21 0 0,0 0-80 0,-2 26-32 15,2-26 0-15,0 0 0 0,0 0-144 0,0 0 192 16,0 0-192-16,0 0 192 0,0 0-192 0,0 0 0 15,0 0 0-15,0 0 0 0,0 0 0 0,0 0 0 16,0 0 0-16,0 0 0 0,28-2 0 0,-23-7 0 0,1-1-192 16,1 1 192-16,1-1-448 0,0-3 48 0,0 1 0 0,2-1 0 15,0 1 48-15,1 0 16 0,0 0 0 0,0 0 0 16,1 1 336-16,1 4 0 0,0-1-144 0,0 2 144 16,-13 6 0-16,21-6 224 0,-21 6-32 0,0 0-16 15,0 0 336-15,0 0 64 0,0 0 0 0,35 27 16 16,-35-27-208-16,0 0-32 0,5 35-16 0,-5-35 0 15,-5 31-160-15,0-14-48 0,-2 1 0 0,-1 0 0 16,0-1-128-16,-1-2 0 0,0 0 144 0,1-4-144 16,2-1 0-16,1-3 0 0,0-2 0 0,3-3 0 15,0-2 0-15,1 0 0 0,1-2 0 0,1-3 0 16,1-2 0-16,1-2-160 0,3 0 160 0,0-1-208 16,2-2-480-16,0-2-80 15,1-1-32-15,0-1 0 0,1 1 160 0,-2-1 16 0,2 0 16 0,0 1 0 0,0-1 208 0,-1 3 32 16,0 2 16-16,0 1 0 0,-1 2 352 0,0 3-176 15,-2 2 176-15,0 2-128 0,-6 1 368 0,0 0 80 16,0 0 0-16,0 0 16 0,0 0 400 0,15 34 80 16,-15-34 16-16,0 0 0 0,0 38-272 0,0-38-48 15,-3 28-16-15,3-28 0 0,-7 29-256 0,7-29-48 16,-7 26-16-16,7-26 0 0,-7 20-48 0,7-20-128 16,0 0 192-16,-3 21-64 0,3-21-128 0,0 0 0 15,0 0 0-15,0 0 0 16,0 0-976-16,0 0-128 0,0 0-32 0,26-3-15776 0</inkml:trace>
  <inkml:trace contextRef="#ctx0" brushRef="#br1" timeOffset="64406.44">17071 14021 10127 0,'5'-7'448'0,"-3"0"96"0,1 2-544 0,0 1 0 0,-2 1 0 0,0 1 0 15,0-1 2352-15,1-1 352 0,0-5 80 0,1-2 16 16,0-1-112-16,-1 1-32 0,-1 4 0 0,-1-1 0 15,0 5-1056-15,-2 2-192 0,-1 1-64 0,-2 2 0 16,0 5-480-16,-2-2-96 0,0 5-32 0,-2 0 0 0,-1 3-400 0,0-1-80 16,0 2 0-16,1 1-16 0,-1 1-16 0,3-2 0 15,0 1 0-15,1-1 0 0,6-14 128 0,-6 20 32 16,6-20 0-16,0 0 0 0,0 0-224 0,0 0-32 16,13 32-128-16,-13-32 192 0,0 0-192 0,0 0 0 15,32 7 0-15,-32-7 0 16,0 0-528-1,32-5-48-15,-32 5-16 0,24-5 0 0,-24 5-1264 0,23-6-240 0,-23 6-48 0,22-8-16 16,-22 8-656-16,20-9-128 0</inkml:trace>
  <inkml:trace contextRef="#ctx0" brushRef="#br1" timeOffset="64715.71">17220 14030 9263 0,'0'0'192'0,"0"-2"64"0,0 2 0 0,0 0 0 0,0 0-256 15,0 0 0-15,0 0 0 0,0 2 0 0,0-2 2496 0,0 0 448 0,0 0 96 0,0 0 16 16,0 0-560-16,0 0-128 0,0 0 0 0,0 0-16 15,0 0-560-15,35 12-96 0,-35-12-32 0,21-4 0 16,-8-1-496-16,0 0-96 0,3-2-32 0,-2 0 0 16,2-3-656-16,0 1-144 0,-1 0-32 0,-1 1 0 15,-1-1-208-15,-1-1 0 0,-2 2 0 0,-3-2-160 16,-1 2-32-16,-3 0 0 0,-2 2 0 0,-4-1 0 16,-2 2 192-16,-3 0 0 0,-2 3 0 0,-3 1 0 0,-1 1 192 0,-2 1 0 15,-1 2 16-15,0 2 0 0,-1 1-80 0,1 2-128 16,3 1 176-16,0 0-176 0,1 2 160 0,2 1-160 15,2 1 128-15,3-1-128 0,0 0 272 0,6-12-16 16,-6 26-16-16,6-26 0 0,0 0-64 0,5 33-16 16,-5-33 0-16,0 0 0 0,0 0 0 0,42 23 0 15,-42-23 0-15,33 3 0 0,-33-3-160 0,41 0 0 16,-17-2 0-16,2-1-12416 16,1 1-2368-16</inkml:trace>
  <inkml:trace contextRef="#ctx0" brushRef="#br1" timeOffset="65140.71">18049 13685 16575 0,'4'-7'736'0,"-1"1"160"0,0 2-720 0,-2 1-176 0,-1 2 0 0,0 1 0 16,0 0 1696-16,0 0 304 0,1-1 64 0,-1 2 16 0,-1 3 416 0,-1 1 96 15,-2 4 16-15,-2 4 0 0,1 2-1024 0,-4 3-208 16,2 2-32-16,-1 4-16 0,-1 2-656 0,1 0-128 16,-1 3-32-16,0 2 0 0,1-1-288 0,0 1-64 15,1 0-16-15,1-5 0 0,2 2-144 0,0-4 160 16,4-24-160-16,-4 38 160 16,4-38-160-16,0 0 0 0,5 38 0 0,-5-38 0 15,0 0-304-15,0 0-80 0,0 0-32 0,38 10-11456 0,-27-15-2288 16</inkml:trace>
  <inkml:trace contextRef="#ctx0" brushRef="#br1" timeOffset="65502.4">18136 13986 14735 0,'0'0'640'0,"0"0"160"16,0 0-640-16,0 0-160 0,0 0 0 0,0 0 0 16,0 0 2192-16,0 0 416 0,0 0 80 0,0 0 0 0,0 0 0 0,0 0-16 15,0 0 0-15,28 24 0 0,-28-24-1312 0,0 0-256 16,31-1-48-16,-31 1-16 15,23-7-624-15,-12 3-128 0,-11 4-32 0,22-8 0 0,-12 2-256 0,-1 1-144 16,0 0 16-16,-1 0 0 16,-3 0-400-16,0-1-80 0,0 0-16 0,-3 2 0 15,0-3-16-15,-1 2 0 0,-1-2 0 0,-2 2 0 0,0 0 400 0,-2-2 80 16,-1 0 16-16,-1 1 0 0,-2 0 144 0,0 1-128 16,0-1 128-16,-1 3-128 0,0 0 128 0,0 1 0 15,-1 4 128-15,1 1-128 0,0 2 288 0,0 1-16 16,-1 2 0-1,1 1 0-15,0 1 272 0,-1 4 48 0,1 1 16 0,0 2 0 0,0 0 112 0,0 3 32 16,2-1 0-16,1 0 0 16,6-19-320-16,-7 33-64 0,7-33-16 0,0 0 0 0,3 33-160 0,-3-33-48 0,0 0 0 0,0 0 0 15,0 0-144-15,39 24 0 0,-39-24 0 0,26-3 0 16,-26 3 0-16,28-9 0 0,-14 2-224 0,1 0 80 47,-1-1-1152-47,0-1-240 0,0 2-32 0,0-3-9472 0,0 3-1888 0</inkml:trace>
  <inkml:trace contextRef="#ctx0" brushRef="#br1" timeOffset="65847.98">18479 13902 7711 0,'3'-7'160'0,"-1"0"32"0,1 3 16 0,-1 1 32 0,-1 1-240 0,-1 0 0 0,1 1 0 0,0-1 0 0,1 2 3296 0,-1-4 608 16,0 3 128-16,0 1 32 0,-1 0-704 0,0 0-144 15,0 0-16-15,0 0-16 0,-6 30-1440 0,6-30-272 16,-7 23-64-16,7-23-16 0,-7 28-912 0,7-28-176 16,-6 28-48-16,6-28 0 0,-2 26-256 0,2-26 160 15,0 0-160-15,0 36 128 0,0-36-128 0,0 0 0 16,0 0 0-16,0 0 0 0,12 34 0 0,-12-34 0 16,0 0 0-16,0 0 0 0,0 0 0 0,0 0 0 15,0 0 0-15,0 0 0 0,0 0 0 0,33 13 0 16,-33-13 0-16,0 0 0 0,16-8 128 0,-11 2-128 0,3-1 0 0,-1 0 128 15,1 0-128-15,0-5 128 0,0 0-128 0,2 0 128 16,-1-2-128-16,0 0 128 0,1-3-128 0,0 0 128 16,1-1-128-16,0-1 0 0,0 2 144 0,0-1-144 15,-1 3-144-15,0 3-112 0,-2 3 0 0,-3 2-16 32,0 4-1296-32,-2 1-256 0,-1 2-48 0,-2 0-16 0,0 0-1568 0,0 0-304 0</inkml:trace>
  <inkml:trace contextRef="#ctx0" brushRef="#br1" timeOffset="66210.15">18673 13955 10127 0,'0'0'448'0,"-6"21"96"0,6-21-544 0,0 0 0 0,0 0 0 0,0 0 0 0,0 0 2176 16,0 0 320-16,0 0 64 0,0 0 0 0,15 33 144 0,-15-33 32 15,0 0 0-15,0 0 0 0,0 0-976 0,35 19-192 16,-35-19-32-16,0 0-16 0,27 0-640 0,-27 0-128 16,20-4-32-16,-20 4 0 0,21-6-224 0,-12 2-48 15,2-3-16-15,-1 1 0 0,0 0-272 0,-2 0-160 16,1 0 192-16,-1-1-192 0,-1 0 0 0,-1 1 0 15,-1 0 0-15,-2 0 0 0,0 0 0 0,-2-1 0 16,-1 2 0-16,-1-2 0 0,-1 3 0 0,-2-2 0 16,1 0 0-16,-2-1 0 0,-1 3 0 0,1 0 0 15,-3 0-144-15,1 1 144 0,-1 2-192 0,0 0 64 0,1 1 0 0,-1 0 0 16,2 1 128-16,-1 2-160 16,2 0 160-16,-1 3-160 0,1 0 160 0,-1 2 0 0,0 3 0 0,0-1 0 15,0 2 144-15,-1 1 64 0,1 2 16 0,-1 0 0 16,7-15 112-16,-12 32 32 0,12-32 0 0,-10 31 0 15,10-31-144-15,-7 26-32 0,7-26 0 0,0 0 0 16,0 29-64-16,0-29-128 0,0 0 176 0,0 0-176 16,0 0 128-16,0 0-128 0,35 21 0 0,-35-21 0 15,18-5 0-15,-18 5 0 0,21-7 0 0,-10 2 0 16,-11 5-208-16,21-9-112 0,-9 4 0 0,-12 5-17728 16</inkml:trace>
  <inkml:trace contextRef="#ctx0" brushRef="#br1" timeOffset="66744.72">19237 13685 14735 0,'2'-3'1312'0,"0"-2"-1056"16,-1 5-256-16,-1 0 0 16,0 0 1808-16,1-2 304 0,0 2 64 0,1-3 16 0,0 1 432 0,-2 0 64 15,0 2 32-15,0 0 0 0,0 0-992 0,0 0-208 16,-7 35-48-16,7-35 0 0,-12 33-832 0,5-13-160 15,-2 3-32-15,0 1-16 0,0 2-256 0,-2 0-48 16,0 3-128-16,0-1 192 0,2-2-64 0,0-1 0 16,-1 2-128-16,3-3 192 0,1 0-192 0,6-24 128 15,-7 35-128-15,7-35 0 0,0 0 0 0,1 31 0 16,-1-31 0-16,0 0 0 0,0 0 0 0,0 0 0 16,32 22 0-16,-32-22 0 0,0 0 0 0,32-3 0 0,-32 3 0 15,26-7 0 1,-26 7-1088-16,28-10-96 0</inkml:trace>
  <inkml:trace contextRef="#ctx0" brushRef="#br1" timeOffset="66964.37">19421 14080 28559 0,'0'0'1264'0,"0"0"272"0,0 0-1232 0,0 0-304 0,0 0 0 0,0 0 0 16,0 0 1536-16,0 0 256 0,0 0 64 0,0 0 0 0,0 0-880 0,-7 29-160 15,7-29-48-15,-8 11 0 0,8-11-768 0,-11 12 0 16,11-12-192-16,-10 11-16576 16</inkml:trace>
  <inkml:trace contextRef="#ctx0" brushRef="#br1" timeOffset="67624.16">19970 13943 23951 0,'0'0'2128'0,"1"0"-1696"0,-1 0-432 0,0 0 0 16,0 0 912-16,0 0 112 0,21-3 0 0,-21 3 16 16,30-7 352-16,-8 2 64 0,2-1 16 0,0 0 0 15,1 0-384-15,-1-1-64 0,-2 2 0 0,-1 0-16 16,-1-1-608-16,-4 1-112 16,0 0-32-16,-3 2 0 0,-13 3-1168 0,20-5-240 0,-20 5-64 0,0 0-9168 15,14-5-1840-15</inkml:trace>
  <inkml:trace contextRef="#ctx0" brushRef="#br1" timeOffset="68300.67">20198 13753 6447 0,'-1'-2'576'0,"1"1"-576"15,0 1 0-15,0 1 0 0,0 1 1712 0,0-2 224 16,-1 3 48-16,-1-1 16 0,2-2 752 0,0 0 128 16,-11 33 48-16,4-14 0 15,-1 5-624-15,-2 2-112 0,0 2-16 0,-1 4-16 0,1 2-752 0,-2 0-128 0,1 0-48 0,-2-2 0 16,2-3-656-16,2-3-128 0,2-3-16 0,7-23-16 15,-6 38-144-15,6-38-16 0,0 0-16 0,8 36 0 32,-8-36-240-32,0 0 0 0,0 0 0 0,31 7 0 15,-20-12-624-15,3-4-16 0,2-3 0 0,1-2 0 16,2-3-1664-16,0 1-352 0,-1-3-64 0,-1 4-16 16,-3 1-1584-16,1-2-320 0,1-1-64 0,2-2-16 0,-1-2 3760 0,-1 3 768 0,-1 0 192 0,1 1 0 15,-1 3 0-15,-1 0-192 0,0 2 192 0,-3 2-128 0,0 4 1280 16,-3 1 272-1,-8 5 48-15,13-5 16 0,-13 5 1168 0,0 0 224 0,0 0 64 0,0 0 0 0,0 0-416 0,-4 28-80 16,4-28-16-16,-11 17 0 0,11-17-928 0,-15 21-192 16,7-7-32-16,-1 1 16 0,0 2-400 0,-1-2-64 15,2 1-32-15,1 0 0 0,-1-2-192 0,8-14-32 16,-10 26-16-16,10-26 0 0,0 0-384 0,-6 24-176 16,6-24 160-16,0 0-160 0,0 0 0 0,0 0 0 31,0 0-176-31,0 0 176 0,35 2-192 0,-25-9 192 0,0 0-192 0,1 0 192 0,0-2-176 0,1 0 176 15,0 1-208-15,0-4 80 0,1 0-32 0,0 0 0 16,-1-2 0-16,1 1 0 0,-2-1-16 0,0-1 0 16,1 1 0-16,0-1 0 0,1 1 176 0,-1-3-128 15,0 1 128-15,0 1 0 0,-1 1 0 0,-1 2 0 0,-1 3 0 16,-2 1 0 0,-1 5 0-16,-2 2 0 0,-4 1 0 0,0 0 0 15,0 0 0-15,0 0 0 0,0 0 0 0,0 29 0 16,0-29 160-16,-9 26-32 0,9-26 0 0,-9 35 0 15,9-35-128-15,-10 36 0 0,10-36 0 0,-8 35 128 16,8-35-128-16,-4 29 0 0,4-29 0 0,0 0 0 16,2 30 0-16,-2-30 0 0,0 0 0 0,0 0 0 15,0 0 0-15,0 0 0 0,0 0 0 0,31 10 0 16,-31-10 128-16,11-10-128 0,-4 6 0 0,-1-4 128 16,1 2 48-16,-1-4 0 0,1 0 0 0,2 1 0 0,-2-3-48 15,2 0 0-15,-1 1 0 0,0-4 0 0,1 1-128 0,0-2 0 16,0 0 144-16,0 1-144 0,0-2 0 0,-1 3 0 15,0-1 0-15,-1 3 0 0,0 1-144 0,-1 1-48 16,0 1-16-16,-1 4 0 16,0-2-944-16,-2 5-176 15</inkml:trace>
  <inkml:trace contextRef="#ctx0" brushRef="#br1" timeOffset="68662.82">20915 13905 12895 0,'2'-3'576'0,"-1"1"112"0,1 1-560 0,-2 1-128 16,1-1 0-16,-1 1 0 0,0 0 2336 0,0-2 432 15,0 2 96-15,0-1 16 0,0 1-208 0,0 0-48 0,0 0 0 0,-10 12 0 16,10-12-1168-16,-9 13-240 0,9-13-64 0,-15 20 0 16,15-20-480-16,-16 31-96 0,16-31-32 0,-18 33 0 15,18-33-336-15,-16 36-64 16,16-36-16-16,-10 31 0 0,10-31 48 0,0 0 0 0,-2 33 0 0,2-33 0 15,0 0-176-15,0 0 160 0,0 0-160 0,27 21 160 16,-27-21-160-16,19-5 128 0,-19 5-128 0,25-11 128 16,-11 4 0-16,2-3 0 0,3 0 0 0,-2-1 0 15,1 1-128-15,-1-3 0 0,-2 3 0 0,1-4 0 0,-1 0 0 0,-2-1 0 16,-2 3 128-16,-3-2-128 0,-2 0 0 0,-3 2 0 16,-4 0 0-16,-3 0 0 0,-2 1 0 0,-4 3 0 15,-2 3 0-15,-3 0 0 0,-2 3 0 0,-2 4 0 16,1 1 0-16,-1 2 0 0,2 2-176 0,1 0-64 15,1 1-16-15,3 0 0 16,4 2-656-16,8-10-144 16</inkml:trace>
  <inkml:trace contextRef="#ctx0" brushRef="#br1" timeOffset="69072.11">21216 13971 17503 0,'-5'0'1552'0,"2"0"-1232"0,1 1-320 0,2-1 0 0,0 0 928 0,0 0 128 15,0 0 32-15,0 0 0 16,0 0 864-16,0 0 176 0,0 0 48 0,0 0 0 0,0 0-384 0,0 0-80 15,0 0-16-15,37 18 0 0,-37-18-736 0,24-7-160 16,-9 1-32-16,1-2 0 0,2-1-768 0,0 0-144 16,1-2-48-16,-1 0-16560 0</inkml:trace>
  <inkml:trace contextRef="#ctx0" brushRef="#br1" timeOffset="69358.42">21591 13801 15663 0,'-3'0'688'0,"1"0"144"0,2 2-656 0,0-2-176 0,0 0 0 0,0 0 0 0,0 0 2048 0,0 0 384 16,0 0 80-16,0 0 16 0,0 0 96 0,30 17 32 15,-30-17 0-15,0 0 0 0,33 3-1104 0,-33-3-208 16,25 0-64-16,-25 0 0 16,28-3-768-16,-14 0-176 0,1 1-16 0,-1-3-16 0,-14 5-304 0,25-4 0 15,-25 4-176-15,19-3 176 32,-19 3-1792-32,0 0-256 0,14-3-64 0,-12 1-13408 0</inkml:trace>
  <inkml:trace contextRef="#ctx0" brushRef="#br1" timeOffset="69525.07">21755 13724 3679 0,'0'-2'320'0,"0"0"-320"16,0 0 0-16,0 2 0 0,0 0 2000 0,0 0 336 16,0 0 64-16,0 0 16 0,0 0 448 0,0 0 80 15,-9 23 32-15,2-8 0 0,0 6-672 0,-4 2-128 16,-2 6-16-16,-2 3-16 0,-1 2-1344 0,-1-1-272 16,-2 3-48-16,2 0-16 0,0-3-464 0,2-2 128 15,2-4-128-15,4-4 0 0,9-23 0 0,-8 33 0 16,8-33 0-16,0 0 0 15,0 0-832-15,0 0-272 0,28 28-48 0,-16-33-12176 0</inkml:trace>
  <inkml:trace contextRef="#ctx0" brushRef="#br1" timeOffset="70175.03">22051 13951 16575 0,'1'-3'736'0,"0"-2"160"0,1 2-720 0,0-1-176 15,-1 1 0-15,-1 3 0 0,1-5 1920 0,1 1 368 16,1-6 64-16,1-2 16 0,0-2-112 0,-1 0-16 0,0 0 0 0,-1 2 0 31,-1 2-1152-31,-2 3-224 0,-1 0-48 0,-2 5-16 0,0 2-288 0,-2 1-64 0,-2 2-16 0,-2 5 0 16,0-1-592-16,-2 5-112 0,-1 2-32 0,-1 3 0 16,-1 1 112-16,0 2 32 0,-1 1 0 0,0 0 0 15,1 1 160-15,1-1-208 0,1 0 80 0,0-2 128 16,2-1-192-16,1-3 192 0,3-1-160 0,7-14 160 15,-10 20 0-15,10-20 0 0,0 0 0 0,0 0 0 16,0 0 0-16,0 0 0 16,0 0 0-16,0 0 0 0,0 0 0 0,39 6 128 15,-27-14 0-15,3 0-128 0,1-1 208 0,0-1-64 0,0-2-16 0,-2 1 0 16,0-1-128-16,-1 0 160 0,-1 0-160 0,0 2 160 0,-2-1-160 0,-1 3 128 16,-1 0-128-16,-1 2 128 0,-7 6-128 0,9-9 0 15,-9 9 144-15,5-8-144 0,-5 8 320 0,0 0 0 31,0 0 0-31,0-3 0 0,0 3 160 0,0 0 32 0,0 0 0 0,0 0 0 0,0 0-256 0,-10 11-32 16,10-11-16-16,0 0 0 0,-8 15-208 0,8-15 128 16,0 0-128-16,-10 29 0 0,10-29 144 0,-7 25-144 15,7-25 128-15,-4 25-128 0,4-25 128 0,0 0-128 16,0 0 0-16,4 32 128 0,-4-32-128 0,0 0 0 16,0 0 0-16,0 0 0 0,0 0 0 0,37 4 0 15,-27-9 0 1,2-2 0-16,1-2-208 0,2-1 80 0,0 1 128 0,0-3-208 0,4-2-80 15,-1 0-16-15,1-1 0 0,-1 1 0 32,0-1-112-32,-1 1-32 0,-1 0 0 0,-3 2 0 0,-1 0 224 0,-2 3 32 0,-4 3 16 0,-1 3 0 15,-2 0 0-15,-3 3 0 0,0 0 0 0,-8 7 0 16,8-7 368-16,-12 14 80 0,5-2 16 0,-2 0 0 16,0 3 48-16,0 2 16 0,1 0 0 0,-1 1 0 15,9-18-224-15,-15 35-128 0,15-35 160 0,-9 32-160 16,9-32 128-16,-6 25-128 0,6-25 0 0,0 0 0 15,0 27 0-15,0-27 0 0,0 0 0 0,0 0 0 16,0 0-768-16,0 0-128 16,0 0-48-16,0 0-15552 0</inkml:trace>
  <inkml:trace contextRef="#ctx0" brushRef="#br1" timeOffset="70332.75">22319 13739 29487 0,'0'0'1296'0,"0"0"288"0,0 0-1264 0,0 0-320 16,0 0 0-16,0 0 0 0,0 0 1696 0,0 0 288 16,0 0 48-16,7 46 16 0,-7-46-864 0,1 35-160 15,-1-35-48-15,0 30 0 0,0-30-736 0,0 0-240 16,1 34 128-16,-1-34-18112 0</inkml:trace>
  <inkml:trace contextRef="#ctx0" brushRef="#br1" timeOffset="70568.5">22626 13622 23951 0,'-1'-2'1056'0,"1"1"224"0,0 0-1024 0,0 1-256 0,0 0 0 0,0 0 0 16,0 0 1824-16,0 0 304 0,0 0 64 0,0 0 16 0,0 0-672 0,0 0-128 15,-11 29-16-15,11-29-16 16,-9 30-416-16,9-30-96 0,-14 38-16 0,5-17 0 15,-1 3-496-15,-1 2-96 0,-1 3-32 0,-1 0 0 0,-2 3-224 0,0 2 0 16,2-1 0-16,1-2 0 0,1-4 0 0,4-2 0 16,7-25 0-16,-9 40 0 15,9-40-272-15,-5 31-160 0,5-31-16 0,0 0-17216 16</inkml:trace>
  <inkml:trace contextRef="#ctx0" brushRef="#br1" timeOffset="70961.95">22546 14009 11967 0,'0'0'528'0,"0"0"112"0,0 0-512 0,0 0-128 16,0 0 0-16,0 0 0 0,0 0 2624 0,0 0 512 0,0 0 80 0,0 0 32 16,0 0-576-16,0 0-112 0,0 0-32 0,36 14 0 15,-36-14-1040-15,25-7-208 0,-11 1-32 0,3-2-16 16,2 1-720-16,-1-2-128 0,1 1-48 0,-2-1 0 15,2 2-336-15,-2-3 0 0,-2 3 0 0,-3 0 128 16,0-2-416-16,-3 2-80 0,-2 1-16 0,-2-2 0 16,-2 2-384-16,-2-1-64 0,-3 2-32 0,-2-1 0 15,-1 1-160-15,-3 2-48 0,1 1 0 0,-3 0 0 16,1 0 384-16,-2 4 80 0,1 0 16 0,-2 0 0 16,1 1-16-16,-1 4 0 0,2 0 0 15,0 0 0-15,0 3 608 0,0-1 192 0,-1 3 0 0,1 2 0 0,0 3 880 0,1-2 176 16,0 0 32-16,1 2 16 0,8-17 160 0,-10 31 16 15,10-31 16-15,0 0 0 0,-1 33-496 0,1-33-96 16,0 0-32-16,0 0 0 0,0 0-496 0,24 29-112 16,-24-29 0-16,0 0-16 0,0 0-240 0,33 4 0 15,-33-4 0-15,0 0 0 16,28-4-768-16,-28 4-240 0,23-5-48 0,-23 5-15904 0</inkml:trace>
  <inkml:trace contextRef="#ctx0" brushRef="#br1" timeOffset="71467.5">22990 13979 24879 0,'-1'-3'1088'0,"0"1"256"0,1 2-1088 0,1-5-256 0,-1 5 0 0,1-3 0 16,-1 3 1968-16,2-3 336 0,1-2 64 0,2-1 0 16,1-1-464-16,1-2-112 0,-1-1 0 0,1 3-16 15,-2 0-1168-15,1 0-224 0,-2 1-64 0,-2 0 0 16,0 3-176-16,-2-1-144 0,0 2 192 0,-2 0-192 15,-2 2 0-15,-2 2 0 0,0 0 0 0,-4 2 0 16,1 1-208-16,-2 0 48 0,-1 5 16 0,-1-1 0 0,0 3 144 0,0 0-160 16,2 2 160-16,-1 0-160 0,1 1 160 15,1-1 0-15,-1 2 0 0,2-1 0 16,9-15 0-16,-11 25 0 0,11-25 0 0,0 0 0 0,0 0 0 0,-1 31 0 16,1-31 0-16,0 0 0 0,0 0 0 0,0 0 0 15,0 0 0-15,32 7 0 0,-32-7-192 0,0 0 64 16,21-8 0-16,-21 8 0 0,15-8-64 0,-7 1-16 15,-1 0 0-15,2-1 0 16,0-1-176-16,0 0-16 0,2-3-16 0,0-2 0 16,0-3-48-16,3 0-16 0,1-3 0 0,0-2 0 0,2-1 112 0,-1-4 32 0,1 1 0 0,-3-3 0 15,0-2 80-15,0 1 32 0,-2-1 0 0,-1 0 0 16,-1 3 480-16,-2-1 112 16,0 0 16-16,-1 4 0 0,-3 6 464 0,-2 5 112 0,-1 4 0 0,-2 3 16 15,0 4-208-15,-2 3-32 0,3 0-16 0,-9 6 0 16,9-6-336-16,-11 14-80 0,11-14-16 0,-12 21 0 15,12-21-112-15,-15 35-32 0,6-11 0 0,0 2 0 16,-1 5-144-16,-2 2 0 0,0 3 0 0,-1 2 128 0,0 2-128 16,0-2 0-16,0 2 0 0,2-2 128 0,3-5-128 0,1-2 0 15,0-3 0-15,2-2 0 0,5-26 0 0,-4 43 0 16,4-43 0-16,0 0-19168 16</inkml:trace>
  <inkml:trace contextRef="#ctx0" brushRef="#br1" timeOffset="72126.56">23626 13834 11967 0,'5'-8'1072'0,"-1"2"-864"0,1 1-208 0,-2 2 0 15,-3 3 1504-15,1-2 256 0,-1 2 48 0,2-2 16 16,0 0 1296-16,2-1 256 0,-1 1 48 0,-1 1 16 15,-2 1-1152-15,0 0-240 0,0 0-32 0,0 0-16 16,0 0-912-16,-1 31-192 0,1-31-48 0,-11 31 0 16,11-31-528-16,-15 40-128 0,6-17 0 0,0 0-16 0,-2 0-176 15,2-2 0-15,-3 2 144 0,2-2-144 0,10-21 0 16,-16 37 0-16,16-37 0 0,-11 29 0 16,11-29 0-16,0 0 0 0,-4 30 0 0,4-30 0 0,0 0 0 0,0 0 0 15,0 0 0-15,0 0 0 0,0 0 0 0,0 0 0 16,29 23-144-16,-29-23 144 0,17-3-176 0,-17 3 48 15,19-8 0-15,-9 2 0 0,0 0 0 0,-1 0 0 16,1-2 0-16,-1-1 0 16,-1 2-592-16,0-4-112 0,-2 2-32 0,-1 0 0 15,-2 0-1440-15,-2-2-304 0,0 0-48 0,-2 2-16 16,-1-2-720-16,-2 1-128 0,-2 0-48 0,-2 0 0 16,0 2 1520-16,-4 0 320 0,1 1 48 0,-2 2 16 0,-1 3 1984 0,0 2 416 0,-2 0 80 0,-2 2 16 15,2 1 1136-15,-1 1 224 16,2 2 48-16,0 0 16 0,2-1 704 0,3 0 144 0,3 0 32 0,7-5 0 15,0 0-896-15,-12 11-192 0,12-11-16 0,0 0-16 16,0 0-1136-16,0 0-240 0,0 0-32 0,30 3-16 16,-30-3-144-16,25-8-16 0,-8 4-16 0,1-3 0 15,4 0-160-15,0-1-48 0,0-1 0 0,-1 2 0 16,-2-1-208-16,1 0 0 0,-1 0 128 0,1 1-128 16,-3 2 0-16,0-1 0 0,-2 2 0 0,-2 0-160 15,-13 4-560 1,22-4-112-16,-22 4-32 0,0 0-17440 0</inkml:trace>
  <inkml:trace contextRef="#ctx0" brushRef="#br1" timeOffset="72819.17">23782 13964 14735 0,'0'0'640'0,"0"0"160"0,0 0-640 0,0 0-160 16,0 0 0-16,0 0 0 0,0 0 2496 0,0 0 480 15,0 0 96-15,0 0 0 0,26 2-1056 0,-26-2-224 16,19-4-32-16,-19 4-16 0,21-7-720 0,-21 7-160 15,23-7-32-15,-12 2 0 0,0 0-80 0,0 0-32 16,0 0 0-16,-1-1 0 0,0 0-336 0,-2 2-80 16,0-3-16-16,-1 1 0 0,-1 0-288 0,0-1 0 15,-1-2 0-15,-3 2 0 0,1-1-352 0,-3-1 32 0,0 0 0 0,-2 0 0 16,-1 0-64-16,0 3-16 0,-2-1 0 0,0 4 0 16,-1-2 80-16,0 3 32 15,0 2 0-15,-1 0 0 0,1 2 288 0,6-2 256 0,-12 10-64 0,12-10 0 16,-15 19 432-16,15-19 80 0,-17 24 0 0,7-8 16 15,-1 1-208-15,0 4-64 0,0-2 0 0,-1 2 0 16,1 1-240-16,-1-1-48 0,0 0-16 0,2-2 0 16,10-19 0-16,-14 31 0 0,14-31 0 0,0 0 0 15,-5 33-144-15,5-33 0 0,0 0 144 0,0 0-144 0,0 0 0 0,0 0 0 16,32 15 0-16,-32-15 0 0,25-10-128 0,-11 3-64 16,2-2 0-16,1 1 0 15,-1-4-544-15,1 0-112 0,2-1-32 16,0 0 0-16,2-2-1360 0,2 0-256 0,1-1-64 0,-2 1-16 15,0 3-592-15,0-2-112 0,0 0-32 0,-1 2 0 16,0 2 1008-16,-4 2 208 0,0 2 48 0,-3 0 0 0,-1 3 2752 0,-13 3 544 16,18-5 112-16,-18 5 32 0,0 0 1680 0,0 0 320 15,0 0 80-15,11-5 16 0,-14 5-640 0,0 0-128 16,0-2-32-16,-1 0 0 0,-1 1-1248 0,-1 1-256 16,0-2-48-16,-1 2-16 0,1 0-688 0,-2 2-144 15,1 1-32-15,0-1 0 0,-2 3-128 0,2 0-128 0,-2 1 192 16,0 2-192-16,1 1 176 0,-1-2-176 0,9-7 160 0,-16 22-160 15,16-22 0-15,-11 19 128 0,11-19-128 0,0 0 0 16,0 0 0-16,-5 31 0 0,5-31 0 0,0 0 0 16,0 0 0-16,0 0 0 0,0 0 0 0,30 23 0 15,-30-23 0-15,0 0 0 0,0 0 0 0,0 0 0 16,30 13 0-16,-30-13-128 0,0 0 128 0,0 0 0 16,0 0 0-16,0 0 0 0,23 31 0 0,-23-31 0 15,0 0 0-15,0 0 0 0,-9 23 0 0,9-23 0 16,-12 12 0-16,5-6-128 0,-2 0 128 0,-2 0 0 15,1 0 0-15,0 0 0 0,-1-1-128 0,0 0 128 0,1-1 0 16,2 1 0-16,2-2 0 0,0-1 0 0,6-2-320 0,-5-2 64 16,5 2 0-16,1-5 0 15,-1 5-1984-15,9-9-400 0</inkml:trace>
  <inkml:trace contextRef="#ctx0" brushRef="#br1" timeOffset="73149.75">24268 13853 15663 0,'-2'-1'1392'0,"2"1"-1120"16,0 0-272-16,0 0 0 0,0 0 2448 0,0 0 432 16,0 0 96-16,0 0 16 0,7-2-336 0,-7 2-64 15,8-2-16-15,-8 2 0 0,0 0-1104 0,0 0-240 16,0 0-32-16,0 0-16 0,0 0-656 0,0 0-128 16,26 14-16-16,-26-14-16 0,0 0-368 0,0 0 144 15,-10 37-144-15,10-37 0 0,-14 27 0 0,14-27 0 0,-17 36 0 0,6-19 0 16,11-17 0-16,-21 40 0 15,21-40 0-15,-18 40 0 0,18-40 0 0,-12 31 0 0,12-31 0 0,0 0 0 16,-4 30 0-16,4-30 0 0,0 0 0 0,0 0 0 16,0 0 0-16,0 0 0 0,31 17 0 0,-31-17 0 15,20-5 0-15,-20 5 0 0,21-7 0 0,-21 7 0 16,26-11 0-16,-12 3 0 0,2 2 128 0,-1-2-128 0,0 1 0 0,0 0 0 16,0 0 0-16,-1-2-144 15,-1 1-288 1,-1-1-48-16,0 2-16 0,-1-4 0 0,0 2-1312 0,-2-2-272 0,-1 2-48 0,-1-1-16 15,-1 0-1168-15,-2 3-224 0,-3-2-48 0</inkml:trace>
  <inkml:trace contextRef="#ctx0" brushRef="#br1" timeOffset="73341.7">24276 13895 7359 0,'0'0'656'16,"0"0"-528"-16,0 0-128 0,0 0 0 0,0 0 2976 0,0 0 560 15,0 0 112-15,0 0 32 0,-8 29 896 0,8-29 176 16,0 0 48-16,0 0 0 0,9 33-2832 0,-9-33-560 15,0 0-128-15,0 0 0 0,31 20-688 0,-31-20-128 16,23 2-16-16,-23-2-16 0,26-1-432 0,-12-1 128 0,2-2-128 0,0-2 0 16,1 2 0-16,0-4-320 0,3 2 48 0,2-4 16 31,2 1-1152-31,3-1-208 0</inkml:trace>
  <inkml:trace contextRef="#ctx0" brushRef="#br0" timeOffset="82840.27">17672 12803 11967 0,'-1'-7'1072'0,"0"1"-864"0,1 3-208 0,0 0 0 15,0 1 672-15,0 1 96 0,1 1 0 0,-1-3 16 16,1 0 1520-16,-1 0 288 16,1-2 64-16,0 2 16 0,0 0-480 0,0 2-80 0,-1-1-32 0,1 2 0 15,0 2-832-15,1-2-160 0,-1 1-48 0,0 0 0 0,0 1-528 0,0-1-128 16,0 3 0-16,0-1-16 0,1 0-112 16,-2 1-32-16,1 3 0 0,-1-2 0 15,0-5 16-15,0 0 0 0,-1 31 0 0,1-31 0 0,-2 32-16 0,2-32 0 16,-4 43 0-16,1-19 0 0,0 2-224 0,0 0 144 15,-2 1-144-15,1 1 128 0,-1-1-128 0,1-2 0 16,1-1 0-16,1-3 0 0,2-21 0 0,-2 36 0 16,2-36 0-16,0 0 0 0,4 36-176 0,-4-36-16 15,0 0 0-15,0 0 0 16,0 0-752-16,0 0-144 0,0 0-48 0,0 0 0 16,0 0-880-16,34 0-176 0</inkml:trace>
  <inkml:trace contextRef="#ctx0" brushRef="#br0" timeOffset="83202.6">17945 12828 7359 0,'0'-4'656'0,"0"1"-528"0,1 1-128 0,0 2 0 0,-1-2 1344 0,0 1 224 15,1-2 48-15,0-2 16 0,1-1 624 0,0 2 128 16,0-1 32-16,-1 0 0 16,0 4-672-16,-1 0-128 0,1 1-16 0,-1 2-16 0,0 0-624 0,0 1-128 15,0 2-32-15,0-1 0 0,0 1-64 0,-1 0-16 16,0 2 0-16,0 0 0 0,1-7-112 0,-3 19-32 16,3-19 0-16,-2 24 0 0,2-24-288 0,-2 29-64 15,2-29-16-15,-1 37 0 16,1-37-208-16,-2 41 0 0,2-41 128 0,0 41-128 15,0-41 0-15,-1 39 0 0,1-39 0 0,0 36 0 0,0-36 0 0,1 33 0 0,-1-33 0 16,2 33-160 0,-2-33-592-16,0 0-112 0,3 34-32 0,-3-34 0 15,0 0-832-15,0 0-160 0,0 0-32 0,0 0-10640 0</inkml:trace>
  <inkml:trace contextRef="#ctx0" brushRef="#br0" timeOffset="83503.05">17767 12999 8287 0,'-4'-4'368'0,"1"1"80"0,2 1-448 0,0 0 0 15,1 1 0-15,-1 1 0 0,1-2 2160 0,0 0 336 16,-1 1 80-16,1-2 16 0,1 2 288 0,0-1 64 15,1 0 16-15,0 2 0 0,1 0-912 0,0 2-192 16,-3-2-48-16,0 0 0 16,0 0-800-16,0 0-176 15,0 0-16-15,43 11-16 0,-43-11-416 0,0 0-96 0,34 0-16 0,-21-2 0 16,0-1-112-16,1 0-32 16,1 0 0-16,-1-2 0 0,0 1-128 0,-3 1 0 0,0-2 0 15,-1 0 0-15,0 1-192 0,-2 1-128 0,0-2-32 0,-1 3-16704 16</inkml:trace>
  <inkml:trace contextRef="#ctx0" brushRef="#br0" timeOffset="83928.56">18201 12859 9215 0,'-1'-2'400'0,"0"-1"96"0,1 1-496 0,0 2 0 16,0-1 0-16,0 0 0 0,0 1 2112 0,0-2 320 16,1 0 64-16,-1-1 0 0,1 2 448 0,0-1 96 15,-1 0 16-15,0 2 0 0,0 0-848 0,-1 0-160 16,0 2-48-16,-1 0 0 0,-1 2-1072 0,-1 2-224 16,1 1-32-16,-2 0-16 0,0 3-336 0,1 2-80 15,-1 2-16-15,-1 0 0 0,2 0-224 0,0 3 0 16,4-17 128-16,-6 32-128 0,6-32 0 0,-2 32 0 15,2-32 0-15,-1 31 0 0,1-31 0 0,0 0 0 0,6 38 0 0,-6-38 0 16,0 0 0-16,0 0 0 0,0 0 0 0,37 28 0 16,-37-28 0-16,24 0 128 0,-24 0-128 0,27-4 0 15,-11-3 192-15,1 0-16 0,0-1 0 0,2-4 0 16,0 1 16-16,-1 1 0 0,0-2 0 0,-1 1 0 16,1-1-48-16,-1 0 0 0,-2 0 0 0,-1 0 0 15,-2 0-16-15,-2 0-128 0,-3 2 192 0,-4-1-64 16,-4-1 16-16,-5 0 0 0,-2 1 0 0,-4 2 0 15,-2 1-144-15,-3 3 128 0,-1 0-128 0,-3 3 128 0,-1 4-128 16,-1 1 0-16,1 3 0 0,0 3 0 0,4 0-128 0,1 2-16 16,4-2 0-16,3 1-12464 15,3 0-2480-15</inkml:trace>
</inkml:ink>
</file>

<file path=ppt/ink/ink6.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8T09:55:51.449"/>
    </inkml:context>
    <inkml:brush xml:id="br0">
      <inkml:brushProperty name="width" value="0.05292" units="cm"/>
      <inkml:brushProperty name="height" value="0.05292" units="cm"/>
    </inkml:brush>
  </inkml:definitions>
  <inkml:trace contextRef="#ctx0" brushRef="#br0">12812 13028 911 0,'0'0'0'0,"0"0"0"0,0 0 0 0,0 0 0 16,0 0 368-16,0 0-16 0,0 0 0 0,0 0 0 15,0 0-112-15,0 0-32 16,0 0 0-16,0 0 0 0,5-12-208 0,-5 12 128 15,0 0-128-15,-5-2 0 0,5 2 0 0,0 0 0 16,-5-3 0-16,5 3 0 0,0 0 448 0,-4-5-16 0,4 5 0 0,0 0 0 0,-2-9-432 0,2 9 128 16,0 0-128-16,-1-9 0 0,1 9 448 0,0 0 16 15,0-10 0-15,0 10 0 0,0 0 544 0,1-11 96 16,-1 11 32-16,0 0 0 0,0 0 224 0,0 0 48 16,-1-8 16-16,1 8 0 15,0 0-176-15,0 0-32 0,0 0-16 0,0 0 0 0,0 0-240 0,0 0-64 16,2-12 0-16,-2 12 0 15,0 0-512-15,0 0-128 0,0 0 0 0,1-9-16 0,-1 9-240 0,0 0 0 0,0 0 0 0,-5 0 0 16,5 0 288-16,0 0 64 16,-5 7 16-16,5-7 0 0,-5 9 304 0,5-9 64 15,-6 10 16-15,6-10 0 0,-6 10-112 0,6-10 0 0,-6 11-16 0,6-11 0 16,-4 12-112-16,4-12 0 0,-6 12-16 0,6-12 0 16,-5 14-336-16,5-14-160 0,-5 15 160 0,5-15-160 15,-5 16 0-15,5-16 0 16,-4 14 0-16,4-14 0 0,-4 14 0 0,4-14 0 0,-5 14 0 0,5-14 0 0,-4 17 256 15,4-17-64-15,-5 19 0 0,5-19 0 32,-5 19 64-32,5-19 16 0,-5 17 0 0,5-17 0 0,-6 18-112 0,6-18-32 15,-1 15 0-15,1-15 0 0,0 0-128 0,-1 21 0 0,1-21 0 0,0 0 0 0,0 0 128 0,0 0 0 16,0 0 0-16,0 0 0 0,14 22 144 0,-14-22 32 16,0 0 0-16,0 0 0 0,0 0-96 0,0 0-16 15,0 0 0-15,0 0 0 0,31 14-192 0,-31-14 144 16,0 0-144-16,0 0 128 0,0 0-128 0,16 24 0 15,-16-24 0-15,0 0 0 0,0 0 0 16,0 0 0-16,11 28 0 0,-11-28 0 0,0 0 0 0,0 0 0 16,0 0 144-16,0 0-144 0,0 0 320 0,0 0-16 0,32-3 0 15,-32 3 0 1,13-19-80-16,-13 19-16 0,15-24 0 0,-15 24 0 0,16-26-208 0,-16 26 0 0,15-26 0 0,-15 26 0 16,12-21 0-16,-12 21-160 0,9-21 160 0,-9 21-192 15,9-17 192-15,-9 17 0 0,6-16 0 0,-6 16-128 31,0 0 128-31,5-17 0 0,-5 17 0 0,0 0 0 16,0-14 0-16,0 14 0 0,-1-12 0 0,1 12 0 16,0-19 0-16,1 7 0 0,1-2 0 0,-1-1 0 15,2 1 0-15,0 0 0 0,1 0 0 0,-1-2 0 16,1 2 0-16,-1 1-128 0,0-1 128 0,-1 2-128 16,0 1-80-16,-2 11-16 0,3-20 0 0,-3 20 0 15,-2-14 224-15,-1 8 0 0,0 1 0 0,-2 2-144 0,0 1 144 0,0 2 0 16,-2-2 0-16,0 4 128 0,0 0 64 0,-2 0 32 15,1 1 0-15,-2 2 0 0,-1-2-224 0,0 0 176 16,1 2-176-16,0-2 160 0,1 1-160 0,-1 1-192 0,2-4 32 16,-1 1 16-16,1-2-208 0,1 0-32 0,0-2-16 0,1-1 0 31,0 1-384-31,0-1-80 0,0-1-16 0,-1 1-9440 0,1 0-1904 0</inkml:trace>
</inkml:ink>
</file>

<file path=ppt/ink/ink7.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10:23:07.483"/>
    </inkml:context>
    <inkml:brush xml:id="br0">
      <inkml:brushProperty name="width" value="0.05292" units="cm"/>
      <inkml:brushProperty name="height" value="0.05292" units="cm"/>
      <inkml:brushProperty name="color" value="#FF0000"/>
    </inkml:brush>
  </inkml:definitions>
  <inkml:trace contextRef="#ctx0" brushRef="#br0">14227 8991 15663 0,'0'-1'1392'0,"0"-1"-1120"0,0-1-272 0,1 1 0 16,0 2 320-16,-1-3 16 16,1 1 0-16,1-5 0 0,2-2 624 0,0-1 112 0,1-4 16 0,2 0 16 15,0-1-560-15,0-2-112 0,3 1-32 0,1-3 0 16,2-2-400-16,2-5 0 16,3 0 0-16,3-5 0 0,1-2 320 0,4-5 0 15,3-5-16-15,6-9 0 0,5-4 896 0,4-5 176 16,2 0 32-16,6-6 16 0,9-5 496 0,0-4 80 0,2 0 32 0,-2 2 0 0,-3 8-1216 0,3-5-240 15,5 2-64-15,-3 0 0 0,-2 3-368 0,-5 6-144 16,-4 5 0-16,-2 4 144 0,-2 3-144 0,-1 3 0 16,-2 5 0-16,-4 3-16832 15</inkml:trace>
  <inkml:trace contextRef="#ctx0" brushRef="#br0" timeOffset="1100.93">15857 7140 7359 0,'-1'1'656'0,"0"-1"-528"15,1 0-128-15,0 0 0 0,0 0 1280 0,0 0 208 16,0 0 48-16,0 0 16 0,1 0 752 0,0-1 160 16,1 1 32-16,1-3 0 0,1 2-624 0,0-4-112 15,2 2-32-15,1-1 0 0,0-1-576 0,1-2-128 16,-8 7-32-16,17-12 0 0,-17 12-64 0,21-14-16 16,-12 7 0-16,-9 7 0 0,18-14-368 0,-10 9-80 15,-1-2-16-15,1 0 0 0,-1 2-176 0,0-2-32 16,-1 2-16-16,1-1 0 0,-2 0-224 0,0 1 0 0,0 1 0 0,-2-1-160 31,2 2-992-31,-1-1-192 0,-3 2-32 0,1-1-8800 16,-1 3-1776-16</inkml:trace>
  <inkml:trace contextRef="#ctx0" brushRef="#br0" timeOffset="1351.37">15971 6945 3679 0,'-5'-9'160'0,"2"3"32"0,0 1-192 0,1 0 0 0,1 3 0 0,0 0 0 16,0 1 1856-16,0-4 336 0,-1 1 64 0,0-1 16 15,0 0 352-15,1 5 80 0,1 5 16 0,1 4 0 16,0 6-896-16,2 4-176 0,-1 5-48 0,2 2 0 16,1 3-912-16,-2 1-192 0,2 1-48 0,-1-3 0 0,0-2-192 0,0-1-32 15,0 0-16-15,0-6 0 0,2 0 96 0,-1-5 16 16,-1 0 0-16,-4-14 0 0,0 0-144 0,15 26-32 16,-15-26 0-16,0 0 0 0,0 0-144 0,0 0 128 15,0 0-128-15,0 0 128 0,0 0-128 0,0 0 128 16,0 0-128-16,33-15 128 15,-29 4-1328-15,1-1-272 0,-1 1-48 0,1-1-11120 16</inkml:trace>
  <inkml:trace contextRef="#ctx0" brushRef="#br0" timeOffset="1777.66">16183 7102 911 0,'4'-3'0'0,"-2"2"0"0,0-3 0 0,-1 3 0 15,0-2 1600-15,0 1 256 16,-1 0 32-16,2 0 16 0,0-6 336 0,2 0 80 0,0-2 16 0,-1-2 0 15,0 1-1152-15,0-1-224 16,-2 1-64-16,0-1 0 0,-2 1-416 0,0 1-96 0,-1 1 0 0,-2-1-16 16,1 4-96-16,-1 1-16 0,-1 2 0 0,1 3 0 15,-2 0 400-15,1 5 80 0,-1 0 16 0,0 2 0 16,1 1-432-16,0 3-96 0,1 1-16 0,0 2 0 16,1 0-208-16,0 0 0 0,1 3 0 0,1 0 0 0,0-1 0 15,0 1 0-15,0 0 0 0,2-1 0 0,-1-2 192 0,2-4-16 16,0 1 0-16,1-4 0 0,-3-7 256 0,0 0 48 15,0 0 16-15,0 0 0 0,0 0-112 0,0 0-32 16,0 0 0-16,42-3 0 16,-35-6 160-16,0-2 48 0,-1 2 0 0,1-3 0 0,-2 2-720 0,-1 0-144 15,-1-1-16-15,-1 2-16 0,0 1 0 0,-2-1 0 16,-1 2 0-16,0-1 0 0,-1 4 336 0,-1-3 0 16,1 2-144-16,-1 0 144 0,2 2 0 0,0 1 0 15,0 2 0-15,2 0 0 0,0 0 0 0,-1 3 192 16,3 1-48-16,0 3-16 0,1-1 624 15,-1 2 112-15,-3-8 32 0,0 0 0 0,17 26-272 0,-17-26-48 0,0 0-16 0,0 0 0 16,0 0-288-16,39 24-48 0,-39-24-16 0,0 0 0 16,0 0-80-16,0 0 0 0,44-9-128 0,-37 2 192 15,1-2-192-15,-1 1 0 0,0-4-192 0,0-1 192 32,0 0-1280-32,-1-4-160 0,0 1-32 0,0-2-7968 0,-1 3-1600 0</inkml:trace>
  <inkml:trace contextRef="#ctx0" brushRef="#br0" timeOffset="2706.67">16364 6612 13823 0,'-1'-5'608'0,"1"3"128"0,0 1-592 16,-1 1-144-16,1 0 0 0,0 3 0 0,0 0 1920 0,0 3 336 15,0 4 80 1,1 6 16-16,1 6-512 0,0 4-112 0,1 0 0 0,0 0-16 16,2 0-448-16,0 0-96 0,1 0-16 0,0-2 0 0,1 2-384 0,0-2-64 15,-1-3-32-15,0-2 0 0,-2-2-480 0,1-3-192 16,0 0 128-16,-3-4-128 0,2-2 0 0,-2-1 0 15,1-1 0-15,-1 1 0 0,0-4 0 0,-2 0 0 16,0-1 0-16,0 0 0 0,1 0 0 0,-1-2 0 16,0-2 128-16,-1 2-128 15,1-1 0-15,0-1 0 0,0 1 0 0,0-2 0 0,0 0 0 0,0-2 0 16,0 1 0-16,1-4 0 0,0 2 0 0,0-2 0 0,1-1-144 16,0-2 144-16,0 1 0 0,0-2 0 15,-1 2 0-15,0-2 0 0,2 3 0 0,1-3 0 0,0 3 0 16,0-1 0-16,1 5 0 0,-1 1 0 0,-1 3 0 0,1 2 0 15,-4-1 0-15,0 0 0 0,0 0 0 0,0 0 0 16,15 29 496-16,-13-20 0 16,-2 2 0-16,0-1 0 0,0-1-352 0,-2 3-144 0,0-2 128 0,-2 1-128 15,2-1 0-15,-1-2 0 0,-1 0 0 0,0 0 0 16,2-1 0-16,-1 0 0 0,0-3 0 0,0 0 0 16,2 0 0-16,0-4 0 0,0 1 0 0,1-2 0 15,1 1 0-15,-1-2 0 0,2-1-128 0,0-1 128 31,1-1-400-31,1-2-16 0,-1 0 0 0,1-1 0 0,2-1 192 0,-1-1 32 0,1 1 16 0,0-3 0 0,1 0 48 0,-1 0 0 16,1 0 0-16,-1 1 0 16,0 1 128-16,-2 1 0 0,1-1 0 0,0 3 0 0,-2 0 0 0,0 2 0 15,-1 0 0-15,0 3-128 0,0-2 128 0,0 3 0 16,-2-3 0-16,0 3 0 0,1-1 0 0,0 1 0 16,-1 0 0-16,0-1 0 0,1 2 0 0,-1-2 0 15,1 1 0-15,-1-2 0 0,1 1-320 0,-1 0-16 16,1 0-16-16,0-3 0 31,0 2-896-31,0 1-176 0,0-2-48 0,1 1 0 0,-2 0 192 0,2-1 16 0,-1 0 16 0,0 0 0 16,1 0 208-16,-1 2 32 15,1 0 16-15,-1 1 0 0,0-1 576 0,-1 2 112 0,1-2 32 0,0 2 0 0,-1-1 272 0,1 1 256 0,0 0-64 0,-1 0 0 16,0 0 832-16,0 0 144 16,1 0 48-16,-1 0 0 15,0 1 304-15,0-1 64 0,0 2 16 0,0-2 0 16,0 2-144-16,-1-2-32 0,1 3 0 0,0-1 0 15,0 0-544-15,0 3-112 0,1 0-32 0,-1 2 0 16,2 0-304-16,-1 5-64 0,1-2-16 0,0 2 0 16,1 0-144-16,-1 1-16 0,2-3-16 0,0 1 0 15,-4-11-176-15,0 0 0 0,0 0 144 0,19 24-144 0,-19-24 0 16,0 0 0-16,0 0 0 0,0 0 0 0,0 0 0 0,35-9 0 16,-28 2 0-16,-1-3 0 0,1-1-336 0,-2-1-48 15,2 0 0-15,-2 0 0 16,-1 0-464-1,-1 0-112-15,0 0 0 0,-1 1-16 0,-1 1 480 0,0 0 112 0,-2 1 0 0,1-2 16 0,-1 1 368 0,-1 2 0 16,1 2 0-16,0-1 0 0,1 4 0 0,-1 1 0 16,1 4 0-16,0-1 0 0,1 1 512 0,-1 5 32 15,1-1 0-15,0 4 0 0,0 0 272 0,0 1 48 16,1 4 16-16,0-3 0 0,1 2-544 0,1-2-96 16,0-2-32-16,0-1 0 0,-4-9-208 0,0 0 0 0,0 0 128 15,0 0-128-15,31 25 0 0,-31-25 0 0,0 0 0 0,0 0 0 31,0 0-560-31,30-11-48 0,-24 6-16 0,-1-2-10576 0,-1 0-2112 0</inkml:trace>
  <inkml:trace contextRef="#ctx0" brushRef="#br0" timeOffset="2973.98">16839 6339 12895 0,'0'0'576'0,"0"0"112"15,0 1-560-15,0 1-128 0,-1 1 0 0,1 0 0 0,0 0 1984 0,-1 4 352 16,1 6 80-16,0 3 16 0,0 6-272 0,0 3-48 16,1 0-16-16,1 2 0 0,1-1-688 0,0 0-128 15,-1 3-16-15,2-3-16 0,0 0-272 0,-1-3-48 16,1 1-16-16,1 0 0 16,-1-5-336-16,1 0-80 0,-5-19-16 0,11 28 0 0,-11-28-320 0,0 0-160 15,18 31 160-15,-18-31-160 0,0 0 0 0,0 0 0 16,0 0 0-16,0 0 0 15,39 19-496-15,-39-19-144 0,0 0-16 0,17-14-15984 0</inkml:trace>
  <inkml:trace contextRef="#ctx0" brushRef="#br0" timeOffset="3604.09">17091 6709 19343 0,'3'0'848'0,"-1"-2"192"0,0 1-832 0,-1 1-208 0,0-2 0 0,-1 2 0 16,1-2 2048-16,0 0 384 0,2-3 64 0,0-2 0 15,1-3-768-15,-1 0-176 0,0 1-16 0,0-2-16 16,-2 2-736-16,0-1-144 0,-1 2-16 0,-1-1-16 16,-1 1-352-16,-1 0-64 0,-1 0 0 0,-1 3-16 15,-1 0 0-15,-1 3 0 0,1 0 0 0,-2 2 0 16,2 2 32-16,-2 3 16 0,2 2 0 0,0 0 0 16,1 3 64-16,-1 1 16 0,2 1 0 0,1 0 0 15,0 2-304-15,1 1 128 0,0 1-128 0,1-1 0 0,2 0 128 16,0 0-128-16,0-1 0 0,0-4 0 0,1 0 0 0,1-4 160 15,0 2-160-15,1-3 128 0,-4-5-128 0,0 0 128 16,0 0-128-16,0 0 128 0,0 0-128 0,0 0 160 16,0 0-160-16,0 0 160 0,44-7-16 0,-40-1 0 15,2 1 0-15,-1-2 0 0,1-2-144 0,-2 0 0 16,2-1 0-16,-1 3 0 0,-2-2 0 0,1 1 0 16,-1 0 0-16,0 3 0 0,-1 0 0 0,-2 0 0 0,2 0-144 15,0 2 144-15,-1 2 0 0,1 1 0 16,-1 2 0-16,1 0 0 0,0 3 0 0,-1 1 0 0,2 1 0 0,-1 2 0 15,1 0 0-15,1 1 0 0,-2-2 0 0,2 2 0 16,-4-8 0-16,0 0 0 0,0 0 0 0,0 0 144 16,0 0-144-16,0 0 0 0,39 18 0 0,-39-18 0 15,0 0 0-15,23-14 0 0,-23 14 0 0,16-18 0 16,-7 8 0-16,0-4 0 0,-1 0 0 0,0-1 0 16,1 1-352-16,-3-2 0 0,1 1 0 0,-3 1 0 15,0 1 80-15,0 0 16 0,-3-1 0 0,0 0 0 16,-1 4 256-16,-1-4 0 0,-1 0 0 0,-1 2 0 0,0 0 0 15,1 0-128-15,0 3 128 0,1 2 0 0,-1 4 0 0,1 0 0 16,1 3 0-16,0 3 0 0,-1 2 256 0,1 2 0 16,1 3 0-16,-1 3 0 0,1 2 64 0,1 4 0 15,-1 0 16-15,1 2 0 0,1-1-208 0,1 0-128 16,0-1 160-16,0-2-160 0,-4-17 0 0,11 29 128 16,-11-29-128-16,0 0 0 0,18 30 0 0,-18-30 0 15,0 0 0-15,0 0 0 16,0 0-336-16,0 0-64 0,0 0-16 0,0 0 0 15,0 0-992-15,0 0-208 0,0 0-48 0,23-17 0 16,-26 11-1120 0,0-4-224-16,-2 5-64 0,-2-3-8672 0</inkml:trace>
  <inkml:trace contextRef="#ctx0" brushRef="#br0" timeOffset="3760.97">17253 6536 4607 0,'-1'0'400'0,"1"0"-400"0,0 0 0 0,0 0 0 16,-1 0 2912-16,0-2 496 0,-1 2 112 0,1 0 0 15,0 0 640-15,1 0 112 0,1 0 16 0,2-2 16 16,1 2-2000-16,-1-1-384 15,-3 1-96-15,0 0-16 0,0 0-1104 0,0 0-208 0,36-12-48 0,-36 12-16 16,0 0-304-16,28-16-128 0,-28 16 128 0,0 0-128 16,31-15 0-16,-31 15 0 0,0 0 0 0,30-12 0 31,-30 12-672-31,0 0-224 0,0 0-32 0,34-8-16416 0</inkml:trace>
  <inkml:trace contextRef="#ctx0" brushRef="#br0" timeOffset="4123.01">17446 6583 11055 0,'1'1'976'0,"-1"1"-784"16,1-2-192-16,0 0 0 0,0-2 2304 0,1 2 432 16,1-1 80-16,1-1 0 0,3-1 320 0,0 0 64 15,2-3 16-15,-1-1 0 0,0 0-1888 0,2 0-384 16,-2-1-80-16,1 2-16 16,1-4-352-16,-3 3-80 0,0 1-16 0,0-2 0 0,-1 1-240 0,-3 0-160 15,2 2 192-15,-2-3-192 0,-2 4 0 0,0-3 0 16,-1 0 0-16,-1 0 0 15,-1 2 0-15,-2-3 0 0,0 4 0 0,0-3 0 0,-2 2 0 0,1 3 0 16,-1-1 0-16,-1 3 0 0,2 1-192 0,-2 2-32 0,2 1-16 16,-1 3 0-16,1 0-112 0,-1 4-32 0,1 1 0 0,-2 2 0 15,2 1 384-15,1 2 0 0,-1-1 0 16,1 3 0-16,1 0 144 0,1-2 48 0,0 0 16 0,2-3 0 16,1 0 288-16,1-5 48 0,1-2 16 0,0 0 0 15,-3-7-96-15,0 0-16 0,0 0 0 0,0 0 0 16,0 0-96-16,0 0-32 0,48-7 0 0,-38 0 0 15,1 0-192-15,0-3-128 0,1 1 160 0,-1 0-160 16,0 1 0-16,1-1-192 16,0 0 16-16,1-3 0 0,-1 2-1408 0,0 0-272 0</inkml:trace>
  <inkml:trace contextRef="#ctx0" brushRef="#br0" timeOffset="4612.35">17758 6491 11967 0,'1'0'528'0,"-1"0"112"0,0-2-512 0,1 1-128 15,-1 1 0-15,0-2 0 0,1 2 2560 0,0-2 496 16,1-3 80-16,0-1 32 0,0-2-512 0,1-1-96 16,0 0-32-16,0-1 0 15,-1 2-1328-15,-2-1-272 0,1-1-48 0,-1 3-16 0,-1-2-256 0,0-1-48 16,-3 3-16-16,-2-2 0 0,0 1-144 0,-2 2-16 16,0 0-16-16,0 2 0 0,0 0-176 0,0 3-16 0,1 1-16 0,-1 3 0 31,2 0 112-31,-1 3 32 0,2 1 0 0,1 1 0 0,1 3-176 0,-1-1-128 15,2 6 144-15,1 1-144 0,0 0 0 0,1 2 0 0,2 1 0 16,-1-3 0-16,2 1 0 0,-3-18 0 0,9 29 0 0,-9-29 0 16,0 0 0-16,17 27 0 0,-17-27 0 0,0 0 0 15,0 0 0-15,0 0 0 16,0 0 0-16,0 0 0 16,40-5 0-16,-34-2 0 0,0-2 0 0,0-1 0 15,-1-3 0-15,2 0-160 0,-3-4 160 0,2-2-128 0,0 3-16 0,-3 2 0 16,1-1 0-16,-1-2 0 0,-1 1 144 0,-1-3-192 15,0 0 192-15,-1-2-192 0,0 2 192 0,-2-5 0 16,-1 0 0-16,-1-2-128 0,-1-4 128 0,-2-2 0 16,-1 0 0-16,0 0 0 0,2 3 0 0,-1 3-128 15,3 3 128-15,-1 5-128 0,3 6-48 0,1 4 0 16,0 4 0-16,2 2 0 0,0 4 176 0,0 0 0 16,1 5 0-16,1 2 0 0,1 6 0 0,1 4 0 15,1 2 0-15,0 5-128 0,1 5 128 0,0 3 144 16,-1 6-16-16,1-2-128 0,-2 0 208 0,1-2-64 15,1 1-16-15,0-2 0 0,-1-5-128 0,2-2 0 0,-1-5 144 0,0-4-144 32,-7-19-448-32,15 31-144 0,-15-31-48 0,0 0-16272 0</inkml:trace>
  <inkml:trace contextRef="#ctx0" brushRef="#br0" timeOffset="5054.09">18184 6332 11055 0,'4'-2'480'0,"-4"-1"112"0,2 1-464 0,-1 2-128 15,0 0 0-15,0 0 0 0,0-2 2032 0,0 2 384 16,1-1 80-16,1 1 0 0,0 3-400 0,1-1-96 16,0 3-16-16,-2 3 0 0,1 3-448 0,0-1-112 15,1 3-16-15,-1 4 0 0,-1 0-576 0,2 2-112 16,0 0-16-16,-1 0-16 0,2 1-304 0,0-3-48 16,-5-17-16-16,11 29 0 0,-11-29-128 0,0 0-48 15,0 0 0-15,27 27 0 0,-27-27 48 0,0 0 0 16,0 0 0-16,0 0 0 0,29-12 368 0,-24 4 80 0,1-3 0 15,-2-2 16-15,1 0-272 0,0-2-48 0,-1-1-16 16,0-1 0-16,1 0-128 0,-1-2-48 0,3-4 0 0,-1-1 0 16,1 0-144-16,0 0 128 0,0 3-128 0,0 1 128 15,-1 2-128-15,0 2 0 0,1 4 0 16,-3 2 0-16,1 3 0 0,-2 1-192 0,1 2 64 0,-2 2 128 16,0 2-1424-1,-1 1-176-15,0 1-16 0,0 3-14960 0</inkml:trace>
  <inkml:trace contextRef="#ctx0" brushRef="#br0" timeOffset="6140.03">18532 6332 13823 0,'0'0'608'0,"0"0"128"0,0 0-592 0,0 0-144 0,0 0 0 0,0 0 0 0,0 0 1984 0,32-9 352 16,-25 4 80-16,2-3 16 0,1-3-336 0,-1 1-64 15,0-1-16-15,-3-1 0 0,-1 0-816 0,-2 1-176 16,0 0-16-16,-2-1-16 0,-1 3-160 0,-3 0-48 15,1-1 0-15,-3 3 0 0,-1 0-128 0,-1 2-16 16,-1 1-16-16,-1 3 0 0,0 1-320 0,0 3-64 16,-1 2-16-16,1 1 0 0,0 4-224 0,0 2 128 15,0 0-128-15,2 2 0 0,0 0 0 0,3 1-320 16,-1 1 64-16,2 1 0 0,1-1 256 0,1-2-160 16,0 1 160-16,2-1-128 0,0-5 128 0,1 1 0 0,-2-10 0 0,0 0 0 15,0 0 0-15,0 0 0 0,29 25 0 16,-29-25 0-16,0 0 0 0,0 0 0 0,0 0 0 0,38-11 0 15,-30 7 0-15,-2-4 0 0,1 2 0 16,-1-2-128-16,0 1 128 0,-1-2-208 0,0 1 80 0,-1-1 128 16,1 2-224-16,-2-3 80 0,0 3 16 0,-1-2 0 0,-1 1 128 0,0 2-128 15,0 1 128-15,-1 0-128 0,-1 0 128 0,0 1 0 16,1 3 0 0,-1-1 0-16,0 2 0 0,0 0 0 0,0 3 0 0,0 1 0 0,1 1 0 0,-1 0 0 15,1 2 0-15,0 0 0 0,1 2 240 0,0 1-32 16,1-2 0-16,-1 0 0 0,1 2 64 0,2-3 16 15,0-1 0-15,-4-6 0 0,0 0-288 0,0 0 128 16,0 0-128-16,0 0 0 0,0 0 128 0,42 11-128 16,-42-11 0-16,0 0 0 0,23-16 0 0,-16 8 128 15,0 1-128-15,2-4 0 16,-2 1 128-16,2-2-128 0,0-4 0 0,0 1 0 0,-1 0 0 0,2-1-320 0,0-3 32 16,0-2 16-1,0-1-496-15,0-1-112 0,-3 0-16 0,0-2 0 16,-1 0 256-16,-1-2 32 0,-4-4 16 0,0-2 0 0,-2 0 144 0,0-3 48 0,-1 1 0 0,0 4 0 31,-1 3-192-31,0 5-48 0,1 6 0 0,0 7 0 0,-1 2 640 0,1 5 0 0,0 3 224 0,0 3-64 16,1 2 928-16,-1 0 192 0,1 5 48 0,0 0 0 15,0 1-576-15,0 3-112 0,0 3-32 0,1-1 0 16,0 4-288-16,0 1-48 0,0 3-16 0,-1 1 0 16,2 2 112-16,-2 1 16 0,0 1 0 0,0 1 0 0,0-2 16 15,0 4 16-15,0-2 0 0,1-1 0 0,0-3-240 0,0-3-48 16,0-1-128-16,2-3 192 0,1-2-192 0,0-1 0 15,-3-16 0-15,8 28 0 0,-8-28 0 0,0 0 0 16,15 29 0-16,-15-29 0 16,0 0-864-16,0 0-64 0,0 0-16 0,0 0 0 15,0 0-144-15,41-9-16 0,-35-1-16 16,2-2 0-16,0-1-832 0,0-1-160 0,2-1-48 0,-2-2 0 16,1-2-224-16,-1 0-48 0,-2-2-16 0,0-1 0 31,-1-1 496-31,0 1 96 0,0 1 32 0,-2-1 0 0,0 7 1232 0,0 0 240 0,-2 3 48 0,0 2 16 0,0 3 1440 0,-1 3 272 15,0 3 64-15,0 2 16 0,-1 3 912 0,-1 1 176 16,0 2 32-16,-1 2 16 0,1 1 0 0,0 3 0 16,0 0 0-16,1 1 0 0,0 0-1312 0,0 3-272 0,0-2-48 0,1-1-16 15,1 0-448-15,0-2-96 0,2 0 0 0,0 0-16 32,-1-3-176-32,1-2-48 0,-3-7 0 0,0 0 0 0,0 0-208 0,0 0 0 0,0 0 0 0,0 0 0 15,0 0 0-15,38 17 0 0,-32-20 0 0,-2-1 0 16,2-3 0-16,-1 2 0 0,1-3 0 0,0-1-160 15,-1 2-160-15,2-5-48 0,-2 3 0 0,2-1 0 32,-2-2-400-32,1-2-64 0,-1 0-32 0,0-1 0 0,0-1-272 0,-1-2-48 0,0-2-16 0,-1-4 0 31,-1 0 400-31,-1-2 80 0,0 0 16 0,0 3 0 0,-1 2 512 0,0 2 192 0,0 6-144 0,-1 4 144 16,1 4 304-16,0 2 144 0,0 4 16 0,-2 4 16 0,0 4 944 0,0 2 192 15,0 4 48-15,0 2 0 0,1 2-576 16,0 2-128-16,0 3 0 0,1 2-16 0,0 1-560 0,2 1-96 15,0-4-32-15,2-1 0 0,-1-4-64 0,-3-19 0 16,10 28-16-16,-10-28 0 16,0 0-176-16,17 26 0 0,-17-26 0 0,0 0 0 0,0 0 0 0,0 0-144 15,0 0 0-15,0 0-11808 16,37-4-2352-16</inkml:trace>
  <inkml:trace contextRef="#ctx0" brushRef="#br0" timeOffset="6502.69">19264 6043 18431 0,'1'2'816'0,"0"-1"160"0,1 1-784 0,-1-2-192 0,0 0 0 0,1 0 0 16,0 0 2064-16,1 0 368 0,-3 0 80 0,0 0 16 15,0 0-464-15,32-12-80 0,-32 12-32 0,21-12 0 16,-21 12-848-16,20-14-160 0,-11 6-48 0,-1-1 0 15,0 0-384-15,-1-1-64 0,0 0-32 0,-1-1 0 16,0 1-288-16,-3-1-128 0,1 1 128 0,-2 0-128 16,-2-2 0-16,-2 3 0 0,0-3 0 0,-2 1 0 15,0 1 0-15,-3-2 0 0,1 0 0 0,-3 3 0 16,1 2 0-16,-1 2 0 0,0 2 0 0,-1 3 0 0,2 5 0 0,-1 2 0 16,0 5 0-16,1 1 0 0,1 2 144 0,1 2 0 15,0 1 0-15,2-1 0 0,1 3 48 0,1-1 16 16,1 0 0-16,1-1 0 0,2-3-16 0,-2-15-16 15,10 28 0-15,-10-28 0 0,0 0-176 0,0 0 0 16,39 26 144-16,-39-26-144 0,0 0 0 0,0 0 0 16,47-5 0-16,-47 5 0 15,25-14-432-15,-25 14-96 0</inkml:trace>
  <inkml:trace contextRef="#ctx0" brushRef="#br0" timeOffset="7916.83">19652 5769 13823 0,'-1'-6'1216'0,"1"3"-960"0,0 1-256 0,0 0 0 16,0 0 976-16,1-1 160 0,-1 1 16 0,1-1 16 16,0-1 2016-16,1-4 400 0,-1 2 64 0,-1-2 32 15,1 4-1760-15,-1-1-336 16,-1 0-80-16,1 3-16 0,-2-1-592 0,0 1-112 15,-2 0-16-15,0 1-16 0,0 2-304 0,-2 1-48 16,1 1-16-16,-2 0 0 0,0 1-160 0,0 3-32 0,0-1-16 0,0 2 0 0,1-1-176 16,0 2 192-16,2-1-192 0,0 1 192 0,1 0-192 0,2 1 0 15,2-2 0-15,1 0 0 16,-2-8 0-16,0 0 0 0,0 0 0 0,0 0 0 0,34 31 0 0,-34-31 0 16,0 0 0-16,0 0 0 0,49 15 0 0,-49-15 0 15,0 0 0-15,0 0 0 0,47 16 0 0,-47-16 0 16,0 0 0-16,0 0 0 0,0 0 0 0,0 0 0 15,34 28 0-15,-33-23 0 0,-2 0 0 0,-2 0 0 16,-1 2 0-16,-4 0 0 0,1 0 0 0,-3 0 0 16,-1 0 0-16,-2-1 0 0,1-1 0 0,0-1 0 0,0-1 0 0,1-1 0 15,4-2 0-15,-2 0 0 0,4-3 0 0,2-2 0 16,2 1-192-16,3-4-80 0,4 1-16 0,1-2-17952 16</inkml:trace>
  <inkml:trace contextRef="#ctx0" brushRef="#br0" timeOffset="8806.12">20198 5761 9215 0,'-1'-3'400'0,"1"2"96"0,0 0-496 0,0-1 0 15,0 0 0-15,0 1 0 0,0 1 3136 0,0-2 544 16,0-3 96-16,1 1 32 0,0-1 96 0,1 0 0 16,-1 0 16-16,1-1 0 15,0 0-2528-15,0-1-512 0,1 2-112 0,1-2 0 0,0 0-544 0,-2 0-96 16,2 2-128-16,0-3 176 0,0 2-176 0,-1-1 128 0,-1 0-128 0,-1 1 128 31,-1 0-128-31,-1 0 128 0,-2 0-128 0,0 1 128 0,-1-1-128 0,-2 3 0 0,0-2 0 0,-1 3 0 16,1 2 128-16,-2 0-128 0,1 1 0 0,-1 2 128 15,-1 2-128-15,1 0 128 16,0 5-128-16,2-1 128 0,-1 1-128 0,2 3 128 0,-1 2-128 0,2 2 128 16,0-1-128-16,2 0 0 0,0 1 0 15,2-2 0-15,1-1 0 0,1 0 0 0,1-4 0 0,1-3 0 16,-4-7 0-16,0 0 0 0,0 0 0 0,0 0 0 15,0 0 0-15,0 0 0 0,40 19 0 0,-33-24 0 16,0 0 0-16,1 0 0 0,-1-3 0 0,1-1 0 0,-1 0 0 0,0-3 0 16,0 1 0-16,-1 1 0 0,-1 0 0 0,0 1 0 15,-1 0 0-15,1-2 0 0,-1 0 0 0,-1 2 0 16,0-1 0-16,0-1 0 0,-1 3 0 0,-1 1 0 16,1 2 0-16,-2 2 0 0,0 0 0 0,0 2 0 15,0 2 0-15,0 1 0 0,-1 2 0 0,1 1 0 16,0 2 128-16,0 1-128 0,0 1 128 0,0 3-128 15,1-1 192-15,0-1-64 0,2 2-128 0,0-4 0 16,0 0 144-16,-3-8-144 0,0 0 0 0,0 0 0 16,0 0 0-16,21 27 0 0,-21-27 0 0,0 0 0 15,0 0 0-15,0 0 0 16,0 0 0-16,28-12 0 0,-23 7 0 0,-1-5 0 16,1 1 0-16,0 0 0 0,1-3 0 0,0-2 128 0,0 2-128 0,0-2 0 0,0 0 0 0,1-1 0 15,0 0 0-15,0 1 0 0,1-1 0 0,0 0 0 16,1-1 0-16,0 3 0 0,-1 1 0 0,0 3 0 15,0-1 0-15,-2 6 0 0,2-1 0 0,-2 2 0 16,0 3 0-16,-1 0 0 0,-5 0 0 0,0 0 0 16,0 0 0-16,22 27 0 0,-22-27 0 0,10 24 128 15,-10-24-128-15,11 26 0 0,-11-26 0 0,11 30 0 16,-11-30 0-16,11 27 0 0,-11-27 0 0,11 23 0 0,-11-23 0 16,0 0 0-1,0 0 0-15,14 29 0 0,-13-27 0 0,0 0 0 0,-1-2 0 0,-1-1 0 0,1 0 0 16,-1-3 0-16,0-2 0 0,1-1 0 0,-2-1 0 0,2-1 0 31,-1-2 0-31,1-1 128 0,1-2-128 0,1 0 176 0,0 1-176 0,1-3 192 0,1 0-192 0,0 1 0 31,1-4 0-31,1 3 0 0,0-1 0 0,0 3 0 16,-1 2 0-16,1 0 0 0,0 3-240 0,2-1-16 16,-2 3-16-16,1 2 0 15,-1 3-1392-15,-6 2-256 0</inkml:trace>
  <inkml:trace contextRef="#ctx0" brushRef="#br0" timeOffset="9118.44">20765 5526 15263 0,'1'0'320'0,"0"0"80"0,0 0 16 0,1-2 32 0,-1 2-448 0,0 0 0 0,0 0 0 0,1 0 0 16,2-2 3392-16,0-1 608 0,3 0 112 0,-7 3 32 15,0 0-2144-15,27-12-416 0,-27 12-96 0,19-14-16 16,-9 8-800-16,1-2-160 0,-2 1-48 0,0-2 0 15,0 1-336-15,-1-1-128 0,-1 2 0 0,0-1 0 16,-2 0 0-16,-1 0 0 0,-1 1 0 0,-4 1 0 16,0-2 0-16,-3 3 128 0,0-2-128 0,-2 1 0 15,-1 0 0-15,-3 1 0 0,1 3 0 0,-1 0 0 16,0 4 0-16,-1 0 128 0,1 3-128 0,0 2 0 16,0 3 304-16,1 0 16 0,0 1 0 0,2 3 0 0,1 1 32 0,1 1 16 15,0 0 0-15,2 1 0 0,1 2-64 0,1 0-16 16,2-2 0-16,-1-17 0 0,11 28-32 0,-11-28-16 15,0 0 0-15,28 28 0 0,-28-28-240 0,0 0 0 16,0 0 128-16,50 9-128 0,-50-9 0 0,0 0-128 16,46-13 128-16,-46 13-12464 15,37-22-2368-15</inkml:trace>
  <inkml:trace contextRef="#ctx0" brushRef="#br0" timeOffset="9585.6">21465 5083 11055 0,'0'-3'976'0,"0"-1"-784"16,0 2-192-16,0 1 0 0,0 1 1792 0,0-2 320 15,0 1 64-15,-1-3 16 0,0-1 816 0,0 0 144 16,0 1 48-16,-1 1 0 0,1 1-1312 0,0 4-256 15,-1 1-48-15,-1 2-16 0,1 5-672 0,0 2-144 16,0 3-32-16,1 4 0 0,-1-1-336 0,1 3-64 16,-1 4 0-16,2 2-16 0,-1 1-176 0,1 0-128 0,2 1 192 0,1-3-192 15,1-3 160-15,-4-23-160 0,14 38 128 16,-14-38-128-16,0 0 0 0,25 31 0 0,-25-31 0 16,0 0 0-16,0 0 0 0,39 7-192 0,-39-7 32 0,0 0 16 31,25-14-384-31,-19 7-80 0,-1 0-16 0,-2-3 0 0,0 1-992 0,-2 0-208 0,0-1-32 15,-3 1-8144-15,-1 2-1632 0</inkml:trace>
  <inkml:trace contextRef="#ctx0" brushRef="#br0" timeOffset="9759.62">21370 5280 2751 0,'-8'4'256'0,"2"1"-256"0,3-2 0 0,0 1 0 0,3-3 2512 0,0 0 464 16,2-1 96-16,0 2 0 0,1 1 1264 15,-3-3 240-15,0 0 48 0,0 0 16 0,0 0-2000 0,54 6-400 16,-54-6-64-16,37-9-32 15,-37 9-1264-15,44-16-256 0,-44 16-48 0,43-16-16 16,-43 16-336-16,39-17-64 0,-39 17-16 0,32-15 0 0,-32 15-144 0,24-14 0 16,-24 14 0-16,19-9-12096 15,-13 6-2400-15</inkml:trace>
  <inkml:trace contextRef="#ctx0" brushRef="#br0" timeOffset="10138.49">21686 5234 23039 0,'2'-2'2048'0,"1"0"-1648"0,0-1-400 0,-1 3 0 16,0-2 1440-16,1 0 208 16,0-1 32-16,5-2 16 0,1-2 208 0,1-2 32 15,2 0 16-15,0 0 0 0,-1 0-1328 0,0 1-272 0,-1 0-48 0,-2 3-16 16,0-2-288-16,0 1 0 0,-3 0 0 0,-1 2 0 0,-1 1 0 15,-3-2 0-15,-1 2 0 0,-1-1 0 16,-1 2-208-16,-1-1 0 16,-3 1 0-16,-1 1 0 0,0 1-976 0,-2 1-192 0,-2 1-32 0,-1 3-16 15,1 0 256-15,1 2 48 0,1 0 16 16,1 1 0-16,1 1 848 0,2 0 256 0,-1 2-128 0,3 0 128 0,1-1 544 0,0 1 176 16,2-1 48-16,1 1 0 0,1 0 192 0,2 0 32 15,-3-11 16-15,0 0 0 0,0 0-128 0,23 30-32 16,-23-30 0-16,0 0 0 0,0 0-336 0,0 0-80 0,49 8-16 15,-49-8 0-15,0 0-272 0,41-12-144 0,-41 12 160 16,29-12-160 0,-29 12-288-16,28-18-160 0,-28 18-16 0,30-20-16 15,-15 10-1968-15,1-3-400 0</inkml:trace>
  <inkml:trace contextRef="#ctx0" brushRef="#br0" timeOffset="10438.01">22074 4972 8111 0,'2'-12'176'0,"-2"4"32"0,0 2 16 0,0 2 16 0,-1 4-240 0,0 0 0 0,-1 0 0 0,0 0 0 15,-2 1 3424-15,-1 1 640 16,-1 1 128-16,-1 3 32 0,-1 2-1776 0,1 1-336 16,-2 3-80-16,1 0-16 0,0 3-864 0,2 1-160 0,-1 0-32 0,3-2-16 15,1 0-272-15,1-2-48 0,2-2-16 0,1-2 0 0,2 0-320 16,-3-8-64-16,0 0-16 0,0 0 0 16,0 0-208-16,0 0 0 0,0 0 0 0,42 20 0 0,-42-20 0 15,0 0 0-15,0 0 0 0,0 0-160 16,46 9 16-16,-46-9 0 0,0 0 0 0,0 0 0 0,0 0 144 0,38 19 0 15,-38-19 0-15,0 0 0 0,0 0 0 0,0 0 0 16,0 0 0-16,17 26 0 0,-18-21 0 0,0-2 0 16,-1 1 0-16,-1-2 0 15,0 0 128-15,-2 1-128 0,-1 2 128 0,1-3-128 0,-1 0 160 0,1 1-32 0,-1-1-128 0,0-1 192 16,0 1-64-16,0-2 0 0,1 0-128 0,0 0 192 31,2-2-192-31,1-1-256 0,1 0 48 0,1 0-10736 0,2-2-2160 0</inkml:trace>
  <inkml:trace contextRef="#ctx0" brushRef="#br0" timeOffset="10909.27">22266 4860 15663 0,'-1'0'688'0,"0"0"144"15,0 0-656-15,1 0-176 0,0 0 0 0,-1 0 0 0,0 2 1856 16,0-2 320-16,0 2 80 0,-1 1 16 0,0-1-240 0,0 3-48 15,0 0-16-15,1 2 0 16,1 0-1424-16,-1 2-288 0,2 1-48 0,0 2-16 16,-1-12-192-16,3 26 144 0,-3-26-144 0,4 30 128 0,-4-30 256 15,4 34 32-15,-3-15 16 0,-1-19 0 0,4 34-64 0,-4-34-16 16,4 35 0-16,-4-35 0 0,5 28-224 0,-5-28-128 16,5 24 160-16,-5-24-160 0,0 0 0 0,0 0 0 15,10 30 0-15,-10-30 0 0,0 0 0 0,0 0-128 16,0 0 128-16,0 0 0 0,0 0-192 0,0 0 0 15,0 0 16-15,0 0 0 16,8-4-240-16,-7-1-48 0,0-2-16 0,-1 0 0 16,1 0-240-16,-1-3-48 0,1 1-16 0,-1 0 0 15,0-1-496-15,0-2-112 0,0 0-16 0,-1-2 0 16,-1 0-480-16,-1-1-96 0,-2 1-32 0,1 0 0 16,-1 2-176-16,-2 3-48 0,0-1 0 0,-2 5 0 15,0 0 1152-15,0 3 240 0,0 2 32 0,0 2 16 0,1 1 400 0,2 2 80 0,0-3 0 0,1 3 16 16,3-2 2592-16,0 1 512 0,2-2 96 0,1 0 32 15,1 1 208-15,-2-3 64 0,0 0 0 0,0 0 0 16,28-7-576-16,-28 7-128 0,25-14 0 0,-11 6-16 16,2-3-1184-16,0 1-224 0,1-1-48 0,1-1-16 15,-1 0-656-15,-1 1-128 0,0 0-32 0,0 2 0 16,-1-1-192-16,0 1 0 0,0 2-192 0,-15 7-17696 16</inkml:trace>
  <inkml:trace contextRef="#ctx0" brushRef="#br0" timeOffset="11665.56">19878 6325 15663 0,'-1'0'1392'0,"1"0"-1120"16,0 0-272-16,-1 0 0 0,-1 0 0 0,1 2-224 16,-1 1 32-16,-3 1 16 0,0 1 896 0,-4 4 176 15,-1 1 48-15,-2 2 0 0,1 1-464 0,-1-1-96 16,0 1 0-16,0-1-16 0,1 0 448 0,-2 0 80 0,3-1 32 15,1-1 0-15,1-2 224 0,1 0 32 0,2-1 16 0,0-1 0 16,2-2-432-16,1 1-96 16,1 0-16-16,2-1 0 0,1 1-288 0,0-2-64 0,2 1-16 0,-1-1 0 15,2 1 48-15,-5-4 16 0,0 0 0 0,0 0 0 16,0 0 128-16,0 0 32 0,50 13 0 0,-50-13 0 16,0 0-32-16,0 0 0 0,50 0 0 0,-50 0 0 15,0 0-176-15,0 0-48 0,40-1 0 0,-40 1 0 0,0 0-48 0,0 0-16 16,0 0 0-16,0 0 0 0,0 0-64 15,0 0 0-15,0 0-128 0,0 0 192 0,0 0 0 0,23 31-16 16,-29-24 0-16,-2 0 0 0,-1 3-16 0,-1-1 0 16,0 0 0-16,0 1 0 15,1 0-160-15,0-3 128 0,1 2-128 0,2-2 128 0,0-2-128 0,3-1 0 16,1-1 0-16,0 0 0 16,2-3-688-16,2-2-208 0,2-2-64 0,2-2-15488 15</inkml:trace>
  <inkml:trace contextRef="#ctx0" brushRef="#br0" timeOffset="11966.67">20084 6345 24879 0,'7'-8'1088'0,"-2"3"256"0,-1 0-1088 0,-1 1-256 0,-2 3 0 0,-1 1 0 16,0-2 1888-16,0 1 320 0,2-2 64 0,0 0 16 16,0 0-752-16,-1 1-128 0,1 1-48 0,-2 2 0 15,-1 1-624-15,1 2-128 0,-2 2-32 0,1 4 0 16,-1 2-304-16,0 2-64 0,1 0-16 0,0 3 0 15,-1 4-192-15,1-2 128 0,1 2-128 0,0-1 0 16,1 0 0-16,1-3 0 0,1-3 0 0,-3-14 0 16,0 0 0-16,18 29 0 0,-18-29 0 0,0 0 0 15,0 0 0-15,0 0 0 0,41 7 0 0,-41-7 0 16,0 0 0-16,25-12 0 0,-18 7 0 0,0-1 0 0,-3 0 0 0,0 2-240 16,-1-3 48-16,-2 2 16 15,-1 0-896-15,-1 0-176 0,-1 1-32 0,-1-1-16 31,-1 2-2064-31,-2 0-416 0,0 2-64 0,-2-2-8112 0</inkml:trace>
  <inkml:trace contextRef="#ctx0" brushRef="#br0" timeOffset="12140.1">20079 6468 6447 0,'-23'4'272'0,"17"-4"80"0,4 1-352 0,1-1 0 0,1 0 0 0,-1 1 0 0,-2-1 2480 0,0 2 416 16,-1 1 96-16,0 0 16 0,1-1 0 0,2 0 0 0,1-2 0 0,1 0 0 16,2 0-512-16,2-1-80 15,-1-2-32-15,2 0 0 0,0-2-1232 0,3 1-256 0,-1-4-64 0,1 2 0 16,0 0-448-16,0-3-112 0,1 2-16 0,1-3 0 15,0 1-256-15,1 0 0 0,0-2 128 0,1 2-128 32,0-2 0-32,0 2 0 0,-1 1-128 0,-1 1 128 15,-11 7-1168-15,24-9-144 0,-24 9-32 0,0 0-15280 0</inkml:trace>
  <inkml:trace contextRef="#ctx0" brushRef="#br0" timeOffset="12807.61">20359 6389 8287 0,'2'-3'368'0,"1"1"80"0,0 1-448 0,-1 0 0 15,-1-1 0-15,-1 2 0 16,1-2 2048-16,0-1 336 16,1 0 64-16,2-3 16 0,1 0 672 0,-1-1 128 0,0-1 16 0,0 0 16 15,-1 3-1520-15,-1-2-304 16,0 1-64-16,0 0-16 0,-2 0-704 0,0 0-144 16,-2 1-32-16,0 1 0 0,0-1-240 0,-2 0-48 15,-1 3-16-15,-1-2 0 0,0 3-208 0,0-1 0 16,-1 2 128-16,-1 2-128 0,0 1 0 0,1 1 0 15,-1 3 0-15,0 0-160 0,2 3 16 0,-1 0 0 0,2 1 0 16,0 1 0-16,0 2 144 0,3 1 0 16,-1 1 0-16,2-1 0 0,0 2 0 0,2-1 0 0,1-2 0 0,-2-14 0 15,6 22 0-15,-6-22 0 0,0 0 0 0,0 0 0 16,0 0 0-16,0 0 0 0,35 28 0 0,-35-28 0 16,0 0 0-16,23-12 176 0,-15 4-16 0,0-1 0 15,1 0-160-15,-1-3 192 0,0 0-192 0,0 0 192 16,-2 0-384-16,-1 1-64 0,0 1 0 0,-3 1-16 0,-1-1 112 15,0 1 32-15,-2 4 0 0,0-3 0 0,-1 4 128 0,0 2 0 16,-1-1 0-16,0 3 0 0,1 0 0 0,1 3 128 16,-1 0-128-16,0 3 0 0,1-1 448 0,0 4 0 15,1 0 16-15,0 1 0 0,2 2 80 0,0-2 16 16,-2-10 0-16,0 0 0 0,13 26-352 0,-13-26-64 16,0 0-16-16,0 0 0 0,0 0-128 0,40 10 128 15,-40-10-128-15,0 0 128 0,27-15 16 0,-16 8 0 16,-1-3 0-16,0-2 0 0,1 0-144 0,-1-2 0 15,1 0 0-15,0 0 0 0,-2 0 0 0,0-2-224 16,-1 1 32-16,-1 0 0 0,-1 1-32 0,0 0 0 16,-1 2 0-16,-3 0 0 0,1 3 80 0,-1-3 16 15,-2 3 0-15,0-2 0 0,0 0 128 0,-2 2 0 0,1 0 0 0,-1 1 0 16,2 2 0-16,-1 1 0 0,0 2 0 0,1-1 128 16,0 3-128-16,0 1 144 0,1 0-144 0,-1 1 160 15,1 3 48-15,-1 0 16 0,0 2 0 0,0 3 0 16,1 0 0-16,-1 2 0 0,1 2 0 0,-1 1 0 15,0 1-224-15,-1 2 144 0,1 1-144 0,-1 2 128 16,0 0-128-16,0 0 0 0,1-2 144 0,0-1-144 16,1 2 0-16,0-6 128 0,1-1-128 0,-2-12 0 15,0 0 0-15,9 25 0 0,-9-25 0 0,0 0 0 16,0 0 0-16,0 0 0 0,0 0 0 0,0 0-128 16,0 0-320-16,0 0-64 0,0 0-16 15,36-4 0-15,-34-2-1712 0,-1 2-320 16,0-4-80-16,-2 1-12080 0</inkml:trace>
  <inkml:trace contextRef="#ctx0" brushRef="#br0" timeOffset="13022.38">20555 6258 8287 0,'-11'0'368'0,"4"0"80"0,1 1-448 0,2 1 0 15,3-2 0-15,0 0 0 0,0 2 2624 0,-1-1 448 16,-2 3 96-16,0-2 16 0,2 3 80 0,-1 0 0 16,2-3 16-16,1 0 0 0,2 1-1280 0,1-3-256 15,1 0-48-15,2-2-16 0,-6 2-688 0,0 0-144 16,27-12-16-16,-27 12-16 0,24-14-496 0,-24 14-80 15,23-15-32-15,-23 15 0 0,22-16-208 0,-10 8 176 16,-12 8-176-16,26-18 160 0,-13 8-160 0,0 0 0 16,0 1 0-16,0 0 0 0,-1-1-176 0,0 0-16 0,0 1 0 0,-1 1 0 31,0-1-1536-31,-2 3-320 0,-1-2-64 0,1 2-13920 0</inkml:trace>
  <inkml:trace contextRef="#ctx0" brushRef="#br0" timeOffset="13164.15">20818 6086 3679 0,'0'0'320'0,"0"0"-320"0,0 0 0 0,0 0 0 15,1 0 2848-15,-1 0 496 0,1 0 112 0,1 0 0 0,1-3 288 0,1 0 48 16,0 0 16-16,1 0 0 16,1-2-1888-16,-1 0-368 0,1 1-80 0,-1 1 0 15,2-2-944-15,-3 3-176 0,2-2-32 0,0 3-16 0,-2-1-304 0,1 0-224 16,-1 2 32-16,-2 2-10432 16,0 0-2112-16</inkml:trace>
  <inkml:trace contextRef="#ctx0" brushRef="#br0" timeOffset="13337.67">20851 6159 8287 0,'-2'2'368'0,"1"-2"80"0,1 1-448 0,-1 1 0 16,1-2 0-16,0 0 0 0,0 1 2688 0,0 0 464 15,-1 1 96-15,1 3 16 0,-1 0 336 0,1 2 80 0,0 2 16 16,-1 1 0-16,0 0-1936 0,0-1-384 0,2 0-80 0,-2 1-16 16,1 0-704-16,0-1-128 0,1-2-48 0,-1 1 0 15,2-2-400-15,-1-1 0 0,1 0 128 0,0-1-128 31,0-1-560-31,1-3-144 0,0 0-16 0,1 0-16080 0</inkml:trace>
  <inkml:trace contextRef="#ctx0" brushRef="#br0" timeOffset="13684.72">21037 6095 6447 0,'5'-7'576'0,"-2"-1"-576"0,1 2 0 0,-3 1 0 0,0 2 1664 0,-1 1 208 16,1 1 48-16,0-3 16 0,0-1 944 0,1-3 192 15,0 0 48-15,0-1 0 0,-1 4-1456 0,-1 0-272 16,-1 2-64-16,-1 3-16 0,0 0-144 16,-1 1-16-16,0 2-16 0,0 1 0 0,-2 1-208 15,0 2-32-15,0 2-16 0,0-2 0 0,0 3-448 0,-1-1-96 16,1 1-16-16,-1 1 0 0,1-1-128 0,1 2-16 16,1-2-16-16,0-1 0 0,2 0 32 0,1-3 16 15,0-6 0-15,0 0 0 0,0 0-208 0,0 0 0 16,0 0 0-16,0 0 0 0,0 0 192 0,0 0-64 15,38 25-128-15,-38-25 192 0,0 0-192 0,0 0 176 0,0 0-176 0,38 10 160 16,-38-10-160-16,0 0 0 0,0 0 0 0,0 0 0 16,0 0 0-16,27 28 0 15,-27-23 0-15,-1 0 0 0,-1 2 0 0,-1-3 128 0,-2 1-128 0,-1 1 0 16,0-2 192-16,-1 1-64 0,-1-1 0 0,-1-2 0 16,0 3-128-16,-3-4 0 0,0 3 0 0,-1-4 0 15,1 2 0-15,0-2-320 0,0 1 48 0,1-1-17504 16</inkml:trace>
  <inkml:trace contextRef="#ctx0" brushRef="#br0" timeOffset="14235.03">21290 5870 14735 0,'0'-10'1312'0,"0"3"-1056"0,1 2-256 0,-1 3 0 15,0 2 1840-15,0 0 304 0,0-2 64 0,0 2 16 0,0 0 1120 0,0 0 240 16,0 3 32-16,-1 3 16 15,2 3-2016-15,-2 3-400 0,0 2-64 0,-1 3-32 16,1 1-736-16,-1 2-160 0,1 2-32 0,-1 1 0 0,1 1-64 0,0 0-128 31,-1-1 176-31,1-2-176 0,0 1 144 0,0-3-144 0,1 1 0 0,0-2 144 0,0-1-144 0,0-2 0 32,1-2 0-32,0 0 0 0,-1-13 0 0,4 20 0 0,-4-20 0 0,0 0 0 0,0 0 0 0,0 0 0 15,0 0 0-15,30 27 0 0,-30-27 0 0,0 0 0 16,0 0 0-16,33-12 0 0,-25 6-320 0,-1 0 64 15,0-1 16-15,0 0 0 32,0-1-672-32,0-2-144 0,0 1-32 0,-2-2 0 15,0 1-1872-15,-3-2-384 0</inkml:trace>
  <inkml:trace contextRef="#ctx0" brushRef="#br0" timeOffset="14454.81">21233 6063 6447 0,'-13'6'272'0,"4"-1"80"15,1-1-352-15,3-2 0 0,2 1 0 0,1 0 0 0,0-1 2176 0,-1 0 384 0,-3 3 64 0,-1 0 0 16,1 2 1216-16,2-2 224 0,2-2 48 0,3-2 16 16,2-2-1728-16,2-2-352 0,2 0-64 0,3-4 0 15,0 2-1024-15,1-3-192 0,1-1-32 0,1 0-16 16,2-2-384-16,1-1-80 0,0 0 0 0,1-2-16 16,0 2-240-16,-1-2 128 0,0 2-128 0,0 2 0 15,-3 0 0-15,-1 1 0 0,1 0 0 0,0 1 0 0,-1-1-224 0,-12 9-96 16,21-12 0-16,-12 5-16 15,-9 7-2096-15,0 0-400 16</inkml:trace>
  <inkml:trace contextRef="#ctx0" brushRef="#br0" timeOffset="14596.31">21495 5900 5519 0,'3'-2'496'0,"0"0"-496"16,1-1 0-16,-1 1 0 0,-2 2 2784 0,0-2 464 15,0 1 80-15,2-1 32 0,-3 2 96 0,13-9 0 16,-5 4 16-16,-8 5 0 0,19-12-2096 0,-19 12-416 0,0 0-96 0,24-11-16 15,-24 11-720-15,0 0-128 0,0 0 0 0,0 0-14752 16</inkml:trace>
  <inkml:trace contextRef="#ctx0" brushRef="#br0" timeOffset="14784.54">21548 5965 22111 0,'-1'4'976'0,"0"-1"208"0,0-1-944 0,0 0-240 0,0-1 0 0,1 1 0 16,-1 1 2368-16,0 1 448 0,0 3 64 0,-2 2 32 0,1 5-800 0,-1 1-176 16,1 0-16-16,0 1-16 0,1-1-1280 0,0-2-256 15,1-1-48-15,0-12-16 0,4 22-304 0,-4-22 0 16,0 0 0-16,0 0 0 0,12 28-192 0,-12-28-160 16,0 0-32-16,0 0-17280 15</inkml:trace>
  <inkml:trace contextRef="#ctx0" brushRef="#br0" timeOffset="15177.9">21789 5929 12895 0,'0'-5'576'0,"0"3"112"0,0-2-560 0,-1 1-128 0,0 1 0 0,1 1 0 16,-1 1 2512-16,0-2 480 0,0-2 80 0,-1-1 32 16,0 0-608-16,0 0-128 0,1 0-32 0,-2 1 0 15,1 2-1184-15,-2 1-256 0,1 2-32 0,-2 1-16 16,-1 2-144-16,0 1-16 0,-3 2-16 0,1 3 0 15,0 0-288-15,-1 1-64 0,0 3-16 0,0-2 0 16,1 3-112-16,1 1-32 0,2-2 0 0,0-1 0 16,2-1-16-16,2-1 0 0,1-2 0 0,2-2 0 0,-2-7-144 0,0 0 0 15,0 0 0-15,0 0 128 0,0 0-128 0,39 17 0 16,-39-17 0-16,0 0 0 0,32-12-192 0,-32 12 0 16,24-14-16-16,-10 5 0 15,0-1-1056-15,1-1-208 0,1 0-32 0,0-1-14512 0</inkml:trace>
  <inkml:trace contextRef="#ctx0" brushRef="#br0" timeOffset="15571.95">22032 5730 13823 0,'0'0'608'0,"0"0"128"0,-1 0-592 0,0 1-144 0,0 0 0 0,0-1 0 15,0 2 2992-15,-1-1 560 0,-2 3 112 0,0 1 32 16,-3 2-816-16,0 2-144 0,-1 1-48 0,-1 2 0 15,-1 1-1360-15,0 0-288 0,-1 1-48 0,0 0-16 16,1 0-528-16,0-2-128 0,2-2 0 0,0 0-16 16,2-1-32-16,1-2 0 15,1 0 0-15,1-2 0 0,3 2-144 0,0-2-128 0,0-5 192 0,0 0-192 16,0 0 128-16,0 0-128 0,0 0 0 0,0 0 0 0,39 16 0 0,-39-16 0 16,0 0 0-16,34 0 0 0,-34 0 0 0,0 0 0 15,0 0 0-15,43 3 0 0,-43-3 0 0,0 0 0 16,0 0 0-16,0 0 0 0,41 11 0 0,-41-11 0 15,0 0 0-15,0 0 0 0,0 0 0 0,0 0 0 16,0 0 0-16,0 0 0 0,12 30 0 0,-15-24 0 16,-2-1 0-16,0 1 0 0,-3 2 0 0,1-2 0 15,-2 0 128-15,0 1-128 0,-1 0 128 0,1-2-128 16,0 0 144-16,0 0-144 0,0-1 128 0,-1-2-128 16,3 1 0-16,1-1 144 0,-1-2-144 0,2 0 0 0,2 0 0 15,1-2 0-15,0 2-320 0,2-2-64 0,3 1 0 0,1-2-18480 16</inkml:trace>
  <inkml:trace contextRef="#ctx0" brushRef="#br0" timeOffset="15729.27">22297 6010 29487 0,'0'2'1296'0,"-1"-2"288"16,0 2-1264-16,0-2-320 0,0 2 0 0,0-2 0 0,0 0 0 15,-1 3 128-15,-1 0-128 0,-2 0 0 0</inkml:trace>
</inkml:ink>
</file>

<file path=ppt/ink/ink8.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10:18:14.858"/>
    </inkml:context>
    <inkml:brush xml:id="br0">
      <inkml:brushProperty name="width" value="0.05292" units="cm"/>
      <inkml:brushProperty name="height" value="0.05292" units="cm"/>
    </inkml:brush>
  </inkml:definitions>
  <inkml:trace contextRef="#ctx0" brushRef="#br0">3440 4844 9215 0,'0'0'816'0,"0"-1"-656"0,0 1-160 0,0 0 0 16,0 0 1200-16,1 1 208 0,-1 1 32 0,0 1 16 15,-1 1 224-15,1 5 48 0,-2 1 16 0,1 1 0 32,0 2-1088-32,-1 3-208 0,0 0-64 0,1 4 0 0,-2 3-64 0,0 1-32 15,0 0 0-15,-1 4 0 0,-1-2-80 0,-1-4-16 0,3 0 0 0,-2-5 0 16,2-2-64-16,1-3-128 0,1-1 176 0,0-3-176 31,2-1 0-31,0-2 0 0,0-3 0 0,1 0 0 16,1-2-640-1,1-1-176-15,0-2-32 0,2-2-9008 0</inkml:trace>
  <inkml:trace contextRef="#ctx0" brushRef="#br0" timeOffset="220.31">3598 4864 9215 0,'1'-4'816'0,"0"1"-656"16,0 1-160-16,0 2 0 0,-1-2 304 0,1 1 16 15,-1 1 16-15,0 0 0 0,1 0 1056 0,0 0 208 16,0 0 32-16,0 5 16 0,-1 0-48 0,0 2 0 16,0 3 0-16,-1 1 0 0,0 4-912 0,1 1-192 15,-1 2-48-15,0 2 0 0,-1 1 0 0,1 1 0 16,-1 2 0-16,1 0 0 0,0-1-32 0,-1-2-16 15,0-2 0-15,1-2 0 0,1-3-272 0,0 0-128 0,0 0 128 0,0-4-128 32,0 0-256-32,0-1-128 0,1-2-16 0,0 0-11184 0</inkml:trace>
  <inkml:trace contextRef="#ctx0" brushRef="#br0" timeOffset="504.11">3465 5106 8287 0,'-4'-1'368'0,"1"1"80"0,1 0-448 0,2-1 0 15,0 1 0-15,-1 0 0 0,0 0 1920 0,0 0 320 16,0 0 48-16,-1-2 16 0,1 2-32 0,0-3 0 16,2-1 0-16,1 1 0 0,0-2-672 0,1 0-144 15,0-1-32-15,2 0 0 0,0 2-464 0,1-1-80 16,1 0-32-16,-1 2 0 0,0 0-336 0,0 2-64 15,1 1 0-15,-1 0-16 0,0 3-432 0,0-2 0 16,1 2 128-16,-1-2-128 0,1 3-272 0,-1-3-96 16,1 1-16-16,-1 0 0 15,1-2-1792-15,1 0-352 0,-2 0-80 0,1 0-9504 0</inkml:trace>
  <inkml:trace contextRef="#ctx0" brushRef="#br0" timeOffset="1198.02">3916 4966 3679 0,'0'0'320'0,"-1"0"-320"0,1 0 0 0,-1 0 0 16,1 0 896-16,0 0 96 15,0 0 32-15,-1 1 0 0,0-1 336 0,1 0 80 0,-1 0 16 0,1 0 0 16,-1 0-240-16,1-1-64 0,0 1 0 0,-1 0 0 16,1 0-16-16,0 0-16 0,-1 1 0 0,0 1 0 15,-1 3-96-15,0-2-32 0,1 3 0 0,-2 1 0 16,0 1-512-16,-1 3-96 0,1 1-32 0,-1 3 0 15,-1 1-160-15,2 0-16 16,-1 1-16-16,1 0 0 0,1-3-32 0,0 0 0 0,2-2 0 0,-1 0 0 0,2 0 128 0,-1-3 32 16,2-2 0-16,0 0 0 0,1-1 80 0,0-3 16 15,0 1 0-15,2 0 0 0,1-3-64 0,-1 0 0 16,0-1 0-16,0-1 0 0,3 0 304 0,0-3 48 16,0-1 16-16,0 2 0 0,-1-4-208 0,2 2-32 15,-2-2-16-15,0 1 0 0,2 0-256 0,-1-1-48 16,-1 2-128-16,0-2 192 0,0 0-192 0,-1 0 0 15,0 0 128-15,-2 0-128 0,1-1 0 0,-1-1 0 16,-2 2 128-16,0-3-128 0,-1 2 0 0,-1 0 0 16,0-2 0-16,-2 1 0 0,0 2 0 0,0-2 0 0,-2 1 0 15,-2-1 0-15,-1-1 0 0,-1 1 0 16,0 3 0-16,-1 0 0 0,1 3-192 0,-1 0 64 0,1 2 128 0,0 1-208 16,2 0 16-16,0 1 16 15,1 0 0-15,0 1 0 16,2-1-256-16,0 3-48 0,0-1-16 0,1 1 0 15,1-1-1152-15,0 2-224 0</inkml:trace>
  <inkml:trace contextRef="#ctx0" brushRef="#br0" timeOffset="2770.98">4256 4977 8287 0,'1'-1'736'0,"-1"1"-592"15,0 0-144-15,0 0 0 0,0 0 1344 0,1 0 224 16,-1 0 48-16,1 1 16 0,0 0 624 0,-1 1 128 15,1 1 32-15,0 0 0 16,1 1-816-16,0 1-176 0,0 0-16 0,1-1-16 16,0-1-816-16,0 1-176 0,1 0-16 0,0-1-16 0,-1 0-368 0,1-1 128 15,0 1-128-15,-1-1 0 0,1 0 0 0,-1-1-192 16,1 1 32-16,-2 0-8432 16,0-2-1696-16</inkml:trace>
  <inkml:trace contextRef="#ctx0" brushRef="#br0" timeOffset="2942.08">4249 5116 1839 0,'-1'1'160'0,"0"0"-160"15,1-1 0-15,-1 0 0 0,1 0 1152 0,0 0 192 0,0 0 32 0,-1 2 16 16,0-2 1040-16,1 3 224 0,0-3 32 0,1 0 16 16,1 2-752-16,0-1-160 0,0 1-16 0,1 0-16 15,0 0-816-15,1 0-176 0,-1 1-16 0,1 0-16 16,0-1-736-16,-1 0 0 0,1 0-160 0,1-1-11088 15</inkml:trace>
  <inkml:trace contextRef="#ctx0" brushRef="#br0" timeOffset="3793.16">4497 5338 7359 0,'-1'0'656'0,"1"0"-528"0,0 0-128 0,0 0 0 0,0 0 736 0,1 0 112 16,0 0 32-16,0 1 0 0,1-1 976 0,1 0 192 0,0 0 32 0,1-1 16 16,2 1-528-16,-2-2-96 0,2 2-32 0,-1-2 0 15,1 0-480-15,0-3-80 0,1 0-32 0,0 0 0 16,2-2-96-16,-2 0-32 0,-1 1 0 0,1-2 0 15,2-4-224-15,1-2-48 0,2-1-16 0,-1-1 0 16,1-3-432-16,-1 1 128 0,0 0-128 0,-1-1 0 16,1-1 0-16,0 0 0 0,-2-1 128 0,-1 2-128 0,0 0 0 0,-2 1 0 15,1 0 0-15,-3 2 0 0,0 1 0 0,-1-1 0 16,0 2 0-16,0 2 0 0,-1 2 0 0,0 3 0 16,-1 0 0-16,-1 2 0 0,0 0 0 0,0 3 0 0,0 0 0 15,-1 2 0-15,1 0 176 0,-2 1-48 0,1 2-128 16,-1 2 192-16,0 2 192 0,2 1 48 0,-2 3 0 15,1 4 0-15,-1-1-272 0,1 3-160 16,-1 4 192-16,0 3-192 0,1-1 192 0,0-1-192 0,0 1 192 0,1-4-192 16,0 0 144-16,0-4-144 0,0 1 0 0,0-2 144 15,2-2-144-15,0-2 0 0,0-1 0 0,0-2 0 16,2-2 0-16,-2-1 0 0,2-3 0 0,0 1 0 16,-1-2 0-16,1-2 0 15,1-1 0-15,0 1 0 0,0-3-240 0,2 0 32 0,-1-2 0 0,1 0 0 31,0-2-768-31,-1 2-160 0,2-3-16 0,-1 0-16 0,1-1-208 0,-1-1-32 0,1 0-16 0,-3-2 0 16,1-3 128-16,-2 1 16 0,2-3 16 0,-2 1 0 0,1 3 688 0,-1-2 144 16,0 3 32-16,-1 2 0 0,0 2 400 0,-1 1 0 15,0-1 0-15,-1 3 176 0,0 2 432 0,-1 1 96 16,1 1 0-16,-1 2 16 0,-1 1 336 0,0 1 64 16,0 2 16-16,0 1 0 0,-1 1-48 0,0 2 0 15,0 1 0-15,-1 1 0 0,0 3-560 0,0 2-112 16,-1 0-32-16,2 3 0 0,0-1-128 0,0 1-16 15,1 0-16-15,1-1 0 0,0-1-32 0,0-1 0 16,2 0 0-16,0-2 0 0,-2-12-64 0,0 0 0 16,0 0-128-16,15 38 192 0,-15-38-192 0,0 0 0 0,0 0 0 0,0 0 0 15,0 0 0-15,37 31-160 0,-30-29 160 16,-1-1-128 0,1 0-1472-16,-1-2-304 0</inkml:trace>
  <inkml:trace contextRef="#ctx0" brushRef="#br0" timeOffset="4013.03">5047 5016 4607 0,'-4'2'400'0,"1"-2"-400"0,2 3 0 0,0-3 0 16,1 2 1920-16,0-2 320 0,0 1 48 0,0 1 16 15,1 0 112-15,0 0 16 0,3-1 16 0,1-1 0 16,1 0-624-16,2-1-128 0,0-3-32 0,1 1 0 0,2-1-960 0,-2 1-192 15,0-1-32-15,1 1-16 0,1 0-464 0,-1 1 128 16,-1 0-128-16,-1 0 0 31,0 2-576-31,-2 0-144 0,0-2-48 0,-1 4-11536 0</inkml:trace>
  <inkml:trace contextRef="#ctx0" brushRef="#br0" timeOffset="4201.56">5076 5120 6447 0,'0'1'576'0,"1"-1"-576"0,0 2 0 0,0-2 0 15,0 0 1440 1,1-2 176-16,0 1 48 0,3-1 0 0,2 1 1296 0,3-3 272 0,3 0 48 0,1-1 16 16,0-2-1280-16,0 2-256 15,0 0-48-15,0 0-16 0,-2 1-1056 0,0-1-224 0,-1 2-32 0,-1 0-16 16,1 0-368-16,0 1-240 0,-2 1 48 0,0 1-13728 15</inkml:trace>
  <inkml:trace contextRef="#ctx0" brushRef="#br0" timeOffset="4516.5">5539 4893 3679 0,'0'-3'320'0,"-1"1"-320"0,0 0 0 0,1 2 0 15,0 0 2688-15,-1 0 480 0,1 0 96 0,-1 0 0 0,1 1-560 16,-2 0-112-16,1 2-32 0,0 2 0 0,-1 1-1088 0,0 2-208 31,1-1-48-31,-1 4-16 0,-1 3-512 0,1 1-112 16,-1 2 0-16,0 1-16 0,-1 4-128 0,0 0-32 15,0 1 0-15,0-2 0 0,0-1-224 0,2-2-48 16,0-2-128-16,2-4 192 0,1-2-192 0,0 0 0 0,2-3 0 16,0-2 0-1,0-2-1760-15,2-2-240 0</inkml:trace>
  <inkml:trace contextRef="#ctx0" brushRef="#br0" timeOffset="5256.23">5729 4942 6447 0,'0'1'576'0,"-1"1"-576"16,1-2 0-16,-1 1 0 0,1 0 1168 0,-1 0 128 15,0 1 32-15,-1 2 0 0,0 1 976 0,-1 2 208 16,0 1 48-16,0 1 0 0,-1 3-1312 0,1-1-256 16,0 1-48-16,-1 0-16 0,2 0-208 0,-1 2-32 15,2-2-16-15,0 2 0 0,1-2-16 0,1-2 0 16,-1-10 0-16,0 0 0 0,0 0-304 0,0 0-64 15,0 0-16-15,0 0 0 0,27 34 16 0,-19-34 0 16,-1-1 0-16,2-2 0 0,-1-1 368 0,0-3 80 16,2 1 16-16,0-3 0 0,-2 3-512 0,1-4-112 15,1 0 0-15,-2 1-128 0,-1 0-192 0,0-1-160 0,-2 0-32 0,-1 1 0 16,0 0 0-16,-2-1 0 0,-1 0 0 16,-3 1 0-16,-1-2 128 0,-1 2 0 0,-1-2 16 0,-1 2 0 15,-1-2 64-15,0 3 16 0,0 1 0 0,0 0 0 16,1 2-48-16,-3 2-16 0,3 1 0 0,0 1 0 15,0 1 224-15,1 1 0 0,2 1 0 0,-1 1 0 16,1 2 160-16,0-1 80 0,1 2 16 0,2 0 0 16,0 0-256-16,0 0 144 0,1 1-144 0,2-2 128 15,1-1-128-15,1-1 0 0,0 0 0 0,2-1 0 0,0-1 0 16,1-1 0-16,1-1 0 0,0-1 0 0,2-1 0 0,2-4-144 16,1 2 144-16,3-4 0 0,-1 1 0 0,1-1 0 15,-1 0 0-15,1-1 0 0,-1 3 128 0,0-2-128 16,1 2 176-16,-3 3-176 0,0-1 192 0,-3 2-64 15,0 2 0-15,-3-1-128 0,0 2 256 0,-2 0-48 16,-1 2-16-16,-2 1 0 0,-1 0 240 16,0 0 32-16,-1 0 16 0,-1 0 0 0,-1 2 112 0,-1 1 32 15,-1 2 0-15,0-1 0 0,0 2-256 0,-1 1-48 16,1-1-16-16,-1 3 0 0,0-2-176 0,-1 2-128 16,2 2 144-16,-1-2-144 0,0 2 0 0,2 0 128 15,0-2-128-15,1 0 0 0,1-1 0 0,0-2 128 0,2-1-128 16,-1-3 0-16,3 0 0 0,0-3 0 0,1-1 0 15,0-2 0-15,3-1 0 0,0-3 0 0,1-2 0 0,0-2 0 16,2 0 288-16,1-4-32 0,0-1-16 0,0-2 0 16,0 1-240-16,-2 3 144 0,0-2-144 0,0-2 128 15,0 1-128-15,-2 1 0 0,-1 2 0 0,-2 0-176 16,1-2 176-16,-3 0 0 0,-1 2 0 0,-1 0 0 16,-1 2 0-16,-3 1 0 0,0 0 0 0,-2 2 0 15,0 2 0-15,-3 0 0 0,1 3 0 0,-3 1 0 16,-1-1 0-16,0 4-160 0,0 1 160 0,0-1-208 15,0 3-400 1,1 0-80-16,0 0-16 0,3-1 0 0,1-1-192 0,1 2-32 0,0-1-16 0,1 3 0 16,2-2-624-16,0 0-128 0,1 0-32 0,1-1 0 15,0-1-864-15,1 1-176 16</inkml:trace>
  <inkml:trace contextRef="#ctx0" brushRef="#br0" timeOffset="5667.16">6303 4895 7359 0,'1'-4'320'0,"0"1"80"0,-1 2-400 0,1 0 0 0,-1-1 0 0,0 2 0 16,0 0 960-16,0-1 128 0,1 0 0 0,-1 0 16 15,0 1 224-15,-1 0 32 0,0 2 16 0,0 2 0 16,-1-1-208-16,-2 2-32 0,1 2-16 0,0-1 0 16,-2 3-224-16,0 2-32 0,1 0-16 0,-2 1 0 15,1 1-256-15,2 1-48 0,0 0-16 0,1 1 0 16,2 1-208-16,0-16-32 16,0 0-16-16,8 36 0 0,-8-36-272 0,0 0 160 0,0 0-160 0,0 0 128 15,39 26 16-15,-27-29 0 16,1 1 0-16,0-2 0 0,1-4 368 0,0-1 80 0,0-1 16 0,0-1 0 15,-1-1-272-15,-1-2-48 0,-1 0-16 0,-1 1 0 0,-2 0-144 0,-3 1-128 16,-1 2 144-16,-3 0-144 0,-2-1 336 0,-2 3-16 16,1 0-16-16,-5-1 0 0,-2 1 304 0,-3 0 64 15,-2 3 16-15,-1 0 0 0,0 3-560 0,-1 2-128 16,2 5 0-16,-2 1-10048 16,4 2-2048-16</inkml:trace>
  <inkml:trace contextRef="#ctx0" brushRef="#br0" timeOffset="6595.41">7826 4785 13823 0,'0'-1'1216'0,"-1"1"-960"0,1 0-256 0,-1 0 0 32,1 0 1264-32,-1 0 208 0,0 0 32 0,0 0 16 15,-1 0 96-15,0 0 32 0,-1 0 0 0,2 2 0 16,-1 3-800-16,0 0-144 0,0 2-48 0,-1 2 0 16,0 2-304-16,0 3-64 0,-1 4-16 0,-1 1 0 0,1 2 16 0,-2 0 0 15,1 5 0-15,-1-2 0 16,0 2-112-16,1 0-32 0,1-2 0 0,0-2 0 0,3-4-144 0,0-3 0 15,1-3 0-15,1-3 0 16,0-1-864-16,2-3-160 0</inkml:trace>
  <inkml:trace contextRef="#ctx0" brushRef="#br0" timeOffset="6816.73">7959 4810 7359 0,'3'-4'656'0,"-2"1"-528"0,0 3-128 0,-1 0 0 16,-1 0 1152-16,1 2 208 0,1-2 48 0,-1 3 0 16,1-1 704-16,-1 5 128 0,0 0 48 0,-2 5 0 15,1 1-1200-15,-2 2-224 0,1 0-48 0,-1 2-16 16,1 3-464-16,-2-2-80 0,1 0-32 0,-1 1 0 16,1 2 80-16,-1-1 16 0,0 1 0 0,1-2 0 15,0-1-320-15,0-3 0 0,2-3-208 0,0-3-7312 16,1-2-1456-16</inkml:trace>
  <inkml:trace contextRef="#ctx0" brushRef="#br0" timeOffset="7021.19">7754 5004 8287 0,'-2'0'736'0,"1"0"-592"16,1 0-144-16,0 0 0 0,0 0 1856 0,1 0 320 15,-1 2 80-15,1-2 16 0,0 0 176 0,1-2 48 16,2 2 0-16,0-1 0 0,3 0-928 0,-1-1-176 16,2-1-48-16,1-2 0 0,0 2-352 0,1 0-80 15,1 0-16-15,0 0 0 0,0 0-464 0,0 0-112 16,1 1 0-16,1 1-16 16,0-1-1040-16,0 0-208 0</inkml:trace>
  <inkml:trace contextRef="#ctx0" brushRef="#br0" timeOffset="7289.82">8239 4779 2751 0,'4'-6'256'0,"-1"3"-256"0,-2-2 0 0,0 3 0 0,0 1 1584 0,-1 1 272 0,0 0 48 0,0 0 16 0,0 0 1536 0,0 1 320 15,-1 3 64-15,-1-1 16 0,-1 3-1104 0,-1 3-208 16,0 2-48-16,-1 1-16 0,0 3-1392 0,0 0-256 16,0 4-64-16,0 0-16 0,2-2-496 0,0 0-80 15,1-1-32-15,0-2 0 0,1 3-144 0,0-3 0 16,1 0 0-16,0 1 0 16,0-4-1024-16,0 1-64 0</inkml:trace>
  <inkml:trace contextRef="#ctx0" brushRef="#br0" timeOffset="7699.68">8479 4844 11055 0,'0'-3'976'0,"1"2"-784"0,0-1-192 0,-1 1 0 0,1 1 1344 0,-1 0 240 0,1 0 32 0,0 0 16 0,2 0 1312 0,0 1 272 0,2 1 48 0,1-1 16 15,-1 2-1472-15,1 1-288 16,-2 0-64-16,2-1-16 0,-1 2-816 0,0-1-176 0,0 1-16 0,0 0-16 16,0-1-416-16,-1 0 0 0,-1 1 0 0,-1-1-10464 15,0 3-2096-15</inkml:trace>
  <inkml:trace contextRef="#ctx0" brushRef="#br0" timeOffset="7841.77">8467 4985 10127 0,'-2'3'448'0,"0"-1"96"0,1 1-544 0,0-1 0 15,1 0 0-15,0-2 0 0,0 1 2592 0,0 1 416 0,1 2 64 0,1-1 32 0,0 4-400 0,1-5-80 16,-3-2 0-16,0 0-16 0,0 0-1872 0,0 0-368 15,0 0-80-15,37 17-14208 16</inkml:trace>
  <inkml:trace contextRef="#ctx0" brushRef="#br0" timeOffset="9146.48">8951 5126 12895 0,'-1'2'1152'0,"1"-2"-928"0,0 0-224 0,0 0 0 16,1 2 1088-16,-1-2 160 0,1 0 32 0,0 0 16 15,1 1 800-15,1-1 144 0,0-1 48 0,1 1 0 16,1-4-560-16,1 1-128 0,-1-2 0 0,2 1-16 16,-1-2-624-16,0 0-112 0,0-1-16 0,0 0-16 15,0-1-448-15,1 1-96 0,-1-2-16 0,2-2 0 16,-1-1-256-16,-1 1 160 0,1-1-160 0,-1 0 128 0,3-2-128 16,-1 0 0-16,1-2 0 0,-1 0 0 0,0-2 0 15,1 0 0-15,-1-1 0 0,-1 0 0 0,0-1-128 0,-2 2 128 16,-1 1 0-16,0 0 0 0,-1 3 0 0,-1 2 0 15,-1 3 0-15,0 3 0 0,0 2 0 0,-2 2 0 16,1 4 0-16,-1-2 0 0,-1 3 0 0,1-1 0 16,-2 6 0-16,-1 1 0 0,0 3 0 0,1 0 0 15,0 1 0-15,-1 4 0 0,0 2 0 0,-1 3 0 0,1-3 0 16,0 2 0-16,0 0 0 0,0 1 0 0,-1 1 0 0,3-1 0 16,-1-1-128-16,1 0 128 0,1-2 0 0,1-19 0 15,2 27-192-15,0-18 48 0,1-2 0 0,0-3 0 31,2-3-432-31,0-2-64 0,0-1-32 0,2-4 0 16,0-2-368-16,1 1-80 0,1-5-16 0,0 0 0 16,-1 0-192-16,1-2-32 0,0-2-16 0,-1 1 0 0,1 3 224 15,-2-3 32-15,1 0 16 0,-2 1 0 0,0 2 752 0,-1-3 160 0,1-3 16 0,0 1 16 16,0 0 160-16,-2 0 0 0,1 3 0 0,-2 5 0 16,-1 2 192-16,-1 0-16 0,0 4-16 0,-2 1 0 15,0 3 832-15,-1 0 160 0,-2 4 48 0,1 1 0 16,0 2 0-16,-2 2 0 0,-1 4 0 0,1 1 0 15,-1 2-544-15,2 0-96 0,0 4-32 0,0-1 0 0,1 2-256 0,3-1-48 16,0-2-16-16,0-19 0 0,3 34-80 0,-3-34 0 16,0 0-128-16,0 0 192 0,23 39-192 0,-23-39 0 15,0 0 0-15,0 0 0 16,33 3-976-16,-22-8-96 0</inkml:trace>
  <inkml:trace contextRef="#ctx0" brushRef="#br0" timeOffset="9649.57">9575 4753 10127 0,'-2'0'448'0,"0"2"96"0,0-2-544 0,1 0 0 0,1 0 0 0,-1 0 0 15,1 1 1984-15,-1 1 272 0,0-2 64 0,-1 0 16 16,2 2-96-16,-1-2 0 0,1 2-16 0,1-2 0 16,-1 1-880-16,1 1-192 0,1-2-16 0,0 0-16 15,1 2-160-15,-1-2-48 0,1 1 0 0,0-1 0 16,2 2-208-16,0-2-64 0,2 0 0 0,0 0 0 15,2-2-208-15,-1 2-48 0,2-1-16 0,0 1 0 0,1 0-208 0,0 0-32 16,2 0-128-16,-1 1 192 16,-1-1-192-16,0 2 0 0,-11-2 0 0,0 0 0 0,33 6 0 0,-22-5 0 15,-3 2 0-15,-1 1 0 0,1-2 0 0,-3 0 0 16,-1 1 0-16,-1-1 0 0,-1 1 0 0,-1-1 0 16,-1-2 0-16,-2 3 0 0,0 1 0 15,-2-1 0-15,1-1 0 0,-2 0 0 0,-2 3 0 0,1 0 0 16,-1-3 0-16,-1 5 0 0,0-2 160 0,-2 2-160 15,0 0 160-15,1 0-160 0,1 0 144 0,-2 1-144 0,-2 2 128 0,1 1-128 16,0-2 128-16,0 1-128 0,0-1 128 16,0 1-128-16,0-1 0 0,1 1 0 0,3-3 0 0,-1 0 0 31,2 0-272-31,0-1-144 0,2-2-32 0,0 0-10752 0,2-1-2144 0</inkml:trace>
  <inkml:trace contextRef="#ctx0" brushRef="#br0" timeOffset="10137.39">10004 4687 11967 0,'0'-3'1072'0,"0"1"-864"0,0 0-208 0,0 2 0 16,0 0 1744-16,-1 0 304 0,1-2 64 0,-1 1 16 16,0-2 288-16,-1 2 48 0,1 1 16 0,-1 4 0 15,-1 1-1040-15,-1 4-208 0,0 1-32 0,0 4-16 16,-1 3-576-16,0-1-112 0,-1 3-32 15,0 2 0-15,-2-1-208 0,1 1-32 0,0 0-16 0,1-2 0 0,0-2-80 0,2 0 0 16,0 1-128-16,1 0 192 0,2-3-192 0,0-3 0 16,1-12 0-16,0 0-160 15,0 0-1680-15,0 0-336 0</inkml:trace>
  <inkml:trace contextRef="#ctx0" brushRef="#br0" timeOffset="10922.78">10157 4746 7359 0,'-1'-2'656'0,"0"2"-528"0,1 0-128 0,-1 0 0 0,0 0 464 0,0 2 64 16,0-2 16-16,0 2 0 0,-1 3 1440 0,-1 0 272 0,-2 4 64 0,2 0 16 15,-1 3-528-15,-1 0-96 0,2 2-32 0,-1-1 0 16,1 1-928-16,0 0-192 0,1-2-48 0,2-12 0 15,0 0 128-15,1 33 0 16,-1-33 16-16,0 0 0 0,0 0-448 0,0 0-80 0,0 0-128 0,0 0 176 16,33 33 112-16,-27-33 32 0,3-4 0 0,-1 0 0 31,1-2-320-31,1 0 0 0,1-3-208 0,-1 0 80 0,0 0-720 0,-1-1-144 0,-2-1-32 16,-2 3 0-16,-2-1-96 0,-1-1-32 0,-3 1 0 0,-1 2 0 15,-1-3 448-15,-4 3 96 0,1-2 16 0,-2 1 0 16,0 4-368-16,-1-1-80 0,-1 2-16 0,0 3 0 15,-1 1 384-15,-1 2 80 0,1 2 16 0,-1 1 0 0,2 1 576 0,-1-2 0 16,3 3 0-16,0-2 0 16,1 1 848-16,2-2 96 0,1 2 16 0,1-3 0 0,1 0-288 0,1 0-48 15,1-2-16-15,3 0 0 0,0-2 176 0,1 0 48 16,2 0 0-16,1-2 0 0,3 1 192 0,1-2 32 16,1 0 16-16,2 0 0 0,0-1-1072 0,1 0 0 15,0 1-288-15,1-2 64 0,-1 1-144 0,0-1-16 0,-1 2-16 0,0-1 0 16,-2-1 400-16,-1 0-160 15,0 0 160-15,-1-2 0 0,-1 3 0 0,0-2 0 0,-1 2 0 0,0-1 0 16,-3 0 208-16,0 2 48 0,-2 0 16 0,1 0 0 16,-2 1 320-16,0 1 64 0,-1-1 16 0,0 2 0 15,0 0 80-15,-1 0 16 0,0 0 0 0,0 0 0 16,0 2-176-16,-1-2-16 0,1 1-16 0,-1 1 0 16,1 1-288-16,-1-1-48 0,0 0-16 0,-1 1 0 15,1 2-16 1,-1 0-16-16,0 1 0 0,1-1 0 15,0 2 48-15,-1 0 16 0,-1 0 0 0,1 2 0 16,0 1 0-16,0 0 0 0,1-1 0 0,0-2 0 16,1 1-48-16,1-2-16 0,0 2 0 0,1-2 0 0,-2-6-176 15,0 0 160-15,0 0-160 0,0 0 160 0,0 0-160 0,0 0 128 16,37 20-128-16,-27-23 128 0,0-2 128 0,1 1 32 16,0-4 0-16,-1 2 0 0,-1-1-160 0,0 2-128 15,0-3 192-15,-1-1-192 0,-1 2 0 0,0-2 0 16,-3 2 0-16,-1-1 0 0,-1 1 0 0,-2 0 0 15,-2 0 0-15,-1-2 0 0,-1 1 128 0,0 1-128 16,-3 0 0-16,0 0 0 0,0 2 0 0,-3 1 0 16,1 1 0-16,-1 1 0 0,0 2-144 0,0 0-96 15,0 3-16-15,1 1 0 16,1-2-384-16,1 3-64 0,0 1-32 0,2 0 0 16,0-1 320-16,2-1 64 0,2 1 16 0,0 0 0 0,0-3 832 0,1 1 160 0,2 1 48 15,-1-1 0 1,2-1-2992-16,1 0-592 0</inkml:trace>
  <inkml:trace contextRef="#ctx0" brushRef="#br0" timeOffset="11333.41">10722 4734 15663 0,'2'-2'688'0,"-1"0"144"15,0 1-656-15,-1 1-176 0,0 0 0 0,0 0 0 0,-1 0 1456 0,1 0 256 16,-1 0 48-16,-1 3 16 0,-1-1-640 0,0 0-128 16,0 3-32-16,-2 1 0 0,0 0 128 0,0 3 32 15,-1 1 0-15,0 2 0 0,-1 0-320 0,1 0-64 16,-1 2-16-16,2 0 0 0,-1 0-400 0,2 0-80 15,2-4 0-15,2-10-16 0,0 0-64 0,0 0-16 16,5 38 0-16,-5-38 0 0,0 0-32 0,0 0-128 16,0 0 192-16,42 9-64 0,-29-13 256 0,2-1 32 15,2-4 16-15,2-1 0 0,1-2-240 0,1 0-64 0,-1 0 0 0,-1-1 0 16,-2 1-128-16,-2 0 0 0,-2 2 0 0,-5-2 0 16,-1 2 144-16,-6-1-144 0,-4 1 160 0,-4 2-160 15,-5-1 512-15,-3 3 16 0,-5 1 0 0,-2 2 0 16,-1 3-208-16,-2 1-64 0,-1 4 0 0,0 1 0 31,1 2-912-31,3 1-192 0</inkml:trace>
  <inkml:trace contextRef="#ctx0" brushRef="#br0" timeOffset="155343.94">6476 5891 3679 0,'2'-2'320'0,"0"1"-320"15,-1 1 0-15,-1 0 0 0,1 0 320 0,0-2-16 0,0 2 0 0,1-2 0 16,2 0 304-16,0 0 64 0,-1-1 16 0,-2 1 0 15,2 1 192-15,-1-1 32 0,-1 0 16 0,1 2 0 16,-1-2 80-16,1 1 16 0,-1 1 0 0,-1-2 0 16,0 2-128-16,1-2-32 15,-1 1 0-15,1 1 0 0,-1-2-160 0,1 2-48 0,0-1 0 0,-1 0 0 16,1-1-224-16,0 2-48 0,0-3-16 0,0 3 0 0,0-3 80 0,-1 1 0 16,1 2 16-16,-1-1 0 0,0 0 48 0,0 1 0 15,0 0 0-15,0-2 0 0,0 2-96 0,0 0-16 16,-1 0 0-16,1 0 0 0,0-2-192 0,0 2-32 15,0-1-16-15,0 1 0 0,0 0-160 0,0-2 0 16,0 0 0-16,0 1 0 0,-1-1 0 0,1 1 0 16,-1 0 128-16,1-4-128 0,-1 2 0 0,0 0 0 15,1 0 0-15,-1-2 0 0,-1 0 0 0,1 1 0 16,0 1 0-16,-2-2 128 0,0 3-128 0,0-2 128 16,0 3-128-16,0-2 128 0,-1 3 48 0,-1-2 0 0,1 4 0 0,-2-2 0 15,1 1-176-15,-1 2 192 0,0 1-192 0,-1 0 192 16,0 4-192-16,-1-3 0 0,2 4 0 0,-2 0-176 15,2 1 176-15,-1-1-160 16,3 1 160-16,-1 0-160 0,1 1 160 0,2-2-128 0,0 1 128 0,1 2-128 16,1 0 128-16,0 0 0 0,1 0 0 0,1-2 0 15,0 1 0-15,3-1 0 0,-5-10 0 0,0 0 0 16,0 0 0-16,0 0 0 0,32 35 0 0,-24-34 0 16,0 0 0-16,0-2 0 0,0 0 0 0,-1-1 0 0,0-1 0 15,-1-2 0-15,1-1 0 0,0-2 0 0,0 1 0 0,-1 0 0 16,0-3 0-16,-1 2 128 0,0 0-128 0,0-2 0 31,-2 1 0-31,-1 0 0 0,1 1 0 0,-1 1 0 0,-1 0-144 0,0 0 144 0,-1 0 0 0,0 0 0 16,-1 1 0-16,0 0 0 0,-1 1 0 0,1 3 0 15,0-2 0-15,0 3 0 0,1-1 0 0,0 2 0 16,0 2 0-16,0 1 0 0,0 3 0 0,0-1 0 16,0 2 0-16,0 1 0 15,1-1 0-15,0 2 0 0,1-1 0 0,0-1 0 0,0 2 128 0,0-2-128 16,2-2 192-16,-1-1-64 15,1-1-128-15,-2-1 0 0,3 1 0 0,-1-3 128 0,0-2-128 0,2 1 0 16,-1-1 0-16,1-3 0 0,0 0 0 0,1-2 0 0,0-2 0 0,0 2 0 16,-1-3 0-16,1 0-144 0,0-1 144 0,1 1 0 15,-2-1-432-15,0 1 32 16,0 0 0-16,-1 1 0 16,1 0-144-16,-2 1-32 0,0 2 0 0,0 0 0 0,-1 2 368 0,0 0 64 0,-1 3 16 0,1-2 0 15,-1 3 128-15,1 0 0 0,-1 0 0 0,0 3 128 16,0 3 416-16,0 0 96 0,-1 1 0 0,0 3 16 15,-1 1 48-15,1 4 16 0,-1-3 0 0,-1 2 0 0,1 0-336 16,-1-2-80-16,0 2-16 0,-1-2 0 0,0-3-112 0,1 1-32 16,0-2 0-16,0-2 0 0,1-1-144 0,0-1 0 31,1-1 144-31,-1-3-144 0,1 0 0 0,-1 0 0 0,1-3 0 0,0 0 128 0,1-2-128 16,0-1 0-16,-1 0 0 0,1-2 0 0,1-1 0 15,0-1 0 1,0 1 0-16,-1-3 128 0,2 1-128 0,-1 0 0 0,1-1 0 0,0-1-128 0,0 1 128 0,0 0-128 15,-1 2 128-15,1 1-128 16,1 1 0-16,-1 4 0 0,0-1 0 0,0 3 0 0,-1 1 128 0,-1 2 0 16,1 2 0-16,0 2 0 0,0 1 0 0,0 0 0 0,0 2 0 31,0 1 128-31,1 1-128 0,-1 2 176 0,-1-2-176 0,1-1 192 0,0 1 128 0,-1 0 48 0,0-2 0 0,0 2 0 31,1-3 16-31,-1 1 16 0,0 0 0 0,0-2 0 0,0 0-400 0,-1-3 128 16,1 2-128-16,1-3 0 15,-1-1 0-15,1 0 0 0,-1-1 0 0,1-1-9824 16,2 0-1936-16</inkml:trace>
  <inkml:trace contextRef="#ctx0" brushRef="#br0" timeOffset="155879.76">7041 5892 16415 0,'1'0'352'0,"0"0"80"0,1 0 16 0,-1 0 16 0,-1 0-464 0,0-1 0 0,1 1 0 0,1-2 0 0,1 1 2640 0,2-2 432 16,-1 0 96-16,2-2 16 0,0-2-1392 0,0 2-288 15,0-2-48-15,-2-2-16 0,2 1-800 0,-2 0-144 16,0-1-48-16,0 0 0 0,-1 0-80 0,-1 1-32 16,-1-1 0-16,0 2 0 0,-2-3-192 0,-1 3-144 15,0-2 192-15,-3 2-192 0,0 0 128 0,-1-1-128 16,-2 0 0-16,-1 2 0 0,2 2 0 0,-2 1 0 15,1 3-176-15,-1 0 176 0,0 3-384 0,0 1 16 16,2 4 16-16,-1 1 0 0,2 0 176 0,0 2 48 0,1 2 0 0,1 1 0 16,0 3 128-16,1 0 0 0,3-1-144 0,0 1 144 15,0-1 0-15,2-4 0 0,0 0 0 0,1-2 0 16,-3-10 0-16,0 0 0 0,0 0 0 0,0 0 0 16,0 0 0-16,0 0 0 0,40 22 0 0,-32-25 0 15,0-3 144-15,0 0-144 0,2-4 160 0,0 0-160 16,2-4 384-16,0 0-32 0,-1-2 0 0,1 0 0 15,-2 1-352-15,0 0-160 0,-1-1 16 0,0-1 0 16,-3-1-160-16,0 2-16 0,-2-1-16 0,-2 0 0 16,-1 0 192-16,-1-1 144 0,0-3-192 0,-3-2 192 15,0 0 0-15,-2 1 0 0,0-1 0 0,-2 0 0 0,2 3 0 0,0 4 0 16,1 4 0-16,0 4 0 0,3 1 256 16,-1 5 64-16,1 2 16 0,1 0 0 0,-1 2 448 0,1 1 96 15,0 4 16-15,0 2 0 0,1 0-544 0,1 6-96 16,0 4-32-16,-1 2 0 0,2 0-224 0,0 1 144 15,0-1-144-15,0 3 128 0,0 2-128 0,2 3 160 16,-1-1-160-16,2-2 160 0,0-2-160 0,-6-24 0 16,14 42 0-16,-14-42 0 0,18 32 0 0,-18-32-224 15,0 0 32-15,32 29-17232 0</inkml:trace>
  <inkml:trace contextRef="#ctx0" brushRef="#br0" timeOffset="156336.06">7505 5647 10127 0,'1'0'896'0,"-1"0"-704"0,1 0-192 0,-1 2 0 16,2 1 1344-16,-2-3 224 0,0 3 48 0,1 0 16 15,1 3 240-15,0 3 48 0,0 3 16 0,0 2 0 16,-2-14-1040-16,3 31-224 0,-1-15-32 0,-2 1-16 15,0-3 16-15,0 3 16 0,-1-1 0 0,0-2 0 16,0 1 32-16,0-5 0 0,1 0 0 0,-1-2 0 0,0-3-368 16,0-3-64-16,0 1 0 0,1-3-16 15,0 0 384-15,-1 0 80 0,1-3 0 0,0 0 16 0,0-1-32 0,1-3-16 16,0 0 0-16,0-2 0 0,1-2-352 0,-1-1-80 16,1 1-16-16,1-3 0 0,0 2 64 0,1-4 16 15,-1 0 0-15,0-1 0 0,1 2-304 0,0-1 160 16,2 2-160-16,-1 0 128 0,1 4-128 0,-1 0 0 15,0 3 144-15,1 2-144 0,-2 1 0 0,2 1 128 16,-2 3-128-16,0 1 0 0,1 1 224 0,-1 2-32 0,-4-4 0 0,0 0 0 16,0 0 0-16,16 38 0 0,-13-26 0 0,0 2 0 15,-3-14-192-15,6 34 176 0,-5-16-176 0,1 2 160 16,0-2-160-16,0 0 0 0,0-2 144 0,0-2-144 16,0-2 0-16,-1-5 0 0,1 0 0 0,1-2 0 15,-1 0 0-15,1-3 0 0,-1-1 0 0,0-2 0 16,0 1 0-16,1-4-160 0,0 1 160 0,0-2-208 31,2 0-1520-31,0-2-288 0,-1 0-64 0,1-2-13488 0</inkml:trace>
  <inkml:trace contextRef="#ctx0" brushRef="#br0" timeOffset="156697.53">7750 5742 16575 0,'1'0'736'0,"-1"0"160"0,0 2-720 0,0-2-176 0,0 0 0 0,1 2 0 0,0-2 1728 0,0 3 320 16,1-1 64-16,2 3 16 0,-1-3-288 0,-3-2-64 15,0 0-16-15,0 0 0 0,0 0-704 0,39 3-144 16,-29-6-16-16,0 1-16 0,1-3-336 0,0-2-64 16,0 0-16-16,0 0 0 0,0-1-96 0,-2-1-32 15,-1 2 0-15,0 0 0 0,-2 0-208 0,0-2-128 16,-3 4 128-16,-1-3-128 0,0 2 0 0,-3-2 0 16,-1 2 0-16,-1 0 0 15,-3-1 0-15,-1 0 128 0,0 0-128 0,-1 2 0 0,-1 1 0 0,0 1 0 16,0 1 0-16,0 0 128 0,-2 4-128 0,1 1 0 0,1 3 0 0,0 0 0 15,1 2 0-15,1 1-160 0,1 0 160 0,1 2 0 16,0 3 0-16,2 1 0 0,0 1 0 0,2 0 0 16,1 1 368-16,1-2-32 15,-1-15 0-15,0 0 0 0,13 33-16 0,-13-33 0 0,0 0 0 0,0 0 0 16,0 0-192-16,49 19-128 0,-49-19 128 0,25-5-128 16,-25 5 0-16,25-9 0 0,-13 3 0 0,-1 0 0 15,1-1-320 1,-1 0-128-16,-1 1-16 0,0 0-16640 0</inkml:trace>
  <inkml:trace contextRef="#ctx0" brushRef="#br0" timeOffset="157112.25">7979 5718 14735 0,'0'1'640'0,"0"0"160"0,0 1-640 0,1-1-160 16,0 1 0-16,0-2 0 0,0 0 912 0,2 1 160 15,1 1 16-15,2-2 16 16,3 0 400-16,1-3 80 0,1 3 16 0,0-3 0 0,0-1-336 0,1-1-64 15,-1-2-16-15,0 2 0 16,1-3-352-16,-2 0-80 0,0 1-16 0,-1-3 0 0,-1 3-352 16,-2 0-64-16,1 2 0 0,-3-3-16 0,1 2-176 0,-2-1-128 15,-1 2 144-15,-2-2-144 0,0 3 0 0,-1-1 0 0,-1 2 0 0,-2-1 0 16,1 1 0-16,-1 0 0 0,-2 0 0 16,0 0 0-16,1 1-288 0,-2-1-48 15,2 1-16-15,-2-1 0 0,2 2 96 0,-2 0 32 0,3 1 0 0,-2 0 0 16,2 2 224-16,1 0 0 0,-1 1 0 0,-1 2 0 31,2 1 240-31,-1-1 80 0,0 2 32 0,1-1 0 0,-2 0 192 0,1 2 32 0,0-1 16 0,0 1 0 16,0 0 32-16,0-1 0 0,2 3 0 0,-1-1 0 15,1-2-96-15,0 3-16 0,1-3 0 0,1 0 0 16,1 0-112-16,0 0-16 0,2-1-16 0,0 0 0 0,1-1-144 0,1 0-32 16,0-1 0-16,2-1 0 0,-1-1-192 0,-6-2 0 15,0 0 128-15,0 0-128 0,38 5 0 0,-38-5 0 16,0 0 0-16,38-2 0 0,-38 2-128 0,27-3-32 15,-27 3 0-15,27-5 0 16,-27 5-1504 0,27-7-320-16,-12 2-48 0,-1-1-13504 0</inkml:trace>
  <inkml:trace contextRef="#ctx0" brushRef="#br0" timeOffset="157658.26">8436 5614 13823 0,'1'2'608'0,"-1"0"128"0,0 1-592 0,0-1-144 16,0-2 0-16,0 0 0 0,0 0 1792 0,1 1 320 0,-1 1 64 0,1-2 0 16,-1 0 64-16,2-2 0 0,0 1 0 0,0-2 0 15,0-1-736-15,0 2-144 0,-1-3-16 0,0 0-16 16,0 1-688-16,-1-1-128 0,0 1-16 0,-1-1-16 16,-1 2-192-16,0-2-32 0,-2 3-16 0,1-3 0 15,-1 2-48-15,-2 1 0 0,1 1 0 0,-2 0 0 16,0 1 0-16,-1 0 0 0,1 1 0 0,0 0 0 15,2 1-192-15,-1 1 0 0,1 2 128 0,0 0-128 16,0 2 0-16,2 0 0 0,-1 2 0 0,1-1 0 31,0 4 0-31,2 1 0 0,-1 0 0 0,1 1 0 16,0-2 0-16,1 0 0 0,1 1 0 0,1-1 0 0,-2-12 0 0,0 0 0 16,0 0 0-16,14 33 0 0,-14-33 0 0,0 0 0 15,0 0 0-15,0 0 0 0,0 0 0 0,39 5 0 16,-33-12 0-16,0 2 0 0,2-2 144 0,-1 0 96 15,3-5 16-15,-2 0 0 0,0 1-112 0,2-3-16 16,-2-1 0-16,1-2 0 0,0 1-128 0,0-1 0 16,-1 0 0-16,0 0-176 0,-2-1 176 0,0-1 0 15,-1 0 0-15,0-2-128 0,-1-1 128 0,-3-1 0 16,1 0 0-16,-2 3 0 0,-1 1 0 0,0 0-208 0,0-2 80 16,-2 3 128-16,1 3-192 0,0 4 192 0,0 3-192 0,1 5 192 15,-1 1 0-15,1 4 0 0,0 3 144 0,0 2-16 16,0 5 176-16,1 4 32 0,-1 6 16 0,1 2 0 15,1 4-352-15,0 3 128 0,0 0-128 0,0-3 0 16,0 0 144-16,1-2-144 0,1 1 192 0,0-4-192 16,-3-23 224-16,9 41-64 0,-9-41-16 0,13 38 0 15,-13-38-144-15,0 0 0 0,24 43 0 0,-24-43 0 16,0 0-320-16,0 0-64 0,0 0 0 0,45 23-17632 16</inkml:trace>
  <inkml:trace contextRef="#ctx0" brushRef="#br0" timeOffset="158083.07">9240 5514 8287 0,'1'-5'736'0,"0"0"-592"0,-1 3-144 0,0 0 0 16,0 2 1936-16,0-2 368 0,0-3 64 0,1-2 0 16,-1-1 432-16,0 1 80 0,-1 0 0 0,0 3 16 15,1 1-1088-15,-1 3-208 0,0 1-64 0,-1 4 0 16,1 3-640-16,-1 2-144 0,0 1-32 0,1 4 0 15,-1 2-368-15,1 2-80 0,0 2-16 0,0 1 0 16,1-1-112-16,0 0-16 0,1-2-128 16,0 0 192-16,-1-19-64 0,6 31 0 0,-6-31-128 0,0 0 192 15,16 38-192-15,-16-38 0 0,0 0 0 0,0 0 0 0,0 0 0 16,0 0 0-16,40 23 0 0,-35-23 0 0,-2-2-144 0,1 0 144 16,-2-3 0-16,0 0-144 15,0 1-1536-15,-2-2-304 16,0 2-64-16,-2-4-16 0,0 4-1840 0,-2-3-352 0,0 1-80 0,-2 0-1744 15,-1-3-368-15</inkml:trace>
  <inkml:trace contextRef="#ctx0" brushRef="#br0" timeOffset="158514.63">9125 5571 3679 0,'-4'0'320'0,"2"0"-320"15,2 2 0-15,-1-2 0 0,-1 1 1504 0,-6 2 224 16,-4 3 64-16,-3 3 0 0,-1 5 800 0,2 0 160 16,2 3 48-16,1-4 0 0,5 1-304 0,1-3-48 15,3 1-16-15,4-5 0 0,-2-7-928 0,0 0-192 16,0 0-32-16,0 0-16 0,39 17-48 0,-25-20-16 15,2-1 0-15,1-4 0 0,2 0-384 0,0 0-80 16,-2-2-16-16,2-2 0 0,0 1-464 0,2 1-80 0,-3-1-32 0,1 1 0 16,-2 1-144-16,1 2 0 0,1-1 0 0,-2 1 0 15,2 0-192-15,-2 0-80 0,0 0-16 0,-1 0 0 32,1 2-880-32,-1-2-176 0,-2 1-48 0,-2 0 0 0,-2 1-256 0,-1-1-48 15,-4 1-16-15,0 2 0 0,-2-1 880 0,-2 1 192 0,-1 1 16 0,-2 1 16 16,0 1 608-16,-1 0 0 0,-2 0 0 0,1 1 0 15,-2 3 544-15,1-1 176 0,0 1 48 0,-1 1 0 16,2 1 0-16,-1 1 16 0,1 1 0 0,0 2 0 0,0 2 240 16,1 1 32-16,2 0 16 0,0 0 0 0,2-2-384 0,0 1-80 15,-1-12-16-15,0 0 0 0,0 0-288 0,0 0-64 16,0 0-16-16,35 33 0 0,-35-33 64 0,0 0 16 16,29-3 0-16,-18-1 0 0,1-3-16 0,-1 0 0 15,1-2 0-15,0-2 0 0,-1-1-112 0,-2 0-32 16,1 1 0-16,-3-1 0 0,-1 3-144 0,-5-1 0 15,-1 0 0-15,-3 3 0 0,-4 0 0 0,-2 3 0 16,-2-1 128-16,-2 2-128 0,-2 1 0 0,-2 2 0 16,1 0 0-16,-1 2 0 0,1 3-192 0,3 0-80 15,3-1-16-15,1 1-17984 0</inkml:trace>
  <inkml:trace contextRef="#ctx0" brushRef="#br0" timeOffset="159061.88">10330 5462 19343 0,'0'-4'1728'0,"0"1"-1392"0,0 3-336 0,-1 0 0 15,1 0 1536-15,-1-2 224 16,-1 1 48-16,-1-3 16 0,-2 1-208 0,1-2-32 0,-2 3-16 0,-1 2 0 16,-1 2-864-16,-1 1-160 0,-1 4-32 0,-2 0-16 15,0 2-256-15,-2 1-48 0,1 0-16 0,1 2 0 16,-1-1-32-16,1 4 0 0,1 1 0 0,0 1 0 15,2 2-144-15,1-1 0 0,2 2 144 0,2-2-144 16,1-1 176-16,3-2-48 0,2 1 0 0,-2-16 0 0,0 0 64 0,17 34 0 16,-17-34 0-16,0 0 0 0,0 0-192 0,52 14 0 15,-52-14 0-15,35-8 0 0,-15 2 0 0,-1-4 0 16,-3 2 0-16,2-3 0 0,0-1-176 0,3-3 48 16,0-1 0-16,0 0 0 15,0 1-1152-15,-2-1-208 0,-1 2-48 0,-1 2-7984 16,-2 2-1584-16</inkml:trace>
  <inkml:trace contextRef="#ctx0" brushRef="#br0" timeOffset="159739.54">10563 5500 1839 0,'0'0'160'0,"0"0"-160"15,0 0 0-15,0 0 0 16,0 0 1936-16,0 0 368 0,-1 0 64 0,0 0 0 16,1 0 160-16,-1 0 32 0,0 0 0 0,0 0 0 15,0 0-624-15,-1-2-112 0,1 2-32 0,-1-2 0 16,-1 1-464-16,1-1-112 0,-1 1 0 0,-1-1-16 15,0 1-400-15,0 0-80 0,-1 1-16 0,-1-2 0 16,-1 2-336-16,1 0-80 0,-2 2-16 0,2-1 0 16,-1 0-112-16,2 2-32 0,-1 2 0 0,0-1 0 15,2 1 48-15,0 1 0 0,0 2 0 0,1-1 0 16,0 3 16-16,1-1 16 0,0-2 0 0,1 3 0 16,0 2 32-16,1-2 0 0,0 1 0 0,2-2 0 0,-2-9-48 0,0 0-16 15,0 0 0-15,0 0 0 0,22 36-176 0,-22-36 0 16,0 0 0-16,0 0 0 0,0 0 0 0,36 2 0 15,-29-4 0-15,2-3 128 0,0 0 80 0,0-3 16 16,1 0 0-16,-1-1 0 0,-1 1-224 0,0 0 144 16,1-2-144-16,-2 0 128 0,0 1-320 0,-1-1-64 15,-1 0 0-15,-2 1-16 0,0 0 128 0,-1 1 144 16,-2-1-208-16,0 2 80 0,-1 0 128 0,0 2 0 16,-1 0 0-16,0 1 0 0,2 3 128 0,-1 1-128 15,-1 1 128-15,1 3-128 0,0 1 272 0,0 2-16 0,1 0 0 16,-1 1 0-16,1 3-128 0,1-1-128 0,-1-10 192 15,0 0-192-15,6 31 144 0,-6-31-144 0,0 0 0 0,0 0 144 16,0 0-144-16,0 0 0 0,0 0 0 0,40 28 0 16,-31-30 0-16,0-3 0 0,0 0 0 0,1-2 0 15,1 0 0-15,0-3 0 0,2-2 0 0,1-2 0 16,0 0-336-16,0-2-48 0,1-1-16 0,-1 0 0 31,0 1-288-31,-3 2-48 0,-1-1-16 0,-1 1 0 0,-1 0-1776 0,-1-1-352 0,-2 1-80 16,-1 2-16-16,-1 0 1904 0,-1-1 384 0,-1 0 80 0,-1-3 16 15,-1 2 448-15,1 0 144 0,-2 2 0 0,0 1 0 0,-1 2 240 0,1 3 144 16,-1 1 48-16,2 0 0 0,-1 4 848 0,0 0 160 16,1 1 32-16,-1 0 16 0,1 0-256 0,-1 2-48 15,0 1-16-15,1 4 0 0,-1 2-560 0,0-2-112 16,0 5-32-16,-1-2 0 0,1 6 0 0,0 3 0 16,-1 4 0-16,-1 4 0 0,1-1-80 0,0 0 0 15,1 1-16-15,-1-2 0 0,1-1 48 0,1-4 16 16,2-2 0-16,-1-18 0 0,5 33-240 0,-5-33-32 15,0 0-16-15,14 34 0 0,-14-34-144 0,0 0 0 16,0 0 0-16,0 0 0 0,38 30 0 0,-38-30 0 16,0 0-128-16,0 0 128 15,39 2-1344-15,-39-2-192 0</inkml:trace>
  <inkml:trace contextRef="#ctx0" brushRef="#br0" timeOffset="160479.69">11189 5417 11055 0,'1'-3'976'15,"-1"1"-784"-15,0 0-192 0,0 2 0 16,0-2 1472-16,0 1 240 0,0-1 48 0,0-3 16 16,0 1 272-16,0-1 64 0,-1-2 16 0,1 2 0 15,-1 0-848-15,0 1-192 0,0-1-16 0,1 2-16 0,-2 1 96 0,0 0 32 16,-1-1 0-16,0 3 0 0,0 1-144 0,0 1-16 15,-1 1-16-15,-2 3 0 0,-1 1-512 0,0 3-112 16,-2 0 0-16,-1 6-16 0,1 0-224 0,-1 6-144 16,0-1 192-16,1 1-192 0,1 1 128 0,1-1-128 15,2-1 0-15,1-1 0 0,1-3 0 0,1-2 128 16,3-1-128-16,1-5 0 0,1 0 128 0,1-3-128 16,1-1 0-16,-5-5 0 0,0 0 0 0,0 0 0 0,34 2 0 0,-21-7 0 15,0-2 0-15,0-2 0 0,2-1 0 0,1-1 0 16,-1-1-144-16,1 2 16 0,-1-3 0 0,0 1 0 31,0-1-256-31,-1 1-64 0,0 0 0 0,-1 0 0 16,-1 0 0-16,-2 0-16 0,0-1 0 0,0 0 0 15,-3 0-16-15,0 0 0 0,-2-1 0 0,0 2 0 0,-2 3 256 0,-2-2 48 0,1 3 16 0,-1 1 0 16,0 2 160-16,-2 3 128 0,1 0-128 0,-1 2 176 16,-1 2 304-16,1 0 64 0,-2 3 16 0,-1 2 0 15,0 1 80-15,1 1 0 0,-2 5 16 0,1 0 0 16,1 1-448-16,1 2-80 0,0 1-128 0,0-3 176 15,1 1-48-15,0-4-128 0,1-1 192 0,0-11-64 16,0 0 80-16,0 0 16 0,10 34 0 0,-10-34 0 0,0 0-224 0,0 0 144 16,0 0-144-16,0 0 128 0,0 0-128 0,43 8 0 15,-34-14 0-15,1 0 0 0,0-2 240 0,0-1-48 16,1-1 0-16,-1-1 0 0,0-2-192 0,1 1 0 16,-2-1-144-16,-1 0 144 0,1 1-288 0,-3-2 32 15,-1 2 16-15,-2 0 0 0,0 1 112 0,-1 1 128 16,0 1-208-16,-1-1 80 15,-1 1 128-15,0 2 0 0,0 2 0 0,-1 2 0 0,0 1 0 0,0 2 0 16,0 0 0-16,0 2 0 0,0 1 208 0,-1 4-16 16,1 2-16-16,-1 1 0 0,1 4 16 0,-1 1 0 15,1 2 0-15,1-2 0 0,0 0-192 0,0-15 192 0,4 25-192 0,-4-25 192 16,0 0-192-16,0 0 128 0,17 35-128 0,-17-35 128 16,0 0-128-16,0 0 0 0,0 0 0 0,0 0 0 15,45 13 0-15,-37-15 0 0,1-3 0 0,0 0 0 16,0-2-256-16,1 0-16 0,1-3-16 0,0 1 0 31,1-2-1312-31,-1-1-256 0,1 0-48 0,-1-2-16 0,0 0-1968 0,0-1-400 16</inkml:trace>
  <inkml:trace contextRef="#ctx0" brushRef="#br0" timeOffset="160701.03">11809 5102 3679 0,'1'-8'320'0,"-1"6"-320"0,0 2 0 0,0 0 0 0,-1 0 2400 0,1-2 416 15,-1-3 64-15,0-1 32 0,-1 3 800 0,-2 5 176 16,1 2 16-16,-2 8 16 0,1 2-2112 0,0 4-416 15,-1 2-96-15,0 4-16 0,0 0-640 0,0 0-128 16,0 2-16-16,-1 0-16 0,1-2 272 0,1-1 48 16,0 1 16-16,0-1 0 15,2-1-304-15,1-1-64 16,0-2-16-16,1-19 0 0,2 34-432 0,-2-34 0 0,0 0 128 0,13 31-128 0,-13-31 0 0,0 0 0 16,0 0 0-16,0 0 0 0,0 0 0 0,35 25-176 15,-35-25 176-15,0 0-128 16,0 0-1056-16,0 0-208 0,0 0-32 0,41 11-9216 15,-41-11-1840-15</inkml:trace>
  <inkml:trace contextRef="#ctx0" brushRef="#br0" timeOffset="161424.81">12105 5426 911 0,'2'2'0'0,"0"1"0"15,-1-3 0-15,0 0 0 0,0 0 1840 0,0-2 272 0,2 2 64 0,1-1 16 16,2 1 1200-16,-1-3 256 16,2 0 32-16,-1-4 16 0,0 2-864 0,0-3-160 0,-1-1-48 0,0 2 0 15,-1-3-1216-15,0 2-256 0,0 0-64 0,-1-2 0 0,-1 3-384 16,-2 0-96-16,0 0-16 0,-1 0 0 16,-2-2-192-16,-1 2-32 0,-1 1-16 0,0 2 0 15,0-1-48-15,-1 3-16 0,-2 0 0 0,0 2 0 16,-1 2-112-16,-1 3-32 15,0 1 0-15,-1 4 0 0,1 0-144 0,0 2 0 0,0 4-160 0,0 0 160 0,1 4-144 0,1-2 144 16,0 4-128-16,2-3 128 0,0 1 0 0,3-4 0 16,1 0 0-16,2-4-128 0,0-12 128 0,0 0 0 15,0 0 0-15,0 0 0 16,0 0 0-16,0 0 0 0,28 31 0 0,-19-34 0 16,1 1 0-16,0-4 0 0,1-2 0 0,1-2 0 15,1 1 0-15,0-3 0 0,0-2 128 0,-1 2-128 16,-2-2 0-16,0 2 0 0,-3 1 0 0,0 0 0 15,-2-1 0-15,-1 1 0 0,0 4 0 0,-3-3 0 16,0 0 0-16,-1 2 0 0,0 0 0 0,-1 1 0 16,1 2 0-16,-1 3 0 0,-1 0 0 0,1 2 0 15,-1 2 128-15,1 0-128 0,-1 5 128 0,1 1-128 16,1 3 208-16,-1 1-16 0,1 2-16 0,0 1 0 16,1-1-176-16,-1-14 0 0,5 28 0 0,-5-28 128 15,0 0-128-15,0 0 0 0,19 39 0 0,-19-39 0 0,0 0 0 0,0 0 0 16,0 0 0-16,37 8 0 0,-28-10 0 15,1-2 0-15,1-1 0 0,1-4 0 0,0 0 0 0,1-2 0 16,-1 0 0-16,1-2 0 0,1-1 0 0,-1 0 0 16,1 0 0-16,-2-2 0 0,-1-1 0 0,-1 2 0 15,-2 2-144-15,-2-2 144 0,2 1 0 0,-4-5 0 16,1 3 0-16,-1 0 0 0,-1-2 0 0,-2 2 0 16,0 3 0-16,0 4 0 0,-1 2 0 0,0 2 0 15,0 5 0-15,0 0 0 0,-1 3 0 0,0 1 0 16,0 1 0-16,0 2 0 0,-1 5 160 0,0 0-16 15,0 2 0-15,0 3 0 0,-1 2-144 0,2 0 0 16,-2 1 0-16,0 0 0 0,0 1 0 0,1-1 0 0,1-2 0 0,1-18 0 16,0 34 0-16,0-34 0 0,2 26 0 0,-2-26 0 15,0 0 0-15,0 0 0 0,0 0 0 0,0 0 0 16,0 0-240-16,0 0-16 0,0 0-16 0,0 0 0 31,0 0-800-31,0 0-144 0,0 0-48 0,27-3 0 16,-28-4-1728-16,-1 0-336 0</inkml:trace>
  <inkml:trace contextRef="#ctx0" brushRef="#br0" timeOffset="161613.34">12383 5310 11055 0,'-5'-14'480'0,"3"7"112"0,1 4-464 0,0 3-128 0,1 0 0 0,0 0 0 0,0 0 2528 0,-1 0 480 15,1 0 112-15,-1 0 16 0,2 0 256 16,0 3 48-16,1-1 16 0,2-1 0 16,1 1-1872-16,-5-2-368 0,0 0-80 0,0 0-16 0,0 0-544 15,36 4-128-15,-28-5 0 0,-8 1-16 0,0 0-240 0,31-6-32 16,-20 4-16-16,1-3 0 0,-1 3-144 0,0-3 0 15,0 0 0-15,0 1 0 0,-1 1 0 0,-1-2 0 16,0 1-224-16,0-1 80 16,-1 2-2144-16,-1 3-416 0</inkml:trace>
  <inkml:trace contextRef="#ctx0" brushRef="#br0" timeOffset="161960.38">12622 5370 17503 0,'2'2'768'0,"-1"-2"176"0,1-2-752 0,-1 2-192 0,1 0 0 0,-2-2 0 16,1 1 2016-16,1 1 368 16,3-3 80-16,0-1 16 0,3-1-1072 0,0 0-224 0,1-1-32 0,0 0-16 15,0 0-496-15,0-1-112 0,1 2-16 0,-1-2 0 16,-1 2 96-16,2-3 16 16,0 2 0-16,-1-2 0 0,1 1-256 0,-2-2-48 0,-1 2-16 0,-1 2 0 15,-2-2-304-15,-1 2 0 0,0-1 128 0,-1 0-128 16,-2 2 0-16,0-1 0 0,-2 0 0 0,-1 1 0 15,-1 1 144-15,0 0-144 0,-3 3 0 0,0 0 144 16,-2 1 48-16,1 3 0 0,-2 1 0 0,1 2 0 0,-1 2-192 0,0 0-144 16,2 4 144-16,-2-1-208 0,2-2 208 15,1 4 0-15,-1 0 0 0,3 0 0 0,0 0 240 0,1 1-16 16,3-2 0-16,1-13 0 0,0 0 288 16,0 0 64-16,13 36 16 0,-13-36 0 0,0 0-208 0,0 0-64 15,39 7 0-15,-39-7 0 0,29-7-176 0,-15 3-144 16,1-1 192-16,0 0-192 0,0 1-128 0,-1-2-144 15</inkml:trace>
  <inkml:trace contextRef="#ctx0" brushRef="#br0" timeOffset="163848.23">13562 5038 11055 0,'0'-2'976'0,"0"1"-784"0,0 1-192 0,0-2 0 16,0 2 1152-16,0 0 176 0,-1-3 32 0,0 1 16 15,0-3 688-15,0 1 144 0,-1 1 32 0,1-1 0 16,-1 1-784-16,0 0-160 0,1 1-16 0,-1 0-16 0,-1 0-608 16,0-1-112-16,0 1-32 0,0 0 0 0,-1 1 208 0,-1-1 48 15,0 0 0-15,-2 0 0 0,-1 1-32 16,-1-1 0-16,-3 2 0 0,0-2 0 0,-2 4-272 0,-1-2-48 16,-2 3-16-16,-1-1 0 0,1 2-208 0,1 1-32 15,0 1-16-15,1 0 0 0,3 1-144 0,0 1 128 16,2 1-128-16,1 2 128 0,0-1-128 0,2 2 0 15,0 1 0-15,1 2 0 0,1-1 0 0,1 1 0 16,1-1 128-16,1 0-128 0,1-1 0 0,1-13 0 16,2 25 0-16,-2-25 128 0,0 0-128 0,0 0 0 0,14 38 0 15,-14-38 0-15,0 0 0 0,0 0 0 0,0 0 0 0,0 0 0 16,31 38 0-16,-31-38 0 0,0 0 0 0,0 0 0 16,0 0 0-16,38 21 0 0,-38-21 0 0,0 0 0 15,0 0 0-15,45 12 0 0,-45-12 0 0,0 0 0 16,37 5 240-16,-37-5-48 0,0 0 0 0,35 7 0 15,-35-7-192-15,0 0 128 0,0 0-128 0,0 0 0 16,0 0 0-16,0 0 0 0,0 0 0 0,0 0 0 16,25 36 128-16,-31-31-128 0,-2 4 0 0,-4-2 144 15,0 2 16-15,-1 1 0 0,-1 0 0 0,-3-1 0 16,0 0-160-16,0 1 192 0,0-3-192 0,1-1 192 0,1 0-192 16,2-1 128-16,2-3-128 0,0 0 128 0,2 1-128 0,0-3 0 15,3 0 0-15,-1-2 0 0,4 2 0 0,-2-1 0 16,2 1 0-16,2-2 0 15,0 2-656-15,2 0-176 0,2 0-16 0,3 0-16304 16</inkml:trace>
  <inkml:trace contextRef="#ctx0" brushRef="#br0" timeOffset="164400.14">13657 5398 1839 0,'6'-5'0'0,"-3"0"0"0,1 3 0 0,-1-2 160 0,-2 3-160 0,0 1 0 0,0-2 0 0,0-1 0 16,1 1 752-16,1-2 112 0,0-2 32 0,0 2 0 16,-1-1 752-16,-1 1 144 0,0 3 48 0,0-2 0 15,-1 2 720-15,1-1 160 16,-1 1 32-16,1 1 0 0,-1 0-48 0,0 0 0 16,-1 0 0-16,1 0 0 0,-1 0-864 0,-1 1-176 0,1 1-48 0,-1 0 0 15,-1 1-848-15,-2 2-160 0,2 1-32 0,-2 0-16 16,0 2-288-16,0 0-48 0,-2 2-16 0,2 1 0 15,-3 1-32-15,2-1-16 0,-1 2 0 0,2 1 0 16,-1-3-160-16,2-1 0 0,0 0 0 0,0-4 128 0,1 2-128 16,1-4 0-16,2-1 0 0,0-1 0 0,0-1 0 0,0-2 0 15,0 1 0-15,1-2 0 0,2-3 0 0,0 1 0 16,1-2 0-16,-1 0 0 0,1-2-384 0,1-3 32 16,-2 1 16-16,2-1 0 15,-1 1-192-15,-1-2-48 0,3-2 0 0,-1 0 0 0,-2 2 576 0,1-2 0 16,-1 4 0-16,0-2 0 0,-1 3 0 0,-1-1 128 15,1 1 0-15,1-1 16 0,-1 3 144 0,0 0 32 16,0 3 0-16,-1 1 0 0,1 1-16 0,-1 2 0 16,2 2 0-16,-1 0 0 0,1 3-48 0,-1 2-16 0,-2-7 0 0,0 0 0 15,13 35-112 1,-13-35 0-16,0 0-128 0,19 43 192 0,-19-43-192 0,0 0 0 0,22 44 128 0,-22-44-128 16,0 0 0-16,28 35 0 0,-28-35 0 0,0 0 0 15,0 0 0-15,35 26 0 0,-35-26 0 0,0 0 0 16,0 0 144-16,0 0-144 0,0 0 128 0,33-5-128 15,-30-1 400-15,2-2 0 0,-1 1 0 0,0-5 0 16,0 0-128-16,0-2-16 0,0-1-16 0,-2 1 0 16,1-2-240-16,-1 1 176 0,1-1-176 0,0 0 160 15,0 3-160-15,1 0 0 0,1 1 0 0,-2 3-13088 16,1 0-2608-16</inkml:trace>
  <inkml:trace contextRef="#ctx0" brushRef="#br0" timeOffset="187048.92">3768 5958 3839 0,'0'0'0'0,"0"-2"0"15,0 1 0-15,0 1 0 0,1-2 320 0,-1 1 112 16,1-1 16-16,1-2 48 0,0-1 320 0,1-4 64 16,1 1 16-16,2-4 16 0,-1 3 32 0,2-3 0 15,-1 0 0-15,2-2 16 0,-1 0-352 0,1-1-80 16,1 0-16-16,-1 0 32 16,1-2-304-16,1 0-64 0,-1 2-16 0,-1 0 32 0,0 1-192 0,-1-1 0 0,0 3 0 0,-2-2 0 15,0 2 240-15,-2 3-16 0,-3-1 0 0,0 3 16 16,0 2 416-16,-3-1 96 15,-2 3 16-15,-2 3 16 0,-2 0 208 0,-1 2 32 16,1 1 16-16,-1-1 32 0,-2 3-752 0,-2 2-128 16,-2 1-48-16,0 1 32 0,-1 2-176 0,1 0 0 0,0 0 0 0,1 3 0 15,0-1 0-15,1 2 0 0,0 4 0 0,1 0 0 16,0 5 0-16,1 0 0 16,1 2 0-16,1 0 0 0,1 3 544 0,1 1 16 15,0-1 0-15,2 4 0 0,1 2 64 0,2 1 16 0,3-2 0 0,3-3 0 16,-3-31-192-16,14 49-48 0,-14-49 0 15,0 0 0-15,41 42-272 0,-41-42-128 0,0 0 128 0,54 6-128 0,-31-9 896 0,0-4 112 32,2-4 16-32,-1-2 0 0,-1-1-128 0,-1 0-32 0,-1-1 0 0,-3 1 0 15,1 2-544-15,-1-2-96 0,-1 2-32 0,-2 0 0 16,-1 3-192-16,-3 1 0 16,-2 2 0-16,0 1-160 15,-3 2-896-15,0 3-176 0,-2-2-48 0,0 4-13232 0</inkml:trace>
  <inkml:trace contextRef="#ctx0" brushRef="#br0" timeOffset="187991.9">4184 5979 1839 0,'0'0'0'0,"0"-2"160"0,0 2-160 0,0-1 0 0,0 1 0 0,0 0 0 0,0 0 1344 0,-1 0 256 16,1-2 32-16,0 2 16 0,0-2 304 16,1-1 64-16,-1-2 16 0,1 2 0 0,0-3-928 0,0 1-176 15,0-2-32-15,1 0-16 0,-1 2-416 0,-1-3-80 16,0 0 0-16,-1 1-16 0,-1-1 144 0,-1 1 48 15,0 0 0-15,-1 0 0 0,-1 2 144 0,0 1 48 16,-1 1 0-16,0 1 0 0,-2 0 96 0,0 2 32 16,1 2 0-16,-2 1 0 0,3 1-336 0,-2 3-64 15,2 0-16-15,-2 3 0 0,2 0-464 0,-2 2 0 16,1 4 0-16,1 0 0 0,0 1 0 0,0-2 0 0,3-1 0 0,-1 2-160 16,1 0 160-16,0 1 0 0,2-2-144 0,1-1 144 15,0-2 0-15,1-1 0 0,1-4 0 0,1 1 0 16,1-4 0-16,0 1 0 0,0-4 0 0,3-1 0 15,-1-1 0-15,1-2 240 0,2-3-48 0,0-1 0 16,0-1 448-16,2-1 96 0,-1-1 16 0,1-2 0 16,1 0-560-16,0-2-192 0,-1 0 144 0,-1 2-144 15,0 0 0-15,-3 0 0 0,0 1 0 0,-2 4 0 16,0-1-144-16,-2 2 144 0,-2 0 0 0,0 2 0 16,-1 2 0-16,0 0 0 0,0 1 0 0,-1 1 0 15,1 3 0-15,0-1 0 0,-1 0 0 0,0 4 0 16,-1 0-176-16,1 4 32 0,-1-3 0 0,1 2 0 0,0 2 144 15,1-2 128-15,1-1-128 0,0 0 176 0,0-3-176 0,1 2 192 16,1-3-192-16,-1-1 192 0,2 0-192 0,1-1 0 16,-1-2 144-16,2-2-144 0,-1-1 208 0,2 0-16 15,0-1-16-15,2-3 0 0,2-2 80 0,1-1 0 16,0 0 16-16,0-2 0 16,1 3-736-16,0-1-160 0,-1-1-16 0,1 2-16 15,0 1-1168-15,0-1-224 0,0 1-64 0,0-2 0 16,0 4-32-16,-1-4-16 0,0 3 0 0,-1 1 0 15,1 0 464-15,-2-2 96 0,0 2 0 0,-1-3 16 16,-1 1 880-16,0-1 160 0,-2 2 32 0,0-4 16 0,-2 1 496 0,0 2 0 0,0-1 128 0,-2-1-128 16,-2 3 976-16,0-1 96 0,-1 0 16 0,-2 3 0 15,0 0 496-15,0 1 96 0,-2 3 32 0,-1 2 0 16,1 3-96-16,-3 1-16 0,0 0 0 0,-2 4 0 16,0 3-656-16,-2 2-144 0,2 0-32 0,-1 3 0 15,2-3-384-15,1 1-64 0,-1 1-32 0,2-2 0 16,1 0-64-16,2-2-16 0,1 0 0 0,1 0 0 15,2-2-64-15,1-1-16 0,2-3 0 0,0 0 0 16,2-1-128-16,1-1 0 0,1 1 0 0,0-2 0 16,2 1 192-16,-1-1 48 0,1 1 16 0,-1 0 0 15,-1 0 192-15,-1 1 32 0,-1 0 16 0,0 1 0 0,-1 0-352 16,-2 0-144-16,-1 1 128 0,-1 0-128 0,-1 0 0 0,-3 3 128 16,-2-3-128-16,0 2 0 0,-2 1 0 0,0-3 0 15,-1 2 128-15,-1-1-128 0,0-2 0 0,1 0 160 16,1-2-160-16,-1 1 160 0,3-3-160 0,-1 1 0 15,3-3 0-15,0 0 0 0,1-3 0 0,1 1-256 16,2-3 48-16,2 0 0 16,2 0-2112-16,1-1-432 0</inkml:trace>
  <inkml:trace contextRef="#ctx0" brushRef="#br0" timeOffset="188361.91">4586 6005 15663 0,'-1'3'688'0,"0"-1"144"0,1 1-656 0,-1-2-176 0,1 1 0 0,0-2 0 16,1 0 1216-16,0 1 224 0,1 1 32 0,1 1 16 16,1-1-96-16,3-2-32 0,1 0 0 0,2-2 0 15,2-1-352-15,1-2-80 0,0-2-16 0,1-1 0 16,-1-1-400-16,0 1-64 0,-1 0-32 0,0-1 0 16,0 2-176-16,-3-1-48 0,-1 1 0 0,0 0 0 15,-2 2 720-15,-2-2 144 16,-1 3 32-16,-2-1 0 0,-1 0-832 0,-1 3-256 0,-2-1 128 0,-2-1-128 15,1 3 0-15,-2-1 0 16,0 0 0-16,-2-2 0 16,1 3-768-16,-2-2-224 0,1 1-32 0,-1 2-16 0,0-1 848 0,0 1 192 15,0 1 0-15,0 1 0 0,0 1 0 0,1 2 0 0,-1 0 0 0,-1 4 144 0,2 1-16 0,-1-1-128 16,-1 3 192-16,2-1-64 0,1 1 0 0,-1 0-128 16,2 3 192-16,0-1-64 0,2-3 240 0,0 4 32 15,2-1 16-15,2 0 0 0,2-1 96 0,2-2 0 16,-4-11 16-16,0 0 0 0,0 0-144 0,47 15-16 15,-27-18-16-15,1-4 0 0,2-3 80 0,0-1 16 16,0 1 0-16,3-4-11824 16,2-3-2352-16</inkml:trace>
  <inkml:trace contextRef="#ctx0" brushRef="#br0" timeOffset="189505.31">5068 5777 11055 0,'0'0'976'0,"0"0"-784"16,0 0-192-16,0 0 0 0,-1 0 960 0,1 0 128 15,0 1 48-15,0 1 0 0,-1 0 464 0,2-2 112 16,0 1 16-16,1-1 0 16,1 0-320-16,0 0-64 0,1-1-16 0,2-1 0 0,0 0 112 15,3-1 32-15,-1 0 0 0,1 1 0 0,3 0-416 0,0 2-80 16,1-2-16-16,-1 1 0 0,-1 2-432 0,-11-1-80 16,0 0-32-16,33 9 0 0,-33-9-272 0,0 0-144 15,0 0 160-15,0 0-160 0,40 29 0 0,-40-29 0 16,0 0 0-16,0 0 0 0,0 0 0 0,7 45 0 15,-11-34 0-15,-2-1 0 0,0 0 0 0,-2 1 0 0,0-2 0 0,-1 3 0 16,-2-1 0-16,2 0 0 0,-1 1 0 0,0-2 0 16,1 1 0-16,-2 1 0 0,1-1 0 0,2-1 0 15,2-2 0-15,1 0 0 0,-1 0-128 0,2-1 128 16,1 0 0-16,2-2 0 0,0 0 0 0,3-3 0 16,0 2 0-16,2-4 0 0,2 1 0 0,-1-2 0 15,2 1 0-15,1-2 0 0,1 1 0 0,2-2 0 16,0 1 0-16,1-1 224 0,2 3-64 0,-1-3-16 15,1 3 224-15,-2 0 32 0,-12 0 16 0,0 0 0 16,36 5-288-16,-36-5-128 0,0 0 128 0,0 0-128 0,34 7 0 0,-28-5 0 16,-1-1 0-16,-1 1 0 0,1-2-240 0,-2 2-80 15</inkml:trace>
  <inkml:trace contextRef="#ctx0" brushRef="#br0" timeOffset="189805.29">5877 5982 24879 0,'1'-3'1088'0,"0"3"256"0,0 0-1088 0,-1 0-256 0,0 0 0 0,-1 2 0 15,0 1 1456-15,0 1 224 0,-2 3 48 0,0 0 16 16,-3 7-272-16,-1 1-64 16,-3 4-16-16,1-3 0 0,-1 1-848 0,-1 0-160 0,0 1-48 0,-2-1 0 15,0 0-336-15,-1-1 0 0</inkml:trace>
  <inkml:trace contextRef="#ctx0" brushRef="#br0" timeOffset="191395.34">3923 5737 10127 0,'0'-2'896'0,"0"1"-704"0,0 1-192 0,-1-2 0 0,1 2 992 0,-1 0 160 15,0 0 48-15,0-1 0 16,0 0-80-16,0-1-16 0,0-1 0 0,-1 1 0 0,1 1-592 0,0-1-112 16,1 0-16-16,-1 0-16 0,1-1 144 0,-1 1 16 15,1-1 16-15,-1 1 0 0,1 0 176 0,0-1 48 16,-1 1 0-16,1 0 0 0,0 1-16 0,0-1 0 16,-1 0 0-16,1 0 0 0,-1-1-96 0,0 1-16 15,0-1 0-15,0 1 0 0,0-2-112 0,-1 1-16 16,0 0-16-16,1 1 0 0,-1 0 144 0,-1-3 16 15,1 2 16-15,0 0 0 0,-1 0-112 0,1 1-32 16,-1-1 0-16,0 0 0 0,-1 1-176 0,-1 0-32 16,1-1-16-16,-2 1 0 0,1 0-128 0,0 1-32 15,-2 2 0-15,1 1 0 0,1 0-144 0,-2 1 192 16,-2 1-192-16,1 1 192 0,1 0-192 0,-1-1 0 16,-2 4 0-16,0-1 128 0,0 0-128 0,0 1 0 0,0 1 0 0,1-1 0 15,1 0 0-15,1-1 0 0,0 1 0 0,0-1 0 16,2 0 0-16,-1 0 128 0,0 0-128 0,2 0 0 15,-1 0 0-15,1 3 0 0,1-1 128 0,0 1-128 16,-1 4 0-16,2 0 128 0,-1 3-128 0,1-1 128 16,1 3-128-16,0-1 128 0,1-1-128 0,0-17 128 15,2 38-128-15,-2-38 0 0,4 36 0 0,-4-36 0 16,0 0-192-16</inkml:trace>
  <inkml:trace contextRef="#ctx0" brushRef="#br0" timeOffset="196582.6">4103 6756 911 0,'1'-2'0'0,"-1"0"0"15,1-1 0-15,0 1 0 0,0 2 2176 0,-1-2 368 16,1 1 64-16,-1-1 16 0,2 1-320 0,-1-2-48 16,1 0-16-16,0-1 0 0,-2 2-96 0,1-1-32 15,-2 1 0-15,0 1 0 0,-1-1-496 0,0 0-96 16,0 1-32-16,-1 1 0 0,-1 0-400 0,-1 0-96 16,-1 0-16-16,-2 1 0 0,-1 3-384 0,-2-1-80 15,-2 0 0-15,0 1-16 0,0 1-240 0,-2 1-64 0,0 2 0 0,-3-1 0 16,1 2-16-16,-2 1-16 0,-3-1 0 0,2 1 0 15,0 1-32-15,0-1-128 0,3 2 192 0,1-2-64 16,1 2 0-16,1-1 0 0,2 1 0 0,1 2 0 16,2-2 0-16,1 2-128 0,2-1 192 0,0 0-64 15,2 2-128-15,2-3 0 0,2-1 144 0,2-1-144 16,-2-10 0-16,0 0 128 0,0 0-128 0,0 0 0 16,31 36 0-16,-31-36 144 0,0 0-144 0,40 11 0 15,-40-11 160-15,0 0-160 0,48 14 128 0,-48-14-128 0,0 0 176 0,46 10-48 16,-46-10-128-16,0 0 192 0,49 13-192 0,-49-13 144 15,0 0-144-15,0 0 128 0,47 32-128 0,-47-32 0 16,0 0 0-16,0 0 128 0,13 40-128 0,-17-30 0 16,0 4 0-16,-5 0 0 0,-1 1 0 0,-2-1 0 15,-1-2 0-15,0 0 0 0,-1 0 0 0,0-1 0 16,-1-2 128-16,1-1-128 0,1-1 0 0,0-2 0 16,2-3 0-16,2 0 0 0,2-2 0 0,0 0 0 15,2-1 0-15,1-2 0 0,2 1 0 0,1-1-176 16,2 0 176-16,1 1-192 15,1-2-1344-15,1 1-288 0,3 0-48 0,0 0-14192 0</inkml:trace>
  <inkml:trace contextRef="#ctx0" brushRef="#br0" timeOffset="197211.86">4192 7190 6383 0,'2'-1'128'0,"-1"0"48"0,0-1 0 0,-1 2 16 0,0-2-192 0,0 2 0 0,0-1 0 0,-1 1 0 16,1-2 2432-16,-1-1 464 0,0 1 96 0,-1 1 16 15,1 0-544-15,-1-1-96 0,1 1-32 0,-1 1 0 16,1 1-864-16,-1 1-160 0,0 0-32 0,-1 3-16 16,1 0-496-16,-1 1-80 0,-1 2-32 0,-1 1 0 0,1-1-256 0,0 2-48 15,-2 1-16-15,1-2 0 16,-1 3-128-16,1-3-16 0,-1 1-16 0,1-3 0 15,2 0-176-15,-2-1 128 0,2-1-128 0,0-1 128 0,0 0-128 0,0-1 0 16,1 0 0-16,0-2 0 0,0 0 0 0,1 0 0 16,1-1 0-16,-1 0 0 0,0 0-128 0,0-1 128 15,1 0-160-15,0 0 160 0,0 0-160 0,1-3 160 16,0 1-160-16,0-2 160 0,0 3-256 0,1-5 64 16,2 2 0-16,-1-5 0 0,1 3-80 0,1-2-16 0,0-2 0 0,0 0 0 15,2-1 64-15,-1-2 16 0,2 2 0 0,-1-2 0 16,0 2 208-16,1 0 0 0,-2 1-160 0,0 4 160 15,-1-3 0-15,1 3 128 0,0 1 0 0,-2 1 0 16,0 2 384-16,-1 0 64 0,0 1 0 0,-2 2 16 16,1 0 32-16,0 0 0 0,1 3 0 0,-1 1 0 15,1-1-208-15,-1 1-32 0,1 1-16 0,0 0 0 16,0 0-176-16,0 2-48 0,-3-7 0 0,0 0 0 16,0 0-144-16,0 0 128 0,23 40-128 0,-23-40 128 15,0 0-128-15,0 0 128 0,21 36-128 0,-21-36 128 16,0 0-128-16,0 0 0 0,0 0 144 0,28 40-144 15,-28-40 0-15,0 0 128 0,0 0-128 0,0 0 0 0,0 0 128 0,0 0-128 16,0 0 160-16,0 0-160 0,0 0 320 0,0 0-16 16,0 0-16-16,0 0 0 0,0 0-32 0,0 0 0 15,0 0 0-15,0 0 0 0,25-8-112 0,-24 2-16 16,0-4-128-16,0 3 192 0,0-4-64 0,0 1-128 16,3-1 176-16,-1 0-176 0,1 0 128 0,0 1-128 15,2-2 0-15,0 0 0 0,2-4 0 0,-1 4 0 16,1 0 0-16,-1 0 0 15,1 3-480-15,2-2-96 0</inkml:trace>
  <inkml:trace contextRef="#ctx0" brushRef="#br0" timeOffset="197592.44">4633 6890 3967 0,'-2'0'176'0,"-1"0"32"0,0-1-208 0,1 1 0 15,0 1 0-15,1-1 0 0,0 0 1440 0,-2 0 240 16,-1 0 48-16,-1 2 16 0,0-2 384 0,0 0 80 15,1 0 16-15,1 0 0 0,1-2-288 0,1 1-48 16,0 1-16-16,1-2 0 0,1 2-464 0,0 0-80 16,0-2-32-16,2 2 0 15,-1-1-528-15,3 1-128 0,1 0 0 0,-1-2-16 0,2 2-192 0,1 0-48 16,0-1 0-16,1 1 0 0,1 0-64 0,-1 0 0 16,2 0-16-16,0 0 0 0,-1 0-128 0,0 0-32 15,-10 0 0-15,0 0 0 16,32 1-144-16,-21-1 0 0,-11 0 0 0,0 0 128 0,30-1-128 0,-21 0 0 0,-1 1 0 0,-2 0-176 15,1 0 176-15,-3 1 0 0</inkml:trace>
  <inkml:trace contextRef="#ctx0" brushRef="#br0" timeOffset="198077.97">4666 7000 3903 0,'-2'1'176'0,"0"-1"32"0,0 0-208 16,1 0 0-16,0 2 0 0,1-2 0 0,-1 0 896 0,1 0 128 16,-2 0 16-16,-1 0 16 0,0 1 448 0,0 0 96 15,1 0 0-15,-1 1 16 0,0-1 112 0,1 0 0 16,0-1 16-16,0 2 0 0,1-2-144 0,0 1-16 15,1 1-16-15,0 0 0 0,0-2-32 0,1 1 0 16,0 1 0-16,0-2 0 0,1 0-384 0,1 0-96 16,0 0-16-16,0-2 0 0,0 2-224 0,1-1-48 15,-1 1-16-15,0 0 0 0,0 0-320 0,0 1-64 16,-1-1-16-16,1 0 0 16,-1 2-112-16,2-2-32 0,-1 0 0 0,0 2 0 0,0-2-64 0,0 0-16 0,1 1 0 0,-1-1 0 15,0 0-128-15,1 0 128 0,0 0-128 16,-1 0 128-16,0 0-128 0,0-1 160 0,1 1-160 0,-1-2 160 15,-1 2-32-15,2-3 0 0,-1 3 0 0,0-2 0 16,-1 0-128-16,0 1 160 0,1 1-160 0,-1-2 160 16,1 2-160-16,0 0 128 15,-1 0-128-15,1 0 128 0,0 0-128 0,1-1 0 0,0 0 0 0,1 1 0 16,1-2 0-16,2 1 0 0,-1 0 0 0,2 0 0 0,0-2 0 16,0 3 0-16,1-2 128 0,0 2-128 0,-10 0 0 0,0 0 0 15,30 0 0-15,-30 0 0 0,0 0 0 0,0 0 0 16,0 0 0-16,38 6-12336 15,-38-6-2400-15</inkml:trace>
  <inkml:trace contextRef="#ctx0" brushRef="#br0" timeOffset="198898.73">5193 6792 10127 0,'-2'-2'896'0,"1"-1"-704"16,1 1-192-16,0 0 0 0,0 1 672 0,0 1 96 16,-1-3 32-16,-1-2 0 0,1-1 576 0,-1 2 112 15,1-1 32-15,0 0 0 0,0 3 80 0,1 0 0 16,0 1 16-16,0 1 0 0,1 3-384 0,-1-1-80 16,1 0 0-16,0 3-16 15,0 2-256-15,1 3-48 0,-2-10-16 0,0 0 0 0,6 45-304 0,-6-45-48 16,3 45-16-16,-1-18 0 0,0 3-160 0,-2-1-32 15,0 1-16-15,0-4 0 0,-1 0-64 0,-1 0-16 16,-1 1 0-16,0 1 0 0,-1-2-160 0,1-3 0 0,0 1 0 16,2 0 0-1,-1-3-256-15,2-21-128 0,0 33-16 0,0-33-16 16,0 0-1744-16,0 0-336 0,0 0-80 0,0 0-9472 0</inkml:trace>
  <inkml:trace contextRef="#ctx0" brushRef="#br0" timeOffset="199226.93">5364 7055 6447 0,'-4'0'576'0,"2"-2"-576"0,0 2 0 0,1-2 0 16,0 2 832-16,1-1 48 0,0 1 16 0,-1 0 0 0,1-2 832 0,-1 0 160 15,2-1 32-15,1 1 16 0,2-1 32 0,-1 1 0 16,2 0 0-16,1 0 0 0,1-1-176 0,0-1-48 16,2 3 0-16,1-1 0 0,0 0-432 0,-1 0-96 15,2-1 0-15,1 0-16 0,-2 1-816 0,-1 0-176 16,2-2-16-16,-1 1-16 0,2 0-176 0,-1 1-144 15,0-2 144-15,0 1-208 16,-2 0-1072-16,0 1-224 0,1-2-32 0,-2 3-12288 0</inkml:trace>
  <inkml:trace contextRef="#ctx0" brushRef="#br0" timeOffset="199871.25">5818 6846 8287 0,'1'-4'368'0,"-1"0"80"0,1 1-448 0,-2 2 0 15,1-1 0-15,-1 1 0 0,0 1 1728 0,0-1 256 16,-1-1 48-16,-1 0 16 0,-1 1-80 0,0 1-16 15,-1 1 0-15,1 1 0 0,-2 1-768 0,0 1-160 16,0 3-16-16,0-2-16 0,1 4-48 0,-2-2-16 16,2 2 0-16,-1-1 0 0,2 1-144 0,-2-2-16 15,1 1-16-15,3-1 0 0,-1 2-272 0,1-4-48 16,1 0-16-16,1-1 0 0,2-1-48 0,0 1-16 16,1 0 0-16,1-1 0 0,-4-3-96 0,0 0-32 0,0 0 0 0,0 0 0 15,0 0 64-15,37 32 16 0,-37-32 0 0,0 0 0 16,0 0-112-16,28 33 0 15,-28-33-16-15,0 0 0 0,0 0-48 0,0 0-128 0,29 45 192 0,-29-45-64 16,0 0-128-16,0 0 0 16,12 35 0-16,-11-29 128 0,-1 2-128 0,-1-3 0 0,-1 2 144 0,-1-2-144 15,0-1 160-15,1 1-32 0,-3 0-128 0,-1 0 192 16,0 0-192-16,-1-3 144 0,0 0-144 0,0 1 128 16,-1-1-128-16,0-2 0 0,-1 3 0 0,-2-3 0 15,1 2 0-15,0-2 0 0,1 0 0 0,0-2 0 0,0 2 0 16,2-3 0-16,-1 1 0 0,3 0 0 15,-1 1 0-15,1-1 0 0,3 0 0 0,0-1 0 0,1-2 0 0,1 2 0 16,2-2 0-16,1-1 0 0,3-1 0 0,0 0 0 16,2 0 0-16,1-2 0 0,1 1 0 0,2-3 0 15,-1 1 0 1,1-1 0-16,2-2 0 0,0-1 0 0,-1-3 0 0,1 3 0 0,-1 0 0 0,-1-4 128 16,0 1-128-16,-3 0 0 0,0 0 144 0,-1 0-144 15,-1 3 160-15,-2-1-160 0,-1 2 176 0,-2 0-176 16,-2 4 192-16,-1 0-192 0,-2 2 160 0,-1 2-160 15,-4 0 128-15,-2 3-128 0,-1 1 176 0,-2 2-48 16,-1 1-128-16,0 1 192 0,0 2-192 0,0-1 0 0,0 1 0 0,2 1-11952 16,1 0-2384-1</inkml:trace>
  <inkml:trace contextRef="#ctx0" brushRef="#br0" timeOffset="-185502.54">6057 6962 10127 0,'-1'0'896'0,"0"0"-704"0,0 0-192 0,0 0 0 15,1 0 1376-15,-1 0 240 0,-1 0 48 0,0 0 16 16,-1 0 496-16,0 0 112 0,0 0 16 0,1 0 0 16,2 3-944-16,-1-3-176 0,1 3-32 0,0-1-16 15,1-2-416-15,0 2-80 0,1 0 0 0,2 1-16 16,1-3-240-16,0 2-64 0,2-2 0 0,0 0 0 16,1-2 256-16,1 0 32 0,0-1 16 0,0 1 0 0,1 0-80 0,-1-1-16 15,-1 0 0-15,0 1 0 16,-1 1-208-16,0 1-32 0,-1-1-16 0,1 1 0 0,-2 1-272 15,0-1 0-15,-2 0 0 0,1 1 0 0,-2-1 0 0,0 2 0 16,-1-1 0-16,1 1 0 16,-3 1-592-16,0-1-176 0</inkml:trace>
  <inkml:trace contextRef="#ctx0" brushRef="#br0" timeOffset="-184904.82">6417 6901 4607 0,'3'-2'400'0,"-3"1"-400"0,2 1 0 0,-1 0 0 15,0 0 1952-15,0 0 304 0,1-2 64 0,0 2 16 16,2-1 1008-16,0 0 208 0,2-3 32 0,0 3 16 15,1-3-1456-15,-2 1-288 0,2-1-64 0,-2-2-16 16,3 2-912-16,-2-3-176 0,1 2-48 0,-1-2 0 0,0 0-256 16,-1-3-48-16,1 3-16 0,-1-1 0 0,-2-1-80 0,1 1-32 31,-1-2 0-31,-1 0 0 0,-1 0-80 0,-1 1 0 0,0 2-128 0,-3 0 192 0,0 1-192 0,-2 1 0 16,0 0 0-16,-2 4 0 0,1 0 144 0,-3 1-16 15,1 0 0-15,-2 2 0 16,0 2 0-16,-1 2-128 0,0 0 192 0,1 1-64 15,3 0-128-15,0 2 0 0,0 0 0 0,0 2 0 0,1 1 0 0,0 2 0 16,2 0 0-16,-1 0 0 0,2 0 0 0,2-2 0 0,0 0 0 16,0-2 0-16,2-1 0 0,1-2 0 0,1 0 0 0,1-2 0 15,0-2 0-15,1-1 0 0,1 0 0 0,1-2 0 16,0 0 0-16,1-2 0 0,0-1 0 0,0 1 0 16,0-2 0-16,0 1 0 0,-1-2 0 0,0 1 0 15,2-2 0-15,-2 0 0 0,-1-1 0 0,0 3 0 16,-1 0 0-16,-1 2 0 0,-1-1 0 0,0 1 0 15,-1 1 0-15,-1 1 0 0,0 1 0 0,-1 1 0 16,0 1 0-16,0 0 0 0,0 1 0 0,-1 1 0 16,0 2 0-16,0-2 0 0,1 3 0 0,-1 0 0 15,0 2 0-15,1 1 0 16,-1 1 0-16,1 0 0 0,-1 2 0 0,1 1 0 0,0-1 0 0,-1 0 128 0,1 1 32 16,-2 1 0-16,0 1 0 0,0 2 0 0,-2-3-160 0,0 1 160 15,1-2-160-15,1-2 160 0,-1-3-160 0,1 1 0 16,0-2 0-16,1-1 0 15,1-2-1440-15,1-3-224 0</inkml:trace>
  <inkml:trace contextRef="#ctx0" brushRef="#br0" timeOffset="-184445.05">6740 6953 4223 0,'0'0'0'0,"-1"0"0"16,1 0 0-16,-1 0 0 0,1 0 0 0,0 0 0 16,-1-2 192-16,-1 2 32 0,0 0 16 0,0-2 16 0,1 1 1072 0,-1 1 208 15,1 0 32-15,1-2 32 0,-1 2 512 0,0 0 112 16,1-1 16-16,0 0 0 0,0 1 64 0,0 0 0 16,0-2 16-16,0 1 0 0,0 1-384 0,0 0-80 15,0-2 0-15,1 2-16 0,0 0-688 0,0-2-128 16,0 2-16-16,2-1-16 0,1 1-512 0,0-2-96 15,0 2-32-15,3-1 0 0,-1 0-128 0,1 1-32 16,1-2 0-16,-8 2 0 0,0 0-64 0,0 0 0 16,36-8-128-16,-36 8 192 0,0 0-192 0,0 0 144 0,34-4-144 0,-25 4 128 15,-2-2-128-15,0 1 0 0,-1 1 0 0,0 0 0 16,-2 0 0-16,0-2 0 0,-1 2 0 0,-1 0 0 16,-1 0 0-16,-1 0 0 0,-1 0 0 0,0 2 0 31,-1 1-928-31,0-1-112 0,0-2-32 0,1 3-15424 0</inkml:trace>
  <inkml:trace contextRef="#ctx0" brushRef="#br0" timeOffset="-183863.25">7152 6840 16575 0,'0'-3'1472'0,"0"3"-1168"0,0-2-304 0,0 1 0 0,0 1 1872 0,0-2 320 16,0 1 64-16,0-2 16 0,0 0-288 0,-1-2-48 15,1 2-16-15,0 0 0 16,0 2-944-16,0-1-192 0,0 2-32 0,0 0-16 0,-1 2-208 0,1 2-32 16,-1 2-16-16,1 1 0 15,-1 0-144-15,0 2-16 0,-1 3-16 0,-1 3 0 16,2 4-160-16,-3-1-16 0,1 2-128 0,-1 1 192 0,0-2-192 0,1 0 176 15,0 0-176-15,0-3 160 0,1-2-160 0,1-1 0 16,1-2 0-16,0 0 128 0,2-3-128 0,-1-3 0 16,1 2 0-16,1-4 0 15,0-1-656-15,1-1-64 0,1-1-16 0,-1-1-15344 0</inkml:trace>
  <inkml:trace contextRef="#ctx0" brushRef="#br0" timeOffset="-183500.53">7253 6911 5519 0,'0'-4'240'0,"0"1"64"16,0 1-304-16,0 1 0 0,0-1 0 0,0 1 0 15,0 1 2096-15,0 0 352 0,0-2 80 0,0 2 16 16,-1 0 336-16,1 0 80 16,-1 2 16-16,1 1 0 0,-1 2-1440 0,0-1-304 15,-1 4-48-15,1 1-16 0,1 1-608 0,-1 2-128 0,0 2-32 0,1 0 0 16,0 0-96-16,1 0-32 0,1-1 0 0,0-1 0 0,0-3 0 0,-2-9 0 15,0 0 0-15,0 0 0 0,0 0-112 0,0 0-32 16,34 30 0-16,-34-30 0 0,0 0-128 16,0 0 128-16,30-9-128 0,-21 2 128 0,-1 0 448 15,0-3 96-15,2 3 16 0,-3-2 0 0,0-1-304 0,-1 1-48 16,0-1-16-16,-2 3 0 0,1-2-176 0,-3 2-144 16,0-1 192-16,-2 2-192 15,-2 0 224-15,-1-1-64 0,-2 0-16 0,-1 0 0 0,-1 0 240 0,-2 0 32 0,1 2 16 16,-2 1 0-16,-1-1-176 0,1 2-48 0,1 2 0 0,0 1 0 15,1 1-208-15,1 1-192 0,1 1 48 0,1 2 0 32,1-3-944-32,2 3-192 0,0 2-48 0,3 0-15120 0</inkml:trace>
  <inkml:trace contextRef="#ctx0" brushRef="#br0" timeOffset="-183138.81">7553 6951 4607 0,'-4'0'400'0,"2"0"-400"0,1 0 0 0,0 0 0 0,1 0 1648 0,0 0 240 16,0 0 48-16,0 0 16 15,0-2 640-15,2 1 128 0,0-1 32 0,1 0 0 0,1-1-480 0,0 1-96 0,2-3 0 0,0 3-16 16,1 0-464-16,-1-1-96 16,1 1 0-16,0 2-16 0,1-2-624 0,-2 1-112 0,2 1-16 0,0 0-16 31,-8 0-512-31,0 0-112 0,0 0 0 0,0 0-16 0,41 0-176 0,-41 0 0 0,0 0 0 0,0 0 0 31,36-4-1008-31,-28 2-128 0,-8 2-16 0,0 0-14784 0</inkml:trace>
  <inkml:trace contextRef="#ctx0" brushRef="#br0" timeOffset="-182664.94">7991 6770 8287 0,'0'-2'736'0,"0"0"-592"0,0 2-144 0,0-2 0 15,0 2 1792-15,0-2 320 0,0 1 64 0,0-4 0 16,0 1 1056-16,-1-1 208 0,1 0 32 0,0 3 16 15,0 0-1520-15,0 2-304 0,0 0-64 0,0 0-16 16,0 3-704-16,-1 1-144 0,1 3-32 0,-1 2 0 16,-1 3-272-16,1 2-64 0,-1 1-16 0,0 1 0 15,0 1-192-15,0 4-32 0,0-2-128 0,-1 1 192 16,0 0-192-16,1-2 0 0,1 0 128 0,1-3-128 16,-1-1 0-16,2-2 0 0,-1-3 0 0,1-1 0 0,1-2 0 0,0-3 0 15,1-1 0-15,0 0-160 16,-1-2-1104-16,1-2-208 0,0 0-64 0,2-1-14048 0</inkml:trace>
  <inkml:trace contextRef="#ctx0" brushRef="#br0" timeOffset="-182413.68">8101 6776 6095 0,'2'-9'128'0,"0"1"16"0,0 2 16 0,-2 2 32 0,1 0-192 0,0 3 0 0,-1-1 0 0,2 0 0 16,0-3 3280-16,1-2 624 0,0 0 112 0,-1 2 16 15,1 1-896-15,-1 1-176 0,1 1-32 0,0 2-16 16,-2 2-1488-16,1 1-288 0,1 1-64 0,-1 3-16 16,0 0-480-16,0 3-80 0,-1-1-32 0,0 3 0 15,1 2-288-15,-1 3-176 0,1-1 192 0,-1 4-192 16,0-2 192-16,-1 0-64 0,0 0 0 0,0-1-128 16,0 2 192-16,-1-4-64 0,1 0 0 0,0-3-128 15,0-2 128-15,1-1-128 0,-1-2 0 0,1-1 0 0,0 0 0 16,0-1-320-16,0-2 32 0,0 1-16288 15</inkml:trace>
  <inkml:trace contextRef="#ctx0" brushRef="#br0" timeOffset="-181925.08">8378 6882 10127 0,'0'0'896'0,"0"0"-704"16,0 0-192-16,0 0 0 15,1-1 1600-15,-1 1 272 0,1-1 64 0,-1 1 16 0,2-2 272 0,-1 1 48 16,1-1 16-16,1-1 0 0,-2 3-752 0,2-2-128 15,-1 1-48-15,1 0 0 0,0-1-144 0,-1 2-16 16,2-2-16-16,0 1 0 0,0-1-352 0,2 2-64 16,0-3 0-16,-1 3-16 0,1-2-272 0,1 2-48 15,1 0-16-15,-1-2 0 0,1 2-256 0,1-2-160 16,-2 1 192-16,0 1-192 16,-7 0 0-16,0 0 0 0,0 0 0 0,0 0 0 15,0 0 0-15,37 0 0 0,-33 1 0 0,0 1 0 16,-1-2-432-16,0 2-144 0,-3-2-16 0,2 2-16160 0</inkml:trace>
  <inkml:trace contextRef="#ctx0" brushRef="#br0" timeOffset="-181531.25">8766 6726 12895 0,'-1'-2'1152'0,"1"1"-928"16,0 1-224-16,0 0 0 0,1 0 992 0,-1 0 160 15,0 0 16-15,1 0 16 0,-1 0 704 0,0 0 144 0,1 3 16 0,-1-1 16 16,1 0-592-16,-1 3-112 16,1 0-16-16,-1 2-16 0,1 0-512 0,-1 0-112 0,-1 2 0 15,1 1-16-15,-1 2-112 0,0 0-32 16,0 0 0-16,-1 2 0 0,1-1-64 0,-1 0-16 0,0 1 0 16,0 1 0-16,1-2-160 0,-1 2-48 15,0-3 0-15,0 2 0 0,1-2-256 0,1-3 0 0,0-1 0 16,0-2 0-16,0-1 0 0,1 0 0 0,1-3 0 0,0-2-10720 15,0 0-2208-15</inkml:trace>
  <inkml:trace contextRef="#ctx0" brushRef="#br0" timeOffset="-180996.36">8892 6724 11967 0,'-1'-3'528'0,"1"1"112"0,0 1-512 0,0 1-128 15,0 0 0-15,0 0 0 0,0 0 2752 0,1-2 528 16,2 2 112-16,0-1 0 0,0 0-416 0,1 1-96 16,3-3 0-1,-1 1-16-15,0 0-1792 0,2 1-368 0,0-2-64 0,1 2 0 0,0-1-448 0,0 0-192 32,1 1 160-32,0-1-160 0,-10 2 0 0,0 0 0 0,0 0 0 0,0 0 0 0,37 8 0 0,-33-5 0 15,0 0 0-15,0-1 0 0,-2 2 0 0,-1-1 0 16,0 2 0-16,0-2 0 0,-2 1 0 0,0-2 0 15,0 4 0-15,-2-2 0 0,-1 1-192 0,0 0 64 16,-2-1 128-16,0 1-208 0,0 1 80 0,-2 0 128 0,-1 0-208 0,-1 2 80 16,1-3-176-16,-1 2-16 0,-1 0-16 0,1 0 0 15,2 0-16-15,-2-1 0 0,4 0 0 0,0-1 0 32,0 0 352-32,1-1 0 0,2 1 0 0,0-2 0 0,1-1 0 0,0-2 0 0,2 2 0 0,0-2 0 15,1 0 0-15,1-2 0 0,0 0 144 0,1-1-144 16,1 1 640-16,2-3 64 0,0 3 16 0,1-2 0 0,0 1-128 0,1 0-16 15,1 1-16-15,0 2 0 0,-9 0-336 0,0 0-64 16,0 0-16-16,38 2 0 0,-38-2-144 0,0 0 0 16,0 0 0-16,38 24 0 0,-38-24 0 0,0 0 0 15,0 0 0-15,28 38 0 0,-28-38 0 0,0 0 0 16,11 31 0-16,-11-22 0 0,0-9 0 0,-2 19 0 16,-1-12 0-16,-2 1 128 15,-1-2 16-15,0-1 0 16,-1 0 0-16,-1-3 0 0,-2 1 48 0,-2-1 16 15,-2-1 0-15,1-1 0 0,-1 0-64 0,1-1-16 16,1-1 0-16,0 0 0 0,1 1-128 0,1-1 0 16,2 2 0-16,0-2 0 15,1 0-288-15,2 2-144 0,0 0-16 0,3 2-17280 0</inkml:trace>
  <inkml:trace contextRef="#ctx0" brushRef="#br0" timeOffset="-180584.77">9239 6828 11055 0,'-3'0'976'0,"1"0"-784"16,1 0-192-16,0 0 0 0,1 0 1104 0,-1 0 176 16,1 0 48-16,0-2 0 0,0 2 1232 0,-1-1 240 15,1 1 48-15,1-2 16 0,0 2-1104 0,1-3-224 16,1 1-32-16,1 1-16 0,0 0-400 0,2-1-96 15,1 1-16-15,1-1 0 0,0 0-400 0,0 1-96 0,2-1-16 0,-1 1 0 16,0 0-144-16,1-1-48 0,-10 2 0 0,0 0 0 16,0 0-144-16,33-3-128 0,-25 1 144 0,0 1-144 15,-1-1 128-15,0 0-128 0,-1 2 0 0,1-2 0 16,-2-1 0-16,1 1 0 0,-2 2 0 0,1-3-11232 16,-1 3-2272-1</inkml:trace>
  <inkml:trace contextRef="#ctx0" brushRef="#br0" timeOffset="-180239.25">9659 6631 7359 0,'0'-5'320'0,"2"0"80"0,0 1-400 0,0 1 0 16,-1 2 0-16,-1 0 0 0,0-1 2832 0,2-1 496 16,1-2 80-16,0 1 32 0,1-3-496 0,-2 4-80 15,0 1-32-15,0-1 0 0,0 3-1360 0,-2 0-256 0,1 3-64 0,-1-2-16 16,0 2-544-16,-1 0-96 16,1 2-32-16,-1-1 0 0,1 1-224 0,-1 0-48 15,0 2-16-15,0 0 0 0,0 0-176 0,-1 2 160 0,1 1-160 0,0 2 160 16,-2 2-16-16,-1 1 0 0,0 2 0 0,2 1 0 15,-1-2 32-15,0 2 0 0,0 2 0 0,1 0 0 16,1-4-176-16,0 1 0 0,2 0 144 0,0-3-144 16,-1-14 0-16,3 24 0 0,-3-24 0 0,0 0-11280 15,0 0-2176-15</inkml:trace>
  <inkml:trace contextRef="#ctx0" brushRef="#br0" timeOffset="-179846.75">9807 6662 11455 0,'2'-3'256'0,"-1"-1"48"0,0 3 16 0,0-1 0 0,0 2-320 0,-1 0 0 16,1 0 0-16,0-1 0 0,0 0 3264 0,1-2 608 15,-1 3 112-15,0-2 32 0,0 2-1552 0,-1 0-304 16,0 0-64-16,0 2-16 0,-1 1-1056 0,0-1-192 15,-1 3-64-15,-1 2 0 0,0-2-304 0,0 3-64 16,-1 3-16-16,0-1 0 0,0 1-192 0,1 1-64 16,-1 0 0-16,2-1 0 0,0-3-128 0,0 1 0 0,1 0 0 0,1 1 128 15,1-2-128-15,0-2 0 0,1 2 0 16,1-4 128-16,-3-4-128 0,0 0 0 0,0 0 0 0,0 0 0 16,0 0 0-16,0 0 0 0,43 11 0 0,-34-12 0 15,-9 1 0-15,0 0 0 0,31-5 0 0,-19 2 0 16,0 1 0-16,0-2 128 0,-1 1-128 0,0-1 0 15,-1 1 0-15,0-1 0 0,0 1 0 0,-1-2 0 32,-2 4-368-32,0-2-96 0,-2 0-32 0,1 1 0 15,-2 1-928-15,1-1-192 0,-2 0-48 0,0 2-12928 0</inkml:trace>
  <inkml:trace contextRef="#ctx0" brushRef="#br0" timeOffset="-179657.8">9955 6612 16575 0,'-2'-2'736'0,"0"0"160"0,0 1-720 0,1 1-176 16,0 0 0-16,1 1 0 0,-1 1 2448 0,-1 2 464 15,-1 1 96-15,-1 2 0 0,1 6-1008 0,-1 0-208 16,1 3-32-16,0 1-16 0,0 1-1024 0,1 0-208 16,0-1-32-16,-1-1-16 0,1 5-192 0,0 0-32 15,0 1-16-15,1 0 0 0,0-3-224 0,1-1 0 16,0 0 0-16,0-5 0 15,1-1-896-15,0 0-160 0</inkml:trace>
  <inkml:trace contextRef="#ctx0" brushRef="#br0" timeOffset="-179201.95">10263 6586 17503 0,'0'-7'768'0,"1"3"176"16,0 1-752-16,-1 0-192 0,1-1 0 0,-1 3 0 0,0-1 1600 0,1 0 272 0,1-1 64 0,0-4 16 16,0 3 224-16,0 1 64 0,0 0 0 0,-1 3 0 15,0 0-928-15,-1 3-176 0,1 0-48 0,-1 3 0 16,1 2-528-16,0 1-112 0,-1 0-32 0,0 3 0 15,0 0-208-15,0 2-32 0,-1 1-16 0,0 1 0 16,0-1 0-16,0 1 0 0,0 3 0 0,-1 0 0 16,-1 5 16-16,1-2 0 0,0 1 0 0,1 0 0 15,0 1-176-15,0 0 128 0,0 0-128 0,1-3 128 16,0 0-128-16,0-21 0 0,3 36 0 0,-3-36 0 16,6 26-544-16,-6-26-144 15</inkml:trace>
  <inkml:trace contextRef="#ctx0" brushRef="#br0" timeOffset="-177972.65">10527 6700 8287 0,'-5'0'736'0,"2"0"-592"15,0 0-144-15,1 0 0 0,1 0 1072 0,0 0 176 16,1 2 32-16,-1-2 16 0,-1 0 976 0,1 0 192 16,0 0 32-16,1 0 16 0,2 0-208 0,0-2-64 15,2 0 0-15,1 1 0 0,0-1-592 0,2-1-128 16,1 1-32-16,1 2 0 0,-9 0-592 0,0 0-112 15,33-2-16-15,-33 2-16 0,0 0-368 0,30-2-80 16,-30 2-16-16,0 0 0 0,0 0-288 0,37 2 0 16,-28 0 0-16,-1-2 0 0,-1 0 0 0,-2 0 0 0,1 0-176 0,-1 0 176 31,0 0-1312-31,-1 2-160 0,0-2-16 0,-1 0-14256 16</inkml:trace>
  <inkml:trace contextRef="#ctx0" brushRef="#br0" timeOffset="-177706.53">10566 6799 13823 0,'-3'-2'608'0,"1"1"128"0,1 1-592 0,1-1-144 15,-1 1 0-15,1 0 0 0,0 0 1936 0,0-1 368 16,0 1 64-16,0-2 0 0,0 2-80 0,1 0-32 15,-1-2 0-15,2 0 0 0,1 1-672 0,1 1-144 16,0 0-32-16,1 0 0 0,1 0-592 0,0 0-128 16,-6 0-32-16,0 0 0 15,0 0-256-15,34 0-48 0,-26 1-16 0,1-2 0 0,1 1-336 0,1 0 0 16,-11 0 0-16,0 0 0 0,32-2 0 0,-23 2 0 0,1-2 0 0,-1 2-11616 16,-1-1-2272-16</inkml:trace>
  <inkml:trace contextRef="#ctx0" brushRef="#br0" timeOffset="-177013.3">11372 6438 11967 0,'3'-4'1072'0,"-2"-1"-864"0,1 0-208 0,-2 3 0 16,1 0 576-16,-1 2 64 0,0-2 0 0,0-1 16 15,1 0 1312-15,0 0 256 0,-1-2 48 0,0 2 16 16,-1 0-576-16,0 1-112 0,0 2-32 0,-2 0 0 15,0 2-608-15,-1-1-112 16,0 3-16-16,-2 2-16 0,0 0-400 0,-1 1-80 0,0 3-16 0,-3 2 0 16,1 2-16-16,-2 2-16 0,-1 6 0 0,-1 1 0 15,-1 2-112-15,-1 3-32 0,0 0 0 0,0-2 0 16,2 2 0-16,-1 1 0 0,0 0 0 16,0 1 0-16,0 1-144 0,2 1 160 0,2-3-160 0,1-2 160 0,4-4-160 0,2-6 0 15,3-2 0-15,0-15 0 0,0 0 0 0,0 0 0 16,0 0 0-16,0 0 0 15,0 0 0-15,40 23 0 0,-30-28 0 0,-1 1 0 0,2-4 528 0,-1 1 80 16,0-2 16 0,1-1 0-16,1 1-192 0,0-3-48 0,0 0 0 0,-2 1 0 0,0 1-384 0,-2 0 128 15,0-1-128-15,-1 1 0 0,-1 1 0 0,-2 1 0 0,0-1 0 16,-2 2 0-16,-1 0 0 0,-1 2 0 16,-2-2 0-16,-1 2 0 0,-2-2 0 0,-1 2 0 15,-2-1 128-15,0 1-128 0,-2 2 0 0,0-2 0 0,-1 3 0 0,-2-1 0 16,3 3 0-16,-1-2 0 0,2 2 0 0,0 0 0 15,1 0 0-15,2 0 0 0,-1 0-144 0,3 2 144 32,1-1-704-32,1 1-48 0,1 0 0 0,2-2-15472 0</inkml:trace>
  <inkml:trace contextRef="#ctx0" brushRef="#br0" timeOffset="-176555.84">11585 6621 7359 0,'5'-7'320'0,"-2"3"80"0,-1-2-400 0,0 4 0 16,-1 1 0-16,-1 0 0 0,0 1 2048 0,1-2 320 16,0-1 64-16,0-2 0 0,-2 3 592 0,0 1 112 15,-2 2 32-15,0 1 0 0,-2 1-1488 0,-1 2-288 16,1 1-64-16,-3 2-16 0,1-1-512 0,-1 2-96 15,0 1-32-15,1-3 0 0,0 2-144 0,2-1-16 16,0 1-16-16,1-2 0 0,2 1-240 0,0-2-64 16,2 0 0-16,1-1 0 0,1-1-192 0,0 0 0 15,3 0 0-15,-5-4 0 0,0 0 0 0,0 0 0 16,0 0 0-16,0 0 0 0,47 26 0 0,-47-26 0 0,0 0 0 0,0 0 0 16,38 25 0-16,-38-25 0 0,0 0 0 0,0 0 0 15,42 33 0-15,-42-33 0 0,0 0 0 0,0 0 0 16,37 33 0-16,-37-33-128 0,0 0 128 0,0 0 0 15,0 0 0-15,35 31 0 0,-35-31 0 0,0 0 0 16,0 0 0-16,0 0 0 0,0 0 0 0,0 0 0 0,0 0 0 16,0 0 0-16,0 0 128 0,0 27-128 0,-8-23 0 15,-3 0 144-15,-3 0-144 0,-1 1 128 0,2-1 64 0,-3 1 16 16,-1-1 0-16,-2-1 0 0,2 1-80 0,-2-1 0 16,1-1-128-16,0-1 192 0,0 0-64 0,2-2 0 15,-1 0-128-15,1-4 192 0,0 0-192 0,3-2 0 16,0-1 0-16,2-1-11568 15,2-2-2272-15</inkml:trace>
  <inkml:trace contextRef="#ctx0" brushRef="#br0" timeOffset="-176335.51">11512 6628 19343 0,'3'-4'848'0,"0"1"192"0,0-1-832 0,0 3-208 0,0-1 0 0,0 1 0 15,1 1 2240-15,4-3 384 0,5 0 96 0,6-2 16 16,5 1-880-16,3 1-160 0,2 1-32 0,1 0-16 16,0 2-784-16,-30 0-160 0,55 2-16 0,-55-2-16 15,47 2-400-15,-47-2-80 0,41 1 0 0,-41-1-16 16,33 2-416-16,-33-2-80 0</inkml:trace>
  <inkml:trace contextRef="#ctx0" brushRef="#br0" timeOffset="-102292.14">2885 7878 3679 0,'-5'0'320'0,"1"0"-320"0,0 0 0 0,1 0 0 0,2 0 864 0,0 0 96 16,0 0 32-16,-1 0 0 15,-2 1 672-15,0-1 144 0,0 1 32 0,-1-1 0 0,2 2 48 0,1-2 16 16,0 3 0-16,1-1 0 0,0-2-320 0,1 3-64 16,1-3-16-16,1 2 0 0,0-2-320 0,2 2-64 15,0-2-16-15,1 1 0 0,-5-1-256 0,0 0-48 16,0 0-16-16,34-1 0 0,-34 1-400 0,0 0-64 0,30-6-32 0,-30 6 0 16,25-6-160-16,-12 2-128 0,-13 4 144 15,27-10-144-15,-14 6 0 0,-1-1 128 0,0 0-128 0,0-1 0 16,-2 0 0-16,-2 2 0 0,0-1 0 0,-2 2 0 15,-1 1-256-15,-2 0 0 0,-2 0 0 0,-1 2 0 16,-2 2-1216 0,-1-2-224-16,-2 2-48 0,-1 1-16 0,-1 1-912 15,-1 1-176-15,-2-1-32 0,-1 2-16 0,1-2 992 0,0 3 208 0,2-2 32 0,-1-2 16 0,2 2 1072 16,0-1 224-16,2-2 32 0,0 1 16 0,1 1 704 0,1-3 144 16,0 1 32-16,1-1 0 0,0 0 640 0,1-1 144 31,0 2 32-31,1-2 0 0,-1 0-48 0,1 0 0 0,0 0 0 0,0 0 0 0,0 3-224 0,0-1-48 31,0 3-16-31,0-1 0 0,0 4-96 0,-1 2-32 16,1 4 0-16,-1 1 0 0,0 3-288 0,0 3-48 15,-1 4-16-15,1 0 0 0,-1 2-192 0,1-2-32 16,-1 0-16-16,1 0 0 0,0-4-96 0,1-2-32 16,0 1 0-16,1-3 0 0,-1-2-208 0,1-3 176 0,-1-12-176 15,0 0 160-15,9 28-160 0,-9-28-144 0,0 0 144 0,0 0-208 31,0 0-1120-31,0 0-208 0,0 0-64 0,0 0-11232 0</inkml:trace>
  <inkml:trace contextRef="#ctx0" brushRef="#br0" timeOffset="-102101.31">2941 8199 4607 0,'-5'-5'192'0,"2"2"64"0,1-2-256 0,0 4 0 0,1 0 0 0,1-1 0 16,0 1 1792-16,0-3 320 0,0 0 64 0,0-2 16 15,2-1 816-15,0 2 144 0,3-2 48 0,0 0 0 16,1 1-768-16,1 0-160 0,1 1-32 0,0-1 0 15,2 0-1104-15,-1 2-240 0,1-1-32 0,-1-2-16 16,3 2-496-16,-12 5-96 0,22-9-32 0,-13 4 0 0,-9 5-224 0,0 0 0 16,25-7 0-16,-18 3 0 0,-2 3 0 0,0-1 0 15,-1 0 0-15,1 2-160 16,-1-1-1008-16,-1 1-208 0</inkml:trace>
  <inkml:trace contextRef="#ctx0" brushRef="#br0" timeOffset="-101737.74">3170 8124 11055 0,'-3'1'480'0,"1"-1"112"0,1 0-464 0,0-1-128 0,1 1 0 0,0-2 0 16,0 2 1808-16,0-2 352 0,1-3 64 0,1 0 16 16,1-2-128-16,1 0-32 0,1-3 0 0,1 1 0 15,0 2-752-15,1-2-160 0,0 4-16 0,1-3-16 16,0 2-336-16,-1 3-64 0,1-2-16 0,-8 5 0 15,0 0-256-15,0 0-48 0,0 0-16 0,0 0 0 16,41 15-400-16,-41-15 0 0,0 0 128 0,14 33-128 16,-14-33 0-16,4 26 0 0,-3-12 0 0,0 2 0 15,-1-3-192-15,-1 1 48 0,0-3 0 0,0 1 0 0,-1-1-32 0,1-2 0 16,0-2 0-16,-1 0 0 0,1-3 176 0,-1-1 0 16,1-1 0-16,0-2 0 0,1-2 0 0,0-1 192 15,0-3-64-15,1-2 0 0,1-1 400 0,1-1 96 16,0-2 16-16,1-2 0 0,2 0-208 0,-1-1-48 15,2-1 0-15,-1 2 0 0,2-2-240 16,-1 1-144-16,1-1 160 0,0 3-160 0,0 0 0 0,1 3 0 16,-1-1 0-16,0 3 0 0,0 1-256 0,0 2-80 15,-1 0-32-15,1 1-10640 16,-8 4-2112-16</inkml:trace>
  <inkml:trace contextRef="#ctx0" brushRef="#br0" timeOffset="-100856.96">3515 8046 9087 0,'1'0'192'0,"-1"0"64"0,1 0 0 0,-1 0 0 0,0 0-256 0,0 0 0 0,0 2 0 0,0-2 0 15,0 1 2512-15,0 1 464 0,0 3 96 0,-1-1 0 16,1 2-640-16,-1 0-128 16,0 4-16-16,0-1-16 0,1-1-976 0,0 1-192 15,1 0-32-15,1-2-16 0,0 1-368 0,-2-8-80 0,0 0-16 0,0 0 0 16,0 0-336-16,0 0-64 0,0 0 0 0,0 0-16 0,39 18-176 0,-34-21 0 15,2-2 0-15,-1-1 128 0,0 0 0 0,-1-2-128 16,1 1 192-16,-1 0-64 16,-1-2-128-16,0 1 0 15,-1-1 0-15,-2-1 0 0,0 3 0 0,-2-1 0 0,-1 0 0 0,-1 1 0 0,-1 0 0 0,0 2 0 16,-2 0 0-16,0 0 0 0,-1 1 0 0,0 1 128 16,-1 0-128-16,1 1 0 0,-1 2 0 0,0 0 128 15,1 2-128-15,-2 3 0 0,3 0 208 0,-2 2-32 0,3 0-16 16,-1 1 0-16,2-1 32 0,-1 1 0 15,2 0 0-15,0-2 0 0,2 0-192 0,1-1 160 16,1-3-160-16,0 0 160 0,1-1-160 0,1-2 128 0,2 1-128 0,-1-2 128 16,2-2-128-16,-1-1 128 0,3 0-128 0,-1-2 128 15,2 1 0-15,0-2 0 0,0 1 0 0,0-1 0 16,1 2-128-16,0-2 0 0,1 1 0 0,1 0 0 16,0-3 0-16,0 3 0 0,-1 2 0 0,0-1 0 15,-11 6 0-15,22-8 0 0,-22 8 0 0,0 0 0 16,0 0 0-16,34-2 0 0,-34 2 0 0,0 0 0 15,0 0 0-15,0 0 0 0,0 0 0 0,25 33 0 16,-24-24 0-16,-2 0 0 0,1 2 0 0,-2-2 0 0,0 1 128 16,0 1-128-16,1-1 0 0,-1-2 128 0,0 0 32 0,-1-2 0 15,1 0 0-15,0-3 0 0,1 0-160 0,0-1 160 16,0-2-160-16,1 0 160 0,0 0-160 0,0-3 192 16,1 1-192-16,0-3 192 15,0 0-192-15,2-2 192 0,1 0-192 0,0 0 192 0,0-3-192 0,2 1 0 16,0 0 0-16,1-1 0 0,-1 0 0 0,2 1 0 15,-1 0 0-15,1 1 0 0,-2 1 0 0,2 0 0 16,0-2-144-16,0 4 144 0,-1 0 0 0,-2 0 0 16,1 3-128-16,-2 0 128 15,1 2 0-15,-1 0 0 0,-1 1 0 0,0 2 0 0,-1 2 0 0,-2 0 0 16,1 5 0-16,-1-1 0 0,0 3 0 0,-1 0 0 0,0 2 0 0,-1-2 0 31,0 2 0-31,0 0 0 0,0-1 0 0,0 0 0 0,0-3 0 0,2-3 0 0,0 0 0 0,-1-2 0 16,2-3 0-16,0 0 0 0,2-2 0 0,-1-2 0 15,0 0 0-15,2-1 0 0,1-4 0 0,0 0 0 16,1-2 0-16,0-3 0 16,2-2 0-16,0 0-160 15,-1 2-496-15,1-2-112 0,-1 1 0 0,2 0-16 0,-1 0-96 0,1 0-16 0,-1 1 0 0,0-1 0 16,0 2 464-16,-1-1 96 0,0 1 16 0,1 2 0 16,-2 3 320-16,-1 3 0 0,0-1 0 0,-2 3 0 15,0 2 0-15,-1 3 0 0,0 2 0 0,-1 3 128 0,-1 0 416 16,0 1 80-16,0 3 16 0,-1 0 0 0,0 1-160 0,0 0-32 15,0 1 0-15,0-1 0 16,0 0-208-16,0-2-48 0,0-1-16 0,1-1 0 0,0-1 32 0,1-1 16 16,0-2 0-16,0-1 0 0,1-2-224 0,-1-1 0 15,2 0 0-15,-1-2-16896 16</inkml:trace>
  <inkml:trace contextRef="#ctx0" brushRef="#br0" timeOffset="-100557.38">4245 7972 16575 0,'-3'6'736'0,"0"-4"160"0,1 0-720 0,0 0-176 0,2 1 0 0,0-3 0 16,0 0 2496-16,0 2 480 0,0 1 96 0,0-1 0 15,4 0-944-15,1-1-192 0,1-2-32 0,-6 1-16 16,0 0-1104-16,28-7-208 0,-17 2-64 0,2 1 0 16,0-3-224-16,0 2-48 0,1-2-16 0,-1 0 0 15,0 2-224-15,-1-1 0 0,-3 3 0 0,1-2 0 16,-3 0 0-16,1 3-240 0,-1-1 48 0,-1 1 16 16,-2-1-976-16,-1 3-192 0,0-2-32 0,-2 2-16 15,-1 0-1104-15,-1 0-208 0,-1 2-48 0,-1-2-4928 16,-1 0-960-16</inkml:trace>
  <inkml:trace contextRef="#ctx0" brushRef="#br0" timeOffset="-100385.02">4380 7852 1839 0,'-1'-4'160'0,"1"3"-160"16,0 1 0-16,0 0 0 0,-1-2 1776 0,0-3 320 15,0-2 64-15,-1-2 16 0,-1 3 1008 0,0 2 208 16,0 4 32-16,0 4 16 0,0 4-1008 0,0 4-192 16,-1 2-32-16,1 2-16 0,0 3-1040 0,-1 2-192 15,0 1-64-15,2 2 0 0,-2 0-576 0,1-3-128 16,0-2-32-16,1-2 0 0,1 1 160 0,0-6 48 15,2 0 0-15,-1-12 0 0,0 0-144 0,0 0-32 16,0 0 0-16,0 0 0 0,0 0-464 0,0 0-112 0,0 0 0 0,39 21-15120 16</inkml:trace>
  <inkml:trace contextRef="#ctx0" brushRef="#br0" timeOffset="-99507.97">4612 7982 9215 0,'4'-2'816'0,"-1"0"-656"0,0 0-160 0,-2 1 0 16,-1 1 2368-16,2-3 448 0,1 1 96 0,1-4 16 16,3-2 192-16,-2-1 32 0,2 0 16 0,-3 1 0 0,-1-1-1584 0,0 2-320 15,-1-1-64-15,-2 1-16 0,0 0-432 0,-2 0-96 16,0 0-16-16,-2 0 0 16,-1 2-320-16,-1-2-80 0,0 2-16 0,-1 3 0 0,-1 0-224 0,-1 2 0 15,0 2 128-15,-1 0-128 0,3 3 0 0,-1 2 128 16,-1 0-128-16,0 2 0 0,0 1 0 0,-1 4 0 15,2 0 0-15,2-1 0 0,-1 3-144 0,2-1 144 16,2 1 0-16,1-2-144 0,1 0 144 0,2-2 0 16,-1-12 0-16,0 0 0 0,0 0 0 0,0 0 0 0,22 33 0 15,-22-33 0-15,0 0 0 0,0 0 0 0,34-9 0 16,-24 2 0-16,-1 2 0 0,-1-5 0 0,2 2 0 0,-1 0 0 16,-1-2 0-16,-1 1 0 0,-1 2 0 0,0-3-128 15,-2 3 128-15,0 0-128 0,0 0 128 0,-1 1-128 16,-2 0 128-16,1 1 0 0,-1 1 0 0,0 1 0 15,-1 1 0-15,0 2 0 0,-1-2 0 0,1 4 0 16,0 0 0-16,0 1 0 0,-1 2 0 0,1 2 0 16,0-1 0-16,0 3 0 0,1-1 0 0,0 1 128 15,1 1-128-15,0-2 176 0,-2-8-176 0,0 0 192 16,0 0-192-16,0 0 0 0,0 0 144 0,0 0-144 16,0 0 0-16,39 23 0 0,-33-28 0 0,1 1 0 0,0-4 0 15,1-1 0-15,-1-3 0 0,1 0 0 16,1-2-560-1,0-2-16-15,-1 0-16 0,1-1 0 0,0 0-1136 16,-2 2-240-16,1-1-32 0,-2 2-16 0,1-1 416 0,-3 1 64 0,1 0 32 0,-1 0 0 0,0-1 1104 0,-3 1 208 16,2 0 64-16,-2-3 0 0,-1 3 784 0,1 0 176 15,-1 3 16-15,0 3 16 0,-1-1 768 0,1 5 160 16,1 3 16-16,-1 1 16 0,0 0-272 0,0 2-48 16,-1 5-16-16,1 0 0 0,-1 5-784 0,0 0-144 15,-1 4-48-15,1-1 0 0,0 2-304 0,-1-1-64 16,1 0-16-16,-1 2 0 0,-1 2-128 0,1 2 160 15,0-3-160-15,0 2 160 0,-1 3-160 0,-1-2 192 0,2-2-192 0,0 2 192 16,1-5-192-16,0-1 0 0,1-2 0 0,0-4 0 16,1-1 0-16,0-3 0 0,-1-6 0 0,0 0 0 15,0 0 0-15,0 0 0 0,0 0-176 0,0 0 176 32,0 0-624-32,17-8-32 0,-14 1-16 0,0 0 0 15,0-1-1056-15,0 0-192 0,0-1-64 0,0 0 0 0,1 0 320 16,-1 0 48-16,2 1 16 0,-1 1 0 0,0 0 976 0,1 0 208 0,-1 2 32 0,1-2 16 15,0 2 368-15,-1 2 192 0,2 0-32 0,-1-2 0 16,0 2 480-16,1 1 80 0,-6 2 32 0,0 0 0 0,0 0 96 0,0 0 32 16,0 0 0-16,33 0 0 0,-33 0-240 15,0 0-32-15,0 0-16 0,0 0 0 0,0 0-288 0,0 0-64 16,20 29-16-16,-22-22 0 0,0-1 48 0,-3 0 16 16,1 1 0-16,-3 2 0 0,1-2 48 0,-2 0 16 15,0 0 0-15,0 0 0 0,-1 1-112 0,1-4-32 16,-1 2 0-16,3-1 0 0,-1-2-208 0,2-2 144 15,0 1-144-15,1-2 128 0,0-2-128 0,2-1-256 16,1 1 64-16,1-3 16 16,1 0-1808-1,1 1-384-15</inkml:trace>
  <inkml:trace contextRef="#ctx0" brushRef="#br0" timeOffset="-99103.09">5033 7899 9215 0,'0'0'400'0,"0"0"96"0,0 1-496 0,-1 1 0 0,1-2 0 0,0 2 0 15,-1-2 2784-15,1 2 464 0,0 0 80 0,1 2 32 16,0 0-352-16,2 0-80 0,0-1-16 0,1-1 0 16,1-2-1472-16,0 0-288 0,2-2-64 0,0-1-16 15,0 1-432-15,0-2-64 0,2-2-32 0,-2 2 0 16,0-3-272-16,1 1-48 15,-2-2-16-15,1 3 0 0,-2-2-208 0,0 0 0 0,-1 0 0 0,-2 2 0 0,0-2 0 0,-2 2 0 16,0 0 0-16,-2 0 0 0,-1 2 0 0,-1-1-160 16,0 0 160-16,0 1-192 0,-2 1-160 0,0 0-32 15,0 2-16-15,0 0 0 0,0 0 64 0,0 2 16 16,1 2 0-16,-1 2 0 0,2 0 64 0,-1 2 32 16,1 1 0-16,-1 0 0 15,0 1 224-15,1 2 0 0,0 0 0 0,0 0 0 16,0 2 0-16,2-2 0 0,0 0 160 0,0 0-160 0,2-1 368 0,0-1-16 0,1-1 0 0,1-1 0 15,-2-8 128-15,0 0 32 0,0 0 0 16,0 0 0-16,0 0-288 0,0 0-48 0,0 0-16 0,43 14 0 16,-34-19-160-1,1-1 0-15,0 0-192 0,1-3 192 16,0 1-2032-16,1-1-272 0</inkml:trace>
  <inkml:trace contextRef="#ctx0" brushRef="#br0" timeOffset="-98706.39">5341 7636 4607 0,'0'-5'192'0,"0"0"64"0,0 1-256 0,0 2 0 15,0-1 0-15,0 3 0 0,-1 0 2400 0,1-2 432 16,0 0 96-16,-1 1 16 0,-1 0 576 0,0 2 112 16,1 1 16-16,-2 4 16 0,0 0-1392 0,0 4-288 15,0 4-48-15,0 1-16 0,0 6-1024 0,-1 0-192 16,1 1-64-16,-2 1 0 15,0 1-336-15,1-2-80 0,-2 1-16 0,1 0 0 0,2 1 16 0,-2-2 0 0,2 0 0 0,0-2 0 16,2-3-96-16,1 0-128 0,0-17 176 0,2 26-176 16,-2-26 0-16,0 0 0 0,0 0 0 0,19 30 0 15,-19-30 0-15,0 0 0 0,0 0 0 0,0 0 0 32,42 1-832-32,-32-6-80 0,0-2-16 0,1 0-15600 0</inkml:trace>
  <inkml:trace contextRef="#ctx0" brushRef="#br0" timeOffset="-97960.08">5781 7731 1839 0,'0'0'160'0,"0"-2"-160"0,0 1 0 0,0 1 0 15,0 0 512-15,-1 0 64 0,1-2 0 0,-1 1 16 16,0-2 256-16,1 0 48 16,-1 0 16-16,1 0 0 0,-1 0 560 0,1 0 96 0,0-1 32 0,0 1 0 15,0-1 576-15,0 1 128 0,0 0 32 0,0 1 0 16,0 0-32-16,0 0-16 0,-1 2 0 0,1 0 0 15,0 0-432-15,0 2-96 0,-1 2-16 0,0 2 0 16,0 3-688-16,0 3-144 0,-1 4-16 0,1 1-16 16,-1-1-528-16,-1 4-96 0,-1 3-32 0,1-2 0 0,-1 2-224 0,-1-3 0 15,1 1 0-15,1-3 0 0,-1 0 0 0,1-2 0 16,1-3 0-16,1-1 0 0,1-1-144 0,0-3-128 16,2-4-32-16,-2-4-17168 15</inkml:trace>
  <inkml:trace contextRef="#ctx0" brushRef="#br0" timeOffset="-96301.95">6110 7981 8287 0,'1'-1'736'16,"0"-1"-592"-16,0-1-144 0,0 3 0 15,-1 0 1040-15,0-2 176 0,1 1 48 0,1-1 0 16,1 0 1328-16,-1 2 272 0,0-2 48 0,0 2 16 16,-2 0-688-16,0 2-144 0,0 0-32 0,0 0 0 15,0 2-832-15,-2 0-160 0,0 0-48 0,0 1 0 16,-1-1-448-16,0 2-80 0,-1-1-32 0,-1-1 0 16,1 2-224-16,-1 0-48 0,0-1-16 0,1 2 0 0,-2-3-176 0,2 2 0 15,1-2 0-15,-1-2 0 16,2 1-576-16,0-1-112 0,3-2-16 0,0-2-14912 15</inkml:trace>
  <inkml:trace contextRef="#ctx0" brushRef="#br0" timeOffset="-95975.55">6632 7690 6623 0,'8'-6'128'0,"-3"-1"48"0,0 4 0 0,-3-1 16 0,0 3-192 0,-1-1 0 0,0 2 0 0,0-3 0 15,2 1 1808-15,0-2 320 0,-1 1 64 0,0 0 16 16,-1 3 0-16,0-2 0 0,-2 4 0 0,1-2 0 16,-1 3-416-16,0-1-96 0,-1 2-16 0,1-1 0 0,-2 3-400 0,1-2-64 15,-1 3-32-15,0 0 0 16,1 4-416-16,0 0-64 0,-1 1-32 0,1 2 0 15,0 1-288-15,1 1-64 0,-1 3-16 0,1-1 0 16,1 2-304-16,-1 0 0 0,0-3 128 0,0 1-128 0,2 0 0 0,-1-3 0 16,1-1 0-16,-1-14 0 0,0 0 0 0,5 30 0 15,-5-30-176-15,0 0 176 0,0 0-272 0,0 0 48 16,0 0 16-16,0 0-15648 16</inkml:trace>
  <inkml:trace contextRef="#ctx0" brushRef="#br0" timeOffset="-95769.95">6525 7831 20271 0,'2'2'896'0,"-1"-2"192"0,0 0-880 0,1 0-208 0,0 0 0 0,0 0 0 16,-1 2 1856-16,4-2 320 0,-5 0 64 0,0 0 0 16,0 0-256-16,46-4-64 0,-46 4-16 0,33-5 0 15,-33 5-768-15,34-11-160 0,-34 11-16 0,35-11-16 16,-35 11-512-16,34-9-112 0,-34 9 0 0,31-9-16 15,-31 9-304-15,30-8 0 0,-30 8 0 0,28-9-11744 16,-28 9-2368-16</inkml:trace>
  <inkml:trace contextRef="#ctx0" brushRef="#br0" timeOffset="-95170.41">6911 7524 14735 0,'-1'0'1312'0,"0"0"-1056"15,0 1-256-15,0 1 0 0,0 0 1600 0,1 1 272 16,-3-1 48-16,-1 5 16 0,-1 3 832 0,0 4 176 16,-2 3 16-16,1 1 16 0,0 2-1280 0,0-1-256 15,0 4-48-15,2 2-16 0,0 0-544 0,-1-1-128 16,1-3 0-16,0 2-16 0,1-3-352 0,-1-1-64 16,3 2-16-16,-1-4 0 0,2-1-256 0,0-16 160 0,4 29-160 0,-4-29 128 15,0 0-128-15,17 31 0 0,-17-31 0 0,0 0 0 16,0 0 0-16,37 21 0 0,-37-21 0 0,0 0 0 15,32-2 0-15,-32 2-192 0,25-8 64 0,-12 1 128 16,0 0-256-16,0-2 80 0,0 2 16 0,-2-2 0 16,1 1-16-16,0-1 0 0,-1 1 0 0,0 1 0 15,0 0 176-15,-1 0 0 0,-1 4 0 0,-1-1 0 16,-1 2 0-16,-7 2 0 0,0 0 0 0,0 0 0 16,0 0 0-16,0 0 0 0,0 0 0 0,0 0 0 0,0 0 0 15,39 18 144-15,-39-18-144 16,0 0 0-16,0 0 256 0,0 0-48 0,0 0-16 0,23 34 0 0,-23-34-48 0,0 0-16 15,0 0 0-15,0 0 0 0,46 7-128 0,-46-7 160 16,25-5-160-16,-11-2 160 16,0 0-160-16,1-1 0 0,0-1 0 0,-1 0 128 0,-2-1-128 0,1 0 0 15,-1 1 0-15,-1-2 0 0,-1 1 0 0,-3 0 0 16,0 4 0-16,-1-2 0 0,-4 1-192 0,-1 0 48 16,-1 0 0-16,-3 1 0 0,0 0-176 0,-3 1-48 15,0 1 0-15,-3 1 0 0,0-1 112 0,0 3 32 0,-1 1 0 16,-1 1 0-16,2 3 224 0,0-1 0 15,1 3 0-15,1-1 0 0,0 2 0 0,1 1 0 0,1-2 192 0,1 2-192 16,-1 4 304-16,0-2-48 0,2 3-16 0,-1 0 0 16,1 3 16-16,2-2 0 0,0-2 0 0,1-12 0 15,3 24-80-15,-3-24-16 16,0 0 0-16,0 0 0 0,0 0-160 0,33 31 0 0,-33-31 144 0,0 0-144 16,38 2 0-16,-38-2 0 0,29-7 0 0,-29 7-12224 31,36-14-2432-31</inkml:trace>
  <inkml:trace contextRef="#ctx0" brushRef="#br0" timeOffset="-94557.1">8079 7717 13823 0,'2'-3'1216'0,"0"1"-960"16,-1 0-256-16,-1 0 0 0,1 2 2032 0,-1-1 352 16,1-3 80-16,1 0 16 0,0-2 80 0,-1 1 0 15,0-1 16-15,-2 1 0 0,-1 2-1072 0,-1 1-224 16,-1-1-32-16,-1 1-16 0,-1 2-496 0,-1-2-96 15,-1 2-32-15,0 2 0 0,-1 0-352 0,-2 3-64 16,0-2 0-16,0 4-16 0,0 0-176 0,0 2 0 16,0 1 0-16,0 1 0 0,1 1 0 0,0-2 0 15,2 1-128-15,1 1 128 0,2 2 0 0,0-1 0 16,2 3-144-16,2-2 144 0,1 1 0 0,0-15 0 0,4 26 0 0,-4-26 0 16,0 0 0-16,0 0 0 0,27 28 0 0,-27-28 0 15,0 0 0-15,38 5 0 0,-38-5-128 0,31-6 128 31,-15 0-848-31,-1-1-112 0,2-3-32 0,0-2-9920 0,-1 0-1984 0</inkml:trace>
  <inkml:trace contextRef="#ctx0" brushRef="#br0" timeOffset="-94164.14">8201 7705 9215 0,'-4'3'400'0,"2"-1"96"0,-1 0-496 0,1 0 0 15,1-2 0-15,0 0 0 0,0 2 2176 0,0-2 320 16,-1 1 80-16,1 1 16 0,0-2 48 0,0-2 16 15,3-1 0-15,-1 1 0 0,4-5-1008 0,1 1-208 16,0-2-32-16,2 1-16 0,2-3-624 0,0 1-112 16,1 0-16-16,0 1-16 0,1 1-304 0,-1 0-64 15,-11 7-16-15,22-8 0 0,-22 8 0 0,0 0 0 16,0 0 0-16,0 0 0 0,41 12-64 0,-41-12-16 16,0 0 0-16,0 0 0 0,13 43-160 0,-14-28 0 15,-2 1 144-15,-3-2-144 0,0 0 0 0,-2 0 0 0,2-2 0 16,-2-2 128-16,2-2-128 0,-1 0 0 0,1-2 0 0,0-2 0 15,1 1 0-15,0-3 0 0,1 1 0 0,1-3 0 16,-1 0 0-16,1-3 0 0,1 1 128 0,1-1-128 16,0-1 176-16,2-3-48 0,0 2 0 0,2-3 0 15,2-1 160-15,0 0 32 0,2-1 0 0,2-2 0 16,0-2-320-16,3 0 0 0,1 0 128 0,0-3-128 16,0 0 0-16,1 2 0 0,1 0-176 0,-1 1 176 31,1-1-1024-31,-3 3-112 0,0 3-16 0,0-1 0 0,0 1-1344 0,0 0-256 0</inkml:trace>
  <inkml:trace contextRef="#ctx0" brushRef="#br0" timeOffset="-93997.2">8539 7572 12959 0,'1'5'272'0,"0"-3"64"0,-1 1 16 0,1-3 32 0,0 2-384 0,1-2 0 16,0 0 0-16,1 0 0 0,-3 0 3536 0,0 0 640 15,0 0 128-15,31-4 32 0,-31 4-1840 0,0 0-352 16,32-6-80-16,-32 6-16 0,0 0-1216 0,26-2-240 15,-26 2-48-15,0 0-16 0,0 0-528 0,0 0-272 16,0 0 16-16,0 0 16 16,0 0-1552-16,0 0-304 0,0 0-64 0,30 26-12096 0</inkml:trace>
  <inkml:trace contextRef="#ctx0" brushRef="#br0" timeOffset="-93865.82">8604 7661 8063 0,'-6'3'176'0,"4"-3"32"0,0 1 16 0,1-1 0 0,1 2-224 0,0-2 0 0,-1 2 0 0,-1 1 0 16,-2 1 3264-16,0 4 624 0,0 1 112 0,-2 3 32 15,1-1-832-15,0-1-176 0,-1 4-16 0,1-2-16 16,-1 2-1424-16,2-2-288 0,-1 0-48 0,0-2-16 16,2 0-912-16,1-2-304 0,1 0 160 0,0-4-160 15,2 1-752 1,0-2-224-16,1-1-48 0,1-4-14816 0</inkml:trace>
  <inkml:trace contextRef="#ctx0" brushRef="#br0" timeOffset="-93457.65">8651 7712 14735 0,'0'0'640'0,"0"0"160"0,0 0-640 0,0 0-160 16,0 0 0-16,0 0 0 0,0 0 2560 0,26-5 464 15,-26 5 112-15,25-8 0 0,-25 8-992 0,37-11-208 16,-18 4-32-16,-2 0-16 0,1 2-880 0,-2-2-176 16,-1 0-48-16,-1 2 0 0,-14 5-320 0,25-11-64 15,-14 7-16-15,0 0 0 0,-3-1-384 0,-1 2 0 16,-1 0 0-16,-1 0 0 15,-2-1-672-15,0 2-160 0,-2 1-48 0,-1-3 0 16,-2 3-1616-16,0-1-320 0,-1-1-64 0,-1-1 0 16,-2-1-560-16,1 0-96 0,-3 1-32 0,1-4 0 15,0 1 1456-15,0-1 272 0,1-3 64 0,-1 2 16 0,2 0 1392 0,2 1 368 16,0 1 0-16,0 2 0 0,1 3 1680 0,1 2 448 0,0 0 96 0,0 0 16 16,-1 5 752-16,0 2 144 0,-1 0 48 0,0 2 0 15,-1 5-448-15,-1 3-96 0,-1 2-16 0,-1 3 0 16,0 4-928-16,-2 0-192 0,0 0-32 0,0 0-16 15,-1-2-816-15,3-1-144 0,0-4-48 0,0 0 0 16,2-4-176-16,2-1-32 0,3-14-16 0,0 0 0 16,2 26-224-16,-2-26 0 0,0 0 128 0,0 0-128 15,0 0 0-15,0 0 0 16,36 5 0-16,-36-5 0 0,18-10-160 0,-7 3-80 0,2-2-16 0,0-1 0 16,2-2-1344-16,0 0-288 0,0-2-48 0,-1 2-8752 15,1 0-1760-15</inkml:trace>
  <inkml:trace contextRef="#ctx0" brushRef="#br0" timeOffset="-93252.55">9038 7530 10127 0,'1'-3'448'0,"0"1"96"0,0 1-544 0,0 1 0 15,-1 0 0-15,0 0 0 0,1 1 2944 0,-1 1 464 16,1 0 112-16,0 1 0 0,-1-3 0 0,0 0-16 16,0 0 0-16,0 0 0 0,0 0-1776 0,0 0-336 15,0 0-80-15,37 24-16 16,-37-24-848-16,0 0-192 0,0 0-16 0,0 0-16 15,40 4-224-15,-40-4 144 0,0 0-144 0,0 0 128 0,0 0-128 0,0 0 0 0,32 0 0 0,-29 0-176 32,-1 2-1024-32,-2-1-208 0,0 1-32 0,-2 1-15312 0</inkml:trace>
  <inkml:trace contextRef="#ctx0" brushRef="#br0" timeOffset="-93089.66">9072 7634 4607 0,'-4'2'192'0,"2"0"64"0,1 1-256 0,0-3 0 16,1 2 0-16,0-2 0 0,0 1 2544 0,-1 3 464 0,0-2 80 0,-1 4 32 15,2-6 912-15,-5 18 176 0,2-8 32 0,-1 1 16 0,-1 1-1712 16,1 0-352-16,-2 0-64 0,1-1-16 16,2 1-1344-16,-1-3-288 0,1 0-48 0,3-9-16 0,0 0-416 0,-1 23 0 15,1-23 0-15,0 0 0 16,0 0-1152-16,0 0-176 0</inkml:trace>
  <inkml:trace contextRef="#ctx0" brushRef="#br0" timeOffset="-92805.9">9330 7648 11055 0,'3'-2'480'0,"-3"0"112"0,2 1-464 0,-1-1-128 0,0 2 0 0,-1-2 0 0,1 1 2496 0,0-1 464 0,0-2 112 0,1-2 0 16,0 2-832-16,-1-3-160 0,-1 3-32 0,0-2-16 15,0 1-864-15,-1 1-160 0,0-1-48 0,-1 2 0 16,-1-1-192-16,-1 2-64 0,1-1 0 0,-3 3 0 31,0 0-256-31,-2 1-48 0,-1 3-16 0,-1 0 0 0,-1 2-256 0,-1 1-128 16,0 3 0-16,0 1 128 0,1 1-128 0,0 0 0 0,1 2 0 0,0 2 0 15,0 1 0-15,3 0 208 0,1-2-48 0,0-2-16 16,2 0 128-16,4-13 32 0,0 0 0 0,2 25 0 16,-2-25-304-16,0 0 160 0,0 0-160 0,0 0 128 15,35 12-496-15,-35-12-96 16,24-8-32-16,-24 8-16272 0</inkml:trace>
  <inkml:trace contextRef="#ctx0" brushRef="#br0" timeOffset="-92136.26">9563 7656 7359 0,'2'-1'320'0,"-1"-1"80"0,0 1-400 0,-1-1 0 15,0 1 0-15,-1 0 0 16,1-1 2464-16,-1-1 416 0,0-2 64 0,0-2 32 0,-2-2-432 0,0-1-96 15,0 1-16-15,0 2 0 0,0-1-752 0,-2 2-144 16,2-1-48-16,0 4 0 0,-1-1-496 0,-1 1-96 16,0 3-32-16,-2 2 0 0,2-1-272 0,-2 3-48 0,-1 1-16 0,-1 2 0 15,1 2-288-15,-1 1-64 0,0 1-16 0,0 1 0 16,1 0-32-16,0 2-128 16,0 1 192-16,1-1-64 0,0 0 64 0,3-1 16 0,1-1 0 0,0-3 0 15,3-9 16-15,0 0 0 16,-1 23 0-16,1-23 0 0,0 0-224 0,0 0 0 0,0 0 0 0,0 0 0 15,0 0 0-15,35 7 128 0,-35-7-128 0,19-9 0 16,-19 9 0-16,22-14 144 0,-11 6-144 0,1-3 128 16,-1 2-128-16,0-1 0 0,0 0-192 0,-2-1 192 0,0 1-240 15,0 1 80 1,-2 0 16-16,0 1 0 0,-1 1 144 0,-1-1 0 0,-1 4 0 0,-1 0 0 0,-1 1 0 0,-2 2 0 16,1 0 0-16,-1 1 0 0,0 2 0 0,-1 0 144 15,-1 1-144-15,0 1 160 0,-1 3 32 0,1 1 16 16,0 1 0-16,0 1 0 0,2-10-80 0,-1 21-128 15,1-21 176-15,0 0-176 0,6 29 128 0,-6-29-128 16,0 0 0-16,0 0 0 16,0 0 0-16,0 0 0 15,35 21 0-15,-35-21 0 0,21-5 0 0,-8-3 0 16,1 2 0-16,1-4 0 0,2-2 0 0,0 0-272 16,2-2 48-16,0-2 16 15,2-1-464-15,0-1-96 0,0 0 0 0,1 2-16 16,-4-1-96-16,1 3-16 0,-2-3 0 0,-1-1 0 0,-1 2 528 0,-3-1 112 0,-1 0 0 0,-3 0 16 15,0 1 240-15,-3 1 0 0,-1 1 0 0,-1 0 0 16,-1 2 448-16,-2 1 64 0,-1 3 32 0,0-2 0 16,-1 6 480-16,0 1 112 0,1 1 16 0,-1 4 0 15,1 2-576-15,-2 2-128 0,3-6 0 0,-6 16-16 16,3-6-272-16,0 4-160 0,-2 3 192 0,1 1-192 16,-2 4 176-16,-1 2-176 0,2-3 160 0,-3 5-160 15,0 1 160-15,-1 3-160 0,1 1 160 0,0 1-160 16,2-3 224-16,1-2-48 0,1 1-16 0,3-7 0 15,1-21-160-15,1 34 0 0,-1-34 144 0,0 0-144 0,13 30 0 16,-13-30 0-16,0 0-160 0,0 0 160 16,39 1-944-16,-39-1-80 15,29-13 0-15,-12 5-16656 0</inkml:trace>
  <inkml:trace contextRef="#ctx0" brushRef="#br0" timeOffset="-91618.19">10482 7617 4607 0,'2'-7'400'0,"1"-2"-400"0,-1 5 0 0,-1 0 0 16,0 2 1120-16,1-3 144 0,1-4 16 0,4-3 16 15,-1-3 1200-15,3-2 224 0,-1 4 48 0,-1 1 16 16,-3 5 112-16,-1 4 32 0,0 3 0 0,-1 3 0 15,-2-3-784-15,0 0-160 0,-1 21-16 0,1-21-16 16,-3 28-1072-16,0-13-224 0,3-15-32 0,-4 35-16 0,2-15-416 16,-1-4-64-16,3-16-128 0,-4 28 176 0,4-28-176 0,-3 24 0 15,3-24 0-15,0 0 0 0,0 28 0 16,0-28 0-16,0 0 0 0,0 0 0 0,0 0 0 0,0 0 0 16,0 0 0-16,0 0 0 0,0 0 128 0,0 0-128 15,0 0 0-15,29-13 128 0,-20 5 32 0,0-3 0 16,0 1 0-16,1-4 0 0,1 2-16 0,1-2 0 15,1 0 0-15,0-1 0 0,-2 1-144 0,-1 0 160 0,-1 2-160 16,0 0 160-16,0-2-160 0,-2 4 0 0,0 1 0 0,-2-1 0 16,1 4-144-16,-3 0-64 0,2 2-16 0,-1 2-11792 15,-1 0-2352 1</inkml:trace>
  <inkml:trace contextRef="#ctx0" brushRef="#br0" timeOffset="-90469.74">10798 7596 11055 0,'0'0'480'0,"0"0"112"0,0 0-464 0,0 0-128 0,0 0 0 0,0 0 0 16,0 0 2576-16,28-5 496 0,-20 2 112 0,3-3 16 15,2-2-416-15,0 1-80 0,0-2-16 0,-2-1 0 16,0 1-1600-16,-1 0-336 0,-1 1-64 0,-2-1-16 16,0 2-32-16,-2-1-16 0,-2 0 0 0,-2 2 0 0,-2-1-288 15,-2 2-48-15,-1 1-16 0,-2 1 0 16,-1-1-272-16,-2 3 0 0,-2 2 0 0,1 3 0 15,-1-1-192-15,-1 4-32 0,0 1-16 0,1 1 0 0,1 2 80 0,-1-1 16 16,1 4 0-16,2-2 0 0,-1 3 144 0,2 1 0 16,1-2 0-16,0 0-128 0,2-1 128 0,1-1 0 15,3-12 0-15,0 0 0 0,0 0 0 0,8 32 0 16,-8-32 0-16,0 0 128 0,0 0-128 0,0 0 0 16,35 6 128-16,-35-6-128 0,20-8 128 0,-9 3-128 15,1-2 160-15,0 0-160 0,0-1 0 0,0-1 0 0,0 0 0 0,-1 1 0 31,0-1-256-31,-1 0-128 0,0 1-48 16,-3-1 0-16,0 3 48 0,-2-2 0 0,0 3 0 0,-1-2 0 0,-2 1 128 0,0 2 48 0,-1 0 0 0,-1 3 0 16,-1-1 208-16,1 2-192 0,-1 0 192 0,-1 2-192 15,2 1 352-15,-2 0 80 0,-1 1 16 0,1 3 0 16,0-1 64-16,0 1 32 0,0 1 0 0,2-8 0 16,0 0-112-16,0 0-32 0,2 31 0 0,-2-31 0 15,0 0 0-15,0 0 0 0,0 0 0 0,0 0 0 16,33 19-48-16,-33-19-16 0,0 0 0 0,28-9 0 15,-18 4 64-15,0-2 16 0,2 0 0 0,0-3 0 0,1-1-368 16,0 1-80-16,1-2-16 0,0 0 0 16,1 1-592-16,-2-4-112 15,0 1-16-15,0 2-16 0,0-2 976 0,-2 2 256 0,0-2 32 0,-1 2 0 16,-2 0-1232-16,-1-2-240 0,-1 2-48 0,-2 0-16 0,-1-1 1056 0,0 0 192 16,-2-1 0-16,-1-2 0 0,0 1 496 0,0 1-16 15,0 2 0-15,0 0 0 0,-1 5 112 0,1 0 32 16,-1 5 0-16,0-1 0 0,0 3-112 0,0 3-32 15,-2 1 0-15,0 2 0 0,1 3-160 0,-3 2-48 16,1 1 0-16,-1 3 0 0,-1 4-128 0,1-3-16 16,-1 3-128-16,1-2 192 0,-1 1-64 0,-1-1-128 15,1 1 176-15,-1 0-176 0,0 1 352 0,0 0-32 16,-1 2-16-16,2-2 0 0,-1 0-64 0,3-3-16 0,1-1 0 0,3-15 0 16,-1 26-224-16,1-26 0 0,0 0 0 0,0 0 0 15,0 0 0-15,15 33-128 0,-15-33 128 0,0 0-208 31,0 0-384-31,25-2-80 0,-17-1-16 0,1-4 0 16,0 1 16-16,1-1 0 0,2-3 0 0,0 0 0 16,1 1-2560-16,0-3-512 0,2 0-96 0,1 0-32 15,-2 0 1632-15,2-1 320 0,2 0 64 0,0 0 0 0,0 0 896 16,0-3 192-16,-3 1 16 0,-1-1 16 0,-2 3 512 0,-1-1 224 0,-4 2-192 0,-1 0 192 16,-1 3 544-16,-3 1 224 0,0 2 64 0,-1 0 0 15,-3 3 624-15,0 0 128 0,0 1 16 0,-2 0 16 0,2 4-16 16,-2 0 0-16,0 1 0 0,0 1 0 0,0 2-304 15,-1 0-64-15,1 4-16 0,-2 2 0 16,1 0-128-16,-1 2-48 0,-1 2 0 0,2-2 0 0,-2 3-288 0,1 0-64 16,0-1-16-16,2 1 0 0,0-3-176 0,0 0-48 15,4-14 0-15,-3 24 0 0,3-24-128 0,0 0-48 16,3 28 0-16,-3-28 0 0,0 0-272 0,0 0 0 16,0 0 0-16,0 0 0 0,0 0 128 0,42 10-128 15,-31-15 0-15,0-2 0 0,0 0 0 0,1-3-144 16,2-1-16-16,0-1 0 15,-1 2-608-15,1-2-112 0,0-2-16 0,0 0-16 16,0-1 176-16,-2 1 32 0,-1 0 16 0,-1 0 0 0,-1 2 256 0,-1 0 48 0,-1 1 16 0,-1 3 0 16,-1 0 368-16,-3 2 0 0,1 1 0 0,-1 1 0 15,-1 2 416-15,-2 1 96 16,0 1 32-16,-1 3 0 0,-1-1 224 0,1 1 64 0,-2 4 0 16,-1-1 0-16,1 0-160 0,-1 3-32 0,0 0 0 0,0 2 0 15,-1 2-256-15,1-1-64 0,0 1-16 0,0 0 0 16,2-1-80-16,-1 0-16 0,1 2 0 0,3-14 0 15,-2 22-16-15,2-22-16 0,0 0 0 0,4 30 0 16,-4-30-176-16,0 0 0 0,0 0 0 0,0 0 0 16,0 0 0-16,0 0 0 0,0 0 0 0,31 28 0 31,-31-28-752-31,0 0-128 0,0 0-16 0,28-7-16320 0</inkml:trace>
  <inkml:trace contextRef="#ctx0" brushRef="#br0" timeOffset="-90065.23">11768 7521 13823 0,'-1'0'608'0,"0"0"128"0,1 0-592 0,-1 0-144 16,1 0 0-16,0 0 0 0,1 0 2288 0,-1 1 416 16,0-1 96-16,0 0 16 0,0 0-624 0,0 0-112 15,0 0-32-15,0 0 0 0,27-2-560 0,-27 2-112 16,0 0-32-16,24-7 0 0,-24 7-336 0,21-5-80 15,-21 5-16-15,21-10 0 16,-9 6-576-16,-1-3-112 0,0 2-32 0,0-2 0 0,1 0-192 0,-1-1 0 0,-2 4 0 0,-2-3 0 16,1 2 0-16,-2-2 0 0,-1 0 0 0,-3 2 0 15,-1 0 0-15,-1-1 0 0,-1 1 0 0,-2 1 0 32,-1 0-256-32,-2-1 48 0,-1 3 16 0,-1-2 0 0,-1 1-32 0,-2 1 0 0,0 0 0 0,0 2 0 15,0 1 96-15,1 2 128 0,-1 0-208 0,0 1 80 31,2 3 128-31,0 0 0 0,0 3 0 0,-1-2 0 0,1 3 304 0,1 1 32 0,0 2 16 0,1 0 0 0,-1 1 96 16,3 1 32-16,1-2 0 0,4-14 0 16,-3 26-208-16,3-26-32 0,0 0-16 0,0 0 0 0,16 34-224 0,-16-34 0 15,0 0 128-15,0 0-128 0,37 15 0 0,-37-15 0 16,0 0 0-16,37-1 0 31,-37 1-384-31,27-5-64 0</inkml:trace>
  <inkml:trace contextRef="#ctx0" brushRef="#br0" timeOffset="-87276.49">12528 7492 16575 0,'1'0'1472'0,"0"-3"-1168"0,0 3-304 0,0-2 0 16,0 1 1280-16,0-1 208 0,2 0 48 0,0-3 0 15,3 0-128-15,1-2 0 0,-1-2-16 0,1 0 0 16,-2 1-416-16,1-1-80 0,-2-1 0 0,1 1-16 15,0-1-80-15,-3 2-16 0,1-2 0 0,-3 2 0 16,0 1-464-16,-3 0-80 0,-1 0-32 0,-3 0 0 0,-1 1-208 0,-2 2 176 16,-1-1-176-16,-2 3 160 0,1 2-160 0,-1 2 0 15,0 1-160-15,0 0 160 0,-1 3-128 0,1 4 128 16,1-2 0-16,0 3-144 0,2-1 144 0,0 4 0 16,0 3 0-16,1 3 0 0,-2 2 0 0,2 0 0 15,1 3 0-15,0-1 176 0,2 2-176 0,0-4 0 16,3-1 0-16,3-21 128 0,0 28-128 0,0-28 0 15,0 0 0-15,0 0 128 16,0 0-128-16,0 0 0 0,42 14 0 0,-29-21 0 0,-1-2 144 0,3-3-144 0,2-2 160 16,0-3-160-1,1 3-384-15,-2-3-192 0,1 2-16 0,-3 0-16 16,-1 0-352-16,-2 2-64 0,-1 1 0 0,-3 0-16 0,0 2 768 0,-3-2 272 0,0 3-192 0,-2 2 192 16,-1 2 0-16,-2 2 192 15,1 2-16-15,-2 1 0 0,0 1 480 0,-2 4 112 0,1 2 0 0,-2 3 16 16,0 0 112-16,1 3 0 0,0 2 16 0,1-3 0 15,3-12-192-15,-2 26-32 0,2-26-16 0,0 0 0 16,7 30-208-16,-7-30-32 0,0 0-16 0,0 0 0 16,0 0-256-16,43 17-160 0,-43-17 192 0,24-7-192 0,-11 0 144 15,1 0-144-15,2-4 0 0,2-2 144 16,0-1-368-16,0 0-80 0,2-1-16 0,-3 1 0 31,1-2-1024-31,-2 3-224 0,0 1-32 0,-1-2-16 0,-1 0 464 0,-2 2 80 0,1-2 32 0,-3 0 0 0,-1-3 720 0,-3 1 128 16,0-1 48-16,-2 3 0 0,-1-3 272 0,-2 3 48 15,0-2 16-15,-1 3 0 16,0 2 1056-16,-1 2 224 0,1 3 32 0,-1 0 16 0,1 3-288 0,-1 3-48 16,1 0-16-16,-1 3 0 15,-1 0-576-15,1 3-112 16,1-6-32-16,-6 21 0 0,1-7-272 0,1 6-176 0,-3 1 192 16,1 3-192-16,-2 4 144 0,1-2-144 0,-1 0 0 0,0-5 144 15,2 1-144-15,1-3 0 0,2 1 144 0,3-20-144 16,0 30 0-16,0-30 0 0,0 0 0 0,0 0 128 15,14 34-128-15,-14-34 0 0,0 0-176 0,0 0 176 32,30 1-1280-32,-22-5-144 0,1-1-48 0,0 0-15120 0</inkml:trace>
  <inkml:trace contextRef="#ctx0" brushRef="#br0" timeOffset="-87055.28">12784 7366 911 0,'-6'0'0'0,"2"0"0"0,1 0 0 0,2 1 0 0,0 0 3056 0,1-1 528 16,0 0 96-16,0 2 32 0,1 1 144 0,-1-1 48 16,0-2 0-16,0 0 0 0,0 0-1824 0,0 0-352 15,0 0-80-15,35 7-16 0,-35-7-720 0,23-4-144 16,-23 4-16-16,32-8-16 0,-15 4-384 0,1-4-80 16,1-1-16-16,1 0 0 15,0-1-528-15,0 0-112 0,-2 1-32 0,2 0-10528 16,0-1-2112-16</inkml:trace>
  <inkml:trace contextRef="#ctx0" brushRef="#br0" timeOffset="-85936.31">13384 7140 6447 0,'2'-2'576'0,"0"0"-576"0,-1 2 0 0,-1 0 0 15,0 0 2688-15,1 0 448 0,0-2 64 0,0 1 32 16,1-1 464-16,-1 2 80 0,0 0 32 0,-1 1 0 16,-1 3-1792-16,-1 0-352 0,0 4-80 0,-1-1-16 15,3-7-736-15,-5 26-128 0,5-26-48 0,-6 38 0 0,6-38-400 0,-6 43-96 16,2-20-16-16,0 3 0 0,0-2-144 0,0 0 0 16,0-3 0-16,-1 1 128 0,1-2-128 0,-1 0 0 15,5-20 144-15,-7 31-144 0,7-31 0 0,-7 26 0 16,7-26 0-16,-4 19 0 0,4-19 0 0,0 0 0 15,0 0 0-15,0 0 0 0,0 0 0 0,0 0 0 16,0 0 0-16,30 0 128 0,-18-8-128 0,2-1 128 16,0-2-128-16,1 1 128 15,-1 0-128-15,0 0 0 0,1 1 0 0,-1-3 0 0,1 3-192 0,-2-1-64 0,0 1-16 16,-2-1 0 0,0 2-864-16,-2 0-160 0,-3 3-48 0,-2-2 0 15,-3 1-1008-15,-1 0-208 0,-3 0-32 0,-1 0-16 16,-2 1-80-16,-2-2-32 0,-1 2 0 0,0 1 0 15,-1-3 1216-15,-1 2 240 0,-2 0 48 0,-2-2 16 0,-1 2 880 0,-1 0 160 0,0 3 160 0,-2 2-208 16,1 2 208-16,-3 2 0 0,2 2 0 0,-2 2 160 16,2 1-160-16,0 0 0 0,4 2-160 0,1-2 160 15,2-1 1376-15,3 0 368 0,3-1 80 0,1-2 16 16,2-1 848-16,3-4 160 0,0 0 32 0,0 0 16 16,0 0-1136-16,0 0-224 0,34 10-64 0,-34-10 0 15,29-8-320-15,-11 4-80 0,1-5-16 0,1 0 0 0,0-1-560 0,2 0-112 16,-1-2-32-16,0 1 0 0,-1 1-352 0,-1 0 144 15,1-1-144-15,-2 1 0 16,1 0-720-16,-2 1-256 0,-1-2-48 16,1 1-16-16,-2-1-1872 0,0 0-368 0,-3-1-80 0,-1 0-16 15,-2 1 112-15,-1 1 0 16,-1-4 16-16,-1 2 0 0,-2-5 1632 0,0 3 320 0,-1-2 64 0,-1 2 16 0,0-2 1904 0,0 4 384 16,-1 2 80-16,0 0 0 15,-1 6 1040-15,0 1 208 0,0 0 32 0,-1 3 16 0,1 1 144 0,-1 1 32 16,-1 1 0-16,0 0 0 0,2-3-592 0,-4 15-112 0,4-15-32 15,-6 24 0-15,6-24-896 0,-4 33-176 0,4-33-48 0,-6 38 0 32,2-20-320-32,4-18-80 0,-5 41-16 0,2-19 0 0,3-22-64 0,-4 43-16 15,4-43 0-15,-3 45 0 0,3-45-144 0,-3 40-128 0,3-40 192 0,0 26-192 16,0-26 128-16,0 0-128 0,0 0 0 0,9 38 0 16,-9-38 0-16,0 0 0 0,0 0 0 0,0 0 0 15,0 0 0-15,0 0 0 0,0 0 0 0,0 0 0 16,34 5 0-16,-28-10 0 0,0-2-176 0,-1-2 176 15,2 1-320-15,-1 1 64 0,1-2 0 0,-2-1 0 16,2 1 128-16,-1 2 128 0,0-3-192 0,-1 3 192 0,0 1 0 16,-1 0 0-16,-1 2 0 0,0 2 0 0,0 1 0 0,-3 1 0 15,0 0 0-15,0 0 0 0,0 0 0 0,0 0 128 16,0 0-128-16,3 36 144 0,-3-36 64 0,0 0 16 16,-2 38 0-16,2-38 0 0,0 0-224 0,4 30 128 15,-4-30-128-15,0 0 0 0,0 0 128 0,0 0-128 16,32 29 0-16,-32-29 0 15,0 0 128-15,35 0-128 0,-21-5 0 0,1 0 144 0,1-2-16 0,-1 0-128 16,3 0 192-16,0-3-64 0,0 1-128 0,0 0 0 16,0 1 0-16,0-1 0 0,-2-1 0 0,-1 1-176 15,-2 0 48-15,-3 1 0 0,-3-1-80 0,-1-1-16 16,-3 3 0-16,-4-1 0 31,-1-1-208-31,-2 1-32 0,-1 0-16 0,-3 3 0 0,2-2 32 0,-3 0 16 0,0 2 0 0,1-2 0 0,-1 2 432 0,1-2 0 0,-1 2 0 0,1-1 0 16,1 3 304-16,0 1 32 0,2 2 16 0,-2 2 0 15,2 3-48 1,-1-1-16-16,0 6 0 0,-1 0 0 0,1 4-32 0,0 0-16 0,0 6 0 0,1 0 0 16,1 2-112-16,4-22-128 15,-2 38 176-15,2-38-176 0,2 33 288 0,-2-33-48 0,0 0-16 0,18 36 0 16,-18-36-16-16,0 0 0 0,33 22 0 0,-33-22 0 16,31 4-208-16,-31-4 0 15,36-5 0-15,-16-3-12544 0,2 2-2560 0</inkml:trace>
  <inkml:trace contextRef="#ctx0" brushRef="#br0" timeOffset="-85071.13">14552 7111 10127 0,'-1'-1'896'0,"0"-1"-704"16,1 1-192-16,0 1 0 0,0 0 1712 0,0-2 304 16,0 0 64-16,0 1 16 0,-1-3 368 0,1 0 80 15,-1 0 16-15,0 0 0 0,1 4-944 0,-1-2-176 16,1 0-32-16,-1 1-16 0,0 1-672 0,-1 1-128 16,0 1-16-16,0 0-16 0,0 0-176 0,-1-1-16 15,2 3-16-15,-1-3 0 0,0 3-32 0,1-3 0 16,0 0 0-16,1 1 0 0,0-2 32 0,0 0 0 15,0 0 0-15,1 0 0 0,-1 0 0 0,1-2 0 0,-1 2 0 0,2-1 0 16,-1 0 0-16,0-1 0 0,0 0 0 0,-1 1 0 16,0 1-176-16,1-3-48 0,0 2 0 0,-1 0 0 15,1 1-128-15,0 0 128 0,-1-2-128 0,0 2 128 16,0 0-128-16,0 0 0 0,0 0 144 0,0 0-144 16,0 0 128-16,-1 0-128 0,0 0 160 0,1 0-160 15,-1 0 176-15,0 0-176 0,0 0 192 0,-1 2-192 16,0-1 192-16,0 1-64 0,-1 1 0 0,0 1-128 15,-1 0 176-15,0 1-176 0,0 2 160 0,-2 1-160 16,0 3 128-16,0 4-128 0,0-1 0 0,0 0 0 16,-1 2 0-16,1 1 0 0,0 1 0 0,0 0 0 15,1-3 0-15,5-15 0 0,-6 28 0 0,6-28 0 0,0 0 0 0,-1 30 0 16,1-30 0-16,0 0 0 0,0 0 0 0,0 0 0 16,0 0 0-16,41 14 0 0,-41-14 0 0,26-6 0 15,-10 1 0-15,0 2 0 0,0 1 0 0,-16 2 0 16,28-2 0-16,-28 2 0 0,0 0 0 0,34 6 0 15,-34-6 0-15,0 0 0 0,0 0 0 0,0 0 0 16,0 0 0-16,26 36 0 0,-26-36 0 0,-5 14 0 16,0-4 0-16,-4-3 0 0,0 0 0 0,-1 1 0 15,-1-1 0-15,-1 2 0 0,-2-4 0 0,-1 2 0 0,0 0 0 16,0-2 0-16,1-1 0 0,0-1 0 0,2-1 0 0,-1-2 0 16,-1-2 0-16,1-1 0 0,-1 1 0 0,1-5 0 31,0 1-720-31,2-3-192 0</inkml:trace>
  <inkml:trace contextRef="#ctx0" brushRef="#br0" timeOffset="-84866.75">14430 7169 18431 0,'2'-3'816'0,"1"1"160"0,0 0-784 0,0 0-192 0,-1 2 0 0,-1 0 0 16,2-2 2752-16,2 1 512 0,1-1 112 0,5-1 16 15,2 1-1008-15,2-3-192 0,2-2-32 0,2 2-16 16,-1 0-1136-16,-1-1-240 0,-1 1-32 0,-2 0-16 15,2 0-528-15,1-2-192 0,-1 3 144 0,-1-2-144 16,-1 2 0-16,0 0 0 0,0 1 0 0,0 0 0 16,-14 3-800-16,26-3-144 0,-26 3-16 0,24-1-10624 15,-24 1-2128-15</inkml:trace>
  <inkml:trace contextRef="#ctx0" brushRef="#br0" timeOffset="-84481.02">14982 6998 9215 0,'1'-4'400'0,"0"1"96"0,0 1-496 0,-1 2 0 0,0-2 0 0,0 1 0 16,0 1 2704-16,0 0 448 0,-1-2 96 0,0 0 16 15,0 2-320-15,0-2-64 0,-2 2-16 0,0 2 0 16,-1 0-1504-16,0 1-288 0,-1 2-64 0,-1 1-16 16,1 1-240-16,-3 3-48 0,0 0-16 0,-1 4 0 15,0 2-240-15,-1 1-32 16,1-1-16-16,0 3 0 0,-1 0-176 0,1 0-32 0,2-2-16 0,0-1 0 15,2-2-16-15,5-14 0 0,0 0 0 0,-2 32 0 16,2-32-160-16,0 0 0 0,0 0 0 0,0 0 128 16,35 4-128-16,-23-11-144 0,3 0 144 0,1-5-208 15,2 0-464 1,1-2-96-16,-1 0 0 0,0 0-16 0,0-2-192 0,-4 1-48 0,1 1 0 0,-3 1 0 0,-1 0 768 0,-2 0 256 16,-2 2-192-16,-2-3 192 0,-1 1 0 0,-3 0 320 15,-2 1-64-15,-2 0 0 0,0 0 512 0,-2 0 80 16,0 3 32-16,-3 1 0 0,1 1-16 0,-1 2 0 15,-1 3 0-15,0 2 0 0,-1 0-480 0,-1 5-80 16,1-2-32-16,0 3 0 0,0 0-272 0,0 2 128 16,1 0-128-16,-1-1 0 0,3 0 0 0,-1 0 0 15,2 0 0-15,1 0-12272 16,2-2-2320-16</inkml:trace>
  <inkml:trace contextRef="#ctx0" brushRef="#br0" timeOffset="-84094.8">15116 7252 4607 0,'3'-2'400'0,"-1"0"-400"0,-1 1 0 0,-1 1 0 0,0-2 2432 0,1 0 384 0,1-1 96 0,0-1 16 0,1-1 208 0,-2 0 32 15,0 0 16-15,-3 1 0 0,-1 3-1120 0,-3 1-208 16,0 3-64-16,-3 2 0 0,-1-1-448 0,-3 6-80 16,-1-1-32-16,-3 3 0 0,-2 0-608 0,0 5-128 15,-1-1-32-15,-1 1 0 0,0 2-304 0,-1-1-160 16,1 2 160-16,0-2-160 15,-1 2 0-15,2-1 0 0,1 0 0 0,3-3 0 0,1 0 0 0,2-4 0 0,0 1 0 16,1 0 0-16,1-1-240 0,1-2-32 0,0 0-16 0,3-1 0 31,-1-2-1248-31,4-2-240 0,0 2-48 0,1-5-16 16,2 0-208-16,1-1-32 0,0-2-16 0,0-1 0 16,2 0 576-16,2-2 112 0,2-2 32 0,1-1-7968 0</inkml:trace>
  <inkml:trace contextRef="#ctx0" brushRef="#br0" timeOffset="-83669.47">14935 7431 2751 0,'-1'-1'256'0,"0"1"-256"31,1 0 0-31,0 0 0 0,0 0 2160 0,-1 0 384 0,0 1 80 0,0 0 0 0,-2-1 464 0,-1 3 96 16,-1 1 16-16,1 1 0 0,-2 2-592 0,1 2-112 16,-1 0-32-16,0 0 0 0,-1 2-1152 0,1-1-224 15,1 1-64-15,-1 1 0 0,2 0-640 0,4-12-144 16,-5 22-32-16,5-22 0 0,0 0-48 0,0 0-16 15,0 0 0-15,0 0 0 0,22 32 80 0,-22-32 16 0,0 0 0 16,31-6 0-16,-18-1-16 0,1 0 0 0,1-1 0 16,0-2 0-16,0-1-224 0,-1-1 128 0,1 0-128 0,-2 0 0 15,-1 1 0-15,-3-1 0 0,0 1 0 0,-4 2 0 16,-2 0 0-16,-3 0 0 0,-4 1 0 16,-1 0 0-16,-4 2 0 0,-4 4 0 0,0 0 0 0,-2 2 0 15,-1 2 0-15,-1 2 0 0,1 1-128 0,-1 2 128 31,2 1-496-31,1 1 16 0,3-2 0 0,1 1-16416 0</inkml:trace>
  <inkml:trace contextRef="#ctx0" brushRef="#br0" timeOffset="-81582.18">1345 8709 11055 0,'0'1'976'0,"0"1"-784"0,0-1-192 0,0 1 0 16,0 0 0-16,-1 1 0 0,0 3 0 0,0 0-160 16,0 5 736-16,0 2 128 0,0 3 48 0,0-2 0 15,1 2 144-15,-1 1 16 16,0 0 16-16,1 0 0 0,-1 4 192 0,1-2 32 0,-1 2 16 0,0 3 0 15,-1 2 64-15,0-2 16 0,0 2 0 0,-1 0 0 16,1 0-256-16,2-2-48 0,-2 0-16 0,1-1 0 16,0-3-64-16,1-20-16 0,1 35 0 0,-1-21 0 15,0-2-592-15,0-12-128 0,0 0-128 0,0 0 176 16,0 0-880-16,0 0-160 0,0 0-32 16,0 0-12560-16</inkml:trace>
  <inkml:trace contextRef="#ctx0" brushRef="#br0" timeOffset="-81189.34">1519 9042 12895 0,'-2'2'1152'0,"1"1"-928"16,0-1-224-16,1-1 0 0,0 1 1168 0,0-2 192 16,1 2 48-16,0-2 0 0,3 1 1408 0,-4-1 272 15,0 0 64-15,0 0 16 0,35-3-1632 0,-35 3-320 16,24-8-64-16,-11 2 0 0,2 0-704 0,-1 0-144 15,2-2-32-15,0-1 0 0,-1 2-272 0,1-3 0 16,1-1 0-16,-2 3 0 0,-2 0 0 0,-3 0 0 0,-1 3-128 0,-2-2 128 31,-4 2-592-31,0 3-32 0,-3-1 0 0,-3 1 0 16,0 2-480-16,-3 0-112 0,-1 0 0 0,-3 2-16 16,0-2 0-16,-2 3 0 0,0 1 0 0,-2 1 0 0,1 0 1232 0,-1 2 192 0,2-1 64 0,0 2 0 15,1-1 432-15,1 1 80 0,1-2 0 0,1 2 16 16,1-1 256-16,0 2 48 0,3-1 16 0,-1-1 0 15,2 2 64-15,1-1 16 0,1 0 0 16,1 1 0-16,1-1-224 0,-1-8-64 0,0 0 0 0,0 0 0 16,0 0-400-16,0 0-96 0,35 26-16 0,-35-26 0 0,0 0-224 0,31-5-160 31,-31 5 192-31,24-4-192 0,-10-1 0 0,-1-1 0 0,1 0 0 0,-1-1 0 0,-1 0-208 0,1 0-48 16,0-2-16-16,1 1 0 15,1-1-1328 1,-1-1-256-16,1 1-48 0,-1-1-13472 0</inkml:trace>
  <inkml:trace contextRef="#ctx0" brushRef="#br0" timeOffset="-80891.13">1967 8892 9215 0,'-1'-2'400'0,"0"0"96"0,1 0-496 0,-1 0 0 16,0 1 0-16,0 1 0 0,1-2 2064 0,-1 0 320 16,-1-1 64-16,-1 1 16 0,0-1 400 0,0 1 80 15,1 2 0-15,1 0 16 16,0 0-848-16,-1 2-160 0,1 1-32 0,0 1-16 0,-1 2-800 0,2 2-144 0,-1 2-48 15,1 4 0-15,0 0-400 0,0 1-96 0,1 0-16 0,-1 1 0 32,0-2-256-32,2 0-144 0,0 2 160 0,-2-16-160 0,6 27 144 0,-6-27-144 0,0 0 128 0,0 0-128 15,24 33 0-15,-24-33 0 0,0 0 128 0,0 0-128 16,0 0 0-16,40-7 0 0,-30 0 0 0,0-3 0 16,-1-1 144-16,-1-1-144 0,1 0 160 0,-1 0-160 15,0-3 128-15,1-1-128 0,-2 2 0 0,1 0 0 16,-4 2 0-16,0 0 0 0,0 0 0 0,-2 3 0 0,-1 0 0 15,-1 3 0-15,1 0 0 0,-2 1 0 0,1 2 0 0,0 3-208 16,-1 0 32-16,1 0-11968 16,0 2-2384-16</inkml:trace>
  <inkml:trace contextRef="#ctx0" brushRef="#br0" timeOffset="-80497.86">2228 8959 11055 0,'0'5'480'0,"0"-4"112"0,0 2-464 0,0-2-128 0,0 1 0 0,0-2 0 0,0 2 2752 0,0-1 544 15,1 3 96-15,0-2 32 0,0 1-320 0,2 0-64 16,0-1-16-16,2 0 0 0,-1-2-1360 0,-4 0-288 16,0 0-48-16,23-7-16 0,-13 2-672 0,-10 5-144 0,21-12-32 15,-11 6 0-15,0-1-320 0,1-1-144 0,-2 2 128 0,0-3-128 16,-1 3 0-16,0-2 0 15,-2 1 0-15,-1 0 0 0,-1 0 0 0,-3 1 0 0,0 0 0 0,-3 1 0 16,-2-1 0-16,-1 1 0 0,-1 2 0 0,-2-1 0 31,-1-1 0-31,-1 2 0 0,-2 2 0 0,0 1 0 0,0 1 0 0,0 2 0 0,1 2 0 0,0 1 0 16,0 2 0-16,2-1-144 0,1 2 144 0,0 2 0 0,2 2-208 16,0-1 64-16,1 2 16 0,1 2 0 0,1 2 128 15,2 0 0 1,0-4 0-16,1 0 0 0,0-14 0 0,6 27 0 0,-6-27 0 0,0 0 0 15,0 0 0-15,0 0 0 0,35 29 0 0,-35-29 0 0,0 0 0 0,36-6 0 16,-23 0 0-16,0 0 0 0,-1 0-192 0,2-4-128 16,1-2 0-1,2 0-17216-15</inkml:trace>
  <inkml:trace contextRef="#ctx0" brushRef="#br0" timeOffset="-80229.86">2722 8589 11967 0,'0'-2'528'0,"-1"2"112"0,0 0-512 0,0 0-128 0,0 2 0 0,0 1 0 31,-1 1 2832-31,0 2 544 0,-4 5 96 0,-1 3 32 0,-3 7-560 0,0 3-128 16,-2 2 0-16,0 2-16 15,0 1-1600-15,1 2-320 0,1 0-64 0,0-3-16 16,2-2-96-16,1-1 0 0,1-2-16 0,1-2 0 15,2 1-288-15,1-6-48 0,2 0-16 0,0-16 0 16,3 27-160-16,-3-27-48 0,0 0 0 0,0 0 0 16,26 34-128-16,-26-34 0 0,0 0 0 0,0 0 0 15,48 1 0-15,-48-1-144 0,28-9 144 0,-13 2-208 16,2-3-704 0,0 0-144-16,0-1-32 0,1 1-16176 0</inkml:trace>
  <inkml:trace contextRef="#ctx0" brushRef="#br0" timeOffset="-79614.52">3297 8726 21183 0,'2'-3'1888'0,"-1"0"-1504"15,-1 3-384-15,0 0 0 0,-1 0 1952 0,1 0 320 16,-1-2 64-16,0 1 16 0,0 1-448 0,-1 0-96 16,-1 3-16-16,0 1 0 0,-1 4-1072 0,-2 1-208 15,2 3-64-15,-2 2 0 0,1 3-240 0,-1-2-48 16,1 1-16-16,2 0 0 0,0-2-144 0,1-2 0 15,2-3 144-15,0-9-144 0,0 0 0 0,0 0 128 16,0 0-128-16,0 0 0 0,0 0 0 0,0 0 128 16,45 3-128-16,-35-10 0 0,1-3 256 0,0-1-32 15,0 1 0-15,0-2 0 0,-1-2-96 0,-1 2-128 0,-1 0 176 0,-1 0-176 16,-2 3 0-16,-1-3 0 0,-2 5 0 0,-2-2 0 16,-2 1 0-16,-2-1 0 0,-1 2 0 15,-2-1 0-15,1 4 0 0,-3-3 0 0,-1 4 0 0,-1-1 0 16,-1 1 0-16,1 3 0 0,-1 0 0 15,1 1 0-15,1 3 0 0,2-2 0 0,2 6 0 0,-1-2 0 16,2 2 0-16,1-3-192 0,1 2 48 0,0-3 16 16,2 4-448-1,2-2-64-15,0 0-32 0,-1-6-16096 0</inkml:trace>
  <inkml:trace contextRef="#ctx0" brushRef="#br0" timeOffset="-79079.94">3774 8532 17503 0,'2'-4'768'0,"-1"-1"176"0,0 2-752 0,-2 0-192 15,0 0 0-15,0 2 0 0,-1-1 1984 0,-1-3 384 0,-3-2 64 0,-1-2 0 16,-2-1-720-16,-2 0-160 0,1 2-16 0,1 2-16 16,1 0-224-16,-2 3-32 0,2 1-16 0,-1 2 0 15,0 4-352-15,0 1-80 0,0 2-16 0,0 2 0 16,1 0-512-16,1 2-96 0,-2 1-32 0,2 2 0 15,0 2-160-15,1 3 0 0,0 2 0 16,3 1 0-16,0-3 0 0,2 5 0 0,1 2 0 0,2 3 0 16,1 1 0-16,1 1 0 0,2 0 0 0,-2-3 0 15,2-2 144-15,0 2 0 16,-1-2 0-16,-5-26 0 0,12 50-144 0,-12-50 0 0,9 46 0 0,-9-46 128 16,4 36-128-16,-4-20 0 0,0-4 0 0,-2 0 0 15,-1-1 0-15,-3-2 0 0,0 1 0 0,-3-3 0 0,1 0 0 0,-3-1 0 16,-1 0 0-16,0-4 0 0,-1 1 0 0,-1-3 0 15,0-3 0-15,0 0 0 0,0-2-256 0,0-1 32 16,1-3 0-16,1 0 0 16,1 0-1008-16,1-4-208 0,0-1-32 0,2-3-16 15,2-3-928-15,1-3-176 0,1 0-32 0,2-3-16 16,2-2-512-16,2 3-112 0,3 2 0 0,2 2-16 16,2 2 752-16,-2 4 160 0,1 3 16 0,0 0 16 0,-1 6 2464 0,-1-1 512 15,0 4 80-15,-1 3 32 0,-5 0 1264 0,0 0 256 16,0 0 48-16,0 0 16 0,0 0 672 0,0 0 144 15,41 26 32-15,-41-26 0 0,0 0-528 0,0 0-96 16,38 5-32-16,-38-5 0 0,26-7-1120 0,-12-1-240 0,1 2-32 0,0-4-16 16,0 3-704-16,3-5-144 0,-1 0-16 0,3-1-16 15,-3 3-240-15,2-2 0 16,1 1 0-16,-1 0-12096 0,0 4-2448 16</inkml:trace>
  <inkml:trace contextRef="#ctx0" brushRef="#br0" timeOffset="-78590.89">4500 8523 18431 0,'6'-5'816'0,"-2"3"160"0,-1 0-784 0,-1 1-192 16,-2 1 0-16,0 0 0 0,-1 0 2704 0,-1 0 496 15,-1 3 112-15,-2-2 16 16,-2 2-896-16,-1 2-192 0,-1 1-16 0,0 0-16 0,-1 1-1216 0,-1 0-240 16,1 0-48-16,-2 1-16 0,2-2-400 0,0 2-80 15,0-1-16-15,0 1 0 0,0-2-192 0,1 1 0 16,0 0 128-16,-1 0-128 0,3 1 0 0,0-2 0 15,0 2 0-15,2-1 0 0,0 0 0 0,2 0 0 0,1-2 0 16,2 0 0 0,1 0 0-16,-1-5 0 0,0 0 0 0,0 0 0 15,0 0 0-15,0 0 0 0,39 18 0 0,-39-18 0 16,0 0 0-16,35 3 0 0,-35-3 0 0,0 0 0 0,41 5 0 0,-41-5 0 0,0 0 0 0,38 9 0 16,-38-9 0-16,0 0 0 0,0 0 0 0,0 0 0 15,36 28 0-15,-36-28 0 0,0 0 0 0,0 24 0 16,-2-17 0-16,-4 3 0 0,-1 0 0 0,-2-1 0 0,-1 2 0 0,0-3 0 15,-2 1 0-15,0-2 0 0,0 0 0 0,0-2 128 16,1-3-128-16,-1 1 0 0,0-1 128 0,2-2-128 16,2-2 0-16,0 1 144 0,2-1-144 0,2 0 0 15,2-2 0-15,1-1 0 16,4 0-672-16,2 0-112 16,3-2-32-16,2-2-17008 0</inkml:trace>
  <inkml:trace contextRef="#ctx0" brushRef="#br0" timeOffset="-78417.78">4657 8604 18431 0,'3'-3'816'0,"0"0"160"0,0 1-784 0,-2 1-192 0,0 0 0 16,-1 1 0-16,1 0 2400 0,0 0 432 0,2 0 96 16,1 0 16-16,0 0-960 0,-4 0-176 0,0 0-32 0,0 0-16 15,0 0-1280-15,0 0-256 0,0 0-48 0,0 0-16 31,0 0-720-31,39 21-144 0,-39-21-16 0,0 0-14512 0</inkml:trace>
  <inkml:trace contextRef="#ctx0" brushRef="#br0" timeOffset="-78259.74">4677 8703 5519 0,'-2'3'496'0,"0"-1"-496"0,1 0 0 0,1-2 0 0,0 2 2560 0,-1 1 432 15,0 2 80-15,0 1 0 0,-2 2 528 0,1 2 112 16,0 1 0-16,1-2 16 0,1 0-1872 0,0-9-384 15,0 0-80-15,0 0-16 0,0 0-1056 0,0 0-320 16,0 0 128-16,0 0-128 16,34 27-1600-16,-26-31-384 0</inkml:trace>
  <inkml:trace contextRef="#ctx0" brushRef="#br0" timeOffset="-77865.46">4925 8687 11055 0,'0'0'480'0,"0"0"112"15,0 0-464-15,0 0-128 0,31 0 0 0,-29-1 0 0,2 1 2016 0,1-2 384 0,5 0 80 0,2-3 16 16,0-1-96-16,0 0-16 0,-2-1 0 0,-2-3 0 16,-1 3-672-16,-2-2-144 0,-1-1-32 0,-1 1 0 15,-1 0-592-15,-3 0-128 0,0-1-32 0,-2 3 0 16,-1 1-400-16,-1 0-96 0,-2 0-16 0,-1 3 0 16,0 0-64-16,-4 3-16 0,1 2 0 0,-1 0 0 15,0 1-32-15,0 4-16 0,0 0 0 0,2 0 0 16,1 0-144-16,1 0 192 0,2 3-192 0,0 0 192 0,2 1-192 0,2-2 0 15,1 3 0-15,0 0 0 0,1-12 0 0,0 0 0 16,9 36 0-16,-9-36 0 0,0 0 0 0,22 38 0 16,-22-38 0-16,0 0 128 0,35 39 32 0,-35-39 0 15,25 29 0-15,-25-29 0 0,25 34-160 0,-25-34 160 16,0 0-160-16,29 40 160 16,-29-40-160-16,0 0 0 0,19 36 0 0,-19-36 128 15,0 0-128-15,2 35 128 0,-7-23-128 0,0 2 128 0,-3-2-128 0,0-3 160 16,-1 1-160-16,-2 0 160 0,0-3-160 0,-2 0 0 15,-1 0 0-15,-1-4 0 0,0 1 0 0,-2-2 0 16,-2-1 0-16,3 1 0 0,1-4 0 0,3-1-192 0,2 1 32 16,2-6 16-1,4 2-1520-15,2-3-288 0,2 1-64 0,3-4-14000 0</inkml:trace>
  <inkml:trace contextRef="#ctx0" brushRef="#br0" timeOffset="-77440.77">5217 8551 1839 0,'0'0'160'0,"0"0"-160"0,1 0 0 0,-1 0 0 15,0 0 4064-15,0 1 784 0,-1 3 144 0,0-2 48 16,0 4-1168-16,-1 2-224 0,-1 2-64 0,0 3 0 16,0 0-2016-16,0 2-416 0,0 3-64 0,0-1-32 0,1-1-464 0,-1 2-80 15,1 0-32-15,-1-2 0 0,0 1-96 0,2-2 0 16,-1-3-16-16,2-12 0 15,-1 18-192-15,1-13-48 0,1 0 0 0,0-3 0 16,0-2-128-16,-1 0 0 0,1-2 0 0,0-2 0 0,0-2-128 0,1 0-16 16,-1-2 0-16,1 1 0 15,0-2-576-15,0-3-112 0,-1 0-32 0,2 0 0 16,-1-2-432-16,1 2-96 0,1-4-16 0,-1 1 0 0,3-2 832 0,-2 1 144 16,1 0 48-16,1 1 0 0,-2 1 384 0,2 2 0 15,0 1 0-15,2 3 0 0,-1-1 0 0,1 4 192 16,0 0-32-16,-8 5-16 0,0 0 752 0,0 0 128 0,33 0 48 0,-33 0 0 15,0 0-160-15,0 0-16 0,0 0-16 0,34 33 0 16,-34-33-560 0,0 0-128-16,14 34 0 0,-14-34-16 0,4 26-176 0,-4-26 128 0,2 26-128 0,-2-12 128 15,0-14-128-15,1 24 160 0,-1-24-160 0,0 19 160 16,0-19-160-16,0 0 0 0,0 0 0 0,1 21 0 31,0-20-448-31,1-2-80 0,0-1-16 0,0-4-10608 0,2 2-2128 0</inkml:trace>
  <inkml:trace contextRef="#ctx0" brushRef="#br0" timeOffset="-77251.08">5518 8479 8287 0,'1'-1'736'0,"0"1"-592"0,0 0-144 0,0 0 0 0,0 0 2400 0,0 0 448 16,-1 1 96-16,2 0 0 0,-2-1 576 0,0 0 96 15,0 0 32-15,0 0 0 0,0 0-1808 0,0 0-368 16,0 0-64-16,38 22 0 0,-38-22-1008 0,0 0-192 15,0 0-32-15,0 0-16 0,39 6-288 0,-39-6-64 16,0 0-16-16,0 0-10832 16,0 0-2160-16</inkml:trace>
  <inkml:trace contextRef="#ctx0" brushRef="#br0" timeOffset="-77126.63">5565 8577 5519 0,'-1'3'496'0,"1"-1"-496"0,0 0 0 0,0-1 0 16,-1 3 2528-16,0-1 416 0,0 3 64 0,0 4 32 15,-1 2 288-15,0 4 64 16,2-16 16-16,1 27 0 0,-1-27-2176 0,0 0-432 0,0 0-96 0,15 33 0 31,-15-33-1440-31,0 0-288 0</inkml:trace>
  <inkml:trace contextRef="#ctx0" brushRef="#br0" timeOffset="-76797.2">6053 8342 13359 0,'7'-13'288'0,"-3"5"64"0,0-1 16 0,-2 1 16 0,-2 5-384 16,-1 2 0-16,0-1 0 0,0-3 0 0,-2-2 2528 0,-1-3 432 15,-3 3 96-15,-1 2 16 0,-2 3-928 0,-1 2-176 32,0 3-48-32,0 4 0 0,0 2-736 0,-1 3-160 0,2 0-16 0,-1 4-16 0,1 1-288 0,1-1-48 15,2 4-16-15,0-2 0 0,3 2-256 0,0 0-64 16,2-2-16-16,2-18 0 0,1 35 16 0,-1-35 0 15,6 33 0-15,-6-33 0 0,10 36-320 0,-10-36 160 16,16 38-160-16,-16-38 128 16,17 40-128-16,-17-40 0 0,18 42 0 0,-18-42 0 0,18 49 0 0,-18-49 0 0,18 49 0 0,-18-49 0 31,11 50-576-31,-11-50-64 0,6 42 0 0,-6-42 0 16,0 34-160-16,0-34-32 0,-6 30-16 0,1-18 0 0,1 0 544 0,-3-5 112 0,1 0 32 0,-2-2 0 15,1-2-144-15,-2-1-16 0,-1-2-16 0,0-3 0 31,-2-1-1360-31,-1-1-272 0</inkml:trace>
  <inkml:trace contextRef="#ctx0" brushRef="#br0" timeOffset="-76608.29">5780 8620 15663 0,'8'-7'688'0,"-2"1"144"15,2 0-656-15,-3 3-176 0,0 0 0 0,-1 2 0 0,1-3 2640 16,6-2 496-16,5-1 112 15,5-4 16-15,4-3-1472 0,2 1-272 16,-2 0-64-16,0 1-16 0,-2 2-1040 0,0 0-208 0,-1 1-32 0,0-1-16 0,-2 1-144 16,-1-1 0-16,-4 3 0 0,-15 7 0 15,25-11-1344-15,-25 11-192 0</inkml:trace>
  <inkml:trace contextRef="#ctx0" brushRef="#br0" timeOffset="-76419.27">6249 8397 15663 0,'2'0'688'0,"-1"0"144"31,1 0-656-31,-2 0-176 0,2 0 0 0,-1 0 0 0,0 3 2592 0,-1-3 480 0,0 0 112 0,0 0 16 0,0 0-192 0,0 0-16 0,0 0-16 0,38 26 0 16,-38-26-1952-16,0 0-384 0,0 0-64 0,0 0-32 16,37 10-544-16,-37-10 0 0,0 0 0 0,0 0 0 15,0 0-624 1,33-4-176-16,-33 4-32 0,0 0-16016 0</inkml:trace>
  <inkml:trace contextRef="#ctx0" brushRef="#br0" timeOffset="-76259.42">6277 8513 5519 0,'-1'1'496'0,"1"1"-496"0,0-2 0 0,0 1 0 0,0 0 2272 0,0 1 352 16,0 1 80-16,-1 0 16 0,1-3 1408 0,-1 16 288 15,1-16 48-15,-1 21 16 0,0-7-1984 0,1-14-400 16,0 27-80-16,0-27-16 0,0 29-1392 0,0-29-288 15,2 25-48-15,-2-25-16 0,0 0-256 0,0 0-176 16,13 34 32-16,-13-34-11504 31,0 0-2288-31</inkml:trace>
  <inkml:trace contextRef="#ctx0" brushRef="#br0" timeOffset="-75931.89">6717 8535 1839 0,'3'-5'160'0,"-2"0"-160"0,0 1 0 0,-1 3 0 16,0-1 2368-16,0 0 448 0,1-3 96 0,-1-4 16 16,1-1 288-16,-2-2 64 0,-1 3 16 0,-1 4 0 15,-1 0-992-15,0 1-208 0,-2 3-48 0,0 1 0 16,-2 3-576-16,-1-1-128 0,0 3-32 0,-2-1 0 15,0 4-544-15,-2-3-96 0,1 4-32 0,-1-1 0 16,1 3-272-16,0 1-64 0,1-1-16 0,0 4 0 0,1-1-80 16,1 0-16-16,1 1 0 0,2-1 0 0,1 0-16 15,2 0-16-15,2-2 0 0,1-12 0 0,0 0-32 0,0 0-128 16,15 34 192-16,-15-34-64 0,0 0-128 0,0 0 0 16,46 4 0-16,-46-4 0 0,31-10 0 0,-14 2-224 15,1 0 48-15,1-4 16 16,0 0-1696-16,1 0-352 0</inkml:trace>
  <inkml:trace contextRef="#ctx0" brushRef="#br0" timeOffset="-75208.33">6901 8523 3679 0,'-1'-2'320'0,"0"1"-320"0,0 1 0 0,0-2 0 16,0 1 2944-16,0 0 528 0,0 1 112 0,0-3 0 16,0-2 384-16,-2-1 64 0,-1-2 0 0,0 1 16 15,2-1-1824-15,-2 0-368 0,0 3-80 0,0 0-16 16,2 0-992-16,-2 3-192 0,0 2-32 0,0 0-16 15,-1 3-320-15,-1 2-64 0,-1 1-16 0,0 1 0 16,-2 1-128-16,1 2 128 0,1-1-128 0,-2 0 128 16,3 1-128-16,-1 3 0 0,1-3 0 0,0 3 128 15,1-2-128-15,0 1 0 0,2 0 0 0,1-1 128 16,2-11-128-16,-1 19 160 0,1-19-160 0,0 0 160 0,0 0-160 0,0 0 128 16,0 0-128-16,0 0 128 0,38 17-128 0,-38-17 0 15,24-12 0-15,-11 5 0 0,-1-2 0 16,0-1 0-16,0 1 0 0,-1-3 0 0,-2 1-128 0,0-1-16 15,0 1 0-15,-2-1 0 0,0 1-16 0,-3 1 0 16,0-1 0-16,-1 2 0 0,-1 1 160 0,-1 1 0 16,0-1 0-16,0 2 0 0,-1 3 0 0,-1 1 0 15,1 0 0-15,-1 2 0 0,1 2 0 0,-1 1 176 16,0 2-176-16,0 1 192 0,-1 0 0 0,2-6 16 16,-3 15 0-16,3-15 0 0,-2 17-208 0,2-17 144 15,-1 19-144-15,1-19 128 0,0 0-128 0,0 0 0 16,0 0 0-16,7 27 128 0,-7-27-128 0,0 0 0 0,0 0 0 0,0 0 0 15,0 0 0-15,26-5 0 0,-20-1 0 0,2 0 0 16,1-2 0-16,0-1 0 0,1 0 0 0,0 0 0 16,1-2 0-16,-1 2 0 0,2-1 0 0,-1 1 0 15,0-3 0-15,0 5 0 0,-1-2 0 0,-1 1 0 16,-9 8 0-16,18-7 0 0,-18 7 0 0,0 0 0 16,0 0 0-16,0 0 0 0,0 0 0 0,38 19 0 15,-38-19 0-15,0 0 0 0,14 33 0 0,-14-33 0 16,0 0 0-16,8 38 0 0,-8-38 128 0,4 25-128 15,-4-25 0-15,0 0 0 0,2 34 0 0,-2-34 0 16,0 0 0-16,0 22 0 0,0-22 0 0,0 0 0 16,0 0 0-16,0 0 0 0,0 0 0 0,-2 4 0 0,0-8 0 15,0-1 0-15,1-2 0 0,-1 0 0 0,1-2-192 0,0-1-32 16,1 0 0-16,1-1 0 0,3 1-112 0,-1-2-32 16,1 1 0-16,1-1 0 0,1 1 368 0,-1-2-144 15,3 1 144-15,-1 2 0 0,-1 1-128 0,2 3 128 16,-8 6 0-16,0 0 0 0,18-8 0 0,-18 8 0 15,0 0 0-15,0 0 0 0,0 0 256 0,0 0 48 16,18 33 16-16,-18-33 0 0,0 0-96 0,4 34-16 16,-4-34 0-16,1 25 0 0,-1-25-208 0,0 0 0 15,2 31 128-15,-2-31-128 0,0 0 0 0,0 0 0 16,0 0 0-16,10 31 0 0,-10-31 0 0,0 0 0 0,0 0 0 0,0 0 0 31,0 0-320-31,0 0-176 0</inkml:trace>
  <inkml:trace contextRef="#ctx0" brushRef="#br0" timeOffset="-74908.96">7635 8365 5519 0,'1'-6'496'0,"-1"1"-496"0,0 1 0 0,-1 1 0 0,0 3 2560 0,0-2 432 16,0 2 80-16,-2-2 0 0,-2 1 592 0,-2-1 112 15,-2 2 32-15,-3 0 0 0,1 5-1808 16,0 0-352-16,-1 2-80 0,0 2-16 0,1 1-912 16,-1 2-192-16,1 0-48 0,1 2 0 0,1 1-240 15,1 0-160-15,1 0 192 0,1-1-192 0,1 0 320 0,2-2-32 16,3-12-16-16,0 0 0 0,-1 26 48 0,1-26 16 16,0 0 0-16,0 0 0 15,0 0-336-15,0 0 0 0,35 19-192 0,-35-19 64 16,23-5-1312-16,-23 5-256 0,29-11-48 0,-14 3-14064 15</inkml:trace>
  <inkml:trace contextRef="#ctx0" brushRef="#br0" timeOffset="-74593.97">7713 8416 11055 0,'0'0'480'0,"0"0"112"0,0 0-464 0,0 0-128 0,0 0 0 0,0 0 0 16,0 0 2448-16,0 0 480 0,0 0 80 0,0 0 32 15,13 34 304-15,-13-34 64 0,0 0 16 0,0 0 0 16,0 0-1760-16,36 18-336 0,-36-18-80 0,0 0-16 15,34-2-720-15,-34 2-128 0,25-9-48 0,-12 4 0 16,0-3-112-16,0-1-32 0,0 0 0 0,0-1 0 16,-2 0-192-16,0 1 0 0,-2 0 0 0,0-1 0 15,-2 0 0-15,-2 2 0 0,-1 0 0 0,-1-1 0 16,-2 4 0-16,-3-3 0 0,0 2 0 0,-2 1-160 0,-2 0-160 16,-1 1-16-16,-3-1-16 0,-2 2 0 0,1 2 16 0,-2 0 0 15,-1 1 0-15,0 2 0 0,1 1 144 0,1 2 48 16,2 1 0-16,0 2 0 0,3-1 144 0,-1 2 0 15,2 3 0-15,0 0 0 16,2 0 432-16,1 0 64 0,3-12 16 0,-3 28 0 0,3-28-64 0,3 28-16 16,-3-28 0-16,0 0 0 0,16 34-304 0,-16-34-128 15,0 0 128-15,0 0-128 0,38 26 0 0,-38-26 0 16,0 0 0-16,44 4-12128 16,-44-4-2464-16</inkml:trace>
  <inkml:trace contextRef="#ctx0" brushRef="#br0" timeOffset="-72125.16">8672 8300 11055 0,'2'-4'976'0,"0"3"-784"16,-1-1-192-16,-1 0 0 0,1 1 1792 0,0-1 304 15,0 0 64-15,1-5 16 0,2 0 464 0,-1-3 112 16,1 0 0-16,-2 1 16 0,1 0-1088 0,-2-1-208 15,0 0-64-15,0 2 0 0,-2 1-688 0,0-1-144 16,-1 1-16-16,0-1-16 0,-1 4-160 0,-2-1-16 16,0 0-16-16,0 3 0 15,0 2-112-15,0 0-32 0,-2 0 0 0,1 2 0 0,-1 3-80 0,1 0-128 16,1-1 176-16,0 4-176 0,0 1 0 0,-1 6 0 0,2 1 0 0,-1 5 0 31,1 3 0-31,2 2 0 0,0 3 0 0,0-1 0 0,1 5 0 0,1-2 0 0,-1 3 0 0,0-2 0 16,1-1 128-16,0-2-128 15,0-1 0-15,0-2 0 0,0-2 0 0,0-5 0 0,0 2 0 0,0-21 0 16,0 38-192-16,0-38-64 0,1 28 0 0,-1-28 0 31,0 0-960-31,0 22-208 0,-1-19-48 0,-1-4-8704 0,0-1-1728 0</inkml:trace>
  <inkml:trace contextRef="#ctx0" brushRef="#br0" timeOffset="-71936.45">8466 8475 15663 0,'0'1'688'0,"1"-1"144"0,1 2-656 0,0-2-176 16,-2 0 0-16,0 0 0 0,0 0 1424 0,0 0 256 15,0 0 48-15,35 1 16 0,-35-1 160 0,35-6 16 16,-35 6 16-16,39-9 0 0,-39 9-1056 0,48-17-224 16,-25 8-32-16,1-3-16 31,1 1-928-31,-1 0-176 0,1 2-32 0,-2 0-12752 0</inkml:trace>
  <inkml:trace contextRef="#ctx0" brushRef="#br0" timeOffset="-71337.61">8877 8342 11967 0,'-3'1'1072'0,"2"1"-864"0,0-2-208 0,0 2 0 16,0-1 1120-16,-1 1 176 0,0 2 48 0,-2 1 0 15,-2 5 720-15,-1 1 160 0,2 2 16 0,-1 1 16 16,3 0-416-16,1 0-96 15,2-14-16-15,0 0 0 0,6 33-400 0,-6-33-96 0,0 0-16 0,0 0 0 16,0 0-544-16,47 15-112 0,-47-15-32 0,27-8 0 16,-12 1-272-1,-1-2-64-15,1-1-16 0,-1-1 0 0,-1-1-48 0,0 0 0 16,-2 0 0-16,-1-2 0 0,-1 3-128 0,-2-1 128 16,-2-1-128-16,-1 3 128 0,-2-1-128 0,-3 2 0 15,-1 1 0-15,-1-1 0 0,-2 4 0 0,-2-2 0 16,-3 2 0-16,0 1 0 0,0 3 0 0,-1 1 0 15,-1 1 128-15,0 3-128 0,0 1 176 0,0 2 0 16,2 0 0-16,1 0 0 0,0 3 48 0,0-1 16 16,3 0 0-16,-1 1 0 0,3 0-48 0,0-3 0 15,1 0 0-15,2-2 0 0,1-5-192 0,0 0 176 0,0 0-176 0,0 0 160 16,0 0-160-16,0 0 0 0,36 7 0 0,-36-7 0 16,21-12 128-16,-9 4-128 0,1-1 0 0,1 0 128 15,1-1-128-15,-1-1 0 0,1 1 0 0,2-2 0 16,1 1 0-16,-1 1 0 0,-1 2 0 0,1-1 0 15,1 0 0-15,1 2 0 0,-19 7 0 0,32-9 0 16,-32 9 0-16,0 0 0 0,39-1 0 0,-39 1 0 16,0 0 0-16,0 0 0 0,37 24 0 0,-37-24 0 15,0 0 0-15,20 33 0 0,-20-33 0 0,0 0 0 16,16 40 0-16,-16-40 0 0,0 0 128 0,11 38-128 16,-11-38 0-16,0 0 0 0,4 31 0 0,-4-31 0 15,-2 14 0-15,1-9 0 0,-3 0 0 0,0 0 0 0,0-3 0 0,1 0 0 16,-2-2 0-16,1 0 0 0,1-2 0 0,-1 0 0 15,1-4 128-15,1 2-128 0,1-3 0 0,1 0 192 16,1-3-192-16,2-2 192 0,1 1-64 0,0-2 0 16,3-1 0-16,0 0 0 0,3 0-128 0,0-2 0 15,1 1 0-15,1-1 0 0,2 2 0 0,1 1 0 16,-1 2 0-16,0 2-176 16,0 1-848-16,0 3-192 0</inkml:trace>
  <inkml:trace contextRef="#ctx0" brushRef="#br0" timeOffset="-70721.09">10062 8326 3679 0,'0'2'320'16,"0"1"-320"-16,0 2 0 0,0-3 0 0,0-2 1792 0,0 1 304 16,0 0 48-16,1 1 16 0,-1-2 1520 0,0 0 304 15,0 0 64-15,0 0 16 0,0 0-1328 0,0 0-272 16,0 0-48-16,31 0-16 15,-25-4-960-15,-1-4-192 0,1 2-32 0,-1-2-16 0,1 0-640 0,-2 0-128 16,1-1-32-16,-1 2 0 0,-2 1-272 0,-1 0-128 16,-1-1 128-16,-2 2-128 0,-1 0 0 0,-4 0 0 15,0 3 0-15,-2-1 0 0,-1 2 0 0,-3 2-256 16,0 2 64-16,0 1 16 0,-1 1-160 0,-1 2-48 16,0 3 0-16,1-1 0 0,1 1 128 0,1 1 0 0,0 1 16 0,2 0 0 15,1 2 240-15,1-1 0 0,1 3 0 0,0 1-144 16,1-1 144-16,1 3 0 0,1-2 0 15,4-17 0-15,-4 33 0 0,4-33 128 0,1 23-128 0,-1-23 176 16,0 0 16-16,0 0 0 0,0 0 0 0,26 27 0 16,-26-27-192-16,0 0 0 0,28-5 0 0,-28 5 0 15,23-12 0-15,-11 3 0 0,3-1-144 0,-1-2 144 16,1-1-320-16,-1 0 64 0,0-1 0 0,-2 0 0 0,0 2-32 0,-2-2 0 16,0 2 0-16,-2 0 0 0,-2 3 160 0,-1-1 128 15,-1 1-192-15,-2 4 192 0,-1 0 0 0,-1 1 0 16,0 3 0-16,-1 2 0 0,1 1 0 15,-2 3 176-15,2-5 0 0,0 0 0 0,-2 18 336 0,2-18 80 16,0 0 16-16,3 27 0 0,-3-27-80 0,0 0-16 16,0 0 0-16,22 30 0 0,-22-30-320 0,0 0-192 15,0 0 192-15,45 8-192 0,-45-8 0 0,31-5 0 16,-31 5 0-16,32-12-12080 16,-14 5-2512-16</inkml:trace>
  <inkml:trace contextRef="#ctx0" brushRef="#br0" timeOffset="-69131.38">10803 8278 13823 0,'1'-2'1216'0,"0"0"-960"16,0 0-256-16,0 2 0 0,0-2 1536 0,0 1 256 15,0-2 48-15,1 0 16 0,1-2 896 0,-1-1 176 16,0 2 32-16,0 0 16 0,-1 1-1760 0,-1 2-336 15,0-1-80-15,-1 2-16 0,0 0-336 0,-1 0-64 16,-1 2 0-16,0 1-16 0,-1 2-128 0,-1-1-32 16,1 2 0-16,-2 1 0 0,0 2-208 0,0 1 128 15,-1 1-128-15,0 1 0 0,2 2 192 0,-1 3-64 16,2-1-128-16,0 1 192 0,1 0 32 0,0-2 0 16,3-15 0-16,1 26 0 0,-1-26-64 0,0 0-16 0,0 0 0 0,0 0 0 15,27 28 16-15,-27-28 0 0,0 0 0 0,30-8 0 16,-30 8 144-16,21-14 16 0,-10 5 16 0,1-2 0 15,-1 0-144-15,1-1-16 0,0 0-16 0,-2-2 0 16,-1 2-160-16,-1 0 0 0,0 0 0 0,-4 1 0 16,0 2 0-16,-1-1 0 0,-2 0 0 0,-1 3-176 15,-2-1 176-15,-1 0 0 0,-1 1-144 0,-2-1 144 0,0 2-288 16,-2 0 16-16,0 2 0 0,-1-1 0 0,1 0 64 0,-1 3 16 16,1 2 0-16,0 0 0 0,2 0 192 0,1 2-144 15,-1 3 144-15,2-2-128 0,-1 1-80 0,0 1-16 16,2 0 0-16,0-3 0 15,2 3-864-15,0-3-160 0,2 1-32 0,-1-3-14000 16</inkml:trace>
  <inkml:trace contextRef="#ctx0" brushRef="#br0" timeOffset="-68644.61">11186 8165 13823 0,'1'2'608'0,"0"-4"128"0,0 2-592 0,-1 0-144 0,0 0 0 0,0 0 0 16,0 0 2512-16,0 2 480 0,-1-2 80 0,0 3 32 15,0-1-544-15,0 3-128 0,-1 2 0 0,-1-2-16 16,3-5-1072-16,-5 19-192 16,3-8-64-16,-3 1 0 0,1 1 448 0,0 1 64 0,-1 2 32 0,-2-2 0 31,3 2-1888-31,-2-1-368 0,0 0-80 0,0-2 0 0,2 0 704 0,-1-2 0 15,1-2 0-15,0 1 160 0,1-3-160 0,-1-2 0 0,0-1 0 0,1 1 0 16,-1-2 0-16,1-2 0 0,1 0 0 0,0 1 0 16,1-4 0-16,0 1 0 0,1-2 0 0,0-2 0 0,1 0 0 0,0-2 0 15,2 0 0-15,1-3 0 0,0 1 0 0,1-1 0 16,1-2-128-16,0-1 128 16,2 0 0-16,0-1 0 0,1-2 0 0,0 1 0 0,0 3 0 0,2-2 0 15,0 1 0-15,0 0 0 0,0 1 0 16,1 2 0-16,-1-1 0 0,0 2 0 0,-1 1 0 0,-10 8 0 15,20-11 0-15,-20 11 0 0,0 0 0 0,23-7 0 16,-23 7 0-16,0 0 0 0,0 0 0 0,0 0 0 16,0 0 0-16,0 0 0 0,0 0 0 0,0 0 0 15,28 33 144-15,-28-33-144 0,0 0 128 0,0 30-128 0,0-30 160 16,-3 22-160-16,3-22 160 0,-5 23-160 0,2-9 160 16,0-2-160-16,-1 2 128 0,-1-2-128 0,2 0 0 0,-1-2 0 15,4-10 0-15,-5 16 128 0,5-16-128 0,0 0 0 16,-3 11 0-16,3-10 0 0,1-1 0 0,0-1 0 15,1-2 0-15,0-2-208 0,1 0 64 0,0 0-12224 32,2-2-2448-32</inkml:trace>
  <inkml:trace contextRef="#ctx0" brushRef="#br0" timeOffset="-68281.39">11417 8231 7359 0,'0'0'656'0,"-2"5"-528"0,2-5-128 0,0 0 0 15,0 0 2112-15,0 0 400 0,0 0 80 0,0 0 16 16,0 0 736-16,0 0 160 16,0 0 16-16,0 0 16 0,0 0-1104 0,0 0-240 0,0 0-32 0,40 14-16 0,-40-14-960 0,25-6-192 15,-25 6-32-15,27-10-16 0,-13 3-560 0,1 0-96 16,0 1-32-16,-1-2 0 0,-2 2-256 0,-2-1 160 16,0 0-160-16,-2 2 128 15,-1-2-128-15,-2 3 0 0,-2-1 0 0,-2 2 0 0,-1-1 0 0,-1-1 0 16,-3 2 0-16,-2 0 0 15,-1 0 0-15,-2 1-144 0,-2 1 144 0,-2-1-160 0,0 2-16 0,0 2 0 16,0-1 0-16,0 3 0 0,0-2 176 0,3 3 0 16,0 2 0-16,0 0 0 0,2 0 0 0,-2 3 0 0,2 0 0 0,1 1 0 15,0 1 0-15,1 0 0 0,0-1 160 0,1 1-160 16,5-12 192-16,-3 22-64 16,3-22-128-16,0 0 192 0,0 0-48 0,0 0-16 15,21 31 0-15,-21-31 0 0,0 0-128 0,0 0 0 0,44 2 0 0,-44-2 0 16,28-7-240-16,-28 7-80 0,32-14 0 0,-16 6-17984 15</inkml:trace>
  <inkml:trace contextRef="#ctx0" brushRef="#br0" timeOffset="-68013.33">11823 8250 9215 0,'-5'3'400'0,"1"-1"96"0,1 0-496 0,0-1 0 0,1 1 0 0,0-2 0 0,0 0 2880 0,-1 2 496 16,-1 0 80-16,-1-1 32 16,1 1-672-16,-1 0-128 0,3-1-16 0,1-1-16 15,1 0-1360-15,0 0-272 0,0 0-48 0,0 0-16 0,22-7 160 0,-22 7 32 16,0 0 0-16,30-10 0 0,-30 10-480 0,25-9-96 16,-25 9 0-16,26-8-16 0,-26 8-400 0,24-10-160 15,-24 10 128-15,27-7-128 16,-27 7 0-16,25-8 0 0,-25 8 0 0,21-6-12240 15,-21 6-2352-15</inkml:trace>
  <inkml:trace contextRef="#ctx0" brushRef="#br0" timeOffset="-67690.58">12271 8072 11055 0,'4'-6'480'0,"0"0"112"0,0 2-464 0,-2 1-128 16,-2 1 0-16,0 2 0 0,0 0 1968 0,1-2 368 15,-1 2 80-15,4-3 16 0,-4 3 16 0,0 0 16 16,0 0 0-16,0 0 0 16,-6 19-400-16,1-10-80 15,-1 1 0-15,0 2-16 0,0 0-736 0,-2 0-144 16,0 2-16-16,-1 2-16 0,0-1-592 0,0 2-112 15,0 1-32-15,0-1 0 0,0 0-144 0,0 1-48 16,0-1 0-16,2-2 0 0,0 1 0 0,2-3-128 16,0 0 192-16,5-13-64 0,-4 22-128 0,4-22 0 0,0 0 144 0,0 0-144 15,0 0 0-15,0 0 0 0,0 0 0 0,32 20 0 16,-32-20 0-16,18-9 0 0,-18 9 0 0,18-12 0 16,-8 5 0-16,1-2-240 0,-1 2 64 0,-2-3 16 31,0 1-1424-31,0 0-272 0</inkml:trace>
  <inkml:trace contextRef="#ctx0" brushRef="#br0" timeOffset="-67477.83">12143 8211 14735 0,'-9'3'640'0,"4"0"160"0,1 0-640 16,1-1-160-16,2-2 0 0,1 0 0 0,0 0 2480 0,0 0 464 15,0 0 80-15,0 0 32 0,0 0-256 0,0 0-48 16,0 0-16-16,0 0 0 0,41 2-1120 0,-41-2-208 15,30-10-64-15,-14 2 0 0,3 1-784 0,0-1-176 16,0 1-16-16,1-3-16 0,-1 3-208 0,0 0-144 16,-2 0 192-16,-1 1-192 0,-16 6 0 0,31-11 0 15,-31 11 0-15,29-7 0 0,-29 7-224 0,26-5-96 16,-26 5-32-16,0 0-11872 16,31-4-2384-16</inkml:trace>
  <inkml:trace contextRef="#ctx0" brushRef="#br0" timeOffset="-66848.31">12523 8184 13823 0,'0'0'608'0,"0"0"128"0,0 0-592 0,-2 0-144 0,2 0 0 0,0 0 0 15,0 0 2768-15,0 0 528 0,5-7 96 0,-5 7 32 16,6-7-480-16,-1 0-112 0,-1 2-16 0,1 0 0 16,0-2-1424-16,-2 2-304 0,1-1-48 0,-1 1-16 15,0 0-640-15,-1 1-144 0,-1 0-32 0,-1 2 0 16,-1-1-208-16,0 1 0 0,-1 2 0 0,-2 0 0 15,-1 2 0-15,-1 1 0 0,-2 2 0 0,-1-1 0 16,-2 4-288-16,0-2 48 0,-1 3 16 0,0 0 0 0,0 2 80 0,0-2 16 16,0 3 0-16,1-1 0 0,1 0 128 15,1-1 0-15,1 2 0 0,0-1 0 0,3-2 0 0,-1 1 0 16,2 0 0-16,4-10 0 0,0 0 0 0,0 0 144 16,0 0-144-16,0 0 0 0,0 0 128 0,0 0-128 15,0 0 0-15,0 0 0 0,42 9 144 0,-42-9-16 16,24-14-128-16,-11 7 192 0,0-3-192 0,0 3 0 15,0-2 0-15,-2 1 0 0,1-1-192 0,-3 2 32 16,-2-1 0-16,-7 8 0 0,11-11 160 0,-11 11 0 16,7-6 0-16,-7 6-128 0,2-4 128 0,-2 4 0 0,0 0 0 0,0 0 0 15,0 0 0-15,0 0 144 0,-7 15-16 0,7-15-128 16,0 0 320-16,-6 18-64 0,6-18 0 0,0 0 0 16,-2 24-112-16,2-24-16 0,0 0-128 0,0 0 192 15,0 0-192-15,0 0 144 0,19 31-144 0,-19-31 128 16,0 0-128-16,0 0 128 0,30-2-128 0,-30 2 128 15,21-7 0-15,-9-1-128 0,0-1 192 0,1 2-64 16,0-3-128-16,1-1 0 0,-1 2 0 0,-1 1 0 16,0-2 0-16,-1 3 0 0,-11 7 0 0,18-13 0 15,-18 13 0-15,13-8 0 0,-13 8 0 0,0 0 0 0,0 0 0 0,0 0 0 16,0 0 0-16,0 0 0 0,0 0 0 16,0 0 0-16,0 0 0 0,0 0 0 0,8 33 0 0,-8-33 0 15,0 0 176-15,-1 27-176 16,1-27 144-16,0 0-144 0,1 33 128 0,-1-33-128 0,0 0 0 0,6 30 0 15,-6-30 0-15,0 0 0 0,0 0 0 0,0 0 0 16,9 30 0-16,-9-30 0 0,0 0 0 0,0 0 0 16,0 0-192-16,0 0 192 15,0 0-1120-15,10-8-96 0,-9 5-32 0,0-1-16112 0</inkml:trace>
  <inkml:trace contextRef="#ctx0" brushRef="#br0" timeOffset="-66649.01">12753 8008 19343 0,'2'-4'848'0,"-1"2"192"0,1 1-832 0,-2 1-208 0,1 0 0 0,-1 0 0 15,0 0 2480-15,0 0 448 0,0 0 80 0,0 0 32 16,0 0-352-16,0 0-80 0,0 0-16 0,24 31 0 16,-24-31-1616-16,0 0-320 0,0 0-64 0,0 0-16 15,0 0-448-15,32 21-128 0,-32-21 0 0,0 0 0 16,0 0-544-1,28-4-176-15</inkml:trace>
  <inkml:trace contextRef="#ctx0" brushRef="#br0" timeOffset="-66423.04">13031 7828 11967 0,'3'-7'528'0,"-1"2"112"0,0 1-512 0,-1 2-128 15,-1 1 0-15,0 1 0 0,0 0 3072 0,0 0 576 16,0 0 112-16,0 0 16 0,0 0-432 0,-8 21-80 16,8-21-32-16,-10 27 0 0,4-10-1984 0,1 3-400 15,-1 3-80-15,1 2 0 0,0 1-480 0,-2 0-96 0,1 3 0 0,-1 1-16 16,1-1-16-16,0-3 0 0,0-4 0 0,6-22 0 16,-8 40-160-16,8-40 192 0,-5 32-192 0,5-32 192 31,-3 24-544-31,3-24-96 0,0 0-32 0,0 0-17504 0</inkml:trace>
  <inkml:trace contextRef="#ctx0" brushRef="#br0" timeOffset="-66048.21">13053 8127 9215 0,'0'0'816'0,"0"0"-656"0,0 0-160 0,0 0 0 0,0 0 2544 0,0 0 464 16,0 0 112-16,0 0 16 0,0 0 256 0,0 0 64 15,39 7 16-15,-39-7 0 0,28-7-2000 0,-28 7-384 16,32-7-96-16,-32 7-16 0,33-10-208 0,-33 10-32 16,31-11-16-16,-31 11 0 15,28-12-384-15,-28 12-80 0,22-12 0 0,-22 12-16 0,15-12-240 0,-15 12 0 16,9-12 0-16,-8 7 0 0,-2 1 0 0,-2-1-240 16,-1 2 48-16,-3 1 16 15,-1 2-464-15,-3 0-80 0,-1 0-32 0,-2 2 0 16,0-1 112-16,1 3 0 0,-1 1 16 0,0-1 0 0,1 1 288 0,2 2 48 0,0 1 16 15,-1-2 0-15,4 2 272 0,1-1 0 0,0 0 0 0,2 3 0 16,5-10 912-16,-9 18 144 16,9-18 32-16,-5 20 0 0,5-20-176 0,0 0-16 0,0 28-16 0,0-28 0 15,0 0-432-15,0 0-96 0,0 0-16 0,33 28 0 16,-33-28-208-16,0 0-128 0,34 5 160 0,-34-5-160 16,0 0 0-16,41-5 0 0,-41 5 0 0,31-11 0 31,-31 11-1344-31,30-13-144 0</inkml:trace>
  <inkml:trace contextRef="#ctx0" brushRef="#br0" timeOffset="-65525.19">13559 8089 15663 0,'0'0'688'0,"0"0"144"0,0 0-656 0,0 0-176 31,0 0 0-31,0 0 0 0,0 0 2976 0,-7 7 560 15,7-7 112-15,-5 0 32 0,2 0-1088 0,-1 0-224 16,1 0-32-16,2 0-16 0,-1-2-1664 0,0 0-336 16,0-1-64-16,0 0 0 0,0-1-64 0,0-1 0 15,-1 0 0-15,-2 1 0 0,0-4 0 0,-1 2 0 16,0 0 0-16,-1 0 0 0,1 1-64 0,0 0 0 16,-1 3-128-16,0-3 192 0,0 3 32 0,-1 1 0 0,1 1 0 0,-1 1 0 15,1 1-224-15,0 3 144 0,0-1-144 0,1 1 128 16,0 2-128-16,-1 1 192 15,2 3-192-15,-2-2 192 0,7-9-192 0,-11 20 0 0,5-8 0 0,-1 2 128 16,7-14-128-16,-12 28 0 0,12-28 0 0,-10 29 0 16,10-29 192-16,-7 28-64 0,7-28 0 0,-3 22 0 15,3-22 0-15,0 0-128 0,0 0 192 0,0 0-64 16,0 0-128-16,0 0 0 0,0 0 0 0,0 0 0 16,37 13 0-16,-27-22 0 0,2-3 0 0,1-2 0 15,1-2 0-15,0 0-144 0,1-2 144 0,1-1-160 16,-1-2-48-16,0-3-16 0,0 1 0 0,-1-1 0 0,-1-2 48 15,-3 2 16-15,0-2 0 0,-1 2 0 0,-2-2 160 0,-1 2-192 16,-2-2 192-16,0 2-192 0,-2 1 192 0,-1 0-160 16,-1 3 160-16,-1 5-160 0,-1 4 160 0,1 2 176 15,-2 6-48-15,1 1 0 0,1 2 160 0,-2 2 32 16,3-2 0-16,-7 14 0 0,7-14-80 0,-7 23-16 16,2-8 0-16,2 5 0 0,-1-2-224 0,-1 6 176 15,0 4-176-15,-2 4 160 0,1 1-160 0,-2 2 160 16,2 1-160-16,2-3 160 0,2-4 0 0,1-1 0 15,1-28 0-15,5 40 0 0,-5-40-160 0,12 36 0 16,-12-36 0-16,0 0 0 16,24 36-416-16,-24-36-112 0</inkml:trace>
  <inkml:trace contextRef="#ctx0" brushRef="#br0" timeOffset="-64722.33">13963 7930 13823 0,'4'-2'1216'0,"-1"-1"-960"0,-2 3-256 0,-1 0 0 16,0 0 2048-16,0 0 384 0,2-2 64 0,-2 2 0 16,0 0 512-16,0 0 112 0,0 0 16 0,0 0 0 15,0 0-1456-15,-1 28-272 0,1-28-64 0,-11 31-16 16,5-9-816-16,-2-1-144 0,2 3-48 0,-1-1 0 15,1 1-192-15,0-3-128 0,1-2 160 0,5-19-160 16,-10 36 128-16,10-36-128 0,-5 30 0 0,5-30 144 16,0 0-144-16,1 35 0 0,-1-35 0 0,0 0 0 0,0 0 0 0,0 0 0 15,0 0 0-15,0 0 0 0,36 15 0 0,-36-15 192 16,21-12-192-16,-10 6 192 0,1-2-192 0,-1-1 0 16,-1 2 0-16,-1-3 0 15,0 3-400 1,-2 0-112-16,-1-2-32 0,0 2 0 0,-1-3-848 0,-3 3-160 0,0 0-48 0,-2-3 0 15,-2 3-576-15,-2-1-128 0,-2 2-32 0,-1-1 0 16,-2 2-320-16,-3 0-64 0,0 1-16 0,-1-1 0 16,0 2 512-16,-1 0 112 0,-1 2 0 0,0-1 16 15,1 0 1072-15,0 1 224 0,-1 1 32 0,2 1 16 0,2 1 880 0,-1-2 160 0,1 2 32 0,1-2 16 16,1 0 1168-16,3 1 224 0,1-1 64 0,2 0 0 16,1 0 656-16,1 0 144 0,1 0 32 0,0 0 0 15,0 0 592-15,0 0 128 0,0 0 32 0,0 0 0 16,0 0-1840-16,33 1-384 0,-33-1-64 0,0 0 0 15,32 0-192-15,-32 0-16 0,27-1-16 0,-27 1 0 16,31-3-528-16,-31 3-96 0,33-6-32 0,-33 6 0 16,36-8-208-16,-36 8 176 0,33-8-176 0,-33 8 160 15,30-10-160-15,-30 10 0 16,27-9 0-16,-27 9 0 0,25-9-640 16,-25 9-128-16,22-10 0 0,-22 10-17072 0</inkml:trace>
  <inkml:trace contextRef="#ctx0" brushRef="#br0" timeOffset="-64344.94">14061 8150 14735 0,'0'0'640'0,"0"0"160"0,0 0-640 0,0 0-160 16,0 0 0-16,0 0 0 0,0 0 2304 0,0 0 416 16,30 1 96-16,-30-1 0 0,30-7-512 0,-14-1-128 15,0 2 0-15,1-2-16 0,1 1-752 0,-2 0-160 16,1-2-32-16,-2 1 0 0,0 0-576 0,-1-1-128 15,-2 1-32-15,-1 0 0 0,-2 1-480 0,-2 0 0 16,0-1 0-16,-3 2 0 0,-2-1-192 0,-1 2-144 16,-1 0-32-16,-2 0 0 15,-2 1-432-15,-2-1-96 0,-1 3 0 0,-2 2-16 16,-1 0-48-16,-1 2 0 0,-1 0 0 0,0 3 0 0,0-3 448 0,1 4 96 16,0 0 16-16,0 2 0 0,-1 0 224 0,2 2 176 0,0 2-208 0,1 0 80 15,1 2 592-15,0 0 128 16,0 0 32-16,-1 1 0 0,3 0 448 0,-1 1 80 0,7-16 32 0,-7 28 0 15,7-28-256-15,0 0-48 0,2 33-16 0,-2-33 0 16,0 0-352-16,0 0-80 0,0 0-16 0,34 19 0 16,-34-19-224-16,24-4-64 0,-24 4 0 0,27-10 0 15,-13 3-128-15,0 0 0 0,-1-1-192 0,0-1 192 16,-1 1-1920 0,0-1-272-16,1 1-48 0,-2 0-13360 0</inkml:trace>
  <inkml:trace contextRef="#ctx0" brushRef="#br0" timeOffset="-63794.79">14545 7954 13823 0,'1'-2'1216'15,"0"1"-960"-15,-1 1-256 0,0 0 0 0,0 0 2304 16,0 0 432-16,-1 0 80 0,1 0 0 0,-1-1 288 0,-2 2 48 16,-1 2 16-16,-2-2 0 0,-2 2-1872 0,-1 0-368 15,-1 2-80-15,-2 0-16 0,0 4-368 0,-1-4-80 16,-2 4 0-16,0-1-16 0,1 0-80 0,0 2-16 16,1 0 0-16,1-1 0 15,3 0-80-15,1-1-32 0,8-8 0 0,-7 14 0 16,7-14-160-16,0 0 192 0,0 0-192 0,0 0 192 0,0 0-192 0,27 28 0 15,-27-28 0-15,0 0 0 0,35 8 128 0,-35-8-128 16,28 4 128-16,-28-4-128 0,0 0 0 0,38 10 128 16,-38-10-128-16,0 0 0 0,0 0 0 0,32 12 0 0,-32-12 128 15,0 0-128-15,0 0 0 0,0 0 0 0,0 0 0 0,-9 28 0 16,1-25 0-16,-1 2 0 0,-2 0 0 16,0-1 0-16,1 0 0 0,0-1 0 0,0 1 0 0,0-3 0 15,3 1-208-15,-1-2 16 0,4 0 16 0,0-3 0 31,2 1-960-31,3-2-192 0,3-2-32 0,3 0-15648 0</inkml:trace>
  <inkml:trace contextRef="#ctx0" brushRef="#br0" timeOffset="-63526.62">14763 7887 7359 0,'0'0'656'15,"8"-7"-528"-15,-8 7-128 0,0 0 0 16,0 0 3200-16,0 0 624 0,0 0 112 0,0 0 32 0,0 0-112 0,0 0-16 31,0 0 0-31,0 0 0 0,0 0-2144 0,-14 32-432 16,5-16-96-16,-1 0-16 0,-2 6-704 0,0 1-128 15,0 2-48-15,0 1 0 0,2 0-272 0,2-3 160 16,8-23-160-16,-10 38 128 0,10-38 0 0,1 29-128 16,-1-29 192-16,0 0-64 0,0 0-128 0,23 40 160 15,-23-40-160-15,0 0 160 0,0 0-160 0,36 18 0 16,-36-18 0-16,0 0 0 0,28 3 0 0,-28-3 0 15,0 0 0-15,20-3 0 16,-20 3-384-16,0 0-128 0,6-9 0 0,-8 4-11472 0,-1 3-2288 0</inkml:trace>
  <inkml:trace contextRef="#ctx0" brushRef="#br0" timeOffset="-63369.12">14531 8072 22335 0,'0'0'496'0,"-3"0"96"0,3 0 32 0,0 0 0 0,0 0-496 0,0 0-128 0,0 0 0 0,0 0 0 15,39 0 3968-15,-39 0 768 0,48-4 144 0,-16-1 48 16,1-1-3552-16,0-2-704 0,2 3-144 0,-5-4-16 16,-1 2-384-16,-3 1-128 0,-3 0 0 0,-1 0-18576 15</inkml:trace>
  <inkml:trace contextRef="#ctx0" brushRef="#br0" timeOffset="-53145.05">1591 9617 2751 0,'0'-1'256'0,"-1"1"-256"0,0-2 0 0,1 2 0 16,-1-2 1024-16,0 1 144 0,0-2 48 0,-2 0 0 15,-1-3 320-15,0 1 64 16,0 1 0-16,1 1 16 0,0-2 304 0,2 3 48 0,0 1 16 0,0 0 0 15,0 1-192-15,0-2-48 0,1 2 0 0,0 0 0 16,0 0-384-16,0 2-80 0,1 0 0 0,1 3-16 16,-1 2-608-16,0 3-112 0,2 2-32 0,-1 4 0 15,1 3-128-15,-1 4-48 0,1 1 0 16,-1 2 0-16,1 3-16 0,0 2-16 0,0-1 0 0,-1 4 0 16,-1-1-112-16,0 2-32 0,-2 1 0 15,0-3 0-15,0-3-160 0,0-3 128 0,0-3-128 0,0-5 128 0,1-4-128 0,1-2 0 16,0-5 0-16,1-1 0 0,-1-3 0 0,2-4-144 15,1 0 144-15,0-2-208 16,0-5-1632 0,1-3-320-16</inkml:trace>
  <inkml:trace contextRef="#ctx0" brushRef="#br0" timeOffset="-52826.83">1566 9760 11967 0,'-3'-3'1072'15,"0"-1"-864"-15,2 2-208 0,1 2 0 0,0-2 416 0,-1-1 32 0,-1 1 16 0,-1-5 0 16,1 0 592-16,-1-3 112 0,2 5 32 0,1-3 0 16,1 2-320-16,3-1-64 0,0 3-16 0,2-2 0 15,2 2 0-15,0-1 0 0,3 0 0 0,-1 1 0 32,0 1 304-32,1-1 64 0,-11 4 16 0,0 0 0 0,0 0-464 0,41 2-80 0,-41-2-32 0,0 0 0 15,0 0-320-15,0 0-64 0,34 35-16 0,-31-25 0 16,-2 2-16-16,-1 0 0 15,-2 0 0-15,-2-1 0 0,-1 4-16 0,-3-1-16 16,-2 0 0-16,0 2 0 0,-1-4-32 0,0 0 0 0,0 0 0 0,-1 0 0 0,0-2-128 16,-1-4 0-16,1 2 0 0,-1-4 128 0,3 1-128 0,0-2 0 15,2-1 0-15,0-2 0 0,3-2 0 16,1-1 0-16,2-1 0 0,1 0 0 16,2 0-320-16,3-3-112 0,2 1-16 15,4-2-13664-15</inkml:trace>
  <inkml:trace contextRef="#ctx0" brushRef="#br0" timeOffset="-52404.23">1707 9855 9215 0,'-3'3'400'0,"1"-1"96"0,1-2-496 0,0 2 0 0,1-2 0 0,0 0 0 15,1 1 1584-15,0-1 208 0,0 2 64 0,2 0 0 0,0-1-16 0,3 1 0 0,-2-2 0 0,2 0 0 16,0 0-336-16,1-2-64 0,1-1-16 0,1 0 0 15,0 1-192-15,0-3-32 0,1-2-16 0,1 1 0 16,-2-1-416-16,1-1-96 16,0-2-16-16,0 1 0 0,-2-1-272 0,-1 3-48 0,0-2-16 0,-2-1 0 15,0 3-320-15,-1-1 0 16,-2 0 0-16,-1 1 128 0,-1-1-128 0,-1 2 0 0,0 0 0 0,-3 0 0 16,-1 1 0-16,0 1 0 0,-3 1 0 0,1-2-128 15,-1 3 128-15,0 1 0 0,0 1-144 0,-1 0 144 16,2 0 0-16,0 3 0 0,-2 0-144 0,2 1 144 15,-1 0 0-15,2 2 0 0,0 0 0 0,1 2 0 0,0-1 0 0,1 2 0 16,-1 3 0-16,0 0 144 0,1 1-16 0,1 0 0 16,0-1 0-16,1 0 0 0,1 2 80 0,0-2 16 15,2 0 0-15,1-2 0 0,1-1 32 0,1-2 0 16,-4-7 0-16,0 0 0 0,0 0-96 0,0 0-16 16,0 0 0-16,46 0 0 0,-35-5 80 0,1-2 16 15,0-2 0-15,0 2 0 0,0-1-240 0,1 1 0 16,-1 0-144-16,0 0 144 15,2 0-1392 1,0-1-176-16,0 2-32 0,-2-2-8848 0,-2 4-1776 0</inkml:trace>
  <inkml:trace contextRef="#ctx0" brushRef="#br0" timeOffset="-52056.61">1946 9760 5519 0,'-4'0'496'0,"2"0"-496"0,0 0 0 0,0 0 0 15,2 0 1744-15,0 0 256 16,0 1 48-16,-1-2 16 0,0 1 608 0,0 0 112 15,0-2 32-15,1 1 0 16,2 0-1152-16,0-2-240 0,-1-2-32 0,3 3-16 16,1-2-608-16,0-1-112 0,3 0-16 0,-1 0-16 15,1 0-304-15,0 2-48 0,1-1-16 0,0 2 0 16,-9 2-112-16,0 0-16 0,0 0-128 0,0 0 192 16,44 10-192-16,-44-10 0 0,0 0 128 0,0 0-128 0,22 33 0 0,-22-33 0 15,0 0 0-15,10 33 0 0,-10-21 0 16,0-1 0-16,-1 1 0 0,-1-1 0 0,-1 0 0 0,-1-2 0 15,0-1 0-15,-1 1 0 0,1-4 368 0,0 2-32 16,-1-5 0-16,0 0 0 0,2-2 64 0,-1-2 16 16,1 0 0-16,1-3 0 0,0-1 160 0,2-2 16 15,0-2 16-15,0-2 0 0,2 1-112 0,0-1-32 16,1 0 0-16,1-2 0 0,0-1-240 0,2-1-48 16,-1 1-16-16,3-1 0 0,-2 0-160 0,2 4 0 0,-1 0 144 0,1 2-144 15,-2 1 0-15,1 4 0 0,0 0 0 0,0 0-128 31,1 2-720-31,-1 0-144 0,1 2-32 0,-8 1-15232 0</inkml:trace>
  <inkml:trace contextRef="#ctx0" brushRef="#br0" timeOffset="-51709.47">2409 9474 11055 0,'1'-5'976'0,"0"0"-784"0,0 3-192 0,-1-1 0 0,0 3 1744 0,0-2 304 15,0-3 64-15,0-2 16 0,-1 0 672 0,0-2 128 16,-1 2 16-16,1 1 16 0,-2 3-1328 0,0 2-272 16,-1 1-48-16,1 2-16 0,-2 3-336 0,0 2-80 15,1 3-16-15,-1 4 0 0,0 0-416 0,1 5-96 16,0 2-16-16,0 3 0 0,2 4-208 0,0-1-128 15,1 2 128-15,0-1-128 0,1 1 0 0,0-2 0 16,1-1 0-16,0 1 0 0,1 4 0 0,-1 1 0 0,1 2 0 0,1 1 0 16,1 1 0-16,-1-3 128 0,-1-2-128 0,1-3 0 15,0-4 0-15,-1-3 0 0,-1-4 0 0,0-3-192 32,0-2-320-32,-1-3-80 0,0-1-16 0,-1-3 0 15,0-1-1008-15,-1-1-208 0,1-5-32 0,-2 1-12384 0</inkml:trace>
  <inkml:trace contextRef="#ctx0" brushRef="#br0" timeOffset="-51504.16">2217 9782 11055 0,'-2'0'976'0,"1"0"-784"0,1 1-192 0,0 0 0 0,1-1 1424 0,0 0 240 16,0 2 64-16,2-2 0 0,3 3 512 0,-6-3 128 15,0 0 0-15,0 0 16 0,45-3-672 16,-30-1-144-16,2-1-32 0,-1-2 0 0,1-3-656 0,0 1-144 15,0-2-32-15,0 1 0 0,0 0-576 0,-1 0-128 16,-1 1 0-16,0 2 0 31,-1-2-1968-31,0 4-384 0</inkml:trace>
  <inkml:trace contextRef="#ctx0" brushRef="#br0" timeOffset="-50873.15">2544 9692 5519 0,'-3'0'496'0,"1"-3"-496"15,1 3 0-15,0 0 0 0,0 0 1472 0,1 0 208 16,-3 0 48-16,-2-2 0 0,0 2 768 0,-2 2 144 0,1 1 48 0,-1-1 0 16,2 5-576-16,0-1-96 15,1 2-32-15,1 0 0 0,2-1-464 0,-1 2-112 0,2 0 0 0,2 1-16 16,-2-10-656-16,0 0-128 0,0 0-32 0,21 33 0 16,-21-33-192-16,0 0-32 15,0 0-16-15,41 5 0 0,-41-5-80 0,25-7-32 16,-11 1 0-16,0-2 0 0,-1 1-32 0,0-3 0 0,1 1 0 0,-1 0 0 0,-2 1-192 0,0-2 144 15,-3 3-144-15,-2-1 128 0,-3 2-128 0,-2-1 0 16,-3 2 0-16,-1 1 0 0,-4 1 0 0,-1 1 0 16,-3 0 0-16,-3 0 0 0,-1 1 0 0,-1-1 0 15,-1 1 0-15,1 1 0 0,-1 1 0 0,0 1 0 16,3 1-128-16,0-1 128 0,2 0 0 0,1 1 0 16,3 1 0-16,2 1 0 15,0-2 0-15,1 2 0 0,3 0 176 0,-1-2-176 0,2 2 208 0,2-2-48 16,1-1-16-16,0-2 0 0,1 2-144 0,2-4 128 0,1 2-128 0,2-2 128 15,1-3-128-15,0 0 0 0,2 1 0 0,1-3 0 16,0 2 0-16,1-2 0 0,0 2 0 0,0-3 0 16,0 0 0-16,0 0 0 0,3 3 0 0,0-3 0 15,0 2 0-15,-1-1 128 0,-15 7-128 16,29-9 0-16,-29 9 128 16,0 0-128-16,39-4 0 0,-39 4 128 0,0 0-128 0,0 0 0 0,0 0 0 0,44 15 0 15,-44-15 0-15,0 0 0 0,0 0 0 0,0 0 0 16,29 37 0-16,-29-37 0 0,0 0 0 0,0 0 0 15,10 35 0-15,-9-28 0 0,0 2 0 0,-1-2 0 16,-1 0 0-16,1-1 0 0,-2 0 0 0,1-3 0 0,0 1 0 16,0-1 0-1,0-2 0-15,0 0 0 0,0-1 0 0,0-2 0 0,0-1 128 0,0-1-128 0,1 0 192 16,-1-2 0 0,2-1 0-16,-1-2 0 0,2 1-192 0,0-3 192 0,2 1-192 0,0-2 192 0,0 2-192 0,2-1 0 15,-1-1 0-15,1 3 0 0,0-1 0 0,-1 1 0 16,2 2 0-16,-1-2 0 0,1 3 0 0,0-1 0 15,0 0 0-15,1 2 0 32,-1 1-400-32,2-1-64 0,-1 0-16 0,1 0 0 0,0 1-1904 0,1 1-384 0,-1 1-80 0,0-1-11696 0</inkml:trace>
  <inkml:trace contextRef="#ctx0" brushRef="#br0" timeOffset="-50260.01">3076 9594 1839 0,'0'0'160'0,"0"0"-160"0,-1 0 0 0,1-2 0 31,0 2 2112-31,0-1 400 0,-1 0 80 0,0-2 16 16,1-2 48-16,-1 1 16 0,0 0 0 0,0 1 0 15,1 0-288-15,-1 3-48 0,0 0-16 0,1 3 0 16,-1 0-624-16,1 3-128 0,-1 4-32 0,0-1 0 16,0 1-848-16,1 4-176 0,-1 0-48 0,-1 3 0 15,1-2-240-15,0 0-48 0,-1 2-16 0,0 0 0 16,0-3-32-16,-1 0 0 0,2 0 0 0,0-2 0 15,1-2 64-15,0-1 16 0,1-4 0 0,0-1 0 0,1-3-208 0,0-1 176 16,0-1-176-16,1-3 160 0,0 0-160 0,1-4 0 16,0 1 0-16,0-4 128 0,2-1-128 0,0-2 0 15,0-1 0-15,0 0 0 0,1 1 0 0,-1-1-192 16,0 2 32-16,0-3 16 0,-1 4-16 0,0-2 0 16,-1 4 0-16,-1-2 0 0,0 2 160 0,1 1 0 15,-2 2 0-15,0 2 0 0,1 0 0 0,-1 5 0 16,1 0 0-16,0 3 0 0,-1 0 0 0,0 2 128 15,-2-5-128-15,0 0 0 0,0 0 192 0,10 33-16 0,-8-22-16 16,-1 1 0-16,1-1-32 0,-2 1 0 0,0 0 0 0,0 0 0 16,-1-2-128-16,0-1 0 0,1 0 0 0,-1-1 128 15,1-3-128-15,0 0 0 0,-1-1 144 0,1-3-144 16,0-1 0-16,0 0 128 0,-1-1-128 0,1-3 0 16,0 1 0-16,1-2 0 0,0 0 0 0,0-2 0 15,1 0 0-15,0 0 0 0,1-2 0 0,-1 2 0 16,2-2-160-16,0 1 0 0,1-2 0 0,-1 1 0 31,3-3-208-31,-2 3-32 0,1 2-16 0,-1-2 0 0,0 1 176 0,0 2 48 0,0 2 0 0,0-1 0 16,0 1 192-16,-1 0 0 0,1 3 0 0,-1 1 0 15,0 0 0-15,0 0 0 0,-1 5 0 0,-1-3 160 16,-2-2 0-16,0 0 0 0,0 0 0 0,9 31 0 0,-9-31 160 16,2 21 16-16,-2-9 16 0,0 2 0 0,0 0-144 0,-2 1-16 15,1 0-16-15,-1-1 0 0,0 0-176 0,1-2 160 16,0 2-160-16,0-2 160 0,1-2-160 0,1-2 0 15,1 0 0-15,0-4 0 0,0-1 0 0,1-1 0 16,-1-4 0-16,2-1 0 16,1-1-1376-1,0-1-160-15,1-2-16 0,1-3-14256 0</inkml:trace>
  <inkml:trace contextRef="#ctx0" brushRef="#br0" timeOffset="-49896.06">3398 9635 11967 0,'0'2'528'0,"0"-2"112"0,1 3-512 0,-1-3-128 0,1 2 0 0,-1-2 0 16,2 2 1744-16,0 0 320 0,0 1 64 0,-2-3 16 16,0 0-288-16,0 0-64 0,0 0-16 0,0 0 0 15,47 10-752-15,-47-10-128 0,0 0-48 0,31-7 0 16,-21 2-224-16,0 1-48 0,0-1-16 0,-1-1 0 16,1 2-368-16,-1-4-192 0,-2 4 192 0,0-3-192 15,-1 3 0-15,-2-1 0 0,0 0 0 0,-3 1-144 16,1 0-160-16,-2 0-16 0,-1 1-16 0,0-1 0 15,-2 1-448-15,-2-1-96 0,-1 3-16 0,-2-1 0 16,-1 0 256-16,0 2 32 16,-2-2 16-16,2 2 0 0,-1 0 400 0,1 2 192 0,-1 0-160 0,3 0 160 15,0 1 0-15,0 4 0 0,2 0 0 0,0 0 0 16,0 3 528-16,2-1 48 0,-1 0 16 0,1 1 0 0,0 0 496 0,1 2 112 16,-1-1 16-16,2 1 0 0,0 0-256 0,2 0-64 15,-1-12 0-15,0 0 0 0,0 0-320 0,0 0-64 16,24 33 0-16,-24-33-16 0,0 0-368 0,0 0-128 15,37 2 0-15,-37-2 0 0,0 0 0 0,33-9-128 16,-20 4-16-16,1 0-10480 16,0-2-2112-16</inkml:trace>
  <inkml:trace contextRef="#ctx0" brushRef="#br0" timeOffset="-49373.95">3782 9602 10127 0,'4'-5'448'0,"-2"0"96"0,-1 3-544 0,1-3 0 0,-2 3 0 0,0 1 0 16,0-1 1984-16,0-2 304 0,1-4 48 0,-2 1 16 15,-1 0-32-15,1 0 0 0,-3 2 0 0,-1 1 0 16,0 1-592-16,-2 1-112 16,2 0-16-16,-3 1-16 0,2 2-608 0,-2 1-112 0,1 0-32 0,-1-1 0 15,1 1-464-15,0 2-112 0,-1 1 0 0,1 0-16 0,0-1-240 16,1 2 0-16,0 0 0 0,2-1 0 0,0 0 0 0,1 0 128 15,0 3-128-15,1 0 0 0,2-1 0 0,-1 3 0 16,1 0 0-16,1 1 0 16,-1-11 0-16,3 21 0 0,-3-21 0 0,0 0 0 0,0 0 0 0,21 36 0 15,-21-36 0-15,0 0 0 0,0 0 0 0,38 12 0 16,-38-12 0-16,0 0 0 0,35-10 160 0,-23 4-160 16,1-2 160-16,0-2-160 0,-1-1 272 0,0-1-32 0,0-2-16 15,-2 0 0-15,0 1-224 0,0-3 0 0,-1 0 0 0,-2-3 0 16,1 3 0-16,-3-1 0 0,1 0 0 0,-1 0 0 15,-1 3-128-15,0-5 128 0,-1 2 0 0,-2 1 0 16,0 0 0-16,0 1 0 0,-2 0 0 0,0 1 0 16,-1-2 0-16,0 2-128 15,0 0 128-15,-1 2 0 0,1 1 0 0,1 5 0 0,-1 0 0 0,1 3 0 16,0 3 0-16,0 0 192 0,1 3-48 0,0 1-16 16,0 3 192-16,-1 2 48 0,1 4 0 0,0 1 0 15,0 2-160-15,1 5-16 0,0 3-16 0,0 5 0 16,1 1-16-16,0 1 0 0,-2 0 0 0,2-3 0 15,1-1 16-15,0-4 0 0,-3-23 0 0,9 40 0 0,-9-40-176 0,13 34 0 16,-13-34 144-16,0 0-144 16,21 35-384-16,-21-35-160 15,0 0-32-15,0 0-17200 0</inkml:trace>
  <inkml:trace contextRef="#ctx0" brushRef="#br0" timeOffset="-48807.12">4335 9480 18431 0,'-2'-2'816'0,"0"2"160"0,1 0-784 0,0 0-192 0,1-1 0 0,-1 1 0 31,1 0 2416-31,-1-1 432 0,-1 1 96 0,1 0 0 0,-2-2-272 0,0 2-64 0,1 2-16 0,-1 0 0 16,2 3-1648-16,-2 1-336 0,0 2-64 0,0 1-16 16,-1 6-400-16,1 0-128 0,-1 3 0 0,0 1 0 15,1-1 128-15,-1 0-128 0,0 1 0 0,1-3 0 16,2-1 0-16,0-2 0 0,0-1 0 0,1-12 0 16,0 0 0-16,0 0 0 0,0 0 0 0,0 0 0 0,0 0 0 15,0 0 0-15,38 10 0 0,-29-19 0 0,2-1-192 16,2-2 192-16,1-2-208 0,0 0 80 15,0-1-512-15,-1 1-112 0,0 0-16 0,0 1 0 16,-1 0 0-16,-1-1 0 0,-1 2 0 0,-1 2 0 0,-2 1 576 0,-1 2 192 16,-2 3-144-16,0 1 144 15,-1 1 0-15,-1 2 0 0,-2 4 0 0,0 1 0 0,0 2 0 0,-2 2 192 16,0 2-32-16,-1 1-16 0,1 1 368 0,1 0 80 16,-1 0 16-16,2-13 0 0,-1 24-208 0,1-24-32 15,0 0-16-15,7 26 0 0,-7-26-80 0,0 0-16 0,0 0 0 0,0 0 0 16,0 0 16-16,42 13 0 15,-42-13 0-15,22-11 0 0,-9 2-80 0,0-1-32 16,1-1 0-16,-2-3 0 16,1-1-160-16,-2 1 128 0,-2 0-128 0,0 1 128 15,-3-1-128-15,0 2 0 0,-3 0 0 0,0 1 0 16,-2 1 0-16,-1 1 0 0,-1-1 0 0,-2 1 0 16,0 0 0-16,-4 0 0 0,1 1 0 0,-1-1 0 15,0 1 0-15,0 4 0 0,0-1-192 0,-1 0 192 16,3 3-1296-1,-1-1-144-15,3 1-32 0,1-1-15072 0</inkml:trace>
  <inkml:trace contextRef="#ctx0" brushRef="#br0" timeOffset="-48651.1">4665 9381 16575 0,'5'3'736'0,"-2"-3"160"0,1 2-720 0,-1-2-176 16,-1 0 0-16,-1 0 0 0,0 0 2160 0,4 0 400 15,1 0 64-15,-6 0 32 0,0 0-640 0,35-5-128 16,-35 5-32-16,25-5 0 0,-13 1-1232 0,0 1-256 15,0-2-48-15,-2 3-16 16,0 0-1456-16,-1-1-272 0</inkml:trace>
  <inkml:trace contextRef="#ctx0" brushRef="#br0" timeOffset="-48493.67">4761 9502 15663 0,'0'3'688'0,"0"-2"144"0,0 2-656 0,0-3-176 0,0 3 0 0,0-3 0 15,0 2 2128-15,0 0 400 0,1 5 80 0,-1-2 16 16,0-5-544-16,0 0-96 0,2 22-32 0,-2-22 0 16,0 0-1408-16,0 0-288 0,4 24-48 0,-2-20-16 15,0-2-896 1,1 0-192-16,0-2-48 0,1-2-12704 0</inkml:trace>
  <inkml:trace contextRef="#ctx0" brushRef="#br0" timeOffset="-48304.42">4825 9493 3679 0,'2'-1'320'0,"-1"1"-320"0,2 0 0 0,-1 0 0 0,-1 0 2176 0,1 0 384 16,-1 0 64-16,3 0 0 0,-4 0 768 0,0 0 160 15,29-3 32-15,-29 3 0 0,29-6-1664 0,-29 6-336 16,30-6-64-16,-30 6-16 0,31-8-704 0,-31 8-144 16,29-10-16-16,-16 5-16 0,0 1-496 0,-2-1-128 15,0-1 0-15,-1 0 0 16,-1 1-1024-16,0 1-256 0,-3 0-64 0,0 1-7872 15,-2 0-1552-15</inkml:trace>
  <inkml:trace contextRef="#ctx0" brushRef="#br0" timeOffset="-48084.3">4989 9314 10127 0,'0'-4'448'0,"0"-1"96"0,0 3-544 0,0 0 0 0,0 2 0 0,-1 2 0 15,1 0 2240-15,-1 1 320 0,0 3 80 0,-2 4 16 16,0 2 448-16,0 5 96 0,-1 2 0 0,0 2 16 15,0 0-1104-15,1 4-240 0,0-1-32 0,-1-1-16 16,1 0-864-16,1-1-160 0,1 1-32 0,0-4-16 16,1-19-528-16,2 29-96 0,-2-29-128 0,0 0 176 15,0 0-176-15,0 0 0 0,27 33 0 0,-27-33 0 16,0 0-208-16,25-7-80 0,-13-1-16 0,0-4 0 16,1-1-1840-16,0-2-368 0,1-4-80 0,-1 0-12496 15</inkml:trace>
  <inkml:trace contextRef="#ctx0" brushRef="#br0" timeOffset="-47753.78">5211 9234 14735 0,'3'-19'640'0,"-1"7"160"0,0 1-640 0,-1 5-160 16,-1 4 0-16,0 2 0 0,0 0 2448 0,0 0 464 15,0 0 96-15,1 3 0 16,-2 6-16-16,1 3-16 0,-2 4 0 0,0 2 0 0,-1 5-1504 0,0-2-288 16,0 5-64-16,-1 0-16 0,0-2-672 0,0 2-144 0,0 0-32 0,-1 0 0 15,1-2-48-15,2 0-16 0,0-3 0 0,1-3 0 16,0-3-192-16,1-15 144 15,0 24-144-15,0-24 128 0,0 0-128 0,0 0 0 0,0 0 0 0,0 0 0 16,0 0 0-16,0 0 0 0,0 0 0 0,0 0 0 16,17-5 0-16,-13-4 0 0,3-5 0 0,-1 0 0 15,2-1 0-15,-1 3 0 0,1 0 0 0,0 1 0 16,1 1 0-16,0 1 0 0,1 4 0 0,-1 0 0 16,-9 5-128-16,0 0 128 0,0 0 0 0,34 3 0 0,-34-3 0 15,0 0 0-15,0 0 0 0,25 35 0 0,-25-35 0 0,0 0 0 16,12 43 0-16,-12-43 0 15,5 33 0-15,-5-33 0 0,5 31 0 0,-5-31 0 0,0 0 0 0,6 30 0 16,-6-30 0-16,0 0 0 16,0 0-672-16,0 0-112 0</inkml:trace>
  <inkml:trace contextRef="#ctx0" brushRef="#br0" timeOffset="-45095.96">6034 9398 12895 0,'0'2'1152'0,"0"-2"-928"0,1 2-224 0,-1-2 0 15,1 1 1232-15,-1 1 208 0,1-2 32 0,0 3 16 16,-1-3 928-16,0 0 176 0,0 0 32 0,0 0 16 16,0 0-464-16,0 0-80 0,0 0-32 0,28-3 0 15,-22-2-736-15,-2-2-160 0,2 0-16 0,-1-1-16 0,-2 2-640 16,0 1-128-16,-2-1-32 0,0 0 0 0,-1 1-208 15,-2 1-128-15,0 1 160 0,-1-2-160 0,-1 3 128 16,-2 0-128-16,0-1 0 0,-3 1 0 16,-1 2 0-16,0-2 0 0,-1 4 0 0,0-2 0 0,0 2 0 0,-1 1 0 15,0-1 0-15,1 3 0 0,1 0 0 0,1 1-160 16,1 3 160-16,0 0-128 0,3 2 128 0,0-1-192 16,0 2 192-16,2 1-192 0,1-1 192 0,1 2 0 15,0 1 0-15,1-15-128 0,1 27 128 0,-1-27 0 16,3 25 0-16,-3-25 0 0,0 0 0 0,0 0 0 0,0 0 0 0,16 32 0 15,-16-32 0-15,0 0 0 0,0 0 0 0,0 0 0 16,36-5 0-16,-27-1 0 0,-1-1 0 0,1 0 0 16,0 0 0-16,0 0 0 0,0-3 0 0,0 2 0 15,-1 0-208-15,0-2-16 0,-1 3 0 0,-2-1 0 32,0 0-288-32,-2 3-64 0,0-4-16 0,-2 4 0 0,-1-3 336 0,0 4 80 0,0-1 16 0,-1-2 0 15,0 5 160-15,0-3 0 0,-1 3 0 0,2 1 0 16,-1 1 0-16,1 1 0 0,0 3 0 0,0-4 176 15,0 0 64-15,0 0 16 0,0 0 0 0,14 36 0 16,-14-36 144-16,0 0 48 0,0 0 0 0,28 36 0 0,-28-36-192 0,0 0-48 16,0 0 0-16,0 0 0 0,41 23-208 15,-41-23 0-15,0 0 0 0,28-4 0 16,-28 4-448 0,22-9-144-16</inkml:trace>
  <inkml:trace contextRef="#ctx0" brushRef="#br0" timeOffset="-44625.03">6833 9206 11967 0,'3'-3'528'0,"-2"3"112"0,1-2-512 0,-1 2-128 0,-1 0 0 0,-1 0 0 15,1 0 1920-15,-1 0 336 0,0 0 80 0,-1 0 16 16,-1 0-368-16,-1 0-64 16,0 2 0-16,-1-2-16 0,1 0-336 0,-2 1-64 0,1 1-16 0,-2 0 0 15,0 0-288-15,-1 1-64 0,0 2-16 0,-2-1 0 16,0 3-560-16,0-2-112 0,1 2-32 0,0 0 0 16,-1 1-240-16,1 1-48 0,1 0-128 0,1 1 192 15,3-3 128-15,-1 0 32 0,2 0 0 0,0 0 0 16,3-7-128-16,0 0-32 0,0 0 0 0,0 0 0 15,12 31-192-15,-12-31 0 0,0 0 0 0,0 0 0 0,39 14 0 0,-39-14 128 16,0 0-128-16,45 5 0 0,-45-5 0 0,32 5 0 16,-32-5 128-16,0 0-128 0,48 8 0 0,-48-8 0 15,0 0 0-15,41 9 0 0,-41-9 0 0,0 0 0 16,0 0 0-16,0 0 0 0,36 12 0 0,-36-12 0 16,0 0 0-16,0 0 0 0,-5 16 0 0,-3-11 0 15,-3 2 0-15,-2-2 0 16,0 2 0-16,-3 0 128 0,-3 1-128 0,-1 0 0 0,-1 0 0 0,2 2 0 15,0-1 0-15,2 0 0 0,2-2 0 0,1 0 0 16,2-2 0-16,3-1 0 16,2-1-448-16,4-3-48 0,1-2 0 0,4-1-11280 0,0-1-2272 0</inkml:trace>
  <inkml:trace contextRef="#ctx0" brushRef="#br0" timeOffset="-43572.12">7012 9362 2751 0,'0'0'256'0,"0"0"-256"0,0 0 0 0,0 0 0 16,0 0 1664-16,0 0 272 0,0 0 64 0,0 0 16 16,37 5 928-16,-37-5 176 0,0 0 32 0,29-7 16 15,-29 7-1424-15,18-8-272 0,-18 8-64 0,16-11-16 16,-8 6-208-16,-1-4-32 0,0 4-16 0,-3-5 0 16,1 3-512-16,-2 0-112 0,-1 0 0 0,-3 1-16 15,-1 0-288-15,-3-1-48 0,0 3-16 0,-2-1 0 16,-2 2-144-16,-1 1 0 0,-2 2 0 0,-1 1 128 0,0 2-128 15,0 2 0-15,1 0-160 0,0 3 160 0,-1 0-224 0,3 1 48 16,0 0 16-16,1 2 0 16,0 1 160-16,3-2 0 0,0 1 128 0,2 1-128 0,-1 0 208 0,1 0-16 15,3-2-16-15,-1-1 0 0,2-9 240 0,0 0 48 16,0 0 16-16,6 31 0 0,-6-31-48 0,0 0-16 16,0 0 0-16,0 0 0 0,34 0-208 0,-23-7-32 15,0 2-16-15,-1-3 0 0,0-1-160 0,-1 2 0 0,-2 2 144 16,2-3-144-16,1-3 0 0,3-1 0 15,-2 0 0-15,-1-1-192 0,-2 3 192 0,0-1-208 0,-4 3 80 0,1-2 128 16,-2 3-192-16,-1 0 192 0,-1 3-192 0,-1-1 192 16,0 0-144-16,0 5 144 0,0 0 0 0,-1 0 0 15,1 2 0-15,0 1 0 0,0-3 0 0,-3 11 0 16,3-11 256-16,-2 20 0 0,2-20 0 0,0 24 0 16,0-24 64-16,1 30 0 0,-1-30 16 0,3 28 0 15,-3-28-64 1,4 29-16-16,-4-29 0 0,0 0 0 0,0 0-96 0,21 31-32 0,-21-31 0 0,0 0 0 15,0 0-128-15,33-4 0 0,-23-4 0 0,2-2 0 16,0-2-128-16,1-1 128 0,-2 3-160 0,0-5 160 16,2 1-672-16,0-2-32 0,0-1-16 0,0 1 0 15,0 1 224-15,0 1 48 0,-1 0 16 0,0 0 0 0,-1 2 432 16,-1 0 0-16,-2 3 0 0,0 4 0 16,-1 0 128-16,-2 1 64 0,-5 4 16 0,0 0 0 0,0 0 496 0,0 0 80 15,0 0 32-15,0 0 0 0,0 0-240 16,15 35-32-16,-15-35-16 0,0 0 0 0,-2 28-320 0,2-28-64 15,-3 24-16-15,0-10 0 0,3-14-128 0,-4 24 0 16,2-14 144-16,2-10-144 0,-3 16 144 0,3-16-144 16,-3 14 192-16,2-9-192 15,0 0 128-15,0-3-128 0,0 0 0 0,1-2 0 0,0-2 0 0,1 1 0 16,0-2 0 0,1-2 0-16,1 0 0 0,1-4 0 0,0 1 0 0,2-1 0 0,-1-3 0 0,2 2 0 0,0-2-192 0,1 1 192 15,0 1-256-15,0-1 32 0,1 1 16 0,0 1 0 16,-1 0 16-16,-8 9 16 0,16-8 0 0,-16 8 0 15,0 0 176-15,0 0 0 0,0 0 0 0,0 0 0 16,0 0 0 0,0 0 0-16,0 0 0 0,31 24 0 15,-31-24 128-15,0 0 0 0,-2 27 0 0,2-27 0 16,-5 20-128-16,5-20 176 0,-5 22-176 0,2-11 192 16,3-11-192-16,-5 17 128 0,5-17-128 0,0 0 128 15,-2 21-128-15,2-21 0 0,0 0 0 0,0 0 0 16,0 0 0-16,0 0 0 0,0 0 0 0,0 0 0 15,0 0 0-15,0 0 0 0,26-9 0 0,-20 2 0 0,1-3 0 16,0 1-272-16,1-1 64 0,0 1 16 16,0-1-432-1,-1 0-80-15,2-1 0 0,-1-1-16 0,1 0 0 0,0 1 0 0,-2 1 0 0,1 0 0 0,-2 3 448 0,0 0 80 16,-1 2 32-16,0 0 0 0,-5 5 160 0,7-6 0 16,-7 6 128-16,0 0-128 0,0 0 384 0,0 0 16 15,0 0 0-15,0 0 0 0,0 0 64 0,0 0 16 16,0 0 0-16,0 0 0 0,0 0-64 0,0 0-16 15,0 0 0-15,0 0 0 0,0 0-112 0,28 30-32 16,-28-30 0-16,0 0 0 0,4 27-32 0,-4-27-16 16,0 0 0-16,3 33 0 0,-3-33-48 0,0 0-16 0,3 35 0 15,-3-35 0-15,0 0-144 0,9 29 192 0,-9-29-192 0,0 0 192 16,0 0-192-16,0 0 0 0,0 0 0 0,0 0 0 16,39 12-128-16,-32-17-16 0,1 0 0 0,2-5-18304 15</inkml:trace>
  <inkml:trace contextRef="#ctx0" brushRef="#br0" timeOffset="-43287.77">7892 9160 9215 0,'-1'-2'816'0,"0"1"-656"0,1 1-160 0,0 0 0 0,0 0 1456 15,0-1 256-15,-1 1 48 0,0 0 16 16,-1 0 1120-16,1 0 240 0,-1 2 32 0,0 0 16 0,2-2-752 0,0 0-128 15,-3 20-48-15,3-20 0 0,0 0-944 0,-1 35-192 16,1-35-32-16,0 29-16 0,0-29-624 0,-1 35-112 16,1-35-16-16,-2 38-16 0,2-38-80 0,-3 45-16 15,0-19 0-15,0 2 0 0,1 1-80 0,-2 0 0 16,0-1-128-16,1-2 192 0,2-1-192 0,-1-2 0 0,2-23 0 16,-2 35 0-16,2-35 0 0,0 27 0 0,0-27 0 0,0 0 0 31,0 0-1104-31,0 0-112 0,0 0-32 0,0 0 0 15,0 0-1184-15,0 0-224 0</inkml:trace>
  <inkml:trace contextRef="#ctx0" brushRef="#br0" timeOffset="-43021.07">7831 9244 7599 0,'-1'-12'160'0,"0"4"32"0,1 2 16 0,0 3 16 0,0 3-224 0,1-2 0 0,0 1 0 0,1 0 0 15,-2 1 2976-15,0 0 544 0,0 0 128 0,27-7 0 16,-27 7-1200-16,0 0-240 0,36-1-48 0,-36 1-16 15,31-2-656-15,-31 2-128 0,31-3-16 0,-31 3-16 16,32-3-640-16,-32 3-128 0,0 0-32 0,37 0 0 16,-37 0-320-16,0 0-64 0,0 0-16 0,0 0 0 0,0 0-128 15,0 0 0-15,0 0 0 0,17 32 0 0,-23-25 0 16,-4 0 0-16,-2 0 128 0,-1 3-128 0,-1-1 128 16,-2-1-128-16,-1 2 128 0,2-2-128 0,2-1 0 0,0-2 0 15,1 0 0-15,4-1 0 0,2-1 0 0,1-3 0 16,2 1 0-16,3-2 0 0,1-1-224 0,2-1 80 15,-3 3 16-15,12-9 0 16,-2 0-1120-16,1 0-224 0,3-2-32 16,2-1-12704-16</inkml:trace>
  <inkml:trace contextRef="#ctx0" brushRef="#br0" timeOffset="-42800.9">8149 9056 8287 0,'8'-14'368'0,"-4"2"80"0,0 2-448 0,-2 2 0 0,-2 2 0 0,0 2 0 15,0-1 2304-15,1-4 384 0,0-6 80 0,0-2 16 16,-1-1 16-16,0 1 0 0,-1 5 0 0,-1 4 0 15,0 3-704-15,0 4-144 0,-1 3-32 0,1 3 0 16,-2 5-736-16,0 0-160 0,-1 6-16 0,0 2-16 16,0 0-464-16,1 5-80 0,-1 1-32 0,0 4 0 15,2 3-160-15,-2-3-48 0,2 3 0 0,0-2 0 16,3-2-48-16,-1-2-16 0,1-4 0 0,0-21 0 16,1 38-144-16,-1-38 0 0,2 31 0 0,-2-31 0 0,0 0 0 15,5 33-192-15,-5-33 0 0,0 0 16 16,0 0-1616-16,0 0-336 0</inkml:trace>
  <inkml:trace contextRef="#ctx0" brushRef="#br0" timeOffset="-42454.43">8214 9194 6447 0,'0'0'576'0,"0"0"-576"15,0 0 0-15,0 0 0 16,0 0 2464-16,0 0 384 0,0 0 80 0,0 0 16 0,0 0 768 0,12 31 176 15,-12-31 16-15,0 0 16 0,0 0-1888 0,33 16-384 0,-33-16-80 0,0 0-16 16,37-2-656-16,-37 2-144 16,28-10-32-16,-28 10 0 0,29-14-400 0,-29 14-96 15,25-16-16-15,-14 8 0 0,-11 8-208 0,18-14 128 16,-12 5-128-16,-1 1 0 0,-1 2 0 0,-2-2 0 0,-1 1 0 0,-2 2 0 16,-1-1 0-16,-3 0 0 0,0 3 0 0,-4 0 0 15,1 0-208-15,-3 1 16 0,-1 0 0 0,-2 4 0 16,0 1 16-16,1 2 16 0,0 2 0 0,2 1 0 15,2 2 160-15,1 0-208 0,3 1 80 0,-1-1 128 16,6-10 128-16,-6 26 160 0,6-26 32 0,-2 23 0 16,2-23 64-16,0 0 0 0,0 0 16 0,17 32 0 0,-17-32-240 15,0 0-160 1,37 16 192-16,-37-16-192 0,36 5 0 0,-36-5 0 0,38 2 0 16,-38-2 0-16,39-5-384 0,-39 5-96 0,44-7-16 0,-19 2-17344 15</inkml:trace>
  <inkml:trace contextRef="#ctx0" brushRef="#br0" timeOffset="-41997.61">9017 9028 19343 0,'-2'0'1728'0,"1"-2"-1392"0,1 2-336 0,0 0 0 15,0 0 1968-15,-1 0 320 0,-1 2 64 0,0-2 16 16,-2 1-288-16,-1 2-48 0,-1 2-16 0,0 2 0 16,-2 4-1392-16,1 2-288 0,-2 3-48 0,1 1-16 15,1 4-48-15,-2-1-16 16,2 1 0-16,0 0 0 0,2-2-80 0,0-2 0 0,5-17-128 0,-2 26 192 15,2-26-64-15,0 0 0 16,0 0-128-16,0 0 192 0,0 0-192 0,36 12 0 0,-24-20 128 0,0 0-128 0,2-2 176 16,-1-2-16-16,2-2 0 0,-1-1 0 0,-1-1-160 15,-2 1 128-15,0 1-128 0,-3 0 128 0,-2 0-128 0,-1 2 0 16,-2 0 0-16,-3 2 0 0,-1 1 0 16,-2 1 0-16,-2 0 0 0,-3 3 0 0,-1-2 0 0,-3 2 192 15,0 3-192-15,-2 0 192 0,1 2-16 0,-1 2 0 16,1 0 0-16,2 0 0 0,1 3-176 0,0-2 128 15,3 1-128-15,0 1 128 0,3 0-128 0,0-3-144 16,2 3 144-16,0-3-208 16,2-2-1216-16,0 0-240 0</inkml:trace>
  <inkml:trace contextRef="#ctx0" brushRef="#br0" timeOffset="-41666.06">9444 8875 23039 0,'5'-6'1024'0,"-1"1"192"0,0 1-960 0,-3-1-256 0,0 2 0 0,-2 2 0 0,0 0 1856 0,0-4 336 0,-1-2 64 0,-2-2 16 31,-1 2-672-31,-2 2-128 0,0 0-16 0,-1 4-16 0,-1 2-384 0,1 1-80 0,-1 4-16 0,1 0 0 0,1 2-512 0,-1 1-128 16,1-1 0-16,0 3-16 0,1-2-304 15,0 3 0-15,1 1 128 0,0 3-128 16,0 2 0-1,1 4 0-15,0 0 0 0,1 3 0 16,0 4 192-16,0 1-64 0,1 2 0 0,0 0-128 0,0 3 192 0,1-2-64 16,1-1 0-16,-1 2-128 0,1-4 0 0,0 1 0 15,-1-2 0-15,-1 1 0 0,0-1 0 0,-2 0 0 16,1-1 0-16,-1-2 0 0,-1-2-224 0,0-5 0 16,-2 2 0-16,-1-5 0 0,0 1 80 0,0-5 16 0,0-1 0 15,-1-3 0-15,2-4-128 0,-1-3 0 0,1-2-16 16,1-1 0-1,-1-5-1520-15,1-2-320 0</inkml:trace>
  <inkml:trace contextRef="#ctx0" brushRef="#br0" timeOffset="-41508.72">9142 9180 4607 0,'2'-8'400'0,"-1"4"-400"0,-1 4 0 0,4-5 0 16,-4 5 2384-16,0 0 400 0,0 0 80 0,0 0 16 15,0 0 1824-15,0 0 368 0,39 5 80 0,-39-5 16 16,30-2-2592-16,-30 2-512 0,36-5-96 0,-36 5-32 15,35-7-1328-15,-35 7-272 0,33-10-48 0,-17 3-16 0,1 0-272 0,-2-3 0 16,1 3-208-16,0 0-18160 16</inkml:trace>
  <inkml:trace contextRef="#ctx0" brushRef="#br0" timeOffset="-40563.49">9553 9082 11055 0,'-2'0'976'0,"0"0"-784"16,2 0-192-16,0 0 0 0,-1 2 1600 0,0-2 288 16,0 1 48-16,-2 1 16 0,1-2 1024 0,-1 1 208 15,3 1 32-15,0-2 16 0,0 0-1472 0,0 0-288 16,0 0-64-16,17-6-16 0,-17 6-352 0,18-6-64 15,-7 1-16-15,1 0 0 0,0 0-368 0,0 0-80 16,-12 5 0-16,25-6-16 0,-25 6-176 0,0 0-48 16,34-2 0-16,-34 2 0 0,0 0-144 0,0 0-128 15,34 16 144-15,-34-16-144 16,0 0 0-16,0 0 0 0,0 0 0 0,16 40 0 16,-16-40 0-16,-4 19 0 0,-1-9 0 0,-2 0 0 0,-1 1 0 0,0-2 0 15,-1 1 0-15,-1 1 0 0,0-2-176 0,-1-1 32 16,0 0 0-16,0 1 0 0,1-2-32 0,-1-2 0 0,2 2 0 0,3-2 0 15,0-2 176-15,2-2-208 0,4-1 80 0,-5 5 128 16,5-5 0-16,0 0 0 0,0 0 0 0,0 0 0 16,0 0 0-16,0 0 208 0,30-3-48 0,-30 3-16 15,24-9 96-15,-24 9 16 0,26-12 0 0,-12 5 0 16,0 0-256-16,0 0 128 0,1 0-128 0,-1 0 0 16,0-1 0-16,-14 8 0 0,27-11-128 0,-27 11 128 15,24-7-1760-15,-24 7-240 16</inkml:trace>
  <inkml:trace contextRef="#ctx0" brushRef="#br0" timeOffset="-40248.92">9905 9090 3679 0,'1'-3'160'0,"-1"0"32"0,0 1-192 0,0 1 0 16,0 1 0-16,0 0 0 0,0 0 2096 0,-1 0 368 15,1 0 80-15,-2 1 16 0,-1 2 576 0,3-3 128 16,-7 14 32-16,7-14 0 0,-10 20-704 0,5-8-144 15,5-12-16-15,-8 29-16 16,8-29-976-16,-9 30-192 0,9-30-32 0,-4 28-16 0,4-28-496 0,0 0-80 16,3 30-32-16,-3-30 0 0,0 0-224 0,0 0-48 15,0 0-16-15,38 11 0 0,-38-11-128 0,24-9-32 0,-24 9 0 0,27-14 0 16,-12 3 32-16,0 1 0 0,-1-2 0 16,-1-2 0-16,-1 2-176 0,-1 0 0 0,-2-2 144 0,-1 0-144 15,-3 2 0-15,-2-2 0 0,-2 2 0 0,-3 1 128 16,-2 1-128-16,-5-1 0 0,-4 2 0 0,-2 0 0 15,1 2 0-15,-3 2 0 0,-3 0 0 0,1 3 0 16,1 2-256-16,2 2-32 0,-1 1 0 0,1 2 0 16,2-1-736-1,2 2-128-15,3 0-48 0,2-1-15952 0</inkml:trace>
  <inkml:trace contextRef="#ctx0" brushRef="#br0" timeOffset="-35705.92">10793 9002 16575 0,'-1'-3'1472'0,"0"-1"-1168"16,1 1-304-16,0 2 0 0,2 0 816 0,-1 1 96 15,-1-2 32-15,1 2 0 0,1-3 688 0,1-1 144 16,0 1 16-16,0 3 16 0,0-2-176 0,1 2-32 16,-2 2-16-16,-2-2 0 15,0 0-496-15,0 0-80 0,0 0-32 0,0 0 0 0,0 0-624 0,21 39-128 0,-21-39-32 0,0 0 0 16,0 0-192-16,0 0-256 0,0 0 48 0,16 37-10480 16,-16-37-2080-1</inkml:trace>
  <inkml:trace contextRef="#ctx0" brushRef="#br0" timeOffset="-35501.71">10770 9161 11055 0,'-1'2'976'0,"0"0"-784"0,1-1-192 0,0 1 0 16,0-1 960-16,0 2 128 0,-1 2 48 0,1-5 0 15,-3 18 1104-15,3-18 240 0,-2 25 32 0,2-25 16 0,-2 22-688 0,2-22-144 16,0 0-32-16,-1 28 0 0,1-28-896 0,0 0-176 15,0 0-32-15,0 0-16 16,0 0-928-16,0 0-192 0,0 0-48 0,0 0-13072 16</inkml:trace>
  <inkml:trace contextRef="#ctx0" brushRef="#br0" timeOffset="-35124.52">11208 9049 17503 0,'11'-7'768'0,"-3"2"176"0,1 0-752 0,-4 2-192 0,-1 0 0 0,-2 3 0 16,0-3 1792-16,2 0 336 0,3-1 64 0,1-5 16 31,-1 2-448-31,-1 1-96 0,-2 2 0 0,-4-1-16 0,-1 1 0 0,-2 3 0 0,-3 1 0 16,0 0 0-16,-2 3-752 0,-3 0-160 0,0 2-32 0,-2 3 0 16,0-1-416-16,-1 3-96 0,2 0 0 0,-1 1-16 15,1-1-48-15,2-1-128 0,1 2 192 0,2-2-64 16,4-1-128-16,3-8 0 0,0 0 0 0,0 0 128 15,0 0-128-15,0 0 0 0,24 32 0 0,-24-32 128 16,0 0 32-16,37 6 0 0,-37-6 0 0,32 8 0 16,-32-8-16-16,35 9 0 0,-35-9 0 0,33 12 0 0,-33-12-144 15,0 0 0-15,45 24 144 0,-45-24-144 0,0 0 0 0,27 26 128 16,-27-26-128-16,0 0 0 0,0 0 0 0,6 29 0 16,-6-29 0-16,-11 12 128 0,2-7-128 0,-3 1 176 15,-1 0-176-15,0 0 192 0,0-3-64 0,-2 1 0 16,1-2 0-16,-2 1 0 0,0 0-128 0,0-1 0 15,3-2 0-15,1 0 0 0,0 0 1664 0,1 0 240 16,4-3 48-16,0-1 16 16,5 1-4000-16,2-2-784 0,1-2-176 15,6 0-16432-15</inkml:trace>
  <inkml:trace contextRef="#ctx0" brushRef="#br0" timeOffset="-34084.04">12259 8790 6447 0,'2'-6'576'0,"0"1"-576"16,1 2 0-16,-1-1 0 0,0 2 1072 0,-2 1 96 16,1-3 32-16,0 0 0 0,3-2 1408 0,0-3 272 15,0-2 64-15,-1 0 16 0,0 2-656 0,-1 0-128 16,0 3-16-16,-1 0-16 0,-1 1-544 0,0 0-128 15,-1 3 0-15,0 0-16 0,-1 1-560 0,0 1-96 16,0 0-32-16,-1 1 0 0,-1 3-304 0,-1-1-64 16,1 4-16-16,-3 0 0 0,1 4-144 0,-3 3-48 0,1 3 0 0,-3 2 0 15,-1 7-32-15,-3 3-16 0,-1 4 0 0,-1 0 0 16,1 0-144-16,-2 1 0 0,1-1 0 0,0 2 128 16,1 1-128-16,1 0 0 0,1-1 144 0,3 0-144 15,1-3 0-15,3-4 0 0,1-4 0 0,6-24 0 16,-3 35 0-16,3-35 0 0,0 0 0 0,0 0 0 15,17 32 0-15,-17-32 0 0,0 0 0 0,0 0 0 16,0 0 0-16,40 3 0 0,-40-3 128 0,26-11-128 16,-10 4 240-16,1-4-32 0,1 0 0 0,0-1 0 15,1-2-80-15,-2 2-128 0,2-2 176 0,-2 0-176 16,-2 2 144-16,-2-1-144 0,0 0 0 0,-4 3 144 0,-3 1-144 16,-1 0 0-16,-3-1 0 0,-2 1 0 0,-3 2 0 15,-3-1 0-15,-2 1 0 0,-4 2 0 0,-3-1 0 0,-4 3-192 16,-2 0 64-16,-2 1 128 0,0 1-384 0,-1 1 64 15,1 1 0-15,1 2 0 0,4 2 176 0,1-2 144 16,3 3-192-16,2 1 192 0,3-2-256 0,0 2 64 16,5 0 16-16,-1-2 0 0,5-5-112 0,0 0-32 15,0 0 0-15,0 0 0 16,0 0-144-16,0 0-48 0,0 0 0 0,39 16 0 16,-39-16-1584-16,32-7-320 0,-14 0-64 0,2 1-10944 0</inkml:trace>
  <inkml:trace contextRef="#ctx0" brushRef="#br0" timeOffset="-33725.13">12416 9035 8287 0,'17'-6'368'0,"-17"6"80"0,21-9-448 0,-21 9 0 0,0 0 0 0,0 0 0 16,14-4 2176-16,-14 4 336 0,0 0 80 0,18-9 16 15,-18 9 336-15,12-5 64 0,-9 3 0 0,-2 1 16 16,-1 1-864-16,-2 0-176 0,-1 0-48 0,0 1 0 16,-2 2-848-16,1 0-160 0,-1 0-32 0,0 2-16 15,-1-1-336-15,1 1-64 0,-1 2-16 0,1 1 0 16,1 1-176-16,4-9-32 0,-8 21-16 0,8-21 0 15,-3 26-64-15,3-26-16 0,0 28 0 0,0-28 0 16,0 0-16-16,8 38 0 0,-8-38 0 0,0 0 0 0,0 0-144 0,27 36 0 16,-27-36 144-16,0 0-144 0,35 10 0 15,-35-10 0-15,26-3 0 0,-26 3 0 0,27-9 128 0,-14 1-128 16,0 0 160-16,1 0-160 0,0-2 160 0,-1 1-160 16,-1-2 160-16,-1 1-160 0,-1-1 0 0,-2 0 128 15,1 2-128-15,-4-3 0 0,0 3 0 0,-2-2 0 16,-1 0 0-16,-3 0 0 0,-1 1 0 0,-4-2 0 15,-1 0 0-15,-3 3 0 0,-2-2 0 0,-3 3 0 16,-2 1 0-16,0 2 0 0,1 2 0 0,0 3 0 16,1 3 0-16,0-1 0 0,2 3 0 0,0 0 0 0,0 3-160 15,0 0 160-15,1 2-352 0,-1 1 16 0,2 1 0 0,0 0 0 32,2 0-976-32,-1 0-192 0</inkml:trace>
  <inkml:trace contextRef="#ctx0" brushRef="#br0" timeOffset="-33300.28">12010 9431 8287 0,'-3'0'736'0,"1"-3"-592"16,1 1-144-16,0 2 0 0,1 0 2192 0,0-1 416 16,0 1 80-16,0-1 0 0,0 1 160 0,0-2 32 15,0 1 0-15,0 1 0 0,0 0-992 0,0 0-192 16,0 0-32-16,0 0-16 0,35 4-272 0,-35-4-48 15,30 0-16-15,-30 0 0 0,41-3-640 0,-41 3-128 16,47-5-32-16,-47 5 0 0,42-7-256 0,-42 7-48 16,52-10-16-16,-22 5 0 0,0-2-64 0,-3 3 0 15,2-2-128-15,-3 3 192 0,-26 3-192 0,49-3 0 0,-49 3 0 0,36 2 0 16,-36-2 0-16,0 0-208 0,0 0 16 0,0 0 0 31,0 0-864-31,0 0-160 0,0 0-48 0,0 0 0 0,8 31-1808 16,-17-26-384-16</inkml:trace>
  <inkml:trace contextRef="#ctx0" brushRef="#br0" timeOffset="-33111.58">12042 9571 15663 0,'-1'0'1392'0,"1"0"-1120"16,0 0-272-16,0 0 0 0,0 0 2000 0,0 0 352 15,0 0 64-15,0 0 16 16,33-10 944-16,-33 10 192 0,40-14 32 0,-16 7 16 15,1 2-2064-15,1-2-400 0,4 2-96 0,0-3-16 0,4 3-528 0,-1 0-96 16,2 2-32-16,1-2 0 0,2 3-160 0,0-1-32 16,-1 1-16-16,-1 1 0 0,-3 1-176 0,-1-1 0 15,-3-1 0-15,-2-1 0 0,-27 3-192 0</inkml:trace>
  <inkml:trace contextRef="#ctx0" brushRef="#br0" timeOffset="-28094.19">4487 10230 18431 0,'-2'0'1632'0,"0"0"-1312"0,1 0-320 16,0 0 0-16,0 0 1200 0,-1 0 160 0,0 0 48 0,-4 0 0 15,-1 1 320-15,-3 0 80 0,-1 1 16 0,0 1 0 16,-1-1-496-16,-2 2-112 0,0 0 0 0,-2 1-16 16,-1 1-304-16,-3 4-64 0,0-1-16 0,0 1 0 15,-2 1-176-15,0-1-16 0,0 3-16 0,0-1 0 16,0 0-320-16,2-1-64 0,2-2-16 0,1 0 0 15,3 1-64-15,2-2-16 0,2 0 0 0,3 0 0 16,2-1-128-16,2-2 128 0,1 1-128 0,2-1 128 16,0 0-128-16,2 0 0 0,-2-5 0 0,0 0 128 0,0 0-128 0,0 0 128 15,35 36-128-15,-35-36 128 0,0 0-128 0,42 30 0 16,-42-30 0-16,0 0 128 0,48 34-128 0,-48-34 0 16,0 0 0-16,40 31 0 0,-40-31 0 0,0 0 0 15,0 0 0-15,31 32 0 0,-31-32 0 0,0 0 0 16,0 0 0-16,0 0 0 0,0 0 0 15,0 0 0-15,5 34 0 0,-10-32 0 16,0 3 0-16,-4-2 0 0,0 1 128 0,-1 0-128 0,-1 0 0 0,-2 0 128 16,-1 0-128-16,-1 2 128 0,0-1-128 0,1-1 0 15,0 1 0-15,2 1 0 0,1-3 0 0,2 2 0 0,0-3 0 16,4 0 0-16,0-2-224 0,3 0-80 0,3 0-16 16,2-4-17920-16</inkml:trace>
  <inkml:trace contextRef="#ctx0" brushRef="#br0" timeOffset="-27890.97">4570 10387 20271 0,'6'0'896'0,"-2"0"192"0,1 1-880 0,-1-1-208 0,0 1 0 0,-3 1 0 16,2-2 1776-16,-3 0 304 0,0 0 64 0,0 0 16 15,0 0-352-15,41 18-64 0,-41-18-16 0,0 0 0 0,0 0-1216 0,0 0-256 16,40 8-64-16,-33-8 0 15,2-2-704-15,-2-1-128 0,1 1-48 0,-1 0-9248 16,-2 0-1856-16</inkml:trace>
  <inkml:trace contextRef="#ctx0" brushRef="#br0" timeOffset="-27733.79">4624 10493 7823 0,'-5'3'160'0,"1"-1"32"0,1-1 16 0,1 0 48 0,2 1-256 0,-1-1 0 16,0 3 0-16,0 1 0 0,0 2 2400 0,-1 3 432 15,-1 6 96-15,0 2 16 0,0 2-768 0,1 1-128 0,-1-1-48 16,0 1 0-16,0 0-800 16,0-4-176-16,2-1-16 0,1-16-16 0,0 0-992 0,2 29-128 0,-2-29-64 0,0 0-12592 15</inkml:trace>
  <inkml:trace contextRef="#ctx0" brushRef="#br0" timeOffset="-27356.9">4906 10410 11967 0,'0'0'1072'0,"0"0"-864"0,0 0-208 0,0 0 0 16,0 0 1856-16,0 0 320 0,7 33 64 15,-7-33 0-15,-2 36 48 0,-1-13 0 0,-2 3 0 0,-2 0 0 16,-1-2-624-16,-1-2-112 0,1-6-16 0,0-2-16 16,2-2-176-16,0-4-16 0,1-4-16 0,0-2 0 15,1-1-848-15,1-2-160 16,0-1-48-16,0-2 0 0,1-1-256 0,0-2 0 0,2-3 0 0,1 0 0 15,1-1-192-15,1-1 0 0,1-2 0 0,0 0 0 0,1 1 32 0,0-1 16 16,1-2 0-16,2 0 0 0,-1 1 144 16,0 1 0-16,3 0 0 0,-2 2 0 0,2 2 0 0,-1 1 0 15,2 2 0-15,-1 3 128 0,0 1 160 0,-10 3 32 16,0 0 16-16,0 0 0 16,35 4 48-16,-35-4 0 0,0 0 0 0,0 0 0 0,0 0-224 0,31 40-32 15,-31-40-128-15,0 0 192 0,7 35-192 0,-7-35 144 0,1 27-144 0,-4-13 128 16,1 0 16-16,-1 1 0 0,-1-1 0 0,0-4 0 15,1 1 48-15,-1-1 0 0,1-2 0 16,0-2 0-16,0 1-192 0,2-4 160 0,0-1-160 0,0 0 160 16,2-2-160-16,-1 0 0 0,2-2 0 0,1-2 0 15,0-2-192-15,3 0-80 0,0-3-16 0,2-2-18544 16</inkml:trace>
  <inkml:trace contextRef="#ctx0" brushRef="#br0" timeOffset="-27041.92">5360 10429 20271 0,'6'-2'896'0,"-2"1"192"0,0 1-880 0,-1-2-208 15,-2 2 0-15,0-1 0 0,-1 1 2496 0,2-1 464 0,1-1 96 0,-1-1 16 0,1-1-768 0,-2 0-160 16,0 0-32-16,0-3 0 0,-2 3-1200 0,0-3-240 16,0 2-48-16,-2-3-16 0,2 2-224 0,-2-2-32 15,0 2-16-15,-1-2 0 0,1 3-176 0,-2 0-32 31,0 1-128-31,-1-1 192 0,-1 3-192 0,-2 1 0 16,-1 4 0-16,-1 2 0 0,-1 0 0 0,-3 4 0 16,-1 3 0-16,-1 2 0 0,2 0 0 0,-1 3 0 15,0 3 0-15,1 0 0 0,4 1 0 0,3-1-192 16,1-2 192-16,3 4-160 0,1-1 160 0,2 1 0 0,1-22 0 16,4 40 0-16,-4-40 0 0,0 0 0 0,19 38 0 0,-19-38 0 15,0 0 0-15,34 15 0 0,-34-15 0 0,29-1 0 16,-29 1 0-16,32-9 0 0,-17 2 0 0,-2 0 0 15,1-1-128-15,-1-1-64 0,-2 2 0 0,0-3-18448 16</inkml:trace>
  <inkml:trace contextRef="#ctx0" brushRef="#br0" timeOffset="-26428.52">5564 10490 12895 0,'-3'0'576'0,"0"0"112"0,0 1-560 0,1-1-128 0,1 2 0 0,0-2 0 16,1 0 2016-16,-1 3 368 0,-1-1 80 0,-1 0 16 15,0 3 480-15,1 0 112 0,1-1 0 0,1 1 16 16,2-2-1104-16,1 0-240 0,-3-3-32 0,0 0-16 15,0 0-992-15,0 0-208 0,39 6-48 0,-39-6 0 16,24-5-272-16,-11 1-176 0,1-1 192 0,0 0-192 16,-1 0 128-16,0-2-128 0,-1 1 0 0,-1-1 0 15,0-1 0-15,-1 1 0 0,-2-1 0 0,-2-1 0 0,-1 2 0 16,-3 0 0-16,-1 1 0 0,-3 0 0 0,-1 1 0 16,-2 1 0-16,-2-1 0 0,-2 2 0 0,-2 1-240 0,-2 1 0 15,-2 0 0-15,0 1 0 0,0 1 48 0,-1 0 0 16,1 1 0-16,-1 3 0 0,3 0 192 0,0 0 0 15,2 3 0-15,1 0-144 0,2 1 144 0,1 1 0 16,0 2 0-16,3 0 128 0,0 0 128 0,2 2 16 16,0 0 16-16,2-14 0 0,2 29-48 0,-2-29-16 15,0 0 0-15,10 40 0 0,-10-40-96 0,0 0 0 16,0 0-128-16,25 35 192 0,-25-35-192 0,0 0 128 16,0 0-128-16,36 17 0 0,-36-17 0 0,0 0 0 0,0 0 0 15,41 3 0-15,-41-3-256 0,23-5-112 0,-23 5-16 16,30-9-17808-16</inkml:trace>
  <inkml:trace contextRef="#ctx0" brushRef="#br0" timeOffset="-25531.4">6672 10264 8287 0,'2'-6'736'0,"-1"2"-592"15,0-1-144-15,0 2 0 0,0 1 1152 0,0 1 192 16,-1 0 32-16,1-2 16 16,1-2 1056-16,0 1 224 0,-1-1 32 0,-1 0 16 0,1 3-480 0,-2 0-80 15,-1 0-32-15,0 1 0 16,0 1-576-16,0 1-112 0,0 1-32 0,-2-2 0 0,1 2-640 0,-1 0-144 16,0 1-32-16,-1-1 0 0,0 3-160 0,-1-1-48 15,-1 2 0-15,-1 1 0 0,-1 2-144 0,-1 1-48 16,-1 2 0-16,0 4 0 0,0-2-192 0,-1 5 144 15,-1 0-144-15,1 1 128 0,0 2-128 0,1 2 0 0,1-2 0 0,0-1 128 16,2-2-128-16,0 5 0 0,-1 0 144 0,1 0-144 16,3 1 160-16,-1-4-32 0,1 1-128 0,3-3 192 15,2-19-192-15,-1 32 0 0,1-32 128 0,0 0-128 16,7 32 0-16,-7-32 0 0,0 0 0 0,0 0 0 16,0 0 0-16,0 0 0 0,35 12 0 0,-35-12 0 15,19-7 0-15,-10-1 144 0,1-1-144 0,0 0 128 16,-1-1-128-16,0-2 0 0,-1 0 144 0,0 1-144 15,-2 1 0-15,0-1 0 16,-2 1 0-16,-2 0 0 0,-1 1 0 0,-1 0 0 0,-1 1 0 0,-1 1 0 0,-3 0 0 16,-1 0 0-16,0 2 0 0,-2 3 0 0,-2-1 0 0,0 1 0 15,-1 2 0-15,-1 0 0 0,1 2 0 0,-1 1 0 16,0-1 0-16,0 3 0 0,1 0 0 0,-1-1 0 16,2 1 0-16,2-2 0 0,-1 1 0 0,3 1-208 15,1 0 80-15,3-3 128 16,0 3-1168-16,2-3-112 0,2-2-32 0,3-2-15584 15</inkml:trace>
  <inkml:trace contextRef="#ctx0" brushRef="#br0" timeOffset="-201341.75">6906 10334 12895 0,'0'0'1152'0,"-1"-1"-928"0,1 0-224 0,0 1 0 15,0 0 768-15,-1 0 128 0,0-2 0 0,-2 2 16 0,0-3 512 16,0 1 112-16,1 1 0 0,-1 1 16 0,0-2-112 0,0 2-32 16,0 0 0-16,2-1 0 0,-1 0-272 15,-1 1-64-15,1-2-16 0,-1 2 0 0,1-2-144 0,-2 1-16 16,1 1-16-16,-1 0 0 0,1 0-176 0,-1 0-16 16,-1 3-16-16,2-1 0 0,-2 0-160 0,0 0-48 15,1 4 0-15,-1-3 0 0,0 1-208 0,0 3-64 16,0-2 0-16,1 4 0 0,-1-2-48 0,0 0-16 15,1 5 0-15,-1-2 0 0,0 4-128 0,1-2 160 16,-1-1-160-16,1 4 160 0,0 0-160 0,0 0 0 16,0-1 144-16,2 1-144 0,-2-1 128 0,1 1-128 0,0 1 128 0,1-3-128 15,0 0 128-15,0 0-128 0,1 0 160 0,1-1-160 16,0 0 160-16,1-5-160 0,-1-7 160 0,0 0-160 16,0 0 128-16,0 0-128 0,0 0 0 0,0 0 144 15,22 32-144-15,-16-31 0 0,-2-1 144 16,2 0-144-16,-1-2 128 0,1-1-128 0,0-1 160 0,1 1-160 15,-1-1 160-15,0-1-160 0,0 0 160 0,1 1-160 16,-1-2 128-16,0 2-128 0,0-1 0 16,0-2 144-16,0 2-144 0,-1-2 0 0,1 2 0 0,-3 0 128 0,2 1-128 15,-1-3 0-15,0 2 0 0,0 0 0 16,0 0 0-16,0-1 0 0,0 1 128 0,0 0-128 0,0 0 0 0,-2-2 0 16,2 2 0-16,-1-2 0 15,0 1 0-15,0 0 0 0,-1-1 0 0,2-2 0 16,-1 1 0-16,0 0 0 0,-2 0 0 0,1 1 0 15,-1 0 0-15,-1-1 0 0,0 2 0 0,-2 1 0 0,1-1 0 0,-1 0 0 16,0 0 0-16,-1 0 0 0,0 1 0 0,0 1 0 16,1-1 0-16,-1 2 0 0,0-1 0 0,-1 0 0 15,2 1 0-15,-1 0 0 0,1-1 0 0,-1 1 0 16,0 1 0-16,1-1 0 0,-1 1 0 0,0 1 0 16,-1 0 0-16,1-1 0 0,0 1 0 0,-1 0 0 0,-1 1 0 0,2 0 0 15,-2 0 0-15,1 0 0 0,-2 1 0 0,0 2 0 16,0-3 0-16,-1 1 0 0,1 0 0 0,-1 1 0 15,1 1 0-15,-1-1 0 0,1-1 0 0,0 1 0 16,1 0 0-16,-1 0 0 0,2-1 0 0,-1 1 0 16,1 0 0-16,1-1 0 0,1 1 0 0,0 0 0 15,1-2-192-15,0 2-32 0,0 0 0 0,1 1 0 32,0 0-880-32,1 1-176 0,0 3-48 0,0-1-15472 0</inkml:trace>
  <inkml:trace contextRef="#ctx0" brushRef="#br0" timeOffset="-200475.6">7278 10386 911 0,'3'-2'0'0,"-1"-2"0"15,0 3 0-15,-1-1 0 0,0-1 1232 0,0 3 176 16,0-2 16-16,1 0 16 0,2-2 336 0,0 0 64 16,-1 0 16-16,-1 0 0 0,0 3-256 0,-1-1-32 15,-1 2-16-15,0 0 0 0,-2 2-96 0,1-2-32 16,-1 1 0-16,0 1 0 15,-1 1-160-15,0 0-48 0,-1 0 0 0,1-2 0 16,-1 3-224-16,-1-2-48 0,1 3-16 0,-2-2 0 0,1 2-224 0,-3-2-64 16,1 3 0-16,-2-2 0 0,0 3-256 0,-2-2-64 0,0 2-16 0,-2 0 0 15,-1 1-96-15,0 1-16 0,1-2 0 0,1 0 0 16,0-1-192-16,2 0 144 0,0 1-144 0,1-2 128 16,3 0-128-16,-1-2 0 0,2 0 144 0,0 0-144 15,1 0 0-15,2-1 144 0,0-1-144 0,1-1 0 16,0 1 208-16,2-1-64 0,0 0-16 0,1-1 0 15,-1 0 368-15,2 1 64 0,1-2 16 0,1-1 0 16,-1 3-80-16,1-2-16 16,-1 2 0-16,1 0 0 0,1 2-256 0,-2-2-48 0,2 3-16 15,-2 0 0-15,-4-3-160 0,0 0 0 0,0 0 144 0,0 0-144 0,0 0 0 0,37 27 0 16,-37-27 0-16,0 0 128 0,0 0-128 0,0 0 0 16,40 24 0-1,-40-24 128-15,0 0-128 0,0 0 0 0,38 12 0 0,-38-12 128 0,0 0-128 0,0 0 128 16,0 0-128-16,46 12 128 0,-46-12-128 0,0 0 0 15,0 0 0-15,0 0 0 0,37 4 0 0,-31-3 0 16,-2 1 0-16,0 0 0 0,-1-2 0 0,-1 3 0 16,-2-1 0-16,0-1 0 31,-1 0-816-31,-1 2-128 0,0 1-16 0,-1-3-16448 0</inkml:trace>
  <inkml:trace contextRef="#ctx0" brushRef="#br0" timeOffset="-199910.57">7695 10280 1839 0,'2'-3'160'0,"-1"1"-160"0,-1 2 0 0,0-2 0 16,0 2 1792-16,0 0 320 0,0-1 64 0,0-2 0 0,-1 0 288 15,1 0 48-15,-1 1 16 0,0 1 0 0,-1 1-928 0,0 0-192 16,-1 0-48-16,0 3 0 0,2-2-336 0,-3 3-80 16,0 0-16-16,0 2 0 0,1 1-336 0,-3 2-64 15,2 0-16-15,-4 3 0 0,2 1-208 16,-3 3-48-1,1-1-16-15,-1 3 0 0,-2 3-48 0,1 1 0 16,0-1 0-16,1 2 0 0,0 3-192 0,0-2 176 16,4 2-176-16,0-3 160 0,4-2 288 0,0-1 64 0,1-20 16 15,5 34 0-15,-5-34-80 0,0 0-32 0,16 30 0 0,-16-30 0 16,0 0-416-16,0 0 0 0,0 0 0 0,41 8 0 16,-31-13 528-16,0-2 32 0,-1-1 0 0,0-1 0 15,1 0-208-15,-2 1-32 0,0-1-16 0,0 0 0 16,-1-1-176-16,0 1-128 0,-3 2 144 0,1-1-144 15,-2 1 0-15,-1 0 0 0,-2 1 0 0,0 0 0 16,-1 2 0-16,-2-1 128 0,-1 0-128 0,-1 1 0 16,0 1 0-16,-3-2 0 0,1 1 0 0,-2-1 0 15,0 0 0-15,0 3 128 0,2-1-128 0,-2 1 0 16,3 2 0-16,-2-2 0 0,2 4 0 0,-1-2 0 16,2 2 0-16,-1 1 0 0,2-1 0 0,-1 0 0 0,1 3-256 15,2-2-64-15,0 1 0 0,0 1 0 16,1 0-1328-16,1-3-272 15,2 3-48-15,0-3-12272 0</inkml:trace>
  <inkml:trace contextRef="#ctx0" brushRef="#br0" timeOffset="-199450.26">7915 10337 4607 0,'1'-3'400'0,"0"1"-400"15,0 0 0-15,-1 0 0 0,0 1 1648 0,0 1 240 16,-1 0 48-16,1 0 16 0,-1 0 480 0,0 0 112 0,-2 1 16 0,0 1 0 16,0 0-1168-16,0 0-240 0,0 1-32 0,-1 1-16 15,1-1 48-15,0 1 16 0,0-1 0 16,0 2 0-16,0-1-208 0,-1-1-64 0,2 1 0 0,-2 0 0 16,1-1-224-16,0 2-48 0,1 0-16 15,-1-3 0-15,0 3-32 0,2 0-16 0,0-3 0 0,1 3 0 16,1 0-224-16,1-1-32 0,1-1-16 0,0 0 0 15,2 1-288-15,-5-4 0 0,0 0 128 0,0 0-128 16,0 0 144-16,38 13-16 0,-38-13-128 0,0 0 192 16,0 0-64-16,40 16-128 0,-40-16 176 0,0 0-176 15,0 0 128-15,38 23-128 0,-38-23 0 0,0 0 0 0,0 0 128 16,0 0-128-16,37 36 0 0,-37-36 0 0,0 0 128 0,0 0-128 16,0 0 0-16,23 38 0 0,-23-38 160 0,0 0-160 15,0 0 128-15,6 26-128 0,-6-21 192 0,-3 2-64 16,1-3 0-16,-2 1 0 0,-1 1 64 0,-1-3 0 15,1 2 0-15,-4 0 0 0,1-3-192 0,0 1 192 16,-1 0-192-16,-2-1 192 0,2 0-64 0,-1 0-128 16,1-2 192-16,-2 0-64 0,1 2-128 0,0-2 0 15,0-2 144-15,0 2-144 0,-1 0 0 0,1-1 0 16,0 0 0-16,1-1 0 16,-2 0-576-16,2-1-128 0,0 0-16 0,1-1-10976 15,1-1-2192-15</inkml:trace>
  <inkml:trace contextRef="#ctx0" brushRef="#br0" timeOffset="-199234.49">7864 10348 5519 0,'-1'-4'496'0,"0"1"-496"0,2 1 0 0,-1 0 0 16,1 1 1728-16,-1 1 240 0,1-2 48 0,1 2 16 15,1-2 1232-15,3-3 240 0,1 2 48 0,2 0 16 16,1 0-1776-16,3-2-336 0,-13 5-80 0,28-5-16 15,-28 5-112-15,33-2-32 0,-33 2 0 0,0 0 0 16,46 2-384-16,-46-2-64 0,0 0-32 0,41 8 0 16,-41-8-480-16,0 0-80 0,0 0-32 0,43 14 0 15,-43-14-144-15,0 0-256 0</inkml:trace>
  <inkml:trace contextRef="#ctx0" brushRef="#br0" timeOffset="-195383.86">8565 10505 2415 0,'-2'-2'0'0,"0"1"0"0,0 1 144 0,1-2-144 0,0 2 0 0,0 0 0 0,-1 0 0 0,1 0 0 16,-2 0 960-16,-1 0 80 0,-1-1 32 0,-1 1 0 15,1 0-16-15,0-1 0 0,0 1 0 0,1 0 0 16,-1 1 32-16,0-1 0 0,2 1 0 0,0-1 0 16,0 2-192-16,0-2-16 0,1 1-16 0,0 1 0 15,2-2-96-15,0 2-32 16,0-1 0-16,0 1 0 0,0-2-32 0,1 2-16 0,2-2 0 0,0 0 0 0,2 2 144 0,0-2 48 15,1 0 0-15,1 0 0 0,1 0 32 0,2 0 16 16,0 0 0-16,-10 0 0 0,0 0-288 0,34-2-48 16,-34 2-16-16,0 0 0 0,46 2-224 0,-46-2-48 15,32 0-16-15,-32 0 0 0,35-2-48 0,-35 2-16 16,34 0 0-16,-34 0 0 0,29-2-224 0,-16-1 176 16,-1 1-176-16,-1 0 160 0,1 1-160 0,-2-2 0 15,0 2 0-15,-1-1 0 0,-2 0 0 0,0 1 0 0,0-2 0 16,-2 1 0-16,1 2-368 0,-2-1 0 0,-1 0 0 0,1-1 0 31,0-1-1712-31,-1 1-352 0,-1-1-64 0,0 1-8992 0</inkml:trace>
  <inkml:trace contextRef="#ctx0" brushRef="#br0" timeOffset="-195036.83">8798 10387 3679 0,'-3'-1'160'0,"0"-1"32"0,1 2-192 0,0-2 0 0,2 2 0 0,0-2 0 0,0 1 1104 16,-1-1 176 0,1-1 48-16,-1-1 0 0,1-1 352 0,1 2 80 15,0 0 16-15,-1 0 0 0,2 3-240 0,0-3-32 0,0 3-16 0,1 0 0 0,-1 1-16 0,2 1 0 16,0 0 0-16,1 0 0 0,1 3-288 0,-6-5-64 16,0 0-16-16,0 0 0 0,0 0-256 0,43 12-48 15,-43-12-16-15,0 0 0 0,0 0-112 0,51 9-32 16,-51-9 0-16,0 0 0 15,45 6-256-15,-45-6-64 0,0 0-16 0,43 13 0 0,-43-13-128 0,0 0-32 16,0 0 0-16,45 24 0 0,-45-24-16 0,0 0 0 16,0 0 0-16,0 0 0 0,23 36 96 0,-24-29 16 0,0-2 0 15,-2 4 0-15,-4-2 16 0,-3 3 16 16,-2 1 0-16,-2 1 0 0,0 2-80 0,-2-3 0 0,0 1-16 16,-1-1 0-16,-1 1-176 0,1-1 0 0,-1 1 0 0,0-2 0 46,4-1-720-46,0-1-176 0,2-2-48 0,2 0 0 16,2-1-736-16,1 1-160 0</inkml:trace>
  <inkml:trace contextRef="#ctx0" brushRef="#br0" timeOffset="-194280.37">9738 10391 7359 0,'1'-4'656'0,"1"3"-528"0,-1 0-128 0,-1 0 0 16,0 1 816-16,1 0 128 0,0-2 16 0,1-1 16 15,0 1 736-15,0-1 144 0,-1 3 16 0,-1 0 16 16,-1 0-592-16,0 3-112 0,-2 0-32 0,0 1 0 15,1 1-144-15,-2 3-48 0,-1 0 0 0,2 2 0 16,-2 4-208-16,0 0-48 0,1 1-16 0,-1 1 0 16,1 0-304-16,1 1-48 0,0 2-16 0,-1 0 0 15,1 0-80-15,1 0-32 0,1-2 0 0,1-3 0 16,0-14-48-16,0 0-16 0,4 26 0 0,-4-26 0 0,0 0-16 0,0 0-128 16,0 0 192-16,0 0-64 0,0 0 208 0,0 0 48 15,0 0 0-15,31-7 0 0,-26 2-112 0,0-4-16 16,2-1 0-16,-2-1 0 0,2 1-256 0,-1-4 160 15,1 2-160-15,0-2 128 0,0 0-128 0,1-1 0 16,0 1 0-16,0-3 0 0,-2 2 0 0,1 0 0 16,-1 0 0-16,1 1 0 0,-1 2 144 0,1 4-144 15,-3 2 160-15,1 1-160 0,-1 3 256 0,-2 2-64 16,1 1 0-16,-1 0 0 0,0 4 80 0,-1 2 16 0,0 3 0 16,-1 0 0-16,-1 4 64 0,-1 2 16 0,1-2 0 0,0 2 0 15,0 4-176-15,0-4-48 0,2 1 0 0,0-2 0 16,-1-15-144-16,0 0 0 0,7 34 0 0,-7-34 0 15,0 0 0-15,0 0 0 16,0 0 0-16,0 0 0 0,0 0 0 0,38 5 0 0,-30-12 0 0,-2-2 0 16,2-3 208-16,0-2-32 0,1 2-16 0,-1-3 0 15,0-1 16-15,1 0 0 0,-1-1 0 0,1 0 0 16,-1 3-32-16,-1-3 0 0,0 4 0 0,-2 1 0 16,0 2-16-16,-2 0-128 0,1 3 192 0,-1 2-64 0,-1 1-128 0,0 4 0 15,-2 0 0-15,0 0 0 0,0 2-320 0,0 3-32 16,-1 0-16-16,1-1-11024 15,1 1-2192-15</inkml:trace>
  <inkml:trace contextRef="#ctx0" brushRef="#br0" timeOffset="-193933.22">10079 10448 11967 0,'4'0'528'0,"-2"0"112"0,0 2-512 0,-1-2-128 16,0 0 0-16,0 0 0 0,1 0 2240 0,0 1 400 15,3 0 96-15,0 0 16 16,-5-1 688-16,0 0 144 0,0 0 16 0,34 5 16 15,-34-5-2720-15,0 0-560 0,33-6-96 0,-21 4-32 0,0-2 96 0,1-1 16 0,-1 0 0 16,0-1 0-16,0 0-320 0,-2 0 128 0,0 0-128 0,-1-1 0 16,-2 0 0-16,1 0 0 0,-3 0 0 15,0-3 0-15,0 2 0 0,-3 0 0 0,0-1 0 0,-1 1 0 16,-1-1 128-16,-2 1-128 0,0 0 0 0,-1 2 0 16,-1 3 0-16,-1 0 0 0,0 2 0 0,-3 2 0 15,1 3 0-15,-2 1 0 0,-1 4 0 16,0 1 0-16,0 0 0 0,-2 4 0 0,-1-2 0 0,1 0-192 15,0 2 192-15,1 0-144 0,0 0 144 0,0-1-128 16,3 0 128-16,3-1 0 0,0 0 0 0,2-5 0 16,2 1 256-16,2-2 0 0,1 0-16 0,-2-6 0 0,0 0 208 15,0 0 64-15,0 0 0 0,0 0 0 0,41 15-176 0,-41-15-16 16,0 0-16-16,32 0 0 0,-32 0-304 0,0 0 128 16,34 1-128-16,-34-1 0 0,0 0 0 0,0 0-256 15,39 4 32-15,-39-4-11680 16,0 0-2320-16</inkml:trace>
  <inkml:trace contextRef="#ctx0" brushRef="#br0" timeOffset="-193523.61">10780 10386 10127 0,'5'0'448'0,"-2"-1"96"0,0 0-544 0,-1 1 0 0,0 0 0 0,-1 0 0 16,0-2 2288-16,2 2 336 0,0-2 80 0,2 1 16 15,0-1 16-15,-2 2 0 0,0-3 0 0,0 1 0 16,-1 0-896-16,0-1-176 16,-1 1-48-16,0-3 0 0,-1 3-768 0,0-2-144 0,0 1-48 0,-2 0 0 15,0-1-400-15,-2 1-96 16,0-1-16-16,-1 3 0 0,-2-1-144 0,0 2 0 0,-1 0 0 0,-2 0 0 0,0 3 0 15,-1 1 0 1,1 1 0-16,0 3 0 0,0-2-384 0,1 2 64 0,2 1 0 0,-2 0 0 0,2 1 320 0,-1 2 0 16,2 0-144-16,0 0 144 0,1 2 0 0,0 0 0 15,1-2 0-15,3 0 144 0,0 0 16 0,1-1 0 16,0-11 0-16,0 0 0 0,0 0-160 0,11 33 0 16,-11-33 0-16,0 0 128 0,0 0-128 0,0 0 0 15,0 0 0-15,0 0 0 16,43 17-192-16,-34-20 16 0,1-1 16 0,0-1 0 15,0-2-1200-15,1 0-240 0,2 0-64 0,-1-3 0 16,1 3-1840-16,0-1-368 0</inkml:trace>
  <inkml:trace contextRef="#ctx0" brushRef="#br0" timeOffset="-192611.38">10955 10439 7359 0,'10'-3'320'0,"-6"2"80"0,-1 0-400 0,-2 1 0 0,1 0 0 16,-1 0 0-16,1-3 1808 0,2 1 288 0,1-3 48 0,2 1 16 15,-1-3 320-15,-1 2 64 0,-1-2 16 0,0 2 0 16,-1-2-976-16,-1 2-192 0,0 0-48 0,0-2 0 15,-1 1-608-15,-1 0-128 0,0 2-32 0,-2 1 0 16,1-2-144-16,-3 3-48 0,-1 0 0 0,0-1 0 16,-1 1 144-16,-1 2 32 0,0 0 0 0,0 0 0 15,-2 0 16-15,2 2 16 16,0-1 0-16,0 2 0 0,1 0-96 0,-1 2-32 16,1 1 0-16,-1 1 0 0,2 1-192 0,-2 2-32 0,1 0-16 0,0 2 0 0,0 2-96 15,1 0 0-15,-2 2-128 0,3 1 192 0,-1 0-192 0,2-3 0 16,1 0 128-16,2-2-128 0,0-12 0 0,0 0 0 15,0 0 0-15,13 36 0 0,-13-36 0 0,0 0 0 16,0 0 0-16,34-2 0 16,-22-4-128-16,1-3 128 0,0-1-192 0,0-1 192 0,1-1-384 0,-1-2 16 15,0 0 16-15,-3-1 0 16,-1 3-128-16,-1-2-32 0,-3 2 0 0,-1 1 0 0,-1 1 336 0,-2 0 176 16,-1 0-192-16,0 4 192 0,-1-2 0 0,-2 5 0 0,1 2 0 15,-1 2 0 1,0 2 0-16,1 2 0 0,-1 2 0 0,-1 3 144 15,1 2 240-15,1 0 64 0,-1 3 0 0,1-2 0 16,1 3-128-16,0-3 0 0,1 3-16 0,0-16 0 16,0 0-48-16,8 35-16 0,-8-35 0 0,0 0 0 15,0 0-64-15,0 0-16 0,34 26 0 0,-34-26 0 16,0 0-160-16,28-8 160 0,-16 0-160 0,0-1 160 16,0 0-160-16,1-3-272 0,2-3 64 0,-1-1 16 15,2 0-864 1,-2 1-160-16,0-2-48 0,-2 1 0 0,0 3-2320 0,-2-1-480 0,0 0-96 0,-2 2 0 15,-1 1 2688-15,-1 1 528 0,-1 1 112 0,-3 1 32 0,0 4 656 0,-1 1 144 16,0 1 0-16,-1 2 0 0,0 0 880 0,0 2 160 16,-1 3 48-16,-1-1 0 0,0 2 1024 15,0 0 224-15,0 3 32 0,-1 0 16 0,-1 2-608 0,1 1-128 16,-1-1-32-16,0 1 0 0,1 0-592 0,-1 0-112 16,0-1-16-16,1 0-16 0,1-1-400 0,-1-1-80 15,1 2-16-15,-1-3 0 0,1 1-208 0,1-3-48 16,-1 2-128-16,2-3 192 0,-1 0-192 0,1-2 0 15,0 1 0-15,0-4 0 0,1 1 0 0,-1-1 0 16,3-1-192-16,-1-1 192 16,1-3-1056-16,1 2-96 0,-1-1-32 0,2-3 0 15,0 2-1520-15,-1-3-304 0,1 2-64 0,1-2-16 16,1-1-240-16,-1 0-32 0,1-1-16 0,-2 0 0 16,2-1 1488-16,-2 1 288 0,0-2 64 0,1-2 16 0,-2 0 1312 0,2-1 208 0,-1 1 128 0,0 2 0 15,0 3 848-15,-2 2 176 0,1 0 48 0,-1 2 0 16,0 1 784-16,-1 1 144 0,0 3 48 0,0 0 0 15,0 2 112-15,0 1 16 0,-2-3 16 0,0 0 0 16,0 0-336-16,0 0-64 0,0 0 0 0,9 36-16 16,-9-36-784-16,0 0-160 0,2 24-16 0,-3-15-16 15,0 2-416-15,-1 0-64 0,0 0-32 0,-1 1 0 16,-1-2-176-16,0 1-48 0,0 0 0 0,-1-1 0 16,1 1-64-16,0-3-128 0,1-1 176 0,0 1-176 15,0-2 144-15,1-1-144 0,0 0 0 0,1 0 144 0,0-3-144 16,0 1 0-16,1-1 0 0,1-2 0 15,0-2 0-15,0 0 0 0,2-1 0 0,-2-2 0 16,3 3 0-16,0-6-224 0,-1 2 80 0,2-2 16 16,0 1-1088-16,-1-2-192 0,2-1-64 0,0 3 0 15,0 0-1984-15,1 0-416 0,0 0-80 0,-1 0-7824 0</inkml:trace>
  <inkml:trace contextRef="#ctx0" brushRef="#br0" timeOffset="-192107.51">11555 10330 4655 0,'1'-2'0'0,"-1"1"192"0,0-1-48 0,0 1 0 0,0 1-144 0,0 0 0 0,0 0 0 0,0 0 0 15,-1 0 3264-15,1-2 640 0,-1 2 112 0,0 2 16 16,-1-1 272-16,0 1 48 0,0 1 16 0,-1 0 0 16,1 1-2960-16,-1 3-608 0,-1 0-112 0,0 2-32 15,0 1-80-15,-1-1 0 0,0 3-16 0,-2 0 0 16,2-2-336-16,-1 3-64 0,0-1-16 0,0 1 0 16,-1 0-144-16,3-1 0 0,-1-2 144 0,2-3-144 0,1 0 0 0,-1-2 144 15,1 0-144-15,0-3 0 0,2 0 0 0,-1-2 0 16,1 0 0-16,1-2 0 0,-1 0 160 0,2-3-160 15,0 0 128-15,0-2-128 0,1-2 144 0,1-1-144 16,1-2 160-16,-1 0-160 0,2 0 0 0,0 0 0 16,0 1 0-16,0-1 0 0,1 1 0 0,0 1 0 15,1 0 0-15,0 1 0 0,1 2 0 0,-1 2 0 0,-1 2 0 16,0 0 0-16,-2 2 0 0,1-1 0 0,-1 4 0 0,-5-2 0 16,0 0 144-16,0 0-144 0,0 0 128 0,0 0-128 15,16 36 160-15,-16-36-160 0,0 23 192 0,-3-11-192 16,2 2 192-16,-3 1-64 0,0-1 0 0,0 0-128 15,1-2 176-15,-1 0-176 16,2 0 160-16,0-1-160 0,2-4 0 0,1 0 0 0,0-3 0 0,1-1 0 16,1-3 0-16,1-2-192 0,0-3 16 0,2 0 0 31,0-3-1424-31,2 0-304 0</inkml:trace>
  <inkml:trace contextRef="#ctx0" brushRef="#br0" timeOffset="-191730.4">11791 10370 1839 0,'3'0'160'0,"-2"0"-160"15,0 0 0-15,0 0 0 0,-1 0 2800 0,0 0 528 16,2 0 96-16,-1 0 32 0,2 0-208 0,0 0-48 16,-1 0 0-16,-1 0 0 0,0-2-1200 0,-2 2-240 15,1 0-48-15,-2 2-16 0,0-2-496 0,-2 0-112 16,1 2 0-16,-2 0-16 0,0 1-496 0,-1 4-80 16,0-2-32-16,-1 3 0 0,0 0-64 0,1 0-16 15,-2 2 0-15,3 1 0 0,0-1 48 0,1 2 0 16,0 1 0-16,2-5 0 0,0 1-224 0,2-9-32 15,0 0-16-15,0 0 0 0,0 0-160 0,0 0 160 16,30 29-160-16,-30-29 160 0,0 0-160 0,31-3 0 16,-19-2 0-16,2-3 0 0,1-1 0 0,0-2 128 0,0-1-128 15,0 0 0-15,-1 0 0 0,-1-2 0 16,-1 2 0-16,-3 0 0 0,-3 1 0 0,-1-1 0 0,-1 2 0 0,-4 0 0 16,-1 2 0-16,-2 0 0 0,-2 3 0 0,-4-2 0 15,0 3 0-15,-1 1 0 0,-1 3 0 0,-1 0 0 16,0 3 0-16,1 1 0 0,1 1 0 0,0 2 0 15,2 1 0-15,0 0 0 0,3 0 0 0,0-3 0 16,0 2 0-16,3-2 0 0,1-1 0 0,2-1 0 16,-1-3-608-1,0 0-48-15,0 0-16 0,0 0-16992 0</inkml:trace>
  <inkml:trace contextRef="#ctx0" brushRef="#br0" timeOffset="-191271.59">12169 10180 18431 0,'4'-5'816'0,"-1"0"160"0,1 1-784 0,-2 0-192 16,-1 3 0-16,-1-1 0 0,0 1 2304 0,0 0 400 15,0-2 96-15,0 3 16 0,0-2-384 0,-2 2-80 16,-1 2-16-16,0 2 0 0,-2 2-1248 0,1 3-240 16,-2 3-48-16,0 2-16 0,-2 1-416 0,0 3-96 15,0 6-16-15,-2 0 0 0,1 2-128 0,-1-2-128 16,0 2 192-16,1-5-192 0,2 0 224 0,0-2-64 15,4-2-16-15,3-17 0 0,-1 30-16 0,1-30 0 0,0 0 0 16,0 0 0-16,15 35-128 0,-15-35 0 0,0 0 0 0,0 0 0 16,0 0 0-16,39 8 0 0,-30-13 0 0,1-1 0 15,0 0 0-15,0-2-144 0,-2 0 144 0,0-1-160 16,0 0-96-16,-2 1-32 0,1-2 0 0,-3 1 0 16,1 2-784-1,-2-3-144-15,-1 3-48 0,-2-2 0 0,0 0-976 0,-3 1-208 0,0 1-48 16,-1 0 0-16,0 0-16 0,-3-2-16 0,0 2 0 0,-3-2 0 15,0 0 656-15,-3 1 128 0,-2 0 16 0,0 3 16 16,-1 0-208-16,0 3-32 0,0 1-16 0,2 0 0 0,2 1 2384 0,2 0 480 16,1 0 80-16,1 1 32 0,2 0 1744 15,0 1 368-15,2-1 64 0,0 1 16 16,2 0 720-16,0-1 160 0,2 1 16 0,2 0 16 16,-2-2-2176-16,0 0-432 0,0 0-96 0,0 0 0 0,35 5-704 0,-35-5-128 15,0 0-16-15,39-3-16 16,-39 3-320-16,28-2-64 0,-28 2-16 0,0 0 0 0,39 0-144 0,-39 0 0 15,0 0 0-15,37 2-18816 0</inkml:trace>
  <inkml:trace contextRef="#ctx0" brushRef="#br0" timeOffset="-190690.56">12672 10359 1839 0,'-7'-3'160'0,"1"0"-160"15,2 1 0-15,2-1 0 0,0 3 1136 0,1-2 192 16,0 1 32-16,-2 0 16 0,-1-4 1024 0,0 0 208 16,-1 1 32-16,1-2 16 0,-1 2 160 0,2 0 16 15,0 1 16-15,1 0 0 0,1 0-544 0,-1 0-128 16,2 0 0-16,0 0-16 0,1 1-816 0,1 0-176 15,0-3-16-15,2 0-16 0,1-1-560 0,1 0-96 16,1 2-32-16,1-4 0 0,-1 4-240 0,2-3-48 16,-1 2-16-16,1 0 0 0,-1 1-144 0,0 1 0 0,-8 3 144 0,0 0-144 15,0 0 0-15,0 0 0 0,38 20 0 16,-38-20 0-16,0 0 0 0,17 42 0 0,-17-42 0 0,5 36 0 16,-5-36 0-16,0 37 0 0,-2-19 0 0,-1-2 0 15,-2 0 0-15,2-2 0 0,-2 1 0 0,0-5 0 16,1-1 0-16,-1-1 0 0,1-2 0 0,2-1-128 15,-1-2 128-15,1 0 0 0,0-3 0 0,-1-2 0 16,2 1 0-16,0-4 0 0,1-1 0 0,0-1 0 16,2-2 0-16,-2-3 0 0,3 2 0 0,-1-2 0 0,2-1 0 15,-1 0 0-15,2-1 0 0,1 0 0 0,0 2 0 0,1-2 0 16,1 2 0-16,1 0 0 0,0 0 0 0,1 1 0 16,-1 2 0-16,0 1 0 0,-1 3 0 0,-1 0 0 15,0 2 0-15,-2 2-12064 16,1-1-2352-16</inkml:trace>
  <inkml:trace contextRef="#ctx0" brushRef="#br0" timeOffset="-190312.57">12864 10358 15663 0,'1'2'1392'0,"1"-2"-1120"0,-1 0-272 0,0 0 0 15,0 2 2544-15,1-2 448 0,-2 0 80 0,0 0 32 16,0 0-224-16,0 0-64 0,38 3 0 0,-38-3 0 15,0 0-1600-15,34-5-320 0,-22 1-64 0,-1 1 0 16,1-2-496-16,-1 1-80 16,1-1-32-16,-1-1 0 0,-1 0-224 0,-1-1 0 0,0 0 0 0,0 1 0 15,-1 0 0-15,-2-1 0 0,-1 2 0 0,-2-2 0 16,-1 0 0-16,-2 1 0 0,-1 0 0 0,-2 0 0 16,-1 1 0-16,-1 0 0 0,-3 2 0 0,0 2 0 15,0 0 0-15,-2 1 0 0,1 1 0 0,-1 2 0 16,2 2 0-16,-3 2 0 0,2 3 0 0,0-1 0 15,0 1 0-15,0 2 0 0,2 2 0 0,-1 0 0 0,2 0 0 0,-1 1 0 16,1-1 0-16,0 0 0 0,3-2 0 0,1 0 0 16,1-3 0-16,1-9 0 0,0 0 128 0,0 0-128 15,9 31 0-15,-9-31 144 0,0 0-144 0,0 0 0 16,0 0 0-16,0 0 0 0,44 13 0 0,-34-14 0 16,1-4 0-16,1 0 0 0,1-1-128 0,1 0-128 15,1-2 0-15,-1 0-17712 0</inkml:trace>
  <inkml:trace contextRef="#ctx0" brushRef="#br0" timeOffset="-189949.23">13157 10341 9215 0,'-4'3'816'0,"1"-3"-656"0,1 2-160 0,0-2 0 16,1 2 2432-16,1-2 448 0,-1 0 80 0,1 0 32 15,-1 1 160-15,2 1 48 0,0-2 0 0,1 0 0 16,2-2-1840-16,0-1-352 0,3 2-80 0,-1-3-16 15,3 0-400-15,-1-1-96 16,2-2-16-16,0 2 0 0,0-2-208 0,-1 0-32 0,-1-1-16 0,2 2 0 16,-1-1 32-16,-2 2 0 0,1 2 0 0,-3 1 0 15,1 0 128-15,-6 2 16 0,0 0 16 0,0 0 0 16,0 0-48-16,0 0-16 0,0 0 0 0,0 0 0 16,19 37-48-16,-19-37-16 0,0 0 0 0,-1 34 0 15,1-34-80-15,-1 24 0 0,-1-10-128 0,-1 1 192 0,0 0-192 16,-1 2 128-16,1 2-128 0,-4 2 0 0,2 0 128 0,-3 1-128 15,1 3 0-15,-2 0 144 0,0-1-144 0,1-1 0 16,-1-1 0-16,1-1 128 0,1-5-128 0,-2 1 0 16,1-5 0-16,0 0 0 0,1-4 0 0,0-2 0 15,1-1 0-15,0-4 0 0,0 0-256 0,0-1-48 16,-1-2 0-16,1-2 0 16,-2 0-2224-1,2 0-448-15</inkml:trace>
  <inkml:trace contextRef="#ctx0" brushRef="#br0" timeOffset="-189728.64">13210 10154 1839 0,'7'-5'160'0,"-2"0"-160"0,1 1 0 0,-3 1 0 16,0 1 1808-16,-1 2 336 0,0 0 64 0,2-2 16 15,2 1 816-15,2-1 160 0,-8 2 48 0,0 0 0 16,0 0-704-16,35 7-144 0,-35-7-32 0,0 0 0 15,0 0-576-15,0 0-128 0,0 0-32 0,30 33 0 0,-30-33-928 0,0 0-176 16,0 0-32-16,0 0-16 0,0 0-480 0,0 0 0 16,0 0 0-16,35 24 0 15,-31-22-1536-15,0-2-256 0</inkml:trace>
  <inkml:trace contextRef="#ctx0" brushRef="#br0" timeOffset="-189334.95">13402 10273 4607 0,'1'4'400'0,"0"-1"-400"0,0-1 0 0,0 0 0 15,0-1 2368-15,-1 1 384 16,1-2 64-16,-1 0 32 0,0 0 928 0,0 0 192 0,0 0 48 0,0 0 0 16,0 0-1840-16,38 16-384 15,-38-16-64-15,0 0 0 0,23-5-896 0,-15 1-192 0,1-3-16 0,0 2-16 16,-1-2-416-16,1 0-192 0,0 0 160 0,-2 0-160 15,0-1 0-15,-1-1 0 0,-1 2 0 0,-1-3 0 16,-3 3 0-16,1-2 0 0,-2 1 0 0,-1-1 0 16,-1 1 0-16,-1 0 0 0,-1 3 0 0,-1-2 0 0,0 4-144 15,-1 1 144-15,1 2 0 0,-3 0-144 0,2 3 144 0,-2 2-208 16,1 1 80-16,0 2 128 0,-1 1-128 0,0 0 128 31,-1 3 0-31,1 0 0 0,-1 2 0 0,0 1 0 0,-1 1 160 0,2 1-160 0,0-2 320 0,0 0-32 16,2 0-16-16,-1-1 0 0,3-2 0 0,1-3 0 15,1 2 0-15,0-3 0 0,2-8-272 0,0 0 0 16,0 0 0-16,0 0 0 0,0 0 0 0,0 0 0 16,19 33 0-16,-13-33 0 0,1 0 0 0,3-2 0 15,-10 2 0-15,23-7 0 0,-10 1 0 0,2-2-224 16,0 1 32-16,-1-1 16 16,3-1-1744-16,-1 0-368 0</inkml:trace>
  <inkml:trace contextRef="#ctx0" brushRef="#br0" timeOffset="-189036.29">13786 10220 11055 0,'3'-2'480'0,"-1"0"112"0,-1 0-464 0,0 1-128 0,0-1 0 0,0 0 0 15,0 1 2336-15,1-2 448 0,0-2 96 0,2-1 0 16,-2 0-832-16,1-2-192 0,0 1-16 0,-2 1-16 16,-1 1 160-16,0 0 48 0,-2 2 0 0,-1 1 0 15,0 2-2032-15,-3-2-368 0,-1 4-80 0,0 0-32 16,-2 2 720-16,0 4 144 15,-2-1 16-15,1 0 16 0,0 5 48 0,-1-2 16 16,2 4 0-16,-1 0 0 16,2 0 192-16,0 0 32 0,0 1 16 0,3 1 0 0,0-1-304 15,2-1-64-15,3-14-16 0,-3 24 0 0,3-24-144 0,0 0-48 16,0 0 0-16,0 0 0 0,17 35-144 0,-17-35 128 16,0 0-128-16,0 0 128 0,0 0-128 0,0 0 0 15,40 11 0-15,-40-11 0 0,0 0 0 0,26-8 0 16,-15 3-192-16,1 0 192 15,1-3-1152-15,1-1-96 0,0 0-32 16,1-1-15680-16</inkml:trace>
  <inkml:trace contextRef="#ctx0" brushRef="#br0" timeOffset="-188752.75">14058 10065 3679 0,'-2'-3'320'0,"0"1"-320"0,1 1 0 0,-1-1 0 15,1 2 2944-15,0 0 528 0,0 0 112 0,0 2 0 16,-2-1 480-16,-1 1 96 0,-1 2 0 0,-1 1 16 15,0 2-1920-15,2 0-384 0,-2 2-80 0,1 1 0 16,-2 1-976-16,2 2-192 0,-1 0-48 0,0 2 0 16,-1 2-336-16,1 2-80 0,0 0-16 0,-1 1 0 15,1 0-144-15,0 1 0 0,0-1 144 0,1-2-144 16,5-18 0-16,-3 34 128 0,3-34-128 0,0 0 0 16,0 35 0-16,0-35 0 0,0 0 0 0,0 0 128 0,0 0-128 0,0 0 0 15,0 0 0-15,26 31 0 0,-26-31 0 16,13-5 0-16,-5 0 0 0,-1-1-128 0,1-1-128 0,-1 0 0 15,1 1-16-15,-3-3 0 16,2 2-1152 0,-3-3-240-16,1 1-32 0,-2 2-16 0,-2-3-1392 0,-1 3-288 0</inkml:trace>
  <inkml:trace contextRef="#ctx0" brushRef="#br0" timeOffset="-188579.68">13848 10234 911 0,'-7'3'0'0,"2"-3"0"0,1 2 0 0,3-2 0 16,0 1 2592-16,2-1 432 15,-1 0 96-15,1 2 16 0,-1-2 1408 0,0 0 304 16,0 0 48-16,33 2 16 0,-33-2-1632 0,40-1-320 0,-40 1-64 16,52-3-16-16,-25 0-1808 0,0 1-368 0,1-1-80 0,-3 1-16 15,-1-2-352-15,-24 4-64 16,46-6 0-16,-24 2-16 0,0-1-304 0,-1-1-64 0</inkml:trace>
  <inkml:trace contextRef="#ctx0" brushRef="#br0" timeOffset="-185939.61">9500 11154 11055 0,'-1'-3'976'0,"1"0"-784"0,1 3-192 0,-1-2 0 16,1 1 1168-16,-1 1 192 0,0-3 48 0,1-1 0 15,-1-1 704-15,0 0 128 0,-1 2 48 0,1 2 0 16,0-1-400-16,-2 2-80 0,2 2-16 0,-2 0 0 0,-1 3-400 0,0 2-96 16,-1-3-16-16,1 4 0 15,-2-3-528-15,0 4-112 0,0-1-32 0,-1 3 0 16,0-2-304-16,-2 3-64 0,2 2-16 0,-1-2 0 0,1 0-80 0,-1 0-16 16,0 2 0-16,0 3 0 0,-1-2-128 15,1 2 128-15,0-2-128 0,1 2 128 0,1 0-128 0,0-1 0 16,1 1 0-16,1-1 0 0,1-1 0 0,2 0 128 15,0 0-128-15,0 0 0 0,0-15 0 0,2 28 128 16,-2-28-128-16,0 0 0 0,8 35 0 0,-8-35 0 16,0 0 0-16,0 0 0 0,14 36 0 0,-14-36 0 0,0 0 0 15,0 0 0-15,0 0-224 0,0 0-32 0,0 0 0 16,36 2 0 0,-31-6-576-16,1-4-128 0,-1 2-32 0,1-4 0 15,-2 1-208-15,1-1-32 0,-1 1-16 0,-2-2 0 16,0 2-288-16,-2 0-64 0,-1 0-16 0,-3 1-6384 0,-1 2-1280 0</inkml:trace>
  <inkml:trace contextRef="#ctx0" brushRef="#br0" timeOffset="-185718.32">9255 11413 3903 0,'-11'-5'0'0,"6"1"176"0,0 1-48 0,2-1-128 0,1 3 0 0,0 1 0 0,1-2 0 0,-1 2 0 16,-1-4 2624-16,1 3 400 0,2 1 96 0,2 0 16 0,3 3 192 0,-5-3 64 15,0 0 0-15,0 0 0 16,0 0-768-16,49 21-160 0,-49-21-32 0,0 0 0 0,47 5-1216 0,-47-5-240 15,38-3-48-15,-38 3-16 0,40-7-496 0,-40 7-96 16,45-12-32-16,-23 5 0 0,0 0-288 0,-1-2 0 16,0 2 0-16,-1-1 0 0,-2 1 0 0,1 0-176 15,-1 0 0-15,0 0 0 16,0 0-1168-16,-1 2-256 0,-2-1-32 0,-2 2-9200 16,-2 0-1840-16</inkml:trace>
  <inkml:trace contextRef="#ctx0" brushRef="#br0" timeOffset="-185105.5">9780 11061 5519 0,'-3'-6'496'0,"1"1"-496"0,0 3 0 0,1 2 0 15,0 0 1952-15,0 0 288 0,0 2 64 0,-1 0 16 16,-2 1 816-16,-2 4 176 0,0 3 16 0,-1 0 16 16,1 3-1008-16,-2 2-208 0,3 1-32 0,-2 0-16 15,2 1-1104-15,-1 0-208 0,1 2-64 0,-2 0 0 16,3-3-288-16,-1 2-64 15,1 1-16-15,0-1 0 0,1 1-144 0,-1 0-48 0,1 1 0 0,1 0 0 16,-1-1-16-16,1 0-128 0,1-1 192 0,0-4-64 16,1-14-128-16,1 23 0 0,-1-23 0 0,0 0 0 0,0 0 0 15,0 0 0-15,0 0 0 0,0 0 0 0,0 0-272 0,0 0-48 16,0 0 0-16,0 0 0 16,36 0-96-16,-30-7-32 15,-1 2 0-15,0-3 0 0,0 2 224 0,1-2 32 0,0 4 16 0,-1-1 0 0,1 2 176 0,-2 0 0 16,0 2 0-16,0-1 0 0,-1 4 0 0,0-2 0 15,0 2 0-15,-3-2 0 0,0 0 208 0,0 0-16 16,0 0-16-16,9 31 0 0,-9-31 368 0,0 0 80 16,6 26 16-16,-6-26 0 0,0 0-272 0,0 0-48 15,14 33-16-15,-14-33 0 0,0 0-176 0,0 0-128 16,0 0 192-16,0 0-192 0,42 20 176 0,-42-20-176 16,0 0 160-16,33-6-160 0,-33 6 304 0,26-11-48 0,-14 6 0 15,-1-2 0-15,1 0-112 0,-2-1-16 0,1 2-128 0,-1-2 192 16,0 1-192-16,-1 0 0 0,0 0 0 0,-3 0 0 15,1 0 0-15,-2 0 0 0,1-1 0 0,-3-1 0 16,1 0-160-16,-1-2-32 0,-1 0 0 0,-2 0 0 31,-1-1-224-31,-1 0-48 0,-2 0-16 0,1 0 0 0,0 3 272 0,-1 1 48 0,-1 2 16 0,1 3 0 16,-1 1 144-16,0 4 0 0,-1 3 0 0,-1 0 0 16,1 4 0-16,-1 3 0 0,-2 0 0 0,2 4 0 15,0 1 128-15,0 2 0 0,0 0 0 0,2 1 0 16,0 0 144-16,1-1 48 0,2-3 0 0,1-1 0 0,1-4 0 15,0-11 0-15,0 0 0 0,0 0 0 0,0 0-144 0,20 32-32 16,-20-32 0-16,0 0 0 16,0 0-16-16,36-3-128 0,-36 3 192 0,25-9-64 0,-25 9-128 0,30-12 0 15,-14 4 0-15,-16 8-12304 16,32-9-2416-16</inkml:trace>
  <inkml:trace contextRef="#ctx0" brushRef="#br0" timeOffset="-179598.75">10509 11206 5519 0,'2'-4'496'0,"-1"-1"-496"15,1 1 0-15,-2 1 0 16,2 2 1152-16,-2-2 128 15,2-3 16-15,0-3 16 0,1-2 560 0,0-1 112 16,0 2 32-16,-1 0 0 0,-1 6-160 0,0-1-16 16,0 2-16-16,-1 3 0 0,0 0-160 0,0 0-48 15,0 3 0-15,0 2 0 0,0-1-272 0,-1 2-48 16,1 2-16-16,-1 0 0 0,0 4-368 0,0 0-80 16,-1 2 0-16,0 1-16 0,-1 0-352 0,0 5-64 0,-2 3-16 15,-1 3 0-15,0-1-112 0,-1 3-16 0,-3-2-16 0,2 0 0 16,0-3-112-16,2-4 0 0,0 0-128 0,2-4 192 15,1-1-192-15,0-2 0 0,1-3 128 0,1 0-128 16,1 1 0-16,0-5 0 0,0 2 0 0,0-3 0 16,0 1-208-16,1 0 16 0,1-2 0 0,-1 1 0 15,1-1-1152-15,0-1-208 16,1 0-48-16,-1-2-9104 0,0 1-1824 0</inkml:trace>
  <inkml:trace contextRef="#ctx0" brushRef="#br0" timeOffset="-179314.57">10815 11074 13823 0,'2'-5'608'0,"-1"0"128"0,1 3-592 0,-1 0-144 15,0 2 0-15,-1 0 0 0,0 0 1376 0,1 0 240 16,0 0 48-16,0 2 16 0,-1 1 352 0,0 4 64 0,0 2 16 0,-1 1 0 15,1 4-592-15,-1 2-112 0,1 2-32 0,-1 2 0 16,-1 2-672-16,1 3-128 0,-1-1-16 0,0 2-16 16,2-2-112-16,-2 2-32 0,0-2 0 0,0-3 0 15,0-2-16-15,1 1-16 0,0-2 0 0,0-3 0 16,0-2-368-16,1-1 0 0,-2-2 0 0,-1 0 0 16,1-3-192-16,0 0-128 0,1 0 0 0,-1-4-10496 15,1 1-2080-15</inkml:trace>
  <inkml:trace contextRef="#ctx0" brushRef="#br0" timeOffset="-178936.5">10572 11368 5519 0,'-8'0'0'0,"3"-2"224"0,0 2-64 0,1-2 32 0,2 1-192 0,1 1 0 15,0 0 0-15,-2-2 0 0,-1 2 1136 0,-1-3 192 0,0 1 32 0,0 1 16 16,3 0 768-16,0-1 160 16,1 1 16-16,0-1 16 0,2 0-176 0,-1 1-48 0,1 1 0 0,-1-2 0 15,1 2-352-15,0-1-80 0,-1 0-16 0,1 1 0 16,1-2-496-16,0 2-96 0,0-3-32 0,2 0 0 15,0 1-368-15,3 0-80 16,1-2-16-16,1 1 0 0,3-2-48 0,0 3-16 0,-12 2 0 0,27-8 0 16,-27 8-208-16,30-4-48 0,-30 4-16 0,0 0 0 15,43-2-112-15,-43 2 0 0,0 0-128 0,0 0 192 16,41 7-192-16,-41-7 0 0,0 0 0 0,0 0 0 0,0 0 0 0,0 0 0 16,0 0 0-16,0 0-12336 15,0 0-2352-15</inkml:trace>
  <inkml:trace contextRef="#ctx0" brushRef="#br0" timeOffset="-178333.72">11114 11186 3679 0,'1'-1'320'0,"0"1"-320"0,0-2 0 0,-1 2 0 15,0 0 1024-15,1 0 144 0,0-2 32 0,0 1 0 16,1-1 256-16,-1 1 48 0,1 0 16 0,-1-1 0 16,0 0-192-16,0 1-48 0,0 1 0 0,-1-2 0 0,0 2 144 15,1-2 32-15,-1 1 0 0,0 1 0 0,1-2 208 0,-2 2 64 16,1 0 0-16,-2 0 0 16,1 0-128-16,-1 0-32 0,0 0 0 0,0 0 0 0,-1 2-544 0,-1-1-128 15,0 3 0-15,1-1-16 0,-1 1-384 0,-1 1-80 16,1 1-16-16,-1 2 0 0,0-1-208 0,1 3-32 15,0-3-16-15,-1 3 0 16,1 4-144-16,-1 2 128 0,1 3-128 0,0 0 128 0,1 2-128 0,0-1 0 0,1 1 0 16,1 0 128-16,1-2-128 0,0-19 0 15,6 32 0-15,-6-32 0 0,0 0 0 0,0 0 0 0,0 0 0 0,36 32 0 16,-36-32 0-16,0 0 0 0,40-5 0 0,-25-1 0 16,0-2 0-16,1-4 160 0,1-2-160 0,1-2 160 15,-1-1-160-15,0-1 192 0,-1-2-192 0,1 1 192 16,-3 0-192-16,-2 0 0 0,1 0 0 0,-5 2 0 15,-2-1 0-15,-4 1 0 0,-3 0 128 0,-4 3-128 16,-5 0 0-16,-3 2 0 0,-1-2 0 0,-4 4 0 16,-1 3 0-16,-1 2 0 0,1 3 0 0,0 2 0 15,0 3 0-15,0 2 0 0,1 3 0 16,3 0 0-16,1 1-320 0,0 1 48 0,2 1 16 0,2 1-11824 31,2 0-2352-31</inkml:trace>
</inkml:ink>
</file>

<file path=ppt/ink/ink9.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11:02:12.812"/>
    </inkml:context>
    <inkml:brush xml:id="br0">
      <inkml:brushProperty name="width" value="0.05292" units="cm"/>
      <inkml:brushProperty name="height" value="0.05292" units="cm"/>
    </inkml:brush>
  </inkml:definitions>
  <inkml:trace contextRef="#ctx0" brushRef="#br0">4062 7684 5519 0,'0'-6'496'0,"0"2"-496"0,1 2 0 0,-1-1 0 0,0 1 544 0,0 0 16 16,0 1 0-16,1-1 0 0,0-2 1040 0,-1 1 192 31,1-2 64-31,-1 3 0 0,0-2-176 16,0 3-16-16,-1 1-16 0,0 1 0 0,-1 3-240 15,1-2-64-15,-1 5 0 0,0 0 0 0,0 3-192 0,-1 2-32 16,1 1-16-16,-2 2 0 0,2 2-368 0,-2 0-80 16,0 1-16-16,0 2 0 0,0 1-288 0,-1 0-64 15,0 3-16-15,0-3 0 0,-1 1-80 0,2 0 0 16,-2-1-16-16,2-1 0 0,-1 2 64 0,1-3 16 16,0-2 0-16,0-1 0 0,0 0-128 0,1-3-128 0,2 0 176 15,0-4-176-15,1-1 0 0,-1-1 0 0,1-2-160 0,1-2 160 31,-1-1-1312-31,2-2-144 0,0-2-16 0,3-1-12048 0</inkml:trace>
  <inkml:trace contextRef="#ctx0" brushRef="#br0" timeOffset="269.14">4229 7807 911 0,'0'-3'0'0,"0"3"0"0,0-2 0 0,-1 2 0 0,1 0 0 0,-1 0 0 0,0 0 976 0,0 0 112 16,-1 2 32-16,0 1 0 0,-1-1 416 0,-1 1 96 15,0 1 16-15,2 1 0 0,-2 2 16 16,1-2 0-16,0 4 0 0,0-1 0 0,-1 3-128 0,0-1 0 16,1 1-16-16,-1 1 0 0,1 0-480 0,-1 2-80 15,0 3-32-15,-1-2 0 0,0 1-480 0,2 0-112 16,-2-1-16-16,1 0 0 0,2-1-320 0,-1 0 0 15,0-2 0-15,1-1 0 16,1 1-672-16,1-5-96 0,-1 0-32 0,1-4-10272 0</inkml:trace>
  <inkml:trace contextRef="#ctx0" brushRef="#br0" timeOffset="532.77">3992 7975 3679 0,'-4'-2'160'0,"2"1"32"0,0 0-192 0,0 0 0 0,1-1 0 0,1 2 0 15,0 0 1808-15,0-2 320 0,1-1 64 0,0 1 16 16,0-3 320-16,2 3 64 0,0-2 16 0,0 1 0 16,2 2-736-16,1-1-144 0,0 0-16 0,1 2-16 15,-1-2-464-15,1 2-80 0,-7 0-32 0,0 0 0 0,0 0-608 16,31-3-112-16,-31 3-16 0,0 0-16 0,0 0-368 15,33-2 0-15,-26 0 0 0,-7 2-128 16,0 0-1184-16,0 0-224 0,36-5-64 0,-27 2-11136 16</inkml:trace>
  <inkml:trace contextRef="#ctx0" brushRef="#br0" timeOffset="1562.71">4396 7866 3679 0,'0'0'320'0,"0"0"-320"15,0 0 0-15,0 0 0 16,0 0 960-16,0 0 128 0,0 0 32 0,0-2 0 0,1 2 384 0,-1-2 80 0,0 1 16 0,0 1 0 16,-1 0 16-16,1 0 16 0,0 0 0 0,0 0 0 31,0 0-240-31,0 0-48 0,-1 0-16 0,1 0 0 0,0 0-320 0,1 0-64 15,-1 0-16-15,0 0 0 0,0 0-272 0,0 0-48 0,0 0-16 0,0 0 0 16,0 0-128-16,1 0-16 0,-1 0-16 0,0 0 0 16,0 0-144-16,0 0-32 15,0 0 0-15,1 0 0 0,-1 0-64 0,0 0 0 0,1 0-16 0,-1 1 0 16,0-1 0-16,1 0 0 0,-1 0 0 0,0 0 0 16,0 0 48-16,0 2 16 0,0-2 0 0,-1 0 0 0,1 0 16 15,-1 0 16-15,1 0 0 0,-1 0 0 0,1 0-16 0,0 0-16 16,0 0 0-16,0 0 0 0,-1 0-48 0,1 0 0 31,0 0 0-31,0 0 0 0,0 0 0 0,0 0-16 0,-1 0 0 0,1 0 0 0,0 0 0 0,-1 0 0 16,1 0 0-16,-1 0 0 0,1 2-176 0,-1-2 192 15,1 0-192-15,-1 0 192 16,0 2-192-16,0-2 0 0,1 3 0 0,0-3 0 16,-1 2 0-16,0 1 128 0,0-1-128 0,-1-1 0 15,1 0 0-15,0 1 128 0,-1 1-128 0,0-1 0 16,0 2 128-16,1-1-128 0,-1 0 0 0,0 2 128 0,0-2-128 0,0 1 0 0,0 1 0 0,1-1 128 15,0 3-128-15,-1-2 0 0,0 2 0 0,0 0 0 16,1 0 0-16,-1 1 0 0,1 1 128 0,-1 1-128 16,1 1 0-1,1-1 0-15,0-1 144 0,-1 1-144 0,1 0 128 0,0-1-128 0,0 0 160 0,1-2-160 16,0 0 144-16,1-2-144 0,1 0 128 0,0-1-128 16,0-1 0-16,-1 0 0 15,1 0 0-15,1-2 0 0,-1 1 0 0,0-2 0 0,2 1 0 0,-1-1 0 0,0 0 0 0,0-1 0 16,1-1 128-16,0 0-128 0,0-2 0 0,0 0 0 15,1-2 0-15,-1 1 0 0,0-2 0 0,1 0 0 16,-2 0 128-16,2-1-128 0,-1 1 0 0,0-2 0 16,0-1 0-16,-1 1 0 0,1-1 0 0,-1-1 0 15,0 1 0-15,-1 0 0 0,-1-1 0 0,1 2 0 32,-2 0 128-32,0 0-128 0,-1-2 0 0,0 2 0 15,-2 1 0-15,0 1 0 0,-1 2 0 0,0 1 0 16,-1 1 0-16,-2 1 0 0,2-1 0 0,-3 3 0 15,1 0 0-15,-2 1 0 0,0 1 0 0,0 1 0 16,1-1 0-16,1 0 0 0,0 0 0 0,0 1 0 0,0 1 0 16,0-1 0-16,2-1-320 0,-1 0 64 0,2 1 16 0,1-1 0 31,0-2-688-31,1 1-144 0,0-1-16 0,1 0-16 16,1 0-1392-16,1 0-256 0</inkml:trace>
  <inkml:trace contextRef="#ctx0" brushRef="#br0" timeOffset="1847.88">4606 7902 5519 0,'0'-2'240'0,"0"1"64"0,0 1-304 0,0 0 0 16,1 0 0-16,-1 0 0 0,1 0 1728 0,0 0 272 15,2 0 64-15,0 0 16 0,1 0 32 0,-1 1 16 16,2 1 0-16,0 1 0 0,0-2-1440 0,-1 2-304 16,0 2-48-16,1-3-16 0,0 2-320 0,-1-1 0 15,1-1-192-15,0 1-6224 0,-1-1-1248 0</inkml:trace>
  <inkml:trace contextRef="#ctx0" brushRef="#br0" timeOffset="2023.04">4641 7999 5807 0,'-2'2'128'0,"0"-2"16"0,1 0 16 0,1 0 16 0,0 0-176 0,0 0 0 0,-1 0 0 0,1 1 0 0,0-1 2400 0,0 2 448 15,1-2 96-15,-1 2 0 0,2-2-1040 16,-1 2-224-16,1-2-32 0,0 2-16 0,-1-1-880 0,1 1-176 15,1 0-48-15,0-1 0 0,1 1-528 0,-2-1-192 16,3 0 0-16,-1-1-10400 16</inkml:trace>
  <inkml:trace contextRef="#ctx0" brushRef="#br0" timeOffset="2871.6">4915 8167 8287 0,'-1'3'736'0,"1"-1"-592"0,0-2-144 0,-1 1 0 0,1-1 1296 16,0 0 240-16,1 0 32 0,0 0 16 0,0 0 480 0,1-1 112 15,1 1 0-15,1-2 16 16,-1-1-720-16,2-2-128 0,1 1-48 0,2-3 0 0,0 2-320 16,1-5-64-16,0 3-16 0,1-2 0 0,0-1-192 15,0-2-64-15,2 0 0 0,-1 0 0 0,-1-1-256 0,1 0-64 16,-1 0-16-16,-1 1 0 0,0 0-112 0,-1 0-32 15,1-3 0-15,1-1 0 0,-3 2 16 0,1-3 0 16,-1 1 0-16,-1 0 0 0,2-2-16 0,-3-1 0 16,2 1 0-16,-2-1 0 0,0 3-160 0,1 1 0 0,-2-1 144 15,0 3-144-15,0 2 0 0,-1 1 0 0,1 1 0 16,-1 4 128-16,0-3-128 0,-1 4 0 0,-1 0 0 0,0 1 0 16,-1 2 0-16,1 1 0 0,-1 0 0 0,-1 0 128 15,0 1 0-15,1 1 16 0,-2 3 0 0,-1-1 0 16,1 4 48-16,-1-3 0 0,1 4 0 0,1-2 0 15,-2 2-192-15,1 1 128 0,0 2-128 0,0 0 128 16,0 2-128-16,0-1 0 0,2 2 0 0,-1-3 128 16,0 2-128-16,0-2 0 0,1 3 0 15,0-2 0-15,0 0 0 0,1-1 0 0,0-1 0 0,0-1 0 16,1-1 0-16,0-4 0 0,1 2 0 0,0-2 0 16,0-3-128-16,-1 1 128 0,2-1 0 0,0-2 0 15,-1 0-176-15,2-2 48 0,-1 1 0 0,0-3 0 16,1 0-448-1,0-1-64-15,0 2-32 0,0-4 0 0,0 2-208 0,0-1-32 0,1-1-16 0,-2-1 0 16,2 1 96-16,-1-3 0 0,0 1 16 0,1 0 0 16,-1-1 288-16,0-4 48 0,1 2 16 0,-1-4 0 0,1 3 208 0,-2-4 64 15,3 3 0-15,-3 0 0 16,1 1 192-16,0 2 0 0,-2 2 0 0,1 0 0 0,-1 3 144 0,0 2 80 16,-2 2 16-16,0 0 0 0,0 2 560 0,-1 0 112 15,0 2 32-15,-1 0 0 0,0 0-208 0,0 0-32 16,-1 4-16-16,-1-3 0 15,0 3-128-15,0-1-32 0,1 2 0 0,0 2 0 0,0 1-128 0,-1-1-16 0,1 3-16 0,0 0 0 16,1 0-112-16,0-1 0 0,0 1-16 0,0 0 0 16,1-1-96-16,1 0-16 0,-1-2 0 0,1 1 0 15,0-1-128-15,0 1 0 0,1-3 0 0,-2-7 0 16,0 0 0-16,0 0 0 0,0 0 0 0,0 0 0 16,0 0-320-16,0 0 0 15,32 31 0-15,-27-31 0 16,2 0-1456-16,0-3-272 0</inkml:trace>
  <inkml:trace contextRef="#ctx0" brushRef="#br0" timeOffset="3136.38">5512 7906 4607 0,'0'-2'192'0,"-1"0"64"0,0-1-256 0,0 3 0 0,1 0 0 0,0 0 0 0,0 0 2176 0,-1-2 400 16,0 2 80-16,-1 0 16 0,1 2 192 0,0-2 32 16,-1 3 16-16,1-1 0 15,0 2-1328-15,0 2-272 0,0 0-48 0,-1 2-16 0,2-1-352 0,-1 1-80 32,1 3-16-32,0-2 0 0,-1-1-432 0,1 1-96 0,0 0-16 0,1-1 0 15,0 1-256-15,1-4 0 0,-2-5 0 0,0 0 0 31,0 0-272-31,0 0-112 0,0 0-32 0,0 0-13840 0</inkml:trace>
  <inkml:trace contextRef="#ctx0" brushRef="#br0" timeOffset="3408.22">5659 7828 3679 0,'-4'-1'160'0,"2"0"32"0,0 1-192 0,1-2 0 0,0 2 0 0,0 0 0 0,1 0 1920 0,-1-1 320 15,-1 1 80-15,-2 0 16 0,2 0 272 0,-1 1 48 16,1 1 16-16,0-2 0 0,0 1-800 0,2 0-144 16,-1 1-48-16,2-1 0 0,1 1-560 0,1-2-112 15,1 2-32-15,0-2 0 0,3-2-384 0,-1 2-80 16,-6 0 0-16,0 0-16 0,0 0-208 0,34-7-32 15,-26 5-16-15,-8 2 0 0,0 0-240 0,28-5 0 0,-28 5 0 16,0 0 0-16,0 0-224 0,28-3 16 0,-23 3 0 16,0 0 0-1,0 0-1520-15,-3 2-288 0,0 1-64 0,0-1-10528 0</inkml:trace>
  <inkml:trace contextRef="#ctx0" brushRef="#br0" timeOffset="3660.78">5653 7918 8351 0,'-2'0'176'0,"0"2"32"0,1-2 16 0,0 0 32 15,1 0-256-15,-1 0 0 0,0 1 0 0,-1 1 0 0,0-2 2464 0,1 2 448 16,0-1 96-16,0-1 0 0,2 2-800 0,1-2-160 16,1 0-48-16,1 0 0 15,1 0-752-15,-1 0-160 0,2 0-16 0,0 0-16 0,3-2-528 0,-2 1-96 16,1 1-32-16,0-2 0 0,-1 0-224 0,2 1-48 15,-2 1-128-15,0-2 192 16,2 1-192-16,-2 0 0 0,1-1 0 0,-2 2 0 16,2-3-832-16,-1 3-144 0</inkml:trace>
  <inkml:trace contextRef="#ctx0" brushRef="#br0" timeOffset="4588.02">5889 8082 7359 0,'2'0'656'0,"-1"-2"-528"15,0 0-128-15,0 1 0 0,0-1 1344 0,0 1 224 16,-1-1 48-16,2 0 16 0,1-2 1104 0,0-2 208 15,2-1 64-15,0-1 0 0,0-1-1104 0,0 1-224 0,1 0-32 16,-1-1-16-16,2 2-416 0,0-3-96 0,1 0-16 0,0-1 0 16,1 1-288-16,0-2-64 0,-2 3-16 0,2-4 0 15,1 2-240-15,-1-1-48 0,0 0-16 0,0 0 0 16,-2-1-224-16,0 1-32 0,1 0-16 0,-3 0 0 16,1 2-160-16,0-3 0 0,-3 3 0 0,1-2 128 15,0 0-128-15,-2 0 0 0,1 2 0 0,-1-1 0 16,0 4 0-16,0-1 0 0,0 0 0 0,0 1 0 15,-1 1 0-15,0 1 0 0,1 1 0 0,-1 1 0 16,0 1 0-16,-1 2 0 0,0 0 0 0,0 0 0 16,0 0 0-16,0 2 0 0,0-1 0 0,0 1 0 15,-1 0 0-15,0 1 0 0,0 1 0 0,0-1 0 16,0 3 0-16,1 0 128 0,-1 1-128 0,0 2 128 0,0 1-128 0,0-1 0 16,-1 3 0-16,1 2 0 0,0-2 0 0,-1 0 0 15,1 4 128-15,0-1-128 0,0-1 0 0,0-2 0 16,1 0 0-16,0-1 0 15,1 1 0-15,-1-12 0 0,4 24 0 0,-4-24 0 0,0 0 0 0,0 0 0 16,13 31 0-16,-13-31 0 0,0 0 0 0,0 0 0 16,0 0 0-16,0 0 0 0,0 0 0 0,0 0 0 15,0 0 0-15,0 0 0 16,39 9 0-16,-35-14-176 0,0 2 176 0,0-2-128 16,0 1-320-16,0 0-64 0,0-3-16 0,1 1 0 15,-1 0-304-15,0 0-48 0,1-2-16 0,-1 1 0 16,1-3 128-16,1 0 0 0,-2-1 16 0,1-1 0 15,0-2 240-15,-1-1 32 0,2 0 16 0,-3 0 0 0,2 1 272 0,0 2 192 0,-2-2-208 0,0 4 80 16,1-2 128-16,-1 5 0 0,-1 0 0 0,0 0 0 16,-1 3 304-16,-1 1-16 0,1 0 0 0,-2 1 0 15,1 0 352-15,-1 2 64 0,0 0 0 0,0 0 16 16,0 2-144-16,0 1-48 16,-1 1 0-16,1 0 0 0,-1 2-224 0,1 1-48 0,0 2-16 0,-1 1 0 15,1-1-32-15,0 1 0 0,1 1 0 0,-1 1 0 16,1 0-64-16,0 0-16 0,0 0 0 0,0 2 0 15,1-2-128-15,-1-12 128 0,0 0-128 0,5 28 128 16,-5-28-128-16,0 0 0 0,0 0 0 0,0 0 0 0,14 36 0 16,-14-36 0-16,0 0 0 0,0 0 0 15,0 0 0-15,0 0-256 0,0 0 64 0,0 0 16 16,0 0-1600-16,37 24-320 0,-32-26-64 16,-1-1-11760-16</inkml:trace>
  <inkml:trace contextRef="#ctx0" brushRef="#br0" timeOffset="12290.41">6452 7968 13823 0,'-1'0'1216'16,"1"-2"-960"-16,0 2-256 0,0 0 0 0,0 0 720 0,-1-2 112 15,0 1 0-15,0-1 16 0,-1-1 496 0,1 1 112 16,-1 1 16-16,0 0 0 16,0 1 16-16,0 1 16 0,1 0 0 0,0-1 0 0,-1 2-96 0,2-2 0 15,0 1-16-15,0 1 0 16,0-2-272-16,0 0-48 0,1 0-16 0,1 0 0 16,2 0-352-16,-1-2-64 0,1 1 0 0,2-1-16 0,0 1-224 0,0 0-32 0,-6 1-16 15,16-5 0-15,-16 5-160 0,0 0-48 0,24-2 0 0,-24 2 0 16,0 0-144-16,0 0 0 0,0 0 144 0,33 16-144 15,-33-16 0-15,0 0 0 0,0 0 0 0,0 0 0 16,15 31 0-16,-15-31 0 0,0 0 0 0,-6 28 0 16,1-18 0-16,-1 2 0 15,-1 0 0-15,-1 0 0 0,-1 0 0 0,0 0 0 0,1-1 0 0,-1-2 0 16,2 1 0-16,-1-3-160 0,3 0 160 0,-1 1 0 16,6-8 0-16,-4 9-128 0,4-9 128 0,0 0 0 15,0 0 0-15,0 0 0 0,0 0 0 0,0 0 0 16,0 0 0-16,37 5 224 0,-37-5-64 0,18-8-16 0,-18 8 80 0,19-6 16 15,-19 6 0-15,18-8 0 16,-18 8-240-16,0 0 128 0,23-7-128 0,-23 7 0 0,0 0 0 0,0 0-336 16</inkml:trace>
  <inkml:trace contextRef="#ctx0" brushRef="#br0" timeOffset="18498.48">8346 7636 12895 0,'2'-2'1152'0,"0"-3"-928"16,-1 3-224-16,0 1 0 0,0-1 1120 0,0 1 176 15,2-2 48-15,1-3 0 0,0 0 1040 0,1-2 224 16,-1 4 32-16,-2-1 16 0,0 2-736 0,-1 1-160 31,-1 2-32-31,0 2 0 0,-1 1-512 0,0 2-128 0,1-5 0 0,-5 19-16 0,5-19-432 0,-9 35-96 16,4-13-16-16,-3 2 0 0,2 4-240 0,-2-2-48 15,-1 0-16-15,0 0 0 0,1-4-96 0,-1 2 0 16,1 1-128-16,0-4 192 0,0 2-192 0,1-3 0 0,2-1 128 0,0-4-128 16,5-15 0-16,-3 28 0 0,3-28 0 0,0 0 0 15,-1 31-288-15,1-31-48 16,0 0-16-16,0 0-11456 0,0 0-2288 0</inkml:trace>
  <inkml:trace contextRef="#ctx0" brushRef="#br0" timeOffset="18735.62">8559 7655 11055 0,'0'-3'480'0,"-1"1"112"0,0 1-464 0,1 0-128 0,0 1 0 0,0 0 0 0,-1 1 1072 0,0 0 192 16,0 1 32-16,-2 1 16 0,-1 2 736 0,0 2 160 16,4-7 32-16,-7 20 0 0,7-20-512 15,-8 25-80-15,8-25-32 0,-7 29 0 0,7-29-528 0,-7 36-128 16,7-36 0-16,-6 37-16 0,6-37-544 0,-5 33-96 16,5-33-32-16,-4 29 0 0,4-29-272 0,-1 28-144 15,1-28 16-15,0 0-9888 16,0 0-1968-16</inkml:trace>
  <inkml:trace contextRef="#ctx0" brushRef="#br0" timeOffset="18988.43">8363 7835 5519 0,'-8'1'240'0,"2"-1"64"0,1-1-304 0,1 1 0 0,2 1 0 0,1-1 0 16,1 0 1664-16,-3 2 288 0,-1-2 48 0,-2 0 16 15,2 0 64-15,0 0 16 0,1 0 0 0,1 0 0 16,2 0-272-16,-1-2-48 0,1 1-16 0,0-1 0 16,1 2-416-16,1-2-64 0,-2 2-32 0,0 0 0 15,0 0-368-15,0 0-80 0,0 0-16 0,26-4 0 0,-26 4-96 16,0 0-32-16,0 0 0 0,34-3 0 0,-34 3-272 16,0 0-48-16,28-3-16 0,-28 3 0 0,0 0-320 15,27-3 0-15,-27 3 0 0,0 0 128 16,29-6-784-16,-29 6-160 0,0 0-16 0,31-8-9792 15,-31 8-1936-15</inkml:trace>
  <inkml:trace contextRef="#ctx0" brushRef="#br0" timeOffset="19303.77">8784 7646 7359 0,'-1'-3'656'0,"1"3"-528"0,0-2-128 0,0 2 0 16,0 0 1472-16,0 0 256 0,0 0 48 0,-1-2 16 15,0 2 1344-15,0 0 256 0,1 0 64 0,-3 4 16 16,3-4-1040-16,0 0-224 16,-6 10-32-16,6-10-16 0,-5 14-608 0,5-14-112 0,-7 20-32 0,7-20 0 15,-6 23-736-15,6-23-160 0,-7 28-16 0,7-28-16 16,-9 28-240-16,9-28-48 0,-9 31-16 0,9-31 0 15,-8 33-176-15,8-33 192 0,-10 31-192 0,10-31 192 0,-9 33-192 16,9-33 0-16,-8 31 0 0,8-31 0 0,-5 25 0 0,5-25 0 16,0 0-192-16,0 0-12176 15,2 32-2432-15</inkml:trace>
  <inkml:trace contextRef="#ctx0" brushRef="#br0" timeOffset="19759.28">9091 7688 13823 0,'0'0'1216'0,"0"0"-960"15,0 0-256-15,0 0 0 0,0 0 1520 0,0 0 256 16,0 0 48-16,0 0 16 16,27 2 752-16,-27-2 160 0,0 0 16 0,0 0 16 0,0 0-1056 0,34 12-224 0,-34-12-32 15,0 0-16-15,0 0-992 0,0 0-192 0,0 0-32 0,0 0-16 31,0 0-592-31,0 0-112 0,20 31-32 0,-20-31-15200 0</inkml:trace>
  <inkml:trace contextRef="#ctx0" brushRef="#br0" timeOffset="19948.46">9063 7821 11055 0,'0'0'480'0,"0"0"112"16,0 0-464-16,0 0-128 0,0 0 0 0,0 0 0 0,0 0 2096 0,0 0 400 15,0 0 64 1,0 0 32-16,0 0-384 0,6 31-80 0,-6-31-16 0,0 0 0 0,0 0-1008 0,0 0-208 16,0 0-32-16,0 0-16 0,0 0-720 0,22 31-128 31,-22-31 0-31,0 0-13808 0</inkml:trace>
  <inkml:trace contextRef="#ctx0" brushRef="#br0" timeOffset="20319.39">9529 7624 11967 0,'0'0'528'0,"0"0"112"0,0 0-512 0,0 0-128 16,0 0 0-16,0 0 0 0,0 0 2416 0,0 0 448 16,-7 12 80-16,7-12 32 0,-9 16-288 0,9-16-64 0,-11 22-16 0,5-10 0 15,-1 2-960-15,1 0-192 16,6-14-48-16,-12 32 0 0,5-16-512 0,1-1-96 0,6-15-32 0,-12 30 0 0,12-30-416 15,-11 31-96-15,4-17 0 0,7-14-16 0,-9 28-240 0,9-28 0 16,-9 25 0-16,9-25 0 0,-7 25 0 16,7-25 0-16,-6 20 0 0,6-20 0 31,0 0-784-31,-3 22-160 0,3-22-16 0,0 0-10528 0,0 0-2096 0</inkml:trace>
  <inkml:trace contextRef="#ctx0" brushRef="#br0" timeOffset="21364.81">9523 7662 911 0,'1'-1'0'0,"-1"0"0"15,0 1 0-15,2-3 0 0,-2 2 752 0,0 0 64 16,0 1 16-16,0 0 0 0,2-3 512 0,-2 0 128 16,1 0 0-16,0 1 16 0,-1 1-480 0,0 1-112 0,0 0 0 0,0 0-16 15,0 0-880-15,0 0 0 16,0 0-176-16</inkml:trace>
  <inkml:trace contextRef="#ctx0" brushRef="#br0" timeOffset="22366">9342 8099 5519 0,'-1'2'496'0,"0"-2"-496"0,0 0 0 0,0 0 0 0,1 0 1008 0,0 0 96 0,0 0 32 0,0 0 0 0,0 0 800 0,-1 0 176 16,1-2 16-16,0 1 16 0,1-1-352 0,-1 0-80 15,2-3-16-15,-1 2 0 0,1-1-368 0,-1-1-80 16,1 0-16-16,0 1 0 0,1-1-288 0,1-2-64 16,0 0-16-16,0 2 0 0,1-4-144 0,-1 2-16 15,2 1-16-15,0-3 0 0,-1 0-192 0,1-1-48 16,1 0 0-16,0-2 0 0,-2 3-176 0,2-2-32 0,-1-1-16 0,2 0 0 16,-2 0-224-16,1 0 176 0,1-2-176 15,-1 0 160-15,1-1-160 0,-1-1 0 0,1 2 0 0,-1 1 128 16,-1-1-128-16,1 2 128 0,-1-2-128 0,-1 2 128 15,1 1-128-15,-2 1 192 0,1-2-192 0,-2 3 192 16,0-1 0-16,-1 1 16 0,0-1 0 0,0 2 0 16,-1 0-16-16,0 3-16 0,0-2 0 0,0 1 0 15,-1 0-176-15,1 0 160 0,1 0-160 0,-2-1 160 16,1 0-160-16,0 0 0 0,0-2 0 0,1 2 128 0,0-1-128 0,0 1 0 16,0 0 0-16,-1 0 0 0,-1 2 0 0,2-2 0 15,0 4 0-15,0-1 0 0,-1 2 0 0,1-1 0 16,-1 0 144-1,1 3-144-15,-1-2 192 0,-1 2-48 0,0 0 0 0,0 0 0 16,0 0 48-16,0 0 0 0,0 0 0 0,0 0 0 0,0 32-192 0,0-32 160 16,0 0-160-16,-1 23 160 0,1-23-160 0,0 0 0 15,-1 23 144-15,1-23-144 0,0 0 0 0,0 0 0 16,-1 34 0-16,1-34 128 0,0 0-128 0,-3 33 0 0,3-33 0 16,-2 26 0-16,2-26 0 0,-4 29 0 0,4-29 0 0,-3 28 0 15,3-28 0-15,-5 31 0 0,5-31 0 0,-5 31 0 16,5-31 0-16,-4 28 0 0,4-28 0 0,-2 25 0 15,2-25 0-15,0 0 0 16,0 0 0-16,6 29 0 0,-6-29 0 0,0 0 0 0,0 0 0 0,0 0 0 16,0 0 0-16,0 0 0 0,0 0 0 0,26-9 0 15,-21 4 0-15,0-2 0 0,1-1 0 0,1-1 0 16,-1-2 0-16,1 1 0 0,-1-1 0 0,1 1 0 16,-2-2 0-16,2 0 0 15,-1 1-144-15,0-1 144 0,0 0 0 0,0 0-176 0,-1 0 176 16,1 0-128-16,-1 1 128 0,-1-1 0 0,0 2 0 0,0-3 0 0,-1 0 0 0,1 1 0 15,-1 2 0-15,0-2-128 0,-2 3 128 0,1 0 0 16,0-1 0-16,0 1 0 0,0 2 0 0,-1-1 0 16,0 2 0-16,-1 1 0 0,1 1 0 0,-1 1 0 15,0 0 0-15,-1-1 128 16,1 3-128-16,-1-1 144 0,1 2-144 16,-1 0 160-16,0 0-32 0,0-2-128 0,0 4 192 0,-1-2-64 0,1 2-128 0,0 3 128 15,1-5-128-15,0 0 128 0,-3 18-128 0,3-18 160 16,-4 21-160-16,4-21 160 0,-2 28-160 0,2-28 128 15,-3 35-128-15,3-35 128 0,-2 35-128 0,2-35 0 0,0 35 0 16,0-35 0-16,1 29 0 0,-1-29 128 0,0 0-128 0,7 36 0 31,-7-36 0-31,0 0 0 0,0 0 128 0,13 34-128 0,-13-34 0 0,0 0 0 16,0 0 0-16,0 0 0 16,0 0 0-16,0 0 0 0,0 0 0 0,19 32 0 15,-19-32-128-15,0 0-16 0,0 0 0 0,0 0 0 31,0 0-848-31,0 0-160 0,0 0-48 0,0 0-15936 0</inkml:trace>
  <inkml:trace contextRef="#ctx0" brushRef="#br0" timeOffset="22627.17">9895 7827 911 0,'0'0'0'0,"0"0"0"16,0 0 0-16,0 0 0 0,0 0 2080 0,0 0 336 16,0 0 64-16,0 0 16 0,0 0 880 0,0 0 176 15,0 0 32-15,0 0 16 0,0 0-752 0,0 0-160 16,-7 21-16-16,7-21-16 0,0 0-864 0,-6 25-192 16,6-25-16-16,-5 18-16 0,5-18-832 0,-5 20-160 15,5-20-48-15,0 0 0 0,-2 29-352 0,2-29-176 0,0 0 160 16,0 0-160-16,1 28 0 0,-1-28 0 0,0 0-208 0,0 0 64 31,0 0-1472-31,0 0-304 0</inkml:trace>
  <inkml:trace contextRef="#ctx0" brushRef="#br0" timeOffset="23162.04">10097 7707 7359 0,'-2'0'656'0,"1"1"-528"0,0-1-128 0,1 0 0 16,0 0 1168-16,0 0 208 0,-1 2 32 0,1-2 16 15,0 0 256-15,0 0 48 0,0 0 16 0,0 0 0 16,0 0 96-16,0 0 16 0,0 0 0 0,0 0 0 0,0 0 32 0,34 4 16 16,-34-4 0-16,0 0 0 15,29-1-608-15,-29 1-112 0,0 0-32 0,34-1 0 0,-34 1-704 0,0 0-128 16,36 2-48-16,-36-2 0 0,0 0-272 0,32 2 0 15,-32-2 0-15,0 0 0 0,27-2 0 16,-27 2-272-16,0 0 48 0,23-7 16 16,-23 7-1216-16,14-8-240 0,-14 8-64 15,11-9-8096-15,-11 9-1632 0</inkml:trace>
  <inkml:trace contextRef="#ctx0" brushRef="#br0" timeOffset="23445.58">10045 7835 7359 0,'-3'1'656'0,"3"-1"-528"0,0 0-128 0,0 0 0 16,0 0 1296-16,0 0 240 0,0 0 32 0,0 0 16 16,0 0 640-16,0 0 128 0,0 0 16 0,0 0 16 15,40 4-224-15,-40-4-48 0,29-7-16 0,-29 7 0 16,34-7-368-16,-34 7-80 0,36-8-16 0,-36 8 0 15,35-6-752-15,-35 6-160 0,32-7-16 0,-32 7-16 16,26-5-496-16,-26 5-192 0,0 0 176 0,31-5-176 16,-31 5 0-16,0 0 0 15,0 0-208-15,0 0 64 0,29-2-944 0,-29 2-192 0,0 0-48 0,0 0-13968 16</inkml:trace>
  <inkml:trace contextRef="#ctx0" brushRef="#br0" timeOffset="23667.37">10244 7568 6447 0,'0'0'576'0,"0"0"-576"0,0 0 0 0,0 0 0 16,0 0 2352-16,0 0 352 15,0 0 80-15,-6 17 16 0,6-17 0 0,-10 26 0 0,1-6 0 0,-1 2 0 16,-1 3-1136-16,0 2-240 0,-1-3-32 0,-1 1-16 31,0 1-144-31,0-2-16 0,1 0-16 0,0-2 0 0,2-4-400 0,2 2-80 16,0-2-16-16,1 1 0 0,2-4-976 0,5-15-208 0</inkml:trace>
  <inkml:trace contextRef="#ctx0" brushRef="#br0" timeOffset="24424.99">10424 8028 11055 0,'0'0'976'0,"0"0"-784"0,0 0-192 0,0 0 0 16,0 0 1152-16,0 0 192 0,8-8 48 0,-3 3 0 15,2-2 368-15,3-4 80 0,2-2 16 0,2-1 0 32,0 0-768-32,1 0-128 0,-1-3-48 0,0 3 0 0,1-3 272 0,0 2 48 15,1 0 16-15,-1-4 0 16,0 1-256-16,0-2-48 0,-2 1-16 0,1-2 0 0,-2 0-368 0,0 1-80 15,-2-3-16-15,0 2 0 0,-1 1-304 0,-2 2-160 16,1 0 160-16,-2 4-160 0,0 2 192 16,-2 3-64-16,-1 2-128 0,0 0 192 0,-1 2-192 0,-2 5 128 15,0 0-128-15,0 0 0 0,0 0 0 0,0 0 0 16,-6 7 0-16,6-7 0 0,-7 12 0 0,7-12-128 16,-10 15 128-16,4-7-160 0,6-8 160 0,-10 20 144 15,10-20-16-15,-10 18-128 0,10-18 192 0,-10 22-64 16,10-22 0-16,-10 26-128 0,10-26 272 0,-7 29-48 15,7-29-16-15,-6 31 0 0,6-31-32 0,-3 30-16 0,3-30 0 16,-3 31 0-16,3-31-160 0,-1 29 128 0,1-29-128 16,0 0 128-16,3 33-128 0,-3-33 0 0,0 0 0 15,0 0 0 1,0 0-400-16,17 31-64 0,-17-31-16 0,0 0 0 16,0 0-1024-16,0 0-208 0,28-8-32 0,-28 8-16 15,14-14-240-15,-6 4-48 0,2-1-16 0,0-3 0 0,1 1-928 16,-1-3-176-16,-1 2-32 0,2-2-16 15,-3 1 896-15,0-1 176 0,1 0 32 0,-3-1 16 0,0 2 1808 0,-2-4 288 0,-1 1 192 0,-1 0-16 16,0 3 1424-16,-1 0 304 0,-2-2 48 0,0 5 16 16,1 0 208-16,-2 3 32 0,0-1 16 0,0 3 0 15,0 3-224-15,1 1-32 0,-2 3-16 0,1 0 0 0,-1 0-352 16,3 0-80-16,-4 7-16 0,4-7 0 0,-7 12-544 16,7-12-96-16,-5 21-32 0,5-21 0 0,-7 29-80 0,7-29-32 15,-5 38 0-15,5-38 0 0,-2 45-240 0,2-45-48 16,-1 42-16-16,1-42 0 0,2 41 672 0,-2-41 144 15,6 35 32-15,-6-35 0 16,9 34-1776-16,-9-34-368 0,0 0-64 0,16 40-16 16,-16-40 640-16,0 0 128 0,0 0 32 0,25 28 0 15,-25-28-1296-15,0 0-256 0,0 0-48 0,26-2-16 16,-26 2-400-16,12-10-96 0</inkml:trace>
  <inkml:trace contextRef="#ctx0" brushRef="#br0" timeOffset="24863.64">10951 7882 13823 0,'0'0'1216'0,"0"0"-960"0,0 0-256 0,0 0 0 0,0 0 1792 0,0 0 320 15,0 0 64-15,14-11 16 0,-14 11 560 0,0 0 128 16,20-10 0-16,-20 10 16 0,0 0-1312 0,22-9-272 16,-22 9-48-16,0 0-16 0,0 0-288 0,0 0-64 15,29 4-16-15,-29-4 0 0,0 0-544 0,0 0-96 16,0 0-32-16,0 0 0 0,0 0-208 0,15 32 0 15,-15-32 128-15,0 0-128 0,-7 23 0 0,7-23 0 16,-10 18 0-16,4-7 0 0,-2-2-272 0,0-2 48 16,1 3 16-16,0-4 0 0,7-6 32 0,-8 13 16 15,8-13 0-15,0 0 0 0,0 0 160 0,0 0 0 0,0 0 0 0,0 0 0 16,0 0 320-16,0 0-16 0,37 22 0 16,-37-22 0-16,32-3 80 0,-32 3 0 0,41-8 16 0,-19 2 0 15,1 0-128-15,0-2-16 0,1 0-16 0,-2 1 0 16,-1 0-416-16</inkml:trace>
</inkml:ink>
</file>

<file path=ppt/ink/ink10.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7T11:08:06.780"/>
    </inkml:context>
    <inkml:brush xml:id="br0">
      <inkml:brushProperty name="width" value="0.05292" units="cm"/>
      <inkml:brushProperty name="height" value="0.05292" units="cm"/>
    </inkml:brush>
  </inkml:definitions>
  <inkml:trace contextRef="#ctx0" brushRef="#br0">4322 3437 19343 0,'0'0'1728'0,"-1"0"-1392"16,1 0-336-16,0 0 0 0,0 0 1664 0,0-2 272 15,0 1 48-15,0-1 16 0,1 0-400 16,0-3-96-16,0 0-16 0,1-4 0 0,1 2-736 0,-1-3-160 15,1 1-16-15,0 0-16 0,-1 1-224 0,0 1-32 16,-1 0-16-16,0 3 0 0,-2 1 0 0,0 0 0 16,-2 1 0-16,-1 1 0 15,-1 2 96-15,-2 2 0 0,-2 2 16 0,0 1 0 16,0 0-208-16,-3 2-32 0,-1 2-16 0,0 2 0 0,1 2-16 0,-1 0-128 16,-1 3 192-16,0 2-64 0,0 5 64 0,1-2 0 0,2 3 0 0,1 1 0 15,1 0 32-15,4-1 16 0,1-2 0 0,2-3 0 16,2-20-112-16,4 34 0 0,-4-34-128 0,0 0 192 15,0 0-192-15,29 39 0 0,-29-39 0 0,0 0 0 16,39 6 0-16,-24-8 0 0,0-3 0 0,2-2 0 16,2 0 0-16,-2-4 0 0,3 1 0 0,-3-2 0 15,-2 4 0-15,0-1 0 0,1 1 0 0,-1 0-160 16,-2 3-672 0,-1-2-144-16,0 4-32 0,-3-1 0 0,1 1-1744 0,-2 1-336 0</inkml:trace>
  <inkml:trace contextRef="#ctx0" brushRef="#br0" timeOffset="514.04">4554 3620 11967 0,'0'2'528'0,"0"-2"112"0,0 0-512 0,0 0-128 16,0 0 0-16,0-2 0 0,1 2 1712 0,-1-3 304 15,2-1 64-15,0 0 16 0,0-2-368 0,1-1-80 16,-1 0-16-16,-1 0 0 0,0 0-544 0,-1 0-128 15,0 0 0-15,-2 2-16 0,0 0-192 0,-2 0-48 0,0 3 0 0,-1-2 0 16,-1 3-144-16,-1-1-48 0,0 2 0 0,0 2 0 16,0-2-192-16,-1 3-32 0,-1-1-16 0,0 2 0 31,2 1-272-31,0 0 160 0,0 0-160 0,2 2 128 0,0-2-128 0,1 3 0 16,1 0 0-16,-1-1 0 0,0 3 0 0,1-3 0 0,1 2 0 0,0 1 0 15,0-1 0-15,-1-1 0 0,1 2 0 0,1-1 0 16,0-2 0-16,1 2 0 0,0-2 144 0,0 0-144 15,2-2 0-15,0 0 0 0,1-3 0 0,1 1 0 16,-1-1 0-16,2-4 0 0,1 1 0 0,1-2 0 16,-1-1 0-16,2-1 0 0,-1-1 0 0,1-1 128 0,-1 2-128 15,0-3 0-15,3-1 0 0,-2-2 0 0,2 1 0 0,-1-1 0 16,-2 0 0-16,0 2 0 0,-2 0 0 16,-1 1 0-16,0 1 0 0,-2 0 0 0,0 3 0 0,-1 1 0 15,0 0 0-15,-1 3 0 0,0-2 0 0,0 4 0 16,-1-1 0-16,-1 3 0 0,1-1 0 0,-1 1 0 15,1 2 0-15,-1 0 0 0,1 2 128 0,0 1-128 16,0 0 128-16,1-1-128 0,0 1 288 0,1-2-16 16,1 1 0-16,0-2 0 0,0 0 64 0,1-1 16 15,1-1 0-15,0 0 0 0,0-1-128 0,1-1-32 16,0-2 0-16,0 0 0 0,0-1-192 0,0-2 128 16,3 0-128-16,-2-2 0 0,3-1 0 0,-1 0 0 0,0-1 0 0,1 0-11248 31,2 0-2224-31</inkml:trace>
  <inkml:trace contextRef="#ctx0" brushRef="#br0" timeOffset="1632.32">4883 3281 4607 0,'0'-1'400'0,"0"1"-400"0,-1 0 0 15,1 0 0-15,0 0 1296 0,-1 0 176 0,0 0 48 0,0 0 0 16,-1 0 352-16,0 0 80 0,1 1 16 0,-1 1 0 16,0 0-368-16,-1 1-64 0,0-1 0 0,1 3-16 15,-1 3-624-15,-1 1-112 0,-1 0-16 0,1 5-16 16,-2 0-304-16,0 1-64 0,-1 1-16 0,0 6 0 15,-3 2 16-15,-1 4 0 0,3-1 0 0,-1 0 0 16,0 1 0-16,2-4 16 0,0-1 0 0,2-3 0 16,2-5 48-16,1-3 0 0,2-3 0 0,1-2 0 15,1-2-224-15,2-1-32 0,-1-4-16 0,3 0 0 16,1-2-176-16,1-3 0 0,1 1 0 0,0-2 128 16,3 0-960-1,-1-1-192-15,-1 0-32 0,1 1-12032 0</inkml:trace>
  <inkml:trace contextRef="#ctx0" brushRef="#br0" timeOffset="2389.52">5074 3463 1839 0,'-1'0'160'0,"0"-2"-160"0,1 2 0 16,0-2 0-16,-1 2 640 0,0 0 80 16,0-1 32-16,0 1 0 0,-1-2 720 0,-1 1 160 0,-1 1 32 0,-1 0 0 15,1 1-160-15,-1-1-32 16,-1 3 0-16,0 1 0 0,1 1-512 0,-2-1-96 0,1 2-32 0,0 0 0 16,-1 2 336-16,2 1 64 15,-2 0 16-15,1 1 0 0,0 2-32 0,0 0-16 0,0 2 0 0,1 0 0 16,0 0-400-16,0 0-80 0,3-2-16 0,-1-2 0 15,2 2-272-15,1-5-64 16,2 0-16-16,1 0 0 0,1-4-352 0,1 0 0 0,1-2 0 0,1 1 128 16,-2-4-128-16,3 1 0 0,2-2 0 0,1-4 0 0,1 2 0 0,1-5-128 15,0 3 128-15,1-4 0 0,1 1-256 0,0 0 48 16,1-2 0-16,-3 1 0 16,1 1-464-16,-2 1-96 0,0 1 0 0,-1 2-16 15,0-2 80-15,-1 1 32 0,0-1 0 0,-1 2 0 0,-1 1 448 0,-2 1 96 16,-1 1 128-16,0 0-208 0,-3 1 208 0,-1 2 0 15,1 0 0-15,-2 0 0 0,0 0 0 0,-2 2 0 16,1 1 0-16,-2 0 160 0,0 1 320 0,-1-1 64 0,1 4 16 16,-1-3 0-16,-1 2 32 0,1 0 16 0,0 2 0 0,-1 1 0 15,2-2 0-15,-1 5 0 0,1-3 0 16,-1 1 0-16,2-1-80 16,1 1-16-16,0-1 0 0,1-2 0 0,1 1-112 0,0-2-16 0,3-1-16 0,0-1 0 15,1-1-368-15,0-3 0 0,2 1 0 0,1-2 128 16,0-1-128-16,2 0 0 0,1-3 0 0,0-2-128 15,0 0-64-15,0 0-16 0,0-1 0 0,0-1 0 16,0 0-96-16,0-1-16 0,-1 1 0 0,-2 0 0 16,1 1 160-16,-3 1 32 0,1 0 0 0,-3-1 0 15,1 2 128-15,-1-2 0 0,-1 4 0 0,0-3 0 16,-1 2 0-16,-1 0 0 0,0 0 0 0,0 1 0 0,0 1 160 0,-1 1-32 16,0 2-128-16,0 0 192 0,0 0 48 0,-1 0 0 31,1 2 0-31,-1 1 0 0,0-1 64 0,0 2 16 0,0 0 0 0,0 2 0 15,-1 1-128-15,0 0-32 0,0 3 0 0,2-2 0 0,-2 3-32 0,0 1 0 16,0 0 0-16,1 0 0 0,-1 1 0 0,1-3-128 16,0 2 192-16,1-2-64 0,1-1 0 0,1-2-128 15,1-2 192-15,0 0-64 0,0-3-128 0,3-1 0 16,0-1 0-16,1-1 128 0,0-1-128 0,2-3 0 16,-1 0 0-16,1 0 0 15,1-3-400-15,-1 0-16 0,2 1 0 0,-1-1-15424 0</inkml:trace>
  <inkml:trace contextRef="#ctx0" brushRef="#br0" timeOffset="2814.43">5765 3188 3679 0,'-1'-7'320'0,"0"2"-320"15,1 1 0-15,-1 1 0 0,1 1 1296 0,0 0 192 16,0 1 48-16,0-1 0 0,0 0 464 0,0-3 112 16,0 0 0-16,-1 3 16 0,1-2-464 0,-2 4-80 15,1 2-32-15,0 0 0 0,0 0-512 0,-2 6-96 16,0 1-32-16,-2 5 0 0,1 3 0 0,-1 2 0 0,-1 4 0 0,1-1 0 16,-1 1-336-16,0 1-80 15,-1 2-16-15,1 0 0 0,-1 0-176 0,0 1-48 16,-1 3 0-16,0-2 0 0,3 1-64 0,1-3 0 0,4-26-16 0,-2 41 0 15,2-41-176-15,0 0 0 0,9 41 0 0,-9-41 0 32,0 0-608-32,0 0-48 0,0 0-16 0,34 18 0 15,-25-18-1056-15,0-3-224 0</inkml:trace>
  <inkml:trace contextRef="#ctx0" brushRef="#br0" timeOffset="7203.77">5987 3615 911 0,'1'-5'0'0,"0"1"0"0,0 1 0 0,-1 0 0 16,1 3 1216-16,-1-2 144 0,0 2 48 0,0-1 0 0,1-2 1280 15,0 0 256-15,0-1 48 0,-1 1 16 0,0 2-288 0,-1 0-48 16,1-2-16-16,-1 1 0 0,0-1-784 0,1 0-144 16,-1-2-48-16,1 0 0 0,1 0-704 0,-1-3-144 15,2 2-16-15,1-4-16 16,0-2-416-16,-1 0-64 0,1 0-32 0,0 1 0 0,-1-1-288 0,-1 2 0 15,0-1 0-15,-1 3 0 0,-1 1 0 0,-1 0 0 16,-2 0 0-16,-1 2 0 0,1 3 0 0,-3-1 0 16,0 6 0-16,-1-1 0 0,-1 3 0 0,-1 3 128 0,-1 1 0 0,0 2-128 15,0 2 256-15,-1 1-48 0,2 2-16 0,0 0 0 16,2 1-192 0,0 0 144-16,1 0-144 0,1 1 128 0,2-3-128 0,0-1 0 0,2-2 0 0,1-2 0 15,1-10 0-15,0 0 0 0,0 0 0 0,0 0 0 16,0 0 0-16,0 0 0 0,0 0 0 0,0 0 0 15,40 23 0-15,-31-28 128 0,1 0-128 0,0-2 0 16,1-2 0-16,1-3 0 0,0 0 128 0,0-2-128 16,0 2 0-16,-1-2-272 0,-1 2 64 0,-2 0 16 31,-1 3-336-31,-1-1-64 0,-2 5-16 0,-3 0 0 0,-1 3 416 0,0 1 192 0,-1 1-160 0,-1 1 160 0,-1-1 0 0,0 3 0 16,-1 1 0-16,1 1 0 15,-1 0 0-15,0 3 0 16,1-1 128-16,0 2-128 0,0 2 192 0,1 0-32 0,0 0 0 0,2-11 0 0,0 24 32 0,0-24 0 15,0 0 0-15,0 0 0 0,7 35-48 0,-7-35 0 16,0 0 0 0,0 0 0-16,0 0 48 0,0 0 16 0,35 17 0 0,-27-20 0 15,3-2-80-15,-2-1-128 0,2-3 176 16,0-2-176-16,1-3 0 0,0 0 0 0,0-3 0 0,0 1-192 16,-1 2-1024-16,0-1-192 0,1 0-32 0,1-2-16 15,-1 2-880-15,-2-2-176 0,-1 3-48 0,0 0 0 16,-2-3 720-16,1 0 144 0,-3 1 32 0,0 2 0 0,-1 0 1168 15,-1 2 240-15,-1 1 64 0,-1 3 0 0,0 1 368 0,-3 2 80 0,2 2 0 0,-2 1 16 16,0 1 1024-16,0 2 208 0,1 1 32 0,-2 1 16 16,1 0-144-16,-1 1-16 0,1 1-16 0,0 0 0 15,0-1-528-15,0 3-96 0,0-2-32 0,0 3 0 16,1-2-336-16,-1 4-80 0,0-1-16 0,2 1 0 16,-2-1 112-16,1 3 32 0,0 2 0 0,-1 0 0 15,0 3 16-15,0 2 16 0,0 1 0 0,-1 3 0 0,0-2-176 16,-1 4-32-16,0 0-16 0,1-3 0 15,-1-2-240-15,4-20 0 0,-2 35 128 0,2-35-128 0,0 0-256 16,4 30-112 0,-4-30-16-16,0 0 0 15,0 0-1792-15,0 0-384 0,0 0-64 0,25-3-9968 16</inkml:trace>
  <inkml:trace contextRef="#ctx0" brushRef="#br0" timeOffset="7436.46">6097 3455 10079 0,'-3'-3'208'0,"1"2"48"0,1-1 16 0,1 0 32 0,0 2-304 0,1 0 0 0,0 0 0 0,1-1 0 15,1 1 3440-15,1-2 624 0,3 0 128 0,2-2 32 16,1 0-1376-16,1 0-272 0,2-1-48 0,1 0-16 16,2-4-1440-16,2 2-304 0,-1-3-48 0,1 1-16 15,1-2-400-15,-2 1-96 0,0 0-16 0,0 0 0 16,-3 4-192-16,1-2 0 0,-1 4 0 0,-2-1 0 15,-2 3-384-15,1 1 0 0,-3 1-16 0,-2 0-10464 16,-6 0-2080-16</inkml:trace>
  <inkml:trace contextRef="#ctx0" brushRef="#br0" timeOffset="7740.84">6360 3452 7359 0,'0'6'320'0,"0"-3"80"0,1 2-400 0,-1-2 0 16,1-2 0-16,-1 1 0 0,1 1 2128 0,1-2 352 15,-2-1 64-15,0 0 16 0,0 0-160 0,0 0-32 16,34 18 0-16,-34-18 0 0,24 0-640 0,-10-5-144 16,1-2-32-16,-1 1 0 0,1-2-288 0,-1-1-64 15,-1 1-16-15,-1-1 0 0,-3 1-496 0,1-1-112 16,1 0 0-16,0-3-16 0,-1 2-256 0,-2-1-48 16,-1 1-16-16,-2-1 0 0,-1 3-48 0,-3 1-16 15,-1 0 0-15,-3-2 0 0,-2 4-16 0,-1-2 0 16,-2 4 0-16,-2 2 0 0,0 2 0 0,-1 1 0 0,-1 4 0 0,-1 1 0 15,0 3-160-15,1 1 160 0,-1 1-160 0,1 2 160 16,2 0-160-16,-1 2 0 0,1 1 0 16,1 2 0-16,2-2 144 0,1 2-144 0,1-2 160 0,2 1-160 15,3-18 224-15,0 27-48 0,0-27-16 0,0 0 0 16,0 0-160-16,0 0 192 0,39 26-192 0,-24-29 192 16,2-1-192-16,2-1 0 0,-1-5 0 0,0 3-12192 15,-3 0-2432-15</inkml:trace>
  <inkml:trace contextRef="#ctx0" brushRef="#br0" timeOffset="10315.54">7345 3266 5519 0,'-1'-2'496'0,"1"2"-496"0,0 0 0 0,-1 0 0 15,1 0 832-15,-1 0 64 0,0 0 0 0,0 0 16 16,-2 2 880-16,0-2 192 0,0 3 16 0,0 2 16 15,2-1-752-15,-2 3-160 0,0 0-16 0,1 3-16 16,-1-2-416-16,1 3-80 0,-1 1 0 0,0 0-16 16,0 2-256-16,0-2-48 0,1-1-16 0,-1 2 0 15,-1 3-48-15,0 1-16 0,1-1 0 0,0 1 0 16,-1 0 80-16,1-1 32 0,2-3 0 0,0-2 0 16,2-1 96-16,0-1 0 0,0-2 16 0,3-3 0 0,0-1-112 0,0-1-32 15,3-2 0-15,-1-2 0 0,2-1 112 0,0-1 16 16,1 0 0-16,0-2 0 0,-1 0-144 0,1-2-32 15,-1 3 0-15,0-2 0 0,-1 1-208 0,-1 0-128 16,0 0 128-16,-1 0-208 16,0 0-880-16,-1 0-160 0,-2 2-32 0,-1-1-10128 15</inkml:trace>
  <inkml:trace contextRef="#ctx0" brushRef="#br0" timeOffset="10552.7">7140 3446 9727 0,'-9'0'208'0,"2"0"48"0,3 0 16 0,0 0 0 0,3 0-272 0,0 0 0 0,1 0 0 0,-2 0 0 16,0 0 2048-16,1 0 368 0,0 0 64 0,1-2 16 15,2 0-656-15,2-3-128 0,2 1-32 0,2-1 0 16,2-2-464-16,4-1-112 0,3 0-16 0,2 0 0 16,3-2-80-16,-1 3-32 0,1 0 0 0,1 0 0 15,-2 0-512-15,-1 2-96 0,1 0-32 0,-1 0 0 16,0 2-336-16,-3 0 0 0,1 0 0 0,-1-2-128 15,-17 5-832-15,37-7-144 0,-19 2-48 0,0-1 0 16,-1-2-1728-16,0-1-336 0</inkml:trace>
  <inkml:trace contextRef="#ctx0" brushRef="#br0" timeOffset="10992.69">7604 3050 9215 0,'-1'-6'400'0,"0"1"96"0,1 0-496 0,-1 3 0 0,1 2 0 0,0 0 0 15,0 0 1728-15,0-2 256 0,0 1 64 0,-1 1 0 16,1 0 256-16,-1 3 48 16,1 1 16-16,-1 2 0 0,2 2-1088 0,-1 4-224 0,1 1-32 0,-1 5-16 15,0 1-400-15,-1 5-80 0,0 1-16 0,0 2 0 16,0 2 128-16,-1-1 32 0,0-2 0 0,-1-2 0 16,0-3-64-16,1 1-16 0,1-4 0 0,-1-1 0 15,1 0-368-15,0-3-80 0,0-2-16 16,-1-3 0-16,1-1-128 0,0 1 0 0,0-2 0 0,0-2 0 15,-1-1 0-15,2-1 0 0,-1 0-144 0,0-1 144 16,1-2 0-16,0 0-128 0,0-3 128 0,1 1 0 16,0-1-320-16,1-1 64 0,0-1 0 0,1 0 0 15,0 1-64-15,1-3 0 0,1 2 0 0,2-3 0 0,-1 0 16 0,0 2 0 16,2-1 0-16,-1-1 0 0,1 2 304 0,-2-1-192 16,1-2 192-16,-1 4-160 0,1-2 160 0,-2 2 0 15,0 0 0-15,0 0 0 0,-2 3 144 0,0 0-144 16,0 0 192-16,-1 1-192 0,0 2 384 0,-1 1-48 15,1 1 0-15,-1 1 0 0,0 3 112 0,0-2 32 16,-1 4 0-16,1 1 0 0,0-1-96 0,-1 3-32 16,1-3 0-16,0 2 0 0,0 0-144 0,0-1-16 15,0 1-16-15,-1-11 0 0,0 0-176 16,0 0 128-16,13 35-128 0,-9-29 128 0,1-2-128 0,-1-4 0 0,2 0 0 0,0 0 0 31,2-5-832-31,-1-2-32 0</inkml:trace>
  <inkml:trace contextRef="#ctx0" brushRef="#br0" timeOffset="11390.81">7812 3359 12895 0,'0'2'576'0,"0"1"112"0,0-1-560 0,0-2-128 0,1 1 0 0,-1-1 0 15,0 1 1936-15,2-1 368 0,2 0 64 0,1 0 0 16,1 0-64-16,3-1-32 0,3-2 0 0,-1 0 0 15,2-1-704-15,1 1-144 0,-1-2-16 0,1 0-16 16,-1 1-560-16,0-1-128 16,1 0 0-16,-2-1-16 0,1 0-432 0,-2 2-64 15,1-4-32-15,-3 4 0 0,-1-3-160 0,-2 2 0 0,-1 0 0 0,-1 1 128 0,-1 0-128 0,-2 1 0 16,-2 0 0-16,-1-2 0 0,-2 3 0 0,-1 0 0 16,-2-1 0-16,-2 1 0 0,-1 2 0 0,-1 0 0 15,-1 0 0-15,-1 2 0 16,0 3-128-16,1-2 128 0,-1 4-160 0,3-1 160 0,1 2-144 15,2-1 144-15,0 1-128 0,1 1 128 0,2 0 0 0,0 1 0 0,1 0 0 0,2 1 176 16,0-1 32-16,1 4 16 0,1 0 0 0,-1-14 0 16,0 0 80-16,4 26 16 0,-4-26 0 15,0 0 0 1,0 0-16-16,0 0 0 0,36 30 0 0,-36-30 0 0,0 0-304 0,38 3 160 0,-38-3-160 0,26-3 128 16,-14 0-128-16,3-2 0 0,0-1 0 0,-2 2 0 31,-1-1-752-31,1 0-176 0</inkml:trace>
  <inkml:trace contextRef="#ctx0" brushRef="#br0" timeOffset="11929.64">8743 3136 9215 0,'4'0'400'0,"-1"-2"96"0,0 2-496 0,-1 0 0 16,-1 0 0-16,-1 0 0 0,1 0 2544 0,0-2 400 16,0 1 96-16,2 1 16 0,-1-2-720 0,1 0-144 15,-2 1-16-15,1-1-16 16,-1 2-784-16,-1-2-160 0,-1 2-16 0,0 0-16 0,-1-2-352 0,-2 2-64 0,-1 0 0 0,-1 2-16 15,-2-2-224-15,-3 2-32 0,-1 3-16 0,-2 2 0 32,0 0-176-32,-3 0-48 0,1 4 0 0,1 0 0 0,2-1-256 0,2 1 0 0,1-1 128 0,2 1-128 15,0-1 192-15,3-1 0 0,1 0-16 0,2-1 0 16,1-3-32-16,1 2 0 0,1-3 0 0,2-1 0 16,1 2-144-16,1-3 0 0,-5-2 144 0,0 0-144 15,0 0 0-15,36 5 144 0,-36-5-144 0,0 0 0 0,38 8 144 16,-38-8-144-16,0 0 0 0,42 13 144 0,-42-13-144 15,0 0 0-15,0 0 0 0,42 28 0 0,-42-28 0 16,0 0 0-16,0 0 0 0,18 37 0 0,-18-28 0 0,-1 0 0 16,-1 0 0-16,-3-1 0 0,1-2 0 0,-1 0 128 31,-1 0-128-31,0-1 0 0,-1 0 0 0,0-2 0 0,-2 1 128 0,0-1-128 0,0 0 128 16,0-2 0-1,1-1 0-15,1-1 0 0,0 0 0 0,1-1 0 16,1-1 0-16,1-1 0 0,0 2-128 0,1-1 0 15,0-2 0-15,2 0 0 0,1 3 0 0,2-3-224 16,0 2 48-16,2-1-11744 16,1 0-2352-16</inkml:trace>
  <inkml:trace contextRef="#ctx0" brushRef="#br0" timeOffset="12378.95">8886 3259 5519 0,'2'-5'240'0,"-1"1"64"0,0 2-304 0,-1-1 0 0,1 3 0 0,-1-2 0 16,0 2 2640-16,0-1 480 0,0-1 80 0,0 1 32 16,0 0-352-16,0-1-80 0,0 2-16 0,-1 2 0 15,1 0-1376-15,-2 1-288 0,1 2-48 0,0-1-16 16,0 3-512-16,-1 0-96 0,0 1-32 0,1-1 0 16,0 2-64-16,-1 1-16 0,1-1 0 0,0 1 0 15,0 1 160-15,0 0 16 0,1-2 16 0,0-2 0 16,0 2-32-16,2-5-16 0,0 4 0 0,1-4 0 15,2 1-288-15,-1-2-48 0,1-3-16 0,1 1 0 0,2-2-128 0,-1-2 0 16,2-2 0-16,0-1 0 0,1-1 160 0,-1-1-160 16,2 0 192-16,-1-3-192 0,0 2 128 0,1-1-128 15,-1-1 0-15,0 1 0 0,0 0 0 0,-2-1 0 16,-1 2-128-16,-1-1 128 0,0 0-192 0,-3 0 192 16,0 1-208-16,0 2 80 0,-1-2 128 0,-2 4-128 15,0-2 128-15,0 4-128 0,-1 1 128 0,0 2 0 0,0-2 0 16,0 2 0-16,-1 2 0 0,1 0 0 0,-1 1 0 0,1 2 0 15,0 1 0-15,-1 2 0 0,0-1 0 16,0 4 0-16,0-1 0 0,1 0 0 0,0-1 128 0,-1 1-128 16,2 4 256-16,0-2-32 0,0-12 0 0,1 24 0 15,-1-24 32-15,0 0 0 0,0 0 0 0,15 37 0 16,-15-37-256-16,0 0 144 0,0 0-144 0,0 0 128 16,0 0-128-16,44 20 0 0,-36-21 0 0,1-1 0 15,-1-1-128-15,0-1-16 0,0-1 0 0,1 0-17264 16</inkml:trace>
  <inkml:trace contextRef="#ctx0" brushRef="#br0" timeOffset="12993.25">9289 3176 9215 0,'-1'-1'400'0,"0"0"96"0,1 1-496 0,-1 0 0 16,1 0 0-16,0 1 0 0,0 0 2688 0,-1-1 432 15,0 3 80-15,0 2 32 0,0 1-544 0,-1 4-128 16,0 2 0-16,-1 0-16 0,0 0-1120 0,0 3-208 16,1 0-64-16,-1-1 0 0,0 1-320 0,-1 0-64 15,1 1 0-15,-1-2-16 0,1 0-240 0,0 0-32 16,0-2-16-16,1-1 0 0,0-2-288 0,1-3-176 16,1 0 192-16,-1-2-192 0,1-2 128 0,0-2-128 0,1 2 0 0,0-4 0 15,0 0 0-15,1-3 0 16,1-1 0-16,0-2 0 0,2-2 128 0,0-1-128 0,0-1 0 0,2-2 0 15,-2-1 0-15,2 1 0 0,-1-1 0 0,2-1-144 16,-2 0 144-16,2 1-128 0,-2-1 128 0,0 2-128 16,-1 4 128-16,0 1 0 0,-1 1 0 0,1 4-128 15,-1 1 128-15,-1 1 0 0,-1 4 0 0,1-1 0 16,-1 3 0-16,-2-4 0 0,0 0 0 0,0 0 0 16,5 38 0-16,-5-38 128 0,1 24-128 0,-1-24 176 0,-1 23-48 0,0-11-128 15,0 0 192-15,0 0-64 0,-1 0 64 0,0-1 0 16,1-2 0-16,0-1 0 0,0-1-64 0,0 1 0 15,1-4 0-15,0 1 0 0,0-2-128 0,0-1 0 16,0-2 0-16,1 0 0 0,1-2 0 0,0-1 0 16,1-2 128-16,0 1-128 0,0-4 0 0,2-1 0 15,1-1 0-15,-1-1 128 0,2-1-128 16,-1 0 0-16,2-2 0 0,1-1 0 0,1-3 0 0,0 1 0 16,1-2 0-16,-1 2 0 0,2 3 0 0,-3 0 0 15,1 3-144-15,-2 3 144 0,1 2 0 0,-2 2 0 0,-1 4-128 16,-1 0 128-16,-5 0 0 0,0 0 0 0,0 0 0 0,0 0 0 15,0 0 0-15,19 43 0 16,-19-43 0-16,5 29 0 0,-5-29 128 0,0 0-128 0,4 42 0 0,-4-42 0 16,0 29 192-16,-1-17-64 0,-1 2-128 0,1-2 192 15,0 2-16-15,0-2-16 0,0-3 0 0,1 0 0 16,-1-1-160-16,1-1 0 0,1 0 0 0,0-3 128 16,0 0-128-16,0 1 0 0,1-2 0 15,0 0 0-15,1-1-304 0</inkml:trace>
  <inkml:trace contextRef="#ctx0" brushRef="#br0" timeOffset="14473.78">10403 3039 11055 0,'3'-3'976'0,"-2"1"-784"16,0 0-192-16,-1 2 0 0,0-2 1584 0,0 1 272 15,2-1 48-15,0-3 16 0,1-1 224 0,0-1 48 16,-1 1 16-16,0-1 0 0,0 2-592 0,-2 0-112 15,0 1-32-15,-2-1 0 0,0 1-416 0,-1 1-96 16,-2 3 0-16,-1 0-16 0,-1-2-336 0,-2 2-64 16,-1 2-16-16,-2-2 0 0,-1 3-128 0,-2 1-16 15,-3 1-16-15,-2 0 0 0,2 2-112 0,0-3-32 16,-4 6 0-16,2-3 0 0,2 0-224 0,1 1 128 0,-2 3-128 0,0 1 0 16,2 0 144-16,0 0-144 0,3 0 128 0,2 0-128 15,3 1 144-15,1-3-144 0,2 2 160 0,1-2-160 16,4-1 128-16,0-2-128 0,1 1 0 0,2-2 144 15,1 1-144-15,-3-7 0 0,0 0 0 0,0 0 0 16,0 0 0-16,37 29 0 0,-37-29 0 0,0 0 0 16,35 21 0-16,-35-21 0 0,0 0 0 0,38 26 0 15,-38-26 0-15,0 0 0 0,34 26 0 0,-34-26 0 16,0 0 0-16,0 0 0 0,33 38 0 0,-33-38 0 0,0 0 0 0,0 0 0 16,0 0 0-16,14 38 0 0,-15-32 0 0,-2-2 0 15,0 1 0-15,-3-2 128 0,1 0-128 0,-3 0 128 16,0 2-128-16,-1-4 128 0,-2 0 128 0,2 1 0 15,0-2 16-15,0 0 0 0,0 0-96 0,0 0-32 16,0-2 0-16,-1 2 0 0,2-1-144 0,0 1 0 16,-1-1 144-16,3 1-144 0,0 0 0 0,3-2 0 15,-1 2 0-15,2-1 0 0,1 1 0 0,1 0 0 16,1-2-176-16,2 2-12080 16,1-2-2416-16</inkml:trace>
  <inkml:trace contextRef="#ctx0" brushRef="#br0" timeOffset="14756.7">10424 3371 4607 0,'8'-3'192'0,"-2"-1"64"0,-1 1-256 0,-2 1 0 0,-1-1 0 0,-1 3 0 15,1 0 2384-15,1-2 432 0,1 0 96 0,1-3 16 16,0 2 400-16,0-1 96 0,-1 2 16 0,-1 0 0 15,-2 1-944-15,0 1-176 0,-1 1-32 0,-2 1-16 0,0 1-864 0,0 0-192 16,-2 2-16-16,1 0-16 16,-1 2-592-16,-1 1-112 0,1 2-32 0,-1 1 0 15,1-2-192-15,1 0-32 0,-3 3-16 0,1 0 0 16,2 0-208-16,0-1 128 0,2 0-128 0,0-2 0 0,1 0 0 16,0-1 0-16,0-8 0 0,0 0-12544 15,0 0-2544-15</inkml:trace>
  <inkml:trace contextRef="#ctx0" brushRef="#br0" timeOffset="16817.53">11191 3132 11055 0,'0'-1'976'0,"-1"1"-784"0,0-2-192 0,0 2 0 16,1 0 1360-16,-1 0 240 0,0 0 32 0,-1-2 16 16,-2 1 368-16,-1-1 80 0,0 2 16 0,-2-1 0 15,1 1-640-15,-1 1-112 0,1-1-16 0,-1 2-16 16,2 3-560-16,-1-2-128 0,0 1 0 0,-1 2-16 16,1 0-192-16,-1 2-48 0,1 1 0 0,-1 2 0 15,2 4 96-15,-2 0 16 0,2 3 0 0,-1-2 0 16,2 1-80-16,2-2-16 0,2-15 0 0,0 23 0 15,0-23-96-15,0 0-32 0,0 0 0 0,0 0 0 16,0 0-272-16,35 33 0 0,-25-33 0 0,-1-2 0 0,2-3 128 0,1 0-128 16,0-1 0-16,1-4 0 0,0 0 160 0,1-2-160 15,0-2 128-15,-2 0-128 0,-1 1 0 0,0-1 0 16,-3 1 0-16,-2-1-176 0,-2 2 176 16,-3 0 0-16,-1 0 0 0,-3 0-128 0,-1 2 128 0,-3 2 0 15,1 0 128-15,-3 1-128 0,-2 1 192 0,-1 0-16 16,-1 1-16-16,0 3 0 0,1 1 32 0,0 1 0 15,2 1 0-15,1 1 0 0,1-1-192 0,3 3 0 16,1-1 0-16,2 0 0 0,2 0-192 0,2 0-112 16,2-1-16-16,1 1-16576 15</inkml:trace>
  <inkml:trace contextRef="#ctx0" brushRef="#br0" timeOffset="17179.59">11447 3009 11055 0,'4'-10'976'0,"-1"5"-784"0,-2-3-192 0,1 4 0 16,-2 0 1024-16,0 3 176 0,0-1 16 0,0-3 16 15,1-2 1408-15,-1 0 288 0,0-4 48 0,0 1 16 0,-1 2-1120 0,-1 1-208 16,1 3-64-16,-2 1 0 16,0-2-432-16,-1 5-80 0,2-2-32 0,-3 2 0 0,1 2-256 0,0-1-48 15,0 3-16-15,-1 1 0 16,1-3-416-16,0 3-64 0,-1 0-32 0,1 2 0 0,-1 0-224 0,1 0 176 15,0 2-176-15,2 1 160 0,-1 3-160 0,0 2 0 16,1 2 0-16,0 2 0 0,2-19 0 0,-2 50 0 16,1-22 0-16,-1 6 0 0,-1 4 0 0,0 2 0 15,0-2 0-15,-2-3 0 0,1-2 0 0,-1 3 0 16,-1 2 0-16,1-2 0 0,-2-1 0 0,2-3 0 16,0-5-128-16,0-3 128 15,2-2-480-15,-3-4-32 0,1 1 0 0,0-6 0 0,-1 0 272 0,1-3 48 0,-2-2 16 0,1-2 0 16,0-1 176-16,1-3 0 0,0 0 0 0,0-2 0 15,0-2-256-15,-1-2-80 0,1-2-16 0,0-3 0 32,0 1-1712-32,2-3-352 0</inkml:trace>
  <inkml:trace contextRef="#ctx0" brushRef="#br0" timeOffset="17383.97">11227 3242 2751 0,'-1'3'256'0,"0"-2"-256"0,1 1 0 0,0 0 0 15,1-2 2688-15,0 1 480 0,0 0 96 0,2 1 32 16,2 1 368-16,-5-3 80 0,0 0 16 0,30 3 0 16,-15-4-1440-16,0-4-272 0,1-1-64 0,1 0-16 15,1-2-1008-15,0-1-208 0,-1 0-48 0,-1 0 0 16,0 2-432-16,-2 0-80 0,0 1-32 0,-2 1 0 16,1 2-464-16,-2 0-80 0</inkml:trace>
  <inkml:trace contextRef="#ctx0" brushRef="#br0" timeOffset="17699.87">11962 2965 13823 0,'3'-5'608'0,"-1"2"128"0,1 0-592 0,-2 1-144 0,0 1 0 0,-1 1 0 16,0 0 2320-16,1 0 432 0,0 0 96 0,-1 1 16 15,0 3-976-15,0 3-192 0,-2 0-32 0,0 5-16 16,-1 1-880-16,1 2-160 0,2-15-32 0,-6 40-16 16,2-16-256-16,1 0-48 0,-2 5-16 0,-1 1 0 15,2-1 80-15,-1-1 0 0,1-2 16 0,2-2 0 16,-1-3-144-16,3-21-16 0,-3 33-16 0,3-33 0 15,-1 26-160-15,1-17-176 0,0-9 48 0,0 0 0 16,0 0-576-16,0 0-96 0,0 0-32 0,0 0 0 16,0 0-960-16,0 0-192 0</inkml:trace>
  <inkml:trace contextRef="#ctx0" brushRef="#br0" timeOffset="17920.24">11871 3169 14911 0,'-4'0'320'0,"1"0"80"0,2 0 16 0,0 0 0 0,0 0-416 0,1 0 0 0,-1 0 0 0,1 1 0 16,-1 1 2880-16,1 0 480 0,1 0 96 0,0 0 32 31,1 1-1120-31,1-3-240 0,2 2-32 0,0-2-16 0,1 0-864 0,1-1-160 0,2 0-32 0,1-2-16 16,-1 1-544-16,2-2-96 0,1 1-32 0,1-2 0 15,0 1-336-15,1-3 0 0,2 2 0 0,0-2 128 31,0 2-128-31,-1-2-160 0,1 0 160 0,0 0-11840 0,1 0-2256 0</inkml:trace>
  <inkml:trace contextRef="#ctx0" brushRef="#br0" timeOffset="18360.77">12229 2818 14735 0,'-1'2'1312'0,"0"-2"-1056"16,0 1-256-16,0 1 0 0,0 0 1968 0,0 1 336 15,0 1 64-15,-1 4 0 16,-2 4 800-16,-1 2 160 0,1 2 16 0,-1 3 16 0,0 2-2592 0,0 1-528 16,0 2-112-16,0-1 0 0,1 2 512 0,-2 0 96 15,0 2 32-15,-1 2 0 16,1 0-336-16,-2 2-64 0,2 0-16 0,1-3 0 0,2-2-352 0,3-26 128 16,-3 39-128-16,3-39 0 0,0 0 0 0,4 35 0 0,-4-35 0 0,0 0 0 15,0 0-272-15,0 0 16 0,0 0 16 16,0 0 0-16,35 7-64 0,-29-12-16 0,2-3 0 15,-1 1 0 1,1-3-80-16,1 0-32 0,-1-1 0 0,0-1 0 31,0 0 0-31,0-2 0 0,-1 1 0 0,-1 2 0 0,1 1 288 0,-3-2 144 0,2 5-160 0,-2 0 160 0,-1 2 0 0,0 1 0 0,-1 1 0 0,1 3 0 16,-1 0 0-16,-1 2 0 0,0 1 0 0,0 2 0 16,0-1 448-16,-1 4 16 15,0-8 16-15,0 0 0 16,0 0 96-16,5 40 0 0,-5-40 16 0,0 0 0 0,0 0-288 0,0 0-64 15,18 35-16-15,-18-35 0 0,0 0-96 0,0 0-128 16,0 0 176-16,0 0-176 0,41 10 192 0,-32-10-192 16,1-2 192-16,-1-1-192 0,0 1 192 0,2-3-64 15,-1 0 0-15,1 1-128 0,-1-1 0 0,1 0 0 16,1 0 0-16,-1-2 0 16,1 0-640-16,0 0-224 15,-1 0-48-15,-1 0-16080 0</inkml:trace>
  <inkml:trace contextRef="#ctx0" brushRef="#br0" timeOffset="18756.36">12517 3143 12895 0,'-1'3'576'0,"0"-3"112"0,1 2-560 0,0-2-128 0,0 1 0 0,0-1 0 16,0 1 3072-16,0-1 576 0,2 2 112 0,1-1 16 15,2 1-800-15,-5-2-160 0,0 0-48 0,0 0 0 16,31 0-1488-16,-31 0-320 0,22-2-48 0,-11 1-16 15,1-1-464-15,0 0-112 0,1 0 0 0,-2-1-16 16,0-2-160-16,1 3-16 0,-1-3-128 0,0 0 192 16,-1 2-64-16,-1-2-128 0,-1 1 176 0,1-2-176 15,-2 1 128-15,0 0-128 0,-2 0 0 0,1 0 0 16,-2 1 0-16,-1-1 0 0,-1 0 0 0,-2 1 0 16,0 1 0-16,-1-2 0 0,-2 1 0 0,-1-1 0 15,-2 2 0-15,0 0 0 0,-3 0 0 0,-1 0 0 16,0 1 0-16,-3 2-176 0,2 0 176 0,0 0-160 15,-1 3-32-15,2 2 0 0,0 1 0 0,2 0 0 16,-1 2 192-16,2 0 0 0,0 3 0 0,1 3 0 0,0 0 0 0,2 1 128 16,0 2-128-16,4-17 128 0,-4 32 32 0,4-32 16 15,2 32 0-15,-2-32 0 0,0 0 16 0,0 0 0 0,24 38 0 0,-24-38 0 16,0 0-192-16,0 0 128 0,46 12-128 0,-46-12 128 16,25-3-128-16,-12 0 0 0,1-1 0 0,-1-3 0 15,0 2-208-15,0-2-80 0</inkml:trace>
  <inkml:trace contextRef="#ctx0" brushRef="#br0" timeOffset="19999.56">13291 3114 10127 0,'0'0'896'0,"0"-2"-704"16,1 2-192-16,-1 0 0 0,0 0 1376 0,0-1 240 0,0 1 48 0,0-1 16 16,1-1 384-16,-1 0 80 0,1-1 16 15,0 1 0-15,2 1-288 0,-1-2-48 16,1 2-16-16,1-2 0 16,-1 1-400-16,1-1-96 0,1 0-16 0,-1 0 0 0,1 0-464 0,0 0-80 15,1 1-32-15,0 0 0 0,2-2-336 0,-1 1-64 0,1 1 0 0,-1 1-16 16,0-1-112-16,-1 1-32 0,1 1 0 0,-2 0 0 15,2 1-160-15,-2 2 128 16,-5-3-128-16,0 0 128 0,0 0-128 0,0 0 0 16,19 48 0-16,-19-48 0 0,-1 38 0 0,-3-15 128 15,0 1-128-15,-3 1 0 0,0-1 0 0,-1 0 128 0,1-4-128 0,-1-2 0 0,1-2 0 16,0-1 0-16,2-3 0 0,-1-3 0 0,3-1 0 0,0-4 0 16,1 1 128-16,0-5-128 0,2 2 0 0,0-4 0 15,1-1 144-15,1-2-144 0,2-2 240 16,-1-4-32-16,3 1 0 0,0-4 0 0,2 0-208 0,-1-1 128 15,2-2-128-15,-2 1 0 0,2 0 128 0,1-1-128 16,0 0 0-16,-1 1 0 0,-1 2 0 0,1-1 0 16,-1 3 0-16,1-2 0 15,1 0 0-15,1 2 0 0,-1 1 0 0,0 1 0 0,0 2 0 0,0 0 0 16,0 2 0-16,-1 2 0 16,0 1-912-16,1 1-128 0,-2 0-32 0,1 2-16080 0</inkml:trace>
  <inkml:trace contextRef="#ctx0" brushRef="#br0" timeOffset="20865.79">13716 3195 11055 0,'6'-7'480'0,"-2"5"112"0,0-2-464 0,0 1-128 0,-1 0 0 0,-1 2 0 15,0-2 2272-15,4 0 432 0,1-4 96 0,3-3 16 16,1 1-736-16,-1 0-144 0,0-1-16 0,-1 3-16 15,-2 0-640-15,-2-2-128 0,-2 4-32 0,0 0 0 16,-2 0-400-16,-2 3-64 0,0-3-32 0,-2 3 0 16,-3 1-96-16,-1 1-32 0,0 1 0 0,-3 1 0 15,0 3-224-15,-1-1-32 0,-2 1-16 0,0 2 0 0,0 3-208 16,0-3 0-16,0 3 0 0,1 1 0 16,1 1-256-16,1-1 48 0,2 2 16 0,0 0 0 0,2 0 192 0,0 1 0 15,2 0-160-15,4-14 160 0,-4 23 0 0,4-23 0 16,0 0 0-16,0 0 0 0,0 0 0 0,0 0 0 15,0 0 144-15,0 0-144 0,27 37 0 0,-20-37 0 16,1-2 0-16,1-1 0 0,0 0 0 0,1-1 0 16,0-1 0-16,-1-2 128 0,0 2-128 0,1-3 0 15,1-1 128-15,-1 0-128 0,0 0 0 0,-1-2 0 0,1 0 0 16,-2 2 0-16,-1 0 0 0,0 0 0 0,-2 1 0 16,-1-1 0-16,0 1 0 0,-1 4 0 0,-1-2 0 0,0 2 0 15,-1 2 0-15,-1 2 0 0,1 0 0 0,-1 0 0 16,0 2 0-16,-1 0 0 0,0 3 0 0,-1 0 0 15,2 2 0-15,-1 0 176 0,0 3-48 16,1-1 0-16,0-9 128 0,0 0 0 0,0 0 16 0,4 33 0 16,-4-33-112-16,0 0-32 0,0 0 0 0,0 0 0 15,0 0-128-15,0 0 0 0,0 0 0 0,0 0 128 16,0 0-128-16,0 0 0 0,35 24 0 0,-31-28 0 16,1 1 0-16,0 0 0 0,1-1 0 0,1-3 0 15,1 2-256-15,-1-2-48 0,2 2 0 0,0-4 0 16,1 1-928-1,0 0-192-15,1-2-48 0,1 2 0 0,-1-1-128 0,0-1-16 0,0 1-16 0,-1-1 0 16,0 2 928-16,-1 0 192 0,-1 2 48 0,-2 2 0 0,-2 0 464 0,-1 3 160 16,0-1 0-16,-1 2 0 0,-1 2 928 0,-1 1 176 15,-1 2 32-15,-1-1 16 0,-1 4 80 0,0 1 16 16,0 3 0-16,0-1 0 0,-1 4-672 0,-1-1-128 16,2 1-32-16,-1-1 0 0,4-14-256 0,-6 27-48 15,6-27-16-15,-4 23 0 0,1-14-112 0,1-2-16 16,1 0-128-16,0-2 192 0,0-3-48 0,1 0-16 15,-1-1 0-15,1-1 0 0,-1 0 0 0,0-1 0 16,1 1 0-16,0-3 0 0,1 0-128 0,0-2 0 0,2 0 144 16,0-4-144-16,2 2 0 0,-1-3 0 0,2-3 0 0,-1 1 0 15,2-1 0-15,-2 1 0 0,3 0 0 0,-1-2 0 16,1 1 0-16,-1 0 0 16,1-1 0-16,1 0-128 0,0 0 128 0,0 4 0 0,0 0-144 0,-2 1 144 15,1 3 0-15,-3 2 0 0,1 2 0 0,-3 2 0 16,2 0 0-16,-2 2 0 0,-1 3 0 0,-2-5 0 15,0 0 0-15,0 0 0 0,4 37 128 0,-4-37-128 16,0 0 128-16,1 39-128 0,-1-39 128 0,0 31-128 16,0-31 144-16,0 28-144 0,0-28 160 0,0 0-160 0,0 38 128 0,0-38-128 15,0 0 0-15,0 0 0 0,-1 31 0 0,2-26 0 16,-1-2 0-16,0-1 0 16,1 0-448-16,1-2-16 0,0-2-16 0,0 0-16496 15</inkml:trace>
  <inkml:trace contextRef="#ctx0" brushRef="#br0" timeOffset="21164.86">14418 2870 7359 0,'0'-2'656'0,"1"0"-528"0,0-1-128 15,0 3 0-15,-1-2 1232 0,1 0 224 0,1-1 32 0,1-3 16 16,1-2 1248-16,-1 1 256 15,1 2 64-15,-1-1 0 0,0 3-1088 0,-1 2-192 0,0-1-64 0,-1 4 0 16,0 1-544-16,-1 4-112 0,0-7-32 0,0 0 0 16,-5 36-224-16,5-36-48 0,-8 36-16 0,2-13 0 15,0 0-416-15,-1 1-80 0,-2 5 0 0,0 2-16 16,0-4 16-16,-2 5 0 0,0 1 0 0,2 1 0 16,2 1-256-16,0-4 128 0,3-3-128 0,4-28 0 15,-5 45 0-15,5-45-288 0,0 0 32 0,3 41 16 31,-3-41-1088-31,0 0-208 0,0 0-64 0,0 0 0 0,0 0 128 0,0 0 0 0,0 0 16 0,35 6-11248 16</inkml:trace>
  <inkml:trace contextRef="#ctx0" brushRef="#br0" timeOffset="21495.85">14548 3051 2751 0,'0'-1'256'0,"0"1"-256"0,0 0 0 0,-1 0 0 0,1 0 1760 0,-1 0 304 15,1 0 64-15,-2 0 16 0,0 1 1040 0,-2 1 208 16,0-2 32-16,-1 2 16 0,-1 1-1520 0,1-3-320 16,-2 1-48-16,1 0-16 0,-1 1-592 0,-1-1-128 15,0 1-32-15,-1 0 0 0,0-1-240 0,1 1-48 16,-2 1-16-16,2-1 0 0,-2 3-352 0,0 0-128 16,0 1 0-16,1 0 144 0,0 0-144 0,0 1 0 0,2-2 0 0,0 3 0 15,2-2 0-15,-1 1 192 0,3 0-64 0,0-2 0 16,3-1 192-16,1 1 16 0,1-2 16 0,2-1 0 15,2 0 80-15,1-2 16 0,2 0 0 0,1 0 0 16,-10 0 256-16,22 0 64 0,-22 0 16 0,22 0 0 16,-22 0-336-16,0 0-80 0,32 3-16 0,-32-3 0 15,0 0-176-15,0 0-48 0,31 9 0 0,-31-9 0 0,0 0-128 0,0 0 0 16,0 0 0-16,32 8 0 0,-27-6 0 0,1-2-256 16,0 0 64-16,-1 0-17840 15</inkml:trace>
  <inkml:trace contextRef="#ctx0" brushRef="#br0" timeOffset="21911.19">14785 3074 11055 0,'2'-2'480'0,"-1"0"112"0,0 0-464 0,-1 1-128 15,0-1 0-15,0 2 0 0,0-2 2272 0,0 1 432 0,0-2 96 16,-1 0 16-16,0 0-704 0,-1-2-144 15,-1 3-32-15,0 0 0 0,0 0-496 0,-2 2-96 0,0 2-32 0,0 0 0 32,-2 0-352-32,0 3-80 0,-2 1-16 0,1 0 0 0,-1 3-288 0,0-1-48 0,0 1-16 0,3 0 0 31,-1 1-144-31,3-2-48 0,0 0 0 0,2 0 0 0,2-8-176 0,0 0-144 0,0 0 192 0,0 0-192 16,0 0 128-16,0 0-128 0,36 33 0 0,-36-33 0 15,0 0 208-15,34 11-64 0,-34-11-16 0,0 0 0 16,33 15-128-16,-33-15 128 0,0 0-128 0,0 0 128 0,35 23-128 15,-35-23 0-15,0 0 0 0,0 0 128 0,0 0-128 0,0 0 192 16,0 0-192-16,0 0 192 0,0 0-48 16,0 0 0-16,0 36 0 0,-7-34 0 0,-2 1 16 0,0 0 0 15,-2 1 0-15,0-4 0 0,-1 0-160 0,-1 2 0 16,1-2 144-16,-1-2-144 16,1 2 0-16,1 0 0 0,0-2 0 0,1-1 0 31,2 1-496-31,1-1-112 0,4 1-32 0,1 0-17296 0</inkml:trace>
  <inkml:trace contextRef="#ctx0" brushRef="#br0" timeOffset="23118.93">15582 3108 911 0,'-1'-2'0'0,"1"2"0"0,-1 0 0 0,1 0 0 16,-1-1 2064-16,1 1 336 15,0 0 64-15,0 0 16 0,-1 0 96 0,0-2 32 0,0 2 0 0,1 0 0 16,-1-2-576-16,1 1-112 0,0-1-32 0,1 1 0 16,0 0-480-16,1-2-80 0,0-2-32 0,0 1 0 15,1 0-496-15,1-2-96 0,0 2-32 0,0-4 0 16,1 2-272-16,-1 0-48 0,1-3-16 0,-1 2 0 16,0-3 16-16,-1 4 0 0,0-2 0 0,-1 1 0 0,-1 0-128 0,-1 2-32 15,-1 0 0-15,-1 2 0 0,-1 0-32 0,-1 1-16 16,0 1 0-16,-2 1 0 0,0 1-16 0,-2 1 0 15,0 2 0-15,-1 1 0 16,-1 0-128-16,-1 2 0 0,-1 2 0 0,0 1 0 0,2-3 0 0,1 3 0 16,-1 3 0-16,-1 0 0 0,1 1 0 0,1 0 0 15,1 1 0-15,2-2 0 0,0 0 0 0,6-13 0 16,0 0 0-16,-4 29 0 0,4-29 0 16,0 0 0-16,0 0 0 0,0 0 0 0,0 0 0 0,0 0 0 15,0 0 0-15,0 0 0 0,0 0 0 0,34 23 0 16,-30-25 128-16,0 1-128 0,-1 1 0 0,1-3 0 0,0 3 0 0,0-3 0 15,1 0 0-15,0 0 0 0,0-1 0 0,2 1 0 16,0-2-160-16,2-2-16 0,0 0 0 0,-1 0 0 16,1-2-80-16,1 0-32 0,-1-1 0 0,-1 0 0 15,1 0 288-15,-1-1-192 0,-1-1 192 0,0 2-160 16,-4 3 160-16,1 0 0 0,-2 2 0 0,-1 3 0 16,-1 0 0-16,-1 0 144 0,0 2-144 0,-1 2 0 15,-1 0 448-15,1 1-32 0,-2 4 0 0,-1-1 0 16,1 2 32-16,0 1 16 0,-1-1 0 0,5-8 0 15,-5 19-144-15,5-19-48 0,0 0 0 0,0 0 0 16,0 0-272-16,0 0 160 0,6 37-160 0,-6-37 128 16,0 0-128-16,0 0 0 0,0 0 0 0,28 1 128 15,-20-4-128-15,1 0 0 0,-1-1 0 0,2-1 0 16,1-1-768-16,0 0-144 0,2-2-32 16,0 0 0-16,1 1-2656 0,0-3-544 0</inkml:trace>
  <inkml:trace contextRef="#ctx0" brushRef="#br0" timeOffset="23450.72">15910 2954 7359 0,'9'-15'320'0,"-5"10"80"0,-2 1-400 0,-1 4 0 16,-1-2 0-16,0 1 0 0,0-1 2432 0,1-1 416 16,0-1 80-16,-2-3 16 0,0 2 256 0,-1 5 64 15,-3-2 16-15,-1 2 0 0,0 2-1376 0,-2 0-288 16,-1 3-48-16,-1 0-16 0,-1-1-608 0,0 4-128 16,1-3-32-16,-1 2 0 0,2-1-304 0,1 2-64 15,-1-3-16-15,2 2 0 0,1 0-256 0,1 0-144 16,1-3 160-16,1 1-160 0,3 0 0 0,0 0 0 0,1-2 0 0,2 2 0 15,-3-5 0-15,0 0 0 0,0 0 0 0,0 0 0 16,0 0 0-16,37 20 0 0,-37-20 0 0,0 0 0 16,0 0-144-16,34 15 144 0,-34-15-208 0,0 0 80 15,0 0-16-15,0 0 0 0,36 21 0 0,-36-21 0 16,0 0 144-16,0 0 0 0,0 0 0 0,0 0-128 16,-6 23 128-16,1-18 0 0,-3-2 0 0,0 1 0 0,0-1 0 15,-1 0 0-15,0 1 0 0,-1-2 0 16,1 0 0-16,0-2 128 0,1 1-128 0,0 1 0 15,3-2 0-15,-1 0 0 0,3 0 0 0,0 0 0 0,1-2-208 0,2 1-64 16,1 1-16-16,3-3 0 16,1 2-1808-16,2-4-352 0</inkml:trace>
  <inkml:trace contextRef="#ctx0" brushRef="#br0" timeOffset="23796.8">16153 2918 1839 0,'2'-5'160'0,"-1"3"-160"0,-1-1 0 0,1 3 0 0,-1-2 2752 0,-1 2 528 0,1 0 112 0,-1 0 0 16,-2 0-32-16,0 0-16 16,-2 2 0-16,0-1 0 0,-1 3-1888 0,0-1-384 0,-1 0-80 0,0 1-16 15,-1 1-144-15,1-1-48 0,-2 3 0 0,-1-1 0 16,-1 1-16-16,1 1 0 0,0 0 0 0,1-3 0 16,0 2-352-16,4-1-80 0,0-3-16 0,1 2 0 15,3-3-96-15,1 3-32 0,1-3 0 0,2-1 0 16,2 1-192-16,0-2 0 0,3 0 0 0,0 0 0 31,1 0 160-31,1 0-160 0,0 2 160 0,1-2-160 16,-1 1 0-16,-10-1 0 0,0 0 0 0,30 6 0 0,-30-6 0 0,0 0 0 0,0 0 0 0,0 0 0 0,0 0 0 0,0 0 0 15,0 0 0-15,27 35 0 0,-30-29 128 0,-1 0-128 16,-2 0 0-16,-1 0 0 0,2 0 128 0,-4 0-128 16,1 1 0-16,-3-2 0 0,0 2 144 0,0 0-144 31,0-2 128-31,0 0-128 0,1-3 0 0,0 1 0 0,2-1 128 0,0 0-128 0,2-2-240 0,0 0-80 15,4-2 0-15,0-1-10736 16,3 1-2128-16</inkml:trace>
  <inkml:trace contextRef="#ctx0" brushRef="#br0" timeOffset="24001.39">16291 2954 21183 0,'6'-3'944'0,"-2"1"192"0,1-1-912 0,-2 2-224 0,-1 0 0 0,0-1 0 16,2 0 2048-16,1-1 384 0,4-2 64 0,3 0 0 15,2-3-1216-15,-1 0-240 0,1 1-48 0,-3 2-16 16,-1 2-816-16,-2 1-160 0,-1 0 0 0,-1 2 0 16,-2 0-1056-16,0 1-128 0,-2 0-32 0,-2 2-12480 15</inkml:trace>
  <inkml:trace contextRef="#ctx0" brushRef="#br0" timeOffset="24159.1">16341 3012 7359 0,'-1'1'656'0,"0"1"-528"16,0-2-128-16,1 1 0 0,-1 1 1680 0,0-2 304 16,0 3 64-16,-3 0 16 0,0 2 1392 0,-1 0 256 15,0 2 64-15,-1 0 16 0,1 0-2032 0,0 0-416 16,1-1-64-16,0 0-32 0,2-1-896 0,0-2-176 15,1 1-48-15,2-2 0 16,0 1-592-16,2-1-128 0,1-2-32 0,0-2-13600 0</inkml:trace>
  <inkml:trace contextRef="#ctx0" brushRef="#br0" timeOffset="24992">16422 3097 25791 0,'1'1'2304'15,"-1"-1"-1856"-15,0 0-448 0,0 0 0 0,0 0 2048 0,1 0 304 16,0 0 64-16,2-1 16 0,1 0-1024 0,1-1-192 16,3-1-32-16,0-2-16 0,2 1-608 0,-1-2-128 15,1 2-32-15,0-3 0 0,-1 0-208 0,3-1-64 16,-3 2 0-16,0-2 0 0,0 1-128 0,-1-2 0 16,-2 1 144-16,-1 2-144 0,-1-2 0 0,-2 2 128 15,-2 0-128-15,0 0 0 16,-3-1 0-16,-2 2 0 0,-1 0 0 0,-2 0 128 0,0 3-128 0,0 0 0 15,-2-1 0-15,0 3 0 0,0 0 0 0,-1 3 0 16,1 0 0-16,-1 1 0 0,1 3 0 0,0-2 0 16,1 4 0-16,-1-2 0 0,2 2 0 0,0 3 0 0,0 0 0 15,3 0 0-15,-1 0 0 0,6-12 0 0,-6 27 0 0,6-27 128 16,0 0-128-16,-3 39 0 0,3-39 0 0,0 0 0 16,8 50 0-16,-8-50 0 0,10 38 0 0,-10-38 0 15,0 0 0-15,13 46 0 0,-13-46 0 0,0 0 0 16,9 39 0-16,-9-39 0 0,0 0 0 0,0 0 0 15,1 38 0-15,-4-31 0 0,-1 1 0 0,0-2 0 16,-2 2 0-16,-1-4 0 0,-2 4 0 0,1-4 128 16,-1 2-128-16,0-1 0 0,1-1 0 0,-1 3 0 15,-1-3 0-15,2 1 0 0,0-2 0 0,0-1 128 16,1 0-128-16,0 0 0 0,3-2 0 0,1 0 0 16,1-2 0-16,3 0-160 0,2-3 160 0,2-2-12288 15,4 0-2320-15</inkml:trace>
  <inkml:trace contextRef="#ctx0" brushRef="#br0" timeOffset="25417.38">16711 3044 19343 0,'3'-3'848'0,"-2"3"192"0,1 0-832 0,-1 0-208 16,-1 0 0-16,0 0 0 0,0 1 2176 0,-1 1 384 15,1 2 64-15,-2 1 32 0,2-5-896 0,0 0-176 16,-8 26-48-16,8-26 0 0,-8 21-656 0,8-21-144 15,-10 24-32-15,10-24 0 16,-12 25-128-16,12-25-48 0,-12 23 0 0,6-14 0 0,6-9-240 0,0 0-48 16,-8 19-16-16,6-16 0 0,2-1-224 0,1-3 0 0,0 0 0 15,1-2 0 1,1-2-496-16,2-3 16 0,1-1 0 0,1-2 0 16,0 1-1040-16,1-1-208 0,-1-1-32 0,2 0-16 15,-2-2 432-15,0-1 96 0,1-3 16 0,-1 1 0 0,1 1 1232 0,-2 1 0 16,2 0 128-16,-3 1 32 0,2 2 368 0,-1 1 80 0,1 1 16 0,-1 2 0 15,0 2 160-15,-1 0 48 0,1 3 0 0,0 0 0 16,0 1 304-16,0 2 64 0,-1 0 16 0,0 0 0 16,-2 3-512-16,-3-3-112 0,0 0-16 0,0 0 0 15,0 0-288-15,0 0-64 0,13 42-16 0,-13-42 0 0,0 0-208 16,-4 34 144-16,4-34-144 0,-9 30 128 0,9-30-128 16,-12 29 0-16,5-13 0 0,7-16 128 0,-14 31-128 0,14-31 0 15,-12 24 0-15,12-24 0 0,0 0-128 0,-8 24-64 16,8-24-16-16,0 0 0 15,0 0-1792-15,0 0-368 0</inkml:trace>
  <inkml:trace contextRef="#ctx0" brushRef="#br0" timeOffset="25810.21">16874 3051 14735 0,'1'2'1312'0,"0"-2"-1056"0,0 0-256 0,0 0 0 16,-1 0 1696-16,2 0 288 15,0 2 48-15,2-2 16 0,3 0 496 0,1 0 96 0,2-2 32 0,2-1 0 16,0 1-1568-16,2 0-304 16,0 0-64-16,0-3-16 0,2 2-224 0,0-1-48 0,-1-1-16 0,-1 0 0 15,-1 3-240-15,-1-3-64 0,0 2 0 0,-2-1 0 16,-1 2-128-16,-1-3 0 0,-1 0 0 0,-2 3 0 16,-1-3-176-16,0 0 48 0,-1 1 0 0,-2-1 0 15,0-2-288-15,-1-1-48 0,0 2-16 0,-2-3 0 16,0 1 0-16,-2 1 0 0,-1-1 0 0,-1 4 0 15,-1-1 320-15,-2 1 160 0,0 4-160 0,-1 2 160 16,0 0 0-16,-1 3 0 0,0-1 0 0,0 1 0 0,0 2 496 0,0 1 32 16,0 1 16-16,-1 0 0 0,1 1 192 0,1 2 32 15,2 0 16-15,0-2 0 0,3 1-160 0,-1-1-48 16,6-10 0-16,0 0 0 0,-4 30-208 0,4-30-48 16,0 0-16-16,0 0 0 0,0 0-112 0,0 0-32 15,29 31 0-15,-29-31 0 16,0 0-160-16,25 0 0 0,-14 0 0 0,2-2 0 0,0-2 0 0,1 1-272 15,0 0 32-15,0-1 16 16,0-1-2256-16,0 2-448 0</inkml:trace>
  <inkml:trace contextRef="#ctx0" brushRef="#br0" timeOffset="26345.96">17306 2992 2751 0,'5'2'128'0,"-3"-2"16"0,0 0-144 0,-1 0 0 0,0 0 0 0,0 0 0 16,0 0 1552-16,1 0 288 0,2-2 48 0,1 2 16 16,0-1-688-16,2 1-128 0,0-2-16 0,1 0-16 31,-1 1 480-31,0-1 112 0,1 0 16 0,-1 0 0 0,2-1 64 0,-2-1 32 0,-1 1 0 0,1-2 0 16,-1 0-800-16,-1 1-176 0,-1-1-16 0,-1 0-16 0,-2 1-432 15,0-3-96 1,-2 3-16-16,0 0 0 0,-2-1 112 0,-3 1 32 0,1-1 0 0,-4 1 0 15,1 3 96-15,-2-1 32 16,0 2 0-16,-2 2 0 0,2-1-112 0,0 3-32 16,0-1 0-16,1 3 0 0,-1-1-208 0,1 2-128 15,1 1 160-15,-1 1-160 0,2 1 240 0,0 2-48 16,1-1-16-16,1 1 0 0,5-12 144 0,0 0 16 16,-3 31 16-16,3-31 0 0,0 0-112 0,0 0-32 0,0 0 0 0,0 0 0 15,30 33-208-15,-30-33 144 0,22 2-144 0,-9-5 128 16,-1 0-128-16,1-3 128 0,3 0-128 0,0-2 128 15,0-1-304-15,0 0-64 0,0-1-16 0,-1-2 0 32,0 0-448-32,-2-2-112 0,0 0-16 0,0 0 0 15,-2-3 240-15,-1 0 32 0,0 1 16 0,0-3 0 0,-2 0 224 0,-1 0 32 0,1 0 16 0,-4 2 0 16,2 0 272-16,-1-1 0 0,-1-6-128 0,2-1 128 16,-1-2 0-16,0 1 0 0,0 2 0 0,-2 6 0 15,1 3 816-15,-1 5 64 0,-1 3 16 0,0 5 0 16,-1 0 144-16,-2 4 48 0,1 2 0 0,-3 4 0 15,3-8-576-15,-8 28-96 0,8-28-32 0,-10 45 0 0,4-18-128 16,-2 3-16-16,0 6-16 0,0-1 0 0,-1 1-48 0,1-3-16 16,2-4 0-16,6-29 0 0,-7 51-160 0,7-51 160 15,-2 43-160-15,2-43 160 16,0 0-912-16,5 45-176 0</inkml:trace>
  <inkml:trace contextRef="#ctx0" brushRef="#br0" timeOffset="27211.51">18193 2743 16575 0,'0'-1'736'0,"-1"-1"160"0,1 2-720 0,-1 0-176 0,0 0 0 0,-1 2 0 15,1-2 2144-15,-3 3 400 0,-3 2 80 0,-2 2 0 16,-3 4-1232-16,-1 3-256 0,0 4-48 0,-1 2-16 16,1 2-224-16,1-1-32 0,0 0-16 0,1-1 0 15,3-4 112-15,8-16 32 0,-12 34 0 0,12-34 0 16,-5 30-304-16,5-30-48 0,0 0-16 0,0 0 0 0,7 46-448 0,-7-46-128 15,0 0 0-15,0 0 0 0,0 0-144 0,33 26-48 16,-33-26-16-16,16 0 0 0,-8-3 48 0,0 0 16 16,1 0 0-16,-2-2 0 15,0-1 0-15,1-1 0 0,-2-2 0 0,1-1 0 0,-3 1-96 0,0-1-16 16,-1-1 0-16,-2-1 0 0,-1 0 64 0,-2-2 16 16,-1 0 0-16,-1-1 0 15,-2 1-400-15,0 0-96 0,-3 4-16 0,0-1 0 16,-2 3 64-16,-2 4 16 0,-1-1 0 0,-2 4 0 0,0 2 176 0,-1 2 48 15,-2 2 0-15,1 1 0 0,-1-1 64 0,2 2 32 0,2 0 0 0,1-2 0 16,2 2 784-16,1-3 144 0,2 2 48 0,3-2 0 16,1-1 480-16,2 1 112 0,2-1 0 0,1-1 16 15,1-2-544-15,2 0-112 0,3 0-32 0,0-2 0 16,3 0 48-16,1-3 16 0,3 2 0 0,0-1 0 16,2-1-272-16,2 1-48 0,1-1-16 0,0-1 0 15,2 2-160-15,0-1-48 0,1 0 0 0,-1 1 0 16,0 1-128-16,-1 0 0 0,0 1 0 0,-1 0 128 15,-1 2-128-15,-2-2 0 0,1 0 0 0,-2 1 0 16,0-1 0-16,-1 0-176 0,-13 2 176 0,22-1-192 31,-11-1-320-31,-3 0-80 0,-1-1-16 0,0 1 0 0,-1 0-160 16,-1-1-16-16,0 1-16 0,0-1 0 0,-1-1 16 0,0 1 0 0,-1 1 0 0,-1-2 0 16,1 1 80-16,-2 0 32 0,1 0 0 0,-1 0 0 0,0 2 448 0,0-1 96 15,0 0 128-15,-1 1-208 0,0 1 208 16,0 0 0-16,-1 0 144 0,0 0-144 0,0 1 240 0,-2 3-48 15,3-4-16-15,0 0 0 0,-9 15 272 0,9-15 64 16,0 0 16-16,-12 28 0 0,12-28-160 0,0 0-48 16,-8 31 0-16,8-31 0 0,0 0-128 0,0 0-48 15,-1 35 0-15,1-35 0 0,0 0 192 16,0 0 48-16,0 0 0 0,0 0 0 0,30 24 112 0,-22-24 16 16,2-2 16-16,1-1 0 0,1-2 48 0,0 1 16 0,1-5 0 0,0 2 0 15,1-1-336-15,-2-1-64 0,0 0 0 0,-1-1-16 16,-3-2-48-16,-1 0-128 0,-3 0 192 0,-2 0-64 15,-2 0 80-15,-3 3 16 0,-1 0 0 0,-4-1 0 16,-1 3-80-16,-4 2-16 0,-2 1 0 0,-3 3 0 16,0-1-128-16,-3 4-224 0,-3 3 48 0,-1 2-18560 15</inkml:trace>
  <inkml:trace contextRef="#ctx0" brushRef="#br0" timeOffset="28926.77">4171 4267 10127 0,'-2'2'896'0,"0"-2"-704"0,1 0-192 0,1 0 0 16,0 1 1280-16,0-1 240 0,-1 2 32 0,-1 0 16 15,0-2 1296-15,0 2 256 0,2-1 48 0,-1 1 16 16,1-2-768-16,0 0-160 0,1 0-16 0,-1-2-16 16,3 1-944-16,0-3-176 0,1-1-32 0,1-1-16 15,0 0-608-15,1-1-112 0,1-3-16 0,-2 1-16 0,2 0-304 0,-2-1 0 16,-2 0 128-16,-1 2-128 0,-1 1 0 0,-2 1 0 16,-1 1 0-16,-1 1 0 0,-4-1 0 0,-3 2 0 15,-2 1 0-15,-2 2 0 0,-2 2 0 0,0 1 0 16,-1 0 0-16,-1 3 0 0,1 2 0 15,0 1 0-15,0 1 0 0,1 2 0 0,5-1 0 0,0 1 0 16,2 1 0-16,1 0 0 0,1 4 0 0,1-2 0 16,1 3 0-16,2-2 0 0,2 1 0 0,1-17 0 15,0 0 0-15,9 34 0 0,-9-34 0 0,0 0 0 16,0 0 0-16,38 18 0 0,-38-18 0 0,26-5 0 16,-10 1 0-16,1-3 0 0,1 0-144 0,0-4 16 15,0 0 0-15,-2-1 0 16,2 0-288-16,-3 0-48 0,-2 1-16 15,-3 1 0-15,-1 2 176 0,-2 0 48 0,-2 1 0 0,0 2 0 0,-2-1 256 0,-2 1 0 0,0-1 0 0,-1 2 0 16,-1-1 0-16,0 0 0 0,0 3 0 0,-1-1 0 16,1-1 0-16,0 3 144 0,0-1-144 0,1 2 128 15,-1-1 144-15,1 1 32 0,0 1 0 0,0-1 0 16,-1 3-32-16,1 1 0 0,-1 1 0 0,1 0 0 16,0 3-48-16,0 1-16 0,0-9 0 0,0 0 0 15,5 35-80-15,-5-35 0 0,0 0-128 0,0 0 192 16,17 43-192-16,-17-43 0 0,0 0 0 0,0 0 0 15,0 0 0-15,39 16 0 0,-27-20 0 0,-1-1 0 16,0-2-512 0,2-3-128-16,2-4-48 0,1 0-16672 0</inkml:trace>
  <inkml:trace contextRef="#ctx0" brushRef="#br0" timeOffset="29163.09">4568 3921 11055 0,'0'-5'976'0,"-1"0"-784"16,1 3-192-16,-1 2 0 0,1 0 2000 0,-1 0 368 15,-1 0 64-15,-1 0 0 0,-1 0 704 0,-2 3 144 16,-2 6 32-16,0 2 0 0,-1 7-1712 0,-1 2-320 16,-1 4-80-16,1 1-16 0,2-5-496 0,-1 1-112 15,-2 4 0-15,2 0-16 0,2-5-80 0,0-2-16 16,1 2 0-16,0 0 0 0,2 0-288 0,0-2-176 0,2-3 192 0,2-15-192 16,-1 26 0-16,1-26 0 0,0 0 0 0,0 0 0 31,0 0-512-31,0 0-128 0,0 0 0 0,0 0-16 15,0 0-1840-15,38 17-352 0,-30-22-80 0,1 0-10832 0</inkml:trace>
  <inkml:trace contextRef="#ctx0" brushRef="#br0" timeOffset="29398.6">4755 3907 7359 0,'4'-9'320'0,"-1"3"80"0,-1 4-400 0,-1 0 0 0,-1 2 0 0,-1 2 0 0,0 2 2304 0,-1 0 384 16,0 2 80-16,-3 6 16 0,-2 2 192 0,-1 5 32 15,-1 2 16-15,0 2 0 0,-1-2-1472 0,0 2-288 16,1 0-64-16,-1-1-16 0,0 2-544 0,2-6-96 16,1 0-32-16,-1 0 0 0,2 4 352 0,-1-3 64 15,1 0 16-15,2-1 0 0,1-3-432 0,3-15-64 16,-1 26-32-16,1-26 0 0,0 0-416 0,0 0 128 16,0 0-128-16,0 0 0 15,26 35-144-15,-17-35-112 0,1-1-32 0,1-4 0 16,1-1-992-16,2-1-208 0,0-1-48 0,0-2-13968 0</inkml:trace>
  <inkml:trace contextRef="#ctx0" brushRef="#br0" timeOffset="30250.05">4914 4156 4607 0,'2'-3'192'0,"-1"1"64"0,1-1-256 0,-1 1 0 0,-1 2 0 0,0 0 0 15,0 0 2048-15,0-2 384 0,0-1 64 0,0-1 0 16,0 1 160-16,-2 1 32 0,0 0 0 0,-1 2 0 15,0 2-512-15,-2 0-112 0,0 3-16 0,-1 2 0 16,-1 0-720-16,-1 2-160 0,0 4-16 0,-1 1-16 16,1 2-512-16,1-1-112 0,-1 1 0 0,2 1-16 15,1-1-304-15,2-1-64 0,3-15-128 0,0 0 192 16,4 30-192-16,-4-30 176 0,0 0-176 0,0 0 160 0,0 0-160 0,35 8 0 16,-25-13 144-16,2 0-144 0,0-2 256 0,0-3-32 15,1 1 0-15,0-3 0 0,0 0-224 0,-1 0 0 16,-1 0 128-16,-2 1-128 0,-1 2 0 0,-2 1 0 15,0-4 0-15,-3 2-160 16,0 1 160-16,-2-2-192 0,-2 3 192 0,-2-1-192 0,-1 0 64 0,-2 1 0 16,0 2 0-16,-3 0 0 0,0 0-128 0,0 3 0 0,-1 0-16 0,0 1 0 15,2 2 272-15,0 0 0 0,2 2-128 0,0 3 128 16,1-2 0-16,0 1 0 0,2 2 0 0,2 0 0 16,0-1 0-16,1 0 0 15,1-1 0-15,0 1 0 0,-1-5 0 16,0 0 0-16,0 0 0 0,0 0 0 0,36 17 0 0,-36-17 0 0,0 0 0 0,40 1 0 15,-40-1-256-15,24-3 64 16,-10 0 16-16,0-3 0 0,2 0-192 16,0-1-32-16,-1 0-16 0,-2 0 0 0,0-1 272 0,-2 4 144 0,-1-3-160 0,-2 1 160 15,0 2 0-15,-2-1 0 0,0 1 0 16,-1-1 0-16,-3 0 0 0,0 3 128 0,0 0-128 0,-2-1 160 0,1 1 64 0,-1 2 16 31,-1 0 0-31,1 2 0 0,-1 1 176 0,0-1 32 0,0 2 16 0,-1 4 0 0,1-1-96 16,0 5-32-16,-1 0 0 0,0 2 0 0,1 0-32 0,0 0-16 15,1-14 0-15,1 27 0 0,-1-27-160 0,0 0-128 16,6 32 144-16,-6-32-144 0,0 0 0 0,0 0 0 16,0 0 0-16,0 0 0 15,0 0 0-15,0 0 0 0,35 9 0 0,-29-17 0 0,2 1 0 16,-1-3 0-16,1 0 0 0,-1 1-160 16,1-3-416-16,0-2-96 0,1 0-16 0,-2 0 0 15,1 1-32 1,-2 0-16-16,-1 3 0 0,-1-2 0 0,-2 3 576 0,1 1 160 0,-2 1 0 0,0 2 0 0,-1 1 160 0,0 2 96 0,0 2 32 0,-1 2 0 15,-1 2 560-15,0 0 112 0,0 2 32 0,-1 4 0 16,-1-1-496-16,0 3-112 0,1 2 0 0,-2 1-16 16,1 1-176-16,-1 5-16 0,-1 0-16 15,0 4 0-15,0 0-160 0,0 2 192 0,-1 3-192 0,2 0 192 32,-2 0-64-32,3-2-128 0,-1-2 192 0,-1-2-64 0,2 2-128 0,-2-3 0 0,2-1 0 0,0-3 0 15,-2 1 0-15,1 0 0 0,-2-3 0 0,0-1 0 16,-1-4 0-16,1-1 0 0,0-3 0 0,-1-1 0 15,0-2 0-15,-2-2 0 16,0-1 0-16,0-4 0 0,-1 2 0 0,1-3 0 0,0-2 0 0,2-1 0 0,2 0 0 0,0-2 0 16,2-4 0-16,1-2 0 0,1 1 0 0,2-3 0 15,1-3 0-15,2-1 128 0,1-1-128 0,4-2 0 16,1 0 0-16,2 1-176 16,2 1-752-16,2 3-160 0,1 0-16 0,0-1-15952 15</inkml:trace>
  <inkml:trace contextRef="#ctx0" brushRef="#br0" timeOffset="30674.71">5912 3912 13823 0,'1'-1'1216'0,"-1"-1"-960"0,1 2-256 0,-1-2 0 0,1 2 896 0,-2 0 144 16,0 2 32-16,0 0 0 0,0 1 1936 0,-1-1 400 16,-2 6 80-16,-2 3 16 0,1 1-1280 0,-4 5-256 15,1 1-48-15,-1 5-16 0,-1 0-880 0,-1 5-160 16,-1 0-32-16,0 3-16 0,2-2-464 0,-1 1-96 15,0 4 0-15,1 1-16 0,1-2-240 0,2 1 0 16,1-4 128-16,3-1-18352 16</inkml:trace>
  <inkml:trace contextRef="#ctx0" brushRef="#br0" timeOffset="32968.68">6585 4243 2751 0,'-5'1'256'0,"1"1"-256"0,2 0 0 0,1-2 0 31,0 0 784-31,0 0 112 0,-2 1 32 0,-2 0 0 0,-1 1 736 0,-1-1 128 0,2 1 48 0,1-2 0 16,1 0-208-16,1 0-32 16,2-3-16-16,2 1 0 15,1 1 112-15,1 0 32 0,1-3 0 0,1 1 0 0,-1 1-128 0,3 1-32 0,0-2 0 0,2 0 0 16,2 2-608-16,1-1-112 0,2-1-16 0,1 0-16 16,1 0-496-16,-1 0-112 15,4-1-16-15,-1 1 0 0,0 1-192 0,2-1 0 0,4-2 128 0,2 1-128 0,0 0 0 0,-2 0 176 16,0 2-176-16,-2-2 160 0,0 1-160 0,-3-1 0 15,-2 1 0-15,-2 1 0 0,1-1 0 0,-2 1 0 16,-1-1 0-16,-1 1 0 0,-3 1 0 0,-1 0 0 16,0-1-176-16,-4 0 176 15,1 1-832-15,-3 1-64 0,1-2-32 0,-1 2-8608 16,-1 0-1712-16</inkml:trace>
  <inkml:trace contextRef="#ctx0" brushRef="#br0" timeOffset="33315.94">6953 4064 12895 0,'-1'-1'576'0,"0"-2"112"0,1 1-560 0,0 0-128 0,0 2 0 0,0-2 0 16,0 0 1680-16,1 1 304 0,0-3 64 0,0 0 16 15,2-2 128-15,-1 1 32 0,1 3 0 0,1 0 0 16,0-1-688-16,1 3-128 0,2 0-16 0,-1 0-16 15,-6 0-512-15,0 0-96 0,0 0-32 0,36 14 0 16,-36-14-160-16,0 0-16 0,0 0-16 0,47 21 0 16,-47-21-192-16,0 0-32 0,43 17-16 0,-43-17 0 15,0 0-112-15,46 17-32 0,-46-17 0 0,0 0 0 16,45 13-160-16,-45-13 128 0,0 0-128 0,36 11 128 0,-36-11-128 0,0 0 0 16,0 0 0-16,0 0 128 0,0 0-128 0,0 0 0 15,0 0 0-15,0 0 0 0,6 38 0 0,-15-32 128 16,-2 2-128-16,-1 1 128 0,0-2-128 0,-3 3 128 15,1 2-128-15,-2-3 128 0,2 3-128 0,-1-3 0 16,0 3 0-16,1-2 0 16,3-1-1104-16,3-4-160 0,2 0-16 0,4-2-15328 0</inkml:trace>
  <inkml:trace contextRef="#ctx0" brushRef="#br0" timeOffset="34606.71">8222 4072 12895 0,'5'-4'1152'0,"-1"0"-928"15,-1 1-224-15,-2 2 0 0,-1 1 1408 0,2-3 256 16,2 0 32-16,2-4 16 0,1-1 816 0,0 0 160 16,0-1 48-16,-2 5 0 0,-3-1-1008 0,-2 0-208 15,-1 3-48-15,0 1 0 0,-3 0-448 0,-2 2-80 16,-2 2-32-16,-1 0 0 16,-3 4-480-16,0-2-112 0,-1 2 0 0,0 0-16 0,-1 2-176 0,-2 1-128 0,1-2 144 0,0 3-144 15,2-2 128-15,0 1-128 0,2-1 0 0,2-2 0 31,1-1 0-31,2 0 0 0,2-1 0 0,2-2 0 16,2-1 0-16,1 0 0 0,2 0 0 0,3-1 0 0,0 1 0 0,2-2 0 16,2 0 0-16,0 0 0 0,-10 0 0 0,0 0 0 0,33 5 0 0,-33-5 0 15,0 0 0-15,35 9 0 0,-35-9 0 0,0 0 0 16,0 0 0-16,42 21 0 16,-42-21 0-16,0 0 0 0,0 0 0 0,0 0 0 0,0 0 0 0,23 38 0 0,-25-33 0 15,-2 2 0-15,-1-2 0 0,-1 2 0 0,-1 0 128 16,-1-2-128-16,0-1 0 0,-3 2 144 0,2-2 32 0,-1 1 0 15,0-2 0-15,0 1 0 0,0-4-176 0,1 2 128 16,1-1-128-16,0 1 128 0,2-2-128 0,0 0 0 16,2-2 0-16,0 1 0 0,1 1-192 15,2-2 0-15,1 2-16 0,2-2-11504 16,2-1-2304-16</inkml:trace>
  <inkml:trace contextRef="#ctx0" brushRef="#br0" timeOffset="35206.18">8427 4113 9215 0,'5'-3'816'0,"-2"1"-656"0,1 1-160 0,-3 0 0 16,-1 1 1472-16,0 0 272 0,0 1 48 0,0 0 16 15,0-1 1088-15,0 5 224 0,-1 0 32 0,-1 2 16 32,-2 2-1408-32,0 1-288 0,-1 2-48 0,-2 2-16 15,2 0-240-15,-3 0-48 0,1 0-16 0,-1-2 0 0,1 2-240 0,0-3-48 0,0 0-16 0,0-1 0 16,0-1-384-16,1-2-80 15,1-3-16-15,0-1 0 0,2 0-192 0,-1-1-128 16,2-2 128-16,0-2-128 0,3 0 0 16,0-1 128-16,2-1-128 0,2-2 0 0,0-1 0 15,3-3 0-15,0 1 0 0,1 0 0 0,1-3-288 0,2-2 32 16,1 2 0-16,-1-2 0 0,1-1-64 16,0 3 0-16,0-2 0 0,-1 2 0 0,-1 3 320 0,-1-1 0 15,1 3 0-15,-1-1 0 0,0 2 0 0,-3 3 0 16,-1 1 0-16,0 2 0 0,-2 2 0 0,-1 1 0 15,-1 3 0-15,-1 2 0 0,-1-8 272 0,0 0-32 16,-1 29-16-16,-1-20 0 0,2-9-16 0,-5 26 0 0,0-13 0 16,0 0 0-16,1-1-64 0,-2 0-16 0,1-2 0 15,0-1 0-15,0-2-128 0,2-1 160 0,0-2-160 16,1 0 160-16,0-3-160 0,1-1 0 0,1-1 0 0,0-1 128 16,1 0-128-16,1-1 0 0,1-1 0 0,0-2 0 15,0 0 0-15,2-2 0 0,2-1 0 0,0 0 0 16,2-3 0-16,0 1 0 0,0 0 0 0,0 0 0 15,3-2 0-15,1 0 0 0,2 0 0 0,-1 1 0 16,0 1-144-16,-1 2 144 0,-1 1 0 0,-2 4 0 16,-1-1 0-16,-1 3 0 0,-2 1 0 0,0 2 0 15,-2 1 0-15,-1 1 0 0,-3-3 0 0,0 0 0 16,0 0 0-16,0 0 0 0,3 34 0 0,-5-25 0 16,0 0 0-16,0 2 0 0,-2-2 0 0,-1 3 0 0,-1 0 0 15,0 0 0-15,-1 2 0 0,0-2 144 0,0-1-144 0,1 0 160 16,1-2-160-16,-1 0 160 0,2-3-160 0,3 0 160 15,0-1-160-15,0-2 160 0,1-1-160 0,0-2 0 16,0 1 0-16,1-1 0 16,0-1 0-16,0 1 0 0,1-2 0 0,1-1 0 15,2-2-864-15,-1 1-48 0,3-1-16 0,1-1-16496 0</inkml:trace>
  <inkml:trace contextRef="#ctx0" brushRef="#br0" timeOffset="35900.03">8880 4171 8287 0,'1'1'736'0,"0"-1"-592"0,1 2-144 0,-1-2 0 16,0 0 1648-16,0-2 288 0,1 2 64 0,0-1 16 15,2 0 1312-15,2-4 256 0,3 0 48 0,1-1 16 16,0 0-1968-16,0-3-384 0,0 2-80 0,0-1 0 16,-1 0-800-16,-1 0-160 0,-1 1-16 0,-2 1-16 15,0 0 0-15,-3-1 0 0,-1 3 0 0,-1 1 0 16,-2-2 32-16,-1 3 0 0,-1-1 0 0,-3 2 0 15,1 1-80-15,-3 1-16 0,0 2 0 0,-1 1 0 16,1 1-160-16,0 0 0 0,-1 2 0 0,0 0 0 16,0 3 0-16,-1-1 0 0,2 3 128 0,0 0-128 0,1 0 192 15,1-1 16-15,0 1 0 0,2-1 0 0,0-2 144 0,2 0 32 16,1-2 0-16,1 1 0 0,2-2-64 16,0-1-16-16,-1-5 0 0,0 0 0 0,0 0-304 0,0 0 0 15,0 0 0-15,0 0 0 0,39 6 128 0,-30-10-128 16,0-1 0-16,0 1 0 0,1-1 0 0,0-2 0 15,1 0 0-15,1 0 0 16,0-1-464-16,0-1 0 0,-1 0 0 0,-1 1 0 16,1-1-112-16,-3 2-32 0,0-3 0 0,-1 2 0 0,-2 2 304 0,-1-1 64 0,-1 0 16 0,-1 2 0 15,0 0 224-15,-2 1 0 0,0 0-160 0,-1 1 160 16,0 1 0-16,0 1-144 0,0 1 144 0,0 0 0 16,-1 3 0-16,0 0 128 0,0 1 0 0,1 1 16 15,0 3 176-15,-1 0 48 0,1-1 0 0,1-7 0 16,0 0 0-16,-1 29 0 0,1-29 0 0,0 0 0 15,0 0-192-15,12 35-48 0,-12-35 0 0,0 0 0 16,0 0-128-16,0 0 0 16,39 22 0-16,-39-22 0 0,25-5 0 0,-11 0-144 0,2-2 144 0,-1-2-160 15,1-1-544 1,0-2-96-16,2-2-32 0,-1 0 0 0,1-2-1248 0,-1 1-256 0,1-2-48 0,-2 1-16 16,-1 0 464-16,-1 1 80 0,0-1 32 0,-2 0 0 0,0 1 1264 0,-2-5 256 15,0 2 48-15,-1-2 16 0,0 4 240 0,-3 0 0 16,1 1 0-16,-2 3 160 0,-1 3 720 15,-2 2 144-15,0 0 16 0,-2 4 16 0,0-1 816 0,0 4 176 16,-2 2 16-16,0 0 16 0,-1 3-656 0,-1 2-128 16,-1 2-16-16,-2 3-16 0,0 5-640 0,-2 2-128 15,-1 2-32-15,-1 3 0 0,1 0-96 0,-1-1-32 16,1 1 0-16,-1 0 0 0,2-5 16 0,2-2 0 16,1-1 0-16,2 0 0 0,1-1-208 0,3-15-144 15,-3 23 192-15,3-23-192 16,0 0-960-16,0 0-320 0,0 0-48 0,0 0-9472 0,0 0-1888 15</inkml:trace>
  <inkml:trace contextRef="#ctx0" brushRef="#br0" timeOffset="36135.82">9581 3821 11055 0,'4'-4'480'0,"-2"3"112"0,0-1-464 0,-2 1-128 0,0 0 0 0,0 1 0 16,0 0 2512-16,0 1 496 0,0 0 80 0,-2 1 32 15,-1 3-688-15,-2 2-128 0,0 3-16 0,-3 2-16 16,1 2-864-16,-1 3-192 0,-4 4-16 0,1 5-16 16,-3 2-544-16,1-1-128 0,-1-1 0 0,1 0-16 15,0 0 96-15,0-3 32 0,4-1 0 0,1-6 0 16,2 1-176-16,2-2-16 0,4-15-16 0,-4 28 0 0,4-28-416 0,0 0 0 16,0 0 0-16,11 35 0 15,-11-35-1584-15,0 0-240 0,0 0-48 0,33 3-14064 16</inkml:trace>
  <inkml:trace contextRef="#ctx0" brushRef="#br0" timeOffset="36498.33">9592 4124 12895 0,'0'0'1152'0,"0"0"-928"0,0 0-224 0,1 0 0 16,0 0 1152-16,0-2 176 15,0 2 32-15,2 0 16 16,0-1 1072-16,3 0 224 0,0-1 32 0,2-1 16 0,0 1-960 0,2-1-192 0,-1 1-32 0,1 0-16 16,0-1-816-16,1-2-144 15,0 1-48-15,0-1 0 0,0 0-256 0,0 1-64 0,0-3-16 0,-1 2 0 16,0-2-176-16,-2 2 0 0,-2 0 0 0,1-2 0 16,-3 0 0-16,-2 2 0 0,0-1-128 0,-3 1 128 15,-1 2-144-15,-3-2 144 0,-2 0-192 0,-1 3 192 16,-1 2-464-16,-2 0 16 0,-1 2 0 0,0 3 0 15,-1 1 288-15,1 1 160 0,0 1-160 0,-1 0 160 0,0 2 0 16,1 1 0-16,0 3 128 0,1-2-128 0,1 2 528 0,2 1 0 16,0-3 0-16,4 0 0 0,0-1 48 0,4-11 0 15,0 0 0-15,0 0 0 0,0 0-304 0,8 33-48 16,-8-33-16-16,0 0 0 16,0 0-208-16,0 0 0 0,41 6-192 0,-30-7-11072 15,0-2-2240-15</inkml:trace>
  <inkml:trace contextRef="#ctx0" brushRef="#br0" timeOffset="36850.05">9868 4096 7359 0,'1'-1'656'0,"0"0"-528"0,0-1-128 0,1-1 0 15,0 1 1472-15,-1 1 272 0,1 0 48 0,2-2 16 16,1 1 672-16,3-3 128 0,1-1 16 0,1 0 16 31,0 1-1072-31,0 1-224 0,-1 1-32 0,-9 3-16 16,0 0 240-16,25 0 64 0,-25 0 0 0,0 0 0 0,0 0-704 15,0 0-128-15,31 26-16 0,-31-26-16 16,0 0-528-16,0 0-208 0,0 0 176 0,12 41-176 16,-12-41 176-16,0 0-176 0,-3 26 192 0,-1-19-192 0,0 1 192 0,0-2-64 15,-1-1 0-15,0-1-128 0,2-3 384 16,-1 1-16-16,0-2-16 0,1 0 0 0,1-2 48 0,1-1 16 15,0-2 0-15,2-2 0 0,1 0-80 0,1-2-16 16,3-2 0-16,1-2 0 0,2 0-176 0,2 0-144 16,2-3 192-16,2 2-192 0,0-1 0 0,1 3 0 15,0 0 0-15,0 3 0 0,-1 1 0 0,-2 4-224 16,1 0 32-16,-14 4-12048 16,25-1-2416-16</inkml:trace>
  <inkml:trace contextRef="#ctx0" brushRef="#br0" timeOffset="38280">10835 3876 14735 0,'0'-2'1312'0,"0"1"-1056"0,-1 1-256 0,1 0 0 16,-1-2 1808-16,0 2 304 0,-1-2 64 0,0-1 16 16,-1 2 816-16,-3-2 144 0,1 0 48 0,-3-1 0 15,1 1-2368-15,-1 3-480 0,-1-2-96 0,1 2 0 16,-2 0 352-16,1 0 80 0,-1 0 16 0,-1 0 0 15,0 2-336-15,0 0-64 0,-1-1-16 0,0 1 0 0,-1 1-80 16,1 1-16-16,1 0 0 0,1-1 0 16,2 3-64-16,0 0-128 0,4-1 176 0,-1-1-176 15,3 1 128-15,2-5-128 0,0 0 0 0,0 0 0 16,0 0 0-16,0 0 0 0,27 35 0 0,-27-35 0 0,0 0 0 0,0 0 0 16,44 20 0-16,-44-20 0 0,0 0 0 0,39 18 0 15,-39-18 0-15,0 0 0 0,32 18 0 0,-32-18 0 16,0 0 0-16,0 0 0 0,37 20 0 0,-37-20 0 15,0 0 0-15,0 0 0 0,0 0 0 0,0 0 0 0,0 0 0 16,0 0 0-16,0 0 0 0,0 0 0 16,2 38 0-16,-12-33 0 0,1 0 0 0,-4 0 0 0,0 2 0 0,-4 0 0 15,-3 2 128-15,0-1-128 0,-2 1 0 0,0-3 0 16,1 2 0-16,1-3 0 0,2-1 0 0,3 0 0 16,3 0 0-16,2-2 0 0,3-2 0 0,3 0 0 15,1 0 0-15,3-1 0 0,2-2-160 0,3-2-11600 16,4 0-2320-1</inkml:trace>
  <inkml:trace contextRef="#ctx0" brushRef="#br0" timeOffset="39587.08">11134 4098 3679 0,'2'0'320'0,"1"-2"-320"15,-1 2 0-15,-2-1 0 0,1 0 2352 0,0 1 400 16,1-4 64-16,1 0 32 0,2 0 16 0,0-3 0 16,-2 1 0-16,1-2 0 0,-2 1-1120 0,-1-1-208 15,0-1-64-15,-2 2 0 0,0-3-80 0,-2 1-32 16,1 2 0-16,-1-3 0 0,-1 3-464 0,-1-2-80 16,1 2-32-16,-3 2 0 0,1-2-416 15,-1 3-96-15,-1 1-16 0,-1 0 0 0,0 3 0 0,-3 1-16 16,1 3 0-16,-2 3 0 15,1 0-240-15,-2 3 176 0,1 0-176 0,-1 2 160 0,1 1-160 0,1-1 0 0,1 2 0 0,1-2 0 16,1 2 0-16,0 1 0 0,2-1 0 0,1-1 0 16,6-13 0-16,0 0 0 0,-4 34 128 0,4-34-128 15,0 0 0-15,0 0 0 0,0 0 0 0,0 0 0 16,0 0 0-16,37 27 0 0,-27-30 0 0,2 0 0 16,2-3 0-16,0-2 0 0,1-1 0 0,-1-2 0 15,1 1 0-15,0-1 0 0,-1-1-160 0,-1-1 160 0,-1 3-288 16,0-2 32-16,-2 1 16 0,1-1 0 15,-2 3 48-15,-2-1 16 0,1 0 0 0,-3 4 0 0,-1 0 176 0,0 3 0 16,-3 0 0-16,1 3-128 16,-1 0 128-16,-1 2 0 0,0 0 0 15,-2 3 0-15,1 0 144 0,-2 2 16 16,0 3 0-16,-2 1 0 0,1 3 112 0,-1 0 32 16,5-14 0-16,-8 29 0 0,8-29-304 0,-7 24 160 15,7-24-160-15,0 0 128 0,-3 31-128 0,3-31 128 16,0 0-128-16,0 0 128 0,0 0-128 0,0 0 0 15,0 0 0-15,0 0 128 0,0 0-128 0,0 0 0 0,35 0 0 16,-26-10 128-16,1 0-128 0,2 1 0 0,1-5 0 0,2 2 0 16,1-2-144-16,0 0-64 0,-1 2-16 0,2-2 0 15,-1 4 64-15,0-1 16 0,-2 1 0 0,0 0 0 16,-1 3 144-16,-2 0 0 0,0 2 0 0,-4 1 0 16,-1 4 0-16,-6 0 0 0,0 0 0 0,0 0 0 15,0 0 0-15,0 0 192 0,0 0-64 0,9 40 0 16,-9-40 112-16,0 0 16 0,-6 32 16 0,6-32 0 15,-6 23-272-15,6-23 128 0,-8 23-128 0,5-14 0 16,3-9 128-16,0 0-128 0,-6 20 0 0,5-17 0 0,0 0 128 16,0-2-128-16,1 1 0 0,0-2 0 0,0 0 0 0,0-3 0 15,2 1 0-15,0 0 0 0,0-2 0 16,2 1 0-16,-1-3 0 0,2 0 0 0,1-1 0 0,0-3 0 16,2 1-208-16,2-1 80 15,-2-1-240-15,2 0-32 0,0 0-16 0,2-1 0 16,-2 1-208-16,0 1-32 0,1 3-16 0,-1-3 0 15,0 4 192-15,-1 1 32 0,-1 2 16 0,-1 1 0 0,-2 2 432 0,-1 0 0 16,-4 0 0-16,0 0 0 0,0 0 256 0,0 0 144 16,0 0 32-16,0 0 0 0,0 0 16 0,0 0 16 15,10 40 0-15,-10-40 0 0,0 0-224 0,-5 28-48 0,5-28-16 16,0 0 0-16,-8 29 48 0,8-29 16 0,-4 19 0 0,0-12 0 16,4-7-96-16,0 0-16 0,0 0 0 0,-4 29 0 15,5-26-128-15,0 0 0 0,1-2 0 0,1-1 0 16,1-1 0-16,2-1 0 0,0-2-192 0,3-4 192 31,0 2-640-31,1-3-16 0,1-1 0 0,0 0 0 0,2-1-816 16,1-1-144-16,1 0-48 0,0 0 0 0,0 0 400 0,1-2 80 0,-2 0 16 15,0 1 0-15,-1-1 592 0,-2 3 128 0,-1 2 32 0,-3 1 0 16,-1 5 416-16,-3 2 0 0,-1 2 0 0,0-1 0 16,-1 2 624-16,-1-2 144 0,0 0 48 0,0 0 0 15,0 0 608-15,-7 32 128 0,7-32 32 0,0 0 0 16,-7 30-608-16,7-30-112 0,0 0-32 0,-3 28 0 0,3-28-304 15,0 0-64-15,0 0-16 0,0 0 0 0,0 0-96 0,19 38-32 16,-19-38 0-16,0 0 0 0,0 0-320 0,0 0 0 16,33 8 0-16,-25-12 128 0,-1 3-128 0,1-4 0 15,4 1 0-15,-1-4 0 0,1 4 0 0,-1-4-192 16,2 0 64-16,0 0 0 16,-1-2-624-16,1 1-112 0,-1-2-32 0,-1 1 0 0,-1-2 448 0,0 1 96 15,-2-2 16-15,-1 1 0 16,1 0-992-16,-2 0-192 0,1 0-32 0,-1-2-16 0,0 2 1168 0,-1-1 224 0,0 5 176 15,-1-1-208-15,-1 4 464 0,-2 0 112 0,0 1 16 16,0 2 0-16,-1 1 672 0,0 1 144 0,0 0 16 0,-2 3 16 16,1-1-352-16,0 2-80 0,-1 2-16 0,-1 1 0 15,3-7-272-15,-7 23-64 0,7-23-16 0,-10 32 0 16,10-32-224-16,-12 44-32 0,6-18-16 0,-2 2 0 16,2-6 64-16,-2 2 16 0,0 4 0 0,0 1 0 15,0 4 16-15,1-2 0 0,-1 4 0 0,2-2 0 16,0 0-256-16,2-4 144 0,1 0-144 0,3-29 128 15,-3 45-288-15,3-45-64 0,-1 31-16 0,1-31 0 16,0 0-864-16,0 0-176 16,0 0-48-16,0 0 0 0,0 0 672 0,0 0 128 0,14-6 16 15,-9-6-15024-15</inkml:trace>
  <inkml:trace contextRef="#ctx0" brushRef="#br0" timeOffset="39847.65">11985 3947 9215 0,'0'-6'400'0,"0"3"96"0,0 2-496 0,0-1 0 0,1 0 0 0,-1 2 0 0,1 0 2240 0,1 0 368 16,0 2 64-16,2-2 16 0,-4 0-336 0,0 0-64 16,0 0-16-16,32 0 0 15,-32 0-1120-15,23 0-208 0,-23 0-48 0,26-3-16 0,-26 3-528 0,28 0-96 16,-28 0-32-16,23 0 0 0,-23 0 0 0,0 0 0 0,0 0 0 0,0 0 0 16,30 24-224-16,-30-24 0 0,0 0 0 0,-5 24 0 15,-1-14 0-15,0-3 128 0,-2 2-128 0,-1-2 0 16,-1 1 0-16,-1-1 144 0,0-1-144 15,-1 0 128-15,0 0 32 0,0-3 0 0,3 2 0 0,1-3 0 16,0 0 0-16,2 0 0 0,0-1 0 0,2-1 0 16,1-1-160-16,2-1-272 0,1 0 64 0,2-3 16 15,2 0-1632 1,2-2-320 0,2 0-64-16,2-2-10080 0</inkml:trace>
  <inkml:trace contextRef="#ctx0" brushRef="#br0" timeOffset="40079.68">12338 3693 16575 0,'6'-5'736'0,"-4"2"160"0,-1 2-720 0,-1-2-176 16,0 3 0-16,0 0 0 16,-1 0 2304-16,-1 0 448 0,-1 0 64 0,-2 1 32 0,-1 2-832 0,0 0-160 15,0 2-48-15,0 0 0 0,1-1-544 0,0 2-112 16,0 1-32-16,0 3 0 0,5-10-496 0,-7 21-112 16,7-21 0-16,0 0-16 0,-10 40-176 0,10-40-48 15,-6 41 0-15,6-41 0 0,-10 46-48 0,10-46-16 16,-10 51 0-16,10-51 0 0,-12 51-208 0,12-51 176 15,-13 45-176-15,13-45 160 0,-12 41-160 0,12-41 0 0,-12 35 0 0,12-35 0 32,-9 26-448-32,9-26-80 0,0 0-16 0,0 0-17184 0</inkml:trace>
  <inkml:trace contextRef="#ctx0" brushRef="#br0" timeOffset="40423.51">12348 4002 11967 0,'1'2'1072'0,"-1"-2"-864"16,1 1-208-16,-1-1 0 16,1 1 2416-16,0-1 432 15,-1 0 96-15,0 0 0 0,0 0-192 0,0 0-32 16,37 5-16-16,-37-5 0 0,27-3-1280 0,-13 0-256 16,-14 3-48-16,31-8-16 0,-16 3-256 0,-1 0-48 15,0-2-16-15,-2 2 0 0,-1-2-352 0,-3 1-80 16,0 0-16-16,-2-1 0 0,-2 2-336 0,-1-2 144 15,0 0-144-15,-1 1 0 0,-2-2 128 0,-1 1-128 16,-3 1 0-16,0 0 0 0,-2-1 0 0,-1 2 0 16,-1 0 0-16,0 1 0 0,-2-1 0 0,-1 3 0 15,0 2 0-15,1 2 0 0,2 0 0 0,-1 2 0 16,0 2-192-16,0 1 192 0,1 0 0 0,0 2 0 0,1 1 128 0,0 4-128 16,7-14 320-16,-10 28-64 0,10-28 0 0,-7 32 0 15,7-32 0-15,-2 28-16 0,2-28 0 0,0 0 0 16,0 0-48-16,23 39-16 0,-23-39 0 0,0 0 0 15,39 15-176-15,-39-15 0 0,35 3 0 0,-16-5 0 16,1-1 0-16,1-1 0 0,1-2-224 0,-3-5-18816 16</inkml:trace>
  <inkml:trace contextRef="#ctx0" brushRef="#br0" timeOffset="61885.71">4649 5028 3743 0,'1'0'320'0,"-1"-2"-320"16,1 2 0-16,-1-2 0 0,0 2 0 0,0 0 0 15,0 0 0-15,0 0 0 0,0-1 0 0,0 1 0 16,-1 0 0-16,1 0 0 0,-1 0 0 0,1 0 0 16,-1 0 0-16,1 0 0 0,-1 3 0 0,1-3 0 15,0 0 0-15,0 0 0 0,1 2 0 0,0-2 0 16,-1-2 0-16,1 2 0 0,1 0 0 0,-1-2 0 16,0 1 0-16,1 1 0 0</inkml:trace>
  <inkml:trace contextRef="#ctx0" brushRef="#br0" timeOffset="63064.18">4663 4971 8287 0,'1'-2'736'0,"-1"1"-592"16,1 1-144-16,-1 0 0 0,0 0 1360 0,1-1 240 16,-1 0 64-16,1 1 0 0,0-2 544 0,1 0 112 15,-1-1 32-15,1 1 0 0,-1-1-368 0,1 1-64 16,0 0 0-16,-1-2-16 0,1 3-592 0,0-2-112 15,-2 0-32-15,2 0 0 0,0 0-368 0,-1 1-80 0,1-1-16 16,-1 1 0-16,1 1-240 0,-2 0-48 0,0-1-16 0,0 1 0 16,0 1-144-16,-2-2-16 0,0 2-16 0,-1 0 0 15,0 2-16-15,-1-2 0 0,-3 1 0 0,-2 2 0 16,-1 0-80-16,-2 0-128 0,0 2 176 0,-1-2-176 31,-1 1 128-31,-2 1-128 0,-1 1 0 0,1-1 0 0,0 0 144 0,0 2-144 0,3-2 0 0,-1 0 144 16,1 2-144-16,2-3 0 0,-1 1 0 0,2 1 128 15,0 0-128-15,0-1 0 0,2 2 0 0,1 0 0 0,0 0 0 16,2-1 0-16,0 0 0 0,0 1 0 0,1 0 0 16,-1 2 0-1,1-1 0-15,2 1 0 0,-1-2 0 0,1 1 0 0,1 1 0 0,0-2 0 16,2 1 0-16,0-2 0 0,0 2 0 0,1-4 0 0,1 3 0 0,3-2 0 16,1 0 0-16,2 0 0 0,-2-1 0 0,-7-4 0 15,0 0 0-15,40 15 0 0,-40-15 0 16,0 0 0-16,55 22 0 0,-55-22 0 0,36 15 144 0,-36-15-144 15,0 0 160-15,48 22-160 0,-48-22 0 0,0 0 128 16,0 0-128-16,37 22 0 0,-33-17 0 0,-2 1 0 31,-3-1 0-31,-3 2 0 0,-1 0 0 0,-4 0 128 0,-2 0-128 16,-3 1 0-16,0-1 0 0,-1 2 0 0,-3-2 0 0,-2 0 0 16,2 0 0-16,-2-2 0 0,1-1 0 0,1 0 0 15,1 0 128-15,1-3-128 0,0 0 0 0,2-1 0 16,2-1 0-16,3-2 128 0,1 0-128 0,2-2 0 15,2 3 0-15,2-3 0 0,2 0 0 0,0 1 0 16,2-1-256-16,3-1-64 0,1 0 0 0,2 1-11568 16,-1 3-2320-16</inkml:trace>
  <inkml:trace contextRef="#ctx0" brushRef="#br0" timeOffset="63409.96">4803 5271 10991 0,'0'-6'240'0,"0"2"48"0,1 1 16 0,-1 3 16 0,1-2-320 0,-1 2 0 0,0 0 0 0,-1-2 0 16,1 1 3712-16,-1 1 672 0,1 0 144 0,-2 0 16 16,-1 3-1840-16,2 1-368 15,-2 2-80-15,0 2-16 0,0 1-1184 0,0 2-240 16,0 1-48-16,0 4-16 0,-1-2-464 0,0 5-96 16,0 0 0-16,-1 0-16 0,1-1-176 0,-1-1 0 0,1 0 0 0,2-4 128 15,0 0-128-15,2-3 0 0,0-2 0 0,1-2 0 31,0-1-640-31,1-3-128 0,2-2 0 0,1 0-15744 0</inkml:trace>
  <inkml:trace contextRef="#ctx0" brushRef="#br0" timeOffset="63977.82">5149 5131 911 0,'-4'-1'0'0,"1"-1"0"0,0 0 0 0,1 1 0 0,0 1 1136 0,1 0 144 16,0 0 16-16,-1 0 16 15,-1 0 736-15,-3-2 128 0,1 2 48 0,-2 0 0 16,2 0 32-16,0-2 16 0,1 2 0 0,0 2 0 0,0-2-160 16,1 0-48-16,0 0 0 0,1 0 0 0,1 0-480 15,0 0-112-15,0 0 0 0,2 0-16 0,0 0-496 0,1 0-80 16,1 0-32-16,3-2 0 0,0 1-400 0,3 1-64 16,2-2-32-16,0 2 0 0,1-1-128 0,1 0-32 15,0 1 0-15,1-3 0 0,1 3-192 0,0-2 176 16,2 2-176-16,-2-2 160 0,0 1-160 0,-1-1 0 15,-1 2 0-15,-1-1 0 0,-2 0 0 0,-1-1 0 0,-1 2 0 16,-1-2 0-16,-2 2 0 0,0 0 0 0,-2 0 0 0,0 2 0 31,-1-2-1120-31,-2 2-208 0,0-1-32 0,-1 0-16 16,-1 2-1840-16,-1 1-368 0,0-1-80 0,-1 1-8112 0</inkml:trace>
  <inkml:trace contextRef="#ctx0" brushRef="#br0" timeOffset="64220.35">5134 5228 4255 0,'-4'2'0'0,"0"0"176"0,0-1-48 0,2 0 0 0,1-1-128 0,0 0 0 0,0 0 0 0,1 0 0 0,-2 2 2384 0,0-2 448 16,-1 3 96-16,1-3 16 0,1 0-448 16,2 0-64-16,0 0-32 15,2 0 0-15,0 0-512 0,0-2-96 0,2 1-32 16,0 1 0-16,1 0-544 0,2-2-96 15,-1 2-32-15,1-1 0 0,2 0-320 0,-1 1-80 0,1 0-16 0,1-2 0 16,0 2-224-16,1 0-32 16,-1 0-16-16,0 0 0 0,0 0-224 0,-1 0-48 0,2 2-128 0,-1-4 192 0,1 2-192 0,-1 0 0 15,1 0 0-15,0-3 0 32,0 1-736-32,1 0-32 0,-1-1-16 0,0 1-15264 0</inkml:trace>
  <inkml:trace contextRef="#ctx0" brushRef="#br0" timeOffset="64610.68">5874 5033 7359 0,'0'-3'656'0,"0"-1"-528"31,0 4-128-31,-1-2 0 0,1 2 1712 0,-1-1 304 0,0-1 64 0,-1-1 16 0,-1 1 656 0,-1-2 144 32,-1 1 32-32,-1 0 0 0,0 3-1136 0,0 0-240 0,0 0-32 0,0 3-16 0,-1 0-496 0,-1 1-112 15,0 3 0-15,-2 1-16 16,1 1-336-16,0 3-64 0,-1 2-16 0,0 0 0 0,-2 5-80 0,1 0 0 15,-1 1-16-15,0 3 0 16,0 1-112-16,1 1-32 0,1-1 0 0,2 0 0 0,3 0 96 0,0 0 0 0,3 2 16 0,2-26 0 16,6 47-96-16,-6-47-32 0,19 36 0 0,-19-36 0 31,0 0-208-31,44 35 0 0,-44-35 0 0,35 10 0 31,-35-10-624-31,37 2-112 0,-17-4-32 0,-3-1-10544 0,2 1-2112 0</inkml:trace>
  <inkml:trace contextRef="#ctx0" brushRef="#br0" timeOffset="64941.2">6161 5125 2751 0,'-1'-7'256'0,"0"2"-256"16,1 0 0-16,0 3 0 0,0 1 2160 0,0 0 384 15,0-1 80-15,0 0 0 0,0-1 768 0,0 0 160 16,0 1 32-16,-1 2 0 0,0 2-1072 0,-2 3-208 0,1 1-32 16,-1 2-16-16,-1 4-944 0,-1 1-192 0,0 5-32 0,-1 1-16 15,1 0-640-15,-1 0-128 0,1 2-32 0,-2-2 0 16,3 0-272-16,0-2 0 0,-1 2 128 0,1-5-128 15,2 2 0-15,2-16 0 0,0 0 0 0,0 32 0 32,0-32-1024-32,0 0-144 0,0 0-48 0,0 0-14512 0</inkml:trace>
  <inkml:trace contextRef="#ctx0" brushRef="#br0" timeOffset="65177.16">6327 5232 8287 0,'1'-2'736'0,"0"2"-592"16,0-2-144-16,0 2 0 0,-1-1 1664 0,2 1 288 15,1 0 64-15,2-2 16 0,2-3 144 0,3 3 48 16,4-3 0-16,-1 0 0 0,2 3-496 0,1-3-112 16,-1 2-16-16,0 1 0 0,1 0-480 0,-1 2-96 15,1-2-32-15,0 0 0 0,-2 1-672 0,0-1-128 16,0 2-16-16,-1-2-16 0,-1 1-160 0,1 1 0 15,-1-2 0-15,0 1 0 16,1 0-896-16,-2-1-128 0,-2 1 0 0,-1-1-12800 0</inkml:trace>
  <inkml:trace contextRef="#ctx0" brushRef="#br0" timeOffset="65397.55">6581 5050 9215 0,'-5'-3'400'0,"2"1"96"0,0 1-496 0,1 1 0 0,0 0 0 0,1 1 0 16,0 1 2496-16,-2 0 416 0,0 2 80 0,-3 2 16 16,0 3-384-16,-2 3-64 0,2 3 0 0,-2-1-16 15,3 2-1200-15,-2 1-256 0,2-1-32 0,0 1-16 16,0 0-384-16,0-1-80 0,1-1 0 0,0 1-16 16,4-16-400-16,-3 24-160 0,2-13 128 0,0-2-128 15,0 0 0-15,1-9-320 0,0 0 48 0,0 0-10016 16,1 35-2000-16</inkml:trace>
  <inkml:trace contextRef="#ctx0" brushRef="#br0" timeOffset="65840.72">7019 4976 4607 0,'0'-4'400'0,"0"3"-400"0,0-1 0 0,0 2 0 16,0 2 2176-16,-1-2 368 0,0 0 64 0,-1 0 16 15,-1 0 544-15,-1 0 112 0,-1 3 32 0,-3 0 0 16,2 1-1424-16,-1 1-288 0,0 1-48 0,0 2-16 15,-2 1-608-15,0 0-128 0,0 4-32 0,-1 1 0 16,-1 2-368-16,0 1-80 0,-1 4 0 0,0 0-16 0,1-3-80 16,-3 3-16-1,-1 7 0-15,-1 0 0 0,4-7 0 0,-1 3 0 0,-2 7 0 0,-1 0 0 0,1-2-208 0,3-1 176 16,3-5-176-16,1-1 160 0,8-22-160 0,-2 28 0 16,2-28 0-16,0 0 128 0,0 0-128 0,0 0 0 15,36 14 0-15,-22-20 0 0,2-4 304 0,2-2-32 16,0-2 0-16,0 0 0 0,-3 0-272 0,-3 0 0 15,0 2 0-15,-3 0 0 0,-1 1 0 0,-4-1-176 0,-2 1 32 16,-4 2 0-16,-2 2-144 0,-4-1-32 0,-4 4 0 0,-2-1 0 31,-2 5-832-31,-3-2-192 0,1 2-16 0,2 2-16 16,-2 1-672-16,2 0-128 0</inkml:trace>
  <inkml:trace contextRef="#ctx0" brushRef="#br0" timeOffset="66629.82">7011 5213 4607 0,'-2'0'400'15,"1"0"-400"-15,1 0 0 0,-1 0 0 0,0 0 1248 0,0 2 160 16,-1-2 48-16,-2 0 0 0,0 1 704 0,-2 1 144 16,0-1 16-1,1 0 16-15,0 1-272 0,1-1-48 16,0 1-16-16,1-2 0 0,0 2-432 0,2-2-96 0,0 1 0 0,1 1-16 16,0-2-288-16,0 0-48 0,2 0-16 0,2 0 0 15,0 0-208-15,1-2-64 0,2 1 0 0,1-1 0 16,1-1-256-16,3-1-48 0,1 1-16 0,1-2 0 15,1 2-208-15,1-2-48 0,2 0-16 0,0 2 0 16,0-1-112-16,-2 1-128 0,1 0 176 0,-1 0-176 16,-1 2 128-16,-2-1-128 0,-2 1 0 0,-1-1 0 0,-2 0 0 15,0 1 0-15,-2 1 0 0,1 0 0 0,-3 0 0 0,1 0 0 16,-1 0 0-16,-2 0 0 16,0 0-704-16,-1 0-128 0,0 0-48 15,0 0 0-15,-1 0-2192 0,0 0-448 0,0 0-96 0,-1 0-9440 16</inkml:trace>
  <inkml:trace contextRef="#ctx0" brushRef="#br0" timeOffset="66865">7200 5099 6911 0,'-2'-5'144'0,"0"1"48"0,0-1 0 0,1 2 0 0,0 1-192 0,0 1 0 16,-1 0 0-16,0-1 0 0,0-1 2336 0,-3-2 432 15,0 1 96-15,1 2 16 0,-1 2-448 0,0 2-96 16,0 1-16-16,0 3 0 0,0 3-800 0,0 1-176 15,0 2-16-15,0 2-16 0,2-1-800 0,-1 0-176 0,2 1-16 16,0 0-16-16,-1 4 608 0,3-18 128 0,-2 29 32 0,2-29 0 31,0 0-1632-31,2 39-320 0,-2-39-64 0,0 0-16 0,5 36 768 0,-5-36 192 0,0 0 0 0,0 0 0 32,0 0-1200-32,8 41-144 0,-8-41-48 0,0 0-11344 0</inkml:trace>
  <inkml:trace contextRef="#ctx0" brushRef="#br0" timeOffset="67493.56">7565 5108 12895 0,'6'-6'576'0,"-2"1"112"0,0 0-560 0,-2 3-128 15,-1 0 0-15,-1 1 0 0,1-1 1584 0,-1-1 272 16,0 0 64-16,0-2 16 0,0 1-176 0,-1 1-32 16,-2 2-16-16,-1 1 0 0,-1 1-368 0,-1 2-64 15,-1 1 0-15,-1 1-16 0,-1 1-352 0,0 1-64 16,-1 0-16-16,2 0 0 0,1 0-448 0,2-2-112 16,0 2-16-16,2-2 0 0,1-1-128 0,2 0-128 0,2 0 144 0,0 0-144 15,3-3 128-15,0 1-128 16,1 0 0-16,2 1 144 0,3-1 176 0,-11-2 16 15,0 0 16-15,33 10 0 0,-33-10-96 0,0 0 0 0,38 19-16 0,-38-19 0 16,0 0-240-16,0 0 144 0,42 31-144 16,-42-31 128-16,0 0 0 0,31 29 0 0,-31-29 0 0,0 0 0 15,0 0-128-15,31 35 192 0,-31-35-192 0,0 0 192 16,0 0-32-16,0 0 0 0,19 42 0 0,-19-35 0 16,0-1 32-16,-2 0 16 0,-1-1 0 0,-2-1 0 0,0 1-16 0,-4-2-16 15,1 1 0-15,-3-1 0 0,0 2-176 0,-1-2 160 16,-1 0-160-16,-1 0 160 0,-2-1-160 0,0-1 0 15,1 1 0-15,0 0 0 0,-1-2 0 0,1 0 0 16,1 0-176-16,2-2 176 0,2 0-288 0,1-1 32 16,0 0 0-16,3 0 0 0,0-2 256 0,2-1-128 15,3-1 128-15,1 0 0 0,1-2-176 0,3-1 176 16,3-2-160-16,0 1 160 0,1 1-192 0,1-2 192 16,3-1-208-16,2-2 80 0,2-1 128 0,0 1 0 15,1 0 0-15,0 0 0 0,-2 0 0 0,0 1 0 0,-1 0 0 0,-1 0 0 16,-3 1 0-16,-2 1 0 0,-3 1 0 0,-1 1 0 15,-2 1 0-15,-1 0 0 0,-1 2 0 0,-2-1 0 16,1 2 0-16,-2 2 0 0,-1-1 0 0,-1 2 128 16,-2 2-128-16,-1-1 0 15,-1 2 0-15,-1-2 0 0,-1 4 128 0,1-2-128 0,1 0 128 0,-1 0-128 16,0 2-192-16,3-2-96 0,0 1-32 0,1 0 0 31,1-1-1120-31,1 2-224 0,1-2-64 0,2 0-13248 0</inkml:trace>
  <inkml:trace contextRef="#ctx0" brushRef="#br0" timeOffset="67792.73">7928 5118 2751 0,'-3'-1'256'0,"1"0"-256"0,0 1 0 0,1 0 0 16,0 0 1952-16,1 0 352 0,0 0 64 0,0 0 0 0,0 0 720 0,1 0 144 16,2 0 32-16,2 0 0 0,1 0-960 0,2-2-176 15,3 1-32-15,2-1-16 0,0 0-672 0,3-1-128 16,1 1-16-16,0-2-16 16,-1 1-752-16,0 0-160 0,1 1-16 0,-2 0-16 0,-1-1-304 0,0 1 0 15,-2-1 0-15,0 1 0 16,-3 2-384-16,-2-1-96 0,0 0-16 0,-3 1 0 15,-1 0-1680-15,-1 0-352 0,-1 0-64 0,-2-2-10064 0</inkml:trace>
  <inkml:trace contextRef="#ctx0" brushRef="#br0" timeOffset="67981.92">8082 4971 11055 0,'-2'-2'480'0,"0"1"112"0,0 1-464 0,1 0-128 0,0 1 0 0,0 1 0 0,0-1 1904 16,0 3 352-16,-2 0 80 0,0 6 16 0,-2 3-240 0,1 5-64 31,-2 3 0-31,0 1 0 0,2 1-1216 0,-2-1-256 16,1-1-64-16,0-2 0 0,5-19-240 0,-6 38-48 0,6-38-16 0,-1 31 0 15,1-31-448-15,0 0-80 0,0 0-32 0,7 42-12400 16</inkml:trace>
  <inkml:trace contextRef="#ctx0" brushRef="#br0" timeOffset="68517.27">8462 5095 2751 0,'2'0'256'0,"-1"0"-256"0,0 2 0 0,0-2 0 15,0 0 3600-15,0 0 688 0,0 0 128 0,1 0 16 16,2-2-464-16,0 1-80 15,2-1-32-15,1-2 0 0,2-1-2176 0,-2 0-432 16,2-2-96-16,0 0 0 16,-1-1-432-16,1 1-80 0,0-2 0 0,0-3-16 15,-1 2-272-15,0-1-48 0,-2 2-16 0,0-1 0 0,-1 0-288 0,-1-2 128 0,0 1-128 0,-3-1 0 16,0 2 128-16,-2-2-128 0,-2 1 0 0,-2-1 0 0,0 1 0 16,-3 0 0-16,0 2 0 0,-2 4 0 15,-1 0 0-15,-1 1 128 0,-2 3-128 0,0 4 0 0,-1 2 144 0,-1 0-144 31,1 4 0-31,1-1 144 0,0 1-144 0,2 2 0 0,0 3 0 0,0-2-176 0,2 3 176 0,1 1 0 16,-1 2 0-16,2 0 0 0,3 1 0 0,5-19 0 16,-5 33 0-16,5-33 0 0,0 0 0 0,0 0 0 15,22 36 0-15,-22-36 0 0,0 0 0 0,35 9 0 16,-21-11 0-16,2-1 128 16,0 1-128-16,0-3 176 0,-1 1-176 0,1-2 192 15,-1 0-192-15,0 1 0 0,-1-2 0 0,-3 0 128 16,-1 3-128-16,-2-1 0 0,-1 2 0 0,-2-2 0 15,-3 3 0-15,0 2 0 0,-1-2 0 0,-3 4 0 16,0 0 0-16,-1 3 0 0,-3 0 0 0,0 4 0 16,-1 0 0-16,-1 3 0 0,0 2 0 0,0 3 0 15,1-2 176-15,-1 1-48 0,1 1-128 0,-1 0 192 16,1-1-192-16,0 1 0 0,0 4 128 0,1-3-128 16,0-3 0-16,0 2 0 0,6-17 0 0,-7 28 0 15,7-28 0-15,-5 24 0 0,4-15 0 0,0-2 0 16,0 0-448-16,1-3-192 0</inkml:trace>
  <inkml:trace contextRef="#ctx0" brushRef="#br0" timeOffset="70278.3">8724 5166 10127 0,'-3'-3'896'0,"2"1"-704"0,1 0-192 0,0 1 0 16,0-1 496-16,0 2 64 0,0 0 16 0,1 0 0 15,1-2 1408-15,0-1 272 0,2 1 64 0,0-1 16 16,3 0-288-16,-1 0-64 16,1 0-16-16,1 0 0 0,2 1-304 0,0 1-64 0,2 0-16 0,1-1 0 15,2 0-448-15,-1 1-96 0,2-1-16 0,0-1 0 16,1 1-448-16,-1 0-112 0,1 0-16 0,-1-1 0 0,0 0-192 0,-1 1-32 31,1 0-16-31,-3-2 0 0,0 1-208 0,-2 0 0 0,-1 1 0 0,-3 0 0 16,0 2-576-16,-4-2-96 15,-2 2-32-15,-2 0-16096 0</inkml:trace>
  <inkml:trace contextRef="#ctx0" brushRef="#br0" timeOffset="70548.02">8905 4978 6447 0,'-4'-2'272'0,"2"2"80"0,0 0-352 0,0 0 0 0,1 0 0 0,1 0 0 0,-1 1 2368 0,0 2 416 0,-1 0 80 0,-2 3 16 16,2 2-48-16,-2 1 0 0,0 3 0 0,1 3 0 16,1-1-1232-16,2-14-240 15,-6 31-48-15,2-17-16 0,2 2-432 0,-2-1-96 16,1 2 0-16,-1-3-16 0,0 1-288 0,0-2-48 0,0 1-16 0,1-3 0 16,0 1-240-16,0-1-160 0,1 0 192 0,1-1-192 15,1-10-544-15,0 0-224 0,0 0-32 0,0 0-14464 16</inkml:trace>
  <inkml:trace contextRef="#ctx0" brushRef="#br0" timeOffset="70877.28">9294 5023 16575 0,'2'-4'736'0,"0"3"160"0,0-1-720 0,-1 1-176 0,-1 0 0 0,0 1 0 16,-1 1 2336-16,1-1 432 0,-1 1 96 0,-1 1 16 15,0 1-496-15,-1 2-80 0,-2 2-32 0,0 2 0 16,-1 1-1104-16,-1 4-208 0,-1-1-64 0,0 2 0 16,0 2-464-16,0 2-112 0,0-2 0 0,-1 2-16 0,1-1-112 0,0-1 0 15,-1 0-16-15,2-1 0 16,1-2-176-16,1-1 160 0,0 0-160 0,2-3 160 16,3-10-160-16,0 0 0 0,0 0 0 0,-2 36 0 31,2-36-960-31,0 0-112 0,0 0-16 0,0 0-15712 0</inkml:trace>
  <inkml:trace contextRef="#ctx0" brushRef="#br0" timeOffset="71223.78">9479 5068 10127 0,'3'-4'448'0,"-2"1"96"0,1 1-544 0,-1 2 0 0,-1 0 0 0,0 0 0 15,0 0 2368-15,-1 0 384 0,0 2 64 0,0-2 0 16,-1 3-416-16,-1 0-96 0,0 0 0 0,0 1-16 15,-2 2-752-15,-1-1-128 16,2 2-48-16,-2 3 0 0,1-1-528 0,-2 0-96 0,1 1-32 0,-1 2 0 16,1 0-240-16,-2 0-48 0,2 2-16 0,-1 0 0 15,2-1-128-15,-1 0-16 0,2 1-16 0,2-3 0 16,0-2 16-16,2-9 0 0,0 0 0 0,0 0 0 16,0 0-256-16,0 0 176 0,32 37-176 0,-19-37 160 15,0 0 0-15,1-4 0 0,-2 1 0 0,3-4 0 16,3 0-160-16,1-5 192 0,2 0-192 0,-3 0 192 0,0-2-192 0,-2 2 0 15,-1-1 0-15,-3-1 0 0,-1 1 0 16,-4 1 0-16,-2 0 0 0,-4 0 0 0,-2 3 0 0,-5-1 0 16,-3-1 0-16,-5 1 0 0,-1 0 0 0,-2 2-176 15,1 2 48-15,0 4 0 16,0 0-480-16,2 2-96 0,2 3 0 0,2 0-16 16,2 3-560-16,0-2-96 0</inkml:trace>
  <inkml:trace contextRef="#ctx0" brushRef="#br0" timeOffset="72848.72">9846 5125 3679 0,'-8'-2'320'0,"2"2"-320"0,2-2 0 0,0 2 0 15,2 0 1776-15,1 0 272 16,-1-1 64-16,1 1 16 0,-3 0 368 0,0 0 80 0,0-2 16 0,2 2 0 16,1 0-112-16,3-1-32 0,1 0 0 0,3-1 0 15,2 1-512-15,2-1-96 16,3-1-32-16,2 0 0 0,2 0-784 0,0-2-144 0,1 0-48 0,3 1 0 15,-1-1-416-15,-1 0-96 0,0 1 0 0,-3 0-16 16,0 0-304-16,-2 0 128 16,0 1-128-16,-2 0 0 0,-1 3 0 0,-1-2 0 0,-2 0 0 0,0 2 0 15,-3 0-480 1,0 0-96-16,-2 1-32 0,-3 0-10912 0,0 1-2192 0</inkml:trace>
  <inkml:trace contextRef="#ctx0" brushRef="#br0" timeOffset="73077.7">9975 4951 7359 0,'-3'-4'656'0,"1"2"-528"15,0 0-128-15,1 1 0 16,1 1 1216-16,0 1 224 0,-1-1 32 0,0 2 16 0,0 1 1488 0,-1 1 288 16,0 4 64-16,0 4 16 0,2-12-1344 0,-8 32-272 15,8-32-48-15,-7 45-16 0,7-45-960 0,-8 45-208 16,8-45-48-16,-7 40 0 0,7-40-256 0,-4 34-48 0,4-34-16 0,0 0 0 31,-2 40-560-31,2-40-112 0,0 0-32 0,-1 33-13440 16</inkml:trace>
  <inkml:trace contextRef="#ctx0" brushRef="#br0" timeOffset="73393.62">10460 4878 9215 0,'1'-4'816'0,"-1"2"-656"16,1 2-160-16,-1-2 0 0,0 2 1168 0,-1 0 208 15,0 2 32-15,-1 1 16 0,1 1 1840 0,-3 4 352 16,0 3 80-16,-3 3 16 0,0 5-1920 0,-1 0-384 16,-1 3-80-16,-1 3-16 0,1 1-544 0,-1 3-128 15,0-3 0-15,-1 0-16 0,2-2 16 0,-1-1 0 16,2-2 0-16,-1 1 0 0,3-5-256 0,6-17-32 16,-9 33-16-16,9-33 0 0,0 0-336 0,-6 31 0 0,6-31 0 0,0 0-128 31,0 0-1792-31,0 0-336 0,0 0-80 0,0 0-12192 0</inkml:trace>
  <inkml:trace contextRef="#ctx0" brushRef="#br0" timeOffset="73772.05">10503 5006 9215 0,'0'0'816'0,"1"-2"-656"0,0 2-160 0,-1 0 0 0,0 0 2368 15,1 0 448-15,0 0 96 0,1-2 16 0,1 0 400 0,2 0 64 16,0-1 32-16,2 1 0 0,0-1-1664 0,2 1-336 15,1-1-64-15,0-1-16 0,1 1-640 0,1 1-144 16,0-2-32-16,0 3 0 0,1-3-256 0,-1 3-48 16,0 1-16-16,-1 0 0 0,-11 0-208 0,0 0 128 15,0 0-128-15,32 17 0 0,-32-17 0 0,0 0 0 16,0 0 0-16,0 0 0 0,0 0 0 0,9 43 0 16,-15-31 0-16,-2-3 0 0,-4 0-144 0,-1 3-32 15,-1-2 0-15,-2 0 0 0,-1 1-112 0,0-2-32 0,-2 0 0 0,0-1 0 16,1-1 320-16,-1 1-192 0,1-1 192 0,1 0-160 15,4 0 160-15,1-2 0 0,3-1 0 0,0 1-128 16,3 0 128-16,2-1 224 0,2-1-48 0,2-1-16 16,2-1 304-16,4 1 64 0,1-2 16 0,3-3 0 15,2 3-176-15,3-4-48 0,2 1 0 0,2 1 0 16,-1-3-176-16,2 0-144 0,-1 3 192 0,0-3-192 16,-2 1 0-16,0 1 0 0,-2 1 0 0,-1-3 0 15,-2 3 0-15,-2 1 0 0,-1-1-160 0,0 1 160 16,-2 0-1328-1,-1-1-144-15</inkml:trace>
  <inkml:trace contextRef="#ctx0" brushRef="#br0" timeOffset="73961.92">10805 5087 11055 0,'0'0'976'0,"0"0"-784"15,0 0-192-15,0 0 0 0,0 1 2848 0,0 1 528 16,0 0 96-16,0 0 32 0,0 3 48 0,-1 0 16 15,1 0 0-15,1 2 0 0,0-3-2064 0,1 1-416 16,0 1-64-16,1-2-32 16,-1 1-736-16,2-2-256 0,1 0 144 0,-1-2-144 0,1 1-144 0,1-2-112 15,-2 2-32-15,2-2 0 16,-1-2-1904-16,2 2-384 0</inkml:trace>
  <inkml:trace contextRef="#ctx0" brushRef="#br0" timeOffset="74434.85">11031 4939 12895 0,'-1'-1'576'0,"0"1"112"0,0 0-560 0,0 0-128 0,1 1 0 0,0-1 0 0,-1 1 2832 0,0-1 544 16,0 3 96-16,-1 0 32 0,0 2-640 0,0-1-128 15,-2 1-32-15,1 1 0 0,-1-1-1360 0,1 1-256 16,-2 2-64-16,1-3-16 0,0 5-432 0,-2-4-96 15,1 4-16-15,-1 0 0 16,0 0-256-16,-1 1-48 0,1-1-16 0,0 1 0 0,0 1-16 0,1-2 0 16,-1-1 0-16,3 0 0 0,0-1 0 0,0-1-128 15,2 0 192-15,1-3-64 0,2 2-128 0,2-2 0 16,-1-2 0-16,3 1 0 0,0-3 0 0,2 2 0 0,-1-2 0 16,2-2 0-16,0 0 0 0,-1 1 0 15,1-1 0-15,-2 1 0 0,0 1 0 0,-2-1 0 16,2 2 0-16,-2-1 0 15,1 1 0-15,-2 1 0 0,1-1 0 0,0 1 0 0,-5-2 0 0,0 0 0 16,0 0 0-16,0 0 0 0,0 0 0 0,0 0 0 16,19 41 0-16,-19-41 0 0,0 0 0 0,0 0 0 15,0 0 0-15,1 40 0 0,-1-40 0 0,0 0 0 0,-7 19 0 0,3-12 0 16,0-3 0-16,-1 1 0 0,-3 1 0 0,-1-2 0 16,-1 3 0-16,-2-3 0 0,0 1 0 0,-1-2 0 15,2 1 0-15,-2-2 0 0,0 1 0 0,-2 0 0 0,-1-1 0 16,1-2-144-16,1 0 144 0,2-2-208 15,2-1-928-15,1 0-176 0,2-1-32 0,2-5-15760 16</inkml:trace>
  <inkml:trace contextRef="#ctx0" brushRef="#br0" timeOffset="74619.87">11001 4929 17503 0,'-1'0'768'0,"1"0"176"0,0 2-752 0,1-2-192 0,0 2 0 0,0-2 0 15,0 0 2416-15,1 1 448 0,2 3 80 0,3-3 32 0,2 0-176 0,3 1-48 16,2-2 0-16,1-2 0 0,2 0-1584 0,-2-2-320 16,1 1-64-16,0-2-16 0,1 0-512 0,0 0-128 0,0 1 0 0,-1-1-128 15,-4 1 0-15,-2 2 0 16,-1 1-240-16,-1 1-18000 0</inkml:trace>
  <inkml:trace contextRef="#ctx0" brushRef="#br0" timeOffset="74984.98">11275 5114 9215 0,'-7'2'816'0,"3"-2"-656"0,1 1-160 0,0-1 0 16,1 0 1312-16,1 0 224 0,1 0 64 0,-1 0 0 15,-1 1 704-15,1-2 160 0,2 1 32 0,2-1 0 16,2-2-576-16,2 1-96 0,2-1-32 0,3 0 0 15,1 0-320-15,1-2-64 0,3 0 0 0,2 1-16 16,1 1-304-16,0 0-48 0,1-1-16 0,-2 2 0 16,0-1-624-16,-2 0-128 0,1 3-16 0,-1-2-16 0,-2 2-240 0,-1-2 0 15,0 2 0-15,-2-2 0 16,0 0 0-16,-4 1-160 0,-1 1 160 0,0-2-192 16,-3 2-1296-16,-3-2-272 15</inkml:trace>
  <inkml:trace contextRef="#ctx0" brushRef="#br0" timeOffset="75167.8">11485 4936 11967 0,'-3'-5'528'0,"2"3"112"0,0 1-512 0,1-1-128 0,0 2 0 0,0 0 0 16,0 0 2704-16,0 2 512 0,-1-1 112 0,0 4 0 16,-1 1-32-16,2-6-16 0,0 0 0 0,-10 40 0 15,10-40-1904-15,-10 44-384 0,10-44-80 0,-12 55-16 16,12-55-640-16,-9 53-128 0,9-53-128 0,-7 45 192 15,7-45-400-15,-2 38-80 0</inkml:trace>
  <inkml:trace contextRef="#ctx0" brushRef="#br0" timeOffset="77118.07">11972 4938 18431 0,'0'-5'1632'0,"0"0"-1312"16,0 2-320-16,0 2 0 0,0-1 992 0,0 1 128 16,0-4 32-16,1 1 0 0,-1-5 1664 0,1 1 320 15,0 1 80-15,0 1 16 0,-1 2-2592 0,1 1-512 0,0 2-128 16,-1 2 0-16,0 2 496 0,-2 5 64 15,1-1 16-15,-1 2 0 0,-2 5-192 0,0 6-48 16,-4 3 0-16,0 4 0 0,-1 3-208 0,-3 1-128 16,1 0 160-16,-2-1-160 0,1-1 128 0,0-3-128 0,3-4 0 0,-1 3 0 15,-1-1 0-15,4-2 0 0,2-6 0 0,5-16 0 16,-5 28 0-16,5-28 0 0,0 0 0 0,0 0 0 31,0 0-1520-31,0 0-240 0</inkml:trace>
  <inkml:trace contextRef="#ctx0" brushRef="#br0" timeOffset="77448">12169 4947 16527 0,'1'-5'352'0,"-1"3"80"0,-1 0 16 0,1 2 32 0,0 0-480 0,-1 0 0 16,0 0 0-16,0 0 0 0,-2 2 1984 0,-1 0 320 15,0 3 48-15,-3 2 16 0,1 1-1280 0,-3 1-240 16,2 0-48-16,-2 3-16 0,0 2-288 0,1 1-64 15,-1 4-16-15,-1-3 0 0,0 4-128 0,1-4-32 16,0 3 0-16,-1-4 0 16,3 1-32-16,1-4-16 0,2-2 0 0,0 1 0 0,1-2 0 0,3-1 0 0,0-8 0 15,0 0 0-15,0 0-16 0,0 0 0 16,0 0 0-16,36 26 0 0,-22-26 288 0,2 0 48 16,3-3 16-16,-1-2 0 15,2 1-96-15,-1-1-32 0,2-1 0 0,-1 0 0 0,-3 1-224 0,0 1-64 0,0-1 0 0,-1 0 0 16,-3 1-128-16,-1 1 0 0,-2 1 0 0,-2-1 128 15,-2 3-288-15,-1 0-64 0,-3 0-16 0,-2 0 0 32,0 0-1856-32,-2 3-368 0</inkml:trace>
  <inkml:trace contextRef="#ctx0" brushRef="#br0" timeOffset="77652.63">12254 5011 5519 0,'-2'-8'496'0,"0"2"-496"0,1 2 0 0,0 1 0 0,0 3 2032 0,1 0 304 15,-1 2 64-15,1-1 16 0,-2 3 496 0,-1 3 96 16,-2 3 32-16,5-10 0 0,-12 35-976 0,4-14-192 16,0 3-32-16,-1 0-16 0,1 1-752 15,0-2-160-15,-1 0-16 0,2-2-16 0,0-1-288 0,7-20-48 16,-8 30-16-16,8-30 0 0,0 0-384 0,-6 36-144 16,6-36 0-16,0 0 144 15,0 0-656-15,0 0-128 0,7 39-16 0,-7-39-15104 0</inkml:trace>
  <inkml:trace contextRef="#ctx0" brushRef="#br0" timeOffset="78014.42">12510 5144 11967 0,'-2'-1'528'0,"1"0"112"0,0 1-512 0,1 0-128 0,0 0 0 0,0-2 0 0,1 2 1488 0,1 0 272 16,1-2 48-16,1 1 16 0,3-2-32 0,0 0-16 15,4 0 0-15,1-2 0 0,2 2-256 0,1-1-48 16,2 1-16-16,0-2 0 0,0 2-160 0,1 0-16 16,1 0-16-16,1 1 0 0,-3 0-496 0,0 1-80 15,-1-1-32-15,0 2 0 16,-2 0-480-16,-1 0-176 0,-2-2 0 0,-1 2 144 0,-1 0-400 0,-1-2-96 16,-2 2-16-16,-1 0 0 15,-3 0-1824-15,0 2-368 0</inkml:trace>
  <inkml:trace contextRef="#ctx0" brushRef="#br0" timeOffset="78261.55">12712 4945 6447 0,'0'-3'576'0,"1"1"-576"0,-1 2 0 0,0-1 0 31,1 1 1680-31,-1 0 240 0,0-1 32 0,1-1 16 0,0 2 1008 0,0-2 208 0,0 4 32 0,-1 2 16 15,0-4-1648-15,0 0-336 16,-5 31-64-16,5-31-16 0,-7 33-528 16,7-33-128-16,-11 46 0 0,5-23-16 0,-1 1 0 15,0-3 0-15,0 1 0 0,0-1 0 0,1-2-240 0,-1-2-64 16,7-17 0-16,-10 33 0 0,10-33-192 0,-8 28 0 16,8-28 0-16,0 0 0 15,-6 36-800-15,6-36-48 0,0 0-16 0,0 0-13152 16</inkml:trace>
  <inkml:trace contextRef="#ctx0" brushRef="#br0" timeOffset="78566.4">12955 4968 11679 0,'4'-4'256'0,"-2"4"48"0,0-2 16 0,0 0 16 0,-1 1-336 0,0 1 0 0,-1 0 0 0,1 1 0 16,1 3 2896-16,0-2 512 0,-2-2 112 0,0 0 0 16,0 0-2288-16,0 0-464 0,3 50-80 0,-3-50-32 15,-7 33-144-15,7-33-48 0,-8 36 0 0,8-36 0 16,-11 36 224-16,11-36 32 0,-13 37 16 0,13-37 0 0,-12 32-80 0,5-16-16 15,7-16 0-15,-10 26 0 0,10-26-496 0,0 0-144 16,0 0 0-16,-7 33 0 16,7-33-1216-16,0 0-304 0</inkml:trace>
  <inkml:trace contextRef="#ctx0" brushRef="#br0" timeOffset="78963.05">13262 4919 8287 0,'6'-5'736'0,"-4"3"-592"0,1 0-144 0,-1 2 0 16,-1-2 2240-16,-1 2 400 0,0 0 96 0,1 0 16 16,0 2 256-16,-1 0 48 0,1-1 16 0,-2 2 0 15,-1 2-1552-15,-1 0-304 0,-1 0-64 0,-1 2-16 16,0 0-448-16,-1 0-96 0,0 3-16 0,1-3 0 16,-2 2-336-16,0 1-80 0,-1-1-16 0,1 0 0 15,0 1-144-15,3 0 128 0,-1 0-128 0,1-1 128 16,2 0-128-16,2-9 0 0,0 0 0 0,0 0 0 15,0 0 0-15,0 0 0 0,21 41 0 0,-21-41 0 16,0 0 160-16,0 0-160 0,35 25 192 0,-35-25-192 16,0 0 304-16,31 17-48 0,-31-17-16 0,0 0 0 0,33 22-112 0,-33-22 0 15,0 0-128-15,31 21 192 0,-31-21 0 0,0 0 0 16,0 0 0-16,30 24 0 0,-30-24-16 0,0 0-16 16,0 0 0-16,0 0 0 0,0 0-16 0,0 0 0 15,0 0 0-15,0 0 0 0,0 0-144 0,6 40 160 16,-12-38-160-16,0 3 160 0,-2 0-160 0,-1-3 128 15,2 1-128-15,-2 1 128 0,0-1-128 0,-2 1 0 0,-2-2 0 16,0 1 128-16,0-1-128 0,-1-2 0 0,-2 0 0 16,1-2 0-1,1 2-480-15,0-3-128 0,0-1-32 0,1-1-16608 0</inkml:trace>
  <inkml:trace contextRef="#ctx0" brushRef="#br0" timeOffset="79150.67">13172 4962 12895 0,'1'-3'576'0,"0"1"112"0,0 2-560 0,1-2-128 0,0 1 0 0,-1 1 0 16,1 0 2608-16,2-2 480 15,3 1 112-15,5-2 0 0,1 0-400 0,3 0-96 0,1-1-16 0,1-1 0 0,-1 0-1328 0,3 1-272 16,-2-1-48-16,2-1-16 16,-3 1-704-16,2 1-128 0,-2 0-48 0,0 2 0 0,1-1-416 0,-3 1-96 15,-4 2-16-15,-1 0-10752 16,0 2-2144-16</inkml:trace>
  <inkml:trace contextRef="#ctx0" brushRef="#br0" timeOffset="79433.75">13597 5095 11055 0,'-1'0'976'0,"0"0"-784"0,1 2-192 0,1-2 0 16,-1 0 1664-16,1 0 272 0,1 0 64 0,1-2 16 15,4 2 672-15,3-1 144 0,1-1 32 0,3 0 0 16,1-1-880-16,1-2-160 0,1 2-32 0,4 0-16 16,-1-2-608-16,1 1-112 15,1 1-32-15,-1-2 0 0,-1 2-560 0,-2 1-112 0,1 0-32 0,-3-1 0 16,0 1-320-16,-1-1 0 0,-2 1 0 0,-1 2 0 15,-1-2-272-15,-2 2-80 0,-2-2-16 0,-3 2 0 16,-2 0-1904-16,-2 0-384 0</inkml:trace>
  <inkml:trace contextRef="#ctx0" brushRef="#br0" timeOffset="79653.45">13862 4917 2751 0,'-3'-5'256'16,"2"3"-256"-16,0-1 0 0,0-1 0 0,1 3 2240 0,0 1 384 15,0-1 96-15,0 0 16 0,-1-1 560 0,0-1 112 16,0 3 32-16,-1-2 0 0,0 4-1024 0,-1 3-208 16,0 2-32-16,-2 2-16 15,5-9-848-15,-10 31-160 0,10-31-48 0,-13 45 0 0,4-19-688 0,2 0-144 16,7-26-16-16,-11 48-16 0,11-48-240 0,-7 40 0 16,7-40 0-16,-1 36 0 15,1-36 0-15,0 0 0 0,0 0-176 0,10 47-10928 16,-10-47-2192-16</inkml:trace>
  <inkml:trace contextRef="#ctx0" brushRef="#br0" timeOffset="80048.45">14406 4814 11055 0,'0'0'976'0,"0"-2"-784"0,0 2-192 0,0 0 0 16,0 0 1536-16,0 0 272 15,-1 0 48-15,0 0 16 0,0 2 384 0,-2-1 80 0,1 3 16 0,-1 0 0 16,0 2-896-16,0 1-176 0,3-7-48 0,-9 19 0 31,9-19-368-31,0 0-80 0,-12 40-16 0,12-40 0 0,-11 43-240 0,11-43-48 16,-15 51-16-16,5-24 0 16,2 1-208-16,-1-2-64 0,-1-2 0 0,2 0 0 15,0-5-192-15,8-19 0 0,-13 35 0 0,13-35 0 16,-10 27 0-16,10-27 0 0,0 0 0 0,-5 34 0 15,5-34-1328 1,0 0-144-16,0 0-48 0,0 0-12816 0</inkml:trace>
  <inkml:trace contextRef="#ctx0" brushRef="#br0" timeOffset="80410.69">14575 4834 11967 0,'2'-2'1072'0,"-1"1"-864"15,-1 1-208-15,0 0 0 0,0 0 1632 0,-1 1 288 16,1 1 48-16,0-2 16 0,-2 3 256 0,-1 0 48 16,-1 3 16-16,-2 0 0 0,-1 4-416 0,-1 2-80 15,0 0-16-15,-1 3 0 16,0 1-1792-16,-1 3-352 0,0 2-80 0,0 3-16 0,0 2 448 0,-1 3 224 16,1 1-32-16,0-2 0 0,2-1-192 0,-2-2 144 0,10-25-144 15,-14 48 128-15,14-48-128 0,-8 36 160 0,8-36-160 0,0 0 160 16,0 0-160-16,5 42 160 15,-5-42-160-15,0 0 160 0,0 0 160 0,30 15 16 0,-19-16 16 0,2-2 0 16,3-5 128-16,1-1 32 0,1-1 0 0,-3-2 0 16,1 1-320-16,-2-2-64 0,-2 3-128 0,-1-1 192 15,-3 1-192-15,-3-1 0 0,-2 2 0 0,-3 1 0 16,-4-2 0-16,-1 2 176 0,-5 2-176 0,0-1 160 0,-4 3 32 16,-1 1 0-16,-1 3 0 0,-2 2 0 0,1 3-192 15,-1-1 0-15,0 2 0 0,3 1 0 0,0 2-144 0,1-1 144 16,2 0 0-16,2 0 0 0,2-1-224 0,2-2 64 15,4-1 16-15,1 1-11024 16,2-2-2208-16</inkml:trace>
  <inkml:trace contextRef="#ctx0" brushRef="#br0" timeOffset="80631.78">14648 5138 11967 0,'2'-1'1072'0,"0"-1"-864"15,-1 2-208-15,0 0 0 0,-1 0 2688 0,1 0 480 0,0 0 96 0,1 2 32 16,1-1-160-16,-2 3-48 0,0 0 0 0,0 1 0 16,0 0-1936-16,0 2-384 15,-1-7-64-15,0 0-32 0,0 0-480 0,0 0-192 0,0 0 128 0,0 0-128 16,21 41 0-16,-17-39-176 0,-4-2 16 0,0 0 0 31,0 0-2144-31,23 5-416 0</inkml:trace>
  <inkml:trace contextRef="#ctx0" brushRef="#br0" timeOffset="80993.09">14911 4902 20271 0,'1'-4'896'0,"-1"1"192"0,1 1-880 0,-1 0-208 0,0 1 0 0,-1 1 0 0,0 0 1856 0,0 1 320 15,0 1 64-15,-1-2 0 0,-1 2-672 0,0 3-144 16,-1-3-16-16,-1 4-16 15,2 0-448-15,-3 4-96 0,6-10-16 0,-11 19 0 0,11-19-464 0,-11 24-112 16,11-24 0-16,-12 25-16 0,12-25-64 0,0 0-16 16,-12 36 0-16,12-36 0 0,0 0 112 0,0 0 32 15,0 0 0-15,0 0 0 0,12 43-128 0,-12-43-32 16,0 0 0-16,26 11 0 0,-26-11-144 0,25 8 0 16,-25-8 144-16,26 9-144 0,-26-9 0 0,29 12 128 15,-29-12-128-15,0 0 0 0,36 20 0 0,-36-20 0 0,0 0 0 0,30 23 0 16,-30-23 0-16,0 0 0 0,0 0 0 0,29 30 0 15,-29-30 0-15,0 0 0 0,0 0 0 0,0 0 128 16,0 0-128-16,-3 36 192 0,-3-31-64 0,-2 0 0 16,-1-2 48-16,-1 1 16 0,-1 0 0 0,-2-1 0 15,-1 1-192-15,-1-3 0 0,-2 3 0 0,1-3 0 16,-1 1 0-16,-2-2 0 0,2 0 0 0,0-3 0 16,2 1-320-1,2-3-160-15,1 1-32 0,2-2-17168 0</inkml:trace>
  <inkml:trace contextRef="#ctx0" brushRef="#br0" timeOffset="81182.88">14877 4876 6447 0,'0'0'576'0,"0"2"-576"0,1-1 0 0,-1 1 0 0,1-1 2880 0,1 0 448 16,-1 2 112-16,2-2 16 0,-3-1-272 0,0 0-48 15,0 0-16-15,35 15 0 0,-35-15-1632 0,31 6-320 16,-14-4-64-16,1-4-16 15,1 1-608-15,-1 1-128 0,0-3-32 0,-1 1 0 0,2 0-320 0,1-3 0 16,0 1 0-16,-1 1-10432 0,-1 1-2048 0</inkml:trace>
  <inkml:trace contextRef="#ctx0" brushRef="#br0" timeOffset="81420.08">15224 5044 7359 0,'2'3'656'0,"0"-1"-528"0,1-2-128 0,0 0 0 0,-1 0 2512 0,1 0 480 16,1 0 80-16,2 0 32 0,6-2 192 0,3-1 32 15,5-1 16-15,0-1 0 0,0 0-1680 16,-1 1-320-16,1-1-80 0,-2-1-16 16,2 0-736-16,-2 1-128 0,0 1-48 0,-1-1 0 15,-1 0-336-15,-1 1-288 16,-2 1 48-16,-2 0 16 15,0 1-1664-15,-1 0-336 0,-3 0-64 0,-1-1-11168 0</inkml:trace>
  <inkml:trace contextRef="#ctx0" brushRef="#br0" timeOffset="81610.03">15417 4836 7359 0,'-2'-4'320'0,"0"3"80"0,0-1-400 0,0 0 0 0,1 2 0 0,1-1 0 31,-1 2 2304-31,-1 1 384 0,0 3 80 0,0 1 16 15,-3 3 240-15,5-9 48 0,-8 30 16 0,8-30 0 0,-10 42-1216 0,10-42-240 0,-10 53-48 0,10-53-16 16,-9 56-656-16,9-56-128 0,-7 50-16 0,7-50-16 16,0 40-432-16,0-40-64 15,0 0-32-15,6 46 0 16,-6-46-224-16,0 0 0 0,0 0 0 0,14 41-16768 16</inkml:trace>
  <inkml:trace contextRef="#ctx0" brushRef="#br0" timeOffset="81969.03">16001 4794 6447 0,'-3'-1'128'0,"1"1"48"0,0 0 0 0,1 0 16 0,0 0-192 0,0 0 0 0,0 1 0 0,-2 1 0 16,-1 2 2320-16,-2 1 432 0,0 2 96 0,-1 3 16 15,0-1-160-15,7-9-16 0,-14 27-16 0,14-27 0 16,-16 37-912-16,16-37-176 0,-16 39-48 0,16-39 0 15,-16 43-352-15,16-43-80 0,-15 46-16 0,15-46 0 0,-14 45-528 0,14-45-112 16,-8 38-32-16,8-38 0 16,0 0-416-16,-2 38 0 0,2-38 0 0,0 0 0 15,0 0-1328-15,0 0-288 0</inkml:trace>
  <inkml:trace contextRef="#ctx0" brushRef="#br0" timeOffset="82335.89">16220 4770 13823 0,'0'-7'608'0,"0"4"128"0,0 1-592 0,0 2-144 0,0 0 0 0,0 0 0 16,-2 0 1696-16,-1 1 304 0,-2 2 64 0,-2 2 16 16,-2 2-16-16,-3 3 0 0,1 2 0 0,-1 0 0 15,-1 2-912-15,0 2-176 0,0 1-32 0,0 2-16 16,13-19-256-16,-21 40-48 0,10-16-16 0,0-2 0 15,11-22 32-15,-21 46 16 0,21-46 0 0,-15 46 0 16,15-46-352-16,-9 38-80 16,9-38-16-16,0 0 0 0,2 40-208 0,-2-40 0 0,0 0 0 0,0 0 0 15,0 0 0-15,33 26 0 0,-20-28 0 16,0 0 0-16,2-1 0 0,0-3 192 0,1 0 0 0,-1 0 0 0,0 0-64 0,-2-2 0 16,0-1-128-16,-2 1 192 0,-2 0-192 0,-3-1 0 15,0 0 0-15,-3-1 0 0,-2 0 0 0,-2 1 0 16,-3 0 0-16,-1 1 0 0,0 1 0 15,-4 2 144-15,-1 0-144 0,-3 3 192 0,0 0-192 0,-2 2 128 16,2 2-128-16,-1 1 128 0,0 1-288 0,1 1-64 16,2 2-16-16,0 0 0 15,2-2-704-15,3-1-144 0,1 1-16 0,3-2-14640 0</inkml:trace>
  <inkml:trace contextRef="#ctx0" brushRef="#br0" timeOffset="82569.98">16288 5035 12895 0,'3'0'576'0,"-2"0"112"0,1 0-560 0,-1 0-128 0,-1 0 0 0,0 0 0 16,1 1 2528-16,0 1 480 16,-1 0 80-16,1 0 32 0,-1-2-992 0,0 0-192 15,0 0-32-15,0 0-16 0,0 0-768 0,-6 40-160 0,6-40-16 0,0 0-16 16,-8 34-560-16,8-34-112 0,0 0-32 0,0 0 0 15,-5 38-224-15,5-38 176 0,0 0-176 0,0 0 160 16,0 0-400-16,0 0-80 0,0 0 0 0,0 0-15072 16</inkml:trace>
  <inkml:trace contextRef="#ctx0" brushRef="#br0" timeOffset="83282.23">16591 4826 9215 0,'1'-2'816'0,"0"1"-656"16,0 0-160-16,0 1 0 16,0 0 1760-16,-1-2 320 0,2 1 64 0,0-4 16 0,0 2 976 0,-1 0 192 15,-1-2 32-15,0 2 16 0,0 1-1328 0,-1 0-272 16,-1-1-48-16,-1 3-16 0,0 0-496 0,-1 0-80 0,1 0-32 0,-2 3 0 15,1-1-592-15,-1 0-112 0,0 1-16 0,0 0-16 16,-2 3-208-16,0 2-32 0,-1 3-128 0,1-1 192 16,7-10-192-16,-16 28 0 15,16-28 0-15,-12 26 0 0,12-26 0 0,-11 31 0 16,11-31 0-16,0 0 0 0,-7 46 0 0,7-46 0 0,0 0 0 0,0 0 0 16,20 46 0-16,-20-46 0 0,0 0 0 0,37 22 0 15,-21-20 0-15,0 1 0 0,1 1 0 0,0-3 0 16,-1 1 0-16,-1 0 0 0,-1 0 0 0,-14-2 0 15,24 8 0-15,-24-8 0 0,0 0 0 0,0 0 0 0,27 15 0 0,-27-15 0 16,0 0 0-16,0 0 0 0,0 0 0 0,0 0 128 16,0 0-128-16,-16 37 0 0,6-32 0 0,-2 2 0 15,-1-1 0-15,-1 0 0 0,1-2 0 0,-2 1 0 16,-1-2 0-16,-1 1 0 16,1 1 0-16,-1-3 0 0,1 1 0 0,1-1 0 0,-1 0 0 0,2-2 0 31,-1 0 0-31,1-1 0 0,0 0-176 0,0-1-80 15,2-1 0-15,0-2-17760 0</inkml:trace>
  <inkml:trace contextRef="#ctx0" brushRef="#br0" timeOffset="83472.08">16446 4817 9215 0,'4'-5'816'0,"-2"3"-656"0,1 0-160 0,0-1 0 16,0 3 2720-16,-1-2 512 0,2 2 96 0,3-3 32 15,4 1 192-15,5-2 32 0,4 1 16 0,3-2 0 16,1 1-2272-16,-1-2-464 0,1 4-96 0,-3 0 0 16,-2-2-640-16,-1 1-128 0,-2 0 0 0,-1 1 0 15,-2 2-1264 1,-2 0-240-16,0-1-48 0,-3 2-8448 0,0-1-1696 0</inkml:trace>
  <inkml:trace contextRef="#ctx0" brushRef="#br0" timeOffset="84319.9">16848 4630 11967 0,'0'-3'1072'0,"1"1"-864"0,0-1-208 0,-1 3 0 16,0 0 1328-16,1-2 208 0,1 0 64 0,0-3 0 15,1 0 880-15,1-1 176 0,1 1 32 0,0 1 16 16,1 0-976-16,0 2-192 0,0 2-32 0,1 0-16 15,0 5-288-15,-7-5-64 0,0 0-16 0,30 24 0 16,-30-24-544-16,0 0-128 0,36 40 0 0,-36-40-16 16,26 33-112-16,-26-33 0 0,26 36-16 0,-26-36 0 0,24 35-80 0,-24-35-16 15,0 0 0-15,26 51 0 16,-26-51-208-16,0 0 128 0,16 46-128 0,-16-46 0 0,0 0 0 0,5 47 0 16,-5-47 0-16,0 0 0 0,-3 51 0 0,3-51 0 15,-10 34 0-15,10-34 0 0,-19 34 0 0,6-17 0 16,-2-1 0-16,-2-1 0 0,0 1 0 0,0-4 0 15,-1 0 0-15,1-3 0 0,-1 1 0 0,2-2 128 16,2 0-128-16,2-3 0 16,2 0-416-16,3 0-128 0,1-3-32 0,3-2-16832 0</inkml:trace>
  <inkml:trace contextRef="#ctx0" brushRef="#br0" timeOffset="84540.58">17213 4836 6447 0,'3'-2'576'0,"-2"2"-576"0,1-2 0 0,1 1 0 15,-1 1 3760-15,0 0 640 0,1-2 128 0,2 2 16 0,3-3-1024 0,5 0-224 16,1 0-32-16,3-2-16 16,1 2-1904-16,-1-1-368 0,1 1-80 0,-2 1 0 15,-1 0-640-15,0 1-128 0,-2-1-128 0,-1 2 176 16,-1 0-176-16,-1 0-224 0,-2 0 48 0,-1 0 16 15,-2 2-1216-15,-1-2-240 0,-1 1-48 0,-2 1-8448 16,-1 0-1664-16</inkml:trace>
  <inkml:trace contextRef="#ctx0" brushRef="#br0" timeOffset="84745.14">17157 4964 11055 0,'0'0'976'0,"1"0"-784"0,0 0-192 0,1 0 0 15,0 0 2672-15,0 0 480 0,4-2 112 0,2 0 0 16,4-1 384-16,4-2 64 16,1 3 0-16,1-3 16 0,-1 0-2320 0,2 1-448 0,-1-1-112 0,0 2-16 15,-1 1-448-15,-2 0-112 0,-1 0-16 0,-3 1 0 16,0 1-256-16,-2-2 0 0,-1 2-176 0,-1 0-11696 16,-1 0-2336-16</inkml:trace>
  <inkml:trace contextRef="#ctx0" brushRef="#br0" timeOffset="85626.98">17189 4822 911 0,'-2'0'0'16,"0"0"0"-16,1 0 0 0,0 0 0 0,0 0 528 0,0 0 32 15,-2 1 0-15,0 0 0 0,-2-1 160 0,-1 2 48 32,1-1 0-32,0-1 0 0,2 0 224 0,0-1 48 15,0 1 16-15,2-2 0 0,0 1 368 0,0 0 80 16,1-2 16-16,0 1 0 0,1 0 192 0,0-1 32 15,1 2 16-15,1-2 0 0,1 1-176 0,0 1-48 16,2-3 0-16,0 3 0 0,1-1-320 0,1-2-64 16,1 1 0-16,2 0-16 0,2 1-448 0,-1 0-96 15,3-2-16-15,1 1 0 0,-1 0-256 0,1 2-48 0,-1 0-16 0,-1-1 0 32,0 2-576-32,-1 0-128 0,0 0-32 0,-1 2 0 15,-1-2-1632-15,-1 2-336 0,-2 0-64 0,-1-1-9264 0</inkml:trace>
  <inkml:trace contextRef="#ctx0" brushRef="#br0" timeOffset="86036.57">17229 4959 4943 0,'-2'0'0'0,"0"1"192"0,0-1-48 0,1 0 32 0,0 2-176 0,-1-2 0 16,0 0 0-16,-2 0 0 0,-2 2 1072 0,0-2 176 15,0 2 32-15,2-2 64 0,0 1-256 0,0-1-32 16,2 1-16-16,0-1 48 0,2-1 384 0,0 1 96 15,1-1 16-15,2 1 32 0,0-2 256 0,2 2 48 16,0-2 16-16,2 0 48 0,0 1-160 0,0-3-32 16,4 3 0-16,-1-2 48 0,0 0-560 0,1 0-128 15,3 0 0-15,2 0 16 0,1 0-400 0,3-2-64 0,1 0-32 16,0 3 32-16,0-3-400 0,-2 2-96 0,3 0-16 0,-3 0 48 16,-1 0-240-16,0 0 0 0,-2 1 0 0,0 0 0 15,-4 0 0-15,0 2 0 0,-2-2 0 0,-1 1-128 31,-2 1-944-31,-2 0-176 0,-2 0-32 0,-2 1-15104 0</inkml:trace>
  <inkml:trace contextRef="#ctx0" brushRef="#br0" timeOffset="86540.9">17249 4832 5519 0,'-4'-1'240'0,"2"1"64"0,1-2-304 0,-1 2 0 0,1 0 0 0,1-2 0 16,-1 1 1168-16,0 1 176 0,-1-2 48 0,-1 0 0 16,0-1 352-16,2 1 80 0,-2-1 16 0,2 1 0 15,-1 2-96-15,1-1-16 0,0 0 0 0,0 1 0 16,1 0-176-16,-1 0-32 0,1 0-16 0,0 0 0 16,-1 0-496-16,1 0-112 0,0 0 0 0,0 0-16 15,0 0-416-15,0 0-80 16,-1 0 0-16,0 0-16 0,0 0-128 0,0 1-32 0,0-1 0 0,-1 1 0 15,1-1-80-15,-1 0-128 0,1 0 176 0,-1 0-176 16,2 0 304-16,-1-1-48 16,0 1-16-16,0 0 0 0,0-1 96 0,1 1 32 0,0 0 0 0,0 0 0 0,1 0 48 0,1-2 16 15,0 2 0-15,3-2 0 0,1 1-32 0,1-1 0 16,1 0 0-16,2 1 0 0,1-1-96 0,2 0-32 16,0-1 0-16,2 1 0 0,1-1-128 15,3 1-16-15,0 1-128 0,2 0 192 0,-2-1-192 0,1 0 0 16,-2 1 0-16,0-1 0 0,-2 1 0 0,1 1-208 15,-1-2 32-15,1 1 16 16,-3 0-1728-16,0-1-352 0</inkml:trace>
  <inkml:trace contextRef="#ctx0" brushRef="#br0" timeOffset="87139.8">17827 4703 10127 0,'1'-2'896'0,"-1"2"-704"0,0-2-192 0,0 2 0 16,0-1 1600-16,0 1 304 0,0-2 48 0,0 0 16 15,0 0 64-15,0 1 16 16,-1-1 0-16,0 2 0 0,0 0-720 0,0 2-144 0,0 1-32 0,-1-1 0 15,0 5-112-15,0 0-16 16,2-7-16-16,0 0 0 0,-9 29-400 0,9-29-80 0,0 0-16 0,-12 38 0 0,12-38-176 0,-13 33-32 31,13-33-16-31,-17 34 0 0,17-34-96 0,-17 32 0 16,17-32-16-16,-15 28 0 0,15-28-176 0,-19 34 0 0,19-34 0 0,-16 31 0 0,16-31 0 0,-12 28 0 16,12-28 0-16,0 0 0 15,-11 29-1264-15,11-29-128 0,0 0-16 0,0 0-13056 0</inkml:trace>
  <inkml:trace contextRef="#ctx0" brushRef="#br0" timeOffset="87519.55">17926 4829 4607 0,'1'-3'400'0,"0"1"-400"0,0 1 0 0,-1 1 0 16,0 0 1312-16,0 0 176 0,1-1 48 0,-1-1 0 15,0 1 752-15,-1 1 144 0,-2 0 48 0,0 3 0 16,-2 1-1136-16,-1 4-240 0,-1 1-32 0,7-9-16 16,-15 22 128-16,15-22 32 0,-13 25 0 0,13-25 0 15,0 0-336-15,-14 36-64 0,14-36-16 0,0 0 0 16,-5 38 224-16,5-38 64 0,0 0 0 0,0 0 0 16,0 0-400-16,29 31-80 0,-18-29-16 0,2-2 0 0,1-2-48 0,1-3-16 15,1-2 0-15,0 1 0 0,-1 0-208 0,0-3-64 16,1-1 0-16,-4 3 0 0,-2 0-256 0,0-3 0 15,0 1 0-15,-2-2 0 0,-2-1-128 0,-2-1 128 16,-3 2 0-16,-4-1-144 0,-1 0 144 0,-3 0 0 16,-2-1 0-16,-1 2-128 0,-2 2 0 0,-1 2 0 15,1 0 0-15,-1 2 0 0,0 3 128 0,0 0 0 16,1 2 0-16,2 2 128 0,0 1-128 0,1 0 128 0,-1 2-128 16,2 0 128-16,1 0-128 0,1 2 0 0,2-3 0 0,0 2 0 15,2-2-224-15,1-1-16 0,1-3 0 0,0 0-16592 16</inkml:trace>
  <inkml:trace contextRef="#ctx0" brushRef="#br0" timeOffset="88086.95">18204 4750 11055 0,'2'-2'976'0,"-1"2"-784"0,0-1-192 0,0 0 0 16,0 1 1504-16,0 0 256 0,0-2 48 0,1-1 16 15,1 1 864-15,0-1 160 0,-1 1 32 0,-1 2 16 16,0 0-1296-16,-1 0-272 0,-1 0-48 0,0 2-16 0,0-1-128 0,0 3-32 16,-1-1 0-16,1 1 0 0,0 1-464 0,1-5-112 15,0 0-16-15,0 0 0 0,0 0-368 0,0 0-144 16,0 0 0-16,1 45 144 0,-1-45-144 0,0 0 0 16,0 0 0-16,0 0 0 0,7 42 0 15,-7-42 0-15,0 0 0 0,0 0 0 0,0 0 224 0,16 48-32 16,-16-48-16-16,0 0 0 0,20 34 96 0,-20-34 32 15,0 0 0-15,30 33 0 0,-30-33-112 0,0 0-32 16,34 33 0-16,-34-33 0 0,0 0-160 0,30 31 0 0,-30-31 0 16,0 0 128-16,0 0-128 0,20 45 0 0,-20-45 0 0,0 0 0 15,0 0 0-15,-16 35 0 0,6-28 0 0,-2 0 0 16,-1 0 0-16,-3-1 0 0,-1 0 0 0,-2 0 0 16,0-1 0-16,1-2 0 0,0 0 0 0,1-3 0 15,1-3 0-15,0-1 0 0,2-1 0 0,0 0 0 16,3-2 0-16,2-2 0 0,1-1 0 0,2-1 0 15,2 1 0-15,2-4 0 0,3-1 0 0,2 0 0 16,2-3 0-16,2 1 0 0,2-1 0 0,3-2 0 16,-1 4 0-16,0 2 0 0,1 0 0 0,2-3 0 15,2 0 128-15,4-1-128 0,1-2 128 0,0 2-128 0,-2 1 128 0,0 1-128 16,-2 3 0-16,1-1 128 0,-2 2-128 0,-3 0 0 16,-2 1 0-16,-2 1 0 0,-1-2 0 0,-3 3 0 15,-1-3 0-15,-2 2 0 0,-2 1 0 0,-2-2 0 16,-1 3 0-16,-2 1 0 0,-1 0 0 0,-2 2 0 15,0 3 0-15,-2-1 0 0,-1 3 0 0,-1 1 0 16,0 3 0-16,-1 1 0 0,1-1 0 0,0 2-176 16,1 1 176-16,2 0-192 15,1 0-192 1,0 1-64-16,8-8 0 0,0 0-17376 0</inkml:trace>
  <inkml:trace contextRef="#ctx0" brushRef="#br0" timeOffset="88402.7">18567 5030 23039 0,'3'-7'1024'0,"-2"5"192"0,0 0-960 0,0 1-256 0,-1-1 0 0,1 2 0 0,-1 0 2496 15,1 0 448-15,0 0 80 0,0 0 32 0,0 2-1456 0,-1-1-304 16,0-1-48-16,0 0-16 0,0 0-896 0,0 0-176 16,0 0-32-16,0 0-128 0,0 0-128 0,9 40-144 15,-9-40-32-15,0 0-16672 16</inkml:trace>
  <inkml:trace contextRef="#ctx0" brushRef="#br0" timeOffset="88843.43">18894 4729 16927 0,'1'-5'368'0,"0"2"80"15,0 2 0-15,-1-1 48 0,0 1-496 0,-1 1 0 16,0 0 0-16,0 0 0 0,-1 3 2864 0,0-1 464 0,-3 1 112 0,0 4 16 0,-1-2-1440 0,-1 4-288 16,0 0-48-16,-1-1-16 0,8-8-848 15,-14 25-176-15,14-25-48 0,-13 26 0 0,13-26-144 0,0 0-48 16,0 0 0-16,-9 41 0 0,9-41-96 0,0 0-32 15,0 0 0-15,0 0 0 0,21 38-64 0,-21-38-16 16,0 0 0-16,27 17 0 16,-27-17 0-16,21 7-16 0,-21-7 0 0,24 9 0 0,-24-9-176 0,23 12 128 15,-23-12-128 1,0 0 128-16,29 14-128 0,-29-14 0 0,0 0 0 0,0 0 128 0,0 0-128 0,0 0 0 16,21 36 0-16,-21-36 0 0,0 0 0 0,0 0 0 0,-11 28 0 0,11-28 0 15,-15 15 0-15,6-6 0 0,-1-4 0 0,-1 2 0 16,1 0 0-16,-3-2 0 0,1-1 0 0,0 1 0 31,2 0 0-31,-1-3 0 0,0 0 0 0,0-1 0 0,0 1 0 0,0-2 0 0,2-2 0 0,0 1 0 16,0 1 0-16,-1-3 0 0,1 0 0 0,0-2 0 31,-1 2-400-31,-2-1-64 0,2-1-16 0,0-2-17504 0</inkml:trace>
  <inkml:trace contextRef="#ctx0" brushRef="#br0" timeOffset="89031.82">18839 4739 20271 0,'4'-2'1792'0,"2"1"-1424"15,-1 1-368-15,-1 0 0 0,0 0 1632 0,2-2 256 32,5 2 48-32,10-2 16 0,6-1 0 0,2-2 0 15,0 1 0-15,-3 0 0 0,-2 0-1680 0,-2 2-272 16,-3 0-176-16,-1 0-14944 15</inkml:trace>
  <inkml:trace contextRef="#ctx0" brushRef="#br0" timeOffset="100456.85">4785 6382 8287 0,'0'-2'736'0,"0"2"-592"0,0 0-144 0,0 0 0 15,0 0 240-15,0 0 16 16,0-2 0-16,0 1 0 0,0 1 1040 0,1-3 224 15,-1 1 32-15,0 1 16 16,1 0-160-16,-1-1-48 0,-1 0 0 0,1 1 0 0,0 1-208 0,0-2-32 0,0 0-16 0,-1 1 0 16,1 1-208-16,0 0-64 0,0-2 0 0,-1 2 0 31,1 0-192-31,0 0-32 0,-1-1-16 0,1 1 0 0,0-1-144 0,-1 1-48 0,1 0 0 0,-1 0 0 16,0 0-80-16,0-2 0 0,0 1-16 0,0 1 0 15,-1-2 80-15,-1 2 32 16,2-3 0-16,-3 3 0 0,1-2 96 0,-2 1 0 15,2 0 16-15,-4-1 0 0,2 2-32 0,-3-3-16 0,-1 3 0 0,-1 0 0 16,-1 0-16-16,-2 0 0 0,-1 1 0 0,-2 1 0 16,0 0-144-16,0 0-16 0,-2 0-16 0,1 1 0 0,1 0-112 0,0 1-32 15,0-2 0-15,2 3 0 0,2-2-144 0,1 1 160 32,2 1-160-32,0 0 160 0,3-1-160 0,0 1 0 15,2-2 0-15,-1 1 128 0,1 2-128 0,1 0 0 16,2 1 0-16,-1 0 0 0,1 1 0 0,1-2 0 15,0 2 0-15,0-8 0 0,0 0 0 0,0 0 0 16,0 0 0-16,14 35 0 0,-14-35 0 0,0 0 0 16,0 0 0-16,0 0 0 0,31 38-128 0,-31-38 128 0,0 0 0 15,0 0 0-15,39 27 0 0,-39-27 0 0,0 0 0 0,37 21 0 16,-37-21 0-16,0 0 0 0,38 16 0 0,-38-16 0 16,0 0 0-16,35 15 0 0,-35-15 0 0,0 0 0 15,0 0 0-15,39 16 0 0,-39-16 0 0,0 0 0 16,0 0 0-16,0 0 0 0,0 0 0 0,0 0 0 15,0 0 0-15,27 34 128 0,-29-30-128 0,0-1 0 16,-2 2 0-16,-1 0 128 0,0 1-128 0,-2-1 0 16,1-1 192-16,-2 2-64 0,-1 0 0 0,0 2 0 15,0-4-128-15,0 2 0 0,2-1 144 0,-1-1-144 0,-2 1 0 16,1-1 0-16,0-1 0 0,-1 1 128 0,1-1-128 0,-1-1 0 16,0-1 0-16,-2 0 0 0,-1-1 0 0,0 0 0 15,0 0 0-15,-1 0 128 0,0-1-128 0,0 0 0 16,1-1 0-16,1-1 0 0,2 0 0 0,0 1 0 15,2 0 0-15,2 0 0 0,0-1 0 0,2 1 0 16,1-1 0-16,2 1-128 16,1 2-528-16,1-2-112 0,2 2 0 0,0-2-16656 15</inkml:trace>
  <inkml:trace contextRef="#ctx0" brushRef="#br0" timeOffset="100897.02">4941 6650 6447 0,'-1'-5'576'0,"0"2"-576"0,1 1 0 0,-1 1 0 15,1 0 1280-15,0 1 160 0,0 1 32 0,-1-2 0 16,0 1 1216-16,-1 0 240 0,0 0 48 0,-1 0 16 0,1 2-944 0,0 1-192 16,2 2-48-16,-1 1 0 0,0 4-336 15,0-3-64-15,1-7 0 0,0 0-16 16,0 31-480-16,0-31-80 0,0 0-32 0,0 0 0 16,4 34-176-16,-4-34-48 0,0 0 0 0,0 0 0 0,0 0-192 15,0 0-32-15,0 0-16 0,0 0 0 0,0 0-144 0,0 0-16 16,12 35-16-16,-12-33 0 0,0-2-160 0,0 1 160 15,0-1-160-15,0 1 160 0,0-1-160 0,0-1 192 16,-1 1-192-16,1-1 192 0,0 1-192 0,-1 0 160 16,1 0-160-16,-1 0 160 0,1 0-160 0,0 0 0 15,0-2 144-15,-1 2-144 0,1 0 0 0,0 0 0 16,0 0 0-16,0 0 0 0,1 0 0 0,-1 0 0 16,0 0 0-16,0 0 0 0,0-1 0 0,0 1 0 15,0 0 0-15,1 0 0 0,-1 0 0 0,1-2 0 0,0 2-128 0,0-2-12240 16,1 0-2448-1</inkml:trace>
  <inkml:trace contextRef="#ctx0" brushRef="#br0" timeOffset="101658.66">4813 6662 8287 0,'-3'-2'368'0,"2"1"80"0,-1-1-448 0,1 0 0 0,0 2 0 0,0-1 0 16,0 1 1344-16,0-2 176 0,-1-2 32 0,0 1 16 16,-1-2 480-16,0 1 112 0,1-1 16 0,-1 2 0 15,2 1-128-15,0-2 0 0,-1 3-16 0,1-1 0 16,1 2-496-16,0 0-80 0,0 0-32 0,1 0 0 15,1 0-560-15,-1 0-112 0,3 2-32 0,1-2 0 16,0 3-352-16,-5-3-80 0,0 0-16 0,0 0 0 16,33 5 32-16,-33-5 0 0,0 0 0 0,0 0 0 15,38 11-112-15,-38-11 0 0,0 0-16 0,0 0 0 0,39 19-48 16,-39-19-128-16,0 0 192 0,0 0-64 0,0 0-128 0,30 31 0 16,-30-31 0-16,0 0 0 0,0 0 0 0,3 31 128 15,-5-22-128-15,-1 1 0 0,-3-1 0 0,-1 1 0 16,1-1 128-16,-1-1-128 0,0-1 0 0,-1 0 0 15,-2 2 0-15,0-2 0 16,1 0 0-16,-1 0 0 0,1-1 128 0,1-1-128 16,0-2 0-16,0 1 0 0,1 0 0 0,-1-3 0 0,3 0 0 0,-1-1 0 15,3 0 0-15,-1 0 0 0,1 0 0 0,1-2 0 16,1 2 0-16,1-2 0 0,1-1 0 0,0 0 0 16,2 1 0-16,0 0 0 0,1-3 0 0,2 0 0 0,1 1 0 15,1-1 0-15,1 0 0 0,1 1 0 0,0-1 0 0,0 0 0 16,2 3 0-16,-1-3 0 0,0 2 0 0,0 1 0 15,0 1 144-15,-11 1-144 0,0 0 160 16,34 1-160-16,-34-1 128 0,0 0-128 0,0 0 0 0,0 0 0 16,0 0 0-16,0 0 128 15,37 25-128-15,-36-22 0 0,0 2 0 0,0-2 0 16,0-1 0-16,-1 1 0 0,-1-1 0 0,1 0 0 0,0-1 0 0,0 1 0 16,0-2 0-16,0 2-160 15,1-4 160-15,0 2-18096 0</inkml:trace>
  <inkml:trace contextRef="#ctx0" brushRef="#br0" timeOffset="103384.43">4882 6834 2751 0,'-2'-2'256'0,"1"2"-256"15,0-1 0-15,0 0 0 0,0 1 544 0,0 0 64 16,0 0 16-16,-2-2 0 0,-2 0 416 0,1 1 96 16,-1-1 16-16,0 2 0 0,1-2 64 0,0 2 0 15,1 0 16-15,-1 0 0 0,3 0-80 0,-2 0 0 16,1 2-16-16,0-2 0 0,1 0-224 0,0 0-32 15,1 2-16-15,0-4 0 0,0 2-160 0,1 0-16 16,1-2-16-16,0 1 0 0,2-2 224 0,-1 0 64 0,3 0 0 0,-1 0 0 16,1 0 0-16,0 0 0 15,1 0 0-15,0 0 0 0,0 1-96 0,0 0-16 0,2 2 0 0,0 0 0 16,-9 0-208-16,0 0-64 0,0 0 0 0,38 7 0 16,-38-7-256-16,0 0-48 0,0 0-16 0,38 10 0 15,-38-10-48-15,0 0-16 0,0 0 0 0,36 7 0 16,-28-7 0-16,0 0 0 0,-1-2 0 0,0 1 0 15,-2 1-48-15,-1-2-16 0,0-1 0 0,-2 3 0 16,-1 0-128-16,-2-2 0 0,0 2 144 0,-3 0-144 16,-1 0 0-16,-1 2 0 0,-2-1 0 0,-2 1 128 0,-1 1-128 0,-1-1 0 15,-1 2-176-15,-1-1 176 0,0 0-224 0,1 1 48 16,-1 0 16-16,1-1 0 0,1 0-32 0,0 0 0 16,1 0 0-16,2-2 0 0,0 3 32 0,1-1 0 15,2-1 0-15,1-2 0 0,0 2 160 0,3-1 0 16,-1 1 0-16,1-2 0 0,2 0 0 0,-1 0 0 15,2 0 0-15,1 0 0 0,0-2 0 0,1 1 0 16,2-1 0-16,1 2 0 0,0-2 0 0,2-1 0 16,1 1 0-16,0-1 176 0,1 1-16 0,0 0 0 15,-10 2 0-15,23-2 0 0,-23 2-160 0,22-3 192 16,-22 3-192-16,26-3 192 0,-13 1-48 0,-13 2 0 0,24-2 0 16,-14 2 0-16,0-2 0 0,0 2 0 15,-3-2 0-15,-1 2 0 0,-2-1-144 0,-1 1 0 0,-1 0 144 0,-1 0-144 16,0 0 0-16,-2 0 0 0,-1 0 0 0,-1 0 128 15,0 1-128-15,-2 1 0 0,-2 0 0 0,0-2 0 16,0 2 0-16,-4-2 0 0,2 2 0 0,-1-1 128 16,0 1-128-16,-1 1 0 0,1-3 0 0,1 2 0 15,-1-1 0-15,1 0 0 0,0-1 0 0,1 0 0 16,1 2 0-16,2-2 0 0,0 0 0 0,1 0-128 16,3 0 128-16,0 0 0 0,1 0 0 0,0 0 0 15,2 0 0-15,-1 0 0 0,3-2 0 0,1 2 0 16,0-2 0-16,1 0 0 0,1-1 0 0,1 1 0 0,-2-1 0 0,2 2 0 15,0-2 0-15,1 0 0 0,0 1 0 0,2-1 0 16,-2 1 0-16,1 0 0 0,-1-1 0 0,-1 1 0 16,0-1 0-16,-1 1 128 15,-2 1-128-15,0 0 0 0,-2 1 0 0,-1 0 0 0,-2 0 0 0,0 0 0 16,0 0 0-16,-1 0 0 0,0 1 0 0,-2 0 0 16,1 1-144-16,-1-1-16992 0</inkml:trace>
  <inkml:trace contextRef="#ctx0" brushRef="#br0" timeOffset="109531.29">6005 6282 8287 0,'2'-2'736'0,"-1"-2"-592"0,-1 3-144 0,0-1 0 15,0 2 1152-15,0-3 192 0,0 1 32 0,1-3 16 16,0-2 272-16,-1 0 48 0,-1 0 16 0,-1 0 0 0,0 2-240 0,-1 3-32 15,0-3-16-15,-2 2 0 16,0 1-176-16,0 2-48 0,-1-1 0 0,0 1 0 0,-1 1-256 0,1-1-48 16,-1 2-16-16,1-1 0 0,-1 3-192 0,1-1-32 15,-1-1-16-15,1 1 0 0,-1 1-336 0,2 1-80 16,1-1-16-16,-1 2 0 0,2 0 0 16,-1 2 0-16,-1 1 0 0,2 3 0 0,0 3-224 15,-1 1 144 1,0 0-144-16,2 1 128 0,-1 3 32 0,1 0 0 0,2-20 0 0,-2 45 0 0,2-45 16 0,3 48 0 15,-3-48 0 1,4 50 0-16,-4-50-176 0,5 49 0 0,-5-49 144 0,5 43-144 16,-5-43 0-16,3 40 0 0,-3-40 0 0,0 41 128 0,0-41-128 0,-2 40 0 0,2-40 0 0,-5 45 0 15,2-26 0-15,0 1 0 0,-2 0 0 0,0-2 0 16,0-2 0-16,-1-2 0 0,1 0 0 0,-1-5 0 16,0 1 0-16,1-3 0 0,-1-1 0 0,2-2 0 31,0-2-640-31,0-5-64 0,1 1 0 0,1-5-15408 0</inkml:trace>
  <inkml:trace contextRef="#ctx0" brushRef="#br0" timeOffset="109719.19">5764 6680 6447 0,'-3'-9'272'0,"1"2"80"16,1 0-352-16,0 2 0 0,1 4 0 0,0 0 0 16,1 1 2544-16,-1-3 432 0,1-2 96 0,1-1 0 15,0 1-128-15,1 0-48 16,0 0 0-16,1 3 0 0,2-1-896 0,0 1-176 0,2 0-32 0,-1 0-16 31,2-1-880-31,0 0-160 0,0 0-32 0,1 2-16 0,0-3-448 16,0 1-96-16,1 0-16 0,-1 1 0 15,1 1-448-15,0 0-112 0,0-2-16 0,1 1-10336 16,-12 2-2080-16</inkml:trace>
  <inkml:trace contextRef="#ctx0" brushRef="#br0" timeOffset="110347.83">6088 6531 9215 0,'-2'-2'400'0,"-1"-1"96"0,1 1-496 0,1 2 0 0,0-1 0 0,0 1 0 16,0-1 1776-16,-1 1 256 0,0-2 48 0,-2 1 16 15,-1-1 80-15,1 2 0 0,0 2 16 0,-1-2 0 16,2 3-784-16,0 1-144 0,0 2-48 0,-1 2 0 16,3 1-176-16,-2 2-32 0,3-11-16 0,-3 26 0 15,3-26-528-15,-1 28-96 0,1-28-32 0,0 0 0 16,4 36-32-16,-4-36-16 0,0 0 0 0,0 0 0 15,0 0-64-15,0 0-16 0,29 36 0 0,-29-36 0 16,0 0-32-16,26 2-16 0,-15-5 0 0,-2-2 0 16,0-1 192-16,0-2 32 0,0 1 16 0,-1-1 0 15,0-1-224-15,-3 1-48 0,0 0-128 0,-2 1 192 0,-1 0-192 16,-2 0 0-16,-1 0 0 0,-1-1 0 0,-2 2 128 0,-3 0-128 16,2 2 0-16,-4-3 0 0,1 2 128 0,-1 1-128 15,-1 1 0-15,-1 1 144 0,-1 2-144 0,1 0 160 16,1 2-160-16,2 0 160 0,-1-2-32 0,3 3-128 15,-1-1 192-15,3 0-64 0,-1 1-128 0,2-1 160 16,1-1-160-16,1 1 160 0,1 0-160 0,0-2 0 16,1 0 0-16,0 0 0 0,1-2 0 0,3 0 0 15,0 1 0-15,4-4 0 0,-1 1 0 0,2-1 0 16,1 0 0-16,1 1 0 0,0-4 0 0,1 2 0 16,0 0 0-16,0 0 0 0,0 0 0 0,-1 2 0 0,0-1 128 15,1 0-128-15,1 3 0 0,0-2 0 0,-1 1 0 16,-1 0 0-16,-12 3 128 0,27 0-128 0,-27 0 128 0,0 0-128 15,39 8 0-15,-39-8 0 0,0 0 0 0,0 0 0 16,45 28 0-16,-45-28 0 0,0 0 0 0,0 0 0 16,30 46 0-16,-30-46 0 0,0 0 0 0,14 34 0 15,-14-34 0-15,0 0 0 0,0 0 128 0,0 0-128 16,10 36 0-16,-11-33 0 0,-1 1 0 0,0-3 0 16,0 1 176-16,-1-2-48 0,1-2-128 0,-2 1 192 15,1-1 16-15,-1-1 0 0,1-1 0 0,0-1 0 16,0-2-32-16,1 0-16 0,0-2 0 0,1 0 0 15,1-2-160-15,0 0 160 0,2 1-160 0,1-2 160 0,1 1-160 16,1 1 0-16,1-2 0 0,0 2 128 0,2 2-128 16,0 0 0-16,1 3 0 0,-1 0 0 0,1 1-336 0,2 1 0 15,-11 3 0-15,23-4 0 16,-23 4-2224-16,0 0-432 0</inkml:trace>
  <inkml:trace contextRef="#ctx0" brushRef="#br0" timeOffset="110778.33">6927 6406 2751 0,'3'-8'256'16,"-1"2"-256"-16,0 1 0 0,-1 2 0 16,0 2 1280-16,1-4 224 0,1-2 32 0,0-6 16 15,2-1 320-15,1-2 64 0,-3 1 16 0,1 4 0 16,-2 3 176-16,-1 3 48 0,0 1 0 0,-1 3 0 15,0 2-224-15,-1 1-32 0,0 5-16 0,-1 1 0 0,0 3-688 0,2-11-128 16,-3 29-16-16,3-29-16 0,-4 36-416 0,4-36-64 16,-4 39-32-16,4-39 0 0,-2 39-128 0,2-39-32 15,0 37 0-15,0-37 0 0,2 34-224 16,-2-34-160-16,1 31 192 0,-1-31-192 0,0 0 0 0,-1 35 0 16,1-35 0-16,0 0-144 15,-5 19-288-15,3-15-48 0,-1-1-16 0,-1-1 0 16,0 1-1104-16,0-3-208 0,-2 0-48 0,2-2-16 15,-2 1-1488-15,0-4-288 0</inkml:trace>
  <inkml:trace contextRef="#ctx0" brushRef="#br0" timeOffset="111496.2">6829 6538 5919 0,'-12'-19'128'0,"8"12"16"0,3 5 16 0,0 2 32 0,1 0-192 0,-1-2 0 16,-1-1 0-16,-2-4 0 0,2 2 2240 0,-2-2 400 0,2 2 96 0,1 3 16 16,2 2-128-16,1 0-32 0,-2 0 0 0,0 0 0 15,0 0 16-15,0 0 0 0,41 22 0 0,-41-22 0 16,0 0-1056-16,46 11-208 15,-46-11-32-15,36 2-16 0,-36-2-672 0,36-4-144 0,-16 2-32 0,0-5 0 16,0 2-272-16,-1-2-176 0,0-1 192 0,-1 0-192 16,0 0 0-16,-1-1 0 0,-2 1 0 0,1-1 0 15,0 0 0-15,-2 1 0 0,0-2 0 0,-1 1 0 16,-2 1 0-16,-1-1 0 0,-2 0 0 0,0-3 0 0,-2 3-192 0,-1-3-64 16,-1 0 0-16,-2-2 0 0,-2 2 0 0,0-2-16 15,-2 0 0-15,-1-1 0 0,0-1 128 0,0 2 144 16,1 2-208-16,0 2 80 0,-1 3 128 0,1 2 0 15,1 3 0-15,1 0 0 0,-1 2 0 0,1 4 128 16,-1-1 0-16,0 3 0 0,1-6 80 0,-4 24 32 16,1-12 0-16,-1 3 0 0,1 4-96 0,1 0-16 15,-1 2 0-15,-1 1 0 0,1 1-128 0,0-2 0 16,-1-1 0-16,4-20 128 0,-4 40-128 0,4-40 0 16,0 33 144-16,0-33-144 0,0 0 0 0,11 38 0 15,-11-38 0-15,0 0 0 0,0 0 0 0,0 0 0 16,39 21 0-16,-39-21 0 0,23-5 0 0,-10 0 0 0,1-2 0 0,-1 0 0 15,1 0 0-15,0 0 0 0,0-2 0 0,0 2 128 16,0-1-128-16,0 2 0 0,1 0 0 0,-2-1 0 16,-2 3 0-16,0 1 0 0,-2 2 0 0,0 0 0 15,-9 1 0-15,0 0 0 0,0 0 0 0,0 0 0 16,0 0 0-16,34 13 0 0,-34-13 0 0,0 0 0 16,0 0 0-16,0 0 0 0,0 0 0 0,0 0 0 15,18 37 0-15,-18-37 0 0,0 0 0 0,0 0 0 16,0 0 0-16,0 0 0 0,35 21 0 0,-35-21 0 15,0 0 0-15,32 2 0 0,-32-2 0 16,29-5 0-16,-13 3 0 0,-1-2 0 0,-1-1 0 0,0 0 0 0,-1 1 0 0,0-1 0 16,0 0 0-16,-1 0 0 0,-1-1 0 0,0 0 0 15,-3-1 0-15,-1 2 0 16,-2-2 0-16,-1 1 0 0,0 0 0 0,-3-1 0 0,-1 0 0 0,-1 0 0 16,-1 0 0-16,-2-3 0 0,-2 1 0 0,-1 2 0 15,-1-3 0-15,-1 6 0 0,0-1 0 0,0 2 0 16,-1 4 0-16,2 1 0 0,0 3 0 0,-1-1 0 15,3 4 0-15,-1-2 0 0,3 2 0 0,-2 1 0 16,3 3 0-16,-1 2 0 0,4-14 0 0,-4 33 0 16,4-33 0-16,4 34 0 0,-4-34 0 0,0 0 0 0,16 40 0 0,-16-40 0 15,0 0 0-15,0 0 0 0,39 33 0 0,-39-33 128 16,0 0-128-16,43 9-208 0,-43-9 48 0,36-4-17904 16</inkml:trace>
  <inkml:trace contextRef="#ctx0" brushRef="#br0" timeOffset="112016.37">8519 6349 4607 0,'3'-3'400'0,"-1"1"-400"16,-1 0 0-16,-2 0 0 0,1 2 2176 0,0-1 336 16,1-1 80-16,-1-3 16 0,0 0 592 0,-2 0 112 15,-2 1 16-15,0-1 16 0,-3 3-1296 0,0 1-272 16,-3 2-48-16,-1 2-16 0,-1 1-544 0,0 0-96 15,-1 1-32-15,1 0 0 0,-1 2-416 0,2 0-96 16,0 0-16-16,1-2 0 0,0 0-288 0,4 2-64 16,0-3-16-16,3-1 0 15,0 2-144-15,2-1 128 0,0 1-128 0,1-5 128 16,0 0-128-16,0 0 0 0,0 0 0 0,0 0 0 0,30 29 0 0,-30-29 0 0,0 0 0 0,0 0 0 16,41 26 0-16,-41-26 128 0,0 0-128 0,35 16 0 31,-35-16 0-31,0 0 128 0,0 0-128 0,38 19 0 0,-38-19 0 0,0 0 128 15,0 0-128-15,0 0 0 0,0 0 128 0,0 0-128 0,0 0 0 0,0 0 128 16,0 0-128-16,0 0 192 0,2 34-192 0,-13-30 192 16,1-1-16-16,-2 1 0 0,-1-1 0 0,-1 2 0 0,1-2-176 0,-1 0 0 31,1 1 0-31,1 0 0 0,1-2 0 0,2 0 0 16,1 1 0-16,2-3 0 0,3 2 0 0,1-4-176 15,2 0 48-15,4-1-17568 16</inkml:trace>
  <inkml:trace contextRef="#ctx0" brushRef="#br0" timeOffset="112394.45">8621 6434 12895 0,'0'0'1152'0,"0"0"-928"0,0 1-224 0,0-1 0 15,0 0 2192-15,0 1 400 0,0-1 80 0,1 0 16 16,0 1 224-16,2 0 48 0,1-1 16 0,1 0 0 15,2-1-1520-15,0 0-304 0,2 0-64 0,2-2-16 16,1 0-560-16,0-2-96 0,1 2-32 0,-1-2 0 16,1 1-384-16,-2 0 0 0,0-1 128 0,-1 0-128 15,-1 1 0-15,0-3 0 0,-2 3 0 0,-1-2 0 16,-3 1 0-16,0 1 0 0,-2-1 0 0,-2 0 0 16,-2 3 0-16,0-3 0 0,-3 2 0 0,0 1 0 15,-2 1-224-15,-2 0 32 0,-2 1 0 0,-1 1 0 16,2 0-128-16,-2 2-32 0,1 1 0 0,-2 1 0 15,1 2 80-15,1 0 16 0,1-1 0 0,1 0 0 0,1 2 256 0,1-1 0 16,1 3 0-16,2-1 0 0,0 0 128 0,2 0 64 16,1 1 32-16,2-10 0 0,0 0 272 0,0 0 48 15,0 0 16-15,0 0 0 0,26 39-96 0,-26-39-16 16,0 0 0-16,35 4 0 0,-35-4-256 0,31-1-64 16,-31 1-128-16,34-4 192 0,-18 0-192 0,-2 1-240 15,0 0 48-15,0 1 16 16,0-3-1632-16,1 0-336 15,-1 2-64-15,0-1-13264 0</inkml:trace>
  <inkml:trace contextRef="#ctx0" brushRef="#br0" timeOffset="113387.2">9040 6380 11055 0,'6'-3'480'0,"-2"-2"112"0,-1 3-464 0,-1-2-128 0,-1 3 0 0,0 1 0 15,-1-2 1936-15,1-1 368 0,1 0 80 0,-1-1 16 16,0-1 448-16,-2 1 96 0,-1 0 0 0,-2 1 16 15,1 3-864-15,-3 0-176 0,0 0-48 0,0 2 0 16,-1 1-1056-16,-1-1-224 0,1 2-32 0,-2 2-16 16,0 0-384-16,0 4-160 0,0-2 128 0,1 1-128 15,0 2 0-15,-1 1 0 0,2 2 128 0,0-1-128 16,2 1 0-16,0 0 0 0,5-14 144 0,-4 24-144 16,4-24 192-16,0 0-48 0,0 0 0 0,0 0 0 0,18 40-144 15,-18-40 0-15,0 0 0 0,31 5 0 0,-16-7 0 0,1-3 0 16,1 0 0-16,2-3-176 15,-1 0-352 1,1 0-80-16,0-4-16 0,1 3 0 0,-3 0-576 0,0 0-112 0,-2 0-32 0,-2 0 0 16,-2 3 176-16,-2-2 16 0,1 1 16 0,-2-1 0 0,-2 2 752 0,-1 1 160 15,-1 0 32-15,-3 1 0 0,0 1 192 0,-1 0 160 16,-1 1-32-16,0 2 0 0,-2 0 720 0,1 0 144 16,-1 2 32-16,-1-1 0 0,1 3-208 0,-2-1-48 15,1-1 0-15,0 3 0 0,1 0-208 0,-1-1-48 0,2 2-16 16,-1 0 0-16,0 1-80 0,1-1-16 0,2-6 0 0,0 0 0 15,0 0-80-15,0 0-32 0,3 35 0 0,-3-35 0 16,0 0-80-16,0 0-16 0,0 0 0 0,0 0 0 16,30 32-48-16,-30-32-16 0,0 0 0 0,0 0 0 15,36 6-128-15,-25-9 160 0,2-2-160 16,1-1 160-16,0-2-160 0,0 1 128 0,-1-2-128 0,0-1 128 16,-1 3-128-16,-2-2 0 0,-1 0 0 0,-1-1 0 15,-2 3 0-15,-1-1 0 0,-4 1 0 0,0-1 0 16,-2 0 0-16,-2 3 0 0,-4-3 0 0,0 2 0 15,-1 1 0-15,-4 2 0 0,1 1 0 0,-2 1 0 0,2 1-192 0,-1 0 48 16,0 1 0-16,0 1 0 0,1 3 144 16,1 0-192-16,0-1 192 0,2 2-192 0,2-3 192 0,2 1 0 15,0 0 0-15,0 1 0 0,3-2 0 16,1 1 0-16,0-1 0 0,1-1 0 0,2 0 0 0,2-2 0 16,0 0 0-16,3 0 0 0,-1-1 0 0,2-2 0 15,2 0 0-15,1-2 0 0,1 1 0 0,1-1-208 16,0-1 80-16,1 0 128 15,0 0-448-15,0 0 16 16,0 1 16-16,0-1 0 0,0 1-16 0,-2 1 0 0,0-1 0 0,-1 2 0 0,0-2 432 0,-1 3-128 0,-1-1 128 16,-10 3 0-16,18-2 0 0,-18 2 0 0,0 0 0 0,0 0 176 15,0 0 208-15,0 0 32 16,0 0 16-16,0 0 0 0,34 28-112 0,-34-28-32 0,0 0 0 0,0 0 0 16,0 0-160-16,-1 34-128 0,1-34 192 0,-6 16-192 15,3-9 192-15,-3 0-192 0,1 0 192 0,-2 1-192 16,1-3 256-16,-1 2-48 0,1-3-16 0,1-1 0 15,0 1-32-15,2-4-16 0,0 1 0 0,1-1 0 16,1-1-144-16,1-1 128 0,1-1-128 0,0 0 128 16,3-2-128-16,0-1 0 0,2-1 0 0,0-1 128 15,2 0-128-15,0-1 0 0,4-1 0 0,-1-1 0 16,1 0 0-16,0 2 0 0,1-1 0 0,-2 2 0 0,1 2 0 16,-2-1-144-1,-1 3 144-15,0 1 0 16,0 1 0-1,-3 1 0-15,-6 1 0 0,0 0 0 16,0 0 0-16,0 0 0 0,0 0 0 0,0 0 0 0,35 23 0 0,-35-23 0 0,0 0 0 0,0 0 0 0,0 0 0 16,4 37 0-16,-4-37 0 0,-5 17 0 0,2-8 144 0,-1 0-144 0,0 1 128 0,1-1-128 0,-1-1 0 0,1-1 128 15,1 0-128-15,0 0 0 0,1-2 0 0,1-5 0 16,0 0 0-16,0 0 0 0,0 0 0 0,0 0 0 16,0 0 0-16,0 0 0 15,0 0-1216-15,27 2-112 0,-19-7-16 0,0 0-15712 0</inkml:trace>
  <inkml:trace contextRef="#ctx0" brushRef="#br0" timeOffset="113937.96">9870 6406 4607 0,'0'0'400'0,"0"0"-400"0,0 0 0 0,0 0 0 16,0 0 2736-16,0 0 464 0,0 0 80 0,0 0 32 16,0 0-320-16,29 4-64 0,-29-4-16 0,0 0 0 15,22-2-1104-15,-22 2-208 0,14-2-64 0,-6-1 0 16,-1-1-512-16,2 1-128 15,-1-1 0-15,-1-1-16 0,1 0-304 0,-1 0-64 0,0-1-16 16,-3 0 0-16,0 1-112 0,0 1 0 0,-1-1-16 0,-2 0 0 0,0-1-112 0,-1 0 0 16,-2 2-16-16,-1-1 0 0,-2 0-48 0,-2 3-16 15,-2-3 0-15,-1 3 0 0,0 1-176 16,-1 1 128-16,0 0-128 0,-1 3 128 0,0 0-128 0,0 0 0 16,1 1 0-16,1 3 0 0,1-3 0 15,-1 4 0-15,-1 1 0 0,1 0 0 0,1 1 0 0,1 0 0 16,0-1 0-16,3 0 0 0,-1 1 0 0,6-10 0 15,-6 19 128-15,6-19-128 0,0 0 0 0,0 0 0 16,0 0 0-16,0 0 0 0,0 0 0 0,29 31 0 16,-29-31 0-16,22-2 0 0,-11-1 0 0,1 0 0 0,0-1 0 0,0-3 0 15,1 2 0-15,-1-2 0 16,-1 0 0-16,0-3 0 0,-1 3 0 0,1-2 0 0,0-2 0 0,-1 0 0 31,0-1-192-31,-1 0 192 0,0-1-192 0,-1 1 192 0,0-1-336 0,-1 0 48 0,-1 0 16 0,1-1 0 31,-2 0-240-31,1-2-32 0,-1-1-16 0,-2-2 0 0,1 0 80 0,0-2 16 0,-1 1 0 16,0-3 0-16,2-1 272 0,-2 1 48 16,-1 3 16-16,1 0 0 0,0-1 128 0,0 1 0 0,0 3 0 15,-2 3 0-15,0 5 432 0,0 4 16 0,-1 1 0 16,1 3 0-16,-1 2 0 0,-1 4 16 0,1-5 0 0,0 0 0 0,-4 35-144 0,4-35-16 16,-8 47-16-16,3-16 0 0,-1 4-96 0,0 3-32 15,-2 3 0-15,1-5 0 0,0-2 64 0,3-2 16 16,0-3 0-16,1-2 0 0,3-27-240 0,-2 50 0 15,2-50 128-15,3 48-12256 16,-3-48-2448-16</inkml:trace>
  <inkml:trace contextRef="#ctx0" brushRef="#br0" timeOffset="115573.38">10700 6425 13823 0,'0'0'1216'0,"1"0"-960"0,0 0-256 0,-1 0 0 15,1 0 1376-15,0-1 224 0,1 1 64 0,0-2 0 16,2 2 464-16,-1-2 112 0,3-2 0 0,-1 0 16 16,1 1-608-16,1-3-128 0,0 1-32 0,-1-2 0 15,2 0-672-15,-3-2-144 0,2 2-32 0,-2-1 0 0,-1 1-384 16,-1-1-96-16,-1 2-16 0,-2-1 0 15,-1 0 80-15,-2 1 16 0,-2 0 0 0,0 0 0 0,-2 1-16 0,0 2 0 16,-1 0 0-16,-2 1 0 0,1 2-48 0,0 0-16 16,-1 2 0-16,0 1 0 15,1 2-32-15,0-1 0 0,0 4 0 0,1-1 0 0,1 2-128 0,-1 3 0 0,1 1 0 16,0 1 128-16,2-1-128 0,-1 1 0 0,2 0 0 0,-1 1 0 16,5-15 0-16,-6 23 0 0,6-23 0 0,0 0 0 15,0 0 0-15,2 34 0 0,-2-34 0 0,0 0 0 16,0 0 0-16,0 0 0 0,0 0 0 0,35 4 0 15,-28-7 0-15,1-2 0 0,2-1 0 0,-1-1 0 16,0 0 0-16,-1 0 0 0,1 0 0 0,-1-2 0 16,-1 2 0-16,-1-1 0 15,1 1 0-15,-3 0 0 0,1 0-144 0,-2 2 144 0,0 0 0 0,-3 3 0 16,1-1 0-16,0 1 0 0,-1 2 0 0,0 0 0 16,0 3 0-16,-1 1 0 0,0 1 0 0,1 2 0 15,0-7 0-15,0 0 0 0,0 0 0 0,2 38 0 0,-2-38 192 16,0 0-64-16,0 0-128 0,0 0 192 15,22 39 0-15,-22-39-16 0,0 0 0 0,0 0 0 16,39 6-176-16,-28-6 0 0,0-4 144 0,1-1-144 0,0 0 0 0,2-4 0 16,1 1-160-16,0-1-11680 15,-1-2-2320-15</inkml:trace>
  <inkml:trace contextRef="#ctx0" brushRef="#br0" timeOffset="116078.29">11186 6036 12895 0,'-1'2'576'0,"0"-2"112"0,0 3-560 0,-2 2-128 0,1 0 0 0,0-2 0 15,0 2 1904-15,-2 2 336 0,-2 5 80 0,-2 5 16 16,-4 6-192-16,-1 1-32 0,-1 2-16 0,0 0 0 16,2-2-624-16,1 2-112 15,0-2-16-15,0 0-16 0,2 0-336 0,0-3-64 0,2 2-16 0,-1-3 0 16,2-1-288-16,6-19-64 0,-8 35-16 0,8-35 0 15,0 0-288-15,4 36-64 0,-4-36-16 0,0 0 0 16,0 0-176-16,0 0 0 16,37 23 0-16,-27-25 0 0,3-3-416 0,0-2 32 0,1-2 16 0,0-2 0 15,0 0-1040 1,0-1-192-16,2-2-64 0,1-2 0 0,1-1-768 0,-1-1-144 0,-1 0-48 0,1-1 0 16,-1 3 1168-16,-2-3 240 15,0 0 32-15,0 0 16 0,-2 0 960 0,0 0 208 0,-4 3 0 0,-1 3 0 0,-1 1 944 0,-3 3 144 16,-1 2 48-16,-1 3 0 0,-1 1 608 0,0 0 128 15,-2 1 32-15,2 1 0 0,-3 1-240 0,1 1-32 16,-1 1-16-16,-1 1 0 16,1 2-688-16,-2-1-144 0,0 6-16 15,-1-1-16-15,-1 3-272 0,-1 3-48 0,0 0-16 0,0 0 0 0,1 2-144 0,-1 2-16 16,-1 0-16 0,2 1 0-16,1-4-80 0,2 2-16 0,4-18 0 0,-6 33 0 0,6-33-144 0,0 0 0 0,0 43 144 0,0-43-144 15,0 0 0-15,0 0 0 16,15 38 0-16,-15-38 0 0,0 0 0 15,0 0 0-15,0 0 0 0,0 0 0 0,36 17 0 0,-29-20-160 16,2 1 160-16,-1-3-208 16,2-1-992-16,0 0-192 0,-2 2-32 0,2-1-15152 0</inkml:trace>
  <inkml:trace contextRef="#ctx0" brushRef="#br0" timeOffset="116959.35">11522 6354 3679 0,'1'0'160'0,"-1"-1"32"0,1 1-192 0,0 0 0 0,-1 0 0 0,0 0 0 0,0-2 2112 16,1 2 368-16,0-2 80 0,-1 1 0 0,1 1 336 0,0-2 64 16,-1 2 16-16,-1 0 0 0,0 0-640 0,-1 2-128 31,-1 3-32-31,-1-1 0 0,2 2-880 0,-3 2-176 16,-1 3-32-16,2-2-16 0,-1 1-448 0,5-10-96 15,-9 26-16-15,9-26 0 0,-6 26-176 0,6-26-32 16,0 0-16-16,0 0 0 0,10 35-160 0,-10-35-128 15,0 0 144-15,0 0-144 0,0 0 160 0,38 10-160 16,-27-12 160-16,0-3-160 0,0 0 208 0,0-2-48 16,-1 0-16-16,0 0 0 0,0-2-144 0,-1-1 0 0,0 0 0 15,0-1 0-15,-3 3 0 0,-1 0 0 0,0 0 0 0,-4-1 0 16,0 1 0-16,-3-2 0 0,0 2 0 0,-4 0 0 16,0 1 0-16,-2 0 0 0,2 2 0 0,-3-2 0 15,0 3 0-15,-1-1 0 0,1 2 128 0,-1 2-128 16,2 0 128-16,1-1 0 0,0 2 0 0,2 2 0 15,0-1-128-15,0 2 192 0,2 0-192 0,1 2 192 16,0-1-192-16,1 1 0 0,1 0 0 0,0-5 0 16,0 0 0-16,0 0 0 0,0 0 128 0,0 0-128 15,32 19 0-15,-32-19 0 0,27 0 0 0,-11-2 0 16,3-1 0-16,-1 1 0 0,3-1 0 0,-1-2 0 16,1-1 0-16,2 1 0 0,-1-2-128 0,-1-1 128 0,-1 2-144 0,0-2 144 15,-1 1-192-15,-3 0 192 0,1 0 0 0,-3 0-128 16,-3 2 128-16,-2 0 0 0,0 3 0 0,-4 0 0 15,-1 0 0-15,-1 1 0 0,-2 2 0 0,0 1 0 16,0 0 0-16,-2 3 0 0,0 0 208 0,0 1 0 16,-1 2 0-16,0 1 0 0,2-9-16 0,-5 22-16 15,5-22 0-15,0 0 0 0,-2 37-176 0,2-37 0 16,0 0 0-16,0 0 128 0,0 0-128 0,18 41 0 16,-18-41 0-16,0 0 0 0,0 0 0 0,33 12 0 15,-23-13 0-15,0-1 0 0,1-2 0 0,1-1 0 0,2-4 128 16,0-1-128-16,1-1 0 0,1-2 0 0,-3 1 0 0,0 0 0 15,0 0 0-15,-2-2 0 0,-1 2 0 0,-3 0 0 16,0 1 0-16,-3-1 0 0,1 3 0 0,-2-1 0 16,0 0 0-16,-2 1 0 0,0 3 0 0,-1 0 0 15,0 2 0-15,0 1 0 0,0 3 0 16,-1 0 0-16,0 0 0 0,1 0 0 0,0 0 0 0,0 0 0 16,-6 25 0-16,6-25 0 0,-6 21 128 0,6-21-128 15,-5 31 0-15,5-31 0 0,-8 39 0 0,8-39 0 16,-9 43 0-16,4-19 128 0,0 4-128 0,-2 1 0 15,2 3 160-15,-2 2-160 0,2-1 192 0,-2-1-192 0,2-2 128 0,-2-1-128 16,2-3 0-16,-2-1 0 0,0-3 0 0,0-1 0 16,2-4 0-16,-3 2 0 0,2-4 0 0,-1-2 0 15,2-3 0-15,0-4 0 0,1-1 0 0,-1-2 0 16,0-2 0-16,2-2 0 0,-2-2 0 0,1-2 0 16,0 1 0-16,1-4 0 0,0 0 0 0,-1-2 0 15,2-2 0-15,1-2 0 0,0-3 0 0,3-2 0 16,-1-2 0-16,3-5 0 0,2-3 176 0,2-1-176 15,1-2 160-15,3 2-160 0,1 1 0 0,2 4 0 16,2 4 0-16,0 4 0 0,-3 5 0 0,4 0 0 16,2 2 0-16,0 3 0 0,0 0 0 0,0 2-192 15,-2 1 192-15,0 1-12592 0,0 2-2384 16</inkml:trace>
  <inkml:trace contextRef="#ctx0" brushRef="#br0" timeOffset="119065.34">5172 7582 11967 0,'1'0'1072'0,"0"0"-864"0,0 0-208 0,-1 0 0 16,0 0 1440-16,1-2 240 0,0 1 48 0,0 1 16 31,1-2 1104-31,-1 0 224 0,2 1 32 0,-1-1 16 16,0-2-704-16,-1 3-144 0,-1-3-32 0,1 1 0 0,-1 1-1040 0,-1-2-224 15,0 1-32-15,-1 0-16 0,0 1-544 0,-1-3-128 0,0 1 0 0,-2 1-16 16,1 2-112-16,-1 0 0 15,-3-2-128-15,-1 3 192 0,-2 0-192 0,-1 0 144 16,-2 0-144-16,0 3 128 0,1-1-128 0,-1 1 0 0,0 1 0 0,-1 1 0 31,2 0 0-31,-1 2 0 0,2 0 0 0,0 0 0 0,0 1 0 0,2 0 0 16,2 2 0-16,0 2 0 0,1 0 0 0,1-2 0 16,2 2 0-16,2 1 0 0,2-13 0 0,0 25 0 15,0-25 0-15,0 0 0 0,0 0 0 0,21 43 0 16,-21-43 0-16,0 0 0 0,0 0 0 0,42 27 0 15,-42-27 0-15,0 0 0 0,40 14 0 0,-40-14 0 16,0 0 0-16,44 20 0 0,-44-20 0 0,0 0 0 16,41 21 0-16,-41-21 0 0,0 0 0 0,0 0 0 15,37 34 0-15,-37-34 0 0,0 0 0 0,0 0 0 16,10 37 0-16,-12-30 0 0,-2 0 0 0,-2 3 0 0,-4 0 0 16,-1-1 0-16,-1 0 0 0,-1 1 0 0,-1-3 0 0,0 0 0 15,1-2 0-15,0-1 0 0,1-1 0 0,2-3 0 16,1 0 0-16,1-3 0 0,2-1 0 0,1 0 0 15,2-1 0-15,1-1 0 0,2 0 0 0,2 0 0 16,2 0-304-16,2 0-32 0,1 0-16 0,3-1-11984 16,3 2-2384-16</inkml:trace>
  <inkml:trace contextRef="#ctx0" brushRef="#br0" timeOffset="119427.54">5346 7897 9215 0,'1'0'400'0,"-1"0"96"15,0 0-496-15,0-2 0 0,0 2 0 0,0 0 0 0,0 0 2896 0,-1 0 496 16,0-1 80-16,0 1 32 0,0 0-416 0,0 0-80 16,0-2 0-16,1 2-16 0,1 0-1248 0,0 0-240 15,2-1-48-15,-1 1-16 0,3 0-944 16,0 0-192-16,0 1-48 0,1-1 0 0,-1 2-256 0,-5-2 0 16,0 0 0-16,0 0 0 0,0 0 0 0,0 0 0 15,43 14 0-15,-43-14 0 0,0 0 0 0,0 0 0 16,0 0 0-16,0 0 0 0,0 0 0 0,0 0 0 15,0 0-128-15,23 38 128 0,-25-34 0 0,0 2 0 16,-1-1 0-16,-2 0-144 0,1-1 144 0,-2 1 0 16,0 0-144-16,0 0 144 0,0 2-160 0,1-3 160 0,0 2-208 0,0 0 80 15,3-1 128-15,-1 0 0 0,2-1-144 16,0 1 144-16,1-5 0 0,0 0 0 0,0 0 0 0,0 0 128 16,0 0-128-16,0 0 160 0,0 0-160 0,33 33 160 15,-33-33-160-15,0 0 160 0,0 0-160 0,38 0 160 16,-38 0-160-16,21-4 0 0,-9 1 0 0,-1-2 128 15,1 1-304-15,-1-1-64 0,1 0-16 0,0 1-11008 16,-1-3-2192-16</inkml:trace>
  <inkml:trace contextRef="#ctx0" brushRef="#br0" timeOffset="119694.58">5668 7705 18431 0,'-1'-2'816'0,"0"1"160"0,2 1-784 0,0-2-192 16,0 2 0-16,0-1 0 0,2 0 1424 0,1-2 240 16,3 1 64-16,2-3 0 0,3 1-224 0,2 1-32 15,-14 3-16-15,27-5 0 0,-27 5-464 0,0 0-96 16,40 0 0-16,-40 0-16 0,0 0-464 0,36 8-96 0,-36-8 0 0,0 0-16 15,0 0-304-15,40 11-144 0,-40-11 16 0,0 0 0 32,0 0-1520-32,0 0-288 0</inkml:trace>
  <inkml:trace contextRef="#ctx0" brushRef="#br0" timeOffset="119899.65">5756 7800 4607 0,'1'0'400'0,"0"0"-400"0,0 0 0 0,0-2 0 16,1 1 2640-16,-1 1 448 0,1 0 96 0,2-2 16 15,1-1 768-15,3 1 144 0,3-2 48 0,-1-1 0 0,1 1-2256 0,0 1-448 16,0 0-96-16,0-2-16 16,-11 5-912-16,22-3-192 0,-22 3-48 0,21-3 0 15,-21 3-672-15,20-3-144 0,-20 3-16 0,0 0-14992 16</inkml:trace>
  <inkml:trace contextRef="#ctx0" brushRef="#br0" timeOffset="121125.87">6599 7278 14735 0,'1'-2'1312'0,"0"-1"-1056"0,0 1-256 0,-1 2 0 0,0 0 1280 0,0 0 192 0,0 0 32 0,0-3 16 15,1 1 912-15,-1 2 176 0,-1 0 32 0,0 2 16 16,0 4-1248-16,0 3-240 0,-1 2-48 0,-1 2-16 15,0 3-528-15,0 2-96 0,1 0-32 0,-1 1 0 32,-1 2-96-32,0-2-32 0,0 2 0 0,-1-2 0 15,1-2 0-15,0 0-16 0,-1 1 0 0,1-1 0 16,2-3-112-16,-1-1 0 0,3-13-16 0,-3 25 0 16,3-25-176-16,0 0 0 0,0 0 0 0,4 32-176 15,-4-32-1712 1,0 0-352-16</inkml:trace>
  <inkml:trace contextRef="#ctx0" brushRef="#br0" timeOffset="121455.8">6759 7344 2751 0,'2'-7'256'0,"-1"0"-256"16,0 5 0-16,-1 0 0 0,0 0 1744 0,-1 4 304 16,0-2 64-16,-1 2 16 0,-2 0 816 0,0 5 144 15,-3 0 48-15,0 5 0 0,-3 2-1104 0,0 3-224 16,-1 4-32-16,1-1-16 0,0 1-464 0,2-1-80 15,2 0-32-15,2-3 0 0,4-17-432 0,0 28-96 16,0-28-16-16,0 0 0 0,0 0-384 0,0 0-96 16,38 28-16-16,-38-28 0 0,27-4 112 0,-12-1 32 15,2-2 0-15,1-5 0 0,2 2-32 0,0-4-16 0,0 0 0 0,0 0 0 16,-3-3-240-16,-2 3 144 0,-1-3-144 0,-3 3 128 16,-1-1-128-16,-5 2 0 0,0 1 0 0,-4 0 0 15,-1 2 0-15,-4-1 128 0,-2 1-128 0,-3 2 0 16,-2 0 0-16,-1 3 0 0,0 0 0 0,-2 3 0 15,1 0 0-15,0 2 0 0,1 2 0 0,0 3 0 16,1-1 0-16,1 1 0 0,2 2-224 0,2 0 80 16,0 0-768-1,2-2-160-15,3 2-16 0,0-2-14256 0</inkml:trace>
  <inkml:trace contextRef="#ctx0" brushRef="#br0" timeOffset="121677.09">6964 7437 12895 0,'1'-3'576'0,"0"1"112"0,1 1-560 0,-1 0-128 16,0 1 0-16,-1-2 0 0,2 1 2304 0,1-1 416 15,3-1 96-15,0-1 0 0,2-1 0 0,3 0 0 16,0 2 0-16,0 0 0 0,0 0-1472 0,0 3-288 16,-1-2-64-16,-10 2-16 0,0 0-624 0,35 2-128 15,-35-2-32-15,0 0 0 0,35 3-192 0,-35-3 0 0,0 0 0 0,37 3 0 16,-37-3-320-16,24 0 0 0,-24 0 0 0,21-1 0 31,-21 1-1152-31,19-5-224 0,-12 2-48 0,0 1-7920 0,-1 0-1568 16</inkml:trace>
  <inkml:trace contextRef="#ctx0" brushRef="#br0" timeOffset="121883.3">7125 7268 4607 0,'-2'-2'400'0,"2"0"-400"0,0 2 0 0,-1-2 0 15,1 2 2128-15,0 2 352 0,-1-2 64 0,1 2 16 0,-1 1 912 0,0 4 192 16,1-7 48-16,-5 26 0 0,1-9-1232 0,0 4-240 16,-2-3-64-16,0 4 0 0,-2-1-1008 0,0 1-208 15,1-1-32-15,-1 0-16 0,2 0-448 0,0-4-80 16,2-2-32-16,2-4 0 0,2-11-352 0,0 0 0 16,-1 31 0-16,1-31 0 15,0 0-1200-15,0 0-256 0</inkml:trace>
  <inkml:trace contextRef="#ctx0" brushRef="#br0" timeOffset="122213.86">7457 7297 4607 0,'1'-3'192'0,"0"3"64"16,0-2-256-16,-1 1 0 0,0 0 0 0,0-1 0 16,1 2 1760-16,-1-3 304 0,1 1 64 0,0-3 16 0,0 1 32 0,0 1 0 15,-1-2 0-15,0 3 0 0,0 0-416 0,-1 2-80 16,1 0-16-16,-1 0 0 0,1 0 128 0,-2 2 0 16,1 0 16-16,-1 3 0 0,-1 0-592 0,1 2-128 15,-1 4-32-15,-2 1 0 0,0 2-304 0,-1 3-64 16,0 1-16-16,-1 0 0 0,1-1-368 0,-2 1-80 15,0 2-16-15,0-1 0 0,0-1-208 0,1-1 176 16,0-3-176-16,2 1 160 0,0-2-160 0,1 0 0 16,2 0 0-16,-1-3 0 0,1 0 0 0,1-3 0 0,1-2-160 15,0-1 160 1,1-2-1536-16,2-2-224 0</inkml:trace>
  <inkml:trace contextRef="#ctx0" brushRef="#br0" timeOffset="122685.4">7531 7366 9215 0,'-2'0'400'0,"1"0"96"0,0 0-496 0,0 0 0 16,1 0 0-16,0-2 0 0,0 2 2160 0,0-1 336 0,1-1 64 0,0-1 0 15,2 1 128-15,-1-2 0 0,2-1 16 0,1 2 0 16,0-1-1120-16,1-1-240 0,0 2-32 0,0-1-16 15,1 2-384-15,0-1-80 0,0 0 0 0,1 1-16 16,-8 2-272-16,0 0-48 0,0 0-16 0,30 2 0 0,-30-2-144 0,0 0-16 31,0 0-16-31,0 0 0 0,38 22-176 0,-38-22-128 16,0 0 144-16,0 0-144 0,0 0 0 0,0 0 0 16,34 36 0-16,-34-36 0 0,0 0 0 0,0 0 128 0,0 0-128 0,0 0 0 0,0 0 0 0,0 0 0 15,11 35 0-15,-14-30 0 0,-1-1 0 0,0 0 0 16,-1 1 0-16,-1-1 0 0,-2 3 0 0,0-3 0 15,-1 1 0-15,-3 1 0 0,2 0 0 0,-1 0 0 0,0 0 0 16,0 1 0-16,0 0 0 0,0 0-160 16,3 0 160-16,1-2-192 0,2 0 192 0,1 2 0 0,2-3 0 0,2-1-128 15,0-3 128-15,0 0 0 0,0 0 0 0,0 0 0 16,0 0 0-16,35 9 0 16,-23-12 0-16,1-1 128 0,0 0-128 0,0 0 128 0,1-2-128 0,1 1 128 15,0-2-128-15,0-1 0 0,-1 2 0 0,-1-1 0 16,-1 0 0-16,0 2 0 0,-1 0-192 0,0 0 64 31,-2 1-1072-31,0-1-208 0,-1 0-32 0,0 1-14240 0</inkml:trace>
  <inkml:trace contextRef="#ctx0" brushRef="#br0" timeOffset="122952.84">7938 7178 9215 0,'3'-2'816'0,"-2"0"-656"16,1 0-160-16,-1 2 0 0,0 0 2240 0,0 0 400 0,2-1 96 0,0 1 16 0,3-2 384 0,1 2 96 16,-7 0 16-16,0 0 0 0,0 0-1600 0,34 23-320 15,-34-23-64-15,0 0-16 16,26 34-560-16,-26-34-112 0,0 0-32 0,25 43 0 0,-25-43-128 16,0 0-32-16,22 52 0 0,-22-52 0 0,0 0 0 0,15 49 0 15,-15-49 0-15,0 0 0 0,4 46-144 0,-4-46-48 16,-7 30 0-16,2-13 0 0,-1-3-192 0,-1 1 144 15,-3 1-144 1,-1 0 128-16,0-1-128 0,-2-1 0 0,-1 1 0 0,-2-1 0 0,-1-2 0 0,-3 2 0 0,-1-2 0 0,-2 0-12176 16,-1 2-2352-16</inkml:trace>
  <inkml:trace contextRef="#ctx0" brushRef="#br0" timeOffset="123551.2">6345 7259 4607 0,'8'-7'400'0,"-4"0"-400"0,1 2 0 0,-1 3 0 0,-2-1 2240 0,-1 3 352 15,0-2 80-15,2-1 16 0,1 1 32 0,0-2 16 16,-1-1 0-16,-1 2 0 0,-1 1-816 0,-3 0-144 16,-1 2-48-16,-4 0 0 0,0 2-368 15,-4 0-80-15,-2 1 0 0,0 4-16 0,-4 2-448 0,0 1-96 16,0 4-16-16,0 3 0 0,-1 2-336 0,3 4-80 16,2 1-16-16,3 2 0 0,3-1-272 0,2-2 128 15,2 0-128-15,3-23 0 0,3 47 0 0,-3-47 0 16,15 43 0-16,-15-43 0 0,28 38 160 0,-28-38-160 0,38 30 128 0,-38-30-128 15,45 25 0-15,-45-25 0 0,54 16 0 0,-22-11-11504 16,1 1-2256 0</inkml:trace>
  <inkml:trace contextRef="#ctx0" brushRef="#br0" timeOffset="124086.05">8430 7209 9215 0,'2'-5'816'0,"0"2"-656"0,-1 2-160 0,-1-1 0 16,0 2 1856-16,0-2 320 0,1-1 80 0,1-1 16 15,-1-2 976-15,-1-1 192 16,-1 2 32-16,-1 1 16 0,-1 0-1424 0,-1 3-272 0,0 1-64 0,-3 0-16 16,1 2-624-16,-3 3-128 0,0 2-32 0,0 3 0 15,-2 4-464-15,-1 2-80 0,0 3-32 0,-1 5 0 16,0 2-352-16,1 0 144 0,3 0-144 0,2-2 0 15,1-3 0-15,6-21 0 0,-3 38 0 0,3-38 0 16,0 0 0-16,8 45 0 0,-8-45 0 0,0 0 0 0,0 0 0 0,33 36 0 16,-33-36 0-16,0 0 0 15,36 14-1520-15,-36-14-208 0</inkml:trace>
  <inkml:trace contextRef="#ctx0" brushRef="#br0" timeOffset="124573.8">8763 7166 17503 0,'0'-2'1552'0,"0"2"-1232"0,0 0-320 0,0 2 0 0,-1-2 1744 0,0 1 304 16,0 3 48-16,-1-1 16 15,-1 4-64-15,-1 2-16 0,-1 5 0 0,-1 3 0 0,0 4-816 0,1 1-176 16,0 4-16-16,0 0-16 0,-1-2-432 0,6-24-64 0,-9 42-32 15,4-23 0-15,1-2-240 0,4-17-48 16,-4 28-16-16,4-28 0 0,0 0-176 0,-1 29 0 16,1-29 0-16,0 0-11376 0,0 0-2256 15</inkml:trace>
  <inkml:trace contextRef="#ctx0" brushRef="#br0" timeOffset="124889.17">8947 7247 15663 0,'-1'3'688'0,"0"-1"144"16,0 0-656-16,-1 0-176 0,0 1 0 0,0 0 0 0,0 1 1744 15,-3 6 320-15,-2 4 64 0,-2 2 16 0,0 4-192 0,1-1-32 16,2-2-16-16,2-3 0 0,4-14-544 0,0 0-96 31,2 32-32-31,-2-32 0 0,0 0-768 0,0 0-144 0,0 0-48 0,37 18 0 16,-26-21-48-16,2 0-16 0,0-3 0 0,1 0 0 15,0-3 48-15,1 0 16 0,1-1 0 0,-2-2 0 0,-1-1-96 0,-2-1-32 16,0 1 0-16,-3-1 0 0,0 2-144 0,-4-2 0 16,0 2 0-16,-4 1 0 0,0 0 0 0,-4 2 0 0,-1-1 128 15,-3 2-128-15,-1 2 0 0,-3 1 0 0,0 3 0 0,0 0 0 16,-1 4 0-16,1 0 128 16,-1 3-128-16,1 2 0 0,2 0 0 0,1 0 0 0,2 1 0 0,1-1-176 31,2 1-448-31,2-2-80 0,2-6-32 0,0 0-15376 0</inkml:trace>
  <inkml:trace contextRef="#ctx0" brushRef="#br0" timeOffset="125094.42">9212 7347 6447 0,'5'0'576'0,"-1"-2"-576"0,1 1 0 0,0-1 0 0,-3 2 3936 0,1-1 672 16,2 0 144-16,0-1 32 0,7-1-1360 0,5-2-272 15,2-2-48-15,-1 2-16 0,-1-1-2032 0,0 0-416 16,-2 2-64-16,1-1-32 16,-1 2-544-16,-1-1 0 15,0 0 0-15,-1-1 0 16,-1 2-368-16,-1 1-176 0,-1-3-32 0,-2 2-9968 16,1 1-1984-16</inkml:trace>
  <inkml:trace contextRef="#ctx0" brushRef="#br0" timeOffset="125299.32">9427 7124 10127 0,'-5'-2'448'0,"2"2"96"0,0 0-544 0,1 2 0 0,1-2 0 0,0 1 0 16,-1 2 2816-16,1 1 448 0,-3 4 80 0,-2 4 32 16,1 5-96-16,-2 3-16 0,1 3 0 0,-2 1 0 15,2 4-1712-15,-2-2-336 0,-1 1-80 0,3-3-16 16,-1-2-608-16,2-3-128 0,5-19-32 0,-7 34 0 15,7-34-352-15,0 0 0 0,-2 33 0 0,2-33-11584 16,0 0-2400-16</inkml:trace>
  <inkml:trace contextRef="#ctx0" brushRef="#br0" timeOffset="125550.87">9724 7128 17503 0,'-1'3'768'0,"0"-2"176"0,0 3-752 0,0-2-192 16,0 0 0-16,-1 1 0 0,1 2 1984 0,-2-1 352 15,3-4 80-15,-11 24 16 0,1-7 80 0,0 4 32 16,0-2 0-16,-1 2 0 0,1 1-1216 0,-1-1-240 16,2-2-64-16,1 0 0 0,0-2-384 0,2-2-96 15,0-2-16-15,6-13 0 0,-8 24-320 0,8-24-64 0,0 0-16 16,-6 22 0-16,6-22-128 0,0 0 0 0,0 0 0 0,0 0-12352 15,0 0-2368-15</inkml:trace>
  <inkml:trace contextRef="#ctx0" brushRef="#br0" timeOffset="125914.05">9775 7256 10127 0,'0'0'896'0,"0"0"-704"16,0 0-192-16,1 0 0 0,-1 0 1984 0,1 0 352 15,1-2 80-15,1 2 16 16,3-2 656-16,1 0 144 0,-7 2 32 0,19-7 0 0,-9 4-2032 0,1 1-400 16,1-3-64-16,-1 2-32 15,1 1 112-15,0 0 32 0,-12 2 0 0,20-2 0 0,-20 2-240 0,0 0-64 16,0 0 0-16,31 7 0 0,-31-7-352 0,0 0-80 16,0 0-16-16,0 0 0 0,0 0-128 0,17 37 0 15,-17-37 144-15,0 0-144 0,-7 29 176 0,0-20-48 16,1 3 0-16,-3-2 0 0,0 2-128 0,-2-3 0 15,0 0 144-15,-1-1-144 0,-1 1 0 0,-1-2 0 0,1-1 0 0,0 0 0 16,1 1 0-16,3-2 0 0,0 0 0 0,3 2 0 16,1-3 160-16,2 0-32 0,2 0-128 0,0 0 192 15,1-4-64-15,0 0 0 0,0 0-128 0,0 0 192 16,0 0-192-16,40 15 128 0,-40-15-128 0,29-2 0 16,-29 2 192-16,32-3-48 0,-15 1-16 0,0-3 0 15,-1 2-128-15,-1-1 128 0,-1 0-128 0,0 0 128 16,-1 2-128-16,-1 0 0 0,-1-3 0 0,-1 3 0 15,-1-1-640 1,-1 1-64-16,0 0-16 0,-2-3-16944 0</inkml:trace>
  <inkml:trace contextRef="#ctx0" brushRef="#br0" timeOffset="126134.04">10124 7318 11055 0,'0'0'976'0,"0"0"-784"0,1 0-192 0,0 0 0 0,0 0 2112 0,0 0 368 15,1 0 80-15,-2 0 0 0,0 0 432 0,0 0 80 16,33-2 0-16,-33 2 16 0,25-5-1568 0,-11 1-320 16,-1 1-64-16,2 1-16 0,-15 2-496 0,30-7-112 15,-30 7 0-15,27-5-16 0,-27 5-336 0,21-5-160 16,-21 5 160-16,19-7-160 0,-19 7 0 0,16-4 0 16,-16 4-128-16,12-3 128 15,-12 3-960-15,0 0-96 0,10-5-16 0,-9 3 0 16,0 0-1616-16,-2 0-320 0</inkml:trace>
  <inkml:trace contextRef="#ctx0" brushRef="#br0" timeOffset="126338.12">10215 7141 14735 0,'-1'4'640'0,"-1"-1"160"0,0-1-640 0,0 0-160 0,0 1 0 0,0 0 0 16,0 2 2448-16,-3 4 464 0,-3 7 96 0,-2 5 0 0,-1 5-640 0,-1 1-128 15,2-1-16-15,1-2-16 0,1-1-880 0,8-23-176 16,-9 35-48-16,9-35 0 16,-5 29-480-16,5-29-112 0,0 0 0 0,0 0-16 15,7 38-496-15,-7-38 0 0,0 0 0 0,0 0-11616 16,0 0-2336-16</inkml:trace>
  <inkml:trace contextRef="#ctx0" brushRef="#br0" timeOffset="126837.8">10565 7176 16575 0,'0'-1'1472'0,"0"0"-1168"15,0 1-304-15,0-2 0 0,1 2 1168 0,-1 0 176 16,0 0 48-16,0-1 0 0,0 1 1168 0,0 1 256 16,-1 1 32-16,-1 0 16 0,1 0-1040 0,1-2-208 15,0 0-32-15,-7 22-16 0,7-22-608 0,0 0-128 16,-8 35-32-16,8-35 0 0,-5 33-448 0,5-33-96 15,-2 39 0-15,2-39-16 0,-1 40-240 0,1-40 0 16,1 33 0-16,-1-33 0 0,0 0 0 0,1 39 0 16,-1-39 0-16,0 0-12176 15,0 35-2496-15</inkml:trace>
  <inkml:trace contextRef="#ctx0" brushRef="#br0" timeOffset="127535.18">10843 7166 16575 0,'5'-6'1472'0,"-2"3"-1168"0,0 1-304 0,-1-1 0 0,0 1 960 0,0 2 128 0,0 0 16 15,2-2 16-15,1 2 1808 0,3-3 352 0,2 1 80 0,0 2 16 16,-10 0-1520-16,0 0-288 0,28 7-64 0,-28-7-16 16,0 0-704-16,0 0-144 0,32 38-16 0,-32-38-16 15,0 0-336-15,19 50-64 0,-19-50-16 16,8 42 0-16,-8-42-64 0,2 48-128 0,-2-48 176 0,-5 45-176 16,5-45 128-16,-13 41-128 0,4-21 0 15,-3-2 0-15,-2 0 0 0,-3 1 0 0,-2 0 0 0,-1 0 0 16,-1-2-1024-1,-2 1-224-15</inkml:trace>
  <inkml:trace contextRef="#ctx0" brushRef="#br0" timeOffset="128402.9">10117 7294 9215 0,'-2'0'816'15,"0"0"-656"-15,0 0-160 0,1 0 0 16,0 1 1152-16,-2 1 192 0,-1-2 32 0,-2 2 16 16,-2 1 592-16,0-1 112 0,2 0 16 0,1-2 16 0,1 0-640 0,1 0-128 15,1-2-16-15,0 1-16 0,0 0 32 0,1-2 16 16,0 1 0-16,0-3 0 0,0 3-224 0,-1-3-64 16,1 1 0-16,-1 1 0 0,-1 1-256 0,0-1-64 15,-1-1-16-15,0 3 0 0,-2-1-368 0,1 1-64 16,-1 1 0-16,1 0-16 0,-2 1-112 0,1 1-32 15,1-2 0-15,0 3 0 0,2-1-160 0,0 1 160 16,0-1-160-16,2-2 160 0,1 2-32 0,0-1-128 16,0-1 192-16,0 0-64 0,0 0 64 0,0 0 16 15,25-1 0-15,-14-1 0 0,2 0 112 0,1 0 0 16,1-1 16-16,1 0 0 0,0 1-192 0,2 1-144 16,1 1 192-16,-19 0-192 15,37 3 0-15,-37-3 0 0,38 8 0 0,-38-8 0 0,37 12-240 0,-37-12-96 0,35 11-32 0,-35-11-18320 16</inkml:trace>
  <inkml:trace contextRef="#ctx0" brushRef="#br0" timeOffset="129834.58">6224 7873 4607 0,'1'-5'400'0,"0"3"-400"0,0 0 0 0,0 0 0 15,-1 1 720-15,0 1 64 0,0 0 16 0,1 0 0 16,-1-2 896-16,0 0 176 0,0 1 48 0,0-1 0 15,-1 2-208-15,0 0-48 0,-1 0 0 0,1 0 0 16,0 0-576-16,0 0-128 0,0 0-32 0,1 0 0 16,0 0-256-16,0 0-48 0,1 0-16 0,0 0 0 15,1 2 64-15,1-2 16 0,-1-2 0 0,3 2 0 0,0 0 16 16,0 0 16-16,1-1 0 0,0 0 0 0,2-1-64 0,-1 2-16 16,1-3 0-16,0 1 0 0,0 1-112 0,0 1-16 15,0-2-16-15,1 2 0 0,-1-1-112 0,1 0 0 16,-9 1-16-16,0 0 0 0,33 0-48 0,-33 0 0 15,27 0 0-15,-27 0 0 0,30 0-64 0,-30 0-32 16,32-2 0-16,-32 2 0 0,36-2-80 0,-19-1-16 0,0 1 0 16,1-1 0-16,2 2-128 0,0-2 192 0,2 2-192 0,-1-3 192 15,0 3-192-15,1-1 160 0,-3 0-160 0,-19 2 160 16,43 0-32-16,-43 0-128 0,42 2 192 0,-42-2-64 16,45 2-128-16,-45-2 128 0,44 1-128 0,-44-1 128 15,39 0-128-15,-39 0 160 0,39-1-160 0,-18 1 160 16,-1-2-160-16,0 2 0 0,-1-1 144 0,2 0-144 15,0 1 0-15,1 0 144 0,1 0-144 0,1 0 0 16,-24 0 160-16,50 0-160 0,-24 1 128 0,-1-2-128 16,0 1 144-16,-2-2-144 0,2 0 160 0,-1 1-160 15,-1-3 160-15,-1 3-160 0,3-1 160 0,-1 0-160 16,1 2 128-16,-1 0-128 0,2-2 0 0,1 2 144 0,0 2-144 16,1-4 0-16,1 1 0 0,0-1 128 0,0-1-128 15,0-1 0-15,-2 2 0 0,2-3 0 0,1 2 0 0,3-1 128 16,-1 1-128-16,3 1 0 0,-1 0 128 0,0 1-128 15,1 1 128-15,-3-2-128 0,-2 0 128 0,-1 0-128 16,0 1 0-16,1-1 128 0,-1 2-128 0,-1 0 0 16,1 0 0-16,-1 0 128 0,1 0-128 0,0-2 0 15,2 2 0-15,-1-1 128 0,-2-1-128 0,0 0 0 16,0 0 0-16,1-1 128 0,0-1-128 0,-1 1 0 16,2 3 144-16,2-2-144 0,-1 2 0 0,2-2 128 15,1 4-128-15,0-4 0 0,0 2 0 0,0-1 128 0,1-1-128 16,-2-3 0-16,2 3 0 0,0-1 0 0,2 1 0 0,1-3 128 15,2 3-128-15,1-3 0 0,2 0 0 0,-2-1 0 16,1 0 0-16,0 0 0 0,-1-1 0 0,4 2 0 16,0-3 0-16,2 1 0 0,2 2 0 0,-2-1 128 15,-4 3-128-15,0-2 0 0,-1 3 0 0,3-3 128 16,1 1-128-16,0 0 128 0,1 1-128 0,-3 0 128 16,-2 0-128-16,3 2 0 0,1 0 128 0,0-1-128 15,1 0 0-15,0-1 0 0,1 1 0 0,1 2 0 16,-1 0 0-16,-1 0 0 0,1 0 0 0,1 0 0 15,0 2 0-15,-1-2 0 0,1 3 0 0,-3-1 0 16,1 1 0-16,-4 1 0 0,0 1 0 0,-3-3 0 0,-2 0-224 16,-1 1 32-16,-2-1 16 0,0-2-12656 15,-2 1-2528-15</inkml:trace>
  <inkml:trace contextRef="#ctx0" brushRef="#br0" timeOffset="131199.57">8758 8068 7359 0,'-3'0'656'16,"0"-2"-528"-16,1 1-128 0,1 1 0 15,0 0 1104-15,-1-2 192 0,-1 2 48 0,-4-3 0 0,0-1 1120 0,-2 1 224 16,1-1 64-16,2 1 0 0,1 1-208 15,0 0-48-15,2 0 0 0,0 1 0 0,1-1-576 0,1 1-112 16,0 0-16-16,1 0-16 0,1 1-816 0,0 0-144 16,1-2-48-16,3 2 0 0,1-2-432 0,-6 2-80 15,20-3-32-15,-20 3 0 0,27-2-80 0,-27 2-16 16,35 0 0-16,-35 0 0 16,36 2-128-16,-36-2 192 0,36 7-192 0,-36-7 192 0,34 14-192 0,-34-14 128 15,0 0-128-15,43 24 128 0,-43-24-128 0,0 0 0 16,31 31 0-16,-31-31 0 0,0 0 0 0,0 0 0 15,17 36 0-15,-18-28 0 0,1-8 0 0,-5 16 0 0,0-7 0 0,-2-2 0 16,-2 0 0-16,0 1 0 0,0 0 0 0,-2 0 0 16,1-3 0-16,0 2 0 15,1-3 0-15,0 1 0 0,0 0 0 0,2-3 0 0,1 3 0 16,2-2 0-16,1 0 0 0,1-2 0 0,2 1 0 0,1 1 0 16,1-3 0-16,1 2 0 0,2-2 0 0,3 0 0 15,1 0 0-15,2 0 160 0,2-2-160 0,3 0 160 16,0 1 32-16,2-1 16 0,1 0 0 0,1-2 0 15,2 1-208-15,3 0 0 0,3 1 128 0,0-3-128 16,1 1 0-16,0 0 0 0,1 0 0 0,0-3-19216 16</inkml:trace>
  <inkml:trace contextRef="#ctx0" brushRef="#br0" timeOffset="131749.79">11261 7674 8287 0,'-2'0'736'0,"0"0"-592"0,1 0-144 0,0 0 0 0,1 0 1664 0,-2 0 320 16,0-2 48-16,0 2 16 0,-1-2 752 0,-1 1 144 16,2-1 48-16,0 0 0 0,1 1-560 0,1-1-128 15,2 2 0-15,0-2-16 0,1 0-848 0,1 1-160 16,0 0-48-16,3 0 0 0,-7 1-656 0,16-2-128 15,-16 2-16-15,20-1-16 0,-20 1-224 0,26 0-64 16,-26 0 0-16,30-2 0 0,-30 2-128 0,33 0 0 16,-33 0 144-16,32 0-144 0,-32 0 0 0,29 0 0 0,-29 0 0 15,26 0 0-15,-26 0 0 0,22-2 0 0,-22 2 0 0,0 0-128 32,23-2-832-32,-23 2-144 0,0 0-48 0,0 0-15920 0</inkml:trace>
  <inkml:trace contextRef="#ctx0" brushRef="#br0" timeOffset="136074.84">11985 7534 13823 0,'8'-5'1216'0,"0"0"-960"0,-4 2-256 0,-1 2 0 16,-1 1 2048-16,1-2 384 0,4-3 64 0,4 0 0 15,3-4 528-15,0 2 112 0,-1-1 0 0,-4 4 16 16,-1-1-1232-16,-4 2-256 0,-1 1-64 0,-2 1 0 15,0 0-896-15,-1-1-176 0,-2 1-32 0,-1-1-16 16,1 2-176-16,-4-2-48 0,1 2 0 0,-4-1 0 16,0 1-256-16,0 0 128 0,-2 3-128 0,-2-1 0 15,0 1 0-15,0 1 0 0,-1 1 0 0,0 2 0 16,0 1 128-16,0 1-128 0,2 0 0 0,2 1 0 16,2-1 0-16,2-2 0 0,2 3 0 0,4-10 0 0,0 0 0 0,0 0 0 15,3 36 0-15,-3-36 0 0,0 0 0 0,0 0 0 16,32 29 0-16,-32-29 0 0,0 0 0 0,40 16 0 15,-40-16 0-15,33 9 0 0,-33-9 0 0,35 10 0 16,-35-10 0-16,35 12 0 0,-35-12 0 0,33 16 0 16,-33-16 0-16,0 0 0 0,36 31 0 0,-36-31 0 15,0 0 0-15,0 0 0 0,15 43 0 0,-15-43 0 16,0 0 0-16,-12 26 0 0,5-17 0 0,-3 0 0 16,-2 1 0-16,-1-3 0 0,0 0 0 0,-3-2 0 0,0 2 0 15,0-2 0-15,0-2 0 0,1 1 0 0,1-3 0 0,1 0 0 16,2-1 128-16,0 0-128 0,2-1 0 0,-1 0 0 15,4-1 0-15,0 2 0 0,1-3 0 0,1 1 0 16,2-1 0-16,1 1 0 0,2 0 0 0,2-1-12736 16,2-1-2512-1</inkml:trace>
  <inkml:trace contextRef="#ctx0" brushRef="#br0" timeOffset="136356.91">12423 7781 4607 0,'-3'-1'400'0,"1"1"-400"16,1 0 0-16,0 0 0 0,1 0 2816 0,-1 0 464 16,-1 0 112-16,-1-2 0 0,-1 2 768 0,1-2 128 15,0 2 48-15,1-2 0 0,1 0-1840 0,0 1-384 16,2 1-64-16,0-2 0 15,0 4-1152-15,-1-2-240 0,0 0-32 0,0 0-16 0,0 0-224 0,0 0-64 16,0 0 0-16,8 33 0 0,-8-33-80 0,-3 24-32 16,3-24 0-16,-5 28 0 0,5-28-208 0,-7 29 176 15,3-12-176-15,4-17 160 0,-4 30-160 0,4-30 0 16,-2 24 0-16,2-24 0 0,0 0-192 0,0 0-64 0</inkml:trace>
  <inkml:trace contextRef="#ctx0" brushRef="#br0" timeOffset="138541.6">12711 7613 4143 0,'8'-3'368'0,"-5"-1"-368"16,0 3 0-16,-2-1 0 0,0 2 0 0,-1 0 128 15,0 0-128-15,0-2 0 0,-1 1 0 0,0 1 0 0,-1 0 0 0,-2 0 0 16,1 0 0-16,-2 0 0 0,0 0 736 0,0 1 208 16,-2 1 32-16,0 0 16 0,1-1 352 0,-1 1 64 15,1 0 0-15,2-1 16 0,0-1 192 0,1 1 48 16,1-1 0-16,1-1 0 0,1 1-48 0,0-1-16 15,1-1 0-15,-1 2 0 16,3-2-288-16,0 1-64 0,1-1-16 0,1 0 0 0,1 1-208 0,-1-1-32 0,2 0-16 0,0 0 16 16,-7 2 80-16,0 0 16 0,30-3 0 0,-18 1 0 15,-12 2-336-15,29-3-64 16,-29 3-16-16,32-2 0 0,-32 2-288 0,36-5-48 0,-16 3-16 0,0-1 0 16,1 1-128-16,-2-2-48 0,-19 4 0 0,35-5 16 15,-18 2-160-15,-17 3 0 0,29-2 0 0,-29 2 0 16,20-2-256-16,-20 2 64 0,0 0 0 0,0 0 16 15,0 0-928 1,0 0-192-16,-10 16-48 0,-1-9-9600 0,-2 0-1952 0</inkml:trace>
  <inkml:trace contextRef="#ctx0" brushRef="#br0" timeOffset="138966.64">12740 7699 5343 0,'-2'1'0'0,"0"-1"224"0,0 0-64 0,1 0 16 0,0 0-176 0,1 0 0 15,0 2 0-15,-2-2 0 0,0 0 2080 0,-1 0 384 16,0 1 80-16,0-1 16 0,1 2-320 0,-1-2-48 16,1 0-16-16,-1 0 0 0,2 0-320 0,-1 0-80 15,2 0-16-15,0 0 0 0,0 0-272 0,0 0-48 16,0 0-16-16,0 0 0 0,0 0-384 0,0 0-80 16,1 0 0-16,0 0-16 0,0-2-288 0,0 2-48 0,-1-1-16 0,0 1 0 15,-1 1-272-15,0-1-48 0,-1 2-16 0,0 0 0 16,0-1-128-16,-2 1-128 0,0 1 144 0,1 0-144 15,-2 0 0-15,1 0 0 0,0 1 0 0,0-2 0 16,0 3 0-16,1-4 0 0,0 3 0 0,-1-4 0 16,1 2 0-16,0-1 0 0,0 1 0 0,0 0 0 15,1-2 0-15,-1 0 0 0,2 0 0 0,-1 0 0 16,1 0 0-16,-1 0 0 0,1 0 128 0,0-2-128 16,1 1 128-16,0 0-128 0,0 0 176 0,0 1-176 15,0 0 240-15,4-2-64 0,-4 2-16 0,0 0 0 16,16-5-16-16,-6 1 0 0,1 1 0 0,2 1 0 0,2-2-16 15,2 0 0-15,4 1 0 0,0 0 0 0,3 1-128 0,1-1 0 16,2 0 0-16,0 1 0 0,0 1 0 16,-1 0 0-16,1-1 0 0,-1-1 0 15,-1 0 0-15,-1 1-192 0,1 0 32 0,-2-2-18624 16</inkml:trace>
  <inkml:trace contextRef="#ctx0" brushRef="#br0" timeOffset="140162.29">13758 7114 18431 0,'-3'0'1632'0,"2"-2"-1312"0,0 2-320 0,1 0 0 16,0 0 1488-16,0 0 240 0,-1 0 32 0,0-1 16 16,-2 0 128-16,1 1 16 0,1-2 16 0,1 1 0 15,1-1-672-15,2 2-144 0,2-3-32 0,0 1 0 0,3 2-272 0,2-2-64 16,1 0-16-16,3 2 0 0,0-2-256 0,1 1-48 15,-1 1-16-15,1 1 0 0,0 1-208 0,-15-2-32 16,30 4-16-16,-30-4 0 0,0 0-160 0,32 12 128 16,-32-12-128-16,0 0 128 15,0 0-128-15,0 0 0 0,26 36 0 0,-26-36 0 0,0 0 0 0,0 0 0 16,-7 38 0-16,0-28 0 0,-2 3 0 0,-2-1 0 16,-1 2 0-16,-1-2 0 0,0 0-176 0,0-2 176 0,1 1-128 15,-1 1 128-15,2-2 0 0,0-1-160 0,0-2 160 16,1-1 0-16,2 0 0 0,0-3-128 0,3 1 128 0,0-1 0 15,1-1 0-15,2 0 0 0,0-1 0 0,2 1 0 16,-1-2 0-16,2 0 0 0,1 0 0 0,-2 0 0 16,0 0 0-16,0 0 0 0,0 0 0 0,0 0 0 15,23-2 0-15,-23 2 0 0,12-1 0 0,-5-1 0 16,0 2 0-16,0-2 0 0,2-1 0 0,1 1 0 16,0-1 0-16,1-1 128 0,1 0-128 0,0 0 0 15,1 1 0-15,0 0 0 0,0-2 0 0,-1 0 0 16,0 3 0-16,-1-2-160 0,1 1 32 0,-1 2 0 15,-1-1-1344 1,-1 0-256-16,-1 0-48 0,1-1-14112 0</inkml:trace>
  <inkml:trace contextRef="#ctx0" brushRef="#br0" timeOffset="140587.01">14157 7146 10127 0,'-2'2'896'0,"1"-2"-704"16,1 0-192-16,0 0 0 0,1 0 2112 0,0 0 400 15,1 0 80-15,0 0 16 0,2-2 544 0,2 1 112 16,3-1 32-16,2-1 0 0,0 1-1216 0,2 0-240 16,1-2-48-16,1 1-16 0,1 2-816 0,0-1-144 15,0 2-48-15,-16 0 0 0,28 2-464 0,-28-2-112 0,24 6 0 0,-24-6-16 16,0 0-176-16,0 0 0 0,34 18 144 0,-34-18-144 15,0 0 0-15,0 0 0 0,0 0 0 0,0 0 0 16,15 38 0-16,-15-38 0 0,0 0 0 0,-14 24 0 16,6-16 0-16,-1 0 0 0,-1 1 0 15,-1-1 0-15,0 1 0 0,-1-1 0 16,1 1 0-16,-1-1-128 0,1 2 128 0,1-2 0 0,1 0 0 16,2 1 0-16,7-9 0 0,-8 12 0 0,8-12 0 15,0 0 0-15,0 0 0 0,0 0 0 0,0 0 0 0,0 0 0 0,0 0 0 16,32 27 0-16,-32-27 0 0,25 0 0 0,-25 0 0 0,31-3 0 15,-14 0 0-15,1-4 0 0,1 3 0 0,-1-2 0 16,2-2 0-16,-2 1 0 0,0-1-224 16,-1 2-112-16,-1 0-32 0,-1 0 0 15,0 0-2160-15,-2 1-432 16</inkml:trace>
  <inkml:trace contextRef="#ctx0" brushRef="#br0" timeOffset="140822.87">14680 7077 5519 0,'0'-1'496'0,"1"-1"-496"16,0 2 0-16,-1 0 0 0,0 2 2160 0,1-2 336 15,1 0 64-15,0 0 0 0,2 0 1088 0,-4 0 192 0,0 0 64 0,0 0 0 16,0 0-1168-16,34 22-240 0,-34-22-32 0,0 0-16 16,33 28-1280-16,-33-28-256 0,0 0-48 0,43 34-16 15,-43-34-512-15,30 23-96 0,-30-23-32 0,32 24 0 16,-32-24-80-16,28 23 0 15,-28-23-128-15,26 24 192 0,-26-24-192 0,0 0 0 16,37 32 0-16,-37-32 0 0,0 0-144 0,29 18-32 0,-29-18 0 0,0 0 0 16,0 0-1488-1,0 0-320-15</inkml:trace>
  <inkml:trace contextRef="#ctx0" brushRef="#br0" timeOffset="141012.06">14994 7055 9215 0,'-5'3'816'0,"1"-1"-656"16,0-1-160-16,1 0 0 0,0 1 1536 0,0 1 256 16,-1 2 64-16,-5 2 16 0,-3 5 752 0,-5 5 160 15,-5 3 32-15,-1 2 0 16,0 0-752-16,-1 1-144 0,1-2-16 0,0-1-16 0,2-2-496 0,2-1-112 16,3 0 0-16,2-3-16 15,4 0-944-15,10-14-192 0,-14 16-128 0,14-16-16656 0</inkml:trace>
  <inkml:trace contextRef="#ctx0" brushRef="#br0" timeOffset="141594.84">15207 7035 6447 0,'-1'-1'576'0,"0"-1"-576"16,1 2 0-16,0 0 0 0,0 0 1680 0,-1 0 240 16,0-2 32-16,-2 1 16 0,1-1 864 0,0 1 176 31,-1 0 48-31,0 1 0 0,1 0-736 0,1 0-144 0,1 1-16 0,0 0-16 0,0-1-592 0,0 0-112 31,0 0-32-31,0 0 0 0,0 0-624 0,26 8-128 0,-26-8-16 0,17 1-16 0,-17-1-320 0,19 0-64 16,-7 0-16-16,-2 0 0 0,-10 0-96 0,20 2 0 15,-20-2-128-15,0 0 192 16,23 6-192-16,-23-6 128 0,0 0-128 0,0 0 0 0,0 0 0 0,0 0 0 16,0 0 0-16,0 0 0 0,0 0 0 0,14 40 0 15,-14-40 0-15,-11 12 0 0,5-8 0 0,-4 3 0 0,2 0 0 0,-2-2 0 16,2 2 0-16,-1-2 0 0,-1 0 0 16,1-1 0-16,0 1 0 0,0-2 0 0,2 1 0 0,0-1 0 15,2 0 0-15,0 1 0 0,2-3 0 0,3-1 0 16,0 0 0-16,0 0 0 0,0 0 0 0,0 0 0 15,0 0 0-15,0 0 0 0,0 0 0 0,0 0 0 16,28 21 0-16,-28-21 0 0,0 0 0 0,25 8 0 16,-25-8 0-16,0 0 0 0,30 12 0 0,-30-12 0 15,0 0 0 1,29 15 0-16,-29-15 0 0,0 0 0 0,28 9 0 0,-28-9 0 0,0 0 0 0,0 0 0 0,27 11 0 16,-27-11 0-1,0 0 0-15,0 0 0 0,0 0 0 0,0 0 0 16,0 0 0-16,0 0 0 0,0 0 0 0,-11 23 0 15,2-19 0-15,-2 1 0 0,-1 2 144 0,-2-4-144 16,0 4 128-16,-1-1-128 0,2-1 128 0,0 0-128 16,1 0 128-16,1-2-128 0,2 1 0 0,2-3 0 15,0 0 0-15,3-2 0 0,0 0 0 0,1-3 0 16,1 1 0-16,2-4-12272 16,0 0-2416-16</inkml:trace>
  <inkml:trace contextRef="#ctx0" brushRef="#br0" timeOffset="142115.47">15506 6982 7359 0,'0'0'656'0,"0"0"-528"0,0 0-128 0,0 0 0 16,0 0 2464-16,0 0 464 0,0 0 80 0,0 0 32 15,0 0 64-15,19-3 16 0,-10 1 0 0,1-1 0 16,2 1-1632-16,0-2-320 0,0 1-64 0,1 0-16 16,-1 1-192-16,0 1-32 0,-12 1-16 0,23-1 0 15,-23 1-272-15,21 2-64 0,-21-2-16 0,0 0 0 16,0 0-272-16,30 12-48 0,-30-12-16 0,0 0 0 0,0 0-160 0,0 0 0 16,0 0 0-16,0 0 0 0,6 40 0 0,-6-40 0 15,0 0 0-15,-15 18 128 0,7-10-128 0,0-2 128 16,0 0-128-16,-2-1 128 0,0 2-128 0,0-1 0 15,0-1 144-15,-1-1-144 0,3 0 0 0,0-1 128 16,1-1-128-16,2 0 0 0,1-2 128 0,2 1-128 0,0 0 128 16,2-1-128-16,0 0 0 0,0 0 128 0,0 0-128 0,14-1 0 15,-14 1 128-15,16-1-128 0,-7 1 160 0,1-2-160 16,2 2 192-16,-12 0-48 0,23-2-16 0,-23 2 0 16,26 2-128-16,-26-2 0 0,25 4 144 0,-25-4-144 15,25 8 128-15,-25-8-128 0,25 9 128 0,-25-9-128 16,0 0 176-16,30 17-48 0,-30-17 0 0,0 0 0 15,0 0-128-15,0 0 160 0,19 33-160 0,-19-33 160 16,0 0-160-16,-12 19 0 0,12-19 144 0,-20 16-144 16,5-6 144-16,-2-2-144 0,-2 1 192 0,-1 2-192 15,-1-2 0-15,-2 2 0 0,-1-2 0 0,2 1 0 16,1-1 0-16,0 1 0 0,2-3 0 0,2 1 0 16,1 0-368-1,2-2-80-15,0 0 0 0,1-1-11776 0,1-1-2336 0</inkml:trace>
  <inkml:trace contextRef="#ctx0" brushRef="#br0" timeOffset="142729.91">13735 7596 4607 0,'-7'1'400'0,"1"-1"-400"15,1 0 0-15,2 0 0 0,1 0 768 0,0 0 80 16,0 1 16-16,-2-1 0 0,-2 0 800 0,-2 0 144 16,-1 0 48-16,1 0 0 15,0 0-208-15,3 2-48 0,-1-2 0 0,3 0 0 16,1 0-144-16,0 0-48 0,1 1 0 0,0-1 0 15,2 2-320-15,0-2-80 0,-1 0-16 0,0 0 0 0,0 0-160 0,0 0-16 16,25 2-16-16,-25-2 0 0,24 0 32 0,-6-2 0 16,1 2 0-16,5-3 0 0,5 1-176 0,3 1-16 15,4 0-16-15,3-2 0 0,2-1-112 0,6 1 0 0,4 1-16 16,3 0 0-16,-1 0-112 0,5-1 0 0,4 0-16 0,3 1 0 16,4-2-112-16,-1-1-32 0,4 2 0 0,-2 1 0 15,1 0-16-15,0-1 0 0,1 0 0 0,1 0 0 16,0-2-80-16,1-1-128 0,3 2 176 0,0-4-176 15,-1 2 160-15,1-4-160 0,1 3 128 0,-3 0-128 16,-4-3 0-16,-6 1 0 0,-5 0 0 0,-6 1 0 16,-5 1 0-16,-8 2 0 15,-4 1 0-15,-7 1 0 0,-6-2-512 16,-8 3-16-16,-7 0-16 0,-5-1-17568 0</inkml:trace>
  <inkml:trace contextRef="#ctx0" brushRef="#br0" timeOffset="144146.97">14769 7826 9215 0,'-1'0'816'0,"0"-2"-656"15,0 2-160-15,0 0 0 0,0 0 1280 0,0 0 240 16,-1 0 32-16,-2 0 16 0,-2 2 1040 0,1-2 208 16,-1 0 32-16,2 1 16 0,0 0-608 0,0-1-112 15,1 2-32-15,1-2 0 0,1 1-640 0,0-1-128 16,1 0-16-16,0 0-16 0,0 0-544 0,1 0-96 15,1 0-32-15,-1-1 0 0,2 1-272 0,1 0-64 0,2-2-16 0,0 1 0 16,3 0-96-16,1-1-32 16,3-1 0-16,0 1 0 0,2 1 0 0,1-1 0 15,1 1 0-15,0 0 0 0,2 1-160 0,-1 0 160 0,1 0-160 0,-19 0 160 16,34 5-160-16,-34-5 128 0,31 9-128 0,-31-9 128 16,0 0-128-16,33 24 0 0,-33-24 0 0,0 0 128 15,0 0-128-15,17 40 0 0,-17-40 0 0,0 0 0 16,-14 34 0-16,5-22 0 0,-4 2 0 0,-2-2 0 15,0 0 0-15,0-1 0 0,1 1 0 0,0-3 0 0,0 1-128 0,2-3 128 16,1 0 0-16,3 0 0 0,3-2 0 0,5-5 0 16,0 0 0-16,0 0 0 0,0 0 0 0,0 0 0 15,0 0 0-15,0 0 0 0,30 16 0 0,-30-16 0 16,33-4 0-16,-15-1 0 0,1 2 0 0,1-1 192 16,1-1-192-16,2-2 192 0,-2 3-192 0,2-2 0 15,1 2 0-15,1-1 0 0,0 0 0 0,0 1 0 16,0-3-144-16,0 3-18848 15</inkml:trace>
  <inkml:trace contextRef="#ctx0" brushRef="#br0" timeOffset="144991.76">16264 7600 13823 0,'0'0'608'0,"0"0"128"0,0 0-592 0,0 0-144 0,0 0 0 0,0 0 0 0,0 0 2176 0,0 0 416 0,0 0 80 0,0 0 16 15,0 0 144-15,33 6 48 0,-33-6 0 0,0 0 0 31,25-1-1056-31,-25 1-208 0,21-2-32 0,-21 2-16 0,22-2-928 0,-22 2-192 0,27-1-48 0,-27 1 0 32,26 0-272-32,-26 0-128 0,26-2 128 0,-26 2-128 15,23 0 0-15,-23 0 0 0,21-2 0 0,-21 2 0 16,20-2 0-16,-20 2-224 0,15-3 32 0,-15 3 0 0,0 0-1808 0,18-3-368 0,-18 3-64 0,11-4-13120 16</inkml:trace>
  <inkml:trace contextRef="#ctx0" brushRef="#br0" timeOffset="152809.57">16915 7419 9215 0,'2'-6'816'0,"0"1"-656"0,-1 3-160 0,0 1 0 15,0 0 1008-15,0-1 160 0,0-3 48 0,2 0 0 16,1-4 960-16,0 2 208 0,-2 1 48 0,0 2 0 16,0 1-496-16,-2 3-80 0,0 3-32 0,-1 1 0 15,0 4-720-15,-2 1-144 16,1 3-16-16,-2 2-16 0,0 5-496 0,0 3-112 0,4-22 0 0,-10 47-16 16,6-23-80-16,-3 4-16 0,1 1 0 0,-2-1 0 15,1 0 80-15,-1-1 16 0,0 1 0 16,1-5 0-16,1-1 0 0,1-3 0 0,0-2 0 0,1-1 0 0,4-16-304 0,0 0 160 15,-3 33-160-15,4-26 128 0,0-2-128 0,2-2 0 16,0-3-160-16,1-2-10624 16,4-1-2128-16</inkml:trace>
  <inkml:trace contextRef="#ctx0" brushRef="#br0" timeOffset="153215.34">17143 7465 11055 0,'-1'-4'480'0,"0"1"112"0,0 2-464 0,1 0-128 0,0 1 0 0,0 0 0 0,-1 0 1520 0,-1 0 272 15,-1-2 64-15,-1 2 16 0,0 0-80 0,-1 2 0 0,0 0-16 0,1 0 0 32,-1 3-560-32,0 0-128 0,2 2 0 0,-2 0-16 0,2 1-208 0,1 3-32 0,2-11-16 0,0 0 0 15,-6 39-304-15,6-39-48 0,-1 32-16 0,1-32 0 16,0 0-64-16,5 48 0 15,-5-48-16-15,0 0 0 0,14 38-16 0,-14-38 0 0,0 0 0 0,0 0 0 16,29 28-16-16,-29-28 0 0,0 0 0 16,30 0 0-16,-19-4 208 0,1-3 32 0,0-1 16 15,0-1 0-15,-1-1-208 0,1-2-32 0,1-2-16 0,-1 0 0 0,-2 0-208 0,-1-2-128 16,-1 1 160-16,-2 0-160 0,-1-1 0 16,-3 2 0-1,-1-2 0-15,-3-1 0 0,-1 2 0 0,-4 0 0 0,0 2 0 0,-2 1 0 0,1 3 0 0,-2 2 128 16,0 2-128-16,-1 2 0 0,0 3 0 0,0 3 128 15,1 0-128-15,1 2 0 0,0 1 0 0,2 1 128 16,0 3-128-16,1-3 0 0,0 4 0 0,3-2 0 16,1-1 0-16,2-8 0 0,0 0-272 0,0 0-48 15,0 0-16-15,0 0-17232 16</inkml:trace>
  <inkml:trace contextRef="#ctx0" brushRef="#br0" timeOffset="153767.19">17489 7380 22111 0,'6'-7'976'0,"-3"2"208"0,2 1-944 0,-2 1-240 0,-1 1 0 0,-2 1 0 15,1 1 1872-15,0-2 336 0,2-2 64 0,0 1 16 16,0-2-656-16,0 3-128 0,-2 0-32 0,-1 2 0 16,0 0-528-16,0 1-112 0,-1 0-32 0,-1 4 0 15,-1 0-352-15,0-1-80 0,0 1-16 0,1 1 0 31,-1 0-192-31,0 1-32 0,0 0-128 0,1 0 192 0,2-7-192 0,0 0 176 16,0 0-176-16,0 0 160 0,0 43-160 0,0-43 128 0,0 0-128 0,0 0 128 16,0 0-128-16,21 45 0 0,-21-45 0 0,0 0 128 15,0 0-128-15,31 36 160 0,-31-36-160 0,0 0 160 0,33 40-160 0,-33-40 0 16,0 0 0-16,28 42 0 16,-28-42 0-16,0 0 0 0,17 48 0 0,-17-48 0 0,0 0 0 0,5 38 0 15,-5-38 0-15,0 0 0 0,-8 31 0 0,3-22 0 16,-2-1 0-16,1-1 0 0,-1 0 0 0,-2-1 0 15,1-1 128-15,-1 0-128 0,-1-3 0 0,0 1 0 16,-1 0 0-16,-1-1 0 0,1 0 0 0,0-4 0 16,0 2 0-16,-1-3 0 0,3-2 0 0,1 2 0 15,0-3 0-15,2 1 0 0,1-2 0 0,2-2 0 0,2-1 128 0,1-2-128 16,1 0 144-16,3-4 0 0,3-1 0 0,1 0 0 31,2-1-144-31,1-2 0 0,2 2 144 0,2-1-144 0,0 1 0 0,3-2 0 0,-1-1 0 16,3 1 128-16,-3 2-128 0,1-1 0 0,-3 2 0 0,-1 1 0 31,-2 2 0-31,-3 1 0 0,-1-1 0 0,-2 2 0 0,-3 0 0 0,-2 1 0 0,-2 1 0 0,-4-2 0 16,0 5 0-16,-3-2 0 0,-2-1 0 0,-1 3 128 31,-2 1-128-31,-1 3 0 0,0 0 0 0,0 3 0 16,0 1 0-16,2 3 0 0,1 3 0 0,2-1 0 0,0 0 0 0,3 3-128 15,1-1 128-15,2-1-128 16,2 2-816-16,1-2-144 15</inkml:trace>
  <inkml:trace contextRef="#ctx0" brushRef="#br0" timeOffset="154019.47">17770 7643 16575 0,'4'-2'736'0,"-2"2"160"0,1-2-720 0,-2 1-176 0,0 1 0 0,0 0 0 16,1 0 2656-16,1 1 496 0,1 1 112 0,-4-2 0 16,0 0-768-16,0 0-144 0,0 0-48 0,0 0 0 15,0 0-1264-15,25 35-256 0,-25-35-48 0,0 0-16 16,0 0-496-16,0 0-96 0,-1 38-128 0,1-38 176 16,0 0-400-16,0 0-80 0,0 0-16 0,0 0-11216 15,0 0-2256-15</inkml:trace>
  <inkml:trace contextRef="#ctx0" brushRef="#br0" timeOffset="154412.65">18113 7373 5519 0,'5'-5'496'0,"-3"3"-496"0,1-1 0 0,-2 1 0 0,0 2 1888 0,-1 0 288 16,0 0 48-16,1 0 16 0,-1 0 1728 0,-1 2 368 15,0 1 64-15,-3 1 16 0,0 2-2304 0,-1 0-448 16,-2 2-80-16,0-2-32 0,-1 4-592 0,0 0-112 16,0-1-16-16,-1 3-16 0,1 0-304 0,0 0-48 15,2 2-16-15,0-2 0 0,6-12-208 0,-7 23-48 16,7-23-16-16,0 0 0 0,0 0-48 0,4 44 0 16,-4-44 0-16,0 0 0 0,0 0-128 0,29 32 192 15,-29-32-192-15,0 0 192 0,39 20-64 0,-39-20 0 16,28 11 0-16,-28-11 0 0,29 14-128 0,-29-14 160 0,0 0-160 0,38 19 160 15,-38-19-160-15,0 0 0 0,30 22 0 0,-30-22 0 16,0 0 0-16,0 0 0 0,0 0 0 0,24 36 0 16,-24-36 0-16,0 0 0 0,0 0 0 0,-11 28 0 15,4-21 0-15,-1 0 0 0,-2 0 0 0,0-1 0 16,-2 0 0-16,-2 1 0 0,0-3 0 0,-1-1 0 16,1 2 0-16,-2-4 0 0,0 0 128 0,1 1-128 0,0-2 0 0,-1 0 0 15,0-2 0-15,0 2 0 0,2-1 0 0,1-2 0 16,-1-2 0-16,1 1-176 15,2-1-912 1,2-1-176-16,1-3-32 0,3 0-15920 0</inkml:trace>
  <inkml:trace contextRef="#ctx0" brushRef="#br0" timeOffset="154601.69">18059 7422 16575 0,'4'-4'736'0,"-1"2"160"0,0-1-720 0,0 1-176 15,-1 2 0-15,1-2 0 0,1 1 2976 0,2-1 560 16,5 0 112-16,6-3 32 0,4-1-864 0,1-2-192 15,0 1-16-15,1-1-16 0,0 0-1632 0,-1 1-320 16,-1-1-64-16,-1 2 0 0,-2 0-432 0,-1 1-144 16,0 3 0-16,-4-2 144 0,-1 3-144 0,0 1 0 0,-2 1 0 0,-2 1-176 31,-8-2-768-31,0 0-144 0,0 0-48 0,0 0-16016 0</inkml:trace>
  <inkml:trace contextRef="#ctx0" brushRef="#br0" timeOffset="156642.06">5756 9037 22111 0,'0'-2'1968'0,"0"2"-1584"16,0 0-384-16,0 0 0 0,0 0 1344 0,0-2 176 15,0 2 32-15,1-1 16 0,1 1 32 0,0-2 0 31,3 1 0-31,-1 0 0 0,3-1-528 0,0 0-112 16,3 1 0-16,2-4-16 0,2 3-240 0,1-3-64 16,0 0 0-16,2 1 0 0,1-1-256 0,2 0-64 15,-1 1-16-15,-1-1 0 0,-1 0-304 0,-3 3 160 16,0 2-160-16,-2-3 128 0,1 3-128 0,-2-2 0 16,-2 2 0-16,-1-2 0 0,1 2 0 0,-3-1 0 15,2 1 0-15,-3 0 0 16,0 0-640-16,-1 0-64 0,0 0-16 0,-1 0-10832 0,0 0-2160 0</inkml:trace>
  <inkml:trace contextRef="#ctx0" brushRef="#br0" timeOffset="157019.03">5851 9180 10127 0,'-2'0'448'0,"1"-2"96"15,1 1-544-15,-1 1 0 0,1 0 0 0,0 0 0 0,-1 0 2320 0,1-2 368 16,0 0 64-16,-1 1 0 0,1-1 208 0,-2 2 48 16,1-1 0-16,-2 1 0 0,1 0-1040 0,-2 1-208 15,2 1-32-15,-3-1-16 0,1 1-944 0,-1 3-192 16,-1-3-48-16,1 2 0 0,-1-1-352 0,0 2-176 16,1-3 160-16,-1 1-160 0,3 1 144 0,-2-1-144 15,1-1 128-15,1 0-128 0,-1 1 144 0,1-1-144 16,0-1 160-16,1 1-160 0,2-2 256 0,-1 0-64 15,1 2 0-15,1-4 0 0,-1 2 16 0,2-2 0 16,1-1 0-16,1 0 0 0,1 1 48 0,2-3 16 0,-1 0 0 0,2 2 0 16,1-2-80-16,1 1-32 0,3 0 0 0,1 0 0 15,1-1-160-15,3 2 0 16,-1 1 0-16,3-3 0 0,0 0 0 0,0 1 0 0,0-1 0 0,-1 2 0 16,0 1 0-16,0-2 0 0,-1 1 0 0,0 0 0 15,-1 1 0-15,-17 2-224 0,34 0 80 0,-34 0-18736 16</inkml:trace>
  <inkml:trace contextRef="#ctx0" brushRef="#br0" timeOffset="157719.99">6625 8833 15663 0,'1'-2'1392'0,"-1"0"-1120"0,0 1-272 16,0 1 0-16,-1 0 1744 0,1-2 304 0,0 1 48 0,0-2 16 16,-1 0-176-16,0-2-16 0,0 3-16 15,-1 0 0-15,1-1-384 0,-1 3-80 0,1-2-16 0,-1 2 0 16,0 2-416-16,0-1-96 0,0 2-16 0,-1 1 0 16,0 3-448-16,0-1-112 0,0 4-16 0,-2 2 0 15,0 2-112-15,1 1-16 0,-2 2-16 0,1 3 0 16,-3 2-176-16,2 2 0 0,-2 2 0 0,2 2 0 15,-2 0 0-15,2 1 0 0,-1 2 0 0,0-1 0 16,2-1 0-16,0-3 0 16,1-2 0-16,2-1 0 0,0-5 0 0,1 0 0 0,1-18 0 0,-2 28 0 15,2-28-352-15,0 0-96 16,0 0-32-16,7 34-16928 0</inkml:trace>
  <inkml:trace contextRef="#ctx0" brushRef="#br0" timeOffset="158059.47">6834 8935 7359 0,'3'-5'656'0,"-2"2"-528"0,1 2-128 0,-1-1 0 0,-1 2 1776 0,0 0 320 16,0 0 64-16,-1 0 16 0,-1 2 944 0,-2-1 192 16,-1 3 32-16,-2 3 16 0,0 0-1824 0,-3 2-384 15,0 2-64-15,0 2 0 0,1-3-288 0,-1 1-48 16,0 2-16-16,-1 3 0 0,1 0-288 0,-1 1-48 15,1 0-16-15,0-1 0 0,3 1-224 0,0-3-160 16,4 0 192-16,-1-4-192 0,4-10 320 0,0 0-64 0,0 0 0 0,4 34 0 16,-4-34 64-16,0 0 16 0,0 0 0 0,0 0 0 15,41 21 32-15,-41-21 0 0,29 4 0 0,-29-4 0 16,33-2-64-16,-33 2-16 0,35 0 0 0,-18-3 0 16,0 1-288-16,-1-1 0 0,0 1 128 0,-1 0-128 15,-1-3 0-15,-1 2 0 0,0 0 0 0,-2 0 0 16,1-2 0-16,-3 0 0 15,0 0 0-15,-1 0 0 0,-1 1-1008 0,-1-1-208 0,-1 1-32 0,-1 1-16 16,-2-2-1920-16,-1 1-384 0</inkml:trace>
  <inkml:trace contextRef="#ctx0" brushRef="#br0" timeOffset="158270.43">6950 9042 7775 0,'-8'-12'160'0,"2"2"32"0,1 4 16 0,1-2 32 0,2 5-240 0,0 0 0 15,0 0 0-15,0-2 0 0,-3-2 2624 0,-1-2 496 16,1 1 80-16,-1 2 32 0,2 3-480 0,0 3-80 15,-1 3-32-15,1 3 0 0,1 4-976 0,-2 3-192 16,0 2-32-16,0 3-16 0,-1 2-512 0,1 3-96 16,-3 0-32-16,2 0 0 0,-2 1-368 0,1-3-80 15,1 3-16-15,-1-5 0 0,2 0-320 0,1-3 144 16,0-2-144 0,1-2 0-16,1 1 0 0,1-2 0 0,0 0 0 0,1-3-11280 15,0-8-2256-15</inkml:trace>
  <inkml:trace contextRef="#ctx0" brushRef="#br0" timeOffset="158585.06">7200 8900 11967 0,'5'-3'528'0,"-2"1"112"0,0 2-512 0,-2 0-128 0,0 0 0 0,-1 1 0 0,0 0 2368 0,-1 2 448 15,1-1 96-15,-2 5 16 0,-2-2-448 0,-2 3-96 16,0 0-16-16,-2 1 0 15,-1 0-864-15,-1 0-176 0,0 2-48 0,0 1 0 16,0 0-464-16,0 0-112 0,1 2 0 0,-1 3-16 0,0 0-448 0,1-1-96 16,2 3-16-16,-1 0 0 0,3 0-128 0,1 0 0 15,4-19 0-15,-2 34 0 0,2-34 0 0,0 0 160 16,12 37-160-16,-12-37 160 0,0 0 160 0,0 0 16 16,44 26 16-16,-44-26 0 0,33 6-176 0,-33-6-48 15,39 1 0-15,-18-2 0 0,0-2-128 0,-1 0 192 16,0-2-192-16,-2 1 192 15,1-1-192-15,-2 0 0 0,0 1 0 0,0-2 0 0,-1 2 0 0,-1-1 0 0,0 0 0 16,-2 1 0 0,-2 0-720-16,-1 0-32 0,-3 0 0 0,0 0 0 15,-3 1-1792-15,0-2-352 0</inkml:trace>
  <inkml:trace contextRef="#ctx0" brushRef="#br0" timeOffset="158782.76">7405 8960 12895 0,'-5'-4'576'0,"0"2"112"0,1 2-560 0,1 0-128 0,1 2 0 0,0-1 0 16,-1 4 1712-16,0-1 304 0,-4 6 64 0,-1 4 16 15,-3 3 160-15,-1 6 48 0,0 2 0 0,1 1 0 16,0 1-656-16,1 2-128 0,-1 2-32 0,1-3 0 16,0 0-592-16,0-4-128 0,2 0-32 0,-1-2 0 15,2-2-512-15,0 0-96 0,1-4-128 0,1-1 176 0,3-2-176 0,2-13-176 16,0 0 48-16,-1 30-16240 15</inkml:trace>
  <inkml:trace contextRef="#ctx0" brushRef="#br0" timeOffset="158987.49">7506 9279 6447 0,'5'-2'576'0,"0"2"-576"16,-1 0 0-16,-1 0 0 0,-3 0 2944 0,0 0 464 0,0 0 112 0,0 0 0 15,0 0 240-15,0 0 32 0,0 0 16 0,40 21 0 16,-40-21-1824-16,0 0-384 0,0 0-64 0,0 0 0 16,36 24-832-16,-36-24-144 0,0 0-48 15,0 0 0-15,0 0-304 0,0 0-64 0,39 19-16 0,-39-19 0 16,0 0-128-16,0 0 0 0,26 0-160 0,-18-3-11856 16,-2 1-2368-16</inkml:trace>
  <inkml:trace contextRef="#ctx0" brushRef="#br0" timeOffset="159380.34">8046 8889 22111 0,'-2'3'976'0,"1"0"208"0,-1-1-944 0,0 1-240 15,0-1 0-15,0 1 0 0,-1 1 2000 0,-1 1 368 16,-3 5 64-16,-3 2 0 0,-1 2-512 0,-1 1-128 15,-1 1 0-15,1 0-16 0,2-2-896 0,-2 1-176 16,2 1-48-16,1 1 0 0,0 2-288 0,1-3-64 16,2 3-16-16,0-1 0 0,6-18-160 0,-5 34-128 15,5-34 192-15,0 0-192 0,6 41 160 0,-6-41-160 16,0 0 128-16,0 0-128 0,32 35 128 0,-32-35-128 16,0 0 0-16,36 21 128 0,-36-21 0 0,0 0-128 15,40 20 192-15,-40-20-64 0,0 0-128 0,35 18 128 0,-35-18-128 0,0 0 128 16,0 0-128-16,43 29 0 0,-43-29 0 0,0 0 0 15,0 0 0-15,27 38 0 0,-27-38 128 0,0 0-128 16,0 0 0-16,4 38 0 0,-7-29 0 0,0 1 0 16,-2-3 0-16,-1 0 0 0,-1 0 0 0,-1-2 128 15,-2-1 0-15,0-1-128 0,0-1 192 0,-3-2-64 16,1 0-128-16,-2-2 0 0,-3 2 144 0,-2-3-144 16,-2 3 0-16,-1-2 0 0,-3 1 0 0,0-2 0 15,4 1-496 1,0-2-112-16,3 0-32 0,3-3-17760 0</inkml:trace>
  <inkml:trace contextRef="#ctx0" brushRef="#br0" timeOffset="159569.88">8043 8890 25791 0,'5'-1'2304'0,"2"0"-1856"16,-2 1-448-16,-1 0 0 0,-1 1 2160 0,1-1 336 15,6 0 64-15,6 0 0 0,5 0-848 0,3 0-176 16,0-1-48-16,0 1 0 0,0-2-1120 0,-1 2-240 15,0-2-128-15,0 1 160 16,-2 1-160-16,1-2 0 0,0 0-160 0,-22 2-17888 0</inkml:trace>
  <inkml:trace contextRef="#ctx0" brushRef="#br0" timeOffset="195664.68">2082 10016 14735 0,'0'0'1312'0,"0"0"-1056"0,0-2-256 0,1 2 0 15,0 0 896-15,0 0 112 0,1-1 16 0,1 0 16 16,1-2 704-16,3 1 144 0,-1 0 32 0,-6 2 0 16,0 0-848-16,0 0-176 0,36-7-16 0,-36 7-16 15,0 0-48-15,35-10-16 0,-35 10 0 0,28-9 0 16,-28 9-192-16,29-10-32 0,-29 10-16 0,28-12 0 15,-28 12-304-15,27-12-48 0,-27 12-16 0,23-14 0 16,-13 7-192-16,-1 0 0 0,1 1 0 0,-3 0 0 16,1 0 0-16,-1 1 0 0,-1 0 0 0,-2 2 0 15,1 1-256-15,-2 0 0 0,-1 1 0 0,-1 1 0 16,-1 1-576-16,0 1-128 16,-2-1 0-16,0 2-16 0,-2 2-832 15,-1 0-176-15,1 2-16 0,-2-2-16 0,0 0 496 0,-1 2 112 0,1-3 0 0,-1-1 16 0,2 0 1104 0,-1 1 288 16,1-3 0-16,0 0 0 0,1 1 752 0,-1-1 240 15,1 1 48-15,-1-2 16 0,1 2 128 0,1-1 32 16,0 1 0-16,0 0 0 0,1 1 240 0,1 1 48 16,-1 2 16-16,0 0 0 0,0 1-416 0,0 3-80 15,1-1 0-15,-2 5-16 0,2 3-368 0,-1-1-64 16,-1 1 0-16,1 2-16 0,-1-2-288 0,0 4-48 0,0 3-16 0,0-2 0 16,-1 1-208-16,1-2 176 15,2 1-176-15,0-6 160 0,1-2-160 0,1-2 0 0,-1-12 0 0,0 0 0 31,0 0-304-31,0 0-80 0,0 0-32 0,0 0-15856 0</inkml:trace>
  <inkml:trace contextRef="#ctx0" brushRef="#br0" timeOffset="196036.61">2529 9881 11967 0,'3'-2'1072'0,"-1"-1"-864"0,0 1-208 0,-2 2 0 15,0 2 2432-15,0-2 432 0,2 1 80 0,0 1 32 0,0 4 64 16,-1 3 16-16,-2 5 0 0,-2 2 0 0,0 3-1744 0,-2 4-352 15,0 1-64-15,-1 2 0 0,-1 1-400 16,1 2-80-16,-2 1-16 0,2 0 0 16,-2-1 0-16,3-3 0 0,-1 1 0 0,2-2 0 0,1-4-176 0,0-4-32 15,1-2-16-15,2-4 0 0,1-3-176 0,0-3 0 16,2-3 0-16,0-2 0 0,-1-2 0 0,3-4 0 16,1-1 0-16,1-6 0 15,0 0-560-15,0-1-80 0,0-2-32 0,-1 1 0 16,1-1-480-16,0-1-112 0,1-2-16 0,-1 3 0 0,-1 1 832 0,0 1 144 15,-1 2 48-15,1 3 0 0,-1-1 256 0,1 3 144 16,-1 2-16-16,0 3 0 0,0 2 496 0,-5 0 80 0,0 0 32 0,0 0 0 16,0 0 224-16,0 0 32 15,27 29 16-15,-27-29 0 0,0 0-512 0,12 31-112 0,-12-31 0 0,4 28-16 16,-3-13-224-16,-1-15-144 0,3 27 192 0,-3-13-192 16,0-14 144-16,1 22-144 0,-1-14 0 0,0 0 144 15,0-8-144-15,0 0 0 0,0 0 0 0,0 0 0 16,4 22 0-16,-1-22 0 0,0-2 0 0,3-3-12176 15,-1 0-2352 1</inkml:trace>
  <inkml:trace contextRef="#ctx0" brushRef="#br0" timeOffset="196453.47">2849 10156 17503 0,'2'3'768'0,"-1"-1"176"0,0 1-752 0,0-1-192 16,0-1 0-16,0-1 0 0,-1 1 2368 0,2-1 448 15,2 2 96-15,-4-2 16 0,0 0-1072 0,0 0-192 16,0 0-64-16,37-2 0 0,-28-2-624 0,1-2-128 16,0 2-16-16,0-5-16 0,0 4-528 0,0-3-96 15,1 2-32-15,-1-2 0 0,0 1-160 0,-2 0 0 16,1 3 0-16,-3-4 0 0,-1 4-128 0,-1-3-16 16,-3 3 0-16,-1-2 0 15,0 1 0-15,-1 1 0 0,-2-3 0 0,-2 3 0 16,0-2 144-16,-3 3 0 0,0-1 0 0,-1 2 0 0,-1-1 0 0,-1 3 144 0,0 0-144 0,0 3 0 15,-1 1 336-15,1 3-32 16,0 1-16-16,0 2 0 0,2 1-80 0,1-2-16 0,2-2 0 0,0 5 0 31,-1 2 64-31,1 4 0 0,0 0 0 0,2 1 0 0,3 0-80 0,1-3-16 0,0-16 0 0,6 29 0 16,-6-29 80-16,0 0 16 0,0 0 0 0,34 31 0 16,-34-31-80-16,0 0-16 0,38 7 0 0,-38-7 0 0,0 0-160 15,47-5 0-15,-47 5 0 0,34-10 0 16,-34 10 0-16,37-11-192 15,-18 4 0-15,-2-1 16 16,1 2-1648-16,0-2-336 0,0 1-64 0,0-1-13600 0</inkml:trace>
  <inkml:trace contextRef="#ctx0" brushRef="#br0" timeOffset="196783.81">3712 10066 18431 0,'3'-4'816'0,"-1"1"160"0,0-2-784 0,-1 3-192 0,0 0 0 0,-1 2 0 16,0-3 1920-16,1-1 320 0,0-1 80 0,0-3 16 16,-1 2-352-16,0-2-80 0,-1 2-16 0,-1 0 0 15,0 4-576-15,-1 0-112 0,-1 0-32 0,-1 0 0 16,-1 2-464-16,0 0-112 0,-1 2-16 0,-1 1 0 15,0 0-240-15,-1 0-48 0,0 3-16 0,0 0 0 16,-1 3-144-16,0 1-128 0,1-1 144 0,-1 3-144 16,1 0 128-16,-1 2-128 0,4 1 0 0,0 0 144 15,2 0-144-15,2 0 0 0,1 1 0 0,1-1 128 0,0-15-128 16,6 28 0-16,-6-28 144 0,0 0-144 0,25 28 0 16,-25-28 0-16,0 0 0 0,0 0 0 0,47 19 0 0,-47-19 0 15,0 0 0-15,42-5 0 16,-42 5-640-16,32-9-112 0,-15 0-16 0,-1-1-11072 15,1-2-2208-15</inkml:trace>
  <inkml:trace contextRef="#ctx0" brushRef="#br0" timeOffset="197130.58">3892 10078 911 0,'-2'-1'0'0,"0"0"0"0,0 1 0 0,1-2 0 16,0 1 2304-16,0 0 384 0,0 1 80 0,0-1 16 15,-1 1 688-15,1-3 144 0,0 0 32 0,1 0 0 16,1-2-1248-16,-1 0-240 0,3 3-48 0,0-3-16 15,2 0-912-15,0 3-176 0,2-3-48 0,-1 2 0 16,-6 3-432-16,0 0-80 0,0 0-32 0,0 0 0 16,43 3-288-16,-43-3-128 0,0 0 128 0,0 0-128 15,28 29 0-15,-28-29 128 0,0 0-128 0,13 30 0 16,-13-30 144-16,2 22-144 0,-2-12 160 0,0 1-160 16,0-1 256-16,-3 1-32 0,0-1-16 0,0-3 0 15,-1-1 112-15,2-2 0 0,-3 1 16 0,1-1 0 16,1-3 0-16,-1 0 0 0,1-1 0 0,0-1 0 0,1 0-80 0,1-3 0 15,0 1-16-15,1-3 0 0,0 0-80 0,2-1-16 16,0-2 0-16,2 1 0 0,0-3-144 0,2 1 0 16,2-4 0-16,0 0 128 0,2-1-128 0,0-1 0 15,2 2 0-15,-2 1 0 0,1 0 0 0,0 1 0 16,0 2 0-16,1 1 0 0,-1-1-272 0,0 3 16 16,1 0 0-16,-12 7 0 15,21-11-896-15,-21 11-160 0,19-11-32 0,-19 11-9936 16,21-7-1984-16</inkml:trace>
  <inkml:trace contextRef="#ctx0" brushRef="#br0" timeOffset="197303.2">4265 9955 14735 0,'0'0'640'0,"0"0"160"0,0 0-640 0,0 0-160 0,0 0 0 0,0 0 0 16,0 0 2720-16,0 0 512 0,0 0 96 0,0 0 32 16,0 0-704-16,43 12-144 0,-43-12-16 15,0 0-16-15,0 0-1648 0,0 0-320 0,0 0-64 0,37 5 0 16,-37-5-448-16,0 0-272 0,0 0 32 0,0 0 16 31,0 0-1920-31,0 0-384 0</inkml:trace>
  <inkml:trace contextRef="#ctx0" brushRef="#br0" timeOffset="197470.06">4334 10021 3679 0,'-3'3'160'0,"0"-3"32"0,1 2-192 0,1-2 0 16,1 1 0-16,-1 0 0 0,0 0 2752 0,-1 1 512 15,-1 3 112-15,-1 1 16 0,1 3 192 0,-3 2 32 16,0 1 16-16,2 2 0 0,-1 0-1376 0,0 0-272 15,0 2-48-15,0-1-16 0,2 2-896 0,-1-3-176 16,2 0-32-16,-1-2-16 0,2-3-608 0,0-1-192 16,1-1 0-16,0-3 0 15,1-1-656-15,0-1-240 16,2-4-64-16,0 1-15360 0</inkml:trace>
  <inkml:trace contextRef="#ctx0" brushRef="#br0" timeOffset="197696.21">4377 10090 12895 0,'0'0'576'0,"0"0"112"0,0 0-560 0,0 0-128 0,0 0 0 0,0 0 0 16,0 0 2784-16,0 0 528 0,37 2 96 0,-37-2 32 15,0 0-688-15,41 0-128 0,-41 0-16 0,31-2-16 16,-31 2-1376-16,29-5-256 0,-29 5-64 0,27-7-16 16,-27 7-560-16,26-7-128 0,-26 7 0 0,25-9-16 15,-25 9-176-15,19-8 0 16,-19 8 0-16,17-7 0 0,-11 5-528 15,-1-3-48-15,-1 4 0 0,0 0 0 0,-1-3-1232 16,-1 3-256-16,-2-2-48 0,0 1-16 0,-1 0-608 0,-2-2-112 0,0 1-32 0,1-3-6928 16</inkml:trace>
  <inkml:trace contextRef="#ctx0" brushRef="#br0" timeOffset="197886.01">4599 9943 1839 0,'0'0'160'0,"0"0"-160"0,-1-2 0 0,1 2 0 0,-2-1 1680 0,-1 1 304 16,0 0 64-16,-2 1 16 0,-1 4 944 0,-1 2 176 15,2 4 32-15,-2 3 16 0,2 1-224 0,0 2-64 16,0 2 0-16,0 2 0 15,0 0-1024-15,-1-2-192 0,2 2-64 0,-1-3 0 0,1 2-704 0,0-3-160 16,1-3-32-16,0 0 0 16,1-2-448-16,2 0-112 0,0-12-16 0,0 0 0 15,3 25-192-15,-3-25 0 0,0 0 128 0,0 0-128 0,0 0 0 0,0 0 0 16,0 0 0-16,0 0 0 0,0 0 0 0,39 8-160 16,-30-13 32-16,-1-2 0 15,1-1-1600-15,0-3-304 0</inkml:trace>
  <inkml:trace contextRef="#ctx0" brushRef="#br0" timeOffset="198075.5">4781 9950 8287 0,'4'-2'736'0,"0"-1"-592"0,-1 3-144 0,-2 0 0 15,1 1 3456-15,0-1 640 0,-2 0 144 0,0 0 32 16,0 0-304-16,0 0-48 0,39 9-16 0,-39-9 0 16,0 0-2320-16,0 0-480 0,0 0-80 0,35 17-32 15,-35-17-608-15,0 0-112 0,0 0-16 0,0 0-16 0,0 0-240 0,40 11 0 16,-40-11 0-16,0 0 0 0,0 0-144 15,0 0-80-15,0 0-16 0,0 0 0 32,0 0-1296-32,0 0-256 0,0 0-48 0,0 0-16 0,0 0-1856 0,0 0-384 0</inkml:trace>
  <inkml:trace contextRef="#ctx0" brushRef="#br0" timeOffset="198233.47">4866 10040 10127 0,'-2'2'448'0,"1"-2"96"0,1 1-544 0,0-1 0 15,0 2 0-15,0-2 0 0,0 2 2432 0,0 1 368 0,0 1 80 16,-1 2 0-16,1 2 592 0,-2 2 112 0,0 2 32 15,-1 1 0-15,-1 0-1472 0,1 1-288 0,-1 1-64 0,-1 1-16 16,2-1-1136-16,-2 1-208 0,1-4-48 0,1 0-16 16,1 0-368-16,0-3 0 15,1-2 0-15,1-7 128 16,0 0-448-16,0 0-64 0,0 0-32 0,0 0-17552 0</inkml:trace>
  <inkml:trace contextRef="#ctx0" brushRef="#br0" timeOffset="198533.87">5124 10071 13823 0,'0'0'608'0,"0"0"128"0,0 0-592 0,0 0-144 0,0 0 0 0,0 0 0 16,0 0 2672-16,0 0 496 16,20-9 96-16,-17 6 32 0,0-2-736 0,0-1-128 15,-1 0-48-15,-2 2 0 0,1-4-1184 0,-1 4-240 16,-1-3-64-16,1 0 0 0,-2 0-400 0,-1 2-96 15,0 0-16-15,-2 0 0 0,0 3-224 0,-2 2-160 16,1 0 192-16,-2 3-192 0,-1 4 128 0,0-1-128 0,0 3 0 0,-1 2 0 16,-2 4 128-16,0 0-128 15,2 3 0-15,2-2 0 0,0 0 128 0,2 1-128 16,0 2 0-16,3-2 0 0,-1 1 304 0,2-1-48 0,2-1-16 0,0-16 0 16,4 24-240-16,-4-24 176 0,0 0-176 0,0 0 160 15,0 0-160-15,36 26 0 0,-36-26 0 0,0 0 0 16,37-6-192-16,-37 6 0 0,28-10-16 0,-13 0 0 31,2 1-1760-31,3-3-336 0</inkml:trace>
  <inkml:trace contextRef="#ctx0" brushRef="#br0" timeOffset="199163.01">5446 10054 4607 0,'0'0'192'0,"0"0"64"16,0 0-256-16,19-7 0 0,-18 5 0 0,0 2 0 0,0 0 2112 0,0 0 368 15,0-2 80-15,1 1 0 0,-1-1 608 0,0 0 112 16,-2 0 32-16,-1-3 0 0,0 2-944 0,-2-1-176 15,1-1-32-15,-2 0-16 0,-1 1-848 0,0-2-160 16,-2 2-48-16,1 0 0 0,-1 1-384 0,-1 0-96 16,1 3-16-16,0 0 0 0,-2 1-272 0,2 3-64 15,1-1-16-15,0 3 0 0,1 0-240 0,-1 1 128 16,2 3-128-16,-1-1 0 0,1 2 0 0,2 1 128 16,0 0-128-16,-1 2 0 0,2-2 0 0,1 0 0 15,1-12 0-15,0 0 0 0,4 28 0 0,-4-28 0 0,0 0 0 0,0 0 0 16,0 0 0-16,0 0 0 0,36 19 0 15,-36-19 0-15,18-7 0 0,-8 2 0 0,-1-4 0 0,2 0 0 16,0-1 0-16,-1-2 0 0,1 0 0 0,-1 0-160 16,-1 0-144-16,1 1-16 0,-2-1-16 0,0 3 0 15,-2-1 144-15,0 1 48 0,-2 2 0 0,-1 1 0 16,0 2 144-16,-1 2 0 0,-1 0 0 0,-1 2 0 16,0 2 0-16,0 2 0 0,0 1 128 0,-2 2-128 15,0 1 464-15,0 3 32 0,0-1 0 0,1 4 0 16,0-3-272-16,0 2-48 0,1 3-16 0,0-2 0 15,0-14-160-15,2 21 0 0,-2-21 0 0,0 0 128 16,0 0-128-16,19 35 128 0,-19-35-128 0,0 0 128 0,0 0-128 0,0 0 0 16,42-1 0-16,-30-7 0 0,-1 0 0 0,1-2 0 15,1-4 0-15,2-1 0 0,0-1-224 0,2-2 32 16,0-2 0-16,-2 1 0 16,1 0-576-1,-1-2-96-15,-1 2-32 0,-2 0 0 0,-2-3-96 0,0 3-32 0,-1-1 0 0,-3 2 0 0,0 2 624 0,-2-2 112 16,-2 1 32-16,-1 2 0 0,-1-1 256 0,-1 3 0 15,-1-1 176-15,1 2-176 0,-2 0 896 0,-1 6 64 16,1 0 0-16,1 4 16 0,-2 4-64 0,1 4-16 16,-2 1 0-16,1 4 0 0,-1 1-432 0,1 7-80 15,-3 2-32-15,0 5 0 0,0 4-176 0,-1 2-48 0,-1 5 0 0,1-2 0 16,2-2 32-16,-2 1 0 0,2-1 0 0,1-2 0 16,2-5 32-16,1-1 0 0,2-4 0 0,1 0 0 15,-1-21-192-15,7 35 0 0,-7-35 0 0,0 0 0 31,0 0-960-31,29 29-208 0</inkml:trace>
  <inkml:trace contextRef="#ctx0" brushRef="#br0" timeOffset="201301.7">6324 9974 14735 0,'3'-4'1312'0,"-2"3"-1056"15,0-1-256-15,-1 2 0 0,0 0 1744 0,0-1 304 16,1 1 48-16,0-2 16 0,1 0 192 0,0 0 32 16,-1 0 16-16,0 2 0 0,0 2-656 0,0-2-128 15,-1 3-32-15,1 0 0 0,0 0-704 0,-1-3-128 16,0 0-48-16,0 0 0 0,4 29-400 0,-4-29-96 16,0 0-16-16,5 31 0 0,-5-31-144 0,2 31 160 15,-2-31-160-15,0 35 160 0,0-35-160 0,-1 37 0 0,0-19 0 16,-1 0 0-16,1-3 0 0,0-1 0 0,0-2 0 15,1-12 0-15,0 0 0 0,1 22 0 0,0-19 0 0,0 0 0 16,1-1 0-16,-1-4 0 0,0 0 0 0,2-1 128 16,-1-3 80-16,3-2 16 0,0-1 0 0,1-3 0 15,3-2-80-15,-1-1-16 0,1 1 0 0,1-4 0 16,1 1-128-16,0 1 0 0,0-2 0 0,-1 1 128 16,2 1-128-16,-3 2 0 0,1 0 0 0,-2 0 0 15,-1 2 0-15,0 2 0 0,-2 0 0 0,0 4 0 0,0 0 0 16,-3 2 0-16,1 2 0 0,0 0 0 0,-1 1 0 0,-1 1-256 15,1 1 64-15,0 1-17856 16</inkml:trace>
  <inkml:trace contextRef="#ctx0" brushRef="#br0" timeOffset="202372.69">6626 10074 15663 0,'0'0'688'0,"0"0"144"0,0 0-656 0,0 0-176 0,0 0 0 0,0 0 0 16,0 0 2224-16,0 0 400 0,39-3 96 0,-39 3 16 15,22-7-352-15,-22 7-64 0,20-13-16 0,-11 7 0 16,-1-1-1104-16,-2 0-240 0,1 0-32 16,-3-1-16-16,0 2-400 0,0-2-96 0,-2 1-16 0,-1 0 0 15,-1 0-256-15,-1 2-144 0,-2-1 160 0,-1 2-160 16,-1 0 0-16,-1 0 0 0,-1 3 0 0,-2 1 0 16,1 0 144-16,-2 3-144 15,0 0 128-15,-2 3-128 0,3 0 128 0,0 2-128 0,0 0 0 0,-1 3 128 16,2 1-128-16,0 1 0 0,-1 0 0 0,2 1 0 15,1 0 0-15,1 1 0 0,-1 0 0 0,2-1 0 0,2 0 0 16,1-3 0-16,1-11 0 0,0 0 0 16,0 0 0-16,0 0 0 0,15 31 0 0,-15-31 0 0,0 0 0 0,0 0 0 15,29-7 0-15,-20 2 0 0,1-1 0 0,-2-2 0 16,2 1 0-16,0-2 0 0,0-1 0 0,0 0 0 16,0-1 0-16,-1 1 0 0,0 1 0 0,-3-1 0 15,0 1 0-15,-2 2 0 0,-2-1 0 0,1 0 0 16,-2 2 0-16,-2-1 0 0,1 2 0 0,-2 1 0 15,0-1 0-15,1 0 0 0,-1 3 160 16,0 0-160-16,0-1 192 0,1 3-192 0,-1-2 352 0,2 2-32 0,0 0-16 0,0 2 0 16,0 1-304-16,0-3 160 0,0 0-160 0,0 0 128 15,0 0 0-15,9 31-128 0,-9-31 192 0,0 0-64 16,8 33 16-16,-8-33 0 16,0 0 0-16,12 28 0 0,-12-28-144 0,0 0 160 0,0 0-160 0,0 0 160 15,29 29-160-15,-29-29 0 0,0 0 0 0,0 0 0 16,37-7 0-16,-26-1 0 0,3-4 0 0,0-2 0 15,2 0 0-15,-2-3 0 0,3-2 0 0,1 0 0 16,-1 0-384-16,0-2 32 0,0 1 16 0,-2 0 0 31,-2 3-176-31,0-2-48 0,-1 2 0 0,-1-1 0 0,-3 1 272 0,-1 0 48 0,0-1 16 0,-1 1 0 16,-2 0 224-16,-1 3 0 0,0 0 0 0,-1 3 0 16,-1 3 0-16,-1 2 0 0,-1 5 0 0,-1 1 0 0,0 2 336 0,-2 3-32 15,0 3-16-15,0 1 0 0,-2 5 112 0,1 0 32 16,-1 2 0-16,0 4 0 0,-1 1-240 0,-1 3-64 15,0 2 0-15,1-1 0 0,0 0 0 0,0-2-128 16,1-3 192 0,2-2-64-16,0 1-128 0,1-4 160 0,2-1-160 0,0-2 160 0,1-12-160 0,0 0 0 15,4 24 0-15,-4-24 0 0,0 0 0 0,0 0 0 16,0 0 0-16,0 0 0 0,0 0 0 0,38-6-176 16,-29 0 176-16,-2-2-192 0,1 1 64 0,2-2 0 15,-1 1 0-15,0-1 0 0,1-1-32 0,0 1 0 0,1-3 0 16,-1 2 0-1,0 1-224-15,0-3-32 0,1 0-16 0,-2-1 0 16,1 0-128-16,-2-1-16 0,2 2-16 0,-4 0 0 0,1 3 336 0,-2-1 80 0,-1 4 16 0,-1 3 0 16,-1 0 160-16,-2 3 0 0,1 0 0 0,-2 1 0 15,1-1 0-15,-2 12 192 16,0-2-64-16,-2 1 0 0,0 1 400 0,1 3 96 0,-1 0 16 0,-1 0 0 16,5-15-160-16,-5 31-32 0,1-17 0 0,1 0 0 15,3-14-256-15,-2 21-64 0,2-21-128 0,0 0 192 16,2 26-192-16,-2-26 144 0,0 0-144 0,0 0 128 15,0 0-128-15,0 0 0 0,0 0 0 0,0 0 0 16,42 7 0-16,-33-14 0 0,1-2 0 0,0-3 0 16,1 0 0-16,0-1 0 0,-1 0-128 0,1-3 128 0,1 1-144 15,-2-2 144-15,1 1-192 0,-1-2 192 0,-2 3-256 0,0-2 64 16,-1 3 16-16,-2-2 0 16,0 4 176-16,-2 0-160 0,-1 2 160 0,0 0-160 0,0 6 160 0,-2 2 0 15,-1 2 0-15,0 2 0 0,0 2 0 0,-2 4 0 16,0 1 0-16,0 1 0 0,-1 4 128 0,1 3 16 15,0-1 0-15,0 3 0 16,0 0 16-16,0 3 0 0,1-4 0 0,0 2 0 0,2-2-32 0,0-18-128 16,0 34 192-16,0-34-64 0,2 28-128 0,-2-28 128 15,0 0-128-15,9 28 128 0,-9-28-128 0,0 0 0 16,0 0 0-16,0 0 0 0,0 0-320 0,0 0-32 16,40 3-16-16,-32-12-11680 15,1-1-2352-15</inkml:trace>
  <inkml:trace contextRef="#ctx0" brushRef="#br0" timeOffset="202735.61">7561 9888 17503 0,'0'0'768'16,"0"0"176"-16,-2 22-752 0,2-22-192 16,0 0 0-16,0 0 0 0,0 0 2176 0,0 0 416 0,0 0 80 0,8 35 16 15,-8-35-464-15,0 0-96 0,0 0-16 0,30 21 0 16,-30-21-880-16,0 0-176 0,33-4-32 0,-33 4-16 15,24-12-512-15,-24 12-112 16,23-13 0-16,-13 5-16 0,1 3-240 0,-1-2-128 16,-2 0 128-16,-1 0-128 0,0 2 0 0,-1 0 0 0,-3 0 0 0,0-1 0 0,-1 1 0 0,-1 0 0 15,-1 0 0-15,-4-2 0 0,0 2 0 0,-1 0 0 16,-2-1 0-16,-1 0 0 0,0 2 0 0,-3-1 0 16,1 3 0-16,0 0 0 0,1 4 0 15,0 1 0 1,0 3 0-16,2 1 0 0,-1 1 0 0,3 1 0 15,-1 4 0-15,2 0 0 0,0 1 128 0,0 3 128 16,4-17 0-16,-3 33 16 0,3-33 48 0,2 33 0 0,-2-33 0 16,0 0 0-16,10 39-48 0,-10-39 0 15,0 0 0-15,0 0 0 0,34 30-272 0,-34-30 128 0,0 0-128 0,34 7 0 16,-34-7 0-16,30-5-176 0,-30 5 0 0,31-12-18800 16</inkml:trace>
  <inkml:trace contextRef="#ctx0" brushRef="#br0" timeOffset="205033.83">8508 10038 11055 0,'0'0'976'0,"0"0"-784"0,1 0-192 0,-1 0 0 15,0 0 1552-15,0-2 272 0,0 2 48 0,0-2 16 16,0 1 576-16,0-1 112 0,1 0 32 0,-1 1 0 15,0-1-768-15,1 0-160 0,-1 0-16 0,0 1-16 16,1-1-512-16,0-1-112 16,0 1 0-16,0-2-16 15,0 1-480-15,1-2-80 0,1 1-32 0,0-3 0 0,0 2-416 0,-1-3 128 0,2 2-128 0,-1-2 0 16,1-1 0-16,-3 2 0 0,0-3 0 0,0 3 0 16,-3 0 0-16,0-2 0 0,-2 4 0 0,-2-2 0 15,-1 2 0-15,-2 0 0 0,-1 3 0 0,-3-1 0 16,2 1 0-16,0 2 0 0,0 2 0 0,1 3 0 0,0 0 0 15,-1 0 0-15,3 4 0 0,-1 3 0 0,1 0 128 0,2 1-128 16,0 2 0-16,1 0 128 0,1 2-128 0,1 0 0 16,1 0 0-16,0 1 0 0,1-1 0 0,1-2 0 31,0-15 0-31,2 29 0 0,-2-29 0 0,0 0 0 0,8 29 128 0,-8-29-128 0,0 0 0 0,0 0 0 16,0 0 0-16,0 0 0 0,0 0 0 0,43 9 0 15,-35-14 0-15,0-1 0 16,1 0 144-16,-2-3-144 0,1 2 160 0,-1-3-160 0,-1 1 0 0,0 0 0 15,0 1 0-15,-3-2-160 0,1 2 32 0,-1 0 0 0,-1 1 0 0,-1 0 0 16,0-1 128-16,0 4 0 0,-1-3 0 0,0 2 0 16,0 3 0-16,-1-1 128 0,1 1-128 0,0 2 0 15,-1 0 320-15,1 0-16 0,1 5 0 0,-1-1 0 16,0-4-64-16,0 0-16 16,2 22 0-16,-2-22 0 0,2 21-96 0,-2-21 0 0,4 24-128 0,-4-24 192 15,0 0-192-15,7 29 0 0,-7-29 0 0,0 0 0 16,0 0 0-16,0 0 0 0,27 32 0 0,-27-32 0 15,0 0 0-15,0 0 0 0,35-4 0 0,-24-3 0 16,-1 0 0-16,1-3-192 0,1 0 48 0,1-2 0 16,1-2-928-1,0 0-176 1,0 0-32-16,0 0-16 0,0-2-1008 0,-1 1-208 0,1-2-48 0,-3 1 0 0,1-1 1088 0,-3 0 192 0,0-1 64 0,-2 1 0 0,-1 3 960 0,-2-1 256 16,0-1 0-16,-4 3 0 0,2 2 448 0,-3-1 128 15,0 3 16-15,0 0 16 16,0 1 1088-16,-1 2 224 15,-1 3 32-15,0 0 16 0,1 1-368 0,-1 4-80 16,0 1-16-16,-1 2 0 0,1 0-576 0,-1 4-112 16,0 3-32-16,-1 0 0 0,2 3-400 0,0 0-96 15,0 4-16-15,1 0 0 0,0 3-272 0,2-3 160 16,-1 3-160-16,0-2 128 0,1-20-128 0,0 36 0 0,0-36 0 0,2 32 0 16,-2-32 0-16,6 27 0 0,-6-27 0 0,0 0 0 15,7 33 0-15,-7-33-144 0,0 0 144 0,0 0-208 31,0 0-1472-31,0 0-304 0,0 0-48 0,0 0-13856 0</inkml:trace>
  <inkml:trace contextRef="#ctx0" brushRef="#br0" timeOffset="205212.53">8634 9952 19343 0,'-5'-3'848'0,"3"0"192"0,0 2-832 0,2 1-208 15,1 0 0-15,0 0 0 0,-1 0 2720 0,0 0 496 16,0 0 112-16,0 0 0 0,45 5-736 0,-45-5-160 15,40 2-16-15,-40-2-16 0,44-2-1632 0,-44 2-336 16,43-5-64-16,-43 5-16 0,42-9-352 0,-42 9 128 16,40-10-128-16,-40 10 0 15,37-9 0-15,-37 9-256 0,36-11 32 0,-36 11-17984 16</inkml:trace>
  <inkml:trace contextRef="#ctx0" brushRef="#br0" timeOffset="206371.77">9566 9817 17503 0,'-1'-9'1552'0,"0"2"-1232"0,1 2-320 0,-1 1 0 0,1 3 1392 0,0 1 208 16,0-2 64-16,-1 0 0 0,0-1 1216 0,0 1 240 15,-1-1 48-15,0 3 16 16,-1 1-1536-16,1 3-304 0,-1 3-64 0,-1 1-16 0,0 5-752 0,0 4-128 15,-1 4-48-15,-2 1 0 0,0 4-336 0,0 0 144 16,-1 2-144-16,2-2 0 0,0-2 0 0,1 1 0 16,1-2 0-16,0-5 0 0,1 0 0 0,3-18 0 15,-1 29 0-15,1-29 0 0,0 0 0 0,0 0 0 0,12 32 0 0,-12-32 0 16,0 0 0-16,0 0 0 0,0 0 0 0,33 2 0 16,-26-7 0-16,0 1 0 0,-1-1 0 15,1 0 0-15,0-2-368 0,1 0 32 0,-2 0 0 0,1-2 0 31,-2-1-544-31,1 1-96 0,-1 0-32 0,-2 1 0 16,0-2-592-16,-2-1-112 0,0 2-16 0,-2-1-16 0,-2 0-800 16,-1 0-144-16,-3 1-48 0,-1 0 0 0,-3-1-208 0,0 1-64 15,0-1 0-15,-2 2 0 0,-2-1 1728 0,1 5 352 0,-3 0 64 0,0 3 16 16,0 1 848-16,0 1 0 0,0 3 208 0,3-2-32 16,1 1 1248-16,2 1 256 0,1-1 48 0,1 1 16 0,2 1 624 15,1-2 112-15,2-1 16 0,2 0 16 0,1 0-80 0,2-2 0 16,-1 0-16-16,0 0 0 0,0 0-176 0,0 0-16 15,31-4-16-15,-31 4 0 0,0 0-1200 0,38-5-240 16,-38 5-64-16,31-5 0 0,-31 5-432 16,38-4-80-16,-38 4-32 0,40-3 0 0,-40 3-160 0,40-5 0 15,-40 5 0-15,38-4 128 16,-38 4-128-16,38-9 0 0,-38 9 0 0,39-8 0 0,-39 8 0 0,36-11 0 16,-17 3 0-16,-3 1 0 15,0 0-448-15,-2-3 16 0,0 1 16 0,-3 0 0 16,-1-1-416-16,0 0-64 0,-4-1-32 0,1 1 0 15,-3-1 304-15,0-1 64 0,-1 1 16 0,-2-1 0 16,0-1 96-16,-2 1 0 0,-2 0 16 0,-1 0 0 0,1 0 432 0,-3 1 0 0,-1 1 0 0,0 1 0 16,0 1 800-16,-1 2 96 0,1 3 0 0,-1 1 16 15,2 4 0-15,-2-1 0 0,2 4 0 0,-1 1 0 16,1 3-448-16,-1 3-80 0,0 2-32 0,1 6 0 16,0 3-192-16,0 2-32 0,2 5-128 0,-1-2 192 15,3 3-192-15,0-2 0 0,1-3 0 16,1-2 0-16,0-24 0 0,3 40 0 0,-3-40 0 0,10 31 0 15,-10-31 0-15,0 0 0 0,16 35 0 16,-16-35 0-16,0 0 0 0,0 0 0 0,0 0 0 0,40 16 0 16,-40-16 0-16,0 0 0 0,27-8 0 0,-18 2 0 15,-9 6 0-15,17-11 0 0,-10 6-160 0,1-2 160 16,-8 7-128-16,14-10 128 0,-14 10-128 0,12-7 128 0,-12 7 0 16,0 0 0-16,0 0 0 0,0 0-128 0,0 0 128 0,0 0 0 15,0 0 0-15,0 0 0 16,34 10 0-16,-34-10 0 0,0 0 0 0,0 0 0 0,0 0 0 0,0 0 0 15,34 30 0-15,-34-30 0 0,0 0 0 0,0 0 0 16,38 10 0-16,-38-10 0 0,0 0 0 0,33-2 0 16,-33 2 0-16,23-7 0 0,-23 7 0 0,24-10 0 15,-13 4 0-15,0 0 0 0,-2-1 0 0,-1-2 0 16,0 2 0-16,-2-1-128 0,1-1-128 0,-3 0 0 16,1 0-16-16,-1-2 0 0,-2 2 80 0,-1-1 0 0,-2 1 16 0,-1-1 0 15,-1 1 176-15,-1 0 0 0,-1 1 0 0,1 2 0 16,-1 1 0-16,1 2 0 0,1 3 0 0,-1 0 128 15,1 3 96-15,0 4 32 0,1 0 0 0,-1 2 0 16,1 3 48-16,-1 1 16 0,3-13 0 0,-2 29 0 16,2-29-160-16,2 29-32 0,-2-29 0 0,6 29 0 15,-6-29-128-15,0 0 0 16,15 30 0-16,-15-30 0 0,0 0 0 0,0 0 0 0,36 23 0 0,-36-23-12480 16,0 0-2368-16</inkml:trace>
  <inkml:trace contextRef="#ctx0" brushRef="#br0" timeOffset="207002.26">10778 9760 16575 0,'-2'-4'1472'0,"1"1"-1168"0,0 1-304 0,1 0 0 15,0 2 1696-15,-1-1 288 0,0-1 48 0,-2 0 16 0,-1 0 768 16,0 0 176-1,-2 4 16-15,1 2 16 0,0 3-1360 0,-1 3-288 16,-1 2-48-16,1 4-16 0,-1 2-800 0,1 2-144 16,-1 1-48-16,1 1 0 0,2-1-192 0,1-2-128 15,3-19 128-15,-2 36-128 0,2-36 128 0,0 0-128 16,9 38 128-16,-9-38-128 0,0 0 192 0,0 0-48 16,38 30 0-16,-38-30 0 0,0 0-16 0,40 17-128 15,-40-17 192-15,0 0-64 0,47 15-128 0,-47-15 0 16,0 0 144-16,43 18-144 0,-43-18 0 0,0 0 0 0,0 0 0 0,37 20 0 15,-37-20 0-15,0 0 0 0,0 0 0 0,0 0 0 16,0 0 0-16,-11 20 0 0,1-17 0 16,-1-1 128-16,-3 1-128 0,-1-1 0 0,-2 1 0 0,-3 1 0 15,-1-1 0-15,-3-1 0 0,0-1 0 0,0-1 0 16,3 0-208-16,2-1-64 0,0-4-16 0,1 0 0 16,3-2-1504-1,1-1-288-15,2-5-64 0,2 1-14048 0</inkml:trace>
  <inkml:trace contextRef="#ctx0" brushRef="#br0" timeOffset="207144.3">10634 9881 12895 0,'9'-9'576'0,"-3"4"112"0,0-2-560 0,-1 5-128 16,-3-1 0-16,1 1 0 0,2-1 2912 0,1-1 544 15,6-4 128-15,3-1 0 0,3 0-192 0,1-3-64 16,1 0 0-16,-1 2 0 0,2 1-2032 0,-2 0-400 16,1-1-96-16,-1 3-16 0,2 0-592 0,0 0-192 15,-1 2 128-15,0 0-128 16,-20 5-304-16,39-8-112 0,-39 8-32 0,35-6-17248 0</inkml:trace>
  <inkml:trace contextRef="#ctx0" brushRef="#br0" timeOffset="207412.89">11378 9588 8287 0,'0'0'736'0,"0"0"-592"0,0 0-144 0,5-6 0 15,-5 4 2288-15,-1 2 416 0,1 2 96 0,-1-2 16 16,-1 0 1152-16,0 0 256 0,-2 1 32 0,0 1 16 16,-1 3-2048-16,-1-1-416 0,0 1-80 0,-1 2 0 15,0 1-1120-15,-2 3-224 0,-1 2-32 0,-1 3-16 16,1 0-176-16,-2 3-32 0,0 2-128 0,0 2 192 16,1-3-192-16,1 1 0 0,-1 3 128 0,2-1-128 15,1-3 0-15,4-1 0 0,1-5 0 0,3-14 0 0,0 0 0 16,4 31 0-16,-4-31 0 0,0 0 0 15,0 0-704-15,0 0-128 0,37-3-16 0,-25-6-16800 16</inkml:trace>
  <inkml:trace contextRef="#ctx0" brushRef="#br0" timeOffset="207571.27">11408 9654 5327 0,'0'0'464'0,"0"0"-464"0,0 0 0 0,0 0 0 15,0 0 0-15,0 0 0 16,0 0 0-16,0 0 0 0</inkml:trace>
  <inkml:trace contextRef="#ctx0" brushRef="#br0" timeOffset="208042.95">11408 9633 2751 0,'2'-7'256'0,"-1"1"-256"0,1 2 0 0,-1 0 0 0,0 1 1584 0,-1 2 272 16,0-1 48-16,1-2 16 0,-1-1 544 0,0-2 112 16,0 0 32-16,0 3 0 0,-2 3-224 0,-1 1-32 15,-1 2-16-15,0 5 0 0,-1 0-416 0,-2 3-64 16,1 2-32-16,-1 2 0 0,-1 2-832 0,0 1-160 15,-1 0-48-15,0 0 0 0,1 4-432 0,-1-3-96 16,1 0 0-16,0 0-16 0,0 1 64 0,1-2 16 0,1-3 0 16,2 0 0-16,4-14-96 0,-5 24-16 0,5-24 0 0,0 0 0 15,0 0-208-15,0 0 144 16,0 0-144-16,0 0 128 0,0 0 80 0,0 0 16 0,0 0 0 0,34 8 0 16,-25-14-80-16,-1-3-16 0,1-1 0 0,1 1 0 15,-2-3-128-15,2 0 0 0,0-2 144 0,1 0-144 16,-2-2 0-16,-1 1 0 0,1-1 0 0,-2 1 128 15,0 1-128-15,0-3 0 0,-2 3 0 0,-1 2 0 16,0 0 0-16,-2 3 0 0,0-1 0 0,-2 3 0 16,0 0 0-16,-2 1 0 0,0 2 0 0,-3 0 0 15,2 2 0-15,-4-1 0 0,1 1 0 0,-2 2 0 16,0-2 0-16,-2 2 0 0,2 0 0 0,-1 0 0 0,0 0 0 16,0-1-160-16,2 1 160 0,-1 0-160 0,3 0-144 0,0 0-16 15,1 0-16-15,1 0 0 16,1 0-480-16,2 0-80 0,0 0-32 0,0 0-10304 15,0 0-2064 1</inkml:trace>
  <inkml:trace contextRef="#ctx0" brushRef="#br0" timeOffset="208469.26">11736 9602 6447 0,'1'-7'576'0,"-1"3"-576"0,1 0 0 0,-1 0 0 0,-1 3 2128 0,0-1 320 0,0 2 64 0,0-2 16 16,-3-3 192-16,-2 1 32 0,0 1 16 0,-2 3 0 15,-1 2-1040-15,-1 1-192 16,-1 4-64-16,-1 0 0 0,0 2-144 0,-2 2-48 16,-1 1 0-16,-1 3 0 0,0 0-560 0,-3 6-112 0,-2-2-32 0,-4 7 0 0,0 1-288 15,-2 3-64 1,-2 1-16-16,-3 3 0 0,-1 3-208 0,-2 1 128 0,-1-2-128 0,-1-1 0 0,6-2 128 31,-1 0-128-31,3 0 0 0,-1 1 0 0,3-4 128 0,2 1-128 0,3-1 0 0,2-4 144 0,2-1-144 0,2-4 0 16,2 0 0-16,2-4 0 15,2-4-464-15,2-2-32 0,2-4 0 0,0-2 0 16,6-5-656-16,-3 3-144 0,3-3-32 0,0 0 0 31,0 0-1232-31,2-6-256 0,2 2-64 0,1-3-4864 0,0 2-992 16</inkml:trace>
  <inkml:trace contextRef="#ctx0" brushRef="#br0" timeOffset="208753.05">11234 10116 2751 0,'7'-4'128'0,"-2"1"16"0,-1 0-144 0,-4 3 0 0,0 0 0 0,0 0 0 16,0 0 2080-16,0 0 384 0,0 0 80 0,0 0 16 15,0 0 240-15,-5 22 48 0,-1-12 16 0,1 2 0 16,-2 2-560-16,1 0-96 0,-1 1-32 0,2 0 0 16,0 2-704-16,0 0-160 0,5-17-32 0,-2 27 0 15,2-27-688-15,0 0-144 0,0 0-16 0,12 32-16 0,-12-32-48 16,0 0-16-16,0 0 0 0,39-3 0 0,-25-5-64 15,-1 0-16-15,2-4 0 0,0-1 0 0,1-1-144 16,-3-1-128-16,0 0 144 0,-4-2-144 0,0 3 0 0,-4 0 0 16,-1 0 0-16,-3 2 0 0,-2 0 0 0,-5 3 0 15,-2-1 0-15,-4 1 0 0,-4 1 0 0,-2 4 128 16,-4 0-128-16,0 3 0 0,1 2-192 0,-1 3-96 16,3 0-16-16,-1 4 0 15,5-1-1744-15,1 2-336 0</inkml:trace>
  <inkml:trace contextRef="#ctx0" brushRef="#br0" timeOffset="210151.83">12044 9825 11055 0,'0'-1'976'0,"0"1"-784"16,0 0-192-16,0 0 0 0,0 0 1312 0,0 0 224 16,1 0 32-16,-1-2 16 15,0 2 1168-15,0 0 224 0,1 0 48 0,-1-1 16 0,0 1-944 0,0 0-192 16,0 0-48-16,0 1 0 15,0-1-672-15,-1 2-144 0,1 3-16 0,-2 0-16 16,1 0-512-16,0 4-112 0,-2 3 0 0,-1 2-16 0,0 3-176 0,0 0-48 16,0 4 0-16,-1-1 0 0,1 1-144 0,-1-1 0 15,1 2 144-15,0-1-144 0,-1-2 0 0,1 1 0 16,1 0 0-16,1-1 0 0,0-4 0 0,2-15 0 16,0 28 0-16,0-28 128 0,0 0-128 0,0 0 0 0,10 31 0 0,-10-31 0 15,0 0 0-15,0 0 0 0,0 0 0 0,0 0-128 31,35-6-896-31,-26 0-192 0,-1-1-16 0,0-1-15264 0</inkml:trace>
  <inkml:trace contextRef="#ctx0" brushRef="#br0" timeOffset="210797.23">12103 10081 11055 0,'-1'4'480'0,"1"-1"112"0,0-1-464 0,-1 0-128 15,1 0 0-15,0-1 0 0,2 1 2304 0,-1 1 432 0,-1-3 80 0,0 0 32 16,0 0 432-16,0 0 96 0,0 0 16 0,39 21 0 15,-39-21-1472-15,0 0-304 0,34-5-48 0,-34 5-16 16,25-10-912-16,-12 4-192 0,-1-1-48 0,0 2 0 16,-1-3-272-16,-1 2-128 0,0 0 0 0,-2 0 128 0,0 1-128 0,-1 0 0 15,-1 0 0-15,-1 0 0 16,-1 1 0-16,-3-1 0 0,0 1 0 0,-3 1 0 16,-2-1-624-16,-2 1 0 0,0 0 0 0,-2-1 0 31,-2 1-80-31,0 1-32 0,0-1 0 0,-1 1 0 0,0 0 560 0,0 2 176 0,1 0 0 0,1 2 0 0,1 1 0 0,0 1 224 15,1 1-16-15,0 2 0 0,2 0 288 0,0 3 48 0,1-1 16 0,1 1 0 16,0 1-96-16,1 1-16 0,2-12 0 0,-1 26 0 16,1-26-192-16,0 0-32 0,0 0-16 0,13 36 0 15,-13-36-208-15,0 0 176 0,0 0-176 0,0 0 160 32,45 20-160-32,-45-20 0 0,0 0 144 0,45-3-144 0,-45 3 0 0,31-9 0 0,-16 3 0 0,1-2 0 31,-1 1-432-31,1-1-96 0,0-1-32 0,0 1 0 0,1-2-1744 0,-1 2-336 0,-1 0-80 15,-2-1-16 1,0 2-736-16,-2-3-160 0,-1 3-16 0,-2-2-16 0,0 0 1472 0,-4-1 288 0,1 2 64 0,-1-1 16 16,-2 0 1632-16,-1 4 336 0,-1-3 64 0,0 2 16 0,-1 1 1600 15,0 2 320-15,1-1 64 0,-1 4 16 0,1 0 400 0,-1 0 64 16,1 0 32-16,0 0 0 0,0 0-448 0,0 0-96 16,1 24 0-16,-1-24-16 0,0 0-864 0,4 32-160 15,-4-32-48-15,4 26 0 16,-4-26-672-16,0 0-144 0,6 38-16 0,-6-38-16 0,0 0-240 0,10 36 128 15,-10-36-128-15,0 0 0 0,0 0 0 0,0 0 128 16,25 28-128-16,-25-28 0 0,0 0 0 0,0 0 0 16,29-7 0-1,-20 0 0-15,1-2 160 0,0-1-160 0,1-3 160 0,0 0-160 0,1-1 128 0,-2 0-128 16,1-1 0-16,0 1 0 0,-1 0 0 0,0 2 0 16,-1 1 0-16,-3 1 0 15,1 1 0-15,-2 1 0 0,0 2 0 0,-2 3 0 31,-3 3-1232-31,0 0-192 0</inkml:trace>
  <inkml:trace contextRef="#ctx0" brushRef="#br0" timeOffset="211143.6">12773 10090 14735 0,'0'0'640'0,"12"-5"160"0,-12 5-640 0,0 0-160 0,15-8 0 0,-15 8 0 15,0 0 2400-15,13-9 448 0,-13 9 96 0,27-17 0 16,-10 6-512-16,0-1-96 0,-1 3-32 0,-1 0 0 15,-2 1-1152-15,-1 1-224 0,-12 7-48 0,21-11-16 16,-21 11-528-16,19-9-96 0,-19 9-32 0,15-8 0 16,-9 5-208-16,-1-1 0 0,-1 1 0 0,-2-1 0 15,0 1 0-15,-1-1 0 0,-2 1 0 0,-1-2-160 0,-1 1-144 16,-3-1-16-16,0 0-16 0,-3 0 0 0,1-2 80 16,-1 3 32-16,0 2 0 0,0 1 0 0,1 1 32 0,-2 0 16 15,2 3 0-15,0 1 0 0,0 1 176 0,1 2 224 16,0 0-48-16,1 2-16 0,0 3 352 0,0 0 80 15,0 2 16-15,1-1 0 0,0 1-80 0,0 0-16 16,1 1 0-16,0 1 0 0,1-4-144 0,3-12-48 16,-2 26 0-16,2-26 0 0,0 0-80 0,9 28-32 0,-9-28 0 15,0 0 0-15,0 0-80 0,0 0-128 0,34 19 176 0,-34-19-176 16,0 0 128-16,33-3-128 0,-33 3 0 0,24-8 0 16,-24 8 0-16,27-10-256 0,-10 2 32 0,-1-1 0 31,2 2-992-31,-1-3-192 0,1 1-32 0,-1 0-9776 0,2-1-1968 0</inkml:trace>
  <inkml:trace contextRef="#ctx0" brushRef="#br0" timeOffset="211400.45">13317 9675 3679 0,'-1'-7'320'0,"1"2"-320"0,1 5 0 0,-2 0 0 15,0 1 2144-15,0-1 352 0,-1 0 80 0,-2 2 16 16,0-2 800-16,-2 4 144 0,0 6 48 0,-2 2 0 15,0 4-1024-15,1 3-208 0,-1 2-48 0,1 3 0 0,0 2-960 16,0 3-192-16,0 2-32 0,0-1-16 0,0 1-352 16,3 0-80-16,-1-5-16 0,1-2 0 0,4-24-256 0,1 38-48 15,-1-38-16-15,5 30 0 16,-5-30-160-16,0 0-48 0,12 34 0 0,-12-34 0 0,0 0-128 0,0 0 0 16,0 0 0-16,32 24 0 0,-32-24 0 0,0 0-144 15,26-5 144-15,-26 5-160 16,25-10-224-16,-12 3-32 0,1-2-16 0,1 0-11712 0,0 0-2336 15</inkml:trace>
  <inkml:trace contextRef="#ctx0" brushRef="#br0" timeOffset="211883.5">13915 9893 19343 0,'0'0'848'0,"0"0"192"16,0 0-832-16,0 0-208 0,0 0 0 0,0 0 0 0,0 0 1776 0,0 0 304 16,-4 6 64-16,1-3 16 0,1 0-688 0,-3 2-144 15,1-1-32-15,0 4 0 0,-1-3-224 0,0 4-48 16,0 1-16-16,-1 1 0 0,1 1-192 0,0-2-48 15,-1 2 0-15,2-1 0 0,0 1-256 0,4-12-48 16,-4 20-16-16,4-20 0 16,0 0-160-16,0 0-32 0,0 0-16 0,0 0 0 0,0 0-240 0,26 30 176 15,-26-30-176-15,0 0 160 0,29-10-160 0,-29 10 192 16,23-12-192-16,-12 6 192 0,-11 6-192 16,21-14 0-16,-21 14 0 0,17-13 128 0,-12 5-128 0,0 0 0 15,-2 1 0-15,-1-1 0 0,-1 2 0 0,-2-2 0 0,-1 1 0 0,-2 0 0 16,-1 2 0-16,-2-2 0 0,-1 0 0 0,-1 2 0 15,-1-2 0-15,-1 2 0 0,-1 1 0 0,1-1 0 16,-1 0 0-16,2 4 0 0,0 1 0 0,1 1 0 16,0 1 0-16,1 1 0 0,-1 3 0 0,2 0 0 15,1 1 0-15,0 0 0 0,3-2 0 0,0 2 0 16,3-7 0-16,0 0 0 0,0 0 0 0,0 0 0 16,0 0-416-16,0 0-64 15,0 0-16-15,44 12-11456 0,-44-12-2288 0</inkml:trace>
  <inkml:trace contextRef="#ctx0" brushRef="#br0" timeOffset="212213.67">14265 9704 4607 0,'11'-12'400'0,"-6"4"-400"0,2 2 0 0,-3-2 0 0,-1 4 2048 0,-2-1 336 16,1-1 64-16,1-5 16 0,-1-5 192 0,0-6 32 16,-2-1 16-16,-2 6 0 0,-4 1-608 0,-1 6-128 15,-3 5-32-15,-1 3 0 0,-1 5-64 0,-2 3-16 16,0 5 0-16,0 2 0 0,0 1-800 0,1 5-160 15,1-1-48-15,-1 2 0 0,4 1-592 0,0 3-128 16,1 2-128-16,1 0 176 0,2-2-176 0,0 2 192 16,2 0-192-16,1 0 192 0,1-2-192 0,1 2 0 15,0-26 0-15,0 51 128 0,0-51-128 0,1 51 0 0,0-25 0 0,-2 0 0 16,0 5 0-16,0 0 0 0,0 0 0 0,0 6 0 16,-1 4 0-16,-1-1-224 0,1-2 48 0,-1-5 16 31,1-2-624-31,0-5-128 0,-1 0-32 0,0-5 0 0,3-21 0 15,-5 32 0-15,5-32 0 0,0 0 0 0,-6 26 320 0,6-26 64 16,-5 3 16-16,3-4 0 0,-1-4 352 0,-1-2 64 0,1-2 128 0,-1-1-208 16,0-2-848-1,-3-2-160-15</inkml:trace>
  <inkml:trace contextRef="#ctx0" brushRef="#br0" timeOffset="212340.15">13960 10040 14735 0,'15'-12'640'0,"-3"3"160"0,1 0-640 0,-13 9-160 15,18-10 0-15,-18 10 0 0,16-10 1728 0,1 1 304 16,10-6 64-16,8-2 16 0,5-1-528 0,-4 1-112 16,-2 5 0-16,-4 1-16 0,-3 2-1456 0,-3 1-320 15,1 4-64-15,-25 4 0 0</inkml:trace>
  <inkml:trace contextRef="#ctx0" brushRef="#br0" timeOffset="213174.84">14884 9725 17503 0,'5'-3'1552'0,"-1"-1"-1232"0,-1 1-320 0,-1 1 0 0,0 0 1824 0,0 1 304 15,2-3 64-15,4-3 16 16,2 0 240-16,-1-3 48 0,-2 3 16 0,-2 1 0 15,-2 3-976-15,-2-2-208 0,-1 2-48 0,-3 3 0 16,0-2-640-16,-2 2-128 0,-2 0-16 0,-1 2-16 0,-1 1-288 0,-2-1-48 31,-1 3-16-31,-1-1 0 0,1 2-128 0,-2 0 0 16,1 4 144-16,0-3-144 0,-1 2 0 0,2 1 0 16,1 0 0-16,0 2 0 0,0 0 0 0,1 2 0 15,1 2 0-15,-1 0 128 0,4 1-128 0,1 0 0 0,5-17 0 16,-2 31 0-16,2-31 0 0,0 0 0 0,15 35 0 0,-15-35 0 15,0 0 0-15,34 22 0 0,-34-22 0 0,0 0 0 16,43 16 0-16,-43-16 0 0,0 0 0 0,42 12 0 16,-42-12 0-16,0 0 0 0,42 14 0 0,-42-14 0 15,0 0 0-15,0 0 0 0,29 24 0 0,-29-24 0 16,0 0 0-16,-1 25 0 0,-5-17 0 0,-2 1 0 16,-4 1 0-16,-1 2 0 0,-2 0 0 0,-1-3 0 15,1 1 0-15,0-3 0 0,1 1 0 0,-1-3 0 16,2-2 0-16,0 0 0 0,2-3 0 0,0-2 0 15,3-1 0-15,2-1 0 0,2-3 0 0,1 0 0 16,2-2-224-16,4-2-16 0,2 0 0 0,3-1-17952 16</inkml:trace>
  <inkml:trace contextRef="#ctx0" brushRef="#br0" timeOffset="213342">15034 9870 22111 0,'0'0'976'0,"0"0"208"0,21-5-944 0,-21 5-240 16,0 0 0-16,0 0 0 0,0 0 2848 0,0 0 528 15,27-5 96-15,-27 5 32 0,25-4-1456 0,-25 4-272 16,26-6-64-16,-26 6-16 0,0 0-1248 0,29-6-256 16,-29 6-64-16,0 0 0 0,28-3-128 0,-28 3-272 15,0 0 64-15,0 0-11920 16,32 0-2384-16</inkml:trace>
  <inkml:trace contextRef="#ctx0" brushRef="#br0" timeOffset="213489.37">15181 9950 6447 0,'-6'5'576'0,"3"-3"-576"0,-1 1 0 0,1-1 0 16,3-2 2624-16,0 0 432 0,0 0 80 0,-5 10 0 16,5-10 256-16,-7 14 32 0,7-14 16 0,-6 16 0 15,6-16-1584-15,0 0-320 0,0 0-64 0,0 0-16 16,0 0-1232-16,10 32-224 0,-10-32 0 0,0 0-15744 16</inkml:trace>
  <inkml:trace contextRef="#ctx0" brushRef="#br0" timeOffset="213900.34">15461 9919 14735 0,'0'0'640'0,"0"0"160"0,0 0-640 0,0 0-160 15,0 0 0-15,0 0 0 16,27-4 2368-16,-27 4 448 0,0 0 96 0,19-7 16 0,-19 7-416 0,18-10-80 16,-10 3 0-16,0 0-16 15,-2-1-960-15,-1 2-192 0,-1-4-48 0,0 3 0 0,-2 0-544 0,0-3-112 16,-2 3-32-16,-2 0 0 0,0 0-336 15,-2 2-192-15,-1 1 192 0,-3 1-192 0,1 0 0 0,-2 3 0 16,-1 1 0-16,-2 2 0 0,1 2 176 0,-1 1-176 16,1 1 160-16,0 1-160 0,0 1 128 0,1 2-128 15,0-1 0-15,1 3 144 0,1 0-144 0,1 0 0 0,2 2 0 0,0-2 0 16,5-13 0-16,-5 30 0 0,5-30 0 0,0 31 0 16,0-31 0-16,5 31 0 0,-5-31 0 0,8 33 0 15,-8-33 0-15,12 33 0 0,-12-33 128 0,13 33-128 16,-13-33 0-16,17 36 0 0,-17-36 0 0,16 33 128 15,-16-33-128-15,11 31 0 0,-11-31 0 0,0 0 0 16,10 38 0-16,-10-38 0 0,0 0 0 0,-3 24 0 16,3-24 0-16,-12 14 0 0,5-10 128 0,-3 2-128 0,-1-2 0 15,-2 1 0-15,-1 0 144 0,-2-2-144 0,0 0 0 0,-1 0 144 16,-2 0-144-16,0-1 0 0,1 0 128 0,1-2-128 16,1 2 0-16,3-2 0 0,1-2 0 0,1 2-224 15,3-2 32-15,2 0 16 16,2-4-1568-16,3-2-320 0</inkml:trace>
  <inkml:trace contextRef="#ctx0" brushRef="#br0" timeOffset="214309.58">15661 9836 27647 0,'0'0'1216'0,"0"0"256"0,0 0-1168 0,0 0-304 0,0 0 0 0,0 0 0 16,0 0 1472-16,0 0 224 0,30 24 48 0,-30-24 16 15,5 31-416-15,-5-31-96 0,0 40-16 0,-3-18 0 16,-2 1-544-16,0-1-112 0,-1-4-32 0,0 2 0 16,0-4-288-16,1 0-64 0,1-4-16 0,-1 0 0 15,5-12-176-15,-6 17 0 0,6-17 0 0,0 0 0 16,-5 9 0-16,5-9 0 0,2-4 0 0,0-1 0 16,0-2 0-16,3-5-192 0,0 2 64 0,1-4 128 15,2 0-320-15,0-2 64 16,1-1 16-16,0 0 0 0,2 1 928 0,-1-1 176 15,0-2 32-15,-1 3 16 0,1 1-1552 0,-1-1-304 0,1 4-64 0,-1-2-16 0,2 5 880 0,-2 1 144 16,0 3 0-16,-9 5 128 0,18-7 192 0,-18 7 64 16,0 0 0-16,0 0 0 0,0 0-96 0,0 0-16 15,34 26 0-15,-34-26 0 0,0 0-128 0,9 43-16 16,-9-43-128-16,2 38 192 0,-2-38-192 0,-2 41 128 16,2-41-128-16,-3 40 0 0,3-40 128 0,-4 33-128 15,4-33 0-15,-1 28 0 0,1-28 0 0,0 0 0 16,0 0 0-16,3 31 0 0,-3-31 0 0,0 0-256 0,0 0 16 0,0 0 16 31,12-14-592-31,-7 4-112 0,1-2-32 0,0-2-16640 0</inkml:trace>
  <inkml:trace contextRef="#ctx0" brushRef="#br0" timeOffset="214482.42">16030 9737 15663 0,'3'-3'688'0,"-2"2"144"0,0 0-656 0,0 1-176 0,0 0 0 0,0 0 0 16,0 1 2768-16,-1-1 528 0,0 0 96 0,0 0 32 15,0 0-384-15,0 0-80 0,0 0-16 0,26 39 0 16,-26-39-1792-16,0 0-352 0,0 0-80 0,0 0-16 16,27 36-480-16,-27-36-96 15,0 0-128-15,0 0 176 0,0 0-176 0,0 0-144 0,26 28 144 0,-26-28-12320 16,0 0-2336-16</inkml:trace>
  <inkml:trace contextRef="#ctx0" brushRef="#br0" timeOffset="214644.17">16028 9966 8287 0,'0'0'736'0,"0"0"-592"0,0 0-144 0,0 0 0 0,0 0 2960 0,0 0 560 16,0 0 128-16,0 0 0 0,0 0-176 0,0 0-32 15,0 0-16-15,3 32 0 0,-3-32-1456 0,0 0-304 16,0 0-48-16,0 0-16 0,8 33-1024 0,-8-33-224 16,0 0-32-16,0 0-16 0,0 0-304 0,0 0-304 0,0 0 64 15,0 0 16 16,0 0-1952-31,0 0-384 0</inkml:trace>
  <inkml:trace contextRef="#ctx0" brushRef="#br0" timeOffset="-214432.46">16568 9611 7359 0,'-3'-3'656'0,"0"3"-528"0,1-2-128 0,-1 2 0 0,1-1 1936 0,1 0 368 15,-1 1 64-15,0-2 0 0,-3-1 688 0,-1 1 128 16,-1-1 16-16,2-1 16 0,-2 1-912 0,1-2-192 15,2 3-48-15,-1 0 0 0,1 2-656 0,0 0-144 16,-1 1-32-16,0 2 0 0,-2 3-640 0,1 1-128 16,-2 4-16-16,0 3-16 0,0 1-208 0,0 4-32 15,-1 2-16-15,0 5 0 0,0 3-176 0,1 1 160 16,0 2-160-16,1 3 160 0,0 0-160 0,0 1 160 0,1 0-160 0,-1-1 160 16,2-2-32-16,0-1-128 0,1-1 192 0,1-2-64 15,1-2-128-15,-1 1 0 0,1-1 0 0,1 1 0 16,-1-1 0-16,0-2 0 0,0 1-192 0,2-26 192 31,-7 42-960-31,7-42-64 0,-9 34 0 0,9-34-16 0,-11 24-1136 0,11-24-208 16,-13 15-48-16,6-12-12224 0</inkml:trace>
  <inkml:trace contextRef="#ctx0" brushRef="#br0" timeOffset="-214212.47">16201 9941 1839 0,'-1'-1'160'0,"1"1"-160"0,0 0 0 0,0 0 0 0,0 0 2480 0,0 0 464 16,0 0 80-16,0 0 32 0,0 0 1296 0,0 0 256 16,34 17 48-16,-34-17 16 0,32 6-1664 15,-32-6-336-15,35-1-64 0,-35 1-16 0,37-12-1632 0,-16 5-336 16,0-2-64-16,1-1-16 0,1-2-368 0,-1 2-176 16,-2 1 160-16,1-2-160 0,-2 1 0 0,0 0 0 15,-1 1 0-15,-2 0 0 16,0 1-800-16,-3 2-208 0,-13 6-32 0,18-9-16208 0</inkml:trace>
  <inkml:trace contextRef="#ctx0" brushRef="#br0" timeOffset="-214040.39">16663 9718 12895 0,'0'0'1152'0,"0"0"-928"0,0 0-224 0,0 0 0 15,0 0 2752-15,0 0 512 0,0 0 112 0,0 0 16 16,0 0-128-16,0 0-32 0,34 21 0 0,-34-21 0 15,0 0-1936-15,0 0-384 0,0 0-80 0,31 17 0 16,-31-17-688-16,0 0-144 0,0 0 0 0,0 0 0 31,0 0-1264-31,31 2-240 0,-31-2-48 0,0 0-14496 0</inkml:trace>
  <inkml:trace contextRef="#ctx0" brushRef="#br0" timeOffset="-213868.01">16659 9873 8287 0,'0'0'736'0,"0"0"-592"15,0 0-144-15,0 0 0 0,0 0 2320 0,0 0 432 16,0 0 96-16,0 0 16 0,1 33 576 0,-1-33 112 16,0 0 32-16,4 37 0 0,-4-37-1104 0,0 0-224 15,3 36-32-15,-3-36-16 0,0 0-1408 0,0 37-288 16,0-37-48-16,0 0-16 0,-1 31-448 0,1-31 0 16,0 0 0-16,0 0 0 15,1 26-704-15,-1-26-192 0,0 0-48 0,0 0-16336 0</inkml:trace>
  <inkml:trace contextRef="#ctx0" brushRef="#br0" timeOffset="-212734.38">17027 9931 14735 0,'0'0'1312'0,"0"0"-1056"0,10-7-256 0,-10 7 0 16,0 0 2848-16,3-7 512 0,-3 7 96 0,11-15 32 15,-3 4-576-15,-1-4-112 0,1 2-32 0,-4 0 0 16,-1 4-1872-16,-1-2-384 0,-2 2-80 0,-2 3-16 16,-2 0-208-16,0 3-32 0,-2 1-16 0,0 4 0 15,-3 0 0-15,0 2 0 0,-1 4 0 0,-1-1 0 0,-1 2-160 16,1 2 128-16,-2 2-128 0,1 0 128 16,1 0 32-16,-1 1 0 0,2 1 0 0,0 1 0 0,0 1-32 15,0-2-128-15,3 0 192 0,0-2-64 0,7-13-128 0,-8 28 192 16,8-28-192-16,0 0 192 0,1 29-192 0,-1-29 160 15,0 0-160-15,0 0 160 0,0 0-160 0,33 21 0 16,-33-21 0-16,0 0 0 0,38-3-256 0,-38 3-48 16,32-9 0-16,-32 9 0 15,34-12-1088-15,-34 12-208 0,36-12-64 0,-36 12 0 16,31-16-656-16,-31 16-144 0,29-15-32 0,-29 15 0 16,30-14-496-16,-30 14-96 0,25-14-32 0,-25 14 0 15,20-11 816-15,-20 11 144 0,0 0 48 0,24-11 0 0,-24 11 1856 0,0 0 256 0,0 0 272 0,18-7-48 16,-18 7 1136-16,0 0 240 0,0 0 32 0,10-9 16 15,-10 9 320-15,4-10 64 16,-3 6 16-16,1-1 0 0,0-2 176 0,0 0 32 0,0 0 16 0,-1-1 0 16,1-1-496-16,-1 0-112 0,-1 1 0 0,0-1-16 15,-1 3-512-15,0 0-112 0,-1 1 0 0,0 3-16 16,-2 0-528-16,1 2-96 0,-4 3-32 0,0 0 0 16,-3 3-160-16,0 1-48 0,-1 2 0 0,-1-2 0 0,0 3-144 15,1 1 0-15,0 1 0 0,0 0 128 0,1 2-128 0,2 0 0 16,0 1 0-16,8-15 0 15,-13 26 0-15,13-26 0 0,-7 23 0 0,7-23 0 0,0 0 0 0,0 0 0 16,5 27 0-16,-5-27 0 0,0 0 0 0,0 0 160 16,29 3-160-16,-29-3 160 0,23-7-160 0,-23 7 192 15,26-14-192-15,-12 5 192 0,0 0-192 0,-1 0 0 16,0 1 0-16,-1-1 0 0,-1 0 0 0,-1-2-176 16,-2 2 176-16,0 0-192 0,-2-2 192 0,0 3-160 15,-3-2 160-15,0 4-160 0,-1-1 160 0,-2 2 0 16,0 0 0-16,-2 0 0 0,1 4 0 0,-1 0 0 15,0 1 0-15,-2 0 0 0,4 0 0 0,-6 4 0 0,6-4 0 16,-6 10 0-16,6-10 0 0,0 0 128 0,-8 24-128 0,8-24 128 16,0 0-128-16,-4 28 176 15,4-28-176-15,0 0 192 0,0 28-64 0,0-28-128 0,0 0 192 0,0 0-64 16,0 0-128-16,9 32 192 16,-9-32-192-16,0 0 192 0,0 0-192 0,0 0 0 0,0 0 0 0,0 0 0 15,33 0 0-15,-33 0 0 0,13-10 0 0,-13 10 0 16,19-14 0-16,-10 4 0 0,2 1 0 0,1-3 0 15,0 0-176-15,-1 0 176 0,0-2-128 0,-1 2 128 16,0 1 0-16,0 1 0 0,-1 0 0 0,-1 1 0 16,-8 9 0-16,13-10 0 0,-13 10 0 0,0 0 0 15,0 0 0-15,0 0 0 0,0 0 0 0,0 0 0 0,0 0 256 0,0 0-32 16,0 0 0-16,21 30 0 0,-21-30-48 0,0 0-16 16,-1 32 0-16,1-32 0 15,-4 22-160-15,4-22 0 0,-5 25 0 0,5-25 0 0,-4 22 0 0,4-22 0 16,0 0 0-16,-7 24 0 0,7-24 0 0,0 0 0 15,0 0 0-15,0 0 0 0,0 0 0 0,0 0 0 16,0 0 0-16,0 0 0 0,0 0 0 0,0 0 0 16,0 0 0-16,15-15 0 0,-15 15 0 0,10-16 0 15,-3 6 0-15,-1 1 0 0,2-3 0 0,0 0 0 16,0 2-160-16,2-2 160 0,-2 3-256 0,1-2 64 16,0 2 0-16,2 1 0 0,-3 1 192 0,-8 7 0 0,16-12-160 0,-16 12 160 15,15-11 0-15,-15 11 0 0,14-8 0 0,-14 8 0 16,0 0 0-16,18-6 0 15,-18 6 0-15,0 0 0 0,0 0 0 0,0 0 0 0,0 0 0 0,0 0 128 16,12 34 48-16,-12-34 0 0,-5 24 0 0,5-24 0 16,-5 29-176-16,5-29 160 0,-7 29-160 0,7-29 160 15,-5 27-160-15,5-27 0 0,0 0 0 0,-3 32 128 16,3-32-128-16,0 0 0 0,0 0 0 0,6 31 0 16,-6-31 0-16,0 0-224 0,0 0 80 0,0 0 16 15,0 0-832 1,26 0-144-16</inkml:trace>
  <inkml:trace contextRef="#ctx0" brushRef="#br0" timeOffset="-212448.69">17878 9882 12895 0,'0'0'576'0,"0"0"112"0,6-8-560 0,-6 8-128 0,0 0 0 0,0 0 0 0,5-7 2160 0,-5 7 400 15,4-9 64-15,-3 1 32 0,2-1-112 0,-1 2-32 16,-2 0 0-16,0 1 0 0,0 6-656 0,-3-4-144 15,3 4-32-15,-7 0 0 0,7 0-656 0,-11 7-128 16,11-7-16-16,-17 14-16 0,6-5-464 0,0 2-80 16,-1-1-32-16,-1 4 0 0,2 2-128 0,0 0-32 15,1 2 0-15,2 0 0 0,0-1 16 0,8-17 0 16,-10 33 0-16,10-33 0 0,-2 26 0 0,2-26 0 0,0 0 0 0,0 0 0 16,23 28-144-16,-23-28 0 0,0 0 0 0,31 5 0 15,-31-5 0 1,23-5-256-16,-23 5 64 0,26-11 16 15,-26 11-304-15,29-15-64 0,-15 6-16 0,0-1 0 16,-1 1-2048-16,0-3-400 0</inkml:trace>
  <inkml:trace contextRef="#ctx0" brushRef="#br0" timeOffset="-212135.63">17981 9902 10127 0,'0'0'896'0,"0"0"-704"16,0 0-192-16,0 0 0 15,0 0 3072-15,0 0 576 0,0 0 112 0,0 0 16 0,-10 22-352 0,10-22-80 16,0 0-16-16,0 0 0 15,0 0-1792-15,0 0-384 0,30 12-64 0,-30-12 0 0,0 0-640 16,30-9-112-16,-30 9-16 0,22-8-16 16,-22 8-304-16,23-14 128 0,-23 14-128 0,22-12 0 15,-12 4 0-15,-2 0 0 16,0 1 0-16,-3-3 0 0,0 3 0 0,-3-2 0 16,-1 0 0-16,-1 1 0 0,-1-1 0 0,-2 1 0 15,-2 1 0-15,-1 0 0 0,-4 0 0 0,0 2 0 16,-2 3 0-16,1 2 0 0,1 0 128 0,0 4-128 15,-2 1 0-15,1 3 0 0,2 2 320 0,0 2 0 0,1 2 0 0,1 1 0 16,7-15 0-16,-9 32 16 0,9-32 0 0,-4 35 0 16,4-35-16-16,5 29-16 0,-5-29 0 0,0 0 0 15,23 33-304-15,-23-33 0 0,0 0 128 0,40 21-128 16,-40-21 0-16,35 4-256 0,-35-4 64 0,44 0-19408 16</inkml:trace>
  <inkml:trace contextRef="#ctx0" brushRef="#br0" timeOffset="-191984">1545 10937 2751 0,'-5'-3'256'0,"2"2"-256"0,-1 0 0 0,2 1 0 0,1 0 3872 0,0 0 736 16,-1 1 128-16,0-1 48 0,-3 1-1696 0,-1 1-336 15,0-2-64-15,-1 0 0 0,2 0-1152 0,-1-2-240 16,2 0-32-16,-1-1-16 0,1-1-416 0,2 0-64 15,-2-1-32-15,1-1 0 0,0 2-288 0,1-3-64 16,-1 3-16-16,-2 0 0 0,0 2-224 0,-1 2-144 16,-1 0 192-16,-4 3-192 0,1 1 0 0,-4 6 0 0,-1 0 0 15,0 4 0-15,-2 4 0 0,1 2-192 16,0 3 16-16,2 3 16 0,2 5 160 0,0-1-192 0,3 0 192 0,3 1-192 16,1-3 192-16,1 2 0 0,2-3-144 0,2-1 144 15,0 0 0-15,1-5 0 0,-1-21 0 0,10 37 0 16,-10-37-128-16,0 0 128 0,0 0 0 0,29 36 0 15,-29-36 0-15,0 0 0 0,36-9-144 0,-22 2 144 16,2-5-432-16,1-2-16 16,2-3-16-16,1-2 0 0,-1 0-544 0,2-2-96 0,0-1-32 0,-1 1 0 15,2 1-1072-15,-4 2-224 0,0-1-32 0,-2 5-16 16,-1 0 624-16,-3 2 128 0,-1 0 32 0,-2 0 0 16,-2 5 688-16,0 0 144 0,-2 2 32 0,-1 0 0 0,-1 3 624 0,-2 2 208 15,-1 0 0-15,-1 2-160 0,0-1 688 0,-2 3 144 16,0-1 32-16,-2 1 0 0,1 1 1232 0,0 1 256 15,-1 0 48-15,1 3 16 16,0 1-416-16,-1-1-96 0,0 3-16 0,2 0 0 16,1 2-512-16,0-1-128 0,1 3 0 0,1-4-16 0,2-2-272 0,0-1-48 0,-1-2-16 15,4-2 0-15,2 0-480 0,1-1-80 0,0-3-32 0,3-2 0 16,0-3-144-16,2-2 0 0,1-1 144 16,0-4-144-16,-2 1 128 0,1-3-128 0,1-2 160 15,-2-2-160-15,0 2 0 0,-4-1-160 0,-2 2 0 0,-3 2 0 16,-2 0-96-16,-2 3 0 0,-3 2-16 0,-3-1 0 15,1 4 272-15,-3-1 0 0,-4 3 0 0,-3 1 0 16,0 1 0-16,-1 3-128 0,1 0 128 0,1 3 0 16,2-1 0-16,0 2 128 0,2 3-128 0,2-3 192 15,2 3-16-15,1 1-16 0,1-1 0 0,2-1 0 16,-1 0-160-16,3 0 0 0,1-1 0 0,1-1 0 31,1-2-592-31,2 0-112 0,0-3 0 0,2 0-14896 0</inkml:trace>
  <inkml:trace contextRef="#ctx0" brushRef="#br0" timeOffset="-191590.05">1766 11102 20271 0,'-2'-2'896'0,"1"-3"192"0,0 1-880 0,1 1-208 0,0 2 0 16,1 0 0 0,0-1 992-16,1-3 160 0,1-2 16 0,2-3 16 0,3 0-576 0,0-1-112 0,2 2-32 0,0 1 0 15,1 2 64-15,1 2 16 0,0 2 0 0,-12 2 0 16,0 0-96-16,0 0-32 0,49 12 0 0,-49-12 0 16,0 0-416-16,0 0 0 0,32 41 128 0,-32-41-128 15,0 0 0-15,12 42 0 0,-11-28 144 0,-1-1-144 16,-2 1 0-16,1-3 0 0,-2-3 0 0,-1 2-128 15,0-2 128-15,1-1 0 16,-2-2 0-16,1 0 128 0,1-3 208 0,0-2 48 0,0 0 16 0,0-2 0 0,1-2 240 16,0-2 64-16,0-1 0 0,1-1 0 0,0 0 128 0,2-2 48 15,1-1 0-15,-1-1 0 0,3 0-496 0,0 0-112 16,1 0-16-16,0-1 0 0,2 2-256 0,-2 0 0 16,2 1 0-16,0 1 0 15,0 1-160-15,1 2-32 0,0 0-16 0,0 2 0 31,0 1-1456-31,0 1-304 0,1-1-48 16,-2 3-12448-16</inkml:trace>
  <inkml:trace contextRef="#ctx0" brushRef="#br0" timeOffset="-191243.47">2059 11074 3679 0,'-2'0'320'0,"0"0"-320"15,1 0 0-15,1 0 0 0,-1 0 2064 0,0-2 352 0,0 2 64 0,-1-3 16 16,-1 1 144-16,2-3 48 0,0 0 0 15,2-2 0-15,2 0-1232 0,0 0-240 0,1 0-64 0,2 1 0 16,0-2-640-16,1 3-144 0,0 0-32 0,1 1 0 16,-2 3-192-16,1 1-144 0,-7 0 192 0,0 0-192 15,0 0 0-15,0 0 0 0,34 32 0 0,-34-32 0 16,0 0 0-16,13 43 0 0,-11-28 0 0,-1 2 0 16,-1 0 0-16,-2 1 0 0,-1-1 0 0,0-2 0 15,-1-3 0-15,1 0 0 0,-2 0 0 0,0-3-144 0,1 0 480 16,-1-4 112-16,2-2 0 0,0-1 16 0,0-2 496 15,1-2 112-15,-1-4 16 0,1-1 0 0,2-1 16 0,0-3 16 16,0-3 0-16,1 0 0 0,2-2-480 0,0-1-80 16,2 0-32-16,0 1 0 0,0-3-336 0,0 2-192 15,2 0 192-15,0-1-192 0,0 3 0 0,0 1 0 16,1 2 0-16,-1 2 0 16,1 1-368-16,1 3-80 0,-2 0 0 0,1 2-10992 15,-1 3-2192-15</inkml:trace>
  <inkml:trace contextRef="#ctx0" brushRef="#br0" timeOffset="-190881.32">2286 11102 6447 0,'-2'5'576'0,"0"-2"-576"0,1-1 0 0,1 0 0 16,0-2 2064-16,0 0 304 0,0 2 64 0,1-2 16 16,1 3 368-16,0-1 80 0,2-2 16 0,0 0 0 15,3 0-1120-15,-1-4-240 0,3 0-32 0,0-2-16 16,1 1-832-16,0-2-160 0,0-1-48 0,0-1 0 15,-1 1-256-15,0 0-48 0,1 1-16 0,-3 0 0 16,1-1-144-16,-1 2 0 0,-2 1 0 0,-3 0 0 16,2 1 0-16,-3 1 0 0,0-2 0 0,-2 3 0 15,-1 0 0-15,-2-1 0 0,0 1 0 0,-3-1 0 0,0 3-160 0,-2-2 160 16,-1 2-208-16,0-1 80 0,-1 1 128 16,-1 1 0-16,1-1 0 0,1 3 0 15,0 2 0-15,2 1-160 0,1 2 160 0,0 1 0 0,1 2 144 16,-1 1 144-16,3 0 32 0,-1 0 0 0,1 0 80 0,1 2 32 15,2 0 0-15,1-2 0 0,0 2-112 0,0-4-32 16,2 2 0-16,1-2 0 0,-3-10-32 0,0 0 0 16,0 0 0-16,0 0 0 0,0 0 64 0,46 28 16 15,-38-28 0-15,2-2 0 0,0-1-336 0,0-1 0 16,3-1 0-16,-1-3 0 16,0 2-1152-16,-1-4-256 0,1 3-64 0,0-2-14128 0</inkml:trace>
  <inkml:trace contextRef="#ctx0" brushRef="#br0" timeOffset="-190009.14">2710 10984 12895 0,'1'-2'1152'0,"-1"-1"-928"0,0 3-224 0,0-2 0 0,0 2 1568 0,0-2 272 15,1 1 48-15,-1-3 16 0,0-1 208 0,0 0 64 16,-1 0 0-16,0 1 0 0,0 1-480 0,-1 1-96 16,0 0 0-16,-1 0-16 0,0 2-592 0,-2 2-112 15,0 0-32-15,-2 0 0 0,0 1-320 0,-3 4-64 16,1-2-16-16,-2 4 0 0,0-2-128 0,-1 2-48 15,0 1 0-15,0 2 0 0,0-2-96 0,0 1-32 16,3-1 0-16,0 1 0 0,1-3-16 0,1 1 0 16,2-3 0-16,1 0 0 0,2 0-128 0,1-2 0 0,3 0 144 0,1-1-144 15,1-1 0-15,3-2 0 0,-7 0 0 0,0 0 0 16,0 0 0-16,42 2 0 0,-42-2 0 0,26-2 0 16,-26 2 0-16,0 0 0 0,38-2 0 0,-38 2 0 15,0 0 0-15,0 0 0 0,38 2 0 0,-32 0 128 16,0 1-128-16,-3-1 0 0,-1 1 0 0,-1 0 0 15,-1 0 0-15,-1 2 0 0,-2-1 0 0,-1 2 0 0,-1 1 0 0,0-2 0 16,-3 2 0-16,1 0 0 0,-2 0 0 0,0-2 0 16,1 2 0-16,-1-3 0 0,2-1 0 0,1 2 0 15,1-3 0-15,0 0-192 16,3 1-864-16,1-1-176 0,0-2-48 0,1 0-9776 16,1 0-1952-16</inkml:trace>
  <inkml:trace contextRef="#ctx0" brushRef="#br0" timeOffset="-189763.51">2833 10970 8287 0,'2'-8'368'0,"-1"4"80"0,0-1-448 0,0 2 0 15,-1 3 0-15,0 0 0 0,0 0 2624 0,-1 0 448 16,1-2 96-16,-2 4 16 0,-1-2-304 0,1 4-48 0,-2 2-16 0,0 4 0 16,0 2-1088-16,1 2-240 0,0 1-32 0,2 3-16 15,0 2-800-15,2 1-144 16,0 2-48-16,1 0 0 0,0 0-288 0,-1 2-160 0,1 4 160 0,0 1-160 15,1-3 128-15,0 3-128 0,0 1 0 0,0 0 144 16,2-3-144-16,-2-1-192 0,-3-27 32 0,6 43 16 31,-6-43-1136-31,4 30-208 0,-4-30-48 0,0 0-16 0,0 0-256 0,0 0-48 0,5 26-16 0,-5-28-10064 16</inkml:trace>
  <inkml:trace contextRef="#ctx0" brushRef="#br0" timeOffset="-188832.13">2766 11000 9215 0,'-1'-9'400'0,"0"4"96"0,1 1-496 0,0 1 0 15,0 0 0-15,0 2 0 0,1 0 1584 0,0 0 208 16,3-2 64-16,1-2 0 0,1 0 160 0,2 3 32 16,1-3 16-16,0 2 0 0,1-1-768 0,2 0-144 15,0-1-48-15,1 2 0 0,0-2-352 0,-1 1-80 31,0 1-16-31,-2 1 0 0,0-2-320 0,-2 3-64 16,1 1-16-16,-3 0 0 0,0 1-256 0,-2 3 0 16,-2 0 128-16,-1 1-128 0,-2 0 0 0,-2 3 0 15,-2 1 0-15,-2 2 0 0,-2 1-224 0,0 2-48 0,-1-2-16 16,-1 2 0 0,0-2-208-16,0 1-32 0,-2 1-16 0,0 0 0 0,2-3 224 0,1-1 64 0,2 0 0 0,1-3 0 15,3 0 256-15,1-3 0 0,1-1 0 0,2-1 0 16,2-2-688-16,1-2-16 15,2-1-16-15,3-1 0 0,2-5-736 16,1 1-144-16,0-1-16 0,3-2-16 0,1 0 464 0,1-1 80 0,1-1 32 0,0 1 0 0,0 2 720 0,-1-2 144 16,2 3 16-16,-2-1 16 0,-1 1 448 0,0 2 96 15,-2 2 0-15,-3 0 16 0,0 4 1088 0,-3 0 224 16,-1 2 32-16,-2 2 16 0,-1 2-48 0,-1 1-16 16,-1 3 0-16,-1 2 0 0,-1 4-320 0,0-1-64 15,-1 3-16-15,0 1 0 0,2 1-464 0,-1-4-80 16,1 1-32-16,1-2 0 0,1-4-336 0,-2-10-80 15,0 0-16-15,0 0 0 0,0 0-288 0,0 0 0 16,41 15 128-16,-29-21-128 0,1-3 288 0,2-3 0 16,1-2 0-16,1-3 0 0,0 1-80 0,0-3-16 15,-2 2 0-15,-1-1 0 0,-1 0-192 0,-1 0 0 0,-1-1 128 0,-3 3-128 16,-2 1 0-16,-3 3 0 0,-2 0 0 0,-3 3 0 16,-3 4 0-16,-3 0 128 0,-1 2-128 15,-3 1 0-15,-3 4 0 0,-1 1 0 0,1 2 0 0,-2 2 0 16,0 1 256-16,0 1-32 0,1 2-16 0,-1-1 0 15,4 1-80-15,2 1 0 0,3-2-128 0,1-2 192 16,2-2-192-16,3-1 0 0,1-2 0 0,3-1 0 16,0-2 0-16,3-3 0 0,2-2 0 0,3-1 0 15,0-2 0-15,1-1 0 0,3-2 0 0,1 1 0 16,2-2 128-16,-2 0-128 0,3-2 0 0,0-1 0 0,-1 4 0 16,2-3 0-16,1 2 0 0,0 2 0 0,-2 3 0 15,-1 1 0-15,-17 6 0 0,30-1 0 0,-30 1 0 0,0 0 0 16,0 0 0-16,44 21 0 0,-44-21 0 0,0 0 0 15,0 0 0-15,17 43 0 0,-16-29 0 0,-1 0 0 16,-1 3 0-16,-2-2 0 0,-1 1 0 0,1-2 0 16,-1-4 0-16,-1 1 0 0,1-4 0 0,1-1 0 15,0-2 0-15,0-2 0 0,1 0 0 0,2-2 0 16,-1-3 0-16,2-1 0 0,0-3 0 0,2 0 0 16,1-2 0-16,0-3 0 0,2 2 0 0,0-4 0 15,3 2 0-15,-1-2 0 0,0 2-224 0,2-1 16 0,0 0 0 0,-1 1 0 16,-1 3 64-16,1-1 16 0,-1 1 0 0,2 1 0 15,-2 2 128-15,-1 3 0 0,0-1 0 0,-1 3-128 16,0 2 128-16,-2 1 0 0,-1 0 0 0,0 3 0 16,0-1 0-16,0 2 0 0,-2 0 0 0,0 2 0 15,1-1 128-15,-1 4-128 0,0 1 128 0,0 2-128 16,0 3 240-16,0 0-32 0,-1-1 0 0,1 1 0 16,-1-17-208-16,3 29 144 0,-3-29-144 0,0 0 128 15,6 35-128-15,-6-35 0 0,0 0-160 0,0 0 160 16,0 0-1392-16,0 0-176 15,0 0-32-15,0 0-14128 0</inkml:trace>
  <inkml:trace contextRef="#ctx0" brushRef="#br0" timeOffset="-188328.04">3788 10891 911 0,'1'0'0'0,"0"0"0"16,0 0 0-16,-1 0 0 0,0 0 2624 0,-1 0 432 15,1 0 80-15,-1 1 32 0,0-1 608 0,1 2 112 16,-2-2 16-16,0-3 16 0,0 1-1280 0,0-1-256 15,1 1-48-15,-1-2-16 0,1-1-1152 0,0 0-224 16,-1-2-48-16,0-2-16 0,0 0-448 0,-1-1-96 16,-1 2-16-16,-1-3 0 0,-2 1-144 0,-1 0-48 15,-1 2 0-15,-1 1 0 0,0 2-128 0,0 2 0 16,0 1 0-16,0 4 0 0,0 0 144 0,1 3-144 16,0 3 160-16,1 3-160 0,0 1 192 0,1 2-64 15,-1 1-128-15,3 3 192 0,-1 2-192 0,2 3 0 0,3 0 0 0,1 1 0 16,1 0 0-16,-1-24 0 0,6 39 0 0,-6-39 0 15,0 0 0-15,18 37 0 0,-18-37 0 0,0 0 0 16,0 0 0-16,38 7 0 0,-27-12 0 0,1-2 0 16,0-4 0-16,1-1 0 0,0-3-160 0,0-1 160 15,0-1-176-15,0-2 176 0,0-1-208 0,-1-1 80 16,-1 1-112-16,-1-2-16 0,0 3 0 0,-2-2 0 16,-1-1 256-16,0 2-192 0,-2 0 192 15,-2-1-192-15,-2 2 192 0,-1-3 0 0,-2 1 0 0,-2 0 0 0,-1-1 0 0,-1 1 0 16,0 0 0-16,-1 2 0 15,1 4 304-15,-1 1 48 0,2 3 16 0,1 6 0 0,0 0 32 0,3 5 16 16,-1 0 0-16,0 5 0 0,1 2-208 0,0 2-32 16,1 3-16-16,-1 5 0 15,2 3-160-15,0 5 0 0,1 2 0 0,0 2 0 0,-1 5 0 0,0 0 0 16,0 0 0-16,0-2 0 0,0 0 0 0,0 0 0 16,1 0 0-16,2 0 0 0,1-4 0 0,-5-28 0 15,11 47 0-15,-11-47 0 0,13 33 0 0,-13-33 0 16,0 0-192-16,0 0 192 15,0 0-1072-15,0 0-80 0,43 17-32 0,-35-26-16064 0</inkml:trace>
  <inkml:trace contextRef="#ctx0" brushRef="#br0" timeOffset="-188137.61">3981 10666 18431 0,'-1'-2'816'0,"1"-1"160"0,0 3-784 0,0 0-192 0,0 3 0 0,0-2 0 16,0 0 1920-16,0 4 352 0,1 3 64 0,0 1 16 15,-1-9-192-15,0 0-48 0,8 35 0 0,-8-35 0 16,0 0-1280-16,0 0-256 16,20 35-48-16,-20-35-16 0,0 0-512 0,0 0 0 0,0 0 0 0,0 0 0 15,34 32-1488-15,-29-30-256 0,-5-2-48 0,0 0-12480 16</inkml:trace>
  <inkml:trace contextRef="#ctx0" brushRef="#br0" timeOffset="-187976.42">4012 10870 11055 0,'-4'2'240'0,"1"1"48"0,2 0 16 0,-1 1 16 0,1-2-320 0,1 0 0 16,-1 3 0-16,-1 2 0 0,0 3 1792 0,-1 4 288 15,0 3 64-15,-1 2 16 0,2-3-64 0,0-1-16 0,1-1 0 16,1-14 0-16,0 0-1248 0,1 31-240 0,-1-31-48 0,0 0-16 31,0 0-1504-15,0 0-304-16</inkml:trace>
  <inkml:trace contextRef="#ctx0" brushRef="#br0" timeOffset="-187602.64">4174 10809 6447 0,'1'-3'576'16,"0"1"-576"-16,-1 2 0 0,0 0 0 16,0 0 2544-16,0 0 400 0,0 0 64 0,-1 0 32 0,0 2-96 15,0 1-32-15,-1 4 0 0,-2 4 0 16,1 1-848-16,-2 1-160 0,2 3-48 0,-2 2 0 15,0 2-1008-15,0-2-208 0,0 2-32 0,0-1-16 0,0 2-256 0,1-5-48 16,2-1-16-16,-2-1 0 0,2 0-144 16,2-14-128-16,-3 17 192 0,3-12-192 0,-1-1 0 0,1-3 0 15,1-1 0-15,0-3 0 0,2-2 0 0,1-2 0 16,-1-2-128-16,1-3 128 16,2-2-448-16,-1 0 16 0,1 1 0 0,0-4 0 0,3-1 64 0,0-1 16 15,-2 0 0-15,3 0 0 0,-3 2 352 0,1 1-144 16,1-1 144-16,-2 0 0 0,1 5 0 0,-2-1 0 0,0 5 0 15,0 1 0-15,1 5 272 0,-3 0 112 0,1 2 32 0,-1 2 0 16,-1 2 304-16,1 1 64 0,-4-5 16 0,0 0 0 16,10 34-320-16,-10-34-64 0,5 33-16 0,-5-33 0 15,4 35-256-15,-4-18-144 0,0-17 160 0,0 34-160 16,0-34 128-16,0 32-128 0,0-32 0 0,0 0 0 16,3 38 0-16,-3-38 0 0,0 0 0 0,0 0 0 15,0 0 0-15,0 0 0 0,0 0 0 0,0 0 0 31,0 0-880-31,0 0-272 0,0 0-48 0,35-2-15776 0</inkml:trace>
  <inkml:trace contextRef="#ctx0" brushRef="#br0" timeOffset="-187161.6">4518 10922 10127 0,'1'5'448'0,"0"-3"96"0,-1-2-544 0,0 0 0 15,0 0 0-15,0 0 0 0,0 0 2640 0,0 0 432 16,0 0 64-16,0 0 32 0,0 0-256 0,0 0-48 15,0 0-16-15,0 0 0 0,0 0-880 0,35 3-176 16,-30-8-48-16,1-2 0 0,-1-1-1008 0,2 0-208 16,-2 0-32-16,1-1-16 0,-2 2-480 0,0-1 128 15,0 1-128-15,-2 0 0 0,0 0 0 0,-3 0 0 16,1 2 0-16,-3-2 0 0,-1 3 0 0,0-1 0 16,-4 2 0-16,1-1 0 0,-2 1 0 0,0 1-128 15,0 0 128-15,-1 1-160 0,0 1-48 0,2 0-16 0,1 0 0 16,-1 3 0-16,3 2 224 0,-1-1-144 15,2 1 144-15,1 1-128 0,0 2 128 0,1-2 192 0,1 0-32 0,1 1-16 16,0-7 112-16,0 0 0 0,7 33 16 0,-7-33 0 16,0 0-128-16,14 42-16 0,-14-42-128 15,14 34 192-15,-14-34-16 0,17 38-16 0,-17-38 0 0,18 44 0 16,-18-44-32-16,14 49-128 0,-14-49 192 0,13 42-64 16,-13-42-128-16,8 36 0 0,-8-36 0 0,4 28 0 15,-4-28 0-15,-2 24 0 0,0-14 0 0,-3-1 0 16,1-2 240-16,-3 1-48 0,1-2 0 0,-4-1 0 0,-1 0-32 15,-3-1-16-15,-1-1 0 0,-3 0 0 0,-2-1-144 16,-1 0 0-16,-3-2 0 0,-1 2 0 0,0-2 0 0,0 0-256 16,-1 1 48-16,3-2-12320 15,0-1-2448-15</inkml:trace>
  <inkml:trace contextRef="#ctx0" brushRef="#br0" timeOffset="-185744.54">5306 10794 17503 0,'3'-2'1552'0,"-2"0"-1232"0,0 0-320 0,-1 2 0 15,0 0 1600-15,0 0 256 0,1-1 48 0,1 1 16 16,0-2 32-16,-1 2 16 0,1 5 0 16,-3-1 0-16,-1 6-688 0,0 0-144 0,-1 4-32 15,0 2 0-15,-1 3-672 0,-1 2-144 0,1 1-32 0,-1 4 0 16,0 0-256-16,1 1 0 0,-2 2 0 0,2-4 0 31,2 0 0-31,0-3 0 0,2-22 0 0,1 30 0 0,-1-30 0 0,0 0 0 0,0 0 0 0,0 0 0 16,0 0 0-1,32 29 0-15,-23-32 0 0,-1-1 0 0,2-1 192 0,0-2 0 0,-1 0-16 0,0-2 0 16,-1 1 16-16,1-1 16 0,-2 2 0 0,-1-3 0 16,1 4-208-16,-1-2 0 0,-3 3 0 0,1-2 0 0,-1 3-192 0,-1 1-64 15,-1-2-32-15,-2 3 0 16,0 0-640-16,-1-1-128 0,-1 1-32 0,-1 2 0 15,-1-2-832 1,-1 1-192-16,-1-1-16 0,-1 0-16 0,-1 0 16 0,-1-1 0 0,-2 0 0 0,-2-1 0 16,-2-1 1152-16,-1-2 224 0,0 0 48 15,0 0 16-15,0 0 688 0,-2 0 0 0,-1-1 208 0,-2 2-48 16,4 0 496-16,1 4 112 0,2 1 0 0,1 2 16 0,2 4 528 0,1 1 96 16,2 2 32-16,1 0 0 15,3 2-224-15,0-1-64 0,3 0 0 0,1 0 0 0,3-2 384 0,2-2 80 0,-4-5 16 0,0 0 0 31,0 0-208-31,0 0-32 0,46 12-16 0,-46-12 0 16,30-5-608-16,-14 0-128 0,1-1-32 0,1-2 0 16,1 1-352-16,2-4-64 0,-1 1 0 0,0 0-16 15,-2 1-176-15,1-1 0 0,-2 1 144 0,0 0-144 16,-2 2 0-16,0-1 0 0,0 4 0 0,-1-2 0 16,-1 2 0-16,-1-1 0 0,0 3 0 0,-1-1 0 15,-3 1 0-15,0 0 0 0,-1 2 0 0,-1-3 0 16,-2 3 0-16,-1 0 0 0,1-2 0 0,-3 2 0 15,0 0 0-15,-1 0 0 0,0 0 0 0,0 2 0 16,-2-2 0-16,0 3 0 0,0-2 0 0,-1 0 0 0,0 2 0 16,1 1 0-16,-1 1 0 0,0-1 0 0,0 2 0 0,0 0 0 15,0 2 0-15,1 1 0 0,0 1 0 0,0 1 0 16,2 2 0-16,0 0 0 0,0-13 0 0,2 24 0 16,-2-24 0-16,0 0 0 0,0 0 0 0,19 38 0 15,-19-38 0-15,0 0 0 0,0 0 0 0,37 7 0 16,-25-12 0-16,1-1 0 0,1-4 128 0,0 0-128 15,0-2 128-15,-1-1-128 0,1 0 192 0,-3 0-48 16,0 0 0-16,-4 1 0 0,-1 1-144 0,-3-1 0 16,-3 3 0-16,-1 0 0 0,-4 1 0 0,-3 1 0 15,-3 2 0-15,-3 2 0 0,-2 1 0 0,-3 1 0 0,0 1 0 16,0 1 0-16,2 1-144 0,0 1-64 0,3-1-16 0,3 2 0 31,2-1-736-31,3 0-160 0,2-1-32 0,4 1-16096 0</inkml:trace>
  <inkml:trace contextRef="#ctx0" brushRef="#br0" timeOffset="-185131.1">6516 10797 19343 0,'1'-3'848'0,"-1"1"192"0,1 0-832 0,-1 2-208 0,0-2 0 16,0 1 0-16,0 1 1984 0,-1-2 368 0,1 1 64 0,-2-2 16 15,-2 0-128-15,0 0 0 0,-2 1-16 0,-1 0 0 16,-3 1-1152-16,-1 1-240 0,-2 0-32 0,-2 0-16 16,-3 0-464-16,-2 1-112 0,1 1-16 0,0-2 0 15,-2 2-256-15,4 1 0 0,0 0 128 0,2 0-128 16,2 3 0-16,0 0 0 0,3 0 0 0,1 0 0 15,2 2 0-15,1-2 0 0,2 2 0 0,1-1 0 16,2 1 0-16,2-1 0 0,1 1 0 0,-2-8 0 16,0 0 0-16,0 0 0 0,0 0 0 0,38 38 0 15,-38-38 0-15,0 0 0 0,41 22 0 0,-41-22 0 0,0 0 0 0,51 19 0 16,-51-19 0-16,0 0 0 0,49 19 128 0,-49-19-128 16,0 0 144-16,38 16-144 0,-38-16 176 15,0 0-176-15,0 0 192 0,0 0-192 0,0 0 160 0,0 0-160 16,0 0 128-16,0 0-128 0,10 37 176 0,-18-33-48 15,-1 1-128-15,-3-1 192 0,-1 3-192 0,1-4 128 16,0 1-128-16,-2-1 0 0,0 2 0 0,-2-3 0 16,0 0 0-16,2 1 0 0,1-1 0 0,2 0 0 15,2 1 0-15,1-3 0 0,3 0 0 0,2 0-256 16,2 0 16-16,3-3 16 16,2 1-1232-16,3-3-240 0</inkml:trace>
  <inkml:trace contextRef="#ctx0" brushRef="#br0" timeOffset="-183369.75">6694 10934 10127 0,'5'-2'896'15,"-2"0"-704"-15,0 1-192 0,-3 1 0 0,0-2 2720 0,1 0 512 16,2-1 96-16,1-1 32 0,0-4-560 0,-1 1-112 0,0-1-32 0,-2 0 0 16,-1 1-1328-16,-1 0-272 0,-2 0-48 0,-1 1-16 15,1 0-336-15,-2 0-64 0,-1 2-16 0,1-1 0 16,-1 3-368-16,0 0-80 0,-2 1 0 0,1 1-128 15,-2 3 0-15,-1 2 0 0,-1-1 0 0,1 4-192 16,0-1-240-16,-1 4-32 0,1 0-16 0,-3 1 0 16,4-1 272-16,0 3 48 0,2-2 16 0,-1 2 0 0,3 0 144 0,1-1 0 15,2 0 0-15,1-1 0 0,1 0 0 0,0-12 0 16,0 0 0-16,0 0 0 0,0 0 0 0,20 34 192 16,-20-34-64-16,0 0 0 0,0 0 320 0,35-4 80 15,-25 0 16-15,0-3 0 0,1 0-224 0,1-1-64 16,-1-1 0-16,-2 0 0 0,1-1-256 0,-1-1 0 15,0 3 0-15,-2-1 0 0,0-1 0 0,0 1 0 16,-1-1 0-16,0 1-192 0,-1 1 192 0,-1 2-176 16,-1-1 176-16,0 3-160 0,0 0 160 0,-1 0 0 15,-2 3 0-15,1-1 0 0,-1 2 0 0,0 2 0 0,0-1 0 0,0 3 128 16,1 0 64-16,0 2 0 0,0 1 16 0,-1-7 0 16,0 0 80-16,0 0 16 0,9 31 0 0,-9-31 0 15,0 0-304-15,0 0 0 0,0 0 128 0,0 0-128 16,0 0 0-16,27 34 0 0,-22-33 0 0,0-2 0 15,-1 0 0-15,1-1 0 0,0-3 0 0,2 0 0 16,0-2 144-16,1 0-144 0,-1 0 0 0,1 0 144 16,-1-1-144-16,1-1 0 0,2 0 0 0,-1-1 0 15,0 3 0-15,0-2 0 0,1 1 0 0,-2 1 0 16,0 0 0-16,0 3 0 0,-1 1 0 0,-1 0 0 16,-2 3 0-16,0 0 0 0,0 3 0 0,-1 0 0 0,-1 1 0 0,-2-4 0 15,0 0 0-15,0 0 0 0,10 33 0 16,-10-33 0-16,0 0 0 0,3 33 0 15,-3-33 0-15,1 26 0 0,-1-26 0 0,-1 22 0 0,1-22 0 0,0 19 0 16,-1-12 144-16,1-2-144 0,0-2 128 0,0-1-128 16,0 0 160-16,0-2-160 0,0 0 0 0,1-2 128 15,0-3-128-15,2 0 0 0,0 0 0 0,2-2 0 16,0-3 0-16,1-1 0 0,1 0 0 0,1 1 0 16,-1-2 0-16,0 0 0 0,0 2 0 0,0-1 0 15,2 1-160-15,0-2 160 0,0 0 0 0,0 3-160 16,-1 1 160-16,-2 2 0 0,1 3 0 0,-3 1 0 0,1 0 0 0,-1 4 0 15,-1 0 0-15,-2 1 0 0,0 1 0 0,0 2 0 16,0 0 0-16,-1 1 0 0,0 0 0 0,0 1 0 16,0 1 0-16,0-2 144 0,0-7-144 0,0 0 192 15,1 26-192-15,-1-26 160 0,0 0-160 0,0 0 160 16,0 0-160-16,0 0 0 0,0 0 0 0,14 34 128 16,-11-32-128-16,1-2 0 0,0-3 0 0,1 1 0 15,0-3 0-15,1-1 0 0,1 0 0 0,1 0 0 16,-2 0 0-16,1 0 0 0,1-2 0 0,1-1 0 15,-1 0 0-15,1 0-224 0,-1-1 80 0,1 2 16 16,-1-1-64-16,-1-1 0 0,-1 1 0 0,-2 2 0 16,1-1 192-16,-3 2-160 0,0-1 160 0,0 4-160 15,-1-2 160-15,-1 1 0 0,0 3 0 0,0-1 0 0,0 2 0 0,-1 0 0 16,1 0 0-16,0 0 128 0,-1 0-128 0,1 2 0 16,0 1 0-16,1-1 128 0,-1 3-128 0,1 0 128 15,-1 2-128-15,0-7 128 0,0 0 16 0,3 28 16 16,-3-28 0-16,0 0 0 0,2 27-160 0,-2-27 160 15,0 0-160-15,6 37 160 0,-6-37-160 0,0 0 192 16,13 41-192-16,-13-41 192 0,0 0-192 0,0 0 128 16,24 38-128-16,-24-38 128 0,0 0-128 0,0 0 0 15,33 0 0-15,-23-5 0 0,1-4 0 0,1 1 0 0,-1-4 0 16,1 1 0-16,1-3 0 0,1-1 0 0,-1 1 0 16,0-1 0-16,0-1 0 0,-1 2 0 0,0 0 0 0,-3 0 0 15,1 4-144-15,-3 0 144 0,-1 1 0 16,-2 2 0-16,0 0 0 15,-2 2 0-15,-1 0 0 0,-1 0 0 0,0 2 0 0,-1-1 0 0,0 0 0 0,-1 1 0 16,0 1 0-16,-1-3 0 0,2 1 0 0,-2 1 0 16,1-1 0-16,0 1 0 0,0 3 0 0,1-3 0 15,1 3 0-15,-1 0 0 0,0 1 0 0,1 1 0 16,0 1 0 0,-1 1 0-16,0 3 0 0,0 2 0 0,1-9 128 0,0 23-128 0,0-23 176 0,0 30-176 15,0-30 160-15,2 34-160 16,-2-34 128-16,1 37-128 0,-1-37 128 0,1 47-128 0,-1-16 128 0,-1-2-128 0,-1 4 160 0,0-5-160 15,1 0 192-15,0-4-192 0,0-2 128 0,1-22-128 16,-2 40 0-16,2-40 0 0,-1 33 0 0,1-33 0 16,-1 24 0-16,1-24 0 0,0 0 0 0,-2 21-224 15,2-19 64-15,-1-2 16 32,1-2-320-32,1-2-64 0,-1-1-16 0,1-2 0 0,0-3-928 0,0-2-192 0,0 0-48 0,-1-3 0 15,0 0-272-15,-2-2-64 0,0-3-16 0,1-3 0 16,-2 0 16-16,0-3 0 0,0 0 0 0,1-1 0 15,-2-1 784-15,1-2 176 0,0 3 16 0,2 1 16 0,0 2 1648 0,1 4 336 16,3 5 64-16,1 1 16 0,1 4 752 0,2 0 160 16,0 1 16-16,2 3 16 0,0 0-560 0,0 1-112 15,1 2-32-15,2-1 0 0,-12 4-48 0,23-4-16 16,-23 4 0-16,0 0 0 0,35-1-320 0,-35 1-64 0,0 0-16 0,32 1 0 16,-32-1-416-16,0 0-96 0,0 0-16 0,0 0 0 15,38 16-256-15,-38-16 0 0,0 0 128 0,0 0-128 16,0 0 0-16,0 0 128 0,11 38-128 0,-15-31 0 15,-1 1 208-15,0-2-64 0,-3 2-16 0,1-4 0 16,0 2-128-16,-1-2 0 0,1-2 0 0,-2 1 128 16,3-1-128-16,-2-2 0 0,3 2 0 0,-2-2 0 15,2-2 0-15,0 2 0 0,1-3 0 0,2 3 0 16,0-2 0-16,2 2 0 0,2-2 0 0,1 0 0 16,2-1 0-16,1 0 0 0,3 1 0 0,-1-2 0 0,1-1-128 0,2 0 128 15,1-2-160-15,0 0 160 16,1-2-336-16,1-1 16 15,1 1 16-15,-1-3 0 0,1 0-32 0,1 0-16 0,-1-2 0 0,1 0 0 16,-2-1 112-16,1 1 32 16,-1-3 0-16,-1 1 0 0,0-1 208 0,-2-2 0 15,-1 1 0-15,-1 0 0 0,-2 2 0 0,-2 0 192 16,-1 1-48-16,-3-1 0 0,0 4 256 0,-3-2 48 16,1 2 16-16,-3 0 0 0,0 3-64 0,0 0-16 15,-1 1 0-15,0 3 0 0,1 1-32 0,-2 3-16 16,2 1 0-16,0 0 0 0,1 3-176 0,-1 1-32 0,1 4-128 15,2-2 192-15,-1 3-192 0,2-9 0 0,-1 27 128 0,1-27-128 16,1 38 0-16,-1-38 0 0,3 50 0 0,-1-20 0 16,1 2 0-16,0-1 0 0,-1 2 0 0,0-1 0 15,-2-2 0-15,1 0 0 0,-1-1 128 0,0-1-128 16,0-28 0-16,1 47 0 0,-1-47 0 0,4 41 0 31,-4-41-608-31,4 33-160 0,-4-33-48 0,0 0-16800 0</inkml:trace>
  <inkml:trace contextRef="#ctx0" brushRef="#br0" timeOffset="-182960.83">7977 10763 7359 0,'-2'3'320'0,"0"-2"80"0,1 2-400 0,0-2 0 16,1 1 0-16,0 0 0 0,1-1 2496 0,-1-1 432 15,0 0 80-15,0 0 0 0,0 0-304 0,0 0-64 16,0 0-16-16,38 25 0 0,-38-25-960 0,22-2-208 15,-22 2-48-15,25-7 0 0,-11 0-288 0,0 2-64 16,1-2-16-16,-3 0 0 0,0 0-560 0,-1 2-112 16,-1-2-32-16,0 2 0 0,-2 0-336 0,0 0 0 15,-2 1 0-15,-1-1 0 0,-2 0 0 0,-1 3 0 16,-2 0 0-16,-1-1 0 0,-1 1 0 0,-2-1 0 16,-1-1 0-16,-2 1 0 15,-1 1-544-15,-2 0-32 0,-1 1 0 0,-1-1 0 16,0 0-128-16,0 2-16 0,-1-2-16 0,2 2 0 0,0 0 448 0,1 0 96 15,3 2 0-15,-1 2 16 0,2-1 704 0,0 3 144 0,1 0 32 0,0 3 0 16,1 3 48-16,-1 0 16 0,0 4 0 0,2 1 0 16,0 2-128-16,0 3-32 0,1-1 0 0,2-21 0 15,-4 38-304-15,4-38-64 0,0 35-16 0,0-35 0 16,4 29-48-16,-4-29-16 0,0 0 0 0,0 0 0 16,0 0-160-16,27 31 0 0,-27-31 144 0,0 0-144 15,28-7 0-15,-17 2 0 0,2-5-160 0,2-2 160 16,2-2-1440-1,0-2-176-15,0 2-48 0,1-1-14848 0</inkml:trace>
  <inkml:trace contextRef="#ctx0" brushRef="#br0" timeOffset="-182677.12">8433 10668 8287 0,'2'-4'368'0,"-1"1"80"0,-1 1-448 16,0 0 0-16,-1 1 0 0,0 1 0 0,-1 0 3008 0,-2 1 512 15,-1 1 96-15,-4 0 32 16,-2 3-416-16,-2 2-80 0,0 2-16 0,-2 3 0 0,0 0-1168 0,-1 0-240 15,-1 2-64-15,1-1 0 0,2 1-672 0,0 0-144 16,1-2-16-16,3 0-16 0,2 0-368 0,4-2-80 16,1-1-16-16,3-9 0 0,0 0-224 0,0 0-128 15,0 0 128-15,0 0-128 0,0 0 0 0,28 30 128 16,-28-30-128-16,0 0 0 0,0 0 128 0,41 7-128 0,-41-7 128 16,0 0-128-16,34 5 0 0,-34-5 128 0,0 0-128 0,0 0 0 15,0 0 0-15,0 0 0 0,34 17 0 0,-34-17 0 16,0 0 0-16,-6 19 0 0,1-13 0 0,-3 2 0 15,-2-1 0-15,-1 0 0 0,-2 0 0 0,-1 0-128 16,-2-1-640 0,-3 2-112-16</inkml:trace>
  <inkml:trace contextRef="#ctx0" brushRef="#br0" timeOffset="-180884.58">8922 10792 20271 0,'1'0'1792'0,"0"-2"-1424"0,-1 2-368 16,1-2 0-16,-1 1 1472 0,1 1 208 15,0-3 48-15,2 0 16 0,1-2 240 0,-1-1 64 16,0 2 0-16,0-1 0 0,-1 0-848 0,0 1-176 16,-1-2-16-16,0 2-16 0,-1-1-480 0,0 0-80 15,-2 1-32-15,0-3 0 0,-1 4-192 0,-1-1-32 0,0-1-16 0,-2 2 0 16,0 1-32-16,-2 1 0 0,1 0 0 15,-1 2 0-15,2 0 48 0,-1 1 0 0,1 1 0 0,0 2 0 16,2-1-176-16,-1 3 160 0,2-2-160 0,2 3 160 16,-1 0-160-16,1 2 0 0,1-10 0 0,0 0 0 15,5 38 0-15,-5-38 0 0,0 0 0 0,0 0 0 16,21 45 0-16,-21-45 0 0,0 0 0 0,0 0 0 16,0 0 0-16,39 26 0 0,-39-26 0 0,0 0 0 15,28-4 0-15,-17 0 0 0,0-4 0 0,-2 1 0 16,-1-3 0-16,0 0 0 0,-3 1 0 0,0-2 0 0,-3 1 0 0,-3 0 0 15,-1 3 0-15,-3-2 0 0,-1 1 0 0,-2 0 0 16,-2 2 0-16,-1 0 0 0,0 3 0 0,-1-2 0 16,-1 4 0-16,0 0 0 0,0 1 0 0,1 0 0 15,0 0 0-15,2 2 0 0,0 0 0 0,3 1 0 16,2 2 0-16,3-3 0 0,0 0 0 0,3 1 0 16,2-1 0-16,4-1-12176 15,0-2-2336-15</inkml:trace>
  <inkml:trace contextRef="#ctx0" brushRef="#br0" timeOffset="-180553.88">9414 10507 16575 0,'2'-8'736'0,"-2"2"160"0,0 0-720 0,0 1-176 0,-1 2 0 0,0 0 0 15,-1 0 1776-15,-1-3 320 0,-2-3 64 0,-2-3 16 16,-2 1-384-16,0 0-80 0,-1 2-16 0,0 4 0 15,-1 3 48-15,1 2 16 0,1 2 0 0,0 3 0 16,-1 3-896-16,1 1-176 0,1 5-48 0,0 0 0 16,2 2-496-16,-1 4-144 0,2 4 0 0,0 4 0 15,3 5 0-15,1 1 0 0,1 3 0 0,2-3 0 16,-1 1 0-16,1 0 0 0,1-1 0 0,-1-2-128 0,-1-3 128 16,2 4 0-16,1 3 0 0,0-1 0 0,-1 1 0 0,1-3 0 15,-1-2 0-15,-3-31 0 0,3 55 0 0,-3-55 0 16,0 44 0-16,0-44-128 15,-5 36-304-15,2-20-48 0,0-1-16 16,-1-3 0-16,-1-1-192 0,0-3-32 0,0-1-16 0,-1-2 0 16,1-3-352-16,-1 0-80 0,1-2-16 0,0-2 0 15,0-2-1104-15,1-2-208 0</inkml:trace>
  <inkml:trace contextRef="#ctx0" brushRef="#br0" timeOffset="-180364.59">9125 10868 16575 0,'-1'0'736'0,"1"0"160"0,1 0-720 0,1 0-176 0,0 2 0 0,-1-2 0 16,3 0 2544-16,2 0 464 0,-6 0 112 0,0 0 16 16,40-2-608-16,-20-3-112 0,1 0-32 0,2-4 0 15,2 0-1488-15,1-3-320 0,0 0-48 0,-1 0-16 16,1 0-512-16,-1-2 0 0,1 3 0 0,-1 0 0 16,-2 0-1328-16,-2 3-272 15</inkml:trace>
  <inkml:trace contextRef="#ctx0" brushRef="#br0" timeOffset="-179968.96">9921 10602 20271 0,'5'-5'896'0,"-2"0"192"0,1 2-880 0,-3 0-208 15,-1 3 0-15,0 0 0 0,0-2 2032 0,0 1 352 16,0-1 80-16,0-1 16 0,-3 1-448 0,-1 2-96 15,-1 0-16-15,-1 2 0 0,-2-1-736 0,0 3-160 16,-1 1-16-16,0-1-16 0,-2 2-560 0,1 0-112 16,-1 4-32-16,0-2 0 0,1 1-288 0,0 0 0 15,1 3 128-15,2 0-128 0,1-2 0 0,2 1 0 16,4-11 0-16,-5 24 0 0,5-24 0 0,0 0 0 0,5 33 0 0,-5-33 0 16,0 0 0-16,0 0 0 0,30 39 0 15,-30-39 0-15,0 0 0 0,34 30 0 0,-34-30 0 0,0 0 0 16,36 31 0-16,-36-31 0 0,0 0 0 0,32 28 160 15,-32-28-160-15,0 0 0 0,0 0 144 0,32 31-144 16,-32-31 0-16,0 0 0 0,0 0 0 0,0 0 0 16,0 0 0-16,0 31 0 0,-7-27 0 0,0 1 128 0,-2 0-128 0,-2-1 0 15,0 0 0-15,-1 0 0 0,-1-2 0 0,0 1 0 16,0-1 0-16,0-2 0 0,1 0 0 0,1 0 0 16,3-3 0-16,0-1-128 31,4-1-928-31,2-4-176 0,3-1-48 0,2-2-15664 0</inkml:trace>
  <inkml:trace contextRef="#ctx0" brushRef="#br0" timeOffset="-179794.5">10105 10630 21183 0,'3'-2'1888'0,"0"1"-1504"0,-1 0-384 0,-1 1 0 16,0 1 3168-16,1-1 560 16,-2 0 112-16,0 0 32 0,0 0-2064 0,0 0-400 15,31 1-96-15,-31-1-16 0,0 0-704 0,0 0-144 0,0 0-16 0,35 7-16 16,-35-7-240-16,0 0-48 0,0 0-128 0,32 5 192 15,-32-5-192-15,0 0 0 0,0 0 0 0,0 0-160 32,33 5-1312-32,-33-5-256 0</inkml:trace>
  <inkml:trace contextRef="#ctx0" brushRef="#br0" timeOffset="-179638.01">10142 10764 12895 0,'-1'2'1152'0,"1"-2"-928"16,0 1-224-16,0 0 0 0,0-1 2400 0,0 2 432 15,0 1 96-15,0-3 16 0,0 0 240 0,0 0 48 16,3 31 16-16,-3-31 0 16,0 0-1872-16,3 33-368 0,-3-33-80 0,0 0-16 0,4 33-688 0,-4-33-224 15,0 0 128-15,0 0-128 16,5 31-496-16,-5-31-144 0,0 0-48 0,0 0-15808 0</inkml:trace>
  <inkml:trace contextRef="#ctx0" brushRef="#br0" timeOffset="-179293.8">10359 10659 7359 0,'0'0'656'0,"0"0"-528"0,0 0-128 0,0 0 0 15,0 0 2320-15,0 0 432 0,0 0 96 0,0 0 16 16,0 0 544-16,0 0 112 0,0 0 32 0,0 0 0 31,0 0-1824-31,38 19-384 0,-38-19-64 0,0 0 0 16,33-2-448-16,-33 2-64 0,0 0-32 0,33-2 0 15,-33 2-336-15,0 0-64 0,30 4-16 0,-30-4 0 16,0 0-320-16,0 0 128 0,0 0-128 0,31 31 0 16,-31-31 0-16,0 0 0 0,2 33 0 0,-2-33 0 15,-9 28-128-15,1-13-64 0,-1 2 0 0,0 1 0 16,-2 2-320-16,0 0-80 0,0 0-16 0,0-2 0 0,3-1 288 0,1 0 48 16,0-3 16-16,7-14 0 0,-6 21 256 0,6-21 272 15,0 0-48-15,0 0-16 0,0 0 144 0,0 0 32 16,0 0 0-16,26 31 0 0,-26-31-176 0,0 0-16 15,34-7-16-15,-21 1 0 0,2-2-304 0,0 1-64 16,-1-3-16-16,0 3 0 16,0-2-848-16,-2-2-160 0,0 2-48 0,-2 1-13968 0</inkml:trace>
  <inkml:trace contextRef="#ctx0" brushRef="#br0" timeOffset="-179094">10409 10831 10127 0,'-13'8'448'0,"4"-3"96"0,2-1-544 0,2 0 0 0,2-2 0 0,2 0 0 16,-1-1 2432-16,0 2 368 0,-2 2 80 0,0 0 0 16,4-5 688-16,0 0 128 0,0 0 16 0,0 0 16 15,0 0-1744-15,37 8-368 0,-20-14-64 0,3 0-16 16,2-2-960-16,1-2-208 0,2 1-48 0,-1 0 0 16,0 1-320-16,-1-1 0 0,0 2 0 0,-2 0 0 15,-2 1-1040-15,0 0-240 0,-1 0-32 0,-18 6-9920 16,28-10-1984-1</inkml:trace>
  <inkml:trace contextRef="#ctx0" brushRef="#br0" timeOffset="-178771.31">10719 10781 10127 0,'-3'3'448'0,"1"-2"96"0,1 1-544 0,1-2 0 15,0 0 0-15,0 0 0 0,0 0 2784 0,0 0 448 16,0 0 96-16,0 0 0 0,0 0 64 0,0 0 16 16,34 3 0-16,-34-3 0 0,26-8-1744 0,-12 4-336 15,1-1-80-15,0-1-16 0,0 0-704 0,-1-1-144 16,0 2-16-16,-1-2-16 0,-13 7-352 0,21-9 0 15,-21 9 0-15,16-10 128 0,-16 10-128 0,8-7 0 16,-7 3 0-16,-1 1 0 0,-1-2 0 0,-3 1-208 16,-1-1 80-16,-1 1 128 15,-1-1-528-15,-3 0 16 0,-1 2 0 0,-1-2 0 0,0 0 128 0,0 2 48 0,1 2 0 0,-1 1 0 16,1 0 80-16,1 0 32 0,0 2 0 16,1 0 0-16,1 1 528 0,1 2 96 0,-1-1 32 0,2 4 0 15,-1-2 16-15,1 4 16 0,-1 0 0 0,1 0 0 16,-1 3-16-16,0 0-16 0,1 3 0 0,0-2 0 15,0 2-176-15,1-1-16 0,5-15-16 0,-9 33 0 16,9-33-16-16,-5 26 0 0,5-26 0 0,0 0 0 16,-1 31-32-16,1-31-16 0,0 0 0 0,0 0 0 15,0 0-160-15,24 28 0 0,-24-28 0 0,0 0 128 0,31-2-128 0,-18-3-176 16,1-1 48-16,2-2-12512 16,7-5-2496-16</inkml:trace>
  <inkml:trace contextRef="#ctx0" brushRef="#br0" timeOffset="-178455.82">11097 10671 16575 0,'-5'2'1472'0,"0"1"-1168"16,2-1-304-16,3-2 0 0,0 0 2016 0,-8 7 352 16,0 0 64-16,-5 3 0 0,-4 4 416 0,-1 0 80 15,-1 1 16-15,3-1 0 0,1 0-1280 0,2-2-256 16,3-1-64-16,1-1 0 0,3-2-720 0,6-8-160 15,0 0-16-15,0 0-16 0,0 0-272 0,0 0-160 0,0 0 192 0,0 0-192 16,25 32 160-16,-25-32-160 0,0 0 128 0,42 2-128 16,-42-2 128-16,33 3-128 0,-33-3 128 0,32 5-128 15,-32-5 0-15,0 0 0 0,41 9 0 0,-41-9 0 16,0 0 0-16,0 0 0 0,33 24 0 0,-33-24 0 16,0 0 0-16,1 29 0 0,-7-18 0 0,-3-1 0 15,-3 1 0-15,-2-1 0 0,-1 2 0 0,-2-5 0 16,-3 0 0-16,0 0 0 0,-1-2 0 0,-2-3 0 15,3-1-512 1,-1-1-128-16</inkml:trace>
  <inkml:trace contextRef="#ctx0" brushRef="#br0" timeOffset="-177636.48">11501 10709 8287 0,'2'-7'736'0,"-1"0"-592"0,0 2-144 0,0 1 0 0,1 3 2064 0,-1-1 384 16,0 1 80-1,1-1 16-15,0-2 304 0,1 1 64 0,-2 1 16 0,1 2 0 0,-2 5-752 0,0-5-128 16,0 0-48-16,-5 28 0 0,1-14-688 0,-1 3-144 31,0 2-16-31,-1 2-16 0,0 0-624 0,-2 1-128 0,2 0-32 0,-1 1 0 16,1 0-192-16,-1 0-32 0,3 0-128 0,-1-4 192 15,5-19-192-15,-4 35 128 16,4-35-128-16,0 0 0 0,4 38 0 0,-4-38 0 16,0 0-176-16,0 0-18000 0</inkml:trace>
  <inkml:trace contextRef="#ctx0" brushRef="#br0" timeOffset="-177320.81">11750 10796 8287 0,'2'-2'736'0,"0"0"-592"0,-1 2-144 0,0 0 0 16,-1 0 1712-16,0 0 304 0,0-2 64 0,1 2 16 16,-1-2 448-16,-1 2 80 0,-1 2 32 0,-2 0 0 0,1 2-736 0,-4 4-160 15,2-1-32-15,-3 4 0 16,1 1-304-16,-2 2-64 0,2 3-16 0,0 1 0 0,1 2-416 0,6-20-96 15,-6 38 0-15,6-38-16 0,4 31-288 0,-4-31-48 16,0 0-16-16,22 34 0 0,-22-34-208 0,0 0-32 16,45 12-16-16,-45-12 0 0,37-8-64 0,-18-2-16 15,2-2 0-15,-2-1 0 0,1-2-128 0,0-1 160 16,2-3-160-16,-6 4 160 0,-2 1-160 0,0-2 0 0,0-4 0 16,-1-1 0-16,-5 1 0 0,-4 2 0 0,-5 2 0 15,-6 1 0-15,-4 3 0 0,-4 3 0 0,-6 0-144 0,-2 2 144 16,-3 4-304-16,-2 3 0 0,1 0 0 0,0 3 0 15,1 1-16-15,0 1 0 0,1 2 0 0,1 0 0 32,5 1-400-32,0-1-96 0,5 2-16 0,1-2-16144 0</inkml:trace>
  <inkml:trace contextRef="#ctx0" brushRef="#br0" timeOffset="-175210.27">12539 10856 6447 0,'1'0'576'0,"-1"0"-576"0,1 0 0 0,0 0 0 16,0 0 2048-16,-1 0 288 0,2 0 64 0,1 1 16 15,0-1 1008-15,-3 0 208 16,0 0 32-16,0 0 16 0,0 0-976 0,0 0-192 0,0 0-32 0,0 0-16 15,0 0-1152-15,0 0-224 16,0 0-64-16,32 13 0 0,-28-13-640 0,0 0-128 16,0-2-16-16,2-3-16 0,-1 2-224 0,1-3 176 0,0 0-176 0,1 0 160 15,-1-2-160-15,0-1 0 0,-1 2 0 0,-1 0 128 16,0 0-128-16,-2-1 0 0,-1 2 0 0,-2 0 0 16,-1 0 0-16,-2 1 0 0,-1 2 0 0,-4-1 0 15,-1 4-128-15,-1-2 128 0,-2 4-160 0,-1-1 160 16,0 2-256-16,-1 2 32 15,1 2 16-15,1 1 0 0,0-1 208 0,0 2 0 0,2 3-160 0,0 0 160 0,1 2 0 16,1-1 0-16,1 0 0 0,1 3 0 0,0 1 0 0,2 1 0 16,5-18 0-16,-6 32 0 0,6-32 0 0,0 0 0 15,4 35 0-15,-4-35 0 16,0 0 0-16,0 0 0 0,32 20 0 0,-32-20 0 0,24-2 0 0,-13-3 0 16,3 0 0-16,-3-3 128 0,0 0-128 0,0 0 192 0,0-2-192 0,-2 1 192 15,-1 0-192-15,-1-1 0 0,1 3 0 0,-2-2 0 16,1-1 0-1,-3 1 0-15,0 1 0 0,-3 1 0 0,1 3 0 0,-2-1 0 0,1 2 0 0,-1 1 0 16,0 2 0-16,-1 0 0 16,1 2 0-16,-1 3 0 15,0 0 0-15,1-5 0 0,0 0 128 0,-1 28-128 16,1-28 160-16,0 0 0 0,7 43 0 0,-7-43 0 16,0 0-160-16,13 38 128 0,-13-38-128 0,0 0 128 15,0 0-128-15,25 33 0 0,-25-33 144 0,0 0-144 16,0 0 0-16,29 5 0 0,-29-5 0 0,19-11 0 0,-11 4 0 15,2-4 128-15,1 0-128 0,2-3 0 0,-2 1 0 0,1-1 0 16,0-1-160-16,-1 0 160 0,0 0-416 0,-1 1 32 16,-1 2 0-16,1 0 0 15,0-1-48-15,0 0 0 16,-1 1 0-16,1 1 0 0,-1 1 240 0,-2 0 64 0,2 2 0 0,-4 4 0 0,1 0 128 0,-1 0 0 16,-5 4 0-16,0 0 128 0,0 0 208 0,0 0 48 15,0 0 16-15,0 0 0 0,0 0-16 0,0 0-16 16,0 0 0-16,17 40 0 0,-17-40-160 0,-4 21-16 15,4-21-16-15,-4 26 0 0,4-26-176 0,-8 23 128 16,4-10-128-16,-2 0 128 0,6-13-128 0,-9 22 128 0,9-22-128 16,-8 19 128-16,8-19-128 0,0 0 0 0,-6 14 0 0,5-14 0 15,1 0 0-15,0-2 0 0,1-1 0 16,1-1 0-16,0-1 0 0,1-1 0 0,1-2 0 0,2-2 0 16,0-1 0-16,1 1 0 0,-1-2-128 0,2 0 128 15,0 0-192-15,1-2 16 0,0 2 16 0,0-2 0 16,1 4 160-16,-1-1-128 0,1 4 128 0,-1-1-128 15,-1 4 128-15,0-1 0 0,-1 3 0 0,-7 2 0 16,0 0 0-16,0 0 0 0,0 0 0 0,0 0 0 16,0 0 0-16,34 23 128 0,-34-23-128 0,0 0 128 15,0 0 16-15,8 46 16 0,-8-46 0 0,-1 28 0 16,1-28-160-16,-2 28 128 0,2-28-128 0,-4 26 128 0,4-26-128 0,0 0 0 16,-3 27 144-16,3-27-144 0,0 0 0 15,0 0 0-15,0 0 0 0,0 0 0 0,0 0-128 0,0 0-64 16,0 0 0-16,29-4-12448 15,-19-5-2496-15</inkml:trace>
  <inkml:trace contextRef="#ctx0" brushRef="#br0" timeOffset="-174691.59">13370 10827 23039 0,'0'0'1024'0,"0"0"192"0,0 0-960 0,0 0-256 15,0 0 0-15,0 0 0 0,0 0 1968 0,0 0 336 0,0 0 80 0,0 0 16 16,0 0-272-16,26 30-48 0,-26-30-16 0,0 0 0 15,0 0-1168-15,0 0-256 16,13-3-32-16,-11-2-16 0,1 0-336 0,0-2-80 0,-1 0-16 0,-1-1 0 16,0 2-160-16,-2-4 0 0,-1 3 0 0,-1 0 0 15,-3 0 0-15,0 2 0 0,-1 0 0 0,-4 0 0 16,1 2 0-16,-1 2 0 0,0 1-176 0,0 0 176 16,1 2-208-16,-2 3 32 0,1 0 16 0,0-1 0 15,1 4 160-15,0-1 0 0,0 2 0 0,1 1 0 16,1-1 0-16,0 1 0 0,2 1 0 0,6-11 0 0,-10 26 0 15,10-26 0-15,-7 27 0 0,7-27 0 0,0 0 0 16,3 38 0-16,-3-38 0 0,0 0 128 0,0 0-128 0,0 0 192 16,31 30-64-16,-31-30 0 0,0 0 0 0,31-7 0 15,-20 2 0-15,0-2 0 0,1-2-128 0,0-1 128 16,1-1-128-16,0-4 128 0,-2 3-128 0,1-2 0 16,2-3 0-16,-2-1 0 15,1 1-128-15,-2-2 0 0,-1 3 0 0,-1-3 0 0,0 2-32 0,-1-2 0 16,-1 0 0-16,-1 0 0 0,-1 0 32 0,-1-2 0 15,-1 2 0-15,-1-1 0 0,0 2 128 0,-1-3-160 16,-1 2 160-16,0-1-160 0,0 2 160 0,-1-2 0 16,2 2 0-16,-1 3 0 0,0 4 0 0,0 3 0 0,0 4 128 0,1 2-128 15,-1 4 224-15,0-2-32 16,0 0 0-16,0 0 0 0,1 33 32 0,-1-33 0 0,-1 43 0 0,0-15 0 16,0 5-224-16,-2 2 176 0,0 3-176 0,0-2 160 15,0 0-32-15,-1-3-128 0,1-2 192 0,1-4-64 16,2-27 0-16,-1 51-128 0,1-51 192 0,2 45-64 15,-2-45-128-15,6 35 0 0,-6-35 0 0,0 0-12816 16,12 34-2528-16</inkml:trace>
  <inkml:trace contextRef="#ctx0" brushRef="#br0" timeOffset="-174234.9">13960 10680 17503 0,'6'-9'768'0,"-3"3"176"0,0 1-752 0,-1 2-192 0,0 2 0 0,-2 1 0 16,0 0 2112-16,0 0 400 0,0 0 80 0,0 0 16 15,0 0 64-15,1 41 16 0,-1-41 0 0,-9 35 0 16,2-17-1408-16,1 2-288 0,-2 0-48 0,2 1-16 16,-1-2-480-16,1-3-80 0,0 3-32 0,2-2 0 15,-1-3-192-15,5-14-144 0,-7 28 192 0,7-28-192 16,-6 22 0-16,6-22 0 0,0 0 0 0,-4 24 0 16,4-24-432-16,0 0-144 0,0 0-16 0,0 0-17200 15</inkml:trace>
  <inkml:trace contextRef="#ctx0" brushRef="#br0" timeOffset="-173810.56">14209 10711 16175 0,'0'0'352'0,"0"0"80"0,0 0 16 0,0 0 0 0,0 0-448 0,0 0 0 0,0 0 0 15,0 0 0-15,0 0 3648 0,0 0 640 0,0 0 128 0,0 0 32 16,0 0-1968-16,0 0-400 0,0 0-80 0,0 0-16 15,0 0-1216-15,0 0-240 16,0 0-48-16,0 0-16 0,32 9-208 0,-32-9-64 0,0 0 0 0,20-3 0 16,-20 3 0-16,0 0 0 0,24-3 0 0,-24 3 0 15,0 0-16-15,28 0-16 0,-28 0 0 0,0 0 0 16,29 0-160-16,-29 0 192 0,0 0-192 0,0 0 192 16,30 11-192-16,-30-11 0 0,0 0 0 0,0 0 0 15,0 0 0-15,0 0 0 0,16 31 0 0,-16-31 0 16,-8 17 0-16,1-9 0 0,-1 3 0 0,-2-2 0 0,-1 1 0 0,0-1 0 15,-2 1 0-15,-2-1 0 0,1 1-256 0,-2-2 64 16,1 1 0-16,1-2 16 0,2 2 176 0,0-4-128 16,2 2 128-16,1 0-128 0,3-2 128 0,2-1 0 15,1-1 0-15,3-3 0 0,0 0 0 0,0 0 0 16,0 0 128-16,0 0-128 0,35 9 320 0,-35-9 0 16,29-2 0-16,-29 2 0 15,40-8-96-15,-17 4-32 0,2-1 0 0,0-2 0 0,0 0-192 0,0 1 0 16,-2-2 128-16,-1 3-128 0,1-4 0 0,-1 2 0 15,-1-1-192-15,-2 1-19488 0</inkml:trace>
  <inkml:trace contextRef="#ctx0" brushRef="#br0" timeOffset="-172032.53">15453 10630 11967 0,'0'-4'1072'0,"2"2"-864"16,-1-1-208-16,0 3 0 0,0-2 1648 0,0 1 272 0,1-2 64 0,1-2 16 16,0 0 624-16,1 0 128 0,0 0 32 0,-1 2 0 15,0 1-800-15,-1 2-144 0,1 0-48 0,-3 0 0 31,0 0-768-31,0 0-144 0,0 0-48 0,0 0 0 0,0 0-448 0,23 37-112 0,-23-37-16 0,0 0 0 16,0 0-256-16,0 0 0 16,20 32 128-16,-20-32-128 0,0 0-144 0,0 0-96 0,0 0-16 0,0 0-11344 15,0 0-2288-15</inkml:trace>
  <inkml:trace contextRef="#ctx0" brushRef="#br0" timeOffset="-171828.23">15394 10782 10815 0,'-2'-1'240'0,"0"0"48"0,1 1 16 0,1-2 0 0,0 2-304 0,0 0 0 0,0 0 0 0,-1 0 0 0,1 0 2688 0,-1 0 464 15,0 2 112-15,1 2 0 0,0-4-1152 16,0 0-256-16,0 0-32 0,-3 32-16 0,3-32-688 0,-1 28-144 16,1-28-16-16,-3 33-16 0,3-33-624 15,-2 29-128-15,2-29-32 0,0 0 0 0,-1 35-160 0,1-35 0 16,0 0 0-16,0 0 0 15,0 0-1024-15,0 0-128 0</inkml:trace>
  <inkml:trace contextRef="#ctx0" brushRef="#br0" timeOffset="-171380.03">15797 10680 17503 0,'3'-1'768'0,"-1"0"176"0,-1-1-752 0,0 2-192 0,0 0 0 0,-1 0 0 15,0-2 2208-15,-1 1 416 0,1 1 64 0,-1-2 32 16,0 2-160-16,-1-2-16 0,0 1-16 0,-1 1 0 16,1 0-1312-16,-1 0-256 15,0 0-48-15,1 1-16 0,-1 1-432 0,1 0-80 0,0-1-32 0,-1 1 0 16,1 0-224-16,0 0-128 0,-1 1 160 0,-1 2-160 0,0-2 128 16,0 1-128-16,0 1 0 0,-1-1 0 15,-1 1 128-15,0 2-128 16,0-2 0-16,-1 2 0 0,1-3 976 0,-1 2 112 0,0 0 0 0,1-1 16 15,0 1-1632-15,1-2-336 0,1 3-64 0,1-3-16 16,1-1 944-16,0 2 0 0,2-5 128 0,0 0 0 0,0 0-128 0,0 0 176 16,0 0-176-16,0 0 192 0,0 0-192 0,35 23 192 15,-35-23-192-15,0 0 192 0,36 10 1536 0,-36-10 320 16,0 0 64-16,41 14 16 16,-41-14-3312-16,0 0-672 0,45 19-128 0,-45-19-16 0,0 0 1616 0,36 21 384 0,-36-21 0 15,0 0 0-15,0 0 0 0,0 0 0 0,32 30 0 0,-32-30 0 31,0 0 0-31,0 0 0 0,0 0 0 0,-11 23 0 0,4-19 0 0,-3 1 0 0,-1 0 0 0,-2-1 0 16,-1 1 128-16,-2-2-128 0,0 0 0 0,-1 0 0 16,0 0 0-16,-1-2 0 0,1 0 0 0,0 0 0 47,3-1-352-47,3-1-80 0,2 1-16 0,2-2 0 0,3 2-1392 0,3-3-272 0</inkml:trace>
  <inkml:trace contextRef="#ctx0" brushRef="#br0" timeOffset="-170538.6">16629 10639 11055 0,'6'-6'480'0,"-1"1"112"0,-1 3-464 0,-1-2-128 0,-3 4 0 0,5-4 0 15,-3 2 1696-15,4-2 320 0,1-4 64 0,4 1 16 16,0-4 736-16,0 1 160 0,-1 0 16 0,-2 2 16 16,1 0-736-16,-4 1-160 0,1 0-16 0,-2 0-16 15,-1 3-896-15,-2 1-176 0,0-2-48 0,-1 2 0 16,-2 1-528-16,1 2-128 0,-3 0 0 0,-2 0-16 16,1 2-96-16,-3 1-16 0,0-1 0 0,-1 3 0 15,-1-1-192-15,-1 2 128 0,1 0-128 0,-1 0 0 16,1 2 0-16,-1-2 0 0,0 1 0 0,1 0 0 15,1 0 0-15,0 0 128 0,0 0-128 0,3 0 0 0,-1 0 0 0,2 0 0 16,5-7 0-16,-8 12 0 0,8-12 0 0,0 0 0 16,0 0 0-16,0 0 0 0,0 0 0 0,11 37 0 15,-11-37 0-15,0 0 0 0,31 20 192 0,-31-20-16 16,31 15 0-16,-31-15 0 0,34 18-48 0,-34-18 0 16,34 17 0-16,-34-17 0 0,36 19-128 0,-36-19 128 15,37 19-128-15,-37-19 128 0,33 24-128 0,-33-24 0 16,27 25 0-16,-27-25 128 0,0 0-128 0,28 36 0 15,-28-36 0-15,0 0 0 0,11 36 0 0,-11-36 0 0,0 0 0 0,-8 31 0 16,8-31 0-16,-17 21 0 0,5-13 0 0,-2 1 0 16,-2 1 0-16,-2-1 0 0,1-2 0 15,-2 0 0-15,1 0 0 0,-2-2 0 0,0-1 0 16,-1-2 0-16,0 1 0 0,1-3 0 0,-1 0 0 0,3-2 0 16,0-1 0-16,1 1 0 0,2-2 0 0,1-1 0 15,1 1 0-15,1-2 0 0,2-1 0 0,2-3 0 16,2 1 0-16,1-1 0 0,3-1 0 0,2-1 0 15,3 0 0-15,2 0 0 0,3-1 0 0,2 0 0 16,2 1 0-16,3-2 0 0,2 0 0 0,1 0 0 16,3 2 0-16,-2 0 0 0,2 1 0 0,1-1 0 0,0-1 0 15,-1 1 0-15,0 1 0 0,-1-1 0 0,1 0 0 0,-2 0 0 16,1-2 0-16,-3 1 0 0,-2 2 0 16,-1-1 0-16,-3 0 0 0,-1 0 0 0,-2-1 0 0,-3 3 0 15,-1 0 0-15,-4 3 0 0,-2 0 0 0,-3 0 0 16,-3 2 0-16,-1 0 0 0,-2 0 0 0,-2 3 0 15,-1 1 0-15,-3 0 0 0,1 2 0 0,0 0 0 16,-1 1 0-16,2-1 0 0,0 3 0 0,2-1 0 16,1-1 0-16,1 0 0 0,1 1-336 0,2-3 48 15,0 2 16-15,3-4-12560 16,-1 2-2512-16</inkml:trace>
  <inkml:trace contextRef="#ctx0" brushRef="#br0" timeOffset="-169977.81">17235 10512 9215 0,'0'-2'400'0,"-1"0"96"0,1 1-496 0,-1 1 0 0,1 0 0 0,0 0 0 0,0 0 2176 0,-7 5 320 16,7-5 80-16,-11 13 16 0,11-13-32 0,-18 20-16 16,7-5 0-16,0-3 0 0,0 4-608 0,0-2-112 15,1 2-32-15,-1-1 0 16,11-15-496-16,-18 33-96 0,18-33-32 0,-17 33 0 0,17-33-528 0,-13 30-128 15,13-30 0-15,-10 26-16 0,10-26-208 0,0 0-32 16,-4 29-16-16,4-29 0 0,0 0-32 0,0 0 0 16,0 0 0-16,24 29 0 0,-24-29-16 0,0 0 0 15,37 7 0-15,-37-7 0 0,32 3-192 0,-32-3 128 16,34 4-128-16,-34-4 0 0,33 4 0 0,-33-4 128 0,32 6-128 0,-32-6 0 16,27 9 0-16,-27-9 0 0,0 0 0 0,32 19 0 15,-32-19 0-15,0 0 128 0,0 0-128 0,28 26 0 16,-28-26 0-16,0 0 0 0,0 0 0 0,0 0 0 15,0 0 0-15,1 33 0 0,-1-33 0 0,-11 10 0 16,11-10 224-16,-17 13-48 0,6-7-16 0,0 1 0 16,-1 0-160-16,-1 0 160 0,-1-1-160 0,0 2 160 15,-2 0-160-15,2-3 0 0,-2 2 0 0,1-3 128 16,1 1-128-16,-1 0 0 0,1-3 0 0,0 0 0 0,1-2 0 16,1-2 0-16,-1 1 0 0,1-4 0 0,-1-2-160 0,0-1-64 15,0-2-16-15,-1-1-19008 16</inkml:trace>
  <inkml:trace contextRef="#ctx0" brushRef="#br0" timeOffset="-169798.65">17126 10595 13823 0,'0'0'608'0,"19"-5"128"0,-19 5-592 0,17-4-144 15,-17 4 0-15,0 0 0 0,0 0 2672 0,25-7 496 0,-4 4 96 0,7-6 32 16,6 2 192-16,2-2 32 15,-2 1 16-15,-2 2 0 16,-2 0-2320-16,-4 3-480 0,-4-1-96 0,-1 2 0 16,-21 2-944-16,35-2-176 0</inkml:trace>
  <inkml:trace contextRef="#ctx0" brushRef="#br0" timeOffset="-164061.84">5285 11766 7359 0,'-1'-1'656'0,"0"0"-528"0,1-1-128 0,0 2 0 15,0-2 2752-15,-1 1 512 0,1 1 96 0,-1-2 32 16,-1-1-528-16,0-1-112 0,0-1 0 0,-1-1-16 16,1 1-1072-16,-1 1-192 0,1 0-64 0,-2 0 0 15,1 1-464-15,-1 0-112 16,-2 1 0-16,0 2-16 0,-2 0-368 0,-1 0-80 0,-2 0-16 0,-2 2 0 15,-1 1-160-15,-1-1-48 0,-1 3 0 0,0-1 0 16,-3 0-144-16,1 1 0 0,-1 1 144 0,1 1-144 16,1-2 0-16,0 2 144 0,2 0-144 0,2 0 0 0,2 0 144 0,2 0-144 15,2-2 0-15,1 2 144 0,2-2 0 0,2 2 0 16,2-2 0-16,1 3 0 0,-1-8-144 0,0 0 0 16,0 0 144-16,0 0-144 0,39 37 128 0,-39-37-128 15,0 0 160-15,45 21-160 0,-45-21 208 0,0 0-48 16,49 19-16-16,-49-19 0 0,0 0-144 0,48 19 128 15,-48-19-128-15,0 0 128 0,43 21-128 0,-43-21 160 16,0 0-160-16,0 0 160 0,37 26-32 0,-37-26-128 16,0 0 192-16,0 0-64 0,0 0-128 0,0 0 192 15,0 0-192-15,4 34 192 16,-7-30-192-16,-2 1 192 0,-1 0-192 0,-1-1 192 0,1 2-192 0,-3-3 0 0,0 0 0 16,0 2 128-16,-1-2-128 0,-2-1 0 0,0 3 0 15,-1 0 128-15,2-2-128 0,-1 1 0 0,0 0 0 0,1 1 0 16,1 0 0-16,0 0 0 0,2-1-160 0,2-1 160 31,1 2-544-31,2-3-16 0,2-1 0 0,1 0 0 16,2-1-1248-16,2 0-256 0</inkml:trace>
  <inkml:trace contextRef="#ctx0" brushRef="#br0" timeOffset="-163759.98">5494 11968 15663 0,'0'0'688'0,"-1"-2"144"0,1 2-656 0,0-1-176 16,-1 1 0-16,1 0 0 0,0 0 2480 0,-1 0 464 16,0-1 80-16,0 0 32 0,0 2-128 0,-1 0-32 15,0 2 0-15,0-1 0 16,0 3-1504-16,-1 2-304 0,1 1-64 0,0 1-16 0,0 2-576 0,-1 3-112 15,0-1-32-15,0 1 0 0,1 0-160 0,0 0-128 16,0 1 192-16,0-4-192 0,0 1 128 0,2-12-128 16,0 0 0-16,-1 27 0 0,1-27 0 0,0 0 0 0,0 0 0 0,0 0-18752 15</inkml:trace>
  <inkml:trace contextRef="#ctx0" brushRef="#br0" timeOffset="-163416.66">5858 12060 15663 0,'0'0'1392'0,"1"0"-1120"16,0 0-272-16,0 0 0 0,0 0 2416 0,0 2 416 16,1-2 96-16,1 3 16 0,-3-3 128 0,0 0 48 15,0 0 0-15,0 0 0 0,0 0-1792 0,12 38-368 16,-12-38-64-16,-1 19 0 0,0-10-560 0,-1-2-96 15,0 3-32-15,-1 0 0 0,-1-1-208 0,-1 0 144 0,1 1-144 0,-2-2 128 16,0 1-128-16,1 0 0 0,-2-1 0 0,1 0 0 16,-2 0-144-16,1-3-64 0,-1 2-16 0,-1-1-18064 15</inkml:trace>
  <inkml:trace contextRef="#ctx0" brushRef="#br0" timeOffset="-162750.33">6694 11757 18431 0,'7'-7'816'0,"-4"2"160"0,1 0-784 0,-1 3-192 0,0-2 0 0,-3 1 0 15,3 0 1504-15,1-4 256 0,1-2 48 0,0-3 16 16,1-4 144-16,-3 2 16 0,-1 4 16 0,-3 0 0 16,0 3-528-16,-3 1-96 0,-2 3-32 0,-2 0 0 15,-1 1-448-15,-3 4-112 0,0-1-16 0,-3 4 0 16,-1-1-432-16,-1 4-80 0,1 0-32 0,-1 1 0 16,1 0-224-16,0 2 128 0,1-2-128 0,1 3 0 15,1-2 128-15,1 3-128 0,0-3 0 0,2 2 0 0,1 1 128 16,0-1-128-16,1 1 0 0,2-3 0 0,2-1 128 0,-1 0-128 15,3-1 0-15,1-2 144 0,1-6-144 0,0 0 0 16,0 0 0-16,0 0 0 0,0 0 0 0,27 34 0 16,-27-34 0-16,0 0 0 0,37 16 144 0,-37-16 0 15,0 0 0-15,47 17 0 0,-47-17-144 0,0 0 160 16,51 21-160-16,-51-21 160 0,0 0-160 0,53 31 0 16,-53-31 144-16,0 0-144 0,42 34 0 0,-42-34 128 15,0 0-128-15,27 33 0 0,-27-33 0 0,0 0 0 16,0 0 0-16,11 33 128 0,-14-26-128 0,-2 0 128 15,-1 0-128-15,-4 1 128 0,-2-2 0 0,-2 2 0 0,-2-2 0 0,-2-1 0 16,-2 2-128-16,-2-2 128 0,-1 1-128 0,0 0 128 16,0 0-128-16,0 0 0 0,2-1 0 0,3-1 0 15,1-1 0-15,1 0 0 0,3 1 0 0,3-2 0 16,3 0-256-16,3-4 0 0,3 1-16 0,5-2-12368 16,3-3-2464-1</inkml:trace>
  <inkml:trace contextRef="#ctx0" brushRef="#br0" timeOffset="-162328.56">6963 12033 9215 0,'0'1'400'0,"-1"-1"96"0,0 2-496 0,0-2 0 0,1 0 0 0,-1 1 0 0,0-1 3088 0,-1 2 528 15,-2 0 96-15,-1 1 32 0,1-1-80 0,0 0-16 16,0 1 0-16,1-3 0 0,2 2-1776 0,1-2-352 15,0 0-80-15,2 0-16 16,2 0-864-16,1-2-176 0,1 2-48 0,-6 0 0 0,0 0-192 0,0 0-144 16,35 0 192-16,-35 0-192 15,0 0 0-15,0 0 0 0,43 9 0 0,-43-9 0 0,0 0 0 0,0 0 0 0,39 24 0 16,-39-24 0-16,0 0 0 0,0 0 0 0,0 0 0 0,18 36 0 16,-18-36 0-16,-3 15 0 0,0-7 0 0,-2-3 0 15,2 2 0-15,-3-1 0 0,0 0 0 0,-1-1 0 16,0-1 0-16,-1 1 0 0,1-2 0 0,0 0 0 15,2 0 0-15,-1 0 0 0,2-1 0 0,0 1 0 16,1-1 0-16,2 0 0 0,0 1 0 0,3-1 0 16,-2-2 0-16,0 0 0 0,0 0 0 0,0 0 0 15,0 0 144-15,38 3-144 0,-38-3 0 0,0 0 144 0,40 0-16 16,-40 0 0-16,32-3 0 0,-32 3 0 0,32 1-128 16,-32-1 0-16,34 0 0 0,-34 0 0 0,32 0 0 0,-32 0 0 15,31-3 0-15,-31 3 0 16,30-5-384-16,-30 5-96 0,31-6-32 0,-31 6-18144 15</inkml:trace>
  <inkml:trace contextRef="#ctx0" brushRef="#br0" timeOffset="-155372.71">7670 11672 14735 0,'-1'-3'1312'0,"0"1"-1056"0,1 1-256 0,-1 1 0 0,0 0 1664 0,0-2 256 16,-1 1 64-16,-1-2 16 0,-3 0 128 0,0 1 32 16,1 2 0-16,-1 0 0 15,2 2-720-15,-1 1-144 0,1-1-16 0,1 0-16 0,1 0-272 0,0-1-48 16,0 1-16-16,0-1 0 0,1 1-288 0,0 0-64 15,1-2-16-15,-1 0 0 0,1 1-208 0,0-1-32 0,0 1-16 16,0-1 0-16,0 0-128 0,0 0-32 16,1 2 0-16,-1-2 0 0,0 1-16 0,1 1 0 15,-1 0 0-15,1-2 0 0,-1 3 0 0,1-1 0 16,-1-2 0-16,0 0 0 0,0 0 0 0,0 0-128 0,0 0 192 0,0 0-64 16,0 0-128-16,0 0 128 0,0 0-128 0,34 24 128 15,-34-24-128-15,0 0 0 0,0 0 144 0,37 14-144 16,-37-14 144-16,0 0-144 0,38 14 192 0,-38-14-192 15,0 0 128-15,50 17-128 0,-50-17 0 0,34 12 0 16,-34-12 128-16,35 14-128 0,-35-14 0 0,35 14 0 0,-35-14 0 16,0 0 0-1,46 19 0-15,-46-19 0 0,0 0 0 0,36 10 0 0,-36-10 0 0,0 0 0 0,0 0 0 0,33 4 0 16,-33-4 0-16,0 0 0 0,0 0 0 0,0 0 0 16,0 0 0-16,0 0 0 0,0 0 0 0,0 0 0 15,0 0 0-15,0 0 0 0,0 0 128 0,0 0-128 16,-8 19 0-16,3-16 0 0,0 1 0 0,-2-1 0 15,0 2 0-15,-1-2 0 16,-2 3 0-16,-2 0 0 0,-2 2 0 0,0-1 0 0,2 1 0 0,-5 1 0 16,-4 3 0-16,-3 2 0 0,1 1 0 0,-1 2 0 15,1-1 0-15,0 2 0 0,1 1 0 0,3-2 0 16,3-3 0-16,2 0 0 16,3-1 0-16,3-2 0 0,2-2-192 0,3-4-12672 15,3-5-2560-15</inkml:trace>
  <inkml:trace contextRef="#ctx0" brushRef="#br0" timeOffset="-154360.4">8576 11688 17503 0,'1'-2'1552'0,"0"0"-1232"16,0 1-320-16,-1 1 0 0,0 0 1744 0,1-2 304 15,-1-1 48-15,1 1 16 0,-1-2 272 0,0-1 64 16,-1 2 16-16,-1 2 0 0,-3 1-1232 0,-1 0-240 16,-1 1-48-16,-1 2-16 0,-2 1-416 0,1 0-64 15,-2 0-32-15,0 3 0 0,0-3-192 0,0 2-32 16,-1 2-16-16,2-2 0 0,1 3-32 0,0-1 0 16,1-1 0-16,3 1 0 0,-1-2 16 0,6-6 0 15,-6 14 0-15,6-14 0 0,0 0-160 0,0 0 192 16,-1 26-192-16,1-26 192 0,0 0-192 0,0 0 0 15,0 0 144-15,32 33-144 0,-32-33 0 0,0 0 0 0,38 23 0 16,-38-23 0-16,0 0 0 0,46 26 0 0,-46-26 0 0,0 0 128 16,47 29-128-16,-47-29 0 0,0 0 128 0,41 27-128 15,-41-27 0-15,0 0 0 0,31 31 0 0,-31-31 0 16,0 0 0-16,0 0 0 0,16 35 0 0,-16-35 128 16,0 0-128-16,-8 26 0 0,0-16 0 0,-1 1 0 15,-2 1 0-15,-2-1 0 0,-3 1 0 0,-1 0 0 16,-1 0 0-16,-2 0 0 0,-1 1 0 0,0-4 0 15,-1 0 0-15,2-1 0 0,0-2 0 0,1-3 0 0,2 0 0 16,2-4 0-16,2-1 0 0,1-5 0 0,3 0 0 0,2-3 0 16,3-2 0-16,2-2 0 15,3 0 0-15,1-3 0 0,3 0 0 0,2 1 0 0,1-3 0 0,3 1 0 16,1 0 0-16,3-2 128 0,2-2 0 0,3 0 0 16,0 1 0-16,1-3 0 0,3 5-128 0,-3-1 176 15,0 2-176-15,-1 1 192 0,-1 1-192 0,-1 0 128 16,-2 1-128-16,-3 1 128 0,0-1-128 0,-3 2 0 15,-3 3 0-15,-2 1 0 0,-2-1 0 0,-3 3 0 16,-3 1 128-16,-2 0-128 0,-2 1 0 0,-3 1 0 16,-1-1 0-16,-2 0 0 0,-1 3 0 0,0-1 128 0,-3 3-128 15,0-2 0-15,1 2 0 0,1 0 0 0,-1 2 128 0,2 1-128 16,3-1 0-16,2 1 0 0,0 1-192 0,5 1 192 31,2-1-496-31,2-4 32 0,0 0 0 0,0 0-17968 0</inkml:trace>
  <inkml:trace contextRef="#ctx0" brushRef="#br0" timeOffset="-153985.98">9079 11660 14735 0,'5'-7'640'0,"-3"4"160"0,-1 1-640 0,0 0-160 0,-1 1 0 0,0 1 0 0,-1 0 2160 0,-1-2 400 16,-2 2 64-16,-1 0 32 0,-3 2-240 15,-1 3-48-15,-2 2-16 0,-2 0 0 0,1 4-1248 16,-2 2-240-16,1-1-48 0,0 2-16 0,0 3-128 0,2 0-32 16,2 1 0-16,1-1 0 0,3-2-256 0,5-15-64 15,-6 30-16-15,6-30 0 0,0 0 16 0,3 39 16 16,-3-39 0-16,0 0 0 0,17 33-96 0,-17-33-32 16,0 0 0-16,35 32 0 0,-35-32-208 0,0 0 128 15,44 32-128-15,-44-32 0 0,0 0 128 0,43 30-128 16,-43-30 0-16,0 0 144 0,34 28-144 0,-34-28 0 0,0 0 0 0,22 31 128 15,-22-31-128-15,0 0 0 0,7 31 0 0,-7-31 0 16,0 0 0-16,-8 31 0 0,1-20 0 0,-1-1 0 16,-1 0 160-16,-1-1-160 15,-1 0 192-15,-2-1-192 0,1-1 256 0,-2-2-64 0,1-1-16 0,-1-2 0 16,0 1-176-16,-1-2 0 0,1 0 0 0,-1-2 128 16,1-2-128-16,0 0 0 0,0-1 0 0,0-4-12624 15,0 1-2528 1</inkml:trace>
  <inkml:trace contextRef="#ctx0" brushRef="#br0" timeOffset="-153812.68">8957 11693 26719 0,'5'-7'1184'0,"-3"4"240"0,2-2-1136 0,0 3-288 16,-1 1 0-16,-2 0 0 0,3-1 1744 0,-4 2 304 15,17-5 48-15,-17 5 16 16,32-7-432-16,-32 7-80 0,38-3 0 0,-38 3-16 15,38-2-1056-15,-38 2-208 0,38 0-32 0,-38 0-16 0,37 2-272 0,-37-2 0 16</inkml:trace>
  <inkml:trace contextRef="#ctx0" brushRef="#br0" timeOffset="-149643.72">10460 12096 10127 0,'0'0'896'0,"0"-2"-704"16,0 2-192-16,0 0 0 0,1-2 784 0,-1 1 128 16,1-1 32-16,1-1 0 0,0 1 1024 0,-1 0 208 15,1-1 32-15,-1 1 16 0,-1 0-272 0,1 1-48 16,0 1-16-16,-1 1 0 0,1 1-400 0,-1 0-80 15,1 1 0-15,0-1-16 0,-1 2-624 0,1-1-112 16,0 2-16-16,0-1-16 0,0 1-384 0,1-2-80 16,-2-3-16-16,0 0 0 0,0 0-656 0,0 0-144 0</inkml:trace>
  <inkml:trace contextRef="#ctx0" brushRef="#br0" timeOffset="-149447.33">10808 11987 12895 0,'2'0'576'0,"-1"0"112"16,0 0-560 0,0 0-128-16,0 0 0 0,-1 0 0 0,1 2 1312 0,0 1 224 15,-1-3 64-15,0 0 0 0,0 0-192 0,0 0-16 16,11 29-16-16,-11-29 0 15,0 0-992-15,0 0-208 0,2 23-48 0,-1-21-10752 16</inkml:trace>
  <inkml:trace contextRef="#ctx0" brushRef="#br0" timeOffset="-149275.12">10665 11852 10127 0,'-6'-8'896'0,"0"4"-704"15,3-1-192-15,2 2 0 0,0 1 1184 0,-2-4 208 16,-4-2 32-16,-2-6 16 0,0-2 1152 0,1 4 224 0,5 4 64 16,1 4 0-16,2 1-960 0,2 3-176 0,-2 0-32 0,0 0-16 15,0 0-736-15,0 0-160 0,23 31-32 16,-23-31 0-16,0 0-768 0,0 0-304 0,30 26 16 0,-30-26-14784 16</inkml:trace>
  <inkml:trace contextRef="#ctx0" brushRef="#br0" timeOffset="-148488.54">11723 11792 13823 0,'0'0'1216'0,"1"-1"-960"0,1 0-256 0,-1 1 0 0,0-2 1664 0,0 0 304 15,2-1 48-15,0-3 16 0,2 0 688 0,0-1 144 16,-2 0 16-16,-1 2 16 0,-1 0-992 0,0 1-208 16,-1 1-32-16,-1 1-16 0,0-2-704 15,-1 1-144-15,2 0-32 0,-3 1 0 16,1 0-448-16,-2-1-80 0,1 1-32 0,-1-1 0 0,-1 3-208 0,0-2 144 15,-2 2-144-15,0 0 128 0,-2 2-128 0,-1 1 0 16,-1-1 0-16,0 3 0 0,-1 0 0 0,0 3 0 16,0 0 0-16,1 0 0 0,-1 2 0 0,1 2 0 0,0 1 0 15,1 1 0-15,0 3-144 0,1-1 144 0,1 3 0 16,2 0 0-16,0 2 0 0,1-1-128 0,2-1 128 0,1-2 0 16,2-3 0-16,0-14 0 0,2 30 0 0,-2-30 0 15,0 0 0-15,13 36 0 0,-13-36 0 0,0 0 0 16,0 0 0-16,0 0 0 0,39 22 0 0,-39-22 0 15,0 0 0-15,29-6 0 0,-29 6 0 0,23-14 0 16,-10 5 0-16,-1-1 0 0,1 1 128 0,0-3-128 16,2 2 0-16,0-2-128 0,2 3 128 0,-4 0-208 15,-13 9-1056 1,26-17-208-16,-11 8-32 0,1 1-16 0,-1-1-944 0,-1 0-192 0,-14 9-32 0,24-12-16 16,-24 12-320-16,22-10-64 0,-22 10-16 0,0 0 0 15,26-9 416-15,-26 9 64 0,0 0 32 0,0 0 0 0,27-5 2064 0</inkml:trace>
  <inkml:trace contextRef="#ctx0" brushRef="#br0" timeOffset="-147668.3">11958 11861 7999 0,'0'0'176'0,"0"0"32"0,0 0 16 0,0 0 0 16,0 0-224-16,0 0 0 0,0 0 0 0,0 0 0 0,0 0 3024 0,0 0 560 15,0 0 128-15,0 0 0 0,0 0-352 0,0 0-80 16,0 0-16-16,0 0 0 16,0 0-1328-16,0 0-272 0,0 0-48 0,13-14-16 0,-11 7-960 0,-1-3-192 15,1 1-32-15,-1-1-16 16,0-1-256-16,0 2-144 0,-1-1 160 0,-1 2-160 0,1 1 0 0,-1 3 0 15,-2-1 0-15,0 2 0 0,-1 1 128 0,0 2-128 0,-3 2 0 0,1 1 0 16,-1 2 160-16,0 1-160 0,-2 4 160 0,1 2-160 16,-1 1 128-16,0 0-128 15,1 3 0-15,1 1 144 0,1 0-144 0,0-1 0 0,1 3 0 0,1-2 0 16,2 0 0-16,0-1 0 0,2-16 128 0,0 27-128 16,0-27 0-16,0 0 0 0,0 0 0 0,0 0 0 15,17 30 0-15,-17-30 0 16,0 0 0-16,0 0 0 0,28-5 0 0,-20 0 0 0,-1-1 0 0,-1-2 0 15,3-1 0-15,-3-1 0 0,1 1 0 0,-2-1 0 16,1-1 0-16,-2 1 0 0,-1 1 0 0,0-1 0 0,0 3 0 16,-1 0 0-16,-1-2 0 0,0 4 0 0,0-3 0 0,-1 4 0 15,0-1 0-15,-1 1 0 0,1 3 0 16,-1 0 0-16,1 0 128 0,0 2-128 16,0-1 144-16,1 1 0 0,-1 1 0 0,0-2 0 0,0 0-144 0,0 0 160 15,0 0-160-15,0 0 160 0,7 30-160 0,-7-30 0 16,0 0 0-16,0 0 128 0,0 0-128 0,13 33 0 15,-13-33 0-15,0 0 0 0,0 0 0 0,0 0 0 16,0 0 0-16,0 0 0 0,26 28 0 0,-26-28 0 16,0 0 0-16,0 0 0 0,0 0 0 0,29-14 0 15,-29 14 0-15,16-14 0 16,-7 7-368-16,1-3-48 0,2 0-16 0,1-2 0 16,1 0-1152-16,-1-2-224 0,0 2-48 0,-1 0-16 15,-1-2 304-15,-1 2 64 0,0 0 16 0,-1 1 0 0,-1 4 1120 0,-1-1 240 0,-1 4 128 0,-6 4-160 16,0 0 416-16,0 0 64 15,0 0 32-15,0 0 0 0,0 0 720 0,0 0 144 0,0 0 16 0,21 38 16 16,-22-24-176-16,-1-1-48 16,-1 0 0-16,1 1 0 0,-1 0-384 0,0 1-96 0,0-1-16 0,-1-2 0 15,1 0-208-15,2-1-32 0,-1-2-16 0,0-1 0 16,2-8-272-16,-1 10 160 0,1-10-160 0,-1 7 128 16,2-5-128-16,0-3 0 15,1 0 0-15,0-4 0 0,-1 0 0 0,2-1 0 16,0-2 0-16,1 1 0 0,0-4 0 0,1 1-176 0,0-2 176 0,0-2-192 31,1 2-400-31,-2 0-96 0,3 0-16 0,-2-1 0 16,1 1-288-16,-1-1-64 0,0 1-16 0,1 0 0 0,0 1 512 0,0 1 112 0,-2 3 0 0,2-2 16 0,-1 4 432 0,1 0 0 15,-1 0 0-15,0 1 0 0,-5 4 0 0,0 0 256 16,0 0-64-16,0 0-16 16,0 0 400-16,0 0 96 0,0 0 16 0,0 0 0 0,28 33-112 0,-29-22 0 15,0 3-16 1,-1-4 0-16,1 2-176 0,-2 0-48 0,-1 2 0 0,-1 2 0 0,-1 1 0 0,0-2 0 0,2-1 0 0,0-2 0 15,0-2-144-15,2-1-16 0,1 0-16 0,-1-2 0 16,1-1-160-16,0-3 0 0,1-3 0 0,0 0 0 31,0 0-784-31,0 0-144 0</inkml:trace>
  <inkml:trace contextRef="#ctx0" brushRef="#br0" timeOffset="-147163.86">12555 11800 15199 0,'0'-3'320'0,"-1"0"80"0,1 1 16 0,0 2 32 0,0-1-448 0,0 0 0 15,0 1 0-15,-1-2 0 0,1 0 3328 0,-1 1 576 16,-1-1 112-16,-1 4 16 0,0 3-1712 0,-1-1-336 16,1 5-80-16,-3 2-16 0,2 1-928 0,-3 2-176 15,1 0-32-15,0 2-16 0,0-1-416 0,0 2-64 16,0-3-32-16,1 0 0 0,0 0-224 0,1 0 176 16,-1-3-176-16,2-2 160 0,1 0-160 0,2-9 192 15,-2 9-192-15,2-9 192 0,0 0-192 0,0 0 0 0,0 0 0 0,0 0 128 16,0 0-128-16,10-7 0 0,-6-2 0 0,2-1 0 15,1-2 0-15,1 0 0 0,-1-2 0 0,1 0 0 32,1 0-448-32,-1-2 16 0,1 1 16 0,0-1 0 0,-1 3 32 0,1-1 0 0,-1 2 0 0,-1-2 0 15,2 2 256-15,-1 1 128 0,0 3-128 0,0 0 128 16,-8 8 0-16,0 0 0 0,18-8 0 0,-18 8 0 16,0 0 208-16,0 0-16 0,0 0-16 0,0 0 0 15,17 33 144-15,-17-33 48 0,0 24 0 0,0-24 0 16,-4 28-240-16,1-14-128 0,-2 3 128 0,0-2-128 0,0 1 0 0,-1-2 0 15,1-2 0-15,0 0 128 0,1-3-128 0,1-3 0 16,1 0 0-16,0-3 0 0,1 0 0 0,0-2 0 16,1-1 0-16,1-2 0 15,1-1-816-15,1-2-128 0,0-1-16 0,2-2-15792 16</inkml:trace>
  <inkml:trace contextRef="#ctx0" brushRef="#br0" timeOffset="-146723.4">12773 11830 10127 0,'1'-2'448'0,"-1"0"96"0,1-1-544 0,0 1 0 0,-1 2 0 0,0-3 0 16,1 1 2080-16,0 2 304 0,0-5 64 0,0 1 16 16,0 1 192-16,-1 1 32 0,-1 0 16 0,0 2 0 15,-1 2-864-15,0 0-176 0,-1 3-48 0,1 0 0 16,-1 2-960-16,-1 0-192 0,0 0-32 0,1 2-16 15,0 1-128-15,-1 0-32 0,2-1 0 0,0 3 0 16,2-12 128-16,-2 21 32 0,2-21 0 0,0 19 0 16,0-19-16-16,0 0 0 0,0 0 0 0,10 27 0 0,-10-27-144 0,0 0-48 15,0 0 0-15,0 0 0 0,0 0-208 0,40 2 0 16,-40-2 0-16,16-10 0 0,-16 10 128 16,16-14-128-16,-8 4 0 0,-1 1 144 0,0 0-144 15,-1-1 0-15,0 0 0 0,-2-1 0 0,-1 1 0 0,-1 1 0 16,-3-1 0-16,0 1 0 0,-2 2 0 0,-1-3 0 15,-1 3 0-15,-1 1 0 0,0 0 0 0,-2 1 0 16,0 1 0-16,1 1 0 0,-1 1 0 0,2 2 0 16,-2 2 0-16,3-1 0 0,-1 3 0 0,1-2 0 15,1 3 0-15,0 0 0 0,2-1 0 0,1 1 0 16,0-2 0-16,1-3 0 0,0 0 0 0,0 0 0 0,0 0 0 0,0 0 0 16,0 0-256-16,0 0 32 0,0 0 0 0,36-2-17680 31</inkml:trace>
  <inkml:trace contextRef="#ctx0" brushRef="#br0" timeOffset="-146424.39">13133 11636 19343 0,'4'-5'848'0,"-2"2"192"0,0 1-832 0,-2 0-208 0,0 2 0 0,0 0 0 15,0-2 1792-15,0 2 304 0,0-3 64 0,-1 3 16 16,-2-2-224-16,0 4-32 0,-1-1-16 0,1 3 0 15,-1-1-688-15,-1 4-128 0,1 2-16 0,0 0-16 16,-1 3-416-16,1 2-64 16,-1 3-32-16,0 2 0 0,1 3-336 0,-1-1-64 0,1 2-16 0,0 1 0 0,1 0-128 15,0-2 0-15,0-1 0 0,2 0 0 16,1-21 0-16,1 33 160 0,-1-33-160 0,0 0 160 0,8 36-160 0,-8-36 0 16,0 0 144-16,0 0-144 0,23 31 0 0,-23-31 0 15,0 0 0-15,0 0 0 0,31-7-192 0,-31 7-16 16,17-13 0-16,-8 4 0 15,-1 0-624-15,-1-1-112 0,3 0-16 0,-3-3-16 16,1 1-1344-16,-1 2-272 0,-1-2-48 0,-2 3-16 16,-1-1-992-16,-2 0-208 0</inkml:trace>
  <inkml:trace contextRef="#ctx0" brushRef="#br0" timeOffset="-146266.78">13105 11754 8799 0,'-12'-2'192'0,"4"2"32"0,0 0 16 0,3 0 16 0,1 0-256 16,1 2 0-16,-1-1 0 0,-3 3 0 0,-4 2 3072 0,-1 2 544 0,0 2 112 0,5-1 32 15,1 1-640-15,3-3-128 0,3-7-32 0,0 0 0 16,0 0-976-16,0 0-192 0,0 0-32 0,36 14-16 16,-36-14-1056-16,25-7-224 0,-25 7-32 0,32-14-16 15,-15 4-416-15,-1 1 128 0,3 0-128 0,-1-1 0 16,1 0-160-16,-1 1-112 16,1 2-32-16,1-3-17568 0</inkml:trace>
  <inkml:trace contextRef="#ctx0" brushRef="#br0" timeOffset="-145763.15">13823 11830 8287 0,'-8'2'736'0,"3"-2"-592"0,1 0-144 0,2 0 0 16,0 0 2208-16,1 0 416 0,0 0 64 0,-2-2 32 0,-1 2 416 0,2-2 96 0,-1-2 16 15,2 1 0-15,1-2-1312 0,3 1-256 0,0-1-48 0,3 0-16 16,-6 5-864-16,16-11-176 0,-16 11-48 0,17-11 0 15,-17 11-240-15,22-7-48 0,-22 7-16 0,0 0 0 16,33-2-224-16,-33 2 0 16,0 0 128-16,0 0-128 0,40 26 0 0,-40-26 0 0,0 0 0 0,21 33 0 0,-21-33 0 15,0 0 0 1,12 37 0-16,-12-37 0 0,0 0 0 0,2 29-160 0,-2-29 160 0,-3 17-128 0,3-17 128 0,-4 12 0 16,1-9 0-16,0 0 0 0,1-2 0 0,1-1 256 15,-1 0-48-15,0-2 0 0,0 0 208 0,1-4 32 16,1 2 16-16,0-3 0 0,1 1-160 0,2-3-48 15,0 0 0-15,2-2 0 0,2-1-112 0,1-2-16 16,1-1-128-16,0-1 192 0,2 0-192 0,0-2 0 16,1-1 0-16,-1 3 0 0,1 2-272 0,-2 0-48 0,0 2-16 0,0 2 0 31,-1 1-1344-31,-2 2-272 0,-7 7-48 0,15-9-8784 0,-15 9-1760 0</inkml:trace>
  <inkml:trace contextRef="#ctx0" brushRef="#br0" timeOffset="-145432.75">14120 11743 6847 0,'0'0'144'0,"-4"11"48"0,4-11 0 0,0 0 0 0,0 0-192 0,0 0 0 0,0 0 0 0,-2 17 0 0,2-17 3536 0,0 0 688 0,0 0 128 0,0 0 16 15,0 0-1120-15,33 24-240 0,-33-24-32 0,0 0-16 16,36-3-1408-16,-36 3-272 0,28-7-64 16,-28 7-16-1,28-11-752-15,-28 11-128 0,28-14-48 0,-28 14 0 16,27-13-272-16,-27 13 128 0,25-17-128 0,-14 9 0 0,0 0 0 15,-2 1 0-15,-1-2 0 0,-2 1 0 0,-3 4-192 16,0-3 0-16,-3 3 0 0,-2-1 0 16,-1 1-320-16,-3 2-64 0,0 0-16 0,-4 0 0 15,0 2-96-15,0 2-16 0,-1-1 0 0,-1 2 0 0,-2 2 320 0,-1 2 48 16,1 1 16-16,0 1 0 0,2 1 928 0,0 2 192 16,1 1 32-16,2-1 16 15,-1 0-1360-15,3 2-256 0,1 1-64 0,1-1-16 0,2 0 1104 0,3-14 240 16,-1 21 32-16,1-21 16 0,0 0 160 0,0 0 48 0,0 0 0 15,28 25 0-15,-28-25-304 0,0 0-64 0,32-2-16 16,-32 2 0-16,27-8-368 0,-27 8 0 0,29-12 0 0,-29 12-11280 16,32-17-2224-16</inkml:trace>
  <inkml:trace contextRef="#ctx0" brushRef="#br0" timeOffset="-145058.28">14469 11738 5519 0,'0'0'496'0,"0"0"-496"0,-4 5 0 0,4-5 0 16,0 0 1984-16,0 0 320 0,-5 7 48 0,5-7 16 15,-5 12 1088-15,5-12 208 0,0 0 48 0,0 0 16 16,0 0-1040-16,0 0-224 0,0 0-32 0,0 0-16 0,0 0-1200 16,39-8-224-16,-27 1-48 0,0-1-16 0,1-1-640 0,0 0-128 15,0 0-32-15,-1 1 0 0,-2 0-128 0,-1 2 0 16,-9 6 0-16,18-9 0 0,-18 9 0 0,0 0 0 15,23-7 128-15,-23 7-128 0,0 0 0 0,0 0 0 16,0 0 0-16,0 0 0 0,29 31 0 16,-29-31 0-16,6 34 0 0,-6-34 0 0,5 52 0 15,-3-20 0-15,-1 2 0 0,0 3 0 0,0-3 0 0,-1 4 0 0,-1 3 0 0,-1 0 0 16,-2-1 0-16,-1-2 0 16,1-2 0-16,-2-5 0 0,2-7 0 0,-2-3 0 0,1-2 0 0,1-2 0 15,-2-5 0-15,1 0 0 0,0-3 0 0,-1 0 0 0,0-1 0 0,-1-4 0 16,0-2 0-16,-1-2 128 0,0-2-128 0,-1 0 0 31,0-6-192-31,-2 0-11696 16,-2-2-2320-16</inkml:trace>
  <inkml:trace contextRef="#ctx0" brushRef="#br0" timeOffset="-144871.39">14624 11465 17503 0,'0'0'768'0,"0"0"176"0,0 0-752 0,0 0-192 16,0 0 0-16,0 0 0 0,0 0 2192 0,0 0 416 16,39 12 80-16,-39-12 0 0,0 0-80 0,30 26-32 15,-30-26 0-15,0 0 0 0,0 0-1712 0,36 27-352 16,-36-27-64-16,0 0-17104 0</inkml:trace>
  <inkml:trace contextRef="#ctx0" brushRef="#br0" timeOffset="-143601.93">14953 11755 20271 0,'0'0'896'0,"-5"10"192"0,5-10-880 0,0 0-208 15,0 0 0-15,0 0 0 0,0 0 2112 0,0 0 384 16,0 0 80-16,4 25 16 0,-4-25-576 0,0 0-112 0,0 0-32 0,0 0 0 15,41 5-1008-15,-41-5-208 0,25-10-32 0,-25 10-16 16,26-14-608-16,-13 5 0 0,-1-1-192 0,0 1 64 16,-1 0-464-16,-1-1-96 15,-2 0-16-15,0 0 0 0,-2 1 240 0,-2-2 32 0,-1 2 16 0,-2 0 0 0,-1 0 288 0,-3 2 128 16,-2 0-128-16,0 0 128 16,-1 2 240-16,0 0 128 0,-2 3 16 15,-2 0 16-15,0 0 240 0,0 4 32 0,-2 2 16 0,0 1 0 0,-1 4-304 0,0 0-48 31,0 2-16-31,2-1 0 0,0 3-112 0,1 2-16 0,0 1-16 0,0 0 0 0,2 1 16 0,2-2 0 0,1 3 0 0,2-3 0 32,3-15-48-32,0 28 0 0,0-28 0 0,0 0 0 15,0 0-16-15,22 29-128 0,-22-29 192 0,0 0-64 16,0 0-128-16,47 4 128 0,-47-4-128 0,32-4 128 16,-32 4-128-16,36-8 0 0,-36 8 0 0,40-9 0 0,-40 9-176 15,43-12-16-15,-43 12 0 0,43-12 0 16,-43 12-592-16,41-14-128 0,-41 14-32 0,39-12 0 15,-39 12-384-15,38-12-80 0,-38 12 0 0,35-13-16 16,-35 13 304-16,30-12 64 0,-30 12 16 0,31-15 0 0,-31 15 704 0,29-19 144 0,-17 9 16 16,-1 1 16-16,-1 0 160 0,-1-2 0 0,-2 2 0 0,-2 0 0 15,0 0 512-15,-2-1 48 0,-1 1 0 0,-2 2 0 16,0 0 368-16,-2 2 80 0,0-3 16 0,-2 4 0 16,2-1-32-16,-2 3 0 0,0-1 0 0,0 1 0 15,1 2-352-15,-1 0-80 0,4 0-16 0,-5 2 0 0,5-2-208 16,0 0-32-16,-4 8-16 0,4-8 0 0,0 0-112 0,0 0-32 15,-5 21 0-15,5-21 0 0,0 0-16 0,-5 24-128 32,5-24 192-32,-3 23-64 0,3-23-128 0,-7 27 160 15,4-11-160-15,-1-1 160 0,0 1-160 0,-1-2 0 0,2 2 0 16,-1 1 128-16,4-17-128 0,-5 31 0 0,5-31 0 0,-1 24 128 16,1-24-128-16,0 0 0 0,0 0 0 0,9 28 0 15,-9-28 0-15,0 0 0 0,0 0 0 0,0 0 0 16,0 0 0-16,38 11 0 0,-38-11 0 0,0 0 0 15,31-6 0-15,-31 6 0 0,0 0 0 0,38-11 0 16,-38 11-128-16,0 0 128 0,36-13 0 0,-36 13 0 0,22-11-144 0,-22 11 144 16,19-12-192-16,-19 12 192 15,17-10-448-15,-17 10 32 0,14-12 0 0,-14 12 0 16,12-12-272-16,-12 12-48 0,10-14-16 0,-6 7 0 16,-4 7 80-16,7-16 16 0,-4 9 0 0,0-3 0 15,-1-2 144-15,0 0 48 0,-1 0 0 0,1-2 0 16,0 1-496-16,0-4-112 0,2-1-16 0,-1-2 0 0,1 2-432 15,0-2-80-15,1 0-32 0,-1 4 0 16,1 2 880-16,-1 4 176 0,-2 3 48 0,0 1 0 16,-2 6 784-16,4-6 144 0,-4 6 48 0,0 0 0 0,0 0 960 0,0 0 192 15,0 0 32-15,0 0 16 0,-5 6-128 0,5-6-32 16,-6 6 0-16,2-1 0 0,4-5-432 0,-7 7-96 16,7-7 0-16,-8 7-16 0,8-7-192 0,-6 5-48 15,6-5 0-15,-6 5 0 0,6-5-304 0,-5 4-64 16,5-4-16-16,0 0 0 0,-5 3-176 0,5-3-144 0,0 0 192 0,-5 4-192 15,5-4 144-15,0 0-144 0,0 0 0 0,0 0 144 16,0 0-144-16,0 0 128 0,0 0-128 0,0 0 128 16,0 0-128-16,0 0 160 0,0 0-160 0,0 0 160 15,-2 0-160-15,2 0 192 0,0 0-192 0,0 0 192 16,0-5-192-16,0 5 0 0,0 0 144 0,0 0-144 0,0 0 0 0,0-4 128 16,0 4-128-16,0 0 0 0,0 0 0 0,0 0 0 15,6-10 0-15,-6 10 0 0,0 0 0 0,0 0 0 16,7-9 0-16,-7 9 0 0,0 0 0 0,0 0 0 15,9-10 0-15,-9 10 0 16,0 0 0-16,5-7 0 0,-5 7 0 16,4-6 0-16,-4 6 0 0,0 0 0 0,4-6 0 0,-4 6 0 15,0 0 0-15,0 0 0 0,0 0 0 0,0 0 0 16,0 0 0-16,0 0 144 0,0 0-144 0,0 0 0 16,0 0 176-16,0 0-176 0,-3 19 160 0,3-19-160 0,-3 19 128 15,3-19-128-15,-3 31 0 0,3-31 144 0,0 35-144 0,0-35 0 16,1 35 0-16,-1-35 128 0,3 42 800 0,-1-19 160 15,-2-23 16-15,5 43 16 0,-5-43-832 0,5 40-160 16,-5-40-128-16,9 36 144 0,-9-36-144 0,7 31 0 16,-7-31 0-16,6 26 0 0,-6-26 0 0,0 0 0 0,12 30 0 15,-12-30 0 1,0 0-832-16,0 0-160 0,0 0-32 0,0 0 0 0,0 0 816 0,0 0 208 0,30 17 0 0,-30-17 0 16,0 0-160-16,17-12 160 0,-17 12-192 0,12-14 192 15,-12 14-624 1,13-19-16-1,-6 7 0-15,2-2-18112 0</inkml:trace>
  <inkml:trace contextRef="#ctx0" brushRef="#br0" timeOffset="-143359.79">15645 11628 16575 0,'-11'10'736'0,"6"-5"160"0,0 1-720 0,5-6-176 0,-6 6 0 0,6-6 0 15,0 0 2112-15,-5 9 400 0,5-9 80 0,-4 17 16 16,4-17 208-16,0 0 32 0,0 0 16 0,0 0 0 0,31 24-1264 0,-31-24-240 16,33-7-48-16,-33 7-16 0,44-19-784 0,-20 6-144 15,3-1-48-15,2 0 0 0,-1 0-320 0,1 0 128 16,1 2-128-16,-2-1 0 0,-5 4 0 0,-1 1-160 16,-22 8 16-16,38-13-18480 15</inkml:trace>
  <inkml:trace contextRef="#ctx0" brushRef="#br0" timeOffset="-140626.52">16629 11527 16575 0,'0'-3'1472'0,"0"1"-1168"0,0 0-304 0,0 2 0 16,0 0 1024-16,1-5 160 0,-1 2 32 0,1 0 0 16,0-2 1072-16,0 1 208 0,-1 1 64 0,1 0 0 15,-1 3-752-15,0 0-144 0,0 0-16 0,0 0-16 16,0 0-656-16,-2 28-128 0,2-28-16 0,-3 29-16 0,0-7-432 15,0 3-64-15,-1 1-32 0,0 5 0 0,-2 2-128 0,0 5-32 16,-2-2 0-16,1 2 0 0,0-3-128 0,0-3 128 16,1-2-128-16,1-2 128 0,1-2-128 0,1-2 0 0,1-1 0 0,1-5 0 15,1-18 0-15,2 28 0 16,-2-28 0-16,0 0 0 16,0 0-1024-16,0 0-144 15,0 0-32-15,0 0-15648 0</inkml:trace>
  <inkml:trace contextRef="#ctx0" brushRef="#br0" timeOffset="-140360.89">16824 11596 13823 0,'1'-10'608'0,"0"3"128"0,0 2-592 0,0 1-144 16,-1 1 0-16,0 3 0 0,0-2 1568 0,1 0 288 15,0 1 48-15,-1-1 16 0,1 0 624 0,-2 4 128 0,1-2 16 0,-3 12 16 16,3-12-1008-16,-4 24-208 0,1-8-32 0,2 3-16 15,-1 0-608-15,-1 6-128 0,1 1-32 0,-2 1 0 16,3 2-224-16,-3-1-64 0,1-2 0 0,-1 3 0 16,0-1-64-16,-2 3 0 0,2-2-16 0,0-3 0 0,0 0-304 15,0-5 160-15,2 2-160 0,0-3 128 0,2-20-128 0,-2 33 0 16,2-33 0-16,-1 23 0 16,1-23-976-16,0 0-80 0,0 0-16 0,0 0 0 15,0 0-1664-15,0 0-336 0</inkml:trace>
  <inkml:trace contextRef="#ctx0" brushRef="#br0" timeOffset="-140158.16">16612 11937 3679 0,'-5'0'320'0,"1"-2"-320"0,1 2 0 0,2 0 0 0,-1 0 1248 0,-1 0 176 16,-2-1 48-16,-4 1 0 0,1-2 1056 0,0 2 224 15,2-1 32-15,3 0 16 0,2-1 464 0,1 2 80 16,0 0 32-16,13-10 0 0,-13 10-1216 0,0 0-240 15,34-12-64-15,-34 12 0 0,29-10-928 0,-29 10-192 16,34-11-32-16,-34 11-16 0,31-7-448 0,-31 7-96 16,30-12-16-16,-30 12 0 0,30-10-128 0,-30 10 0 15,30-11-192-15,-30 11-17888 16</inkml:trace>
  <inkml:trace contextRef="#ctx0" brushRef="#br0" timeOffset="-139744.06">17158 11722 11967 0,'2'-3'528'0,"-1"0"112"0,0 0-512 0,-1 3-128 0,1-3 0 0,-1 3 0 16,0-3 2048-16,0 1 368 0,0-1 80 0,0-1 0 15,-1 1 128-15,-1 1 32 0,-1-1 0 0,0 3 0 16,1 1-672-16,-2 1-144 0,-1 3-32 0,2-2 0 15,-2 3-816-15,5-6-160 0,-8 15-48 0,2-4 0 0,1 1-448 0,1 2-80 16,4-14-32-16,-9 31 0 0,6-12-224 0,-2 1 144 16,2 0-144-16,3-20 128 0,-3 39 0 0,3-39-128 15,1 37 192-15,-1-37-64 0,8 29 32 0,-8-29 0 16,0 0 0-16,23 28 0 0,-23-28-160 0,0 0 160 0,40 7-160 0,-40-7 160 16,31-7-160-16,-31 7 192 0,37-16-192 0,-17 4 192 15,0-3-64-15,1-2 0 0,0 0 0 0,-1-1 0 16,-1-1-128-16,-2 0 0 0,-3 0 144 0,-2-2-144 15,-4 2 0-15,-4 0 0 16,-5 0 0-16,-5 3 0 0,-3-1 0 0,-6 3 0 16,-3 2 0-16,-4 2 0 0,-1 2 0 0,-2 2 0 15,-1 3 0-15,-1 3 128 0,1 3-128 0,2 2 0 16,2-1 0-16,1 4 0 0,4 1 0 0,1-2 0 16,3 3 0-16,3-3-12848 15,2 2-2512-15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D6F77-CFCE-A445-8E2C-54D16F9EECCC}" type="datetimeFigureOut">
              <a:rPr lang="en-US" smtClean="0"/>
              <a:t>10/18/2023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42D00-D33B-6747-961F-9152114FB45F}" type="slidenum">
              <a:rPr lang="en-US" smtClean="0"/>
              <a:t>‹#›</a:t>
            </a:fld>
            <a:endParaRPr lang="en-US"/>
          </a:p>
        </p:txBody>
      </p:sp>
    </p:spTree>
    <p:extLst>
      <p:ext uri="{BB962C8B-B14F-4D97-AF65-F5344CB8AC3E}">
        <p14:creationId xmlns:p14="http://schemas.microsoft.com/office/powerpoint/2010/main" val="2981403554"/>
      </p:ext>
    </p:extLst>
  </p:cSld>
  <p:clrMap bg1="lt1" tx1="dk1" bg2="lt2" tx2="dk2" accent1="accent1" accent2="accent2" accent3="accent3" accent4="accent4" accent5="accent5" accent6="accent6" hlink="hlink" folHlink="folHlink"/>
  <p:notesStyle>
    <a:lvl1pPr marL="0" algn="l" defTabSz="685783" rtl="0" eaLnBrk="1" latinLnBrk="0" hangingPunct="1">
      <a:defRPr sz="900" kern="1200">
        <a:solidFill>
          <a:schemeClr val="tx1"/>
        </a:solidFill>
        <a:latin typeface="+mn-lt"/>
        <a:ea typeface="+mn-ea"/>
        <a:cs typeface="+mn-cs"/>
      </a:defRPr>
    </a:lvl1pPr>
    <a:lvl2pPr marL="342892" algn="l" defTabSz="685783" rtl="0" eaLnBrk="1" latinLnBrk="0" hangingPunct="1">
      <a:defRPr sz="900" kern="1200">
        <a:solidFill>
          <a:schemeClr val="tx1"/>
        </a:solidFill>
        <a:latin typeface="+mn-lt"/>
        <a:ea typeface="+mn-ea"/>
        <a:cs typeface="+mn-cs"/>
      </a:defRPr>
    </a:lvl2pPr>
    <a:lvl3pPr marL="685783" algn="l" defTabSz="685783" rtl="0" eaLnBrk="1" latinLnBrk="0" hangingPunct="1">
      <a:defRPr sz="900" kern="1200">
        <a:solidFill>
          <a:schemeClr val="tx1"/>
        </a:solidFill>
        <a:latin typeface="+mn-lt"/>
        <a:ea typeface="+mn-ea"/>
        <a:cs typeface="+mn-cs"/>
      </a:defRPr>
    </a:lvl3pPr>
    <a:lvl4pPr marL="1028675" algn="l" defTabSz="685783" rtl="0" eaLnBrk="1" latinLnBrk="0" hangingPunct="1">
      <a:defRPr sz="900" kern="1200">
        <a:solidFill>
          <a:schemeClr val="tx1"/>
        </a:solidFill>
        <a:latin typeface="+mn-lt"/>
        <a:ea typeface="+mn-ea"/>
        <a:cs typeface="+mn-cs"/>
      </a:defRPr>
    </a:lvl4pPr>
    <a:lvl5pPr marL="1371566" algn="l" defTabSz="685783" rtl="0" eaLnBrk="1" latinLnBrk="0" hangingPunct="1">
      <a:defRPr sz="900" kern="1200">
        <a:solidFill>
          <a:schemeClr val="tx1"/>
        </a:solidFill>
        <a:latin typeface="+mn-lt"/>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a:t>
            </a:fld>
            <a:endParaRPr lang="en-US"/>
          </a:p>
        </p:txBody>
      </p:sp>
    </p:spTree>
    <p:extLst>
      <p:ext uri="{BB962C8B-B14F-4D97-AF65-F5344CB8AC3E}">
        <p14:creationId xmlns:p14="http://schemas.microsoft.com/office/powerpoint/2010/main" val="307574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a:t>
            </a:fld>
            <a:endParaRPr lang="en-US"/>
          </a:p>
        </p:txBody>
      </p:sp>
    </p:spTree>
    <p:extLst>
      <p:ext uri="{BB962C8B-B14F-4D97-AF65-F5344CB8AC3E}">
        <p14:creationId xmlns:p14="http://schemas.microsoft.com/office/powerpoint/2010/main" val="2660721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a:t>
            </a:fld>
            <a:endParaRPr lang="en-US"/>
          </a:p>
        </p:txBody>
      </p:sp>
    </p:spTree>
    <p:extLst>
      <p:ext uri="{BB962C8B-B14F-4D97-AF65-F5344CB8AC3E}">
        <p14:creationId xmlns:p14="http://schemas.microsoft.com/office/powerpoint/2010/main" val="2825708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4</a:t>
            </a:fld>
            <a:endParaRPr lang="en-US"/>
          </a:p>
        </p:txBody>
      </p:sp>
    </p:spTree>
    <p:extLst>
      <p:ext uri="{BB962C8B-B14F-4D97-AF65-F5344CB8AC3E}">
        <p14:creationId xmlns:p14="http://schemas.microsoft.com/office/powerpoint/2010/main" val="994783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5</a:t>
            </a:fld>
            <a:endParaRPr lang="en-US"/>
          </a:p>
        </p:txBody>
      </p:sp>
    </p:spTree>
    <p:extLst>
      <p:ext uri="{BB962C8B-B14F-4D97-AF65-F5344CB8AC3E}">
        <p14:creationId xmlns:p14="http://schemas.microsoft.com/office/powerpoint/2010/main" val="226042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6</a:t>
            </a:fld>
            <a:endParaRPr lang="en-US"/>
          </a:p>
        </p:txBody>
      </p:sp>
    </p:spTree>
    <p:extLst>
      <p:ext uri="{BB962C8B-B14F-4D97-AF65-F5344CB8AC3E}">
        <p14:creationId xmlns:p14="http://schemas.microsoft.com/office/powerpoint/2010/main" val="3163301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7</a:t>
            </a:fld>
            <a:endParaRPr lang="en-US"/>
          </a:p>
        </p:txBody>
      </p:sp>
    </p:spTree>
    <p:extLst>
      <p:ext uri="{BB962C8B-B14F-4D97-AF65-F5344CB8AC3E}">
        <p14:creationId xmlns:p14="http://schemas.microsoft.com/office/powerpoint/2010/main" val="2027964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8</a:t>
            </a:fld>
            <a:endParaRPr lang="en-US"/>
          </a:p>
        </p:txBody>
      </p:sp>
    </p:spTree>
    <p:extLst>
      <p:ext uri="{BB962C8B-B14F-4D97-AF65-F5344CB8AC3E}">
        <p14:creationId xmlns:p14="http://schemas.microsoft.com/office/powerpoint/2010/main" val="3819616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9</a:t>
            </a:fld>
            <a:endParaRPr lang="en-US"/>
          </a:p>
        </p:txBody>
      </p:sp>
    </p:spTree>
    <p:extLst>
      <p:ext uri="{BB962C8B-B14F-4D97-AF65-F5344CB8AC3E}">
        <p14:creationId xmlns:p14="http://schemas.microsoft.com/office/powerpoint/2010/main" val="155609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10</a:t>
            </a:fld>
            <a:endParaRPr lang="en-US"/>
          </a:p>
        </p:txBody>
      </p:sp>
    </p:spTree>
    <p:extLst>
      <p:ext uri="{BB962C8B-B14F-4D97-AF65-F5344CB8AC3E}">
        <p14:creationId xmlns:p14="http://schemas.microsoft.com/office/powerpoint/2010/main" val="2957415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11</a:t>
            </a:fld>
            <a:endParaRPr lang="en-US"/>
          </a:p>
        </p:txBody>
      </p:sp>
    </p:spTree>
    <p:extLst>
      <p:ext uri="{BB962C8B-B14F-4D97-AF65-F5344CB8AC3E}">
        <p14:creationId xmlns:p14="http://schemas.microsoft.com/office/powerpoint/2010/main" val="1457033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12</a:t>
            </a:fld>
            <a:endParaRPr lang="en-US"/>
          </a:p>
        </p:txBody>
      </p:sp>
    </p:spTree>
    <p:extLst>
      <p:ext uri="{BB962C8B-B14F-4D97-AF65-F5344CB8AC3E}">
        <p14:creationId xmlns:p14="http://schemas.microsoft.com/office/powerpoint/2010/main" val="418806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13</a:t>
            </a:fld>
            <a:endParaRPr lang="en-US"/>
          </a:p>
        </p:txBody>
      </p:sp>
    </p:spTree>
    <p:extLst>
      <p:ext uri="{BB962C8B-B14F-4D97-AF65-F5344CB8AC3E}">
        <p14:creationId xmlns:p14="http://schemas.microsoft.com/office/powerpoint/2010/main" val="215704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14</a:t>
            </a:fld>
            <a:endParaRPr lang="en-US"/>
          </a:p>
        </p:txBody>
      </p:sp>
    </p:spTree>
    <p:extLst>
      <p:ext uri="{BB962C8B-B14F-4D97-AF65-F5344CB8AC3E}">
        <p14:creationId xmlns:p14="http://schemas.microsoft.com/office/powerpoint/2010/main" val="649953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15</a:t>
            </a:fld>
            <a:endParaRPr lang="en-US"/>
          </a:p>
        </p:txBody>
      </p:sp>
    </p:spTree>
    <p:extLst>
      <p:ext uri="{BB962C8B-B14F-4D97-AF65-F5344CB8AC3E}">
        <p14:creationId xmlns:p14="http://schemas.microsoft.com/office/powerpoint/2010/main" val="10363014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16</a:t>
            </a:fld>
            <a:endParaRPr lang="en-US"/>
          </a:p>
        </p:txBody>
      </p:sp>
    </p:spTree>
    <p:extLst>
      <p:ext uri="{BB962C8B-B14F-4D97-AF65-F5344CB8AC3E}">
        <p14:creationId xmlns:p14="http://schemas.microsoft.com/office/powerpoint/2010/main" val="3099726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17</a:t>
            </a:fld>
            <a:endParaRPr lang="en-US"/>
          </a:p>
        </p:txBody>
      </p:sp>
    </p:spTree>
    <p:extLst>
      <p:ext uri="{BB962C8B-B14F-4D97-AF65-F5344CB8AC3E}">
        <p14:creationId xmlns:p14="http://schemas.microsoft.com/office/powerpoint/2010/main" val="2240322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18</a:t>
            </a:fld>
            <a:endParaRPr lang="en-US"/>
          </a:p>
        </p:txBody>
      </p:sp>
    </p:spTree>
    <p:extLst>
      <p:ext uri="{BB962C8B-B14F-4D97-AF65-F5344CB8AC3E}">
        <p14:creationId xmlns:p14="http://schemas.microsoft.com/office/powerpoint/2010/main" val="450622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Cover 1">
    <p:bg>
      <p:bgPr>
        <a:solidFill>
          <a:srgbClr val="1C3D74"/>
        </a:solidFill>
        <a:effectLst/>
      </p:bgPr>
    </p:bg>
    <p:spTree>
      <p:nvGrpSpPr>
        <p:cNvPr id="1" name=""/>
        <p:cNvGrpSpPr/>
        <p:nvPr/>
      </p:nvGrpSpPr>
      <p:grpSpPr>
        <a:xfrm>
          <a:off x="0" y="0"/>
          <a:ext cx="0" cy="0"/>
          <a:chOff x="0" y="0"/>
          <a:chExt cx="0" cy="0"/>
        </a:xfrm>
      </p:grpSpPr>
      <p:sp>
        <p:nvSpPr>
          <p:cNvPr id="7"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8"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401044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a:gsLst>
            <a:gs pos="12000">
              <a:srgbClr val="1C3D74"/>
            </a:gs>
            <a:gs pos="100000">
              <a:srgbClr val="2DB8C5"/>
            </a:gs>
          </a:gsLst>
          <a:lin ang="1980000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280325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bg>
      <p:bgPr>
        <a:gradFill flip="none" rotWithShape="1">
          <a:gsLst>
            <a:gs pos="74000">
              <a:srgbClr val="10746A"/>
            </a:gs>
            <a:gs pos="18000">
              <a:srgbClr val="0096E3">
                <a:lumMod val="90000"/>
                <a:lumOff val="10000"/>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19369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Custom Layout">
    <p:bg>
      <p:bgPr>
        <a:gradFill flip="none" rotWithShape="1">
          <a:gsLst>
            <a:gs pos="0">
              <a:srgbClr val="73B82B">
                <a:lumMod val="88000"/>
                <a:lumOff val="12000"/>
              </a:srgbClr>
            </a:gs>
            <a:gs pos="97312">
              <a:srgbClr val="10746A"/>
            </a:gs>
            <a:gs pos="59000">
              <a:srgbClr val="10746A">
                <a:lumMod val="94000"/>
                <a:lumOff val="6000"/>
              </a:srgbClr>
            </a:gs>
          </a:gsLst>
          <a:lin ang="12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66077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Custom Layout">
    <p:bg>
      <p:bgPr>
        <a:gradFill>
          <a:gsLst>
            <a:gs pos="0">
              <a:srgbClr val="73B82B">
                <a:lumMod val="88000"/>
                <a:lumOff val="12000"/>
              </a:srgbClr>
            </a:gs>
            <a:gs pos="69000">
              <a:srgbClr val="2DB8C5"/>
            </a:gs>
          </a:gsLst>
          <a:lin ang="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41877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Custom Layout">
    <p:bg>
      <p:bgPr>
        <a:gradFill flip="none" rotWithShape="1">
          <a:gsLst>
            <a:gs pos="85484">
              <a:srgbClr val="8D3786"/>
            </a:gs>
            <a:gs pos="19000">
              <a:srgbClr val="EC008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055588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Custom Layout">
    <p:bg>
      <p:bgPr>
        <a:gradFill flip="none" rotWithShape="1">
          <a:gsLst>
            <a:gs pos="3226">
              <a:srgbClr val="8D3786"/>
            </a:gs>
            <a:gs pos="35000">
              <a:srgbClr val="8D3786"/>
            </a:gs>
            <a:gs pos="100000">
              <a:srgbClr val="F18500"/>
            </a:gs>
          </a:gsLst>
          <a:lin ang="198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08686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Tree>
    <p:extLst>
      <p:ext uri="{BB962C8B-B14F-4D97-AF65-F5344CB8AC3E}">
        <p14:creationId xmlns:p14="http://schemas.microsoft.com/office/powerpoint/2010/main" val="2316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
        <p:nvSpPr>
          <p:cNvPr id="9" name="Text Placeholder 2">
            <a:extLst>
              <a:ext uri="{FF2B5EF4-FFF2-40B4-BE49-F238E27FC236}">
                <a16:creationId xmlns:a16="http://schemas.microsoft.com/office/drawing/2014/main" id="{35C7A6F9-784D-428C-B9C4-650A70FFC077}"/>
              </a:ext>
            </a:extLst>
          </p:cNvPr>
          <p:cNvSpPr>
            <a:spLocks noGrp="1"/>
          </p:cNvSpPr>
          <p:nvPr>
            <p:ph type="body" sz="quarter" idx="14" hasCustomPrompt="1"/>
          </p:nvPr>
        </p:nvSpPr>
        <p:spPr>
          <a:xfrm>
            <a:off x="4580865"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Tree>
    <p:extLst>
      <p:ext uri="{BB962C8B-B14F-4D97-AF65-F5344CB8AC3E}">
        <p14:creationId xmlns:p14="http://schemas.microsoft.com/office/powerpoint/2010/main" val="310220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4679950" y="1311276"/>
            <a:ext cx="4186238" cy="279199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9"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4679950" y="4176072"/>
            <a:ext cx="4186238" cy="87954"/>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00C9E275-0734-425E-938B-16131D4657EE}"/>
              </a:ext>
            </a:extLst>
          </p:cNvPr>
          <p:cNvSpPr>
            <a:spLocks noGrp="1"/>
          </p:cNvSpPr>
          <p:nvPr>
            <p:ph type="body" sz="quarter" idx="13" hasCustomPrompt="1"/>
          </p:nvPr>
        </p:nvSpPr>
        <p:spPr>
          <a:xfrm>
            <a:off x="186596" y="1311275"/>
            <a:ext cx="438540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9082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6767512" y="1311276"/>
            <a:ext cx="2098675" cy="277370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3"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2"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3" name="Text Placeholder 2">
            <a:extLst>
              <a:ext uri="{FF2B5EF4-FFF2-40B4-BE49-F238E27FC236}">
                <a16:creationId xmlns:a16="http://schemas.microsoft.com/office/drawing/2014/main" id="{9602840F-CF0A-4B0C-876C-214741C51912}"/>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516180862"/>
      </p:ext>
    </p:extLst>
  </p:cSld>
  <p:clrMapOvr>
    <a:masterClrMapping/>
  </p:clrMapOvr>
  <p:extLst>
    <p:ext uri="{DCECCB84-F9BA-43D5-87BE-67443E8EF086}">
      <p15:sldGuideLst xmlns:p15="http://schemas.microsoft.com/office/powerpoint/2012/main">
        <p15:guide id="1" pos="419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3 ">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1" name="Picture Placeholder 5">
            <a:extLst>
              <a:ext uri="{FF2B5EF4-FFF2-40B4-BE49-F238E27FC236}">
                <a16:creationId xmlns:a16="http://schemas.microsoft.com/office/drawing/2014/main" id="{6D51F31A-86D2-8C4F-A1A9-C88372B37B39}"/>
              </a:ext>
            </a:extLst>
          </p:cNvPr>
          <p:cNvSpPr>
            <a:spLocks noGrp="1"/>
          </p:cNvSpPr>
          <p:nvPr>
            <p:ph type="pic" sz="quarter" idx="16" hasCustomPrompt="1"/>
          </p:nvPr>
        </p:nvSpPr>
        <p:spPr>
          <a:xfrm>
            <a:off x="6767513" y="1311274"/>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7"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8"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39CEF63-09E5-47AB-B122-292E3DA7266B}"/>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840049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4">
    <p:spTree>
      <p:nvGrpSpPr>
        <p:cNvPr id="1" name=""/>
        <p:cNvGrpSpPr/>
        <p:nvPr/>
      </p:nvGrpSpPr>
      <p:grpSpPr>
        <a:xfrm>
          <a:off x="0" y="0"/>
          <a:ext cx="0" cy="0"/>
          <a:chOff x="0" y="0"/>
          <a:chExt cx="0" cy="0"/>
        </a:xfrm>
      </p:grpSpPr>
      <p:sp>
        <p:nvSpPr>
          <p:cNvPr id="14" name="Picture Placeholder 5">
            <a:extLst>
              <a:ext uri="{FF2B5EF4-FFF2-40B4-BE49-F238E27FC236}">
                <a16:creationId xmlns:a16="http://schemas.microsoft.com/office/drawing/2014/main" id="{DE942392-5A1D-4B43-9FC3-CF83A59FC53E}"/>
              </a:ext>
            </a:extLst>
          </p:cNvPr>
          <p:cNvSpPr>
            <a:spLocks noGrp="1"/>
          </p:cNvSpPr>
          <p:nvPr>
            <p:ph type="pic" sz="quarter" idx="16" hasCustomPrompt="1"/>
          </p:nvPr>
        </p:nvSpPr>
        <p:spPr>
          <a:xfrm>
            <a:off x="6767513" y="1311275"/>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8"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6"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7"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8"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9"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9"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2" name="Text Placeholder 2">
            <a:extLst>
              <a:ext uri="{FF2B5EF4-FFF2-40B4-BE49-F238E27FC236}">
                <a16:creationId xmlns:a16="http://schemas.microsoft.com/office/drawing/2014/main" id="{A5E523E2-4C7B-424A-8715-BA3BD5E8B973}"/>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47593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5">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3"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33"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767513" y="1322601"/>
            <a:ext cx="2098675"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3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67512" y="417795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6"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216A11E-B4A5-4F26-9049-F166D72D6258}"/>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869923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6">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4305300"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4305302"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3"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6778626" y="2877213"/>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78624"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5"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11A76B9A-C73D-41F4-848B-7B422BD2540C}"/>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68500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2 column text + image + caption 1">
    <p:spTree>
      <p:nvGrpSpPr>
        <p:cNvPr id="1" name=""/>
        <p:cNvGrpSpPr/>
        <p:nvPr/>
      </p:nvGrpSpPr>
      <p:grpSpPr>
        <a:xfrm>
          <a:off x="0" y="0"/>
          <a:ext cx="0" cy="0"/>
          <a:chOff x="0" y="0"/>
          <a:chExt cx="0" cy="0"/>
        </a:xfrm>
      </p:grpSpPr>
      <p:sp>
        <p:nvSpPr>
          <p:cNvPr id="19"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102847" y="1322601"/>
            <a:ext cx="2763341"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102847" y="4177950"/>
            <a:ext cx="2763341"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9" name="Text Placeholder 2">
            <a:extLst>
              <a:ext uri="{FF2B5EF4-FFF2-40B4-BE49-F238E27FC236}">
                <a16:creationId xmlns:a16="http://schemas.microsoft.com/office/drawing/2014/main" id="{6B742EC7-0905-4619-9932-945C15BD9FB8}"/>
              </a:ext>
            </a:extLst>
          </p:cNvPr>
          <p:cNvSpPr>
            <a:spLocks noGrp="1"/>
          </p:cNvSpPr>
          <p:nvPr>
            <p:ph type="body" sz="quarter" idx="26" hasCustomPrompt="1"/>
          </p:nvPr>
        </p:nvSpPr>
        <p:spPr>
          <a:xfrm>
            <a:off x="3144721"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marL="457200" indent="0">
              <a:buFont typeface="Arial" panose="020B0604020202020204" pitchFamily="34" charset="0"/>
              <a:buNone/>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
        <p:nvSpPr>
          <p:cNvPr id="8" name="Text Placeholder 2">
            <a:extLst>
              <a:ext uri="{FF2B5EF4-FFF2-40B4-BE49-F238E27FC236}">
                <a16:creationId xmlns:a16="http://schemas.microsoft.com/office/drawing/2014/main" id="{E839734A-FE59-489D-8235-3CE5E3DE21EF}"/>
              </a:ext>
            </a:extLst>
          </p:cNvPr>
          <p:cNvSpPr>
            <a:spLocks noGrp="1"/>
          </p:cNvSpPr>
          <p:nvPr>
            <p:ph type="body" sz="quarter" idx="27" hasCustomPrompt="1"/>
          </p:nvPr>
        </p:nvSpPr>
        <p:spPr>
          <a:xfrm>
            <a:off x="186595"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71719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column text + image + caption">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496620" y="1309603"/>
            <a:ext cx="6380681" cy="280837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496620" y="4176072"/>
            <a:ext cx="638068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57C490C0-3F42-428E-9663-C0315B61F18B}"/>
              </a:ext>
            </a:extLst>
          </p:cNvPr>
          <p:cNvSpPr>
            <a:spLocks noGrp="1"/>
          </p:cNvSpPr>
          <p:nvPr>
            <p:ph type="body" sz="quarter" idx="13" hasCustomPrompt="1"/>
          </p:nvPr>
        </p:nvSpPr>
        <p:spPr>
          <a:xfrm>
            <a:off x="186597" y="1311275"/>
            <a:ext cx="21262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473945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hero image + caption">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287339" y="1322601"/>
            <a:ext cx="8578850"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2"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3461591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ro image + caption">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79400" y="250826"/>
            <a:ext cx="8597901" cy="3867149"/>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Tree>
    <p:extLst>
      <p:ext uri="{BB962C8B-B14F-4D97-AF65-F5344CB8AC3E}">
        <p14:creationId xmlns:p14="http://schemas.microsoft.com/office/powerpoint/2010/main" val="2436586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0557C50-0B31-9348-AF2A-301002B74889}"/>
              </a:ext>
            </a:extLst>
          </p:cNvPr>
          <p:cNvGrpSpPr/>
          <p:nvPr userDrawn="1"/>
        </p:nvGrpSpPr>
        <p:grpSpPr>
          <a:xfrm>
            <a:off x="203484" y="1234649"/>
            <a:ext cx="2219675" cy="1349665"/>
            <a:chOff x="1985262" y="1786188"/>
            <a:chExt cx="3594613" cy="2579532"/>
          </a:xfrm>
        </p:grpSpPr>
        <p:sp>
          <p:nvSpPr>
            <p:cNvPr id="36" name="TextBox 35">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2DB8C5"/>
                  </a:solidFill>
                  <a:latin typeface="Arial" panose="020B0604020202020204" pitchFamily="34" charset="0"/>
                  <a:cs typeface="Arial" panose="020B0604020202020204" pitchFamily="34" charset="0"/>
                </a:rPr>
                <a:t>19%</a:t>
              </a:r>
            </a:p>
          </p:txBody>
        </p:sp>
        <p:cxnSp>
          <p:nvCxnSpPr>
            <p:cNvPr id="37" name="Straight Connector 36">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2DB8C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D3155A-02B7-9146-95B9-2D706BFA7810}"/>
                </a:ext>
              </a:extLst>
            </p:cNvPr>
            <p:cNvSpPr txBox="1"/>
            <p:nvPr/>
          </p:nvSpPr>
          <p:spPr>
            <a:xfrm>
              <a:off x="1985262" y="3500871"/>
              <a:ext cx="3594613" cy="864849"/>
            </a:xfrm>
            <a:prstGeom prst="rect">
              <a:avLst/>
            </a:prstGeom>
            <a:noFill/>
          </p:spPr>
          <p:txBody>
            <a:bodyPr wrap="square" rtlCol="0">
              <a:spAutoFit/>
            </a:bodyPr>
            <a:lstStyle/>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2" name="Group 51">
            <a:extLst>
              <a:ext uri="{FF2B5EF4-FFF2-40B4-BE49-F238E27FC236}">
                <a16:creationId xmlns:a16="http://schemas.microsoft.com/office/drawing/2014/main" id="{D0557C50-0B31-9348-AF2A-301002B74889}"/>
              </a:ext>
            </a:extLst>
          </p:cNvPr>
          <p:cNvGrpSpPr/>
          <p:nvPr userDrawn="1"/>
        </p:nvGrpSpPr>
        <p:grpSpPr>
          <a:xfrm>
            <a:off x="3299430" y="1210655"/>
            <a:ext cx="2156489" cy="1349665"/>
            <a:chOff x="1985262" y="1786188"/>
            <a:chExt cx="3594613" cy="2579532"/>
          </a:xfrm>
        </p:grpSpPr>
        <p:sp>
          <p:nvSpPr>
            <p:cNvPr id="53" name="TextBox 52">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8D3786"/>
                  </a:solidFill>
                  <a:latin typeface="Arial" panose="020B0604020202020204" pitchFamily="34" charset="0"/>
                  <a:cs typeface="Arial" panose="020B0604020202020204" pitchFamily="34" charset="0"/>
                </a:rPr>
                <a:t>19%</a:t>
              </a:r>
            </a:p>
          </p:txBody>
        </p:sp>
        <p:cxnSp>
          <p:nvCxnSpPr>
            <p:cNvPr id="54" name="Straight Connector 53">
              <a:extLst>
                <a:ext uri="{FF2B5EF4-FFF2-40B4-BE49-F238E27FC236}">
                  <a16:creationId xmlns:a16="http://schemas.microsoft.com/office/drawing/2014/main" id="{7499D1F6-6F64-E045-A629-F16A8AF17DEB}"/>
                </a:ext>
              </a:extLst>
            </p:cNvPr>
            <p:cNvCxnSpPr/>
            <p:nvPr/>
          </p:nvCxnSpPr>
          <p:spPr>
            <a:xfrm flipV="1">
              <a:off x="2114979" y="3256871"/>
              <a:ext cx="3407806" cy="10321"/>
            </a:xfrm>
            <a:prstGeom prst="line">
              <a:avLst/>
            </a:prstGeom>
            <a:ln w="28575">
              <a:solidFill>
                <a:srgbClr val="8D3786"/>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6" name="Group 55">
            <a:extLst>
              <a:ext uri="{FF2B5EF4-FFF2-40B4-BE49-F238E27FC236}">
                <a16:creationId xmlns:a16="http://schemas.microsoft.com/office/drawing/2014/main" id="{D0557C50-0B31-9348-AF2A-301002B74889}"/>
              </a:ext>
            </a:extLst>
          </p:cNvPr>
          <p:cNvGrpSpPr/>
          <p:nvPr userDrawn="1"/>
        </p:nvGrpSpPr>
        <p:grpSpPr>
          <a:xfrm>
            <a:off x="6395376" y="1210655"/>
            <a:ext cx="2184743" cy="1349665"/>
            <a:chOff x="1985262" y="1786188"/>
            <a:chExt cx="3594613" cy="2579532"/>
          </a:xfrm>
        </p:grpSpPr>
        <p:sp>
          <p:nvSpPr>
            <p:cNvPr id="57" name="TextBox 56">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10746A"/>
                  </a:solidFill>
                  <a:latin typeface="Arial" panose="020B0604020202020204" pitchFamily="34" charset="0"/>
                  <a:cs typeface="Arial" panose="020B0604020202020204" pitchFamily="34" charset="0"/>
                </a:rPr>
                <a:t>19%</a:t>
              </a:r>
            </a:p>
          </p:txBody>
        </p:sp>
        <p:cxnSp>
          <p:nvCxnSpPr>
            <p:cNvPr id="58" name="Straight Connector 57">
              <a:extLst>
                <a:ext uri="{FF2B5EF4-FFF2-40B4-BE49-F238E27FC236}">
                  <a16:creationId xmlns:a16="http://schemas.microsoft.com/office/drawing/2014/main" id="{7499D1F6-6F64-E045-A629-F16A8AF17DEB}"/>
                </a:ext>
              </a:extLst>
            </p:cNvPr>
            <p:cNvCxnSpPr/>
            <p:nvPr/>
          </p:nvCxnSpPr>
          <p:spPr>
            <a:xfrm flipV="1">
              <a:off x="2114979" y="3256871"/>
              <a:ext cx="3407804" cy="10321"/>
            </a:xfrm>
            <a:prstGeom prst="line">
              <a:avLst/>
            </a:prstGeom>
            <a:ln w="28575">
              <a:solidFill>
                <a:srgbClr val="10746A"/>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0" name="Group 59">
            <a:extLst>
              <a:ext uri="{FF2B5EF4-FFF2-40B4-BE49-F238E27FC236}">
                <a16:creationId xmlns:a16="http://schemas.microsoft.com/office/drawing/2014/main" id="{D0557C50-0B31-9348-AF2A-301002B74889}"/>
              </a:ext>
            </a:extLst>
          </p:cNvPr>
          <p:cNvGrpSpPr/>
          <p:nvPr userDrawn="1"/>
        </p:nvGrpSpPr>
        <p:grpSpPr>
          <a:xfrm>
            <a:off x="1800890" y="2785639"/>
            <a:ext cx="2268189" cy="1349665"/>
            <a:chOff x="1985262" y="1786188"/>
            <a:chExt cx="3594613" cy="2579532"/>
          </a:xfrm>
        </p:grpSpPr>
        <p:sp>
          <p:nvSpPr>
            <p:cNvPr id="61" name="TextBox 60">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F18500"/>
                  </a:solidFill>
                  <a:latin typeface="Arial" panose="020B0604020202020204" pitchFamily="34" charset="0"/>
                  <a:cs typeface="Arial" panose="020B0604020202020204" pitchFamily="34" charset="0"/>
                </a:rPr>
                <a:t>19%</a:t>
              </a:r>
            </a:p>
          </p:txBody>
        </p:sp>
        <p:cxnSp>
          <p:nvCxnSpPr>
            <p:cNvPr id="62" name="Straight Connector 61">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F18500"/>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4" name="Group 63">
            <a:extLst>
              <a:ext uri="{FF2B5EF4-FFF2-40B4-BE49-F238E27FC236}">
                <a16:creationId xmlns:a16="http://schemas.microsoft.com/office/drawing/2014/main" id="{D0557C50-0B31-9348-AF2A-301002B74889}"/>
              </a:ext>
            </a:extLst>
          </p:cNvPr>
          <p:cNvGrpSpPr/>
          <p:nvPr userDrawn="1"/>
        </p:nvGrpSpPr>
        <p:grpSpPr>
          <a:xfrm>
            <a:off x="4949634" y="2785639"/>
            <a:ext cx="2289366" cy="1349665"/>
            <a:chOff x="1985262" y="1786188"/>
            <a:chExt cx="3594613" cy="2579532"/>
          </a:xfrm>
        </p:grpSpPr>
        <p:sp>
          <p:nvSpPr>
            <p:cNvPr id="65" name="TextBox 64">
              <a:extLst>
                <a:ext uri="{FF2B5EF4-FFF2-40B4-BE49-F238E27FC236}">
                  <a16:creationId xmlns:a16="http://schemas.microsoft.com/office/drawing/2014/main" id="{B0759468-3783-DD45-AC2F-7E3842278B7D}"/>
                </a:ext>
              </a:extLst>
            </p:cNvPr>
            <p:cNvSpPr txBox="1"/>
            <p:nvPr/>
          </p:nvSpPr>
          <p:spPr>
            <a:xfrm>
              <a:off x="2401825" y="1786188"/>
              <a:ext cx="2677753" cy="1470585"/>
            </a:xfrm>
            <a:prstGeom prst="rect">
              <a:avLst/>
            </a:prstGeom>
            <a:noFill/>
          </p:spPr>
          <p:txBody>
            <a:bodyPr wrap="square" rtlCol="0">
              <a:spAutoFit/>
            </a:bodyPr>
            <a:lstStyle/>
            <a:p>
              <a:pPr algn="ctr"/>
              <a:r>
                <a:rPr lang="en-US" sz="4400" b="1">
                  <a:solidFill>
                    <a:srgbClr val="73B82B"/>
                  </a:solidFill>
                  <a:latin typeface="Arial" panose="020B0604020202020204" pitchFamily="34" charset="0"/>
                  <a:cs typeface="Arial" panose="020B0604020202020204" pitchFamily="34" charset="0"/>
                </a:rPr>
                <a:t>19%</a:t>
              </a:r>
            </a:p>
          </p:txBody>
        </p:sp>
        <p:cxnSp>
          <p:nvCxnSpPr>
            <p:cNvPr id="66" name="Straight Connector 65">
              <a:extLst>
                <a:ext uri="{FF2B5EF4-FFF2-40B4-BE49-F238E27FC236}">
                  <a16:creationId xmlns:a16="http://schemas.microsoft.com/office/drawing/2014/main" id="{7499D1F6-6F64-E045-A629-F16A8AF17DEB}"/>
                </a:ext>
              </a:extLst>
            </p:cNvPr>
            <p:cNvCxnSpPr/>
            <p:nvPr/>
          </p:nvCxnSpPr>
          <p:spPr>
            <a:xfrm flipV="1">
              <a:off x="2114979" y="3271937"/>
              <a:ext cx="3407805" cy="10321"/>
            </a:xfrm>
            <a:prstGeom prst="line">
              <a:avLst/>
            </a:prstGeom>
            <a:ln w="28575">
              <a:solidFill>
                <a:srgbClr val="73B82B"/>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sp>
        <p:nvSpPr>
          <p:cNvPr id="23" name="Content Placeholder 2"/>
          <p:cNvSpPr>
            <a:spLocks noGrp="1"/>
          </p:cNvSpPr>
          <p:nvPr>
            <p:ph sz="quarter" idx="10" hasCustomPrompt="1"/>
          </p:nvPr>
        </p:nvSpPr>
        <p:spPr>
          <a:xfrm>
            <a:off x="186596" y="211096"/>
            <a:ext cx="8672097" cy="1171575"/>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2476875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348A56A-D03E-7C4E-AE8E-F896E6A5A11B}"/>
              </a:ext>
            </a:extLst>
          </p:cNvPr>
          <p:cNvGraphicFramePr/>
          <p:nvPr userDrawn="1">
            <p:extLst>
              <p:ext uri="{D42A27DB-BD31-4B8C-83A1-F6EECF244321}">
                <p14:modId xmlns:p14="http://schemas.microsoft.com/office/powerpoint/2010/main" val="286463332"/>
              </p:ext>
            </p:extLst>
          </p:nvPr>
        </p:nvGraphicFramePr>
        <p:xfrm>
          <a:off x="2925649" y="1218723"/>
          <a:ext cx="4923808" cy="3149179"/>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A91CD518-0B4F-4DDD-8245-74B5057E966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583801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ntent slide 3">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ADE844C2-66A4-7347-BB76-EF1AA2EFEA89}"/>
              </a:ext>
            </a:extLst>
          </p:cNvPr>
          <p:cNvGraphicFramePr/>
          <p:nvPr userDrawn="1">
            <p:extLst>
              <p:ext uri="{D42A27DB-BD31-4B8C-83A1-F6EECF244321}">
                <p14:modId xmlns:p14="http://schemas.microsoft.com/office/powerpoint/2010/main" val="1544693725"/>
              </p:ext>
            </p:extLst>
          </p:nvPr>
        </p:nvGraphicFramePr>
        <p:xfrm>
          <a:off x="3380198" y="1259540"/>
          <a:ext cx="5003514" cy="3295755"/>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796BE319-1C15-41CC-A596-E46D2BF7CC7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9708132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EF8E69A5-8A32-3B48-8662-8A79DC2E0921}"/>
              </a:ext>
            </a:extLst>
          </p:cNvPr>
          <p:cNvGraphicFramePr/>
          <p:nvPr userDrawn="1">
            <p:extLst>
              <p:ext uri="{D42A27DB-BD31-4B8C-83A1-F6EECF244321}">
                <p14:modId xmlns:p14="http://schemas.microsoft.com/office/powerpoint/2010/main" val="3268563056"/>
              </p:ext>
            </p:extLst>
          </p:nvPr>
        </p:nvGraphicFramePr>
        <p:xfrm>
          <a:off x="2586555" y="1209354"/>
          <a:ext cx="5804951" cy="3027488"/>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020285F8-6946-46F6-9325-70AD32F1D6C8}"/>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14826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ontent slide 3">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AFD6674-8208-4117-92B8-8BA50FAB180F}"/>
              </a:ext>
            </a:extLst>
          </p:cNvPr>
          <p:cNvGraphicFramePr>
            <a:graphicFrameLocks noGrp="1"/>
          </p:cNvGraphicFramePr>
          <p:nvPr userDrawn="1">
            <p:extLst>
              <p:ext uri="{D42A27DB-BD31-4B8C-83A1-F6EECF244321}">
                <p14:modId xmlns:p14="http://schemas.microsoft.com/office/powerpoint/2010/main" val="2266213361"/>
              </p:ext>
            </p:extLst>
          </p:nvPr>
        </p:nvGraphicFramePr>
        <p:xfrm>
          <a:off x="287338" y="168965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2157991891"/>
                  </a:ext>
                </a:extLst>
              </a:tr>
            </a:tbl>
          </a:graphicData>
        </a:graphic>
      </p:graphicFrame>
      <p:graphicFrame>
        <p:nvGraphicFramePr>
          <p:cNvPr id="6" name="Table 5">
            <a:extLst>
              <a:ext uri="{FF2B5EF4-FFF2-40B4-BE49-F238E27FC236}">
                <a16:creationId xmlns:a16="http://schemas.microsoft.com/office/drawing/2014/main" id="{485AC98B-3184-4158-8DB1-FD0896BAEA5C}"/>
              </a:ext>
            </a:extLst>
          </p:cNvPr>
          <p:cNvGraphicFramePr>
            <a:graphicFrameLocks noGrp="1"/>
          </p:cNvGraphicFramePr>
          <p:nvPr userDrawn="1">
            <p:extLst>
              <p:ext uri="{D42A27DB-BD31-4B8C-83A1-F6EECF244321}">
                <p14:modId xmlns:p14="http://schemas.microsoft.com/office/powerpoint/2010/main" val="2248348035"/>
              </p:ext>
            </p:extLst>
          </p:nvPr>
        </p:nvGraphicFramePr>
        <p:xfrm>
          <a:off x="287338" y="315380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2DB8C5"/>
                      </a:solidFill>
                      <a:prstDash val="solid"/>
                      <a:round/>
                      <a:headEnd type="none" w="med" len="med"/>
                      <a:tailEnd type="none" w="med" len="med"/>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7991891"/>
                  </a:ext>
                </a:extLst>
              </a:tr>
            </a:tbl>
          </a:graphicData>
        </a:graphic>
      </p:graphicFrame>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3ABA65EC-BE67-47F1-855B-E0BFD2EA8CE3}"/>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p:txBody>
      </p:sp>
    </p:spTree>
    <p:extLst>
      <p:ext uri="{BB962C8B-B14F-4D97-AF65-F5344CB8AC3E}">
        <p14:creationId xmlns:p14="http://schemas.microsoft.com/office/powerpoint/2010/main" val="3833570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3228967"/>
            <a:ext cx="4335556" cy="1158812"/>
          </a:xfrm>
          <a:prstGeom prst="rect">
            <a:avLst/>
          </a:prstGeom>
        </p:spPr>
      </p:pic>
      <p:sp>
        <p:nvSpPr>
          <p:cNvPr id="2" name="TextBox 1">
            <a:extLst>
              <a:ext uri="{FF2B5EF4-FFF2-40B4-BE49-F238E27FC236}">
                <a16:creationId xmlns:a16="http://schemas.microsoft.com/office/drawing/2014/main" id="{AF811C00-D549-464E-ADFA-3C1836754071}"/>
              </a:ext>
            </a:extLst>
          </p:cNvPr>
          <p:cNvSpPr txBox="1"/>
          <p:nvPr userDrawn="1"/>
        </p:nvSpPr>
        <p:spPr>
          <a:xfrm>
            <a:off x="3282511" y="1820461"/>
            <a:ext cx="2770419" cy="646331"/>
          </a:xfrm>
          <a:prstGeom prst="rect">
            <a:avLst/>
          </a:prstGeom>
          <a:noFill/>
        </p:spPr>
        <p:txBody>
          <a:bodyPr wrap="square" rtlCol="0">
            <a:spAutoFit/>
          </a:bodyPr>
          <a:lstStyle/>
          <a:p>
            <a:pPr algn="l"/>
            <a:r>
              <a:rPr lang="en-GB" sz="3600" b="1">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263592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1954745"/>
            <a:ext cx="4335556" cy="1158812"/>
          </a:xfrm>
          <a:prstGeom prst="rect">
            <a:avLst/>
          </a:prstGeom>
        </p:spPr>
      </p:pic>
    </p:spTree>
    <p:extLst>
      <p:ext uri="{BB962C8B-B14F-4D97-AF65-F5344CB8AC3E}">
        <p14:creationId xmlns:p14="http://schemas.microsoft.com/office/powerpoint/2010/main" val="429369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image" Target="../media/image2.jpe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016AB-50EC-D145-8FEE-4F74E8E3B1D6}"/>
              </a:ext>
            </a:extLst>
          </p:cNvPr>
          <p:cNvPicPr>
            <a:picLocks noChangeAspect="1"/>
          </p:cNvPicPr>
          <p:nvPr userDrawn="1"/>
        </p:nvPicPr>
        <p:blipFill>
          <a:blip r:embed="rId9"/>
          <a:stretch>
            <a:fillRect/>
          </a:stretch>
        </p:blipFill>
        <p:spPr>
          <a:xfrm>
            <a:off x="298188" y="373575"/>
            <a:ext cx="2489200" cy="665316"/>
          </a:xfrm>
          <a:prstGeom prst="rect">
            <a:avLst/>
          </a:prstGeom>
        </p:spPr>
      </p:pic>
      <p:cxnSp>
        <p:nvCxnSpPr>
          <p:cNvPr id="4" name="Straight Connector 3">
            <a:extLst>
              <a:ext uri="{FF2B5EF4-FFF2-40B4-BE49-F238E27FC236}">
                <a16:creationId xmlns:a16="http://schemas.microsoft.com/office/drawing/2014/main" id="{CA670BE8-3C46-EF4F-BC90-6793A5222276}"/>
              </a:ext>
            </a:extLst>
          </p:cNvPr>
          <p:cNvCxnSpPr/>
          <p:nvPr userDrawn="1"/>
        </p:nvCxnSpPr>
        <p:spPr>
          <a:xfrm>
            <a:off x="298188" y="4830791"/>
            <a:ext cx="856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779460"/>
      </p:ext>
    </p:extLst>
  </p:cSld>
  <p:clrMap bg1="lt1" tx1="dk1" bg2="lt2" tx2="dk2" accent1="accent1" accent2="accent2" accent3="accent3" accent4="accent4" accent5="accent5" accent6="accent6" hlink="hlink" folHlink="folHlink"/>
  <p:sldLayoutIdLst>
    <p:sldLayoutId id="2147483717" r:id="rId1"/>
    <p:sldLayoutId id="2147483750" r:id="rId2"/>
    <p:sldLayoutId id="2147483765" r:id="rId3"/>
    <p:sldLayoutId id="2147483766" r:id="rId4"/>
    <p:sldLayoutId id="2147483767" r:id="rId5"/>
    <p:sldLayoutId id="2147483768" r:id="rId6"/>
    <p:sldLayoutId id="2147483769"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58" userDrawn="1">
          <p15:clr>
            <a:srgbClr val="F26B43"/>
          </p15:clr>
        </p15:guide>
        <p15:guide id="3" pos="176" userDrawn="1">
          <p15:clr>
            <a:srgbClr val="F26B43"/>
          </p15:clr>
        </p15:guide>
        <p15:guide id="4" orient="horz" pos="2981" userDrawn="1">
          <p15:clr>
            <a:srgbClr val="F26B43"/>
          </p15:clr>
        </p15:guide>
        <p15:guide id="5" pos="5585" userDrawn="1">
          <p15:clr>
            <a:srgbClr val="F26B43"/>
          </p15:clr>
        </p15:guide>
        <p15:guide id="6" orient="horz" pos="1620" userDrawn="1">
          <p15:clr>
            <a:srgbClr val="F26B43"/>
          </p15:clr>
        </p15:guide>
        <p15:guide id="7" orient="horz" pos="554" userDrawn="1">
          <p15:clr>
            <a:srgbClr val="F26B43"/>
          </p15:clr>
        </p15:guide>
        <p15:guide id="8" orient="horz" pos="690" userDrawn="1">
          <p15:clr>
            <a:srgbClr val="F26B43"/>
          </p15:clr>
        </p15:guide>
        <p15:guide id="9" orient="horz" pos="826" userDrawn="1">
          <p15:clr>
            <a:srgbClr val="F26B43"/>
          </p15:clr>
        </p15:guide>
        <p15:guide id="10" pos="2812" userDrawn="1">
          <p15:clr>
            <a:srgbClr val="F26B43"/>
          </p15:clr>
        </p15:guide>
        <p15:guide id="11" pos="2948" userDrawn="1">
          <p15:clr>
            <a:srgbClr val="F26B43"/>
          </p15:clr>
        </p15:guide>
        <p15:guide id="12" pos="1474" userDrawn="1">
          <p15:clr>
            <a:srgbClr val="F26B43"/>
          </p15:clr>
        </p15:guide>
        <p15:guide id="13" pos="4263" userDrawn="1">
          <p15:clr>
            <a:srgbClr val="F26B43"/>
          </p15:clr>
        </p15:guide>
        <p15:guide id="14" orient="horz" pos="2822" userDrawn="1">
          <p15:clr>
            <a:srgbClr val="F26B43"/>
          </p15:clr>
        </p15:guide>
        <p15:guide id="15" orient="horz" pos="27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3B30F1-BEAB-1D48-98D9-E0838B9BE62A}"/>
              </a:ext>
            </a:extLst>
          </p:cNvPr>
          <p:cNvPicPr>
            <a:picLocks noChangeAspect="1"/>
          </p:cNvPicPr>
          <p:nvPr userDrawn="1"/>
        </p:nvPicPr>
        <p:blipFill rotWithShape="1">
          <a:blip r:embed="rId19"/>
          <a:srcRect t="86937"/>
          <a:stretch/>
        </p:blipFill>
        <p:spPr>
          <a:xfrm>
            <a:off x="0" y="4471626"/>
            <a:ext cx="9144000" cy="671874"/>
          </a:xfrm>
          <a:prstGeom prst="rect">
            <a:avLst/>
          </a:prstGeom>
        </p:spPr>
      </p:pic>
      <p:pic>
        <p:nvPicPr>
          <p:cNvPr id="10" name="Picture 9">
            <a:extLst>
              <a:ext uri="{FF2B5EF4-FFF2-40B4-BE49-F238E27FC236}">
                <a16:creationId xmlns:a16="http://schemas.microsoft.com/office/drawing/2014/main" id="{F674CA67-DD21-8043-AD24-58925882A109}"/>
              </a:ext>
            </a:extLst>
          </p:cNvPr>
          <p:cNvPicPr>
            <a:picLocks noChangeAspect="1"/>
          </p:cNvPicPr>
          <p:nvPr userDrawn="1"/>
        </p:nvPicPr>
        <p:blipFill>
          <a:blip r:embed="rId20">
            <a:alphaModFix/>
          </a:blip>
          <a:stretch>
            <a:fillRect/>
          </a:stretch>
        </p:blipFill>
        <p:spPr>
          <a:xfrm>
            <a:off x="298188" y="4539884"/>
            <a:ext cx="1760102" cy="470442"/>
          </a:xfrm>
          <a:prstGeom prst="rect">
            <a:avLst/>
          </a:prstGeom>
        </p:spPr>
      </p:pic>
      <p:sp>
        <p:nvSpPr>
          <p:cNvPr id="13" name="TextBox 12">
            <a:extLst>
              <a:ext uri="{FF2B5EF4-FFF2-40B4-BE49-F238E27FC236}">
                <a16:creationId xmlns:a16="http://schemas.microsoft.com/office/drawing/2014/main" id="{5EFACAD1-D0A6-9749-A5C6-07C38D8E6F7D}"/>
              </a:ext>
            </a:extLst>
          </p:cNvPr>
          <p:cNvSpPr txBox="1"/>
          <p:nvPr userDrawn="1"/>
        </p:nvSpPr>
        <p:spPr>
          <a:xfrm>
            <a:off x="7926850" y="4846638"/>
            <a:ext cx="939338" cy="138499"/>
          </a:xfrm>
          <a:prstGeom prst="rect">
            <a:avLst/>
          </a:prstGeom>
          <a:noFill/>
        </p:spPr>
        <p:txBody>
          <a:bodyPr wrap="square" lIns="0" tIns="0" rIns="0" bIns="0" rtlCol="0">
            <a:spAutoFit/>
          </a:bodyPr>
          <a:lstStyle/>
          <a:p>
            <a:pPr algn="r"/>
            <a:fld id="{A98891B2-5225-5C40-A770-7C3A43B5E5B1}" type="slidenum">
              <a:rPr lang="en-US" sz="900" b="0" i="0" smtClean="0">
                <a:solidFill>
                  <a:schemeClr val="bg1"/>
                </a:solidFill>
                <a:latin typeface="Arial" panose="020B0604020202020204" pitchFamily="34" charset="0"/>
                <a:cs typeface="Arial" panose="020B0604020202020204" pitchFamily="34" charset="0"/>
              </a:rPr>
              <a:pPr algn="r"/>
              <a:t>‹#›</a:t>
            </a:fld>
            <a:endParaRPr lang="en-US" sz="900" b="0"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95733"/>
      </p:ext>
    </p:extLst>
  </p:cSld>
  <p:clrMap bg1="lt1" tx1="dk1" bg2="lt2" tx2="dk2" accent1="accent1" accent2="accent2" accent3="accent3" accent4="accent4" accent5="accent5" accent6="accent6" hlink="hlink" folHlink="folHlink"/>
  <p:sldLayoutIdLst>
    <p:sldLayoutId id="2147483885"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86">
          <p15:clr>
            <a:srgbClr val="F26B43"/>
          </p15:clr>
        </p15:guide>
        <p15:guide id="2" pos="1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466171"/>
      </p:ext>
    </p:extLst>
  </p:cSld>
  <p:clrMap bg1="lt1" tx1="dk1" bg2="lt2" tx2="dk2" accent1="accent1" accent2="accent2" accent3="accent3" accent4="accent4" accent5="accent5" accent6="accent6" hlink="hlink" folHlink="folHlink"/>
  <p:sldLayoutIdLst>
    <p:sldLayoutId id="2147483844" r:id="rId1"/>
    <p:sldLayoutId id="214748388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customXml" Target="../ink/ink4.xml"/><Relationship Id="rId5" Type="http://schemas.openxmlformats.org/officeDocument/2006/relationships/image" Target="../media/image14.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customXml" Target="../ink/ink6.xml"/><Relationship Id="rId5" Type="http://schemas.openxmlformats.org/officeDocument/2006/relationships/image" Target="../media/image17.png"/><Relationship Id="rId4" Type="http://schemas.openxmlformats.org/officeDocument/2006/relationships/customXml" Target="../ink/ink5.xml"/></Relationships>
</file>

<file path=ppt/slides/_rels/slide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50.png"/></Relationships>
</file>

<file path=ppt/slides/_rels/slide1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0.png"/><Relationship Id="rId7" Type="http://schemas.openxmlformats.org/officeDocument/2006/relationships/customXml" Target="../ink/ink7.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customXml" Target="../ink/ink8.xml"/></Relationships>
</file>

<file path=ppt/slides/_rels/slide1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customXml" Target="../ink/ink9.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customXml" Target="../ink/ink10.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type="title" idx="4294967295"/>
          </p:nvPr>
        </p:nvSpPr>
        <p:spPr>
          <a:xfrm>
            <a:off x="943599" y="1751595"/>
            <a:ext cx="7870825" cy="11715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buNone/>
              <a:defRPr sz="4000" b="1">
                <a:solidFill>
                  <a:schemeClr val="bg1"/>
                </a:solidFill>
                <a:latin typeface="Arial" panose="020B0604020202020204" pitchFamily="34" charset="0"/>
                <a:cs typeface="Arial" panose="020B0604020202020204" pitchFamily="34" charset="0"/>
              </a:defRPr>
            </a:lvl1pPr>
          </a:lstStyle>
          <a:p>
            <a:pPr lvl="0">
              <a:spcBef>
                <a:spcPts val="750"/>
              </a:spcBef>
              <a:defRPr/>
            </a:pPr>
            <a:r>
              <a:rPr lang="en-US" dirty="0"/>
              <a:t>EMS702UP Statistical Thinking and Applied Machine Learning</a:t>
            </a:r>
            <a:br>
              <a:rPr lang="en-US" dirty="0"/>
            </a:br>
            <a:br>
              <a:rPr lang="en-US" dirty="0"/>
            </a:br>
            <a:endParaRPr kumimoji="0" lang="en-US" sz="4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dirty="0"/>
              <a:t>W3.2 Non-Parametric Testing</a:t>
            </a:r>
          </a:p>
          <a:p>
            <a:r>
              <a:rPr lang="en-US" dirty="0"/>
              <a:t>Jun Chen</a:t>
            </a:r>
          </a:p>
        </p:txBody>
      </p:sp>
    </p:spTree>
    <p:extLst>
      <p:ext uri="{BB962C8B-B14F-4D97-AF65-F5344CB8AC3E}">
        <p14:creationId xmlns:p14="http://schemas.microsoft.com/office/powerpoint/2010/main" val="1863928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to Non-parametric Tests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557D00-50C6-7D21-B888-1027CE8D2317}"/>
                  </a:ext>
                </a:extLst>
              </p:cNvPr>
              <p:cNvSpPr txBox="1"/>
              <p:nvPr/>
            </p:nvSpPr>
            <p:spPr>
              <a:xfrm>
                <a:off x="186596" y="663535"/>
                <a:ext cx="8672097" cy="3816429"/>
              </a:xfrm>
              <a:prstGeom prst="rect">
                <a:avLst/>
              </a:prstGeom>
              <a:noFill/>
            </p:spPr>
            <p:txBody>
              <a:bodyPr wrap="square">
                <a:spAutoFit/>
              </a:bodyPr>
              <a:lstStyle/>
              <a:p>
                <a:pPr algn="just">
                  <a:spcBef>
                    <a:spcPts val="600"/>
                  </a:spcBef>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Parametric tests</a:t>
                </a:r>
                <a:r>
                  <a:rPr lang="en-GB" sz="1400" dirty="0">
                    <a:latin typeface="Calibri" panose="020F0502020204030204" pitchFamily="34" charset="0"/>
                    <a:ea typeface="Calibri" panose="020F0502020204030204" pitchFamily="34" charset="0"/>
                    <a:cs typeface="Calibri" panose="020F0502020204030204" pitchFamily="34" charset="0"/>
                  </a:rPr>
                  <a:t>, such as the</a:t>
                </a:r>
                <a:r>
                  <a:rPr lang="en-GB" sz="1400" dirty="0">
                    <a:ea typeface="Calibri" panose="020F0502020204030204" pitchFamily="34" charset="0"/>
                    <a:cs typeface="Calibri" panose="020F0502020204030204" pitchFamily="34" charset="0"/>
                  </a:rPr>
                  <a:t> </a:t>
                </a:r>
                <a14:m>
                  <m:oMath xmlns:m="http://schemas.openxmlformats.org/officeDocument/2006/math">
                    <m:r>
                      <m:rPr>
                        <m:sty m:val="p"/>
                      </m:rPr>
                      <a:rPr lang="en-GB" sz="1400" dirty="0">
                        <a:latin typeface="Cambria Math" panose="02040503050406030204" pitchFamily="18" charset="0"/>
                        <a:ea typeface="Calibri" panose="020F0502020204030204" pitchFamily="34" charset="0"/>
                        <a:cs typeface="Calibri" panose="020F0502020204030204" pitchFamily="34" charset="0"/>
                      </a:rPr>
                      <m:t>z</m:t>
                    </m:r>
                    <m:r>
                      <a:rPr lang="en-GB" sz="1400" dirty="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and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𝐹</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depend on the assumption that the data are drawn from normal distributions. In a </a:t>
                </a:r>
                <a:r>
                  <a:rPr lang="en-GB" sz="1400" b="1" dirty="0">
                    <a:latin typeface="Calibri" panose="020F0502020204030204" pitchFamily="34" charset="0"/>
                    <a:ea typeface="Calibri" panose="020F0502020204030204" pitchFamily="34" charset="0"/>
                    <a:cs typeface="Calibri" panose="020F0502020204030204" pitchFamily="34" charset="0"/>
                  </a:rPr>
                  <a:t>non-parametric</a:t>
                </a:r>
                <a:r>
                  <a:rPr lang="en-GB" sz="1400" dirty="0">
                    <a:latin typeface="Calibri" panose="020F0502020204030204" pitchFamily="34" charset="0"/>
                    <a:ea typeface="Calibri" panose="020F0502020204030204" pitchFamily="34" charset="0"/>
                    <a:cs typeface="Calibri" panose="020F0502020204030204" pitchFamily="34" charset="0"/>
                  </a:rPr>
                  <a:t> </a:t>
                </a:r>
                <a:r>
                  <a:rPr lang="en-GB" sz="1400" b="1" dirty="0">
                    <a:latin typeface="Calibri" panose="020F0502020204030204" pitchFamily="34" charset="0"/>
                    <a:ea typeface="Calibri" panose="020F0502020204030204" pitchFamily="34" charset="0"/>
                    <a:cs typeface="Calibri" panose="020F0502020204030204" pitchFamily="34" charset="0"/>
                  </a:rPr>
                  <a:t>test</a:t>
                </a:r>
                <a:r>
                  <a:rPr lang="en-GB" sz="1400" dirty="0">
                    <a:latin typeface="Calibri" panose="020F0502020204030204" pitchFamily="34" charset="0"/>
                    <a:ea typeface="Calibri" panose="020F0502020204030204" pitchFamily="34" charset="0"/>
                    <a:cs typeface="Calibri" panose="020F0502020204030204" pitchFamily="34" charset="0"/>
                  </a:rPr>
                  <a:t>, we do not have a parametric formula for the form of the underlying probability distribution, hence also called </a:t>
                </a:r>
                <a:r>
                  <a:rPr lang="en-GB" sz="1400" b="1" i="1" dirty="0">
                    <a:latin typeface="Calibri" panose="020F0502020204030204" pitchFamily="34" charset="0"/>
                    <a:ea typeface="Calibri" panose="020F0502020204030204" pitchFamily="34" charset="0"/>
                    <a:cs typeface="Calibri" panose="020F0502020204030204" pitchFamily="34" charset="0"/>
                  </a:rPr>
                  <a:t>Distribution-free</a:t>
                </a:r>
                <a:r>
                  <a:rPr lang="en-GB" sz="1400" dirty="0">
                    <a:latin typeface="Calibri" panose="020F0502020204030204" pitchFamily="34" charset="0"/>
                    <a:ea typeface="Calibri" panose="020F0502020204030204" pitchFamily="34" charset="0"/>
                    <a:cs typeface="Calibri" panose="020F0502020204030204" pitchFamily="34" charset="0"/>
                  </a:rPr>
                  <a:t> tests. </a:t>
                </a:r>
              </a:p>
              <a:p>
                <a:pPr marL="285750" indent="-285750" algn="just">
                  <a:spcBef>
                    <a:spcPts val="600"/>
                  </a:spcBef>
                  <a:spcAft>
                    <a:spcPts val="600"/>
                  </a:spcAft>
                  <a:buFont typeface="Arial" panose="020B0604020202020204" pitchFamily="34" charset="0"/>
                  <a:buChar char="•"/>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There are clearly cases when the data are not drawn from normal distributions. </a:t>
                </a:r>
              </a:p>
              <a:p>
                <a:pPr marL="285750" indent="-285750" algn="just">
                  <a:spcBef>
                    <a:spcPts val="600"/>
                  </a:spcBef>
                  <a:spcAft>
                    <a:spcPts val="600"/>
                  </a:spcAft>
                  <a:buFont typeface="Arial" panose="020B0604020202020204" pitchFamily="34" charset="0"/>
                  <a:buChar char="•"/>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There are other cases when we might simply be unwilling to make that assumption.</a:t>
                </a:r>
              </a:p>
              <a:p>
                <a:pPr marL="285750" indent="-285750" algn="just">
                  <a:spcBef>
                    <a:spcPts val="600"/>
                  </a:spcBef>
                  <a:spcAft>
                    <a:spcPts val="600"/>
                  </a:spcAft>
                  <a:buFont typeface="Arial" panose="020B0604020202020204" pitchFamily="34" charset="0"/>
                  <a:buChar char="•"/>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There are cases where the data are drawn from some other specified distribution, but sometimes we are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unable</a:t>
                </a:r>
                <a:r>
                  <a:rPr lang="en-GB" sz="1400" dirty="0">
                    <a:latin typeface="Calibri" panose="020F0502020204030204" pitchFamily="34" charset="0"/>
                    <a:ea typeface="Calibri" panose="020F0502020204030204" pitchFamily="34" charset="0"/>
                    <a:cs typeface="Calibri" panose="020F0502020204030204" pitchFamily="34" charset="0"/>
                  </a:rPr>
                  <a:t> or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unwilling</a:t>
                </a:r>
                <a:r>
                  <a:rPr lang="en-GB" sz="1400" dirty="0">
                    <a:latin typeface="Calibri" panose="020F0502020204030204" pitchFamily="34" charset="0"/>
                    <a:ea typeface="Calibri" panose="020F0502020204030204" pitchFamily="34" charset="0"/>
                    <a:cs typeface="Calibri" panose="020F0502020204030204" pitchFamily="34" charset="0"/>
                  </a:rPr>
                  <a:t> to say what kind of distribution it is.</a:t>
                </a:r>
              </a:p>
              <a:p>
                <a:pPr algn="just">
                  <a:spcBef>
                    <a:spcPts val="600"/>
                  </a:spcBef>
                  <a:spcAft>
                    <a:spcPts val="600"/>
                  </a:spcAft>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Non-parametric tests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may</a:t>
                </a:r>
                <a:r>
                  <a:rPr lang="en-GB" sz="1400" dirty="0">
                    <a:latin typeface="Calibri" panose="020F0502020204030204" pitchFamily="34" charset="0"/>
                    <a:ea typeface="Calibri" panose="020F0502020204030204" pitchFamily="34" charset="0"/>
                    <a:cs typeface="Calibri" panose="020F0502020204030204" pitchFamily="34" charset="0"/>
                  </a:rPr>
                  <a:t> be thought of as direct competitors of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and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𝐹</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when normality can be assumed. However, as non-parametric methods may fail to use all of the information that is available in a sample, they may be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less efficient </a:t>
                </a:r>
                <a:r>
                  <a:rPr lang="en-GB" sz="1400" dirty="0">
                    <a:latin typeface="Calibri" panose="020F0502020204030204" pitchFamily="34" charset="0"/>
                    <a:ea typeface="Calibri" panose="020F0502020204030204" pitchFamily="34" charset="0"/>
                    <a:cs typeface="Calibri" panose="020F0502020204030204" pitchFamily="34" charset="0"/>
                  </a:rPr>
                  <a:t>than parametric methods.</a:t>
                </a:r>
              </a:p>
              <a:p>
                <a:pPr marL="285750" indent="-285750" algn="just">
                  <a:spcBef>
                    <a:spcPts val="600"/>
                  </a:spcBef>
                  <a:spcAft>
                    <a:spcPts val="600"/>
                  </a:spcAft>
                  <a:buFont typeface="Arial" panose="020B0604020202020204" pitchFamily="34" charset="0"/>
                  <a:buChar char="•"/>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When it is difficult/impossible to justify normality, but the underlying distribution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continuous</a:t>
                </a:r>
                <a:r>
                  <a:rPr lang="en-GB" sz="1400" dirty="0">
                    <a:latin typeface="Calibri" panose="020F0502020204030204" pitchFamily="34" charset="0"/>
                    <a:ea typeface="Calibri" panose="020F0502020204030204" pitchFamily="34" charset="0"/>
                    <a:cs typeface="Calibri" panose="020F0502020204030204" pitchFamily="34" charset="0"/>
                  </a:rPr>
                  <a:t>, non-parametric methods should be used.</a:t>
                </a:r>
              </a:p>
              <a:p>
                <a:pPr marL="285750" indent="-285750" algn="just">
                  <a:spcBef>
                    <a:spcPts val="600"/>
                  </a:spcBef>
                  <a:spcAft>
                    <a:spcPts val="600"/>
                  </a:spcAft>
                  <a:buFont typeface="Arial" panose="020B0604020202020204" pitchFamily="34" charset="0"/>
                  <a:buChar char="•"/>
                  <a:tabLst>
                    <a:tab pos="3616325" algn="l"/>
                  </a:tabLst>
                </a:pPr>
                <a:r>
                  <a:rPr lang="en-GB" sz="1400" dirty="0">
                    <a:ea typeface="Calibri" panose="020F0502020204030204" pitchFamily="34" charset="0"/>
                    <a:cs typeface="Calibri" panose="020F0502020204030204" pitchFamily="34" charset="0"/>
                  </a:rPr>
                  <a:t>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and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𝐹</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are relatively insensitive to small departures from normality. </a:t>
                </a:r>
              </a:p>
            </p:txBody>
          </p:sp>
        </mc:Choice>
        <mc:Fallback xmlns="">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6" y="663535"/>
                <a:ext cx="8672097" cy="3816429"/>
              </a:xfrm>
              <a:prstGeom prst="rect">
                <a:avLst/>
              </a:prstGeom>
              <a:blipFill>
                <a:blip r:embed="rId3"/>
                <a:stretch>
                  <a:fillRect l="-211" t="-160" r="-211" b="-799"/>
                </a:stretch>
              </a:blipFill>
            </p:spPr>
            <p:txBody>
              <a:bodyPr/>
              <a:lstStyle/>
              <a:p>
                <a:r>
                  <a:rPr lang="en-GB">
                    <a:noFill/>
                  </a:rPr>
                  <a:t> </a:t>
                </a:r>
              </a:p>
            </p:txBody>
          </p:sp>
        </mc:Fallback>
      </mc:AlternateContent>
    </p:spTree>
    <p:extLst>
      <p:ext uri="{BB962C8B-B14F-4D97-AF65-F5344CB8AC3E}">
        <p14:creationId xmlns:p14="http://schemas.microsoft.com/office/powerpoint/2010/main" val="124583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9105927D-43B8-4CCD-D8F2-01F870893BFA}"/>
              </a:ext>
            </a:extLst>
          </p:cNvPr>
          <p:cNvSpPr txBox="1"/>
          <p:nvPr/>
        </p:nvSpPr>
        <p:spPr>
          <a:xfrm>
            <a:off x="186596" y="739866"/>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Sign Test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433666-9A55-B6AC-E56E-43179535E7F2}"/>
                  </a:ext>
                </a:extLst>
              </p:cNvPr>
              <p:cNvSpPr txBox="1"/>
              <p:nvPr/>
            </p:nvSpPr>
            <p:spPr>
              <a:xfrm>
                <a:off x="186595" y="1060662"/>
                <a:ext cx="8672097" cy="307777"/>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The sign test is used to test hypotheses concerning the </a:t>
                </a:r>
                <a:r>
                  <a:rPr lang="en-GB" sz="1400" b="1" dirty="0">
                    <a:latin typeface="Calibri" panose="020F0502020204030204" pitchFamily="34" charset="0"/>
                    <a:ea typeface="Calibri" panose="020F0502020204030204" pitchFamily="34" charset="0"/>
                    <a:cs typeface="Calibri" panose="020F0502020204030204" pitchFamily="34" charset="0"/>
                  </a:rPr>
                  <a:t>median</a:t>
                </a:r>
                <a:r>
                  <a:rPr lang="en-GB"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1400" b="1" i="1" smtClean="0">
                        <a:latin typeface="Cambria Math" panose="02040503050406030204" pitchFamily="18" charset="0"/>
                        <a:ea typeface="Cambria Math" panose="02040503050406030204" pitchFamily="18" charset="0"/>
                        <a:cs typeface="Calibri" panose="020F0502020204030204" pitchFamily="34" charset="0"/>
                      </a:rPr>
                      <m:t>𝜽</m:t>
                    </m:r>
                  </m:oMath>
                </a14:m>
                <a:r>
                  <a:rPr lang="en-GB" sz="1400" dirty="0">
                    <a:latin typeface="Calibri" panose="020F0502020204030204" pitchFamily="34" charset="0"/>
                    <a:ea typeface="Calibri" panose="020F0502020204030204" pitchFamily="34" charset="0"/>
                    <a:cs typeface="Calibri" panose="020F0502020204030204" pitchFamily="34" charset="0"/>
                  </a:rPr>
                  <a:t>) of a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continuous distribution</a:t>
                </a:r>
                <a:r>
                  <a:rPr lang="en-GB" sz="1400" dirty="0">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8" name="TextBox 7">
                <a:extLst>
                  <a:ext uri="{FF2B5EF4-FFF2-40B4-BE49-F238E27FC236}">
                    <a16:creationId xmlns:a16="http://schemas.microsoft.com/office/drawing/2014/main" id="{A0433666-9A55-B6AC-E56E-43179535E7F2}"/>
                  </a:ext>
                </a:extLst>
              </p:cNvPr>
              <p:cNvSpPr txBox="1">
                <a:spLocks noRot="1" noChangeAspect="1" noMove="1" noResize="1" noEditPoints="1" noAdjustHandles="1" noChangeArrowheads="1" noChangeShapeType="1" noTextEdit="1"/>
              </p:cNvSpPr>
              <p:nvPr/>
            </p:nvSpPr>
            <p:spPr>
              <a:xfrm>
                <a:off x="186595" y="1060662"/>
                <a:ext cx="8672097" cy="307777"/>
              </a:xfrm>
              <a:prstGeom prst="rect">
                <a:avLst/>
              </a:prstGeom>
              <a:blipFill>
                <a:blip r:embed="rId3"/>
                <a:stretch>
                  <a:fillRect l="-211" t="-4000"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222B4F5-C04B-90EC-AA08-603D0DA4F92F}"/>
                  </a:ext>
                </a:extLst>
              </p:cNvPr>
              <p:cNvSpPr txBox="1"/>
              <p:nvPr/>
            </p:nvSpPr>
            <p:spPr>
              <a:xfrm>
                <a:off x="2236643" y="1406911"/>
                <a:ext cx="4572000" cy="738664"/>
              </a:xfrm>
              <a:prstGeom prst="rect">
                <a:avLst/>
              </a:prstGeom>
              <a:noFill/>
            </p:spPr>
            <p:txBody>
              <a:bodyPr wrap="square">
                <a:spAutoFit/>
              </a:bodyPr>
              <a:lstStyle/>
              <a:p>
                <a:r>
                  <a:rPr lang="en-GB" dirty="0"/>
                  <a:t>                                                          </a:t>
                </a:r>
                <a14:m>
                  <m:oMath xmlns:m="http://schemas.openxmlformats.org/officeDocument/2006/math">
                    <m:r>
                      <a:rPr lang="en-GB" i="1" dirty="0" smtClean="0">
                        <a:latin typeface="Cambria Math" panose="02040503050406030204" pitchFamily="18" charset="0"/>
                      </a:rPr>
                      <m:t>𝐻</m:t>
                    </m:r>
                    <m:r>
                      <a:rPr lang="en-GB" b="0" i="1" dirty="0" smtClean="0">
                        <a:latin typeface="Cambria Math" panose="02040503050406030204" pitchFamily="18" charset="0"/>
                      </a:rPr>
                      <m:t>1</m:t>
                    </m:r>
                    <m:r>
                      <a:rPr lang="en-GB" i="1" dirty="0" smtClean="0">
                        <a:latin typeface="Cambria Math" panose="02040503050406030204" pitchFamily="18" charset="0"/>
                      </a:rPr>
                      <m:t>:</m:t>
                    </m:r>
                    <m:r>
                      <a:rPr lang="en-GB" sz="1400" i="1">
                        <a:latin typeface="Cambria Math" panose="02040503050406030204" pitchFamily="18" charset="0"/>
                        <a:ea typeface="Cambria Math" panose="02040503050406030204" pitchFamily="18" charset="0"/>
                        <a:cs typeface="Calibri" panose="020F0502020204030204" pitchFamily="34" charset="0"/>
                      </a:rPr>
                      <m:t>𝜃</m:t>
                    </m:r>
                    <m:r>
                      <a:rPr lang="en-GB" i="1" dirty="0" smtClean="0">
                        <a:latin typeface="Cambria Math" panose="02040503050406030204" pitchFamily="18" charset="0"/>
                        <a:ea typeface="Cambria Math" panose="02040503050406030204" pitchFamily="18"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𝜃</m:t>
                        </m:r>
                      </m:e>
                      <m:sub>
                        <m:r>
                          <a:rPr lang="en-GB" sz="1400" i="1" dirty="0">
                            <a:latin typeface="Cambria Math" panose="02040503050406030204" pitchFamily="18" charset="0"/>
                            <a:ea typeface="Cambria Math" panose="02040503050406030204" pitchFamily="18" charset="0"/>
                          </a:rPr>
                          <m:t>0</m:t>
                        </m:r>
                      </m:sub>
                    </m:sSub>
                  </m:oMath>
                </a14:m>
                <a:endParaRPr lang="en-GB" dirty="0"/>
              </a:p>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𝐻</m:t>
                      </m:r>
                      <m:r>
                        <a:rPr lang="en-GB" i="1" dirty="0">
                          <a:latin typeface="Cambria Math" panose="02040503050406030204" pitchFamily="18" charset="0"/>
                        </a:rPr>
                        <m:t>0:</m:t>
                      </m:r>
                      <m:r>
                        <a:rPr lang="en-GB" sz="1400" b="0" i="1">
                          <a:latin typeface="Cambria Math" panose="02040503050406030204" pitchFamily="18" charset="0"/>
                          <a:ea typeface="Cambria Math" panose="02040503050406030204" pitchFamily="18" charset="0"/>
                          <a:cs typeface="Calibri" panose="020F0502020204030204" pitchFamily="34" charset="0"/>
                        </a:rPr>
                        <m:t>𝜃</m:t>
                      </m:r>
                      <m:r>
                        <a:rPr lang="en-GB" i="1" dirty="0">
                          <a:latin typeface="Cambria Math" panose="02040503050406030204" pitchFamily="18"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𝜃</m:t>
                          </m:r>
                        </m:e>
                        <m:sub>
                          <m:r>
                            <a:rPr lang="en-GB" sz="1400" i="1" dirty="0">
                              <a:latin typeface="Cambria Math" panose="02040503050406030204" pitchFamily="18" charset="0"/>
                              <a:ea typeface="Cambria Math" panose="02040503050406030204" pitchFamily="18" charset="0"/>
                            </a:rPr>
                            <m:t>0</m:t>
                          </m:r>
                        </m:sub>
                      </m:sSub>
                      <m:r>
                        <a:rPr lang="en-GB" sz="1400" i="1" dirty="0">
                          <a:latin typeface="Cambria Math" panose="02040503050406030204" pitchFamily="18" charset="0"/>
                          <a:ea typeface="Cambria Math" panose="02040503050406030204" pitchFamily="18" charset="0"/>
                        </a:rPr>
                        <m:t> </m:t>
                      </m:r>
                      <m:r>
                        <a:rPr lang="en-GB" sz="1400" b="0" i="1" dirty="0" smtClean="0">
                          <a:latin typeface="Cambria Math" panose="02040503050406030204" pitchFamily="18" charset="0"/>
                          <a:ea typeface="Cambria Math" panose="02040503050406030204" pitchFamily="18" charset="0"/>
                        </a:rPr>
                        <m:t>                           </m:t>
                      </m:r>
                      <m:r>
                        <a:rPr lang="en-GB" i="1" dirty="0" smtClean="0">
                          <a:latin typeface="Cambria Math" panose="02040503050406030204" pitchFamily="18" charset="0"/>
                        </a:rPr>
                        <m:t>𝐻</m:t>
                      </m:r>
                      <m:r>
                        <a:rPr lang="en-GB" b="0" i="1" dirty="0" smtClean="0">
                          <a:latin typeface="Cambria Math" panose="02040503050406030204" pitchFamily="18" charset="0"/>
                        </a:rPr>
                        <m:t>1</m:t>
                      </m:r>
                      <m:r>
                        <a:rPr lang="en-GB" i="1" dirty="0" smtClean="0">
                          <a:latin typeface="Cambria Math" panose="02040503050406030204" pitchFamily="18" charset="0"/>
                        </a:rPr>
                        <m:t>:</m:t>
                      </m:r>
                      <m:r>
                        <a:rPr lang="en-GB" sz="1400" i="1">
                          <a:latin typeface="Cambria Math" panose="02040503050406030204" pitchFamily="18" charset="0"/>
                          <a:ea typeface="Cambria Math" panose="02040503050406030204" pitchFamily="18" charset="0"/>
                          <a:cs typeface="Calibri" panose="020F0502020204030204" pitchFamily="34" charset="0"/>
                        </a:rPr>
                        <m:t>𝜃</m:t>
                      </m:r>
                      <m:r>
                        <a:rPr lang="en-GB" i="1" dirty="0" smtClean="0">
                          <a:latin typeface="Cambria Math" panose="02040503050406030204" pitchFamily="18" charset="0"/>
                          <a:ea typeface="Cambria Math" panose="02040503050406030204" pitchFamily="18" charset="0"/>
                        </a:rPr>
                        <m:t>&gt;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𝜃</m:t>
                          </m:r>
                        </m:e>
                        <m:sub>
                          <m:r>
                            <a:rPr lang="en-GB" sz="1400" i="1" dirty="0">
                              <a:latin typeface="Cambria Math" panose="02040503050406030204" pitchFamily="18" charset="0"/>
                              <a:ea typeface="Cambria Math" panose="02040503050406030204" pitchFamily="18" charset="0"/>
                            </a:rPr>
                            <m:t>0</m:t>
                          </m:r>
                        </m:sub>
                      </m:sSub>
                    </m:oMath>
                  </m:oMathPara>
                </a14:m>
                <a:endParaRPr lang="en-GB" dirty="0"/>
              </a:p>
              <a:p>
                <a:r>
                  <a:rPr lang="en-GB" dirty="0"/>
                  <a:t>                                                          </a:t>
                </a:r>
                <a14:m>
                  <m:oMath xmlns:m="http://schemas.openxmlformats.org/officeDocument/2006/math">
                    <m:r>
                      <a:rPr lang="en-GB" i="1" dirty="0" smtClean="0">
                        <a:latin typeface="Cambria Math" panose="02040503050406030204" pitchFamily="18" charset="0"/>
                      </a:rPr>
                      <m:t>𝐻</m:t>
                    </m:r>
                    <m:r>
                      <a:rPr lang="en-GB" b="0" i="1" dirty="0" smtClean="0">
                        <a:latin typeface="Cambria Math" panose="02040503050406030204" pitchFamily="18" charset="0"/>
                      </a:rPr>
                      <m:t>1</m:t>
                    </m:r>
                    <m:r>
                      <a:rPr lang="en-GB" i="1" dirty="0" smtClean="0">
                        <a:latin typeface="Cambria Math" panose="02040503050406030204" pitchFamily="18" charset="0"/>
                      </a:rPr>
                      <m:t>:</m:t>
                    </m:r>
                    <m:r>
                      <a:rPr lang="en-GB" sz="1400" i="1">
                        <a:latin typeface="Cambria Math" panose="02040503050406030204" pitchFamily="18" charset="0"/>
                        <a:ea typeface="Cambria Math" panose="02040503050406030204" pitchFamily="18" charset="0"/>
                        <a:cs typeface="Calibri" panose="020F0502020204030204" pitchFamily="34" charset="0"/>
                      </a:rPr>
                      <m:t>𝜃</m:t>
                    </m:r>
                    <m:r>
                      <a:rPr lang="en-GB" i="1" dirty="0" smtClean="0">
                        <a:latin typeface="Cambria Math" panose="02040503050406030204" pitchFamily="18" charset="0"/>
                        <a:ea typeface="Cambria Math" panose="02040503050406030204" pitchFamily="18" charset="0"/>
                      </a:rPr>
                      <m:t>&lt;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𝜃</m:t>
                        </m:r>
                      </m:e>
                      <m:sub>
                        <m:r>
                          <a:rPr lang="en-GB" sz="1400" i="1" dirty="0">
                            <a:latin typeface="Cambria Math" panose="02040503050406030204" pitchFamily="18" charset="0"/>
                            <a:ea typeface="Cambria Math" panose="02040503050406030204" pitchFamily="18" charset="0"/>
                          </a:rPr>
                          <m:t>0</m:t>
                        </m:r>
                      </m:sub>
                    </m:sSub>
                  </m:oMath>
                </a14:m>
                <a:endParaRPr lang="en-GB" dirty="0"/>
              </a:p>
            </p:txBody>
          </p:sp>
        </mc:Choice>
        <mc:Fallback xmlns="">
          <p:sp>
            <p:nvSpPr>
              <p:cNvPr id="14" name="TextBox 13">
                <a:extLst>
                  <a:ext uri="{FF2B5EF4-FFF2-40B4-BE49-F238E27FC236}">
                    <a16:creationId xmlns:a16="http://schemas.microsoft.com/office/drawing/2014/main" id="{6222B4F5-C04B-90EC-AA08-603D0DA4F92F}"/>
                  </a:ext>
                </a:extLst>
              </p:cNvPr>
              <p:cNvSpPr txBox="1">
                <a:spLocks noRot="1" noChangeAspect="1" noMove="1" noResize="1" noEditPoints="1" noAdjustHandles="1" noChangeArrowheads="1" noChangeShapeType="1" noTextEdit="1"/>
              </p:cNvSpPr>
              <p:nvPr/>
            </p:nvSpPr>
            <p:spPr>
              <a:xfrm>
                <a:off x="2236643" y="1406911"/>
                <a:ext cx="4572000" cy="738664"/>
              </a:xfrm>
              <a:prstGeom prst="rect">
                <a:avLst/>
              </a:prstGeom>
              <a:blipFill>
                <a:blip r:embed="rId4"/>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A09188BB-FFBF-D7F1-120F-3315B03A4E00}"/>
              </a:ext>
            </a:extLst>
          </p:cNvPr>
          <p:cNvSpPr txBox="1"/>
          <p:nvPr/>
        </p:nvSpPr>
        <p:spPr>
          <a:xfrm>
            <a:off x="1701660" y="2732116"/>
            <a:ext cx="5640100" cy="523220"/>
          </a:xfrm>
          <a:prstGeom prst="rect">
            <a:avLst/>
          </a:prstGeom>
          <a:noFill/>
        </p:spPr>
        <p:txBody>
          <a:bodyPr wrap="square">
            <a:spAutoFit/>
          </a:bodyPr>
          <a:lstStyle/>
          <a:p>
            <a:pPr algn="ct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The above interpreted hypothesis test is equivalent to test the number of plus signs!!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53D1D0C-4D1A-AADF-AE3D-7EF490D3E19A}"/>
                  </a:ext>
                </a:extLst>
              </p:cNvPr>
              <p:cNvSpPr txBox="1"/>
              <p:nvPr/>
            </p:nvSpPr>
            <p:spPr>
              <a:xfrm>
                <a:off x="186595" y="2145575"/>
                <a:ext cx="8670231" cy="523220"/>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Suppose the sample taken from a population is </a:t>
                </a:r>
                <a14:m>
                  <m:oMath xmlns:m="http://schemas.openxmlformats.org/officeDocument/2006/math">
                    <m:sSub>
                      <m:sSubPr>
                        <m:ctrlPr>
                          <a:rPr lang="en-GB" sz="1400" i="1" dirty="0"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cs typeface="Calibri" panose="020F0502020204030204" pitchFamily="34" charset="0"/>
                          </a:rPr>
                          <m:t>𝑋</m:t>
                        </m:r>
                      </m:e>
                      <m:sub>
                        <m:r>
                          <a:rPr lang="en-GB" sz="1400" b="0" i="1" smtClean="0">
                            <a:latin typeface="Cambria Math" panose="02040503050406030204" pitchFamily="18" charset="0"/>
                            <a:ea typeface="Cambria Math" panose="02040503050406030204" pitchFamily="18" charset="0"/>
                            <a:cs typeface="Calibri" panose="020F0502020204030204" pitchFamily="34" charset="0"/>
                          </a:rPr>
                          <m:t>1</m:t>
                        </m:r>
                      </m:sub>
                    </m:sSub>
                    <m:r>
                      <a:rPr lang="en-GB" sz="1400" b="0" i="1" dirty="0" smtClean="0">
                        <a:latin typeface="Cambria Math" panose="02040503050406030204" pitchFamily="18" charset="0"/>
                        <a:ea typeface="Cambria Math" panose="02040503050406030204" pitchFamily="18"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𝑋</m:t>
                        </m:r>
                      </m:e>
                      <m:sub>
                        <m:r>
                          <a:rPr lang="en-GB" sz="1400" b="0" i="1" smtClean="0">
                            <a:latin typeface="Cambria Math" panose="02040503050406030204" pitchFamily="18" charset="0"/>
                            <a:ea typeface="Cambria Math" panose="02040503050406030204" pitchFamily="18" charset="0"/>
                            <a:cs typeface="Calibri" panose="020F0502020204030204" pitchFamily="34" charset="0"/>
                          </a:rPr>
                          <m:t>2</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a:t>
                </a:r>
                <a:r>
                  <a:rPr lang="en-GB" sz="1400" dirty="0">
                    <a:ea typeface="Cambria Math" panose="02040503050406030204" pitchFamily="18" charset="0"/>
                  </a:rPr>
                  <a:t> </a:t>
                </a:r>
                <a14:m>
                  <m:oMath xmlns:m="http://schemas.openxmlformats.org/officeDocument/2006/math">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𝑋</m:t>
                        </m:r>
                      </m:e>
                      <m:sub>
                        <m:r>
                          <a:rPr lang="en-GB" sz="1400" b="0" i="1" smtClean="0">
                            <a:latin typeface="Cambria Math" panose="02040503050406030204" pitchFamily="18" charset="0"/>
                            <a:ea typeface="Cambria Math" panose="02040503050406030204" pitchFamily="18" charset="0"/>
                            <a:cs typeface="Calibri" panose="020F0502020204030204" pitchFamily="34" charset="0"/>
                          </a:rPr>
                          <m:t>3</m:t>
                        </m:r>
                      </m:sub>
                    </m:sSub>
                    <m:r>
                      <a:rPr lang="en-GB" sz="1400" b="0"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𝑋</m:t>
                        </m:r>
                      </m:e>
                      <m:sub>
                        <m:r>
                          <a:rPr lang="en-GB" sz="1400" b="0" i="1" smtClean="0">
                            <a:latin typeface="Cambria Math" panose="02040503050406030204" pitchFamily="18" charset="0"/>
                            <a:ea typeface="Cambria Math" panose="02040503050406030204" pitchFamily="18" charset="0"/>
                            <a:cs typeface="Calibri" panose="020F0502020204030204" pitchFamily="34" charset="0"/>
                          </a:rPr>
                          <m:t>𝑛</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and assume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is true, each difference </a:t>
                </a:r>
                <a14:m>
                  <m:oMath xmlns:m="http://schemas.openxmlformats.org/officeDocument/2006/math">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𝑋</m:t>
                        </m:r>
                      </m:e>
                      <m:sub>
                        <m:r>
                          <a:rPr lang="en-GB" sz="1400" b="0" i="1" smtClean="0">
                            <a:latin typeface="Cambria Math" panose="02040503050406030204" pitchFamily="18" charset="0"/>
                            <a:ea typeface="Cambria Math" panose="02040503050406030204" pitchFamily="18" charset="0"/>
                            <a:cs typeface="Calibri" panose="020F0502020204030204" pitchFamily="34" charset="0"/>
                          </a:rPr>
                          <m:t>𝑖</m:t>
                        </m:r>
                      </m:sub>
                    </m:sSub>
                    <m:r>
                      <a:rPr lang="en-GB" sz="1400" b="0"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𝜃</m:t>
                        </m:r>
                      </m:e>
                      <m:sub>
                        <m:r>
                          <a:rPr lang="en-GB" sz="1400" i="1" dirty="0">
                            <a:latin typeface="Cambria Math" panose="02040503050406030204" pitchFamily="18" charset="0"/>
                            <a:ea typeface="Cambria Math" panose="02040503050406030204" pitchFamily="18" charset="0"/>
                          </a:rPr>
                          <m:t>0</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equally likely </a:t>
                </a:r>
                <a:r>
                  <a:rPr lang="en-GB" sz="1400" dirty="0">
                    <a:latin typeface="Calibri" panose="020F0502020204030204" pitchFamily="34" charset="0"/>
                    <a:ea typeface="Calibri" panose="020F0502020204030204" pitchFamily="34" charset="0"/>
                    <a:cs typeface="Calibri" panose="020F0502020204030204" pitchFamily="34" charset="0"/>
                  </a:rPr>
                  <a:t>to be positive or negative.</a:t>
                </a:r>
              </a:p>
            </p:txBody>
          </p:sp>
        </mc:Choice>
        <mc:Fallback xmlns="">
          <p:sp>
            <p:nvSpPr>
              <p:cNvPr id="3" name="TextBox 2">
                <a:extLst>
                  <a:ext uri="{FF2B5EF4-FFF2-40B4-BE49-F238E27FC236}">
                    <a16:creationId xmlns:a16="http://schemas.microsoft.com/office/drawing/2014/main" id="{853D1D0C-4D1A-AADF-AE3D-7EF490D3E19A}"/>
                  </a:ext>
                </a:extLst>
              </p:cNvPr>
              <p:cNvSpPr txBox="1">
                <a:spLocks noRot="1" noChangeAspect="1" noMove="1" noResize="1" noEditPoints="1" noAdjustHandles="1" noChangeArrowheads="1" noChangeShapeType="1" noTextEdit="1"/>
              </p:cNvSpPr>
              <p:nvPr/>
            </p:nvSpPr>
            <p:spPr>
              <a:xfrm>
                <a:off x="186595" y="2145575"/>
                <a:ext cx="8670231" cy="523220"/>
              </a:xfrm>
              <a:prstGeom prst="rect">
                <a:avLst/>
              </a:prstGeom>
              <a:blipFill>
                <a:blip r:embed="rId5"/>
                <a:stretch>
                  <a:fillRect l="-211" t="-1163" r="-211" b="-104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71352B2-2609-9777-5CB7-05A17FC68A1B}"/>
                  </a:ext>
                </a:extLst>
              </p:cNvPr>
              <p:cNvSpPr txBox="1"/>
              <p:nvPr/>
            </p:nvSpPr>
            <p:spPr>
              <a:xfrm>
                <a:off x="2769760" y="3291015"/>
                <a:ext cx="4572000" cy="402482"/>
              </a:xfrm>
              <a:prstGeom prst="rect">
                <a:avLst/>
              </a:prstGeom>
              <a:noFill/>
            </p:spPr>
            <p:txBody>
              <a:bodyPr wrap="square">
                <a:spAutoFit/>
              </a:bodyPr>
              <a:lstStyle/>
              <a:p>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The number of plus signs </a:t>
                </a:r>
                <a14:m>
                  <m:oMath xmlns:m="http://schemas.openxmlformats.org/officeDocument/2006/math">
                    <m:r>
                      <a:rPr lang="en-GB" sz="1400"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m:t>
                    </m:r>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𝑩</m:t>
                    </m:r>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m:t>
                    </m:r>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𝒏</m:t>
                    </m:r>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 </m:t>
                    </m:r>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𝒑</m:t>
                    </m:r>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m:t>
                    </m:r>
                  </m:oMath>
                </a14:m>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 </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with </a:t>
                </a:r>
                <a14:m>
                  <m:oMath xmlns:m="http://schemas.openxmlformats.org/officeDocument/2006/math">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𝒑</m:t>
                    </m:r>
                    <m:r>
                      <a:rPr lang="en-GB" sz="1400" b="1" i="0"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m:t>
                    </m:r>
                    <m:f>
                      <m:fPr>
                        <m:ctrlP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ctrlPr>
                      </m:fPr>
                      <m:num>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𝟏</m:t>
                        </m:r>
                      </m:num>
                      <m:den>
                        <m:r>
                          <a:rPr lang="en-GB" sz="1400" b="1" i="1" dirty="0" smtClean="0">
                            <a:solidFill>
                              <a:srgbClr val="1C3D74"/>
                            </a:solidFill>
                            <a:latin typeface="Cambria Math" panose="02040503050406030204" pitchFamily="18" charset="0"/>
                            <a:ea typeface="Cambria Math" panose="02040503050406030204" pitchFamily="18" charset="0"/>
                            <a:cs typeface="Calibri" panose="020F0502020204030204" pitchFamily="34" charset="0"/>
                          </a:rPr>
                          <m:t>𝟐</m:t>
                        </m:r>
                      </m:den>
                    </m:f>
                  </m:oMath>
                </a14:m>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7" name="TextBox 6">
                <a:extLst>
                  <a:ext uri="{FF2B5EF4-FFF2-40B4-BE49-F238E27FC236}">
                    <a16:creationId xmlns:a16="http://schemas.microsoft.com/office/drawing/2014/main" id="{A71352B2-2609-9777-5CB7-05A17FC68A1B}"/>
                  </a:ext>
                </a:extLst>
              </p:cNvPr>
              <p:cNvSpPr txBox="1">
                <a:spLocks noRot="1" noChangeAspect="1" noMove="1" noResize="1" noEditPoints="1" noAdjustHandles="1" noChangeArrowheads="1" noChangeShapeType="1" noTextEdit="1"/>
              </p:cNvSpPr>
              <p:nvPr/>
            </p:nvSpPr>
            <p:spPr>
              <a:xfrm>
                <a:off x="2769760" y="3291015"/>
                <a:ext cx="4572000" cy="402482"/>
              </a:xfrm>
              <a:prstGeom prst="rect">
                <a:avLst/>
              </a:prstGeom>
              <a:blipFill>
                <a:blip r:embed="rId6"/>
                <a:stretch>
                  <a:fillRect l="-400" b="-45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A45903B-50E9-A4D4-EFD4-FCF5130667B1}"/>
                  </a:ext>
                </a:extLst>
              </p:cNvPr>
              <p:cNvSpPr txBox="1"/>
              <p:nvPr/>
            </p:nvSpPr>
            <p:spPr>
              <a:xfrm>
                <a:off x="186594" y="3725047"/>
                <a:ext cx="8670231" cy="738664"/>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Recall</a:t>
                </a:r>
                <a:r>
                  <a:rPr lang="en-GB" sz="1400" b="1" dirty="0">
                    <a:latin typeface="Calibri" panose="020F0502020204030204" pitchFamily="34" charset="0"/>
                    <a:ea typeface="Calibri" panose="020F0502020204030204" pitchFamily="34" charset="0"/>
                    <a:cs typeface="Calibri" panose="020F0502020204030204" pitchFamily="34" charset="0"/>
                  </a:rPr>
                  <a:t> P-value </a:t>
                </a:r>
                <a14:m>
                  <m:oMath xmlns:m="http://schemas.openxmlformats.org/officeDocument/2006/math">
                    <m:r>
                      <a:rPr lang="en-GB" sz="1400" b="1" i="1" dirty="0" smtClean="0">
                        <a:latin typeface="Cambria Math" panose="02040503050406030204" pitchFamily="18" charset="0"/>
                      </a:rPr>
                      <m:t>= </m:t>
                    </m:r>
                    <m:r>
                      <a:rPr lang="en-GB" sz="1400" b="1" i="1" dirty="0" smtClean="0">
                        <a:latin typeface="Cambria Math" panose="02040503050406030204" pitchFamily="18" charset="0"/>
                      </a:rPr>
                      <m:t>𝑷</m:t>
                    </m:r>
                    <m:d>
                      <m:dPr>
                        <m:endChr m:val="|"/>
                        <m:ctrlPr>
                          <a:rPr lang="en-GB" sz="1400" b="1" i="1" dirty="0" smtClean="0">
                            <a:latin typeface="Cambria Math" panose="02040503050406030204" pitchFamily="18" charset="0"/>
                          </a:rPr>
                        </m:ctrlPr>
                      </m:dPr>
                      <m:e>
                        <m:r>
                          <a:rPr lang="en-GB" sz="1400" b="1" i="1" dirty="0" err="1">
                            <a:latin typeface="Cambria Math" panose="02040503050406030204" pitchFamily="18" charset="0"/>
                          </a:rPr>
                          <m:t>𝒅𝒂𝒕𝒂</m:t>
                        </m:r>
                        <m:r>
                          <a:rPr lang="en-GB" sz="1400" b="1" i="1" dirty="0" smtClean="0">
                            <a:latin typeface="Cambria Math" panose="02040503050406030204" pitchFamily="18" charset="0"/>
                          </a:rPr>
                          <m:t> </m:t>
                        </m:r>
                      </m:e>
                    </m:d>
                    <m:r>
                      <a:rPr lang="en-GB" sz="1400" b="1" i="1" dirty="0" smtClean="0">
                        <a:latin typeface="Cambria Math" panose="02040503050406030204" pitchFamily="18" charset="0"/>
                      </a:rPr>
                      <m:t> </m:t>
                    </m:r>
                    <m:r>
                      <a:rPr lang="en-GB" sz="1400" b="1" i="1" dirty="0" err="1">
                        <a:latin typeface="Cambria Math" panose="02040503050406030204" pitchFamily="18" charset="0"/>
                      </a:rPr>
                      <m:t>𝒉𝒚𝒑𝒐𝒕𝒉𝒆𝒔𝒊𝒔</m:t>
                    </m:r>
                    <m:r>
                      <a:rPr lang="en-GB" sz="1400" b="1" i="1" dirty="0">
                        <a:latin typeface="Cambria Math" panose="02040503050406030204" pitchFamily="18"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 in order to reject or accept a hypothesis, we compare the P-value with the chosen significance level. This can be done through calculating the probabilities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directly</a:t>
                </a:r>
                <a:r>
                  <a:rPr lang="en-GB" sz="1400" dirty="0">
                    <a:latin typeface="Calibri" panose="020F0502020204030204" pitchFamily="34" charset="0"/>
                    <a:ea typeface="Calibri" panose="020F0502020204030204" pitchFamily="34" charset="0"/>
                    <a:cs typeface="Calibri" panose="020F0502020204030204" pitchFamily="34" charset="0"/>
                  </a:rPr>
                  <a:t> from the binomial distribution or using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normal approximation </a:t>
                </a:r>
                <a:r>
                  <a:rPr lang="en-GB" sz="1400" dirty="0">
                    <a:latin typeface="Calibri" panose="020F0502020204030204" pitchFamily="34" charset="0"/>
                    <a:ea typeface="Calibri" panose="020F0502020204030204" pitchFamily="34" charset="0"/>
                    <a:cs typeface="Calibri" panose="020F0502020204030204" pitchFamily="34" charset="0"/>
                  </a:rPr>
                  <a:t>to the binomial distribution. </a:t>
                </a:r>
                <a:endParaRPr lang="en-GB" sz="1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Box 9">
                <a:extLst>
                  <a:ext uri="{FF2B5EF4-FFF2-40B4-BE49-F238E27FC236}">
                    <a16:creationId xmlns:a16="http://schemas.microsoft.com/office/drawing/2014/main" id="{BA45903B-50E9-A4D4-EFD4-FCF5130667B1}"/>
                  </a:ext>
                </a:extLst>
              </p:cNvPr>
              <p:cNvSpPr txBox="1">
                <a:spLocks noRot="1" noChangeAspect="1" noMove="1" noResize="1" noEditPoints="1" noAdjustHandles="1" noChangeArrowheads="1" noChangeShapeType="1" noTextEdit="1"/>
              </p:cNvSpPr>
              <p:nvPr/>
            </p:nvSpPr>
            <p:spPr>
              <a:xfrm>
                <a:off x="186594" y="3725047"/>
                <a:ext cx="8670231" cy="738664"/>
              </a:xfrm>
              <a:prstGeom prst="rect">
                <a:avLst/>
              </a:prstGeom>
              <a:blipFill>
                <a:blip r:embed="rId7"/>
                <a:stretch>
                  <a:fillRect l="-211" t="-1653" r="-211" b="-8264"/>
                </a:stretch>
              </a:blipFill>
            </p:spPr>
            <p:txBody>
              <a:bodyPr/>
              <a:lstStyle/>
              <a:p>
                <a:r>
                  <a:rPr lang="en-GB">
                    <a:noFill/>
                  </a:rPr>
                  <a:t> </a:t>
                </a:r>
              </a:p>
            </p:txBody>
          </p:sp>
        </mc:Fallback>
      </mc:AlternateContent>
    </p:spTree>
    <p:extLst>
      <p:ext uri="{BB962C8B-B14F-4D97-AF65-F5344CB8AC3E}">
        <p14:creationId xmlns:p14="http://schemas.microsoft.com/office/powerpoint/2010/main" val="2014800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9105927D-43B8-4CCD-D8F2-01F870893BFA}"/>
              </a:ext>
            </a:extLst>
          </p:cNvPr>
          <p:cNvSpPr txBox="1"/>
          <p:nvPr/>
        </p:nvSpPr>
        <p:spPr>
          <a:xfrm>
            <a:off x="186596" y="739866"/>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Sign Test</a:t>
            </a:r>
          </a:p>
        </p:txBody>
      </p:sp>
      <p:sp>
        <p:nvSpPr>
          <p:cNvPr id="4" name="TextBox 3">
            <a:extLst>
              <a:ext uri="{FF2B5EF4-FFF2-40B4-BE49-F238E27FC236}">
                <a16:creationId xmlns:a16="http://schemas.microsoft.com/office/drawing/2014/main" id="{AD4B5678-5554-6A9F-DCD4-5F29252D0B89}"/>
              </a:ext>
            </a:extLst>
          </p:cNvPr>
          <p:cNvSpPr txBox="1"/>
          <p:nvPr/>
        </p:nvSpPr>
        <p:spPr>
          <a:xfrm>
            <a:off x="186595" y="1047643"/>
            <a:ext cx="8672097" cy="3170099"/>
          </a:xfrm>
          <a:prstGeom prst="rect">
            <a:avLst/>
          </a:prstGeom>
          <a:noFill/>
        </p:spPr>
        <p:txBody>
          <a:bodyPr wrap="square">
            <a:spAutoFit/>
          </a:bodyPr>
          <a:lstStyle/>
          <a:p>
            <a:pPr>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1</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The compressive strength of insulating blocks used in the construction of new houses is tested by a civil engineer. The engineer needs to be certain at the 5% level of significance that the median compressive strength is at least 1000 psi. Twenty randomly selected blocks give the following results: </a:t>
            </a:r>
          </a:p>
          <a:p>
            <a:pPr algn="just">
              <a:spcBef>
                <a:spcPts val="600"/>
              </a:spcBef>
              <a:spcAft>
                <a:spcPts val="600"/>
              </a:spcAft>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Test (at the 5% level of significance) the null hypothesis that the median compressive strength of the insulting blocks is 1000 psi against the alternative that it is greater.</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p:pic>
        <p:nvPicPr>
          <p:cNvPr id="11" name="Picture 10">
            <a:extLst>
              <a:ext uri="{FF2B5EF4-FFF2-40B4-BE49-F238E27FC236}">
                <a16:creationId xmlns:a16="http://schemas.microsoft.com/office/drawing/2014/main" id="{3D1DF051-628D-1544-2403-8D1CC0CD573B}"/>
              </a:ext>
            </a:extLst>
          </p:cNvPr>
          <p:cNvPicPr>
            <a:picLocks noChangeAspect="1"/>
          </p:cNvPicPr>
          <p:nvPr/>
        </p:nvPicPr>
        <p:blipFill>
          <a:blip r:embed="rId3"/>
          <a:stretch>
            <a:fillRect/>
          </a:stretch>
        </p:blipFill>
        <p:spPr>
          <a:xfrm>
            <a:off x="2316585" y="2172063"/>
            <a:ext cx="4412115" cy="1092290"/>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BEBFDFC-9CE9-C14D-3CAB-7E237B04C0D2}"/>
                  </a:ext>
                </a:extLst>
              </p14:cNvPr>
              <p14:cNvContentPartPr/>
              <p14:nvPr/>
            </p14:nvContentPartPr>
            <p14:xfrm>
              <a:off x="1616075" y="4028829"/>
              <a:ext cx="2955925" cy="188913"/>
            </p14:xfrm>
          </p:contentPart>
        </mc:Choice>
        <mc:Fallback xmlns="">
          <p:pic>
            <p:nvPicPr>
              <p:cNvPr id="2" name="Ink 1">
                <a:extLst>
                  <a:ext uri="{FF2B5EF4-FFF2-40B4-BE49-F238E27FC236}">
                    <a16:creationId xmlns:a16="http://schemas.microsoft.com/office/drawing/2014/main" id="{DBEBFDFC-9CE9-C14D-3CAB-7E237B04C0D2}"/>
                  </a:ext>
                </a:extLst>
              </p:cNvPr>
              <p:cNvPicPr/>
              <p:nvPr/>
            </p:nvPicPr>
            <p:blipFill>
              <a:blip r:embed="rId5"/>
              <a:stretch>
                <a:fillRect/>
              </a:stretch>
            </p:blipFill>
            <p:spPr>
              <a:xfrm>
                <a:off x="1606716" y="4019438"/>
                <a:ext cx="2974642" cy="207696"/>
              </a:xfrm>
              <a:prstGeom prst="rect">
                <a:avLst/>
              </a:prstGeom>
            </p:spPr>
          </p:pic>
        </mc:Fallback>
      </mc:AlternateContent>
    </p:spTree>
    <p:extLst>
      <p:ext uri="{BB962C8B-B14F-4D97-AF65-F5344CB8AC3E}">
        <p14:creationId xmlns:p14="http://schemas.microsoft.com/office/powerpoint/2010/main" val="397095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D4B5678-5554-6A9F-DCD4-5F29252D0B89}"/>
              </a:ext>
            </a:extLst>
          </p:cNvPr>
          <p:cNvSpPr txBox="1"/>
          <p:nvPr/>
        </p:nvSpPr>
        <p:spPr>
          <a:xfrm>
            <a:off x="186595" y="692497"/>
            <a:ext cx="8672097" cy="677108"/>
          </a:xfrm>
          <a:prstGeom prst="rect">
            <a:avLst/>
          </a:prstGeom>
          <a:noFill/>
        </p:spPr>
        <p:txBody>
          <a:bodyPr wrap="square">
            <a:spAutoFit/>
          </a:bodyPr>
          <a:lstStyle/>
          <a:p>
            <a:pPr>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1 Continued…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p:grpSp>
        <p:nvGrpSpPr>
          <p:cNvPr id="5" name="Group 4">
            <a:extLst>
              <a:ext uri="{FF2B5EF4-FFF2-40B4-BE49-F238E27FC236}">
                <a16:creationId xmlns:a16="http://schemas.microsoft.com/office/drawing/2014/main" id="{242FF9BD-50CD-51CE-09B7-2B189717059B}"/>
              </a:ext>
            </a:extLst>
          </p:cNvPr>
          <p:cNvGrpSpPr/>
          <p:nvPr/>
        </p:nvGrpSpPr>
        <p:grpSpPr>
          <a:xfrm>
            <a:off x="754063" y="780584"/>
            <a:ext cx="8263080" cy="4047724"/>
            <a:chOff x="754063" y="780584"/>
            <a:chExt cx="8263080" cy="4047724"/>
          </a:xfrm>
        </p:grpSpPr>
        <p:pic>
          <p:nvPicPr>
            <p:cNvPr id="8" name="Picture 7">
              <a:extLst>
                <a:ext uri="{FF2B5EF4-FFF2-40B4-BE49-F238E27FC236}">
                  <a16:creationId xmlns:a16="http://schemas.microsoft.com/office/drawing/2014/main" id="{8AA091ED-7E49-980A-1A80-A679DD3AB6F1}"/>
                </a:ext>
              </a:extLst>
            </p:cNvPr>
            <p:cNvPicPr>
              <a:picLocks noChangeAspect="1"/>
            </p:cNvPicPr>
            <p:nvPr/>
          </p:nvPicPr>
          <p:blipFill>
            <a:blip r:embed="rId3"/>
            <a:stretch>
              <a:fillRect/>
            </a:stretch>
          </p:blipFill>
          <p:spPr>
            <a:xfrm>
              <a:off x="4408714" y="780584"/>
              <a:ext cx="4449978" cy="1424301"/>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7E5898B-EC19-DDE7-8BE9-33139AE91160}"/>
                    </a:ext>
                  </a:extLst>
                </p14:cNvPr>
                <p14:cNvContentPartPr/>
                <p14:nvPr/>
              </p14:nvContentPartPr>
              <p14:xfrm>
                <a:off x="754063" y="1169988"/>
                <a:ext cx="8263080" cy="3658320"/>
              </p14:xfrm>
            </p:contentPart>
          </mc:Choice>
          <mc:Fallback xmlns="">
            <p:pic>
              <p:nvPicPr>
                <p:cNvPr id="3" name="Ink 2">
                  <a:extLst>
                    <a:ext uri="{FF2B5EF4-FFF2-40B4-BE49-F238E27FC236}">
                      <a16:creationId xmlns:a16="http://schemas.microsoft.com/office/drawing/2014/main" id="{37E5898B-EC19-DDE7-8BE9-33139AE91160}"/>
                    </a:ext>
                  </a:extLst>
                </p:cNvPr>
                <p:cNvPicPr/>
                <p:nvPr/>
              </p:nvPicPr>
              <p:blipFill>
                <a:blip r:embed="rId5"/>
                <a:stretch>
                  <a:fillRect/>
                </a:stretch>
              </p:blipFill>
              <p:spPr>
                <a:xfrm>
                  <a:off x="744703" y="1160626"/>
                  <a:ext cx="8281657" cy="3677911"/>
                </a:xfrm>
                <a:prstGeom prst="rect">
                  <a:avLst/>
                </a:prstGeom>
              </p:spPr>
            </p:pic>
          </mc:Fallback>
        </mc:AlternateContent>
      </p:grpSp>
    </p:spTree>
    <p:extLst>
      <p:ext uri="{BB962C8B-B14F-4D97-AF65-F5344CB8AC3E}">
        <p14:creationId xmlns:p14="http://schemas.microsoft.com/office/powerpoint/2010/main" val="207600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D4B5678-5554-6A9F-DCD4-5F29252D0B89}"/>
              </a:ext>
            </a:extLst>
          </p:cNvPr>
          <p:cNvSpPr txBox="1"/>
          <p:nvPr/>
        </p:nvSpPr>
        <p:spPr>
          <a:xfrm>
            <a:off x="186595" y="692497"/>
            <a:ext cx="8672097" cy="307777"/>
          </a:xfrm>
          <a:prstGeom prst="rect">
            <a:avLst/>
          </a:prstGeom>
          <a:noFill/>
        </p:spPr>
        <p:txBody>
          <a:bodyPr wrap="square">
            <a:spAutoFit/>
          </a:bodyPr>
          <a:lstStyle/>
          <a:p>
            <a:pPr>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The sign test for paired data</a:t>
            </a:r>
          </a:p>
        </p:txBody>
      </p:sp>
      <p:sp>
        <p:nvSpPr>
          <p:cNvPr id="3" name="TextBox 2">
            <a:extLst>
              <a:ext uri="{FF2B5EF4-FFF2-40B4-BE49-F238E27FC236}">
                <a16:creationId xmlns:a16="http://schemas.microsoft.com/office/drawing/2014/main" id="{56619F32-E591-8741-F377-C11C2453E481}"/>
              </a:ext>
            </a:extLst>
          </p:cNvPr>
          <p:cNvSpPr txBox="1"/>
          <p:nvPr/>
        </p:nvSpPr>
        <p:spPr>
          <a:xfrm>
            <a:off x="186593" y="1000274"/>
            <a:ext cx="8672097" cy="1107996"/>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2</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In an experiment concerning gas cutting of steel for use in off-shore structures, 48 test plates were prepared. Each plate was cut using both oxy-propane cutting and oxy-natural gas cutting and, in each case, the maximum Vickers hardness near the cut edge was measured. The results were as follows. </a:t>
            </a:r>
          </a:p>
        </p:txBody>
      </p:sp>
      <p:pic>
        <p:nvPicPr>
          <p:cNvPr id="7" name="Picture 6">
            <a:extLst>
              <a:ext uri="{FF2B5EF4-FFF2-40B4-BE49-F238E27FC236}">
                <a16:creationId xmlns:a16="http://schemas.microsoft.com/office/drawing/2014/main" id="{71FD5646-29A8-2119-5094-266EFA4F097A}"/>
              </a:ext>
            </a:extLst>
          </p:cNvPr>
          <p:cNvPicPr>
            <a:picLocks noChangeAspect="1"/>
          </p:cNvPicPr>
          <p:nvPr/>
        </p:nvPicPr>
        <p:blipFill>
          <a:blip r:embed="rId3"/>
          <a:stretch>
            <a:fillRect/>
          </a:stretch>
        </p:blipFill>
        <p:spPr>
          <a:xfrm>
            <a:off x="4996540" y="2108270"/>
            <a:ext cx="3934822" cy="2300444"/>
          </a:xfrm>
          <a:prstGeom prst="rect">
            <a:avLst/>
          </a:prstGeom>
        </p:spPr>
      </p:pic>
      <p:sp>
        <p:nvSpPr>
          <p:cNvPr id="9" name="TextBox 8">
            <a:extLst>
              <a:ext uri="{FF2B5EF4-FFF2-40B4-BE49-F238E27FC236}">
                <a16:creationId xmlns:a16="http://schemas.microsoft.com/office/drawing/2014/main" id="{67E2205F-3A78-1F41-D339-2446A8E4B5B7}"/>
              </a:ext>
            </a:extLst>
          </p:cNvPr>
          <p:cNvSpPr txBox="1"/>
          <p:nvPr/>
        </p:nvSpPr>
        <p:spPr>
          <a:xfrm>
            <a:off x="186590" y="2108270"/>
            <a:ext cx="4809950" cy="1323439"/>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Use a sign test to test the null hypothesis that the median difference between the </a:t>
            </a:r>
            <a:r>
              <a:rPr lang="en-GB" sz="1400" dirty="0" err="1">
                <a:latin typeface="Calibri" panose="020F0502020204030204" pitchFamily="34" charset="0"/>
                <a:ea typeface="Calibri" panose="020F0502020204030204" pitchFamily="34" charset="0"/>
                <a:cs typeface="Calibri" panose="020F0502020204030204" pitchFamily="34" charset="0"/>
              </a:rPr>
              <a:t>hardnesses</a:t>
            </a:r>
            <a:r>
              <a:rPr lang="en-GB" sz="1400" dirty="0">
                <a:latin typeface="Calibri" panose="020F0502020204030204" pitchFamily="34" charset="0"/>
                <a:ea typeface="Calibri" panose="020F0502020204030204" pitchFamily="34" charset="0"/>
                <a:cs typeface="Calibri" panose="020F0502020204030204" pitchFamily="34" charset="0"/>
              </a:rPr>
              <a:t> produced by the two methods is zero against the alternative that it is not zero. Use the 1% level of significance.</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2257C24-77B3-36D3-7E4E-CFDC75342E13}"/>
                  </a:ext>
                </a:extLst>
              </p14:cNvPr>
              <p14:cNvContentPartPr/>
              <p14:nvPr/>
            </p14:nvContentPartPr>
            <p14:xfrm>
              <a:off x="1048680" y="3142440"/>
              <a:ext cx="3776760" cy="894960"/>
            </p14:xfrm>
          </p:contentPart>
        </mc:Choice>
        <mc:Fallback xmlns="">
          <p:pic>
            <p:nvPicPr>
              <p:cNvPr id="2" name="Ink 1">
                <a:extLst>
                  <a:ext uri="{FF2B5EF4-FFF2-40B4-BE49-F238E27FC236}">
                    <a16:creationId xmlns:a16="http://schemas.microsoft.com/office/drawing/2014/main" id="{52257C24-77B3-36D3-7E4E-CFDC75342E13}"/>
                  </a:ext>
                </a:extLst>
              </p:cNvPr>
              <p:cNvPicPr/>
              <p:nvPr/>
            </p:nvPicPr>
            <p:blipFill>
              <a:blip r:embed="rId5"/>
              <a:stretch>
                <a:fillRect/>
              </a:stretch>
            </p:blipFill>
            <p:spPr>
              <a:xfrm>
                <a:off x="1039320" y="3133080"/>
                <a:ext cx="3795480" cy="913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5" name="Ink 4">
                <a:extLst>
                  <a:ext uri="{FF2B5EF4-FFF2-40B4-BE49-F238E27FC236}">
                    <a16:creationId xmlns:a16="http://schemas.microsoft.com/office/drawing/2014/main" id="{F3CD0D85-FE12-11DF-9263-0855D20F53C9}"/>
                  </a:ext>
                </a:extLst>
              </p14:cNvPr>
              <p14:cNvContentPartPr/>
              <p14:nvPr/>
            </p14:nvContentPartPr>
            <p14:xfrm>
              <a:off x="4819204" y="2311785"/>
              <a:ext cx="4320" cy="1800"/>
            </p14:xfrm>
          </p:contentPart>
        </mc:Choice>
        <mc:Fallback xmlns="">
          <p:pic>
            <p:nvPicPr>
              <p:cNvPr id="5" name="Ink 4">
                <a:extLst>
                  <a:ext uri="{FF2B5EF4-FFF2-40B4-BE49-F238E27FC236}">
                    <a16:creationId xmlns:a16="http://schemas.microsoft.com/office/drawing/2014/main" id="{F3CD0D85-FE12-11DF-9263-0855D20F53C9}"/>
                  </a:ext>
                </a:extLst>
              </p:cNvPr>
              <p:cNvPicPr/>
              <p:nvPr/>
            </p:nvPicPr>
            <p:blipFill>
              <a:blip r:embed="rId7"/>
              <a:stretch>
                <a:fillRect/>
              </a:stretch>
            </p:blipFill>
            <p:spPr>
              <a:xfrm>
                <a:off x="4814884" y="2307465"/>
                <a:ext cx="12960" cy="10440"/>
              </a:xfrm>
              <a:prstGeom prst="rect">
                <a:avLst/>
              </a:prstGeom>
            </p:spPr>
          </p:pic>
        </mc:Fallback>
      </mc:AlternateContent>
    </p:spTree>
    <p:extLst>
      <p:ext uri="{BB962C8B-B14F-4D97-AF65-F5344CB8AC3E}">
        <p14:creationId xmlns:p14="http://schemas.microsoft.com/office/powerpoint/2010/main" val="61815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D4B5678-5554-6A9F-DCD4-5F29252D0B89}"/>
              </a:ext>
            </a:extLst>
          </p:cNvPr>
          <p:cNvSpPr txBox="1"/>
          <p:nvPr/>
        </p:nvSpPr>
        <p:spPr>
          <a:xfrm>
            <a:off x="186595" y="692497"/>
            <a:ext cx="8672097" cy="677108"/>
          </a:xfrm>
          <a:prstGeom prst="rect">
            <a:avLst/>
          </a:prstGeom>
          <a:noFill/>
        </p:spPr>
        <p:txBody>
          <a:bodyPr wrap="square">
            <a:spAutoFit/>
          </a:bodyPr>
          <a:lstStyle/>
          <a:p>
            <a:pPr>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2 Continued…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p:grpSp>
        <p:nvGrpSpPr>
          <p:cNvPr id="8" name="Group 7">
            <a:extLst>
              <a:ext uri="{FF2B5EF4-FFF2-40B4-BE49-F238E27FC236}">
                <a16:creationId xmlns:a16="http://schemas.microsoft.com/office/drawing/2014/main" id="{1A77B124-E21B-725E-1092-131523A7740E}"/>
              </a:ext>
            </a:extLst>
          </p:cNvPr>
          <p:cNvGrpSpPr/>
          <p:nvPr/>
        </p:nvGrpSpPr>
        <p:grpSpPr>
          <a:xfrm>
            <a:off x="196920" y="692497"/>
            <a:ext cx="8661772" cy="4444343"/>
            <a:chOff x="196920" y="692497"/>
            <a:chExt cx="8661772" cy="4444343"/>
          </a:xfrm>
        </p:grpSpPr>
        <p:grpSp>
          <p:nvGrpSpPr>
            <p:cNvPr id="7" name="Group 6">
              <a:extLst>
                <a:ext uri="{FF2B5EF4-FFF2-40B4-BE49-F238E27FC236}">
                  <a16:creationId xmlns:a16="http://schemas.microsoft.com/office/drawing/2014/main" id="{3E935EC6-604F-C8D9-6295-6EEAB3A409CA}"/>
                </a:ext>
              </a:extLst>
            </p:cNvPr>
            <p:cNvGrpSpPr/>
            <p:nvPr/>
          </p:nvGrpSpPr>
          <p:grpSpPr>
            <a:xfrm>
              <a:off x="196920" y="692497"/>
              <a:ext cx="8661772" cy="4444343"/>
              <a:chOff x="196920" y="692497"/>
              <a:chExt cx="8661772" cy="4444343"/>
            </a:xfrm>
          </p:grpSpPr>
          <p:pic>
            <p:nvPicPr>
              <p:cNvPr id="2" name="Picture 1">
                <a:extLst>
                  <a:ext uri="{FF2B5EF4-FFF2-40B4-BE49-F238E27FC236}">
                    <a16:creationId xmlns:a16="http://schemas.microsoft.com/office/drawing/2014/main" id="{45B4EC77-2673-00AA-45DE-227E27555259}"/>
                  </a:ext>
                </a:extLst>
              </p:cNvPr>
              <p:cNvPicPr>
                <a:picLocks noChangeAspect="1"/>
              </p:cNvPicPr>
              <p:nvPr/>
            </p:nvPicPr>
            <p:blipFill>
              <a:blip r:embed="rId3"/>
              <a:stretch>
                <a:fillRect/>
              </a:stretch>
            </p:blipFill>
            <p:spPr>
              <a:xfrm>
                <a:off x="4423534" y="692497"/>
                <a:ext cx="4435158" cy="2790738"/>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FEA1E82-F077-1522-EC9B-5434D56A7A78}"/>
                      </a:ext>
                    </a:extLst>
                  </p14:cNvPr>
                  <p14:cNvContentPartPr/>
                  <p14:nvPr/>
                </p14:nvContentPartPr>
                <p14:xfrm>
                  <a:off x="196920" y="1121400"/>
                  <a:ext cx="8634240" cy="4015440"/>
                </p14:xfrm>
              </p:contentPart>
            </mc:Choice>
            <mc:Fallback xmlns="">
              <p:pic>
                <p:nvPicPr>
                  <p:cNvPr id="3" name="Ink 2">
                    <a:extLst>
                      <a:ext uri="{FF2B5EF4-FFF2-40B4-BE49-F238E27FC236}">
                        <a16:creationId xmlns:a16="http://schemas.microsoft.com/office/drawing/2014/main" id="{6FEA1E82-F077-1522-EC9B-5434D56A7A78}"/>
                      </a:ext>
                    </a:extLst>
                  </p:cNvPr>
                  <p:cNvPicPr/>
                  <p:nvPr/>
                </p:nvPicPr>
                <p:blipFill>
                  <a:blip r:embed="rId5"/>
                  <a:stretch>
                    <a:fillRect/>
                  </a:stretch>
                </p:blipFill>
                <p:spPr>
                  <a:xfrm>
                    <a:off x="187560" y="1112040"/>
                    <a:ext cx="8652960" cy="4034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26DF77BE-A292-F971-E74A-6DC7E31EE658}"/>
                    </a:ext>
                  </a:extLst>
                </p14:cNvPr>
                <p14:cNvContentPartPr/>
                <p14:nvPr/>
              </p14:nvContentPartPr>
              <p14:xfrm>
                <a:off x="4573800" y="4629600"/>
                <a:ext cx="85680" cy="162360"/>
              </p14:xfrm>
            </p:contentPart>
          </mc:Choice>
          <mc:Fallback>
            <p:pic>
              <p:nvPicPr>
                <p:cNvPr id="5" name="Ink 4">
                  <a:extLst>
                    <a:ext uri="{FF2B5EF4-FFF2-40B4-BE49-F238E27FC236}">
                      <a16:creationId xmlns:a16="http://schemas.microsoft.com/office/drawing/2014/main" id="{26DF77BE-A292-F971-E74A-6DC7E31EE658}"/>
                    </a:ext>
                  </a:extLst>
                </p:cNvPr>
                <p:cNvPicPr/>
                <p:nvPr/>
              </p:nvPicPr>
              <p:blipFill>
                <a:blip r:embed="rId7"/>
                <a:stretch>
                  <a:fillRect/>
                </a:stretch>
              </p:blipFill>
              <p:spPr>
                <a:xfrm>
                  <a:off x="4564440" y="4620240"/>
                  <a:ext cx="104400" cy="181080"/>
                </a:xfrm>
                <a:prstGeom prst="rect">
                  <a:avLst/>
                </a:prstGeom>
              </p:spPr>
            </p:pic>
          </mc:Fallback>
        </mc:AlternateContent>
      </p:grpSp>
    </p:spTree>
    <p:extLst>
      <p:ext uri="{BB962C8B-B14F-4D97-AF65-F5344CB8AC3E}">
        <p14:creationId xmlns:p14="http://schemas.microsoft.com/office/powerpoint/2010/main" val="1399401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B665CC8-55F0-8154-D392-709F158A89D0}"/>
                  </a:ext>
                </a:extLst>
              </p:cNvPr>
              <p:cNvSpPr txBox="1"/>
              <p:nvPr/>
            </p:nvSpPr>
            <p:spPr>
              <a:xfrm>
                <a:off x="186596" y="780584"/>
                <a:ext cx="8672096" cy="2646878"/>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Before the sign test can be applied, we must be sure that the underlying distribution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continuous</a:t>
                </a:r>
                <a:r>
                  <a:rPr lang="en-GB" sz="1400" dirty="0">
                    <a:latin typeface="Calibri" panose="020F0502020204030204" pitchFamily="34" charset="0"/>
                    <a:ea typeface="Calibri" panose="020F0502020204030204" pitchFamily="34" charset="0"/>
                    <a:cs typeface="Calibri" panose="020F0502020204030204" pitchFamily="34" charset="0"/>
                  </a:rPr>
                  <a:t>. </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If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𝑛</m:t>
                    </m:r>
                  </m:oMath>
                </a14:m>
                <a:r>
                  <a:rPr lang="en-GB" sz="1400" dirty="0">
                    <a:latin typeface="Calibri" panose="020F0502020204030204" pitchFamily="34" charset="0"/>
                    <a:ea typeface="Calibri" panose="020F0502020204030204" pitchFamily="34" charset="0"/>
                    <a:cs typeface="Calibri" panose="020F0502020204030204" pitchFamily="34" charset="0"/>
                  </a:rPr>
                  <a:t>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large</a:t>
                </a:r>
                <a:r>
                  <a:rPr lang="en-GB" sz="1400" dirty="0">
                    <a:latin typeface="Calibri" panose="020F0502020204030204" pitchFamily="34" charset="0"/>
                    <a:ea typeface="Calibri" panose="020F0502020204030204" pitchFamily="34" charset="0"/>
                    <a:cs typeface="Calibri" panose="020F0502020204030204" pitchFamily="34" charset="0"/>
                  </a:rPr>
                  <a:t>, normal distribution can be used to approximate the binomial distribution to save tedious arithmetic and time. </a:t>
                </a:r>
              </a:p>
              <a:p>
                <a:pPr marL="285750" indent="-285750" algn="just">
                  <a:spcBef>
                    <a:spcPts val="600"/>
                  </a:spcBef>
                  <a:spcAft>
                    <a:spcPts val="600"/>
                  </a:spcAft>
                  <a:buFont typeface="Arial" panose="020B0604020202020204" pitchFamily="34" charset="0"/>
                  <a:buChar char="•"/>
                </a:pPr>
                <a14:m>
                  <m:oMath xmlns:m="http://schemas.openxmlformats.org/officeDocument/2006/math">
                    <m:r>
                      <a:rPr lang="en-GB" sz="1400" i="1" dirty="0" smtClean="0">
                        <a:latin typeface="Cambria Math" panose="02040503050406030204" pitchFamily="18" charset="0"/>
                      </a:rPr>
                      <m:t>𝑡</m:t>
                    </m:r>
                    <m:r>
                      <a:rPr lang="en-GB" sz="1400" i="1" dirty="0" smtClean="0">
                        <a:latin typeface="Cambria Math" panose="02040503050406030204" pitchFamily="18"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is superior to the sign test when the underlying distribution is normal.</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When the data are non-normal,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produces a smaller </a:t>
                </a:r>
                <a:r>
                  <a:rPr lang="en-GB" sz="1400" b="1" dirty="0">
                    <a:latin typeface="Calibri" panose="020F0502020204030204" pitchFamily="34" charset="0"/>
                    <a:ea typeface="Calibri" panose="020F0502020204030204" pitchFamily="34" charset="0"/>
                    <a:cs typeface="Calibri" panose="020F0502020204030204" pitchFamily="34" charset="0"/>
                  </a:rPr>
                  <a:t>Type II error</a:t>
                </a:r>
                <a:r>
                  <a:rPr lang="en-GB" sz="1400" dirty="0">
                    <a:latin typeface="Calibri" panose="020F0502020204030204" pitchFamily="34" charset="0"/>
                    <a:ea typeface="Calibri" panose="020F0502020204030204" pitchFamily="34" charset="0"/>
                    <a:cs typeface="Calibri" panose="020F0502020204030204" pitchFamily="34" charset="0"/>
                  </a:rPr>
                  <a:t> for one-sided tests and also for two-sided tests where the critical regions are symmetric. </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sign test may not be as reliable as an equivalent parametric test since it relies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only</a:t>
                </a:r>
                <a:r>
                  <a:rPr lang="en-GB" sz="1400" dirty="0">
                    <a:latin typeface="Calibri" panose="020F0502020204030204" pitchFamily="34" charset="0"/>
                    <a:ea typeface="Calibri" panose="020F0502020204030204" pitchFamily="34" charset="0"/>
                    <a:cs typeface="Calibri" panose="020F0502020204030204" pitchFamily="34" charset="0"/>
                  </a:rPr>
                  <a:t> on the sign of the difference of each pair and not on the size of the difference. If it is possible, it is suggested that an equivalent parametric test is used. </a:t>
                </a:r>
              </a:p>
            </p:txBody>
          </p:sp>
        </mc:Choice>
        <mc:Fallback xmlns="">
          <p:sp>
            <p:nvSpPr>
              <p:cNvPr id="5" name="TextBox 4">
                <a:extLst>
                  <a:ext uri="{FF2B5EF4-FFF2-40B4-BE49-F238E27FC236}">
                    <a16:creationId xmlns:a16="http://schemas.microsoft.com/office/drawing/2014/main" id="{AB665CC8-55F0-8154-D392-709F158A89D0}"/>
                  </a:ext>
                </a:extLst>
              </p:cNvPr>
              <p:cNvSpPr txBox="1">
                <a:spLocks noRot="1" noChangeAspect="1" noMove="1" noResize="1" noEditPoints="1" noAdjustHandles="1" noChangeArrowheads="1" noChangeShapeType="1" noTextEdit="1"/>
              </p:cNvSpPr>
              <p:nvPr/>
            </p:nvSpPr>
            <p:spPr>
              <a:xfrm>
                <a:off x="186596" y="780584"/>
                <a:ext cx="8672096" cy="2646878"/>
              </a:xfrm>
              <a:prstGeom prst="rect">
                <a:avLst/>
              </a:prstGeom>
              <a:blipFill>
                <a:blip r:embed="rId3"/>
                <a:stretch>
                  <a:fillRect l="-141" t="-461" r="-211" b="-1613"/>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10E14A82-094A-A7AA-0304-362C2E489D56}"/>
              </a:ext>
            </a:extLst>
          </p:cNvPr>
          <p:cNvSpPr txBox="1"/>
          <p:nvPr/>
        </p:nvSpPr>
        <p:spPr>
          <a:xfrm>
            <a:off x="1646774" y="3566255"/>
            <a:ext cx="5751740" cy="507831"/>
          </a:xfrm>
          <a:prstGeom prst="rect">
            <a:avLst/>
          </a:prstGeom>
          <a:noFill/>
        </p:spPr>
        <p:txBody>
          <a:bodyPr wrap="square">
            <a:spAutoFit/>
          </a:bodyPr>
          <a:lstStyle/>
          <a:p>
            <a:pPr algn="ctr"/>
            <a:r>
              <a:rPr lang="en-GB" b="1" dirty="0">
                <a:solidFill>
                  <a:srgbClr val="FF0000"/>
                </a:solidFill>
              </a:rPr>
              <a:t>Ties (i.e., 0 in difference) as the results of calculating signs should be discounted or counted as minus signs.</a:t>
            </a:r>
          </a:p>
        </p:txBody>
      </p:sp>
    </p:spTree>
    <p:extLst>
      <p:ext uri="{BB962C8B-B14F-4D97-AF65-F5344CB8AC3E}">
        <p14:creationId xmlns:p14="http://schemas.microsoft.com/office/powerpoint/2010/main" val="176599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32C066A3-A0C2-F85A-8CEB-69D36C0574CD}"/>
              </a:ext>
            </a:extLst>
          </p:cNvPr>
          <p:cNvSpPr txBox="1"/>
          <p:nvPr/>
        </p:nvSpPr>
        <p:spPr>
          <a:xfrm>
            <a:off x="186596" y="690881"/>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Wilcoxon signed-rank test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D32AD4E-954C-2411-BA0C-464C2E7EBAE7}"/>
                  </a:ext>
                </a:extLst>
              </p:cNvPr>
              <p:cNvSpPr txBox="1"/>
              <p:nvPr/>
            </p:nvSpPr>
            <p:spPr>
              <a:xfrm>
                <a:off x="186596" y="998658"/>
                <a:ext cx="8672096" cy="1261884"/>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The statistician Frank Wilcoxon developed a procedure which takes into account both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sign</a:t>
                </a:r>
                <a:r>
                  <a:rPr lang="en-GB" sz="1400" dirty="0">
                    <a:latin typeface="Calibri" panose="020F0502020204030204" pitchFamily="34" charset="0"/>
                    <a:ea typeface="Calibri" panose="020F0502020204030204" pitchFamily="34" charset="0"/>
                    <a:cs typeface="Calibri" panose="020F0502020204030204" pitchFamily="34" charset="0"/>
                  </a:rPr>
                  <a:t> and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magnitude</a:t>
                </a:r>
                <a:r>
                  <a:rPr lang="en-GB" sz="1400" dirty="0">
                    <a:latin typeface="Calibri" panose="020F0502020204030204" pitchFamily="34" charset="0"/>
                    <a:ea typeface="Calibri" panose="020F0502020204030204" pitchFamily="34" charset="0"/>
                    <a:cs typeface="Calibri" panose="020F0502020204030204" pitchFamily="34" charset="0"/>
                  </a:rPr>
                  <a:t> of the differences arising. The resulting test is now widely known as the Wilcoxon signed-rank test.</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test applies to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symmetric</a:t>
                </a:r>
                <a:r>
                  <a:rPr lang="en-GB" sz="1400" dirty="0">
                    <a:latin typeface="Calibri" panose="020F0502020204030204" pitchFamily="34" charset="0"/>
                    <a:ea typeface="Calibri" panose="020F0502020204030204" pitchFamily="34" charset="0"/>
                    <a:cs typeface="Calibri" panose="020F0502020204030204" pitchFamily="34" charset="0"/>
                  </a:rPr>
                  <a:t> and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continuous</a:t>
                </a:r>
                <a:r>
                  <a:rPr lang="en-GB" sz="1400" dirty="0">
                    <a:latin typeface="Calibri" panose="020F0502020204030204" pitchFamily="34" charset="0"/>
                    <a:ea typeface="Calibri" panose="020F0502020204030204" pitchFamily="34" charset="0"/>
                    <a:cs typeface="Calibri" panose="020F0502020204030204" pitchFamily="34" charset="0"/>
                  </a:rPr>
                  <a:t> distributions.</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mean and the median of a distribution are equal, i.e., </a:t>
                </a:r>
                <a14:m>
                  <m:oMath xmlns:m="http://schemas.openxmlformats.org/officeDocument/2006/math">
                    <m:r>
                      <a:rPr lang="en-GB" sz="1400" b="0" i="1" smtClean="0">
                        <a:latin typeface="Cambria Math" panose="02040503050406030204" pitchFamily="18" charset="0"/>
                        <a:ea typeface="Cambria Math" panose="02040503050406030204" pitchFamily="18" charset="0"/>
                        <a:cs typeface="Calibri" panose="020F0502020204030204" pitchFamily="34" charset="0"/>
                      </a:rPr>
                      <m:t>𝜃</m:t>
                    </m:r>
                    <m:r>
                      <a:rPr lang="en-GB" sz="1400" b="0" i="1" smtClean="0">
                        <a:latin typeface="Cambria Math" panose="02040503050406030204" pitchFamily="18" charset="0"/>
                        <a:ea typeface="Cambria Math" panose="02040503050406030204" pitchFamily="18" charset="0"/>
                        <a:cs typeface="Calibri" panose="020F0502020204030204" pitchFamily="34" charset="0"/>
                      </a:rPr>
                      <m:t>=</m:t>
                    </m:r>
                    <m:r>
                      <a:rPr lang="en-GB" sz="1400" b="0" i="1" smtClean="0">
                        <a:latin typeface="Cambria Math" panose="02040503050406030204" pitchFamily="18" charset="0"/>
                        <a:ea typeface="Cambria Math" panose="02040503050406030204" pitchFamily="18" charset="0"/>
                        <a:cs typeface="Calibri" panose="020F0502020204030204" pitchFamily="34" charset="0"/>
                      </a:rPr>
                      <m:t>𝜇</m:t>
                    </m:r>
                  </m:oMath>
                </a14:m>
                <a:r>
                  <a:rPr lang="en-GB" sz="1400" dirty="0">
                    <a:ea typeface="Calibri" panose="020F0502020204030204" pitchFamily="34" charset="0"/>
                    <a:cs typeface="Calibri" panose="020F0502020204030204" pitchFamily="34" charset="0"/>
                  </a:rPr>
                  <a:t>, </a:t>
                </a:r>
                <a14:m>
                  <m:oMath xmlns:m="http://schemas.openxmlformats.org/officeDocument/2006/math">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𝜃</m:t>
                        </m:r>
                      </m:e>
                      <m:sub>
                        <m:r>
                          <a:rPr lang="en-GB" sz="1400" i="1" dirty="0">
                            <a:latin typeface="Cambria Math" panose="02040503050406030204" pitchFamily="18" charset="0"/>
                            <a:ea typeface="Cambria Math" panose="02040503050406030204" pitchFamily="18" charset="0"/>
                          </a:rPr>
                          <m:t>0</m:t>
                        </m:r>
                      </m:sub>
                    </m:sSub>
                    <m:r>
                      <a:rPr lang="en-GB" sz="1400" b="0" i="1" dirty="0" smtClean="0">
                        <a:latin typeface="Cambria Math" panose="02040503050406030204" pitchFamily="18" charset="0"/>
                        <a:ea typeface="Cambria Math" panose="02040503050406030204" pitchFamily="18"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𝜇</m:t>
                        </m:r>
                      </m:e>
                      <m:sub>
                        <m:r>
                          <a:rPr lang="en-GB" sz="1400" i="1" dirty="0">
                            <a:latin typeface="Cambria Math" panose="02040503050406030204" pitchFamily="18" charset="0"/>
                            <a:ea typeface="Cambria Math" panose="02040503050406030204" pitchFamily="18" charset="0"/>
                          </a:rPr>
                          <m:t>0</m:t>
                        </m:r>
                      </m:sub>
                    </m:sSub>
                  </m:oMath>
                </a14:m>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ED32AD4E-954C-2411-BA0C-464C2E7EBAE7}"/>
                  </a:ext>
                </a:extLst>
              </p:cNvPr>
              <p:cNvSpPr txBox="1">
                <a:spLocks noRot="1" noChangeAspect="1" noMove="1" noResize="1" noEditPoints="1" noAdjustHandles="1" noChangeArrowheads="1" noChangeShapeType="1" noTextEdit="1"/>
              </p:cNvSpPr>
              <p:nvPr/>
            </p:nvSpPr>
            <p:spPr>
              <a:xfrm>
                <a:off x="186596" y="998658"/>
                <a:ext cx="8672096" cy="1261884"/>
              </a:xfrm>
              <a:prstGeom prst="rect">
                <a:avLst/>
              </a:prstGeom>
              <a:blipFill>
                <a:blip r:embed="rId3"/>
                <a:stretch>
                  <a:fillRect l="-211" t="-966" r="-211" b="-43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60F8F6-2431-9151-8981-B817BF7FD362}"/>
                  </a:ext>
                </a:extLst>
              </p:cNvPr>
              <p:cNvSpPr txBox="1"/>
              <p:nvPr/>
            </p:nvSpPr>
            <p:spPr>
              <a:xfrm>
                <a:off x="186596" y="2298183"/>
                <a:ext cx="8716558" cy="2154436"/>
              </a:xfrm>
              <a:prstGeom prst="rect">
                <a:avLst/>
              </a:prstGeom>
              <a:noFill/>
            </p:spPr>
            <p:txBody>
              <a:bodyPr wrap="square">
                <a:spAutoFit/>
              </a:bodyPr>
              <a:lstStyle/>
              <a:p>
                <a:pPr>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The test procedure is as follows. </a:t>
                </a:r>
              </a:p>
              <a:p>
                <a:pPr marL="342900" indent="-342900">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we test the null hypothesis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r>
                      <a:rPr lang="en-GB" sz="1400" i="1" smtClean="0">
                        <a:latin typeface="Cambria Math" panose="02040503050406030204" pitchFamily="18" charset="0"/>
                        <a:ea typeface="Cambria Math" panose="02040503050406030204" pitchFamily="18" charset="0"/>
                        <a:cs typeface="Calibri" panose="020F0502020204030204" pitchFamily="34" charset="0"/>
                      </a:rPr>
                      <m:t>𝜇</m:t>
                    </m:r>
                    <m:r>
                      <a:rPr lang="en-GB" sz="1400" i="1" dirty="0">
                        <a:latin typeface="Cambria Math" panose="02040503050406030204" pitchFamily="18" charset="0"/>
                        <a:ea typeface="Cambria Math" panose="02040503050406030204" pitchFamily="18"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𝜇</m:t>
                        </m:r>
                      </m:e>
                      <m:sub>
                        <m:r>
                          <a:rPr lang="en-GB" sz="1400" i="1" dirty="0">
                            <a:latin typeface="Cambria Math" panose="02040503050406030204" pitchFamily="18" charset="0"/>
                            <a:ea typeface="Cambria Math" panose="02040503050406030204" pitchFamily="18" charset="0"/>
                          </a:rPr>
                          <m:t>0</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against </a:t>
                </a:r>
                <a14:m>
                  <m:oMath xmlns:m="http://schemas.openxmlformats.org/officeDocument/2006/math">
                    <m:r>
                      <a:rPr lang="en-GB" sz="1400" i="1" dirty="0">
                        <a:latin typeface="Cambria Math" panose="02040503050406030204" pitchFamily="18" charset="0"/>
                        <a:ea typeface="Calibri" panose="020F0502020204030204" pitchFamily="34" charset="0"/>
                        <a:cs typeface="Calibri" panose="020F0502020204030204" pitchFamily="34" charset="0"/>
                      </a:rPr>
                      <m:t>𝐻</m:t>
                    </m:r>
                    <m:r>
                      <a:rPr lang="en-GB" sz="1400" b="0" i="1" dirty="0" smtClean="0">
                        <a:latin typeface="Cambria Math" panose="02040503050406030204" pitchFamily="18" charset="0"/>
                        <a:ea typeface="Calibri" panose="020F0502020204030204" pitchFamily="34" charset="0"/>
                        <a:cs typeface="Calibri" panose="020F0502020204030204" pitchFamily="34" charset="0"/>
                      </a:rPr>
                      <m:t>1</m:t>
                    </m:r>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marL="342900" indent="-342900">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Calculate the differences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𝑥</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𝜇</m:t>
                        </m:r>
                      </m:e>
                      <m:sub>
                        <m:r>
                          <a:rPr lang="en-GB" sz="1400" i="1" dirty="0">
                            <a:latin typeface="Cambria Math" panose="02040503050406030204" pitchFamily="18" charset="0"/>
                            <a:ea typeface="Cambria Math" panose="02040503050406030204" pitchFamily="18" charset="0"/>
                          </a:rPr>
                          <m:t>0</m:t>
                        </m:r>
                      </m:sub>
                    </m:sSub>
                    <m:r>
                      <a:rPr lang="en-GB" sz="1400" i="1" dirty="0" smtClean="0">
                        <a:latin typeface="Cambria Math" panose="02040503050406030204" pitchFamily="18" charset="0"/>
                        <a:ea typeface="Calibri" panose="020F0502020204030204" pitchFamily="34" charset="0"/>
                        <a:cs typeface="Calibri" panose="020F0502020204030204" pitchFamily="34" charset="0"/>
                      </a:rPr>
                      <m:t>, </m:t>
                    </m:r>
                    <m:r>
                      <a:rPr lang="en-GB" sz="1400" b="0" i="1" dirty="0" smtClean="0">
                        <a:latin typeface="Cambria Math" panose="02040503050406030204" pitchFamily="18" charset="0"/>
                        <a:ea typeface="Calibri" panose="020F0502020204030204" pitchFamily="34" charset="0"/>
                        <a:cs typeface="Calibri" panose="020F0502020204030204" pitchFamily="34" charset="0"/>
                      </a:rPr>
                      <m:t> </m:t>
                    </m:r>
                    <m:r>
                      <a:rPr lang="en-GB" sz="1400" i="1" dirty="0" err="1">
                        <a:latin typeface="Cambria Math" panose="02040503050406030204" pitchFamily="18" charset="0"/>
                        <a:ea typeface="Calibri" panose="020F0502020204030204" pitchFamily="34" charset="0"/>
                        <a:cs typeface="Calibri" panose="020F0502020204030204" pitchFamily="34" charset="0"/>
                      </a:rPr>
                      <m:t>𝑖</m:t>
                    </m:r>
                    <m:r>
                      <a:rPr lang="en-GB" sz="1400" i="1" dirty="0">
                        <a:latin typeface="Cambria Math" panose="02040503050406030204" pitchFamily="18" charset="0"/>
                        <a:ea typeface="Calibri" panose="020F0502020204030204" pitchFamily="34" charset="0"/>
                        <a:cs typeface="Calibri" panose="020F0502020204030204" pitchFamily="34" charset="0"/>
                      </a:rPr>
                      <m:t> = 1, . . . , </m:t>
                    </m:r>
                    <m:r>
                      <a:rPr lang="en-GB" sz="1400" i="1" dirty="0">
                        <a:latin typeface="Cambria Math" panose="02040503050406030204" pitchFamily="18" charset="0"/>
                        <a:ea typeface="Calibri" panose="020F0502020204030204" pitchFamily="34" charset="0"/>
                        <a:cs typeface="Calibri" panose="020F0502020204030204" pitchFamily="34" charset="0"/>
                      </a:rPr>
                      <m:t>𝑛</m:t>
                    </m:r>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marL="342900" indent="-342900">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Rank the absolute differences </a:t>
                </a:r>
                <a14:m>
                  <m:oMath xmlns:m="http://schemas.openxmlformats.org/officeDocument/2006/math">
                    <m:r>
                      <a:rPr lang="en-GB" sz="1400" dirty="0">
                        <a:latin typeface="Cambria Math" panose="02040503050406030204" pitchFamily="18" charset="0"/>
                        <a:ea typeface="Calibri" panose="020F0502020204030204" pitchFamily="34"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𝑥</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𝜇</m:t>
                        </m:r>
                      </m:e>
                      <m:sub>
                        <m:r>
                          <a:rPr lang="en-GB" sz="1400" i="1" dirty="0">
                            <a:latin typeface="Cambria Math" panose="02040503050406030204" pitchFamily="18" charset="0"/>
                            <a:ea typeface="Cambria Math" panose="02040503050406030204" pitchFamily="18" charset="0"/>
                          </a:rPr>
                          <m:t>0</m:t>
                        </m:r>
                      </m:sub>
                    </m:sSub>
                    <m:r>
                      <a:rPr lang="en-GB" sz="1400" b="0" i="1" dirty="0" smtClean="0">
                        <a:latin typeface="Cambria Math" panose="02040503050406030204" pitchFamily="18" charset="0"/>
                        <a:ea typeface="Cambria Math" panose="02040503050406030204" pitchFamily="18"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m:t>
                    </m:r>
                    <m:r>
                      <a:rPr lang="en-GB" sz="1400" b="0" i="1" dirty="0" smtClean="0">
                        <a:latin typeface="Cambria Math" panose="02040503050406030204" pitchFamily="18" charset="0"/>
                        <a:ea typeface="Calibri" panose="020F0502020204030204" pitchFamily="34" charset="0"/>
                        <a:cs typeface="Calibri" panose="020F0502020204030204" pitchFamily="34" charset="0"/>
                      </a:rPr>
                      <m:t> </m:t>
                    </m:r>
                    <m:r>
                      <a:rPr lang="en-GB" sz="1400" i="1" dirty="0" err="1">
                        <a:latin typeface="Cambria Math" panose="02040503050406030204" pitchFamily="18" charset="0"/>
                        <a:ea typeface="Calibri" panose="020F0502020204030204" pitchFamily="34" charset="0"/>
                        <a:cs typeface="Calibri" panose="020F0502020204030204" pitchFamily="34" charset="0"/>
                      </a:rPr>
                      <m:t>𝑖</m:t>
                    </m:r>
                    <m:r>
                      <a:rPr lang="en-GB" sz="1400" i="1" dirty="0">
                        <a:latin typeface="Cambria Math" panose="02040503050406030204" pitchFamily="18" charset="0"/>
                        <a:ea typeface="Calibri" panose="020F0502020204030204" pitchFamily="34" charset="0"/>
                        <a:cs typeface="Calibri" panose="020F0502020204030204" pitchFamily="34" charset="0"/>
                      </a:rPr>
                      <m:t> = 1, . . . , </m:t>
                    </m:r>
                    <m:r>
                      <a:rPr lang="en-GB" sz="1400" i="1" dirty="0">
                        <a:latin typeface="Cambria Math" panose="02040503050406030204" pitchFamily="18" charset="0"/>
                        <a:ea typeface="Calibri" panose="020F0502020204030204" pitchFamily="34" charset="0"/>
                        <a:cs typeface="Calibri" panose="020F0502020204030204" pitchFamily="34" charset="0"/>
                      </a:rPr>
                      <m:t>𝑛</m:t>
                    </m:r>
                    <m:r>
                      <a:rPr lang="en-GB" sz="1400" i="1" dirty="0">
                        <a:latin typeface="Cambria Math" panose="02040503050406030204" pitchFamily="18" charset="0"/>
                        <a:ea typeface="Calibri" panose="020F0502020204030204" pitchFamily="34" charset="0"/>
                        <a:cs typeface="Calibri" panose="020F0502020204030204" pitchFamily="34" charset="0"/>
                      </a:rPr>
                      <m:t> </m:t>
                    </m:r>
                  </m:oMath>
                </a14:m>
                <a:r>
                  <a:rPr lang="en-GB" sz="1400" dirty="0">
                    <a:latin typeface="Calibri" panose="020F0502020204030204" pitchFamily="34" charset="0"/>
                    <a:ea typeface="Calibri" panose="020F0502020204030204" pitchFamily="34" charset="0"/>
                    <a:cs typeface="Calibri" panose="020F0502020204030204" pitchFamily="34" charset="0"/>
                  </a:rPr>
                  <a:t>in ascending order. </a:t>
                </a:r>
              </a:p>
              <a:p>
                <a:pPr marL="342900" indent="-342900">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Label the ranks with the signs of their corresponding differences.</a:t>
                </a:r>
              </a:p>
              <a:p>
                <a:pPr marL="342900" indent="-342900">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Sum the ranks corresponding to positive differences to obtain the value </a:t>
                </a:r>
                <a14:m>
                  <m:oMath xmlns:m="http://schemas.openxmlformats.org/officeDocument/2006/math">
                    <m:sSub>
                      <m:sSubPr>
                        <m:ctrlPr>
                          <a:rPr lang="en-GB" sz="1400" i="1" dirty="0">
                            <a:latin typeface="Cambria Math" panose="02040503050406030204" pitchFamily="18" charset="0"/>
                            <a:ea typeface="Cambria Math" panose="02040503050406030204" pitchFamily="18" charset="0"/>
                          </a:rPr>
                        </m:ctrlPr>
                      </m:sSubPr>
                      <m:e>
                        <m:r>
                          <a:rPr lang="en-GB" sz="1400" b="0" i="1" dirty="0" smtClean="0">
                            <a:latin typeface="Cambria Math" panose="02040503050406030204" pitchFamily="18" charset="0"/>
                            <a:ea typeface="Cambria Math" panose="02040503050406030204" pitchFamily="18" charset="0"/>
                          </a:rPr>
                          <m:t>𝑆</m:t>
                        </m:r>
                      </m:e>
                      <m:sub>
                        <m:r>
                          <a:rPr lang="en-GB" sz="1400" b="0" i="1" smtClean="0">
                            <a:latin typeface="Cambria Math" panose="02040503050406030204" pitchFamily="18" charset="0"/>
                            <a:ea typeface="Cambria Math" panose="02040503050406030204" pitchFamily="18" charset="0"/>
                            <a:cs typeface="Calibri" panose="020F0502020204030204" pitchFamily="34" charset="0"/>
                          </a:rPr>
                          <m:t>𝑃</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12" name="TextBox 11">
                <a:extLst>
                  <a:ext uri="{FF2B5EF4-FFF2-40B4-BE49-F238E27FC236}">
                    <a16:creationId xmlns:a16="http://schemas.microsoft.com/office/drawing/2014/main" id="{F860F8F6-2431-9151-8981-B817BF7FD362}"/>
                  </a:ext>
                </a:extLst>
              </p:cNvPr>
              <p:cNvSpPr txBox="1">
                <a:spLocks noRot="1" noChangeAspect="1" noMove="1" noResize="1" noEditPoints="1" noAdjustHandles="1" noChangeArrowheads="1" noChangeShapeType="1" noTextEdit="1"/>
              </p:cNvSpPr>
              <p:nvPr/>
            </p:nvSpPr>
            <p:spPr>
              <a:xfrm>
                <a:off x="186596" y="2298183"/>
                <a:ext cx="8716558" cy="2154436"/>
              </a:xfrm>
              <a:prstGeom prst="rect">
                <a:avLst/>
              </a:prstGeom>
              <a:blipFill>
                <a:blip r:embed="rId4"/>
                <a:stretch>
                  <a:fillRect l="-280" t="-567" b="-2266"/>
                </a:stretch>
              </a:blipFill>
            </p:spPr>
            <p:txBody>
              <a:bodyPr/>
              <a:lstStyle/>
              <a:p>
                <a:r>
                  <a:rPr lang="en-GB">
                    <a:noFill/>
                  </a:rPr>
                  <a:t> </a:t>
                </a:r>
              </a:p>
            </p:txBody>
          </p:sp>
        </mc:Fallback>
      </mc:AlternateContent>
    </p:spTree>
    <p:extLst>
      <p:ext uri="{BB962C8B-B14F-4D97-AF65-F5344CB8AC3E}">
        <p14:creationId xmlns:p14="http://schemas.microsoft.com/office/powerpoint/2010/main" val="717684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32C066A3-A0C2-F85A-8CEB-69D36C0574CD}"/>
              </a:ext>
            </a:extLst>
          </p:cNvPr>
          <p:cNvSpPr txBox="1"/>
          <p:nvPr/>
        </p:nvSpPr>
        <p:spPr>
          <a:xfrm>
            <a:off x="186596" y="690881"/>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Wilcoxon signed-rank test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60F8F6-2431-9151-8981-B817BF7FD362}"/>
                  </a:ext>
                </a:extLst>
              </p:cNvPr>
              <p:cNvSpPr txBox="1"/>
              <p:nvPr/>
            </p:nvSpPr>
            <p:spPr>
              <a:xfrm>
                <a:off x="186596" y="1050929"/>
                <a:ext cx="8716558" cy="1184940"/>
              </a:xfrm>
              <a:prstGeom prst="rect">
                <a:avLst/>
              </a:prstGeom>
              <a:noFill/>
            </p:spPr>
            <p:txBody>
              <a:bodyPr wrap="square">
                <a:spAutoFit/>
              </a:bodyPr>
              <a:lstStyle/>
              <a:p>
                <a:pPr>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The test procedure continued…</a:t>
                </a:r>
              </a:p>
              <a:p>
                <a:pPr marL="342900" indent="-342900">
                  <a:spcAft>
                    <a:spcPts val="600"/>
                  </a:spcAft>
                  <a:buFont typeface="+mj-lt"/>
                  <a:buAutoNum type="arabicPeriod" startAt="6"/>
                </a:pPr>
                <a:r>
                  <a:rPr lang="en-GB" sz="1400" dirty="0">
                    <a:latin typeface="Calibri" panose="020F0502020204030204" pitchFamily="34" charset="0"/>
                    <a:ea typeface="Calibri" panose="020F0502020204030204" pitchFamily="34" charset="0"/>
                    <a:cs typeface="Calibri" panose="020F0502020204030204" pitchFamily="34" charset="0"/>
                  </a:rPr>
                  <a:t>Sum the ranks corresponding to negative differences to obtain the value </a:t>
                </a:r>
                <a14:m>
                  <m:oMath xmlns:m="http://schemas.openxmlformats.org/officeDocument/2006/math">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𝑆</m:t>
                        </m:r>
                      </m:e>
                      <m:sub>
                        <m:r>
                          <a:rPr lang="en-GB" sz="1400" i="1" dirty="0">
                            <a:latin typeface="Cambria Math" panose="02040503050406030204" pitchFamily="18" charset="0"/>
                            <a:ea typeface="Cambria Math" panose="02040503050406030204" pitchFamily="18" charset="0"/>
                          </a:rPr>
                          <m:t>𝑁</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marL="342900" indent="-342900">
                  <a:spcAft>
                    <a:spcPts val="600"/>
                  </a:spcAft>
                  <a:buAutoNum type="arabicPeriod" startAt="6"/>
                </a:pPr>
                <a:r>
                  <a:rPr lang="en-GB" sz="1400" dirty="0">
                    <a:latin typeface="Calibri" panose="020F0502020204030204" pitchFamily="34" charset="0"/>
                    <a:ea typeface="Calibri" panose="020F0502020204030204" pitchFamily="34" charset="0"/>
                    <a:cs typeface="Calibri" panose="020F0502020204030204" pitchFamily="34" charset="0"/>
                  </a:rPr>
                  <a:t>Let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𝑆</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r>
                      <m:rPr>
                        <m:sty m:val="p"/>
                      </m:rPr>
                      <a:rPr lang="en-GB" sz="1400" i="1" dirty="0" smtClean="0">
                        <a:latin typeface="Cambria Math" panose="02040503050406030204" pitchFamily="18" charset="0"/>
                        <a:ea typeface="Calibri" panose="020F0502020204030204" pitchFamily="34" charset="0"/>
                        <a:cs typeface="Calibri" panose="020F0502020204030204" pitchFamily="34" charset="0"/>
                      </a:rPr>
                      <m:t>min</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𝑆</m:t>
                        </m:r>
                      </m:e>
                      <m:sub>
                        <m:r>
                          <a:rPr lang="en-GB" sz="1400" i="1">
                            <a:latin typeface="Cambria Math" panose="02040503050406030204" pitchFamily="18" charset="0"/>
                            <a:ea typeface="Cambria Math" panose="02040503050406030204" pitchFamily="18" charset="0"/>
                            <a:cs typeface="Calibri" panose="020F0502020204030204" pitchFamily="34" charset="0"/>
                          </a:rPr>
                          <m:t>𝑃</m:t>
                        </m:r>
                      </m:sub>
                    </m:sSub>
                    <m:r>
                      <a:rPr lang="en-GB" sz="14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𝑆</m:t>
                        </m:r>
                      </m:e>
                      <m:sub>
                        <m:r>
                          <a:rPr lang="en-GB" sz="1400" i="1" dirty="0">
                            <a:latin typeface="Cambria Math" panose="02040503050406030204" pitchFamily="18" charset="0"/>
                            <a:ea typeface="Cambria Math" panose="02040503050406030204" pitchFamily="18" charset="0"/>
                          </a:rPr>
                          <m:t>𝑁</m:t>
                        </m:r>
                      </m:sub>
                    </m:sSub>
                    <m:r>
                      <a:rPr lang="en-GB" sz="1400" i="1" dirty="0" smtClean="0">
                        <a:latin typeface="Cambria Math" panose="02040503050406030204" pitchFamily="18" charset="0"/>
                        <a:ea typeface="Calibri" panose="020F0502020204030204" pitchFamily="34" charset="0"/>
                        <a:cs typeface="Calibri" panose="020F0502020204030204" pitchFamily="34" charset="0"/>
                      </a:rPr>
                      <m:t>). </m:t>
                    </m:r>
                  </m:oMath>
                </a14:m>
                <a:endParaRPr lang="en-GB" sz="1400" dirty="0">
                  <a:latin typeface="Calibri" panose="020F0502020204030204" pitchFamily="34" charset="0"/>
                  <a:ea typeface="Calibri" panose="020F0502020204030204" pitchFamily="34" charset="0"/>
                  <a:cs typeface="Calibri" panose="020F0502020204030204" pitchFamily="34" charset="0"/>
                </a:endParaRPr>
              </a:p>
              <a:p>
                <a:pPr marL="342900" indent="-342900">
                  <a:spcAft>
                    <a:spcPts val="600"/>
                  </a:spcAft>
                  <a:buAutoNum type="arabicPeriod" startAt="6"/>
                </a:pPr>
                <a:r>
                  <a:rPr lang="en-GB" sz="1400" dirty="0">
                    <a:latin typeface="Calibri" panose="020F0502020204030204" pitchFamily="34" charset="0"/>
                    <a:ea typeface="Calibri" panose="020F0502020204030204" pitchFamily="34" charset="0"/>
                    <a:cs typeface="Calibri" panose="020F0502020204030204" pitchFamily="34" charset="0"/>
                  </a:rPr>
                  <a:t>Use the table below to reject (if appropriate) the null hypothesis as follows: </a:t>
                </a:r>
              </a:p>
            </p:txBody>
          </p:sp>
        </mc:Choice>
        <mc:Fallback xmlns="">
          <p:sp>
            <p:nvSpPr>
              <p:cNvPr id="12" name="TextBox 11">
                <a:extLst>
                  <a:ext uri="{FF2B5EF4-FFF2-40B4-BE49-F238E27FC236}">
                    <a16:creationId xmlns:a16="http://schemas.microsoft.com/office/drawing/2014/main" id="{F860F8F6-2431-9151-8981-B817BF7FD362}"/>
                  </a:ext>
                </a:extLst>
              </p:cNvPr>
              <p:cNvSpPr txBox="1">
                <a:spLocks noRot="1" noChangeAspect="1" noMove="1" noResize="1" noEditPoints="1" noAdjustHandles="1" noChangeArrowheads="1" noChangeShapeType="1" noTextEdit="1"/>
              </p:cNvSpPr>
              <p:nvPr/>
            </p:nvSpPr>
            <p:spPr>
              <a:xfrm>
                <a:off x="186596" y="1050929"/>
                <a:ext cx="8716558" cy="1184940"/>
              </a:xfrm>
              <a:prstGeom prst="rect">
                <a:avLst/>
              </a:prstGeom>
              <a:blipFill>
                <a:blip r:embed="rId3"/>
                <a:stretch>
                  <a:fillRect l="-280" t="-513" b="-4615"/>
                </a:stretch>
              </a:blipFill>
            </p:spPr>
            <p:txBody>
              <a:bodyPr/>
              <a:lstStyle/>
              <a:p>
                <a:r>
                  <a:rPr lang="en-GB">
                    <a:noFill/>
                  </a:rPr>
                  <a:t> </a:t>
                </a:r>
              </a:p>
            </p:txBody>
          </p:sp>
        </mc:Fallback>
      </mc:AlternateContent>
      <p:pic>
        <p:nvPicPr>
          <p:cNvPr id="14" name="Picture 13">
            <a:extLst>
              <a:ext uri="{FF2B5EF4-FFF2-40B4-BE49-F238E27FC236}">
                <a16:creationId xmlns:a16="http://schemas.microsoft.com/office/drawing/2014/main" id="{EAC00A9B-727E-28C9-189C-8DC16C36202C}"/>
              </a:ext>
            </a:extLst>
          </p:cNvPr>
          <p:cNvPicPr>
            <a:picLocks noChangeAspect="1"/>
          </p:cNvPicPr>
          <p:nvPr/>
        </p:nvPicPr>
        <p:blipFill>
          <a:blip r:embed="rId4"/>
          <a:stretch>
            <a:fillRect/>
          </a:stretch>
        </p:blipFill>
        <p:spPr>
          <a:xfrm>
            <a:off x="186596" y="2417968"/>
            <a:ext cx="3113994" cy="1745818"/>
          </a:xfrm>
          <a:prstGeom prst="rect">
            <a:avLst/>
          </a:prstGeom>
        </p:spPr>
      </p:pic>
      <p:pic>
        <p:nvPicPr>
          <p:cNvPr id="16" name="Picture 15">
            <a:extLst>
              <a:ext uri="{FF2B5EF4-FFF2-40B4-BE49-F238E27FC236}">
                <a16:creationId xmlns:a16="http://schemas.microsoft.com/office/drawing/2014/main" id="{745A2EC9-BE6A-E028-3799-F1F39E74ED3A}"/>
              </a:ext>
            </a:extLst>
          </p:cNvPr>
          <p:cNvPicPr>
            <a:picLocks noChangeAspect="1"/>
          </p:cNvPicPr>
          <p:nvPr/>
        </p:nvPicPr>
        <p:blipFill>
          <a:blip r:embed="rId5"/>
          <a:stretch>
            <a:fillRect/>
          </a:stretch>
        </p:blipFill>
        <p:spPr>
          <a:xfrm>
            <a:off x="3522505" y="2267656"/>
            <a:ext cx="3135056" cy="2046442"/>
          </a:xfrm>
          <a:prstGeom prst="rect">
            <a:avLst/>
          </a:prstGeom>
        </p:spPr>
      </p:pic>
      <p:pic>
        <p:nvPicPr>
          <p:cNvPr id="18" name="Picture 17">
            <a:extLst>
              <a:ext uri="{FF2B5EF4-FFF2-40B4-BE49-F238E27FC236}">
                <a16:creationId xmlns:a16="http://schemas.microsoft.com/office/drawing/2014/main" id="{BC48E165-88CD-8083-F7BE-2F9E93DBF208}"/>
              </a:ext>
            </a:extLst>
          </p:cNvPr>
          <p:cNvPicPr>
            <a:picLocks noChangeAspect="1"/>
          </p:cNvPicPr>
          <p:nvPr/>
        </p:nvPicPr>
        <p:blipFill>
          <a:blip r:embed="rId6"/>
          <a:stretch>
            <a:fillRect/>
          </a:stretch>
        </p:blipFill>
        <p:spPr>
          <a:xfrm>
            <a:off x="6489493" y="2566064"/>
            <a:ext cx="2413661" cy="1449625"/>
          </a:xfrm>
          <a:prstGeom prst="rect">
            <a:avLst/>
          </a:prstGeom>
        </p:spPr>
      </p:pic>
    </p:spTree>
    <p:extLst>
      <p:ext uri="{BB962C8B-B14F-4D97-AF65-F5344CB8AC3E}">
        <p14:creationId xmlns:p14="http://schemas.microsoft.com/office/powerpoint/2010/main" val="219301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32C066A3-A0C2-F85A-8CEB-69D36C0574CD}"/>
              </a:ext>
            </a:extLst>
          </p:cNvPr>
          <p:cNvSpPr txBox="1"/>
          <p:nvPr/>
        </p:nvSpPr>
        <p:spPr>
          <a:xfrm>
            <a:off x="186596" y="690881"/>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Wilcoxon signed-rank test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60F8F6-2431-9151-8981-B817BF7FD362}"/>
                  </a:ext>
                </a:extLst>
              </p:cNvPr>
              <p:cNvSpPr txBox="1"/>
              <p:nvPr/>
            </p:nvSpPr>
            <p:spPr>
              <a:xfrm>
                <a:off x="186596" y="1050929"/>
                <a:ext cx="8716558" cy="1184940"/>
              </a:xfrm>
              <a:prstGeom prst="rect">
                <a:avLst/>
              </a:prstGeom>
              <a:noFill/>
            </p:spPr>
            <p:txBody>
              <a:bodyPr wrap="square">
                <a:spAutoFit/>
              </a:bodyPr>
              <a:lstStyle/>
              <a:p>
                <a:pPr>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The test procedure continued…</a:t>
                </a:r>
              </a:p>
              <a:p>
                <a:pPr marL="342900" indent="-342900">
                  <a:spcAft>
                    <a:spcPts val="600"/>
                  </a:spcAft>
                  <a:buFont typeface="+mj-lt"/>
                  <a:buAutoNum type="arabicPeriod" startAt="6"/>
                </a:pPr>
                <a:r>
                  <a:rPr lang="en-GB" sz="1400" dirty="0">
                    <a:latin typeface="Calibri" panose="020F0502020204030204" pitchFamily="34" charset="0"/>
                    <a:ea typeface="Calibri" panose="020F0502020204030204" pitchFamily="34" charset="0"/>
                    <a:cs typeface="Calibri" panose="020F0502020204030204" pitchFamily="34" charset="0"/>
                  </a:rPr>
                  <a:t>Sum the ranks corresponding to negative differences to obtain the value </a:t>
                </a:r>
                <a14:m>
                  <m:oMath xmlns:m="http://schemas.openxmlformats.org/officeDocument/2006/math">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𝑆</m:t>
                        </m:r>
                      </m:e>
                      <m:sub>
                        <m:r>
                          <a:rPr lang="en-GB" sz="1400" i="1" dirty="0">
                            <a:latin typeface="Cambria Math" panose="02040503050406030204" pitchFamily="18" charset="0"/>
                            <a:ea typeface="Cambria Math" panose="02040503050406030204" pitchFamily="18" charset="0"/>
                          </a:rPr>
                          <m:t>𝑁</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marL="342900" indent="-342900">
                  <a:spcAft>
                    <a:spcPts val="600"/>
                  </a:spcAft>
                  <a:buAutoNum type="arabicPeriod" startAt="6"/>
                </a:pPr>
                <a:r>
                  <a:rPr lang="en-GB" sz="1400" dirty="0">
                    <a:latin typeface="Calibri" panose="020F0502020204030204" pitchFamily="34" charset="0"/>
                    <a:ea typeface="Calibri" panose="020F0502020204030204" pitchFamily="34" charset="0"/>
                    <a:cs typeface="Calibri" panose="020F0502020204030204" pitchFamily="34" charset="0"/>
                  </a:rPr>
                  <a:t>Let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𝑆</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r>
                      <m:rPr>
                        <m:sty m:val="p"/>
                      </m:rPr>
                      <a:rPr lang="en-GB" sz="1400" i="1" dirty="0" smtClean="0">
                        <a:latin typeface="Cambria Math" panose="02040503050406030204" pitchFamily="18" charset="0"/>
                        <a:ea typeface="Calibri" panose="020F0502020204030204" pitchFamily="34" charset="0"/>
                        <a:cs typeface="Calibri" panose="020F0502020204030204" pitchFamily="34" charset="0"/>
                      </a:rPr>
                      <m:t>min</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𝑆</m:t>
                        </m:r>
                      </m:e>
                      <m:sub>
                        <m:r>
                          <a:rPr lang="en-GB" sz="1400" i="1">
                            <a:latin typeface="Cambria Math" panose="02040503050406030204" pitchFamily="18" charset="0"/>
                            <a:ea typeface="Cambria Math" panose="02040503050406030204" pitchFamily="18" charset="0"/>
                            <a:cs typeface="Calibri" panose="020F0502020204030204" pitchFamily="34" charset="0"/>
                          </a:rPr>
                          <m:t>𝑃</m:t>
                        </m:r>
                      </m:sub>
                    </m:sSub>
                    <m:r>
                      <a:rPr lang="en-GB" sz="14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𝑆</m:t>
                        </m:r>
                      </m:e>
                      <m:sub>
                        <m:r>
                          <a:rPr lang="en-GB" sz="1400" i="1" dirty="0">
                            <a:latin typeface="Cambria Math" panose="02040503050406030204" pitchFamily="18" charset="0"/>
                            <a:ea typeface="Cambria Math" panose="02040503050406030204" pitchFamily="18" charset="0"/>
                          </a:rPr>
                          <m:t>𝑁</m:t>
                        </m:r>
                      </m:sub>
                    </m:sSub>
                    <m:r>
                      <a:rPr lang="en-GB" sz="1400" i="1" dirty="0" smtClean="0">
                        <a:latin typeface="Cambria Math" panose="02040503050406030204" pitchFamily="18" charset="0"/>
                        <a:ea typeface="Calibri" panose="020F0502020204030204" pitchFamily="34" charset="0"/>
                        <a:cs typeface="Calibri" panose="020F0502020204030204" pitchFamily="34" charset="0"/>
                      </a:rPr>
                      <m:t>). </m:t>
                    </m:r>
                  </m:oMath>
                </a14:m>
                <a:endParaRPr lang="en-GB" sz="1400" dirty="0">
                  <a:latin typeface="Calibri" panose="020F0502020204030204" pitchFamily="34" charset="0"/>
                  <a:ea typeface="Calibri" panose="020F0502020204030204" pitchFamily="34" charset="0"/>
                  <a:cs typeface="Calibri" panose="020F0502020204030204" pitchFamily="34" charset="0"/>
                </a:endParaRPr>
              </a:p>
              <a:p>
                <a:pPr marL="342900" indent="-342900">
                  <a:spcAft>
                    <a:spcPts val="600"/>
                  </a:spcAft>
                  <a:buAutoNum type="arabicPeriod" startAt="6"/>
                </a:pPr>
                <a:r>
                  <a:rPr lang="en-GB" sz="1400" dirty="0">
                    <a:latin typeface="Calibri" panose="020F0502020204030204" pitchFamily="34" charset="0"/>
                    <a:ea typeface="Calibri" panose="020F0502020204030204" pitchFamily="34" charset="0"/>
                    <a:cs typeface="Calibri" panose="020F0502020204030204" pitchFamily="34" charset="0"/>
                  </a:rPr>
                  <a:t>Use the table below to reject (if appropriate) the null hypothesis as follows: </a:t>
                </a:r>
              </a:p>
            </p:txBody>
          </p:sp>
        </mc:Choice>
        <mc:Fallback xmlns="">
          <p:sp>
            <p:nvSpPr>
              <p:cNvPr id="12" name="TextBox 11">
                <a:extLst>
                  <a:ext uri="{FF2B5EF4-FFF2-40B4-BE49-F238E27FC236}">
                    <a16:creationId xmlns:a16="http://schemas.microsoft.com/office/drawing/2014/main" id="{F860F8F6-2431-9151-8981-B817BF7FD362}"/>
                  </a:ext>
                </a:extLst>
              </p:cNvPr>
              <p:cNvSpPr txBox="1">
                <a:spLocks noRot="1" noChangeAspect="1" noMove="1" noResize="1" noEditPoints="1" noAdjustHandles="1" noChangeArrowheads="1" noChangeShapeType="1" noTextEdit="1"/>
              </p:cNvSpPr>
              <p:nvPr/>
            </p:nvSpPr>
            <p:spPr>
              <a:xfrm>
                <a:off x="186596" y="1050929"/>
                <a:ext cx="8716558" cy="1184940"/>
              </a:xfrm>
              <a:prstGeom prst="rect">
                <a:avLst/>
              </a:prstGeom>
              <a:blipFill>
                <a:blip r:embed="rId3"/>
                <a:stretch>
                  <a:fillRect l="-280" t="-513" b="-4615"/>
                </a:stretch>
              </a:blipFill>
            </p:spPr>
            <p:txBody>
              <a:bodyPr/>
              <a:lstStyle/>
              <a:p>
                <a:r>
                  <a:rPr lang="en-GB">
                    <a:noFill/>
                  </a:rPr>
                  <a:t> </a:t>
                </a:r>
              </a:p>
            </p:txBody>
          </p:sp>
        </mc:Fallback>
      </mc:AlternateContent>
      <p:pic>
        <p:nvPicPr>
          <p:cNvPr id="14" name="Picture 13">
            <a:extLst>
              <a:ext uri="{FF2B5EF4-FFF2-40B4-BE49-F238E27FC236}">
                <a16:creationId xmlns:a16="http://schemas.microsoft.com/office/drawing/2014/main" id="{EAC00A9B-727E-28C9-189C-8DC16C36202C}"/>
              </a:ext>
            </a:extLst>
          </p:cNvPr>
          <p:cNvPicPr>
            <a:picLocks noChangeAspect="1"/>
          </p:cNvPicPr>
          <p:nvPr/>
        </p:nvPicPr>
        <p:blipFill>
          <a:blip r:embed="rId4"/>
          <a:stretch>
            <a:fillRect/>
          </a:stretch>
        </p:blipFill>
        <p:spPr>
          <a:xfrm>
            <a:off x="186596" y="2417968"/>
            <a:ext cx="3113994" cy="1745818"/>
          </a:xfrm>
          <a:prstGeom prst="rect">
            <a:avLst/>
          </a:prstGeom>
        </p:spPr>
      </p:pic>
      <p:pic>
        <p:nvPicPr>
          <p:cNvPr id="16" name="Picture 15">
            <a:extLst>
              <a:ext uri="{FF2B5EF4-FFF2-40B4-BE49-F238E27FC236}">
                <a16:creationId xmlns:a16="http://schemas.microsoft.com/office/drawing/2014/main" id="{745A2EC9-BE6A-E028-3799-F1F39E74ED3A}"/>
              </a:ext>
            </a:extLst>
          </p:cNvPr>
          <p:cNvPicPr>
            <a:picLocks noChangeAspect="1"/>
          </p:cNvPicPr>
          <p:nvPr/>
        </p:nvPicPr>
        <p:blipFill>
          <a:blip r:embed="rId5"/>
          <a:stretch>
            <a:fillRect/>
          </a:stretch>
        </p:blipFill>
        <p:spPr>
          <a:xfrm>
            <a:off x="3522505" y="2267656"/>
            <a:ext cx="3135056" cy="2046442"/>
          </a:xfrm>
          <a:prstGeom prst="rect">
            <a:avLst/>
          </a:prstGeom>
        </p:spPr>
      </p:pic>
      <p:pic>
        <p:nvPicPr>
          <p:cNvPr id="18" name="Picture 17">
            <a:extLst>
              <a:ext uri="{FF2B5EF4-FFF2-40B4-BE49-F238E27FC236}">
                <a16:creationId xmlns:a16="http://schemas.microsoft.com/office/drawing/2014/main" id="{BC48E165-88CD-8083-F7BE-2F9E93DBF208}"/>
              </a:ext>
            </a:extLst>
          </p:cNvPr>
          <p:cNvPicPr>
            <a:picLocks noChangeAspect="1"/>
          </p:cNvPicPr>
          <p:nvPr/>
        </p:nvPicPr>
        <p:blipFill>
          <a:blip r:embed="rId6"/>
          <a:stretch>
            <a:fillRect/>
          </a:stretch>
        </p:blipFill>
        <p:spPr>
          <a:xfrm>
            <a:off x="6489493" y="2566064"/>
            <a:ext cx="2413661" cy="1449625"/>
          </a:xfrm>
          <a:prstGeom prst="rect">
            <a:avLst/>
          </a:prstGeom>
        </p:spPr>
      </p:pic>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EC9D4FFA-D33B-FB5C-1106-EBC8D172A544}"/>
                  </a:ext>
                </a:extLst>
              </p14:cNvPr>
              <p14:cNvContentPartPr/>
              <p14:nvPr/>
            </p14:nvContentPartPr>
            <p14:xfrm>
              <a:off x="5121720" y="1749600"/>
              <a:ext cx="2957760" cy="1487520"/>
            </p14:xfrm>
          </p:contentPart>
        </mc:Choice>
        <mc:Fallback xmlns="">
          <p:pic>
            <p:nvPicPr>
              <p:cNvPr id="2" name="Ink 1">
                <a:extLst>
                  <a:ext uri="{FF2B5EF4-FFF2-40B4-BE49-F238E27FC236}">
                    <a16:creationId xmlns:a16="http://schemas.microsoft.com/office/drawing/2014/main" id="{EC9D4FFA-D33B-FB5C-1106-EBC8D172A544}"/>
                  </a:ext>
                </a:extLst>
              </p:cNvPr>
              <p:cNvPicPr/>
              <p:nvPr/>
            </p:nvPicPr>
            <p:blipFill>
              <a:blip r:embed="rId8"/>
              <a:stretch>
                <a:fillRect/>
              </a:stretch>
            </p:blipFill>
            <p:spPr>
              <a:xfrm>
                <a:off x="5112360" y="1740240"/>
                <a:ext cx="2976480" cy="1506240"/>
              </a:xfrm>
              <a:prstGeom prst="rect">
                <a:avLst/>
              </a:prstGeom>
            </p:spPr>
          </p:pic>
        </mc:Fallback>
      </mc:AlternateContent>
    </p:spTree>
    <p:extLst>
      <p:ext uri="{BB962C8B-B14F-4D97-AF65-F5344CB8AC3E}">
        <p14:creationId xmlns:p14="http://schemas.microsoft.com/office/powerpoint/2010/main" val="170518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D9BDF8E3-4F6B-3494-5E48-16EFA88F9FBB}"/>
              </a:ext>
            </a:extLst>
          </p:cNvPr>
          <p:cNvSpPr txBox="1"/>
          <p:nvPr/>
        </p:nvSpPr>
        <p:spPr>
          <a:xfrm>
            <a:off x="186595" y="750732"/>
            <a:ext cx="8672097" cy="1231106"/>
          </a:xfrm>
          <a:prstGeom prst="rect">
            <a:avLst/>
          </a:prstGeom>
          <a:noFill/>
        </p:spPr>
        <p:txBody>
          <a:bodyPr wrap="square">
            <a:spAutoFit/>
          </a:bodyPr>
          <a:lstStyle/>
          <a:p>
            <a:pPr>
              <a:spcBef>
                <a:spcPts val="600"/>
              </a:spcBef>
              <a:spcAft>
                <a:spcPts val="600"/>
              </a:spcAft>
            </a:pPr>
            <a:r>
              <a:rPr lang="en-GB" b="1" dirty="0"/>
              <a:t>Example 3</a:t>
            </a:r>
          </a:p>
          <a:p>
            <a:pPr algn="just">
              <a:spcBef>
                <a:spcPts val="600"/>
              </a:spcBef>
              <a:spcAft>
                <a:spcPts val="600"/>
              </a:spcAft>
            </a:pPr>
            <a:r>
              <a:rPr lang="en-GB" dirty="0"/>
              <a:t>Use the Wilcoxon signed-rank test to decide (at the 5% level of significance) whether the hypothesis in Example 1 that the median compressive strength of the insulating blocks is at least 1000 psi is acceptable.</a:t>
            </a:r>
          </a:p>
          <a:p>
            <a:pPr algn="just">
              <a:spcBef>
                <a:spcPts val="600"/>
              </a:spcBef>
              <a:spcAft>
                <a:spcPts val="600"/>
              </a:spcAft>
            </a:pPr>
            <a:r>
              <a:rPr lang="en-GB" b="1" dirty="0">
                <a:solidFill>
                  <a:srgbClr val="FF0000"/>
                </a:solidFill>
              </a:rPr>
              <a:t>Solution</a:t>
            </a:r>
          </a:p>
        </p:txBody>
      </p:sp>
      <p:grpSp>
        <p:nvGrpSpPr>
          <p:cNvPr id="4" name="Group 3">
            <a:extLst>
              <a:ext uri="{FF2B5EF4-FFF2-40B4-BE49-F238E27FC236}">
                <a16:creationId xmlns:a16="http://schemas.microsoft.com/office/drawing/2014/main" id="{DE3D9FE9-2852-B1D2-4BA1-3ED037FF3599}"/>
              </a:ext>
            </a:extLst>
          </p:cNvPr>
          <p:cNvGrpSpPr/>
          <p:nvPr/>
        </p:nvGrpSpPr>
        <p:grpSpPr>
          <a:xfrm>
            <a:off x="474480" y="1555295"/>
            <a:ext cx="8384213" cy="2881993"/>
            <a:chOff x="474480" y="1555295"/>
            <a:chExt cx="8384213" cy="2881993"/>
          </a:xfrm>
        </p:grpSpPr>
        <p:pic>
          <p:nvPicPr>
            <p:cNvPr id="7" name="Picture 6">
              <a:extLst>
                <a:ext uri="{FF2B5EF4-FFF2-40B4-BE49-F238E27FC236}">
                  <a16:creationId xmlns:a16="http://schemas.microsoft.com/office/drawing/2014/main" id="{FC09B0A5-0965-0E96-4931-CBD225379708}"/>
                </a:ext>
              </a:extLst>
            </p:cNvPr>
            <p:cNvPicPr>
              <a:picLocks noChangeAspect="1"/>
            </p:cNvPicPr>
            <p:nvPr/>
          </p:nvPicPr>
          <p:blipFill>
            <a:blip r:embed="rId3"/>
            <a:stretch>
              <a:fillRect/>
            </a:stretch>
          </p:blipFill>
          <p:spPr>
            <a:xfrm>
              <a:off x="5566509" y="1555295"/>
              <a:ext cx="3292184" cy="2881993"/>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C1321B2-103E-6FEC-874B-44964BE0232B}"/>
                    </a:ext>
                  </a:extLst>
                </p14:cNvPr>
                <p14:cNvContentPartPr/>
                <p14:nvPr/>
              </p14:nvContentPartPr>
              <p14:xfrm>
                <a:off x="474480" y="1682280"/>
                <a:ext cx="4973400" cy="2485440"/>
              </p14:xfrm>
            </p:contentPart>
          </mc:Choice>
          <mc:Fallback xmlns="">
            <p:pic>
              <p:nvPicPr>
                <p:cNvPr id="2" name="Ink 1">
                  <a:extLst>
                    <a:ext uri="{FF2B5EF4-FFF2-40B4-BE49-F238E27FC236}">
                      <a16:creationId xmlns:a16="http://schemas.microsoft.com/office/drawing/2014/main" id="{7C1321B2-103E-6FEC-874B-44964BE0232B}"/>
                    </a:ext>
                  </a:extLst>
                </p:cNvPr>
                <p:cNvPicPr/>
                <p:nvPr/>
              </p:nvPicPr>
              <p:blipFill>
                <a:blip r:embed="rId5"/>
                <a:stretch>
                  <a:fillRect/>
                </a:stretch>
              </p:blipFill>
              <p:spPr>
                <a:xfrm>
                  <a:off x="465120" y="1672920"/>
                  <a:ext cx="4992120" cy="2504160"/>
                </a:xfrm>
                <a:prstGeom prst="rect">
                  <a:avLst/>
                </a:prstGeom>
              </p:spPr>
            </p:pic>
          </mc:Fallback>
        </mc:AlternateContent>
      </p:grpSp>
    </p:spTree>
    <p:extLst>
      <p:ext uri="{BB962C8B-B14F-4D97-AF65-F5344CB8AC3E}">
        <p14:creationId xmlns:p14="http://schemas.microsoft.com/office/powerpoint/2010/main" val="300127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9A242CED-061E-4877-F1D2-77F754A904EF}"/>
              </a:ext>
            </a:extLst>
          </p:cNvPr>
          <p:cNvSpPr txBox="1"/>
          <p:nvPr/>
        </p:nvSpPr>
        <p:spPr>
          <a:xfrm>
            <a:off x="186596" y="677929"/>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Wilcoxon signed-rank test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59DD0E9-B79E-9EA2-6EC6-3683B3B2D431}"/>
                  </a:ext>
                </a:extLst>
              </p:cNvPr>
              <p:cNvSpPr txBox="1"/>
              <p:nvPr/>
            </p:nvSpPr>
            <p:spPr>
              <a:xfrm>
                <a:off x="186596" y="1102236"/>
                <a:ext cx="8672096" cy="1261884"/>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Investigations have shown that the Wilcoxon signed-rank test is never much worse than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 In the case of non-normal populations, it may be rather better</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Wilcoxon signed-rank test may be seen as a useful alternative to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especially when doubt is cast on the normality of the underlying distribution.</a:t>
                </a:r>
              </a:p>
            </p:txBody>
          </p:sp>
        </mc:Choice>
        <mc:Fallback xmlns="">
          <p:sp>
            <p:nvSpPr>
              <p:cNvPr id="8" name="TextBox 7">
                <a:extLst>
                  <a:ext uri="{FF2B5EF4-FFF2-40B4-BE49-F238E27FC236}">
                    <a16:creationId xmlns:a16="http://schemas.microsoft.com/office/drawing/2014/main" id="{A59DD0E9-B79E-9EA2-6EC6-3683B3B2D431}"/>
                  </a:ext>
                </a:extLst>
              </p:cNvPr>
              <p:cNvSpPr txBox="1">
                <a:spLocks noRot="1" noChangeAspect="1" noMove="1" noResize="1" noEditPoints="1" noAdjustHandles="1" noChangeArrowheads="1" noChangeShapeType="1" noTextEdit="1"/>
              </p:cNvSpPr>
              <p:nvPr/>
            </p:nvSpPr>
            <p:spPr>
              <a:xfrm>
                <a:off x="186596" y="1102236"/>
                <a:ext cx="8672096" cy="1261884"/>
              </a:xfrm>
              <a:prstGeom prst="rect">
                <a:avLst/>
              </a:prstGeom>
              <a:blipFill>
                <a:blip r:embed="rId3"/>
                <a:stretch>
                  <a:fillRect l="-141" t="-966" r="-211" b="-3865"/>
                </a:stretch>
              </a:blipFill>
            </p:spPr>
            <p:txBody>
              <a:bodyPr/>
              <a:lstStyle/>
              <a:p>
                <a:r>
                  <a:rPr lang="en-GB">
                    <a:noFill/>
                  </a:rPr>
                  <a:t> </a:t>
                </a:r>
              </a:p>
            </p:txBody>
          </p:sp>
        </mc:Fallback>
      </mc:AlternateContent>
    </p:spTree>
    <p:extLst>
      <p:ext uri="{BB962C8B-B14F-4D97-AF65-F5344CB8AC3E}">
        <p14:creationId xmlns:p14="http://schemas.microsoft.com/office/powerpoint/2010/main" val="2636157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9A242CED-061E-4877-F1D2-77F754A904EF}"/>
              </a:ext>
            </a:extLst>
          </p:cNvPr>
          <p:cNvSpPr txBox="1"/>
          <p:nvPr/>
        </p:nvSpPr>
        <p:spPr>
          <a:xfrm>
            <a:off x="186596" y="677929"/>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Wilcoxon rank-sum test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0BA181D-59F2-3FD3-F5DD-5E53830536A7}"/>
                  </a:ext>
                </a:extLst>
              </p:cNvPr>
              <p:cNvSpPr txBox="1"/>
              <p:nvPr/>
            </p:nvSpPr>
            <p:spPr>
              <a:xfrm>
                <a:off x="186595" y="985706"/>
                <a:ext cx="8672097" cy="1846659"/>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The </a:t>
                </a:r>
                <a:r>
                  <a:rPr lang="en-GB" sz="1400" b="1" dirty="0">
                    <a:latin typeface="Calibri" panose="020F0502020204030204" pitchFamily="34" charset="0"/>
                    <a:ea typeface="Calibri" panose="020F0502020204030204" pitchFamily="34" charset="0"/>
                    <a:cs typeface="Calibri" panose="020F0502020204030204" pitchFamily="34" charset="0"/>
                  </a:rPr>
                  <a:t>Wilcoxon rank-sum</a:t>
                </a:r>
                <a:r>
                  <a:rPr lang="en-GB" sz="1400" dirty="0">
                    <a:latin typeface="Calibri" panose="020F0502020204030204" pitchFamily="34" charset="0"/>
                    <a:ea typeface="Calibri" panose="020F0502020204030204" pitchFamily="34" charset="0"/>
                    <a:cs typeface="Calibri" panose="020F0502020204030204" pitchFamily="34" charset="0"/>
                  </a:rPr>
                  <a:t> test (also called the </a:t>
                </a:r>
                <a:r>
                  <a:rPr lang="en-GB" sz="1400" b="1" dirty="0">
                    <a:latin typeface="Calibri" panose="020F0502020204030204" pitchFamily="34" charset="0"/>
                    <a:ea typeface="Calibri" panose="020F0502020204030204" pitchFamily="34" charset="0"/>
                    <a:cs typeface="Calibri" panose="020F0502020204030204" pitchFamily="34" charset="0"/>
                  </a:rPr>
                  <a:t>Mann-Whitney</a:t>
                </a:r>
                <a:r>
                  <a:rPr lang="en-GB" sz="1400" dirty="0">
                    <a:latin typeface="Calibri" panose="020F0502020204030204" pitchFamily="34" charset="0"/>
                    <a:ea typeface="Calibri" panose="020F0502020204030204" pitchFamily="34" charset="0"/>
                    <a:cs typeface="Calibri" panose="020F0502020204030204" pitchFamily="34" charset="0"/>
                  </a:rPr>
                  <a:t> test) may be applied to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continuous</a:t>
                </a:r>
                <a:r>
                  <a:rPr lang="en-GB" sz="1400" dirty="0">
                    <a:latin typeface="Calibri" panose="020F0502020204030204" pitchFamily="34" charset="0"/>
                    <a:ea typeface="Calibri" panose="020F0502020204030204" pitchFamily="34" charset="0"/>
                    <a:cs typeface="Calibri" panose="020F0502020204030204" pitchFamily="34" charset="0"/>
                  </a:rPr>
                  <a:t> distributions which have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same</a:t>
                </a:r>
                <a:r>
                  <a:rPr lang="en-GB" sz="1400" dirty="0">
                    <a:latin typeface="Calibri" panose="020F0502020204030204" pitchFamily="34" charset="0"/>
                    <a:ea typeface="Calibri" panose="020F0502020204030204" pitchFamily="34" charset="0"/>
                    <a:cs typeface="Calibri" panose="020F0502020204030204" pitchFamily="34" charset="0"/>
                  </a:rPr>
                  <a:t>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shape and spread </a:t>
                </a:r>
                <a:r>
                  <a:rPr lang="en-GB" sz="1400" dirty="0">
                    <a:latin typeface="Calibri" panose="020F0502020204030204" pitchFamily="34" charset="0"/>
                    <a:ea typeface="Calibri" panose="020F0502020204030204" pitchFamily="34" charset="0"/>
                    <a:cs typeface="Calibri" panose="020F0502020204030204" pitchFamily="34" charset="0"/>
                  </a:rPr>
                  <a:t>but may have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different means</a:t>
                </a:r>
                <a:r>
                  <a:rPr lang="en-GB" sz="1400" dirty="0">
                    <a:latin typeface="Calibri" panose="020F0502020204030204" pitchFamily="34" charset="0"/>
                    <a:ea typeface="Calibri" panose="020F0502020204030204" pitchFamily="34" charset="0"/>
                    <a:cs typeface="Calibri" panose="020F0502020204030204" pitchFamily="34" charset="0"/>
                  </a:rPr>
                  <a:t>. </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Assume that a random sample of size </a:t>
                </a:r>
                <a14:m>
                  <m:oMath xmlns:m="http://schemas.openxmlformats.org/officeDocument/2006/math">
                    <m:sSub>
                      <m:sSubPr>
                        <m:ctrlPr>
                          <a:rPr lang="en-GB" sz="1400" i="1" dirty="0" smtClean="0">
                            <a:latin typeface="Cambria Math" panose="02040503050406030204" pitchFamily="18" charset="0"/>
                            <a:ea typeface="Calibri" panose="020F0502020204030204" pitchFamily="34" charset="0"/>
                            <a:cs typeface="Calibri" panose="020F0502020204030204" pitchFamily="34" charset="0"/>
                          </a:rPr>
                        </m:ctrlPr>
                      </m:sSubPr>
                      <m:e>
                        <m:r>
                          <a:rPr lang="en-GB" sz="1400" b="0" i="1" dirty="0" smtClean="0">
                            <a:latin typeface="Cambria Math" panose="02040503050406030204" pitchFamily="18" charset="0"/>
                            <a:ea typeface="Calibri" panose="020F0502020204030204" pitchFamily="34" charset="0"/>
                            <a:cs typeface="Calibri" panose="020F0502020204030204" pitchFamily="34" charset="0"/>
                          </a:rPr>
                          <m:t>𝑛</m:t>
                        </m:r>
                      </m:e>
                      <m:sub>
                        <m:r>
                          <a:rPr lang="en-GB" sz="1400" b="0" i="1" dirty="0" smtClean="0">
                            <a:latin typeface="Cambria Math" panose="02040503050406030204" pitchFamily="18" charset="0"/>
                            <a:ea typeface="Calibri" panose="020F0502020204030204" pitchFamily="34" charset="0"/>
                            <a:cs typeface="Calibri" panose="020F0502020204030204" pitchFamily="34" charset="0"/>
                          </a:rPr>
                          <m:t>1</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is taken from population </a:t>
                </a:r>
                <a14:m>
                  <m:oMath xmlns:m="http://schemas.openxmlformats.org/officeDocument/2006/math">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b="0" i="1" dirty="0" smtClean="0">
                            <a:latin typeface="Cambria Math" panose="02040503050406030204" pitchFamily="18" charset="0"/>
                            <a:ea typeface="Calibri" panose="020F0502020204030204" pitchFamily="34" charset="0"/>
                            <a:cs typeface="Calibri" panose="020F0502020204030204" pitchFamily="34" charset="0"/>
                          </a:rPr>
                          <m:t>𝑋</m:t>
                        </m:r>
                      </m:e>
                      <m:sub>
                        <m:r>
                          <a:rPr lang="en-GB" sz="1400" i="1" dirty="0">
                            <a:latin typeface="Cambria Math" panose="02040503050406030204" pitchFamily="18" charset="0"/>
                            <a:ea typeface="Calibri" panose="020F0502020204030204" pitchFamily="34" charset="0"/>
                            <a:cs typeface="Calibri" panose="020F0502020204030204" pitchFamily="34" charset="0"/>
                          </a:rPr>
                          <m:t>1</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and a random sample of size </a:t>
                </a:r>
                <a14:m>
                  <m:oMath xmlns:m="http://schemas.openxmlformats.org/officeDocument/2006/math">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i="1" dirty="0">
                            <a:latin typeface="Cambria Math" panose="02040503050406030204" pitchFamily="18" charset="0"/>
                            <a:ea typeface="Calibri" panose="020F0502020204030204" pitchFamily="34" charset="0"/>
                            <a:cs typeface="Calibri" panose="020F0502020204030204" pitchFamily="34" charset="0"/>
                          </a:rPr>
                          <m:t>𝑛</m:t>
                        </m:r>
                      </m:e>
                      <m:sub>
                        <m:r>
                          <a:rPr lang="en-GB" sz="1400" b="0" i="1" dirty="0" smtClean="0">
                            <a:latin typeface="Cambria Math" panose="02040503050406030204" pitchFamily="18" charset="0"/>
                            <a:ea typeface="Calibri" panose="020F0502020204030204" pitchFamily="34" charset="0"/>
                            <a:cs typeface="Calibri" panose="020F0502020204030204" pitchFamily="34" charset="0"/>
                          </a:rPr>
                          <m:t>2</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is taken from population </a:t>
                </a:r>
                <a14:m>
                  <m:oMath xmlns:m="http://schemas.openxmlformats.org/officeDocument/2006/math">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i="1" dirty="0">
                            <a:latin typeface="Cambria Math" panose="02040503050406030204" pitchFamily="18" charset="0"/>
                            <a:ea typeface="Calibri" panose="020F0502020204030204" pitchFamily="34" charset="0"/>
                            <a:cs typeface="Calibri" panose="020F0502020204030204" pitchFamily="34" charset="0"/>
                          </a:rPr>
                          <m:t>𝑋</m:t>
                        </m:r>
                      </m:e>
                      <m:sub>
                        <m:r>
                          <a:rPr lang="en-GB" sz="1400" b="0" i="1" dirty="0" smtClean="0">
                            <a:latin typeface="Cambria Math" panose="02040503050406030204" pitchFamily="18" charset="0"/>
                            <a:ea typeface="Calibri" panose="020F0502020204030204" pitchFamily="34" charset="0"/>
                            <a:cs typeface="Calibri" panose="020F0502020204030204" pitchFamily="34" charset="0"/>
                          </a:rPr>
                          <m:t>2</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The test procedure is as follows</a:t>
                </a: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60BA181D-59F2-3FD3-F5DD-5E53830536A7}"/>
                  </a:ext>
                </a:extLst>
              </p:cNvPr>
              <p:cNvSpPr txBox="1">
                <a:spLocks noRot="1" noChangeAspect="1" noMove="1" noResize="1" noEditPoints="1" noAdjustHandles="1" noChangeArrowheads="1" noChangeShapeType="1" noTextEdit="1"/>
              </p:cNvSpPr>
              <p:nvPr/>
            </p:nvSpPr>
            <p:spPr>
              <a:xfrm>
                <a:off x="186595" y="985706"/>
                <a:ext cx="8672097" cy="1846659"/>
              </a:xfrm>
              <a:prstGeom prst="rect">
                <a:avLst/>
              </a:prstGeom>
              <a:blipFill>
                <a:blip r:embed="rId3"/>
                <a:stretch>
                  <a:fillRect l="-211" t="-660" r="-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4E4CB9B-7605-6FA4-84A6-EEE2C01D4BAC}"/>
                  </a:ext>
                </a:extLst>
              </p:cNvPr>
              <p:cNvSpPr txBox="1"/>
              <p:nvPr/>
            </p:nvSpPr>
            <p:spPr>
              <a:xfrm>
                <a:off x="186594" y="2539435"/>
                <a:ext cx="8672097" cy="2032479"/>
              </a:xfrm>
              <a:prstGeom prst="rect">
                <a:avLst/>
              </a:prstGeom>
              <a:noFill/>
            </p:spPr>
            <p:txBody>
              <a:bodyPr wrap="square">
                <a:spAutoFit/>
              </a:bodyPr>
              <a:lstStyle/>
              <a:p>
                <a:pPr marL="342900" indent="-342900" algn="just">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Arrange all of the </a:t>
                </a:r>
                <a14:m>
                  <m:oMath xmlns:m="http://schemas.openxmlformats.org/officeDocument/2006/math">
                    <m:sSub>
                      <m:sSubPr>
                        <m:ctrlPr>
                          <a:rPr lang="en-GB" sz="1400" i="1" dirty="0" smtClean="0">
                            <a:latin typeface="Cambria Math" panose="02040503050406030204" pitchFamily="18" charset="0"/>
                            <a:ea typeface="Calibri" panose="020F0502020204030204" pitchFamily="34" charset="0"/>
                            <a:cs typeface="Calibri" panose="020F0502020204030204" pitchFamily="34" charset="0"/>
                          </a:rPr>
                        </m:ctrlPr>
                      </m:sSubPr>
                      <m:e>
                        <m:r>
                          <a:rPr lang="en-GB" sz="1400" b="0" i="1" dirty="0" smtClean="0">
                            <a:latin typeface="Cambria Math" panose="02040503050406030204" pitchFamily="18" charset="0"/>
                            <a:ea typeface="Calibri" panose="020F0502020204030204" pitchFamily="34" charset="0"/>
                            <a:cs typeface="Calibri" panose="020F0502020204030204" pitchFamily="34" charset="0"/>
                          </a:rPr>
                          <m:t>𝑛</m:t>
                        </m:r>
                      </m:e>
                      <m:sub>
                        <m:r>
                          <a:rPr lang="en-GB" sz="1400" b="0" i="1" dirty="0" smtClean="0">
                            <a:latin typeface="Cambria Math" panose="02040503050406030204" pitchFamily="18" charset="0"/>
                            <a:ea typeface="Calibri" panose="020F0502020204030204" pitchFamily="34" charset="0"/>
                            <a:cs typeface="Calibri" panose="020F0502020204030204" pitchFamily="34" charset="0"/>
                          </a:rPr>
                          <m:t>1</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i="1" dirty="0">
                            <a:latin typeface="Cambria Math" panose="02040503050406030204" pitchFamily="18" charset="0"/>
                            <a:ea typeface="Calibri" panose="020F0502020204030204" pitchFamily="34" charset="0"/>
                            <a:cs typeface="Calibri" panose="020F0502020204030204" pitchFamily="34" charset="0"/>
                          </a:rPr>
                          <m:t>𝑛</m:t>
                        </m:r>
                      </m:e>
                      <m:sub>
                        <m:r>
                          <a:rPr lang="en-GB" sz="1400" i="1" dirty="0">
                            <a:latin typeface="Cambria Math" panose="02040503050406030204" pitchFamily="18" charset="0"/>
                            <a:ea typeface="Calibri" panose="020F0502020204030204" pitchFamily="34" charset="0"/>
                            <a:cs typeface="Calibri" panose="020F0502020204030204" pitchFamily="34" charset="0"/>
                          </a:rPr>
                          <m:t>2</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sample members in ascending order and assign ranks to them. Equal ranks are dealt with in the usual way. </a:t>
                </a:r>
              </a:p>
              <a:p>
                <a:pPr marL="342900" indent="-342900" algn="just">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Find the sum of the ranks assigned to members of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smaller</a:t>
                </a:r>
                <a:r>
                  <a:rPr lang="en-GB" sz="1400" dirty="0">
                    <a:latin typeface="Calibri" panose="020F0502020204030204" pitchFamily="34" charset="0"/>
                    <a:ea typeface="Calibri" panose="020F0502020204030204" pitchFamily="34" charset="0"/>
                    <a:cs typeface="Calibri" panose="020F0502020204030204" pitchFamily="34" charset="0"/>
                  </a:rPr>
                  <a:t> of the two samples and call this </a:t>
                </a:r>
                <a14:m>
                  <m:oMath xmlns:m="http://schemas.openxmlformats.org/officeDocument/2006/math">
                    <m:sSub>
                      <m:sSubPr>
                        <m:ctrlPr>
                          <a:rPr lang="en-GB" sz="1400" b="1" i="1" dirty="0" smtClean="0">
                            <a:solidFill>
                              <a:srgbClr val="1C3D74"/>
                            </a:solidFill>
                            <a:latin typeface="Cambria Math" panose="02040503050406030204" pitchFamily="18" charset="0"/>
                          </a:rPr>
                        </m:ctrlPr>
                      </m:sSubPr>
                      <m:e>
                        <m:r>
                          <a:rPr lang="en-GB" sz="1400" b="1" i="1" dirty="0" smtClean="0">
                            <a:solidFill>
                              <a:srgbClr val="1C3D74"/>
                            </a:solidFill>
                            <a:latin typeface="Cambria Math" panose="02040503050406030204" pitchFamily="18" charset="0"/>
                          </a:rPr>
                          <m:t>𝑺</m:t>
                        </m:r>
                      </m:e>
                      <m:sub>
                        <m:r>
                          <a:rPr lang="en-GB" sz="1400" b="1" i="1" dirty="0" smtClean="0">
                            <a:solidFill>
                              <a:srgbClr val="1C3D74"/>
                            </a:solidFill>
                            <a:latin typeface="Cambria Math" panose="02040503050406030204" pitchFamily="18" charset="0"/>
                          </a:rPr>
                          <m:t>𝟏</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marL="342900" indent="-342900" algn="just">
                  <a:spcBef>
                    <a:spcPts val="600"/>
                  </a:spcBef>
                  <a:spcAft>
                    <a:spcPts val="600"/>
                  </a:spcAft>
                  <a:buAutoNum type="arabicPeriod"/>
                </a:pPr>
                <a:r>
                  <a:rPr lang="en-GB" sz="1400" dirty="0">
                    <a:latin typeface="Calibri" panose="020F0502020204030204" pitchFamily="34" charset="0"/>
                    <a:ea typeface="Calibri" panose="020F0502020204030204" pitchFamily="34" charset="0"/>
                    <a:cs typeface="Calibri" panose="020F0502020204030204" pitchFamily="34" charset="0"/>
                  </a:rPr>
                  <a:t>Find the sum of the ranks assigned to members of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larger</a:t>
                </a:r>
                <a:r>
                  <a:rPr lang="en-GB" sz="1400" dirty="0">
                    <a:latin typeface="Calibri" panose="020F0502020204030204" pitchFamily="34" charset="0"/>
                    <a:ea typeface="Calibri" panose="020F0502020204030204" pitchFamily="34" charset="0"/>
                    <a:cs typeface="Calibri" panose="020F0502020204030204" pitchFamily="34" charset="0"/>
                  </a:rPr>
                  <a:t> of the two samples and call this </a:t>
                </a:r>
                <a14:m>
                  <m:oMath xmlns:m="http://schemas.openxmlformats.org/officeDocument/2006/math">
                    <m:sSub>
                      <m:sSubPr>
                        <m:ctrlPr>
                          <a:rPr lang="en-GB" sz="1400" b="1" i="1" dirty="0">
                            <a:solidFill>
                              <a:srgbClr val="1C3D74"/>
                            </a:solidFill>
                            <a:latin typeface="Cambria Math" panose="02040503050406030204" pitchFamily="18" charset="0"/>
                          </a:rPr>
                        </m:ctrlPr>
                      </m:sSubPr>
                      <m:e>
                        <m:r>
                          <a:rPr lang="en-GB" sz="1400" b="1" i="1" dirty="0">
                            <a:solidFill>
                              <a:srgbClr val="1C3D74"/>
                            </a:solidFill>
                            <a:latin typeface="Cambria Math" panose="02040503050406030204" pitchFamily="18" charset="0"/>
                          </a:rPr>
                          <m:t>𝑺</m:t>
                        </m:r>
                      </m:e>
                      <m:sub>
                        <m:r>
                          <a:rPr lang="en-GB" sz="1400" b="1" i="1" dirty="0" smtClean="0">
                            <a:solidFill>
                              <a:srgbClr val="1C3D74"/>
                            </a:solidFill>
                            <a:latin typeface="Cambria Math" panose="02040503050406030204" pitchFamily="18" charset="0"/>
                          </a:rPr>
                          <m:t>𝟐</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algn="ct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GB" sz="1400" i="1" dirty="0">
                              <a:solidFill>
                                <a:srgbClr val="1C3D74"/>
                              </a:solidFill>
                              <a:latin typeface="Cambria Math" panose="02040503050406030204" pitchFamily="18" charset="0"/>
                            </a:rPr>
                          </m:ctrlPr>
                        </m:sSubPr>
                        <m:e>
                          <m:r>
                            <a:rPr lang="en-GB" sz="1400" b="0" i="1" dirty="0">
                              <a:solidFill>
                                <a:srgbClr val="1C3D74"/>
                              </a:solidFill>
                              <a:latin typeface="Cambria Math" panose="02040503050406030204" pitchFamily="18" charset="0"/>
                            </a:rPr>
                            <m:t>𝑆</m:t>
                          </m:r>
                        </m:e>
                        <m:sub>
                          <m:r>
                            <a:rPr lang="en-GB" sz="1400" b="0" i="1" dirty="0">
                              <a:solidFill>
                                <a:srgbClr val="1C3D74"/>
                              </a:solidFill>
                              <a:latin typeface="Cambria Math" panose="02040503050406030204" pitchFamily="18" charset="0"/>
                            </a:rPr>
                            <m:t>2</m:t>
                          </m:r>
                        </m:sub>
                      </m:sSub>
                      <m:r>
                        <a:rPr lang="en-GB" sz="1400" b="0" i="1" dirty="0">
                          <a:latin typeface="Cambria Math" panose="02040503050406030204" pitchFamily="18" charset="0"/>
                        </a:rPr>
                        <m:t>=</m:t>
                      </m:r>
                      <m:f>
                        <m:fPr>
                          <m:ctrlPr>
                            <a:rPr lang="en-GB" sz="1400" i="1" dirty="0" smtClean="0">
                              <a:latin typeface="Cambria Math" panose="02040503050406030204" pitchFamily="18" charset="0"/>
                            </a:rPr>
                          </m:ctrlPr>
                        </m:fPr>
                        <m:num>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b="0" i="1" dirty="0" smtClean="0">
                                  <a:latin typeface="Cambria Math" panose="02040503050406030204" pitchFamily="18" charset="0"/>
                                  <a:ea typeface="Calibri" panose="020F0502020204030204" pitchFamily="34" charset="0"/>
                                  <a:cs typeface="Calibri" panose="020F0502020204030204" pitchFamily="34" charset="0"/>
                                </a:rPr>
                                <m:t>(</m:t>
                              </m:r>
                              <m:r>
                                <a:rPr lang="en-GB" sz="1400" b="0" i="1" dirty="0">
                                  <a:latin typeface="Cambria Math" panose="02040503050406030204" pitchFamily="18" charset="0"/>
                                  <a:ea typeface="Calibri" panose="020F0502020204030204" pitchFamily="34" charset="0"/>
                                  <a:cs typeface="Calibri" panose="020F0502020204030204" pitchFamily="34" charset="0"/>
                                </a:rPr>
                                <m:t>𝑛</m:t>
                              </m:r>
                            </m:e>
                            <m:sub>
                              <m:r>
                                <a:rPr lang="en-GB" sz="1400" b="0" i="1" dirty="0">
                                  <a:latin typeface="Cambria Math" panose="02040503050406030204" pitchFamily="18" charset="0"/>
                                  <a:ea typeface="Calibri" panose="020F0502020204030204" pitchFamily="34" charset="0"/>
                                  <a:cs typeface="Calibri" panose="020F0502020204030204" pitchFamily="34" charset="0"/>
                                </a:rPr>
                                <m:t>1</m:t>
                              </m:r>
                            </m:sub>
                          </m:sSub>
                          <m:r>
                            <m:rPr>
                              <m:nor/>
                            </m:rPr>
                            <a:rPr lang="en-GB" sz="1400" dirty="0">
                              <a:latin typeface="Calibri" panose="020F0502020204030204" pitchFamily="34" charset="0"/>
                              <a:ea typeface="Calibri" panose="020F0502020204030204" pitchFamily="34" charset="0"/>
                              <a:cs typeface="Calibri" panose="020F0502020204030204" pitchFamily="34" charset="0"/>
                            </a:rPr>
                            <m:t> + </m:t>
                          </m:r>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b="0" i="1" dirty="0">
                                  <a:latin typeface="Cambria Math" panose="02040503050406030204" pitchFamily="18" charset="0"/>
                                  <a:ea typeface="Calibri" panose="020F0502020204030204" pitchFamily="34" charset="0"/>
                                  <a:cs typeface="Calibri" panose="020F0502020204030204" pitchFamily="34" charset="0"/>
                                </a:rPr>
                                <m:t>𝑛</m:t>
                              </m:r>
                            </m:e>
                            <m:sub>
                              <m:r>
                                <a:rPr lang="en-GB" sz="1400" b="0" i="1" dirty="0">
                                  <a:latin typeface="Cambria Math" panose="02040503050406030204" pitchFamily="18" charset="0"/>
                                  <a:ea typeface="Calibri" panose="020F0502020204030204" pitchFamily="34" charset="0"/>
                                  <a:cs typeface="Calibri" panose="020F0502020204030204" pitchFamily="34" charset="0"/>
                                </a:rPr>
                                <m:t>2</m:t>
                              </m:r>
                            </m:sub>
                          </m:sSub>
                          <m:r>
                            <a:rPr lang="en-GB" sz="1400" b="0" i="1" dirty="0">
                              <a:latin typeface="Cambria Math" panose="02040503050406030204" pitchFamily="18" charset="0"/>
                            </a:rPr>
                            <m:t>)(</m:t>
                          </m:r>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b="0" i="1" dirty="0">
                                  <a:latin typeface="Cambria Math" panose="02040503050406030204" pitchFamily="18" charset="0"/>
                                  <a:ea typeface="Calibri" panose="020F0502020204030204" pitchFamily="34" charset="0"/>
                                  <a:cs typeface="Calibri" panose="020F0502020204030204" pitchFamily="34" charset="0"/>
                                </a:rPr>
                                <m:t>𝑛</m:t>
                              </m:r>
                            </m:e>
                            <m:sub>
                              <m:r>
                                <a:rPr lang="en-GB" sz="1400" b="0" i="1" dirty="0">
                                  <a:latin typeface="Cambria Math" panose="02040503050406030204" pitchFamily="18" charset="0"/>
                                  <a:ea typeface="Calibri" panose="020F0502020204030204" pitchFamily="34" charset="0"/>
                                  <a:cs typeface="Calibri" panose="020F0502020204030204" pitchFamily="34" charset="0"/>
                                </a:rPr>
                                <m:t>1</m:t>
                              </m:r>
                            </m:sub>
                          </m:sSub>
                          <m:r>
                            <m:rPr>
                              <m:nor/>
                            </m:rPr>
                            <a:rPr lang="en-GB" sz="1400" dirty="0">
                              <a:latin typeface="Calibri" panose="020F0502020204030204" pitchFamily="34" charset="0"/>
                              <a:ea typeface="Calibri" panose="020F0502020204030204" pitchFamily="34" charset="0"/>
                              <a:cs typeface="Calibri" panose="020F0502020204030204" pitchFamily="34" charset="0"/>
                            </a:rPr>
                            <m:t> + </m:t>
                          </m:r>
                          <m:sSub>
                            <m:sSubPr>
                              <m:ctrlPr>
                                <a:rPr lang="en-GB" sz="1400" i="1" dirty="0">
                                  <a:latin typeface="Cambria Math" panose="02040503050406030204" pitchFamily="18" charset="0"/>
                                  <a:ea typeface="Calibri" panose="020F0502020204030204" pitchFamily="34" charset="0"/>
                                  <a:cs typeface="Calibri" panose="020F0502020204030204" pitchFamily="34" charset="0"/>
                                </a:rPr>
                              </m:ctrlPr>
                            </m:sSubPr>
                            <m:e>
                              <m:r>
                                <a:rPr lang="en-GB" sz="1400" b="0" i="1" dirty="0">
                                  <a:latin typeface="Cambria Math" panose="02040503050406030204" pitchFamily="18" charset="0"/>
                                  <a:ea typeface="Calibri" panose="020F0502020204030204" pitchFamily="34" charset="0"/>
                                  <a:cs typeface="Calibri" panose="020F0502020204030204" pitchFamily="34" charset="0"/>
                                </a:rPr>
                                <m:t>𝑛</m:t>
                              </m:r>
                            </m:e>
                            <m:sub>
                              <m:r>
                                <a:rPr lang="en-GB" sz="1400" b="0" i="1" dirty="0">
                                  <a:latin typeface="Cambria Math" panose="02040503050406030204" pitchFamily="18" charset="0"/>
                                  <a:ea typeface="Calibri" panose="020F0502020204030204" pitchFamily="34" charset="0"/>
                                  <a:cs typeface="Calibri" panose="020F0502020204030204" pitchFamily="34" charset="0"/>
                                </a:rPr>
                                <m:t>2</m:t>
                              </m:r>
                            </m:sub>
                          </m:sSub>
                          <m:r>
                            <a:rPr lang="en-GB" sz="1400" b="0" i="1" dirty="0">
                              <a:latin typeface="Cambria Math" panose="02040503050406030204" pitchFamily="18" charset="0"/>
                            </a:rPr>
                            <m:t>+ 1)</m:t>
                          </m:r>
                        </m:num>
                        <m:den>
                          <m:r>
                            <a:rPr lang="en-GB" sz="1400" b="0" i="1" dirty="0" smtClean="0">
                              <a:latin typeface="Cambria Math" panose="02040503050406030204" pitchFamily="18" charset="0"/>
                            </a:rPr>
                            <m:t>2</m:t>
                          </m:r>
                        </m:den>
                      </m:f>
                      <m:r>
                        <a:rPr lang="en-GB" sz="1400" b="0" i="1" dirty="0">
                          <a:latin typeface="Cambria Math" panose="02040503050406030204" pitchFamily="18" charset="0"/>
                        </a:rPr>
                        <m:t>−</m:t>
                      </m:r>
                      <m:sSub>
                        <m:sSubPr>
                          <m:ctrlPr>
                            <a:rPr lang="en-GB" sz="1400" i="1" dirty="0">
                              <a:solidFill>
                                <a:srgbClr val="1C3D74"/>
                              </a:solidFill>
                              <a:latin typeface="Cambria Math" panose="02040503050406030204" pitchFamily="18" charset="0"/>
                            </a:rPr>
                          </m:ctrlPr>
                        </m:sSubPr>
                        <m:e>
                          <m:r>
                            <a:rPr lang="en-GB" sz="1400" b="0" i="1" dirty="0">
                              <a:solidFill>
                                <a:srgbClr val="1C3D74"/>
                              </a:solidFill>
                              <a:latin typeface="Cambria Math" panose="02040503050406030204" pitchFamily="18" charset="0"/>
                            </a:rPr>
                            <m:t>𝑆</m:t>
                          </m:r>
                        </m:e>
                        <m:sub>
                          <m:r>
                            <a:rPr lang="en-GB" sz="1400" b="0" i="1" dirty="0">
                              <a:solidFill>
                                <a:srgbClr val="1C3D74"/>
                              </a:solidFill>
                              <a:latin typeface="Cambria Math" panose="02040503050406030204" pitchFamily="18" charset="0"/>
                            </a:rPr>
                            <m:t>1</m:t>
                          </m:r>
                        </m:sub>
                      </m:sSub>
                    </m:oMath>
                  </m:oMathPara>
                </a14:m>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endParaRPr lang="en-GB" dirty="0"/>
              </a:p>
            </p:txBody>
          </p:sp>
        </mc:Choice>
        <mc:Fallback xmlns="">
          <p:sp>
            <p:nvSpPr>
              <p:cNvPr id="10" name="TextBox 9">
                <a:extLst>
                  <a:ext uri="{FF2B5EF4-FFF2-40B4-BE49-F238E27FC236}">
                    <a16:creationId xmlns:a16="http://schemas.microsoft.com/office/drawing/2014/main" id="{94E4CB9B-7605-6FA4-84A6-EEE2C01D4BAC}"/>
                  </a:ext>
                </a:extLst>
              </p:cNvPr>
              <p:cNvSpPr txBox="1">
                <a:spLocks noRot="1" noChangeAspect="1" noMove="1" noResize="1" noEditPoints="1" noAdjustHandles="1" noChangeArrowheads="1" noChangeShapeType="1" noTextEdit="1"/>
              </p:cNvSpPr>
              <p:nvPr/>
            </p:nvSpPr>
            <p:spPr>
              <a:xfrm>
                <a:off x="186594" y="2539435"/>
                <a:ext cx="8672097" cy="2032479"/>
              </a:xfrm>
              <a:prstGeom prst="rect">
                <a:avLst/>
              </a:prstGeom>
              <a:blipFill>
                <a:blip r:embed="rId4"/>
                <a:stretch>
                  <a:fillRect l="-281" t="-901" r="-211"/>
                </a:stretch>
              </a:blipFill>
            </p:spPr>
            <p:txBody>
              <a:bodyPr/>
              <a:lstStyle/>
              <a:p>
                <a:r>
                  <a:rPr lang="en-GB">
                    <a:noFill/>
                  </a:rPr>
                  <a:t> </a:t>
                </a:r>
              </a:p>
            </p:txBody>
          </p:sp>
        </mc:Fallback>
      </mc:AlternateContent>
    </p:spTree>
    <p:extLst>
      <p:ext uri="{BB962C8B-B14F-4D97-AF65-F5344CB8AC3E}">
        <p14:creationId xmlns:p14="http://schemas.microsoft.com/office/powerpoint/2010/main" val="2779834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242CED-061E-4877-F1D2-77F754A904EF}"/>
                  </a:ext>
                </a:extLst>
              </p:cNvPr>
              <p:cNvSpPr txBox="1"/>
              <p:nvPr/>
            </p:nvSpPr>
            <p:spPr>
              <a:xfrm>
                <a:off x="186595" y="677929"/>
                <a:ext cx="8672095" cy="227754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The test procedure continued… </a:t>
                </a:r>
              </a:p>
              <a:p>
                <a:pPr marL="342900" indent="-342900" algn="just">
                  <a:spcBef>
                    <a:spcPts val="600"/>
                  </a:spcBef>
                  <a:spcAft>
                    <a:spcPts val="600"/>
                  </a:spcAft>
                  <a:buFont typeface="+mj-lt"/>
                  <a:buAutoNum type="arabicPeriod" startAt="4"/>
                </a:pPr>
                <a:r>
                  <a:rPr lang="en-GB" sz="1400" dirty="0">
                    <a:latin typeface="Calibri" panose="020F0502020204030204" pitchFamily="34" charset="0"/>
                    <a:ea typeface="Calibri" panose="020F0502020204030204" pitchFamily="34" charset="0"/>
                    <a:cs typeface="Calibri" panose="020F0502020204030204" pitchFamily="34" charset="0"/>
                  </a:rPr>
                  <a:t>When testing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against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1</m:t>
                    </m:r>
                  </m:oMath>
                </a14:m>
                <a:r>
                  <a:rPr lang="en-GB" sz="1400" dirty="0">
                    <a:latin typeface="Calibri" panose="020F0502020204030204" pitchFamily="34" charset="0"/>
                    <a:ea typeface="Calibri" panose="020F0502020204030204" pitchFamily="34" charset="0"/>
                    <a:cs typeface="Calibri" panose="020F0502020204030204" pitchFamily="34" charset="0"/>
                  </a:rPr>
                  <a:t>, following tables may be used directly to test at both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5%</m:t>
                    </m:r>
                  </m:oMath>
                </a14:m>
                <a:r>
                  <a:rPr lang="en-GB" sz="14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1%</m:t>
                    </m:r>
                  </m:oMath>
                </a14:m>
                <a:r>
                  <a:rPr lang="en-GB" sz="1400" dirty="0">
                    <a:latin typeface="Calibri" panose="020F0502020204030204" pitchFamily="34" charset="0"/>
                    <a:ea typeface="Calibri" panose="020F0502020204030204" pitchFamily="34" charset="0"/>
                    <a:cs typeface="Calibri" panose="020F0502020204030204" pitchFamily="34" charset="0"/>
                  </a:rPr>
                  <a:t> levels of significance. Rejection of the null hypothesis occurs when either rank sum is less than the critical value. </a:t>
                </a:r>
              </a:p>
              <a:p>
                <a:pPr marL="342900" indent="-342900" algn="just">
                  <a:spcBef>
                    <a:spcPts val="600"/>
                  </a:spcBef>
                  <a:spcAft>
                    <a:spcPts val="600"/>
                  </a:spcAft>
                  <a:buFont typeface="+mj-lt"/>
                  <a:buAutoNum type="arabicPeriod" startAt="4"/>
                </a:pPr>
                <a:r>
                  <a:rPr lang="en-GB" sz="1400" dirty="0">
                    <a:latin typeface="Calibri" panose="020F0502020204030204" pitchFamily="34" charset="0"/>
                    <a:ea typeface="Calibri" panose="020F0502020204030204" pitchFamily="34" charset="0"/>
                    <a:cs typeface="Calibri" panose="020F0502020204030204" pitchFamily="34" charset="0"/>
                  </a:rPr>
                  <a:t>In the case of one-tailed tests the same tables may be used but with these tables the levels of significance are restricted to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2.5%</m:t>
                    </m:r>
                  </m:oMath>
                </a14:m>
                <a:r>
                  <a:rPr lang="en-GB" sz="1400" dirty="0">
                    <a:latin typeface="Calibri" panose="020F0502020204030204" pitchFamily="34" charset="0"/>
                    <a:ea typeface="Calibri" panose="020F0502020204030204" pitchFamily="34" charset="0"/>
                    <a:cs typeface="Calibri" panose="020F0502020204030204" pitchFamily="34" charset="0"/>
                  </a:rPr>
                  <a:t> (from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5%</m:t>
                    </m:r>
                  </m:oMath>
                </a14:m>
                <a:r>
                  <a:rPr lang="en-GB" sz="1400" dirty="0">
                    <a:latin typeface="Calibri" panose="020F0502020204030204" pitchFamily="34" charset="0"/>
                    <a:ea typeface="Calibri" panose="020F0502020204030204" pitchFamily="34" charset="0"/>
                    <a:cs typeface="Calibri" panose="020F0502020204030204" pitchFamily="34" charset="0"/>
                  </a:rPr>
                  <a:t> table) and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0.5%</m:t>
                    </m:r>
                  </m:oMath>
                </a14:m>
                <a:r>
                  <a:rPr lang="en-GB" sz="1400" dirty="0">
                    <a:latin typeface="Calibri" panose="020F0502020204030204" pitchFamily="34" charset="0"/>
                    <a:ea typeface="Calibri" panose="020F0502020204030204" pitchFamily="34" charset="0"/>
                    <a:cs typeface="Calibri" panose="020F0502020204030204" pitchFamily="34" charset="0"/>
                  </a:rPr>
                  <a:t> (from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1%</m:t>
                    </m:r>
                  </m:oMath>
                </a14:m>
                <a:r>
                  <a:rPr lang="en-GB" sz="1400" dirty="0">
                    <a:latin typeface="Calibri" panose="020F0502020204030204" pitchFamily="34" charset="0"/>
                    <a:ea typeface="Calibri" panose="020F0502020204030204" pitchFamily="34" charset="0"/>
                    <a:cs typeface="Calibri" panose="020F0502020204030204" pitchFamily="34" charset="0"/>
                  </a:rPr>
                  <a:t> table). </a:t>
                </a:r>
              </a:p>
              <a:p>
                <a:pPr marL="342900" indent="-342900" algn="just">
                  <a:spcBef>
                    <a:spcPts val="600"/>
                  </a:spcBef>
                  <a:spcAft>
                    <a:spcPts val="600"/>
                  </a:spcAft>
                  <a:buFont typeface="+mj-lt"/>
                  <a:buAutoNum type="arabicPeriod" startAt="4"/>
                </a:pPr>
                <a:r>
                  <a:rPr lang="en-GB" sz="1400" dirty="0">
                    <a:latin typeface="Calibri" panose="020F0502020204030204" pitchFamily="34" charset="0"/>
                    <a:ea typeface="Calibri" panose="020F0502020204030204" pitchFamily="34" charset="0"/>
                    <a:cs typeface="Calibri" panose="020F0502020204030204" pitchFamily="34" charset="0"/>
                  </a:rPr>
                  <a:t>The tables gives critical values for sample sizes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𝑛</m:t>
                    </m:r>
                    <m:r>
                      <a:rPr lang="en-GB" sz="1400" i="1" dirty="0" smtClean="0">
                        <a:latin typeface="Cambria Math" panose="02040503050406030204" pitchFamily="18" charset="0"/>
                        <a:ea typeface="Calibri" panose="020F0502020204030204" pitchFamily="34" charset="0"/>
                        <a:cs typeface="Calibri" panose="020F0502020204030204" pitchFamily="34" charset="0"/>
                      </a:rPr>
                      <m:t>≤25</m:t>
                    </m:r>
                  </m:oMath>
                </a14:m>
                <a:r>
                  <a:rPr lang="en-GB" sz="1400" dirty="0">
                    <a:latin typeface="Calibri" panose="020F0502020204030204" pitchFamily="34" charset="0"/>
                    <a:ea typeface="Calibri" panose="020F0502020204030204" pitchFamily="34" charset="0"/>
                    <a:cs typeface="Calibri" panose="020F0502020204030204" pitchFamily="34" charset="0"/>
                  </a:rPr>
                  <a:t>. For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𝑛</m:t>
                    </m:r>
                    <m:r>
                      <a:rPr lang="en-GB" sz="1400" i="1" dirty="0" smtClean="0">
                        <a:latin typeface="Cambria Math" panose="02040503050406030204" pitchFamily="18" charset="0"/>
                        <a:ea typeface="Calibri" panose="020F0502020204030204" pitchFamily="34" charset="0"/>
                        <a:cs typeface="Calibri" panose="020F0502020204030204" pitchFamily="34" charset="0"/>
                      </a:rPr>
                      <m:t>&gt;25</m:t>
                    </m:r>
                  </m:oMath>
                </a14:m>
                <a:r>
                  <a:rPr lang="en-GB" sz="1400" dirty="0">
                    <a:latin typeface="Calibri" panose="020F0502020204030204" pitchFamily="34" charset="0"/>
                    <a:ea typeface="Calibri" panose="020F0502020204030204" pitchFamily="34" charset="0"/>
                    <a:cs typeface="Calibri" panose="020F0502020204030204" pitchFamily="34" charset="0"/>
                  </a:rPr>
                  <a:t> we use a normal distribution as an approximation to the distribution of the rank sum (not covered in this lecture).</a:t>
                </a:r>
              </a:p>
              <a:p>
                <a:endParaRPr lang="en-GB" sz="1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9A242CED-061E-4877-F1D2-77F754A904EF}"/>
                  </a:ext>
                </a:extLst>
              </p:cNvPr>
              <p:cNvSpPr txBox="1">
                <a:spLocks noRot="1" noChangeAspect="1" noMove="1" noResize="1" noEditPoints="1" noAdjustHandles="1" noChangeArrowheads="1" noChangeShapeType="1" noTextEdit="1"/>
              </p:cNvSpPr>
              <p:nvPr/>
            </p:nvSpPr>
            <p:spPr>
              <a:xfrm>
                <a:off x="186595" y="677929"/>
                <a:ext cx="8672095" cy="2277547"/>
              </a:xfrm>
              <a:prstGeom prst="rect">
                <a:avLst/>
              </a:prstGeom>
              <a:blipFill>
                <a:blip r:embed="rId3"/>
                <a:stretch>
                  <a:fillRect l="-281" t="-535" r="-211"/>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D02E1846-A85E-189E-DC81-8F68D81F6648}"/>
              </a:ext>
            </a:extLst>
          </p:cNvPr>
          <p:cNvPicPr>
            <a:picLocks noChangeAspect="1"/>
          </p:cNvPicPr>
          <p:nvPr/>
        </p:nvPicPr>
        <p:blipFill>
          <a:blip r:embed="rId4"/>
          <a:stretch>
            <a:fillRect/>
          </a:stretch>
        </p:blipFill>
        <p:spPr>
          <a:xfrm>
            <a:off x="1082269" y="2669533"/>
            <a:ext cx="2649312" cy="1808330"/>
          </a:xfrm>
          <a:prstGeom prst="rect">
            <a:avLst/>
          </a:prstGeom>
        </p:spPr>
      </p:pic>
      <p:pic>
        <p:nvPicPr>
          <p:cNvPr id="8" name="Picture 7">
            <a:extLst>
              <a:ext uri="{FF2B5EF4-FFF2-40B4-BE49-F238E27FC236}">
                <a16:creationId xmlns:a16="http://schemas.microsoft.com/office/drawing/2014/main" id="{64F80814-2CCA-060C-454F-0430FB94EF9D}"/>
              </a:ext>
            </a:extLst>
          </p:cNvPr>
          <p:cNvPicPr>
            <a:picLocks noChangeAspect="1"/>
          </p:cNvPicPr>
          <p:nvPr/>
        </p:nvPicPr>
        <p:blipFill>
          <a:blip r:embed="rId5"/>
          <a:stretch>
            <a:fillRect/>
          </a:stretch>
        </p:blipFill>
        <p:spPr>
          <a:xfrm>
            <a:off x="4631692" y="2669533"/>
            <a:ext cx="2742699" cy="1787530"/>
          </a:xfrm>
          <a:prstGeom prst="rect">
            <a:avLst/>
          </a:prstGeom>
        </p:spPr>
      </p:pic>
    </p:spTree>
    <p:extLst>
      <p:ext uri="{BB962C8B-B14F-4D97-AF65-F5344CB8AC3E}">
        <p14:creationId xmlns:p14="http://schemas.microsoft.com/office/powerpoint/2010/main" val="1712996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0ED59EDE-F44F-ACAE-7CA4-0DECE0B48FC2}"/>
              </a:ext>
            </a:extLst>
          </p:cNvPr>
          <p:cNvSpPr txBox="1"/>
          <p:nvPr/>
        </p:nvSpPr>
        <p:spPr>
          <a:xfrm>
            <a:off x="186597" y="733233"/>
            <a:ext cx="8672096" cy="1323439"/>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4</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A motorcycle engineer is investigating the resistance to stretching of two alloy steels for potential use in chains. The engineer wishes to establish in the first instance whether there is any difference in the mean resistance to stretch of the two alloys. 10 samples of one alloy and 12 samples of the second alloy are tested under the same conditions and the actual stretch is measured. All samples are the same length. The results are given in the table below. </a:t>
            </a:r>
          </a:p>
        </p:txBody>
      </p:sp>
      <p:pic>
        <p:nvPicPr>
          <p:cNvPr id="9" name="Picture 8">
            <a:extLst>
              <a:ext uri="{FF2B5EF4-FFF2-40B4-BE49-F238E27FC236}">
                <a16:creationId xmlns:a16="http://schemas.microsoft.com/office/drawing/2014/main" id="{A3ADEC66-FAAE-E274-66EA-38ECCD8615FC}"/>
              </a:ext>
            </a:extLst>
          </p:cNvPr>
          <p:cNvPicPr>
            <a:picLocks noChangeAspect="1"/>
          </p:cNvPicPr>
          <p:nvPr/>
        </p:nvPicPr>
        <p:blipFill>
          <a:blip r:embed="rId3"/>
          <a:stretch>
            <a:fillRect/>
          </a:stretch>
        </p:blipFill>
        <p:spPr>
          <a:xfrm>
            <a:off x="3788229" y="2056672"/>
            <a:ext cx="2009775" cy="1628775"/>
          </a:xfrm>
          <a:prstGeom prst="rect">
            <a:avLst/>
          </a:prstGeom>
        </p:spPr>
      </p:pic>
      <p:sp>
        <p:nvSpPr>
          <p:cNvPr id="11" name="TextBox 10">
            <a:extLst>
              <a:ext uri="{FF2B5EF4-FFF2-40B4-BE49-F238E27FC236}">
                <a16:creationId xmlns:a16="http://schemas.microsoft.com/office/drawing/2014/main" id="{1ADCE542-98F5-7DE4-2E68-CFD7D54BA2D7}"/>
              </a:ext>
            </a:extLst>
          </p:cNvPr>
          <p:cNvSpPr txBox="1"/>
          <p:nvPr/>
        </p:nvSpPr>
        <p:spPr>
          <a:xfrm>
            <a:off x="186598" y="3626766"/>
            <a:ext cx="8672095" cy="892552"/>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Use the Wilcoxon rank-sum test to decide, at the 5% level of significance, whether there is evidence of a significant difference in the mean resistance to stretching of the two alloys.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7EB2199-6895-BF52-EBC9-2909E175293A}"/>
                  </a:ext>
                </a:extLst>
              </p14:cNvPr>
              <p14:cNvContentPartPr/>
              <p14:nvPr/>
            </p14:nvContentPartPr>
            <p14:xfrm>
              <a:off x="3411681" y="4184907"/>
              <a:ext cx="2617200" cy="225360"/>
            </p14:xfrm>
          </p:contentPart>
        </mc:Choice>
        <mc:Fallback xmlns="">
          <p:pic>
            <p:nvPicPr>
              <p:cNvPr id="2" name="Ink 1">
                <a:extLst>
                  <a:ext uri="{FF2B5EF4-FFF2-40B4-BE49-F238E27FC236}">
                    <a16:creationId xmlns:a16="http://schemas.microsoft.com/office/drawing/2014/main" id="{27EB2199-6895-BF52-EBC9-2909E175293A}"/>
                  </a:ext>
                </a:extLst>
              </p:cNvPr>
              <p:cNvPicPr/>
              <p:nvPr/>
            </p:nvPicPr>
            <p:blipFill>
              <a:blip r:embed="rId5"/>
              <a:stretch>
                <a:fillRect/>
              </a:stretch>
            </p:blipFill>
            <p:spPr>
              <a:xfrm>
                <a:off x="3402321" y="4175547"/>
                <a:ext cx="2635920" cy="244080"/>
              </a:xfrm>
              <a:prstGeom prst="rect">
                <a:avLst/>
              </a:prstGeom>
            </p:spPr>
          </p:pic>
        </mc:Fallback>
      </mc:AlternateContent>
    </p:spTree>
    <p:extLst>
      <p:ext uri="{BB962C8B-B14F-4D97-AF65-F5344CB8AC3E}">
        <p14:creationId xmlns:p14="http://schemas.microsoft.com/office/powerpoint/2010/main" val="408631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0ED59EDE-F44F-ACAE-7CA4-0DECE0B48FC2}"/>
              </a:ext>
            </a:extLst>
          </p:cNvPr>
          <p:cNvSpPr txBox="1"/>
          <p:nvPr/>
        </p:nvSpPr>
        <p:spPr>
          <a:xfrm>
            <a:off x="186597" y="733233"/>
            <a:ext cx="8672096" cy="677108"/>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4 Continued…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p:grpSp>
        <p:nvGrpSpPr>
          <p:cNvPr id="7" name="Group 6">
            <a:extLst>
              <a:ext uri="{FF2B5EF4-FFF2-40B4-BE49-F238E27FC236}">
                <a16:creationId xmlns:a16="http://schemas.microsoft.com/office/drawing/2014/main" id="{30AAF347-0E44-E64B-6860-E9D6B049B07E}"/>
              </a:ext>
            </a:extLst>
          </p:cNvPr>
          <p:cNvGrpSpPr/>
          <p:nvPr/>
        </p:nvGrpSpPr>
        <p:grpSpPr>
          <a:xfrm>
            <a:off x="453240" y="733233"/>
            <a:ext cx="8405453" cy="3714699"/>
            <a:chOff x="453240" y="733233"/>
            <a:chExt cx="8405453" cy="3714699"/>
          </a:xfrm>
        </p:grpSpPr>
        <p:pic>
          <p:nvPicPr>
            <p:cNvPr id="4" name="Picture 3">
              <a:extLst>
                <a:ext uri="{FF2B5EF4-FFF2-40B4-BE49-F238E27FC236}">
                  <a16:creationId xmlns:a16="http://schemas.microsoft.com/office/drawing/2014/main" id="{E41C3DD1-2A77-3232-D47D-EDC5BD4B157D}"/>
                </a:ext>
              </a:extLst>
            </p:cNvPr>
            <p:cNvPicPr>
              <a:picLocks noChangeAspect="1"/>
            </p:cNvPicPr>
            <p:nvPr/>
          </p:nvPicPr>
          <p:blipFill>
            <a:blip r:embed="rId3"/>
            <a:stretch>
              <a:fillRect/>
            </a:stretch>
          </p:blipFill>
          <p:spPr>
            <a:xfrm>
              <a:off x="7320447" y="733233"/>
              <a:ext cx="1538246" cy="3714699"/>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585E526-CEE1-07D8-71D0-D607F0D4D238}"/>
                    </a:ext>
                  </a:extLst>
                </p14:cNvPr>
                <p14:cNvContentPartPr/>
                <p14:nvPr/>
              </p14:nvContentPartPr>
              <p14:xfrm>
                <a:off x="453240" y="930240"/>
                <a:ext cx="6420960" cy="3508920"/>
              </p14:xfrm>
            </p:contentPart>
          </mc:Choice>
          <mc:Fallback xmlns="">
            <p:pic>
              <p:nvPicPr>
                <p:cNvPr id="5" name="Ink 4">
                  <a:extLst>
                    <a:ext uri="{FF2B5EF4-FFF2-40B4-BE49-F238E27FC236}">
                      <a16:creationId xmlns:a16="http://schemas.microsoft.com/office/drawing/2014/main" id="{5585E526-CEE1-07D8-71D0-D607F0D4D238}"/>
                    </a:ext>
                  </a:extLst>
                </p:cNvPr>
                <p:cNvPicPr/>
                <p:nvPr/>
              </p:nvPicPr>
              <p:blipFill>
                <a:blip r:embed="rId5"/>
                <a:stretch>
                  <a:fillRect/>
                </a:stretch>
              </p:blipFill>
              <p:spPr>
                <a:xfrm>
                  <a:off x="443880" y="920880"/>
                  <a:ext cx="6439680" cy="3527640"/>
                </a:xfrm>
                <a:prstGeom prst="rect">
                  <a:avLst/>
                </a:prstGeom>
              </p:spPr>
            </p:pic>
          </mc:Fallback>
        </mc:AlternateContent>
      </p:grpSp>
    </p:spTree>
    <p:extLst>
      <p:ext uri="{BB962C8B-B14F-4D97-AF65-F5344CB8AC3E}">
        <p14:creationId xmlns:p14="http://schemas.microsoft.com/office/powerpoint/2010/main" val="89302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Non-parametric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8C862E2-DBC5-C294-5E41-A4942BF301B8}"/>
                  </a:ext>
                </a:extLst>
              </p:cNvPr>
              <p:cNvSpPr txBox="1"/>
              <p:nvPr/>
            </p:nvSpPr>
            <p:spPr>
              <a:xfrm>
                <a:off x="186596" y="1163704"/>
                <a:ext cx="8672097" cy="2062103"/>
              </a:xfrm>
              <a:prstGeom prst="rect">
                <a:avLst/>
              </a:prstGeom>
              <a:noFill/>
            </p:spPr>
            <p:txBody>
              <a:bodyPr wrap="square">
                <a:spAutoFit/>
              </a:bodyPr>
              <a:lstStyle/>
              <a:p>
                <a:pPr>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The Wilcoxon rank-sum test</a:t>
                </a:r>
              </a:p>
              <a:p>
                <a:pPr marL="342900" indent="-34290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In cases where the underlying distribution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normal</a:t>
                </a:r>
                <a:r>
                  <a:rPr lang="en-GB" sz="1400" dirty="0">
                    <a:latin typeface="Calibri" panose="020F0502020204030204" pitchFamily="34" charset="0"/>
                    <a:ea typeface="Calibri" panose="020F0502020204030204" pitchFamily="34" charset="0"/>
                    <a:cs typeface="Calibri" panose="020F0502020204030204" pitchFamily="34" charset="0"/>
                  </a:rPr>
                  <a:t>,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is preferable to the Wilcoxon rank-sum test. </a:t>
                </a:r>
              </a:p>
              <a:p>
                <a:pPr marL="342900" indent="-34290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In cases where the underlying distribution in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non-normal</a:t>
                </a:r>
                <a:r>
                  <a:rPr lang="en-GB" sz="1400" dirty="0">
                    <a:latin typeface="Calibri" panose="020F0502020204030204" pitchFamily="34" charset="0"/>
                    <a:ea typeface="Calibri" panose="020F0502020204030204" pitchFamily="34" charset="0"/>
                    <a:cs typeface="Calibri" panose="020F0502020204030204" pitchFamily="34" charset="0"/>
                  </a:rPr>
                  <a:t> and the conditions for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test cannot reasonably be met, it may well be preferable to use the Wilcoxon rank-sum test. </a:t>
                </a:r>
              </a:p>
              <a:p>
                <a:pPr marL="342900" indent="-34290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In cases where the underlying distribution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symmetric</a:t>
                </a:r>
                <a:r>
                  <a:rPr lang="en-GB" sz="1400" dirty="0">
                    <a:latin typeface="Calibri" panose="020F0502020204030204" pitchFamily="34" charset="0"/>
                    <a:ea typeface="Calibri" panose="020F0502020204030204" pitchFamily="34" charset="0"/>
                    <a:cs typeface="Calibri" panose="020F0502020204030204" pitchFamily="34" charset="0"/>
                  </a:rPr>
                  <a:t> but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non-normal</a:t>
                </a:r>
                <a:r>
                  <a:rPr lang="en-GB" sz="1400" dirty="0">
                    <a:latin typeface="Calibri" panose="020F0502020204030204" pitchFamily="34" charset="0"/>
                    <a:ea typeface="Calibri" panose="020F0502020204030204" pitchFamily="34" charset="0"/>
                    <a:cs typeface="Calibri" panose="020F0502020204030204" pitchFamily="34" charset="0"/>
                  </a:rPr>
                  <a:t> and exhibits substantially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larger tails </a:t>
                </a:r>
                <a:r>
                  <a:rPr lang="en-GB" sz="1400" dirty="0">
                    <a:latin typeface="Calibri" panose="020F0502020204030204" pitchFamily="34" charset="0"/>
                    <a:ea typeface="Calibri" panose="020F0502020204030204" pitchFamily="34" charset="0"/>
                    <a:cs typeface="Calibri" panose="020F0502020204030204" pitchFamily="34" charset="0"/>
                  </a:rPr>
                  <a:t>then the normal distribution, it is often preferable to use the Wilcoxon rank-sum test since the mean of such distributions is often unstable.</a:t>
                </a:r>
              </a:p>
            </p:txBody>
          </p:sp>
        </mc:Choice>
        <mc:Fallback xmlns="">
          <p:sp>
            <p:nvSpPr>
              <p:cNvPr id="4" name="TextBox 3">
                <a:extLst>
                  <a:ext uri="{FF2B5EF4-FFF2-40B4-BE49-F238E27FC236}">
                    <a16:creationId xmlns:a16="http://schemas.microsoft.com/office/drawing/2014/main" id="{A8C862E2-DBC5-C294-5E41-A4942BF301B8}"/>
                  </a:ext>
                </a:extLst>
              </p:cNvPr>
              <p:cNvSpPr txBox="1">
                <a:spLocks noRot="1" noChangeAspect="1" noMove="1" noResize="1" noEditPoints="1" noAdjustHandles="1" noChangeArrowheads="1" noChangeShapeType="1" noTextEdit="1"/>
              </p:cNvSpPr>
              <p:nvPr/>
            </p:nvSpPr>
            <p:spPr>
              <a:xfrm>
                <a:off x="186596" y="1163704"/>
                <a:ext cx="8672097" cy="2062103"/>
              </a:xfrm>
              <a:prstGeom prst="rect">
                <a:avLst/>
              </a:prstGeom>
              <a:blipFill>
                <a:blip r:embed="rId3"/>
                <a:stretch>
                  <a:fillRect l="-211" t="-592" r="-211" b="-2071"/>
                </a:stretch>
              </a:blipFill>
            </p:spPr>
            <p:txBody>
              <a:bodyPr/>
              <a:lstStyle/>
              <a:p>
                <a:r>
                  <a:rPr lang="en-GB">
                    <a:noFill/>
                  </a:rPr>
                  <a:t> </a:t>
                </a:r>
              </a:p>
            </p:txBody>
          </p:sp>
        </mc:Fallback>
      </mc:AlternateContent>
    </p:spTree>
    <p:extLst>
      <p:ext uri="{BB962C8B-B14F-4D97-AF65-F5344CB8AC3E}">
        <p14:creationId xmlns:p14="http://schemas.microsoft.com/office/powerpoint/2010/main" val="2440454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54AB-2AA7-23CE-EA38-F8598A81E9D4}"/>
              </a:ext>
            </a:extLst>
          </p:cNvPr>
          <p:cNvSpPr>
            <a:spLocks noGrp="1"/>
          </p:cNvSpPr>
          <p:nvPr>
            <p:ph type="title" idx="4294967295"/>
          </p:nvPr>
        </p:nvSpPr>
        <p:spPr>
          <a:xfrm>
            <a:off x="628650" y="-993775"/>
            <a:ext cx="7886700" cy="993775"/>
          </a:xfrm>
          <a:prstGeom prst="rect">
            <a:avLst/>
          </a:prstGeom>
        </p:spPr>
        <p:txBody>
          <a:bodyPr anchor="b"/>
          <a:lstStyle/>
          <a:p>
            <a:r>
              <a:rPr lang="en-US"/>
              <a:t>End slide</a:t>
            </a:r>
          </a:p>
        </p:txBody>
      </p:sp>
    </p:spTree>
    <p:extLst>
      <p:ext uri="{BB962C8B-B14F-4D97-AF65-F5344CB8AC3E}">
        <p14:creationId xmlns:p14="http://schemas.microsoft.com/office/powerpoint/2010/main" val="3080253289"/>
      </p:ext>
    </p:extLst>
  </p:cSld>
  <p:clrMapOvr>
    <a:masterClrMapping/>
  </p:clrMapOvr>
</p:sld>
</file>

<file path=ppt/theme/theme1.xml><?xml version="1.0" encoding="utf-8"?>
<a:theme xmlns:a="http://schemas.openxmlformats.org/drawingml/2006/main" name="Office Theme">
  <a:themeElements>
    <a:clrScheme name="Channel 4 1">
      <a:dk1>
        <a:srgbClr val="000000"/>
      </a:dk1>
      <a:lt1>
        <a:srgbClr val="FFFFFF"/>
      </a:lt1>
      <a:dk2>
        <a:srgbClr val="585858"/>
      </a:dk2>
      <a:lt2>
        <a:srgbClr val="FFFFFF"/>
      </a:lt2>
      <a:accent1>
        <a:srgbClr val="6D2B83"/>
      </a:accent1>
      <a:accent2>
        <a:srgbClr val="D0091D"/>
      </a:accent2>
      <a:accent3>
        <a:srgbClr val="FFD611"/>
      </a:accent3>
      <a:accent4>
        <a:srgbClr val="85B6E2"/>
      </a:accent4>
      <a:accent5>
        <a:srgbClr val="62CBC5"/>
      </a:accent5>
      <a:accent6>
        <a:srgbClr val="7F7878"/>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Queen Mary">
      <a:dk1>
        <a:srgbClr val="21386A"/>
      </a:dk1>
      <a:lt1>
        <a:sysClr val="window" lastClr="FFFFFF"/>
      </a:lt1>
      <a:dk2>
        <a:srgbClr val="21386A"/>
      </a:dk2>
      <a:lt2>
        <a:srgbClr val="D8D8D8"/>
      </a:lt2>
      <a:accent1>
        <a:srgbClr val="123181"/>
      </a:accent1>
      <a:accent2>
        <a:srgbClr val="792273"/>
      </a:accent2>
      <a:accent3>
        <a:srgbClr val="2DB8C5"/>
      </a:accent3>
      <a:accent4>
        <a:srgbClr val="CDA60C"/>
      </a:accent4>
      <a:accent5>
        <a:srgbClr val="BD1C1C"/>
      </a:accent5>
      <a:accent6>
        <a:srgbClr val="73B82B"/>
      </a:accent6>
      <a:hlink>
        <a:srgbClr val="E6007E"/>
      </a:hlink>
      <a:folHlink>
        <a:srgbClr val="2DB8C5"/>
      </a:folHlink>
    </a:clrScheme>
    <a:fontScheme name="Queen Mar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368CCBB75DFF4FBBF35D2CFE6FAFE5" ma:contentTypeVersion="13" ma:contentTypeDescription="Create a new document." ma:contentTypeScope="" ma:versionID="f1311ced04cfc325e5928d5533fce59e">
  <xsd:schema xmlns:xsd="http://www.w3.org/2001/XMLSchema" xmlns:xs="http://www.w3.org/2001/XMLSchema" xmlns:p="http://schemas.microsoft.com/office/2006/metadata/properties" xmlns:ns2="ae20048c-4bd1-477c-818b-309dfd2ea730" xmlns:ns3="ec8e96b7-88f6-4348-9ed3-1857a504f459" targetNamespace="http://schemas.microsoft.com/office/2006/metadata/properties" ma:root="true" ma:fieldsID="5849b0596d969c419648485de5277e80" ns2:_="" ns3:_="">
    <xsd:import namespace="ae20048c-4bd1-477c-818b-309dfd2ea730"/>
    <xsd:import namespace="ec8e96b7-88f6-4348-9ed3-1857a504f45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0048c-4bd1-477c-818b-309dfd2ea7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8e96b7-88f6-4348-9ed3-1857a504f45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ec8e96b7-88f6-4348-9ed3-1857a504f459">
      <UserInfo>
        <DisplayName>Stuart Richard Peters</DisplayName>
        <AccountId>249</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3B0BFE-8693-41A1-8146-1F50DBFC88B0}">
  <ds:schemaRefs>
    <ds:schemaRef ds:uri="ae20048c-4bd1-477c-818b-309dfd2ea730"/>
    <ds:schemaRef ds:uri="ec8e96b7-88f6-4348-9ed3-1857a504f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32CF83C-B74F-48F2-8ECA-3B65423852EE}">
  <ds:schemaRefs>
    <ds:schemaRef ds:uri="http://schemas.microsoft.com/office/2006/metadata/properties"/>
    <ds:schemaRef ds:uri="http://schemas.microsoft.com/office/infopath/2007/PartnerControls"/>
    <ds:schemaRef ds:uri="ec8e96b7-88f6-4348-9ed3-1857a504f459"/>
  </ds:schemaRefs>
</ds:datastoreItem>
</file>

<file path=customXml/itemProps3.xml><?xml version="1.0" encoding="utf-8"?>
<ds:datastoreItem xmlns:ds="http://schemas.openxmlformats.org/officeDocument/2006/customXml" ds:itemID="{3DB8F29C-7E3B-4051-A5EC-36F526E487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1758</Words>
  <Application>Microsoft Office PowerPoint</Application>
  <PresentationFormat>On-screen Show (16:9)</PresentationFormat>
  <Paragraphs>127</Paragraphs>
  <Slides>19</Slides>
  <Notes>18</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19</vt:i4>
      </vt:variant>
    </vt:vector>
  </HeadingPairs>
  <TitlesOfParts>
    <vt:vector size="28" baseType="lpstr">
      <vt:lpstr>4 Text</vt:lpstr>
      <vt:lpstr>Channel 4 Chadwick</vt:lpstr>
      <vt:lpstr>Arial</vt:lpstr>
      <vt:lpstr>Calibri</vt:lpstr>
      <vt:lpstr>Calibri Light</vt:lpstr>
      <vt:lpstr>Cambria Math</vt:lpstr>
      <vt:lpstr>Office Theme</vt:lpstr>
      <vt:lpstr>1_Custom Design</vt:lpstr>
      <vt:lpstr>2_Custom Design</vt:lpstr>
      <vt:lpstr>EMS702UP Statistical Thinking and Applied Machine Learning  </vt:lpstr>
      <vt:lpstr>Introduction to Non-parametric Tests</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a Single Sample</vt:lpstr>
      <vt:lpstr>Non-parametric Methods – Tests for Multiple Samples</vt:lpstr>
      <vt:lpstr>Non-parametric Methods – Tests for Multiple Samples</vt:lpstr>
      <vt:lpstr>Non-parametric Methods – Tests for Multiple Samples</vt:lpstr>
      <vt:lpstr>Non-parametric Methods – Tests for Multiple Samples</vt:lpstr>
      <vt:lpstr>Non-parametric Methods – Tests for Multiple Samples</vt:lpstr>
      <vt:lpstr>End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J</dc:creator>
  <cp:lastModifiedBy>Jun Chen</cp:lastModifiedBy>
  <cp:revision>508</cp:revision>
  <dcterms:created xsi:type="dcterms:W3CDTF">2020-06-18T12:08:25Z</dcterms:created>
  <dcterms:modified xsi:type="dcterms:W3CDTF">2023-10-18T09:56:15Z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0x010100E1368CCBB75DFF4FBBF35D2CFE6FAFE5</vt:lpwstr>
  </property>
</Properties>
</file>