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notesSlides/notesSlide8.xml" ContentType="application/vnd.openxmlformats-officedocument.presentationml.notesSlide+xml"/>
  <Override PartName="/ppt/ink/ink3.xml" ContentType="application/inkml+xml"/>
  <Override PartName="/ppt/ink/ink4.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5.xml" ContentType="application/inkml+xml"/>
  <Override PartName="/ppt/notesSlides/notesSlide16.xml" ContentType="application/vnd.openxmlformats-officedocument.presentationml.notesSlide+xml"/>
  <Override PartName="/ppt/ink/ink6.xml" ContentType="application/inkml+xml"/>
  <Override PartName="/ppt/notesSlides/notesSlide17.xml" ContentType="application/vnd.openxmlformats-officedocument.presentationml.notesSlide+xml"/>
  <Override PartName="/ppt/ink/ink7.xml" ContentType="application/inkml+xml"/>
  <Override PartName="/ppt/notesSlides/notesSlide18.xml" ContentType="application/vnd.openxmlformats-officedocument.presentationml.notesSlide+xml"/>
  <Override PartName="/ppt/ink/ink8.xml" ContentType="application/inkml+xml"/>
  <Override PartName="/ppt/notesSlides/notesSlide19.xml" ContentType="application/vnd.openxmlformats-officedocument.presentationml.notesSlide+xml"/>
  <Override PartName="/ppt/ink/ink9.xml" ContentType="application/inkml+xml"/>
  <Override PartName="/ppt/notesSlides/notesSlide20.xml" ContentType="application/vnd.openxmlformats-officedocument.presentationml.notesSlide+xml"/>
  <Override PartName="/ppt/ink/ink10.xml" ContentType="application/inkml+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ink/ink11.xml" ContentType="application/inkml+xml"/>
  <Override PartName="/ppt/notesSlides/notesSlide25.xml" ContentType="application/vnd.openxmlformats-officedocument.presentationml.notesSlide+xml"/>
  <Override PartName="/ppt/ink/ink12.xml" ContentType="application/inkml+xml"/>
  <Override PartName="/ppt/notesSlides/notesSlide26.xml" ContentType="application/vnd.openxmlformats-officedocument.presentationml.notesSlide+xml"/>
  <Override PartName="/ppt/ink/ink13.xml" ContentType="application/inkml+xml"/>
  <Override PartName="/ppt/ink/ink14.xml" ContentType="application/inkml+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ink/ink15.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4"/>
    <p:sldMasterId id="2147483866" r:id="rId5"/>
    <p:sldMasterId id="2147483843" r:id="rId6"/>
  </p:sldMasterIdLst>
  <p:notesMasterIdLst>
    <p:notesMasterId r:id="rId37"/>
  </p:notesMasterIdLst>
  <p:handoutMasterIdLst>
    <p:handoutMasterId r:id="rId38"/>
  </p:handoutMasterIdLst>
  <p:sldIdLst>
    <p:sldId id="256" r:id="rId7"/>
    <p:sldId id="330" r:id="rId8"/>
    <p:sldId id="353" r:id="rId9"/>
    <p:sldId id="346" r:id="rId10"/>
    <p:sldId id="354" r:id="rId11"/>
    <p:sldId id="347" r:id="rId12"/>
    <p:sldId id="356" r:id="rId13"/>
    <p:sldId id="357" r:id="rId14"/>
    <p:sldId id="355" r:id="rId15"/>
    <p:sldId id="358" r:id="rId16"/>
    <p:sldId id="359" r:id="rId17"/>
    <p:sldId id="348" r:id="rId18"/>
    <p:sldId id="349" r:id="rId19"/>
    <p:sldId id="360" r:id="rId20"/>
    <p:sldId id="361" r:id="rId21"/>
    <p:sldId id="362" r:id="rId22"/>
    <p:sldId id="363" r:id="rId23"/>
    <p:sldId id="364" r:id="rId24"/>
    <p:sldId id="365" r:id="rId25"/>
    <p:sldId id="366" r:id="rId26"/>
    <p:sldId id="350" r:id="rId27"/>
    <p:sldId id="367" r:id="rId28"/>
    <p:sldId id="368" r:id="rId29"/>
    <p:sldId id="369" r:id="rId30"/>
    <p:sldId id="370" r:id="rId31"/>
    <p:sldId id="371" r:id="rId32"/>
    <p:sldId id="372" r:id="rId33"/>
    <p:sldId id="373" r:id="rId34"/>
    <p:sldId id="374" r:id="rId35"/>
    <p:sldId id="294" r:id="rId36"/>
  </p:sldIdLst>
  <p:sldSz cx="9144000" cy="5143500" type="screen16x9"/>
  <p:notesSz cx="6858000" cy="9144000"/>
  <p:defaultText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Slide templates" id="{7DD0B69D-9948-46F3-B07D-8BF81D90CAFD}">
          <p14:sldIdLst>
            <p14:sldId id="256"/>
            <p14:sldId id="330"/>
            <p14:sldId id="353"/>
            <p14:sldId id="346"/>
            <p14:sldId id="354"/>
            <p14:sldId id="347"/>
            <p14:sldId id="356"/>
            <p14:sldId id="357"/>
            <p14:sldId id="355"/>
            <p14:sldId id="358"/>
            <p14:sldId id="359"/>
            <p14:sldId id="348"/>
            <p14:sldId id="349"/>
            <p14:sldId id="360"/>
            <p14:sldId id="361"/>
            <p14:sldId id="362"/>
            <p14:sldId id="363"/>
            <p14:sldId id="364"/>
            <p14:sldId id="365"/>
            <p14:sldId id="366"/>
            <p14:sldId id="350"/>
            <p14:sldId id="367"/>
            <p14:sldId id="368"/>
            <p14:sldId id="369"/>
            <p14:sldId id="370"/>
            <p14:sldId id="371"/>
            <p14:sldId id="372"/>
            <p14:sldId id="373"/>
            <p14:sldId id="374"/>
            <p14:sldId id="294"/>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3D74"/>
    <a:srgbClr val="1F7791"/>
    <a:srgbClr val="10746A"/>
    <a:srgbClr val="EC008C"/>
    <a:srgbClr val="2DB8C5"/>
    <a:srgbClr val="73B82B"/>
    <a:srgbClr val="F18500"/>
    <a:srgbClr val="8D3786"/>
    <a:srgbClr val="CDA60C"/>
    <a:srgbClr val="2DB86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17" d="100"/>
          <a:sy n="117" d="100"/>
        </p:scale>
        <p:origin x="162" y="75"/>
      </p:cViewPr>
      <p:guideLst>
        <p:guide orient="horz" pos="1620"/>
        <p:guide pos="28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presProps" Target="presProps.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r>
              <a:rPr lang="en-US" sz="1400" b="1" i="0">
                <a:solidFill>
                  <a:srgbClr val="001B71"/>
                </a:solidFill>
                <a:latin typeface="Arial" panose="020B0604020202020204" pitchFamily="34" charset="0"/>
                <a:cs typeface="Arial" panose="020B0604020202020204" pitchFamily="34" charset="0"/>
              </a:rPr>
              <a:t>Example</a:t>
            </a:r>
          </a:p>
        </c:rich>
      </c:tx>
      <c:layout>
        <c:manualLayout>
          <c:xMode val="edge"/>
          <c:yMode val="edge"/>
          <c:x val="0.30859996977948773"/>
          <c:y val="1.4467262737367422E-3"/>
        </c:manualLayout>
      </c:layout>
      <c:overlay val="0"/>
      <c:spPr>
        <a:noFill/>
        <a:ln>
          <a:noFill/>
        </a:ln>
        <a:effectLst/>
      </c:spPr>
      <c:txPr>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5.5009355875836059E-2"/>
          <c:y val="0.13986788302602043"/>
          <c:w val="0.67931177666812181"/>
          <c:h val="0.76021553992215929"/>
        </c:manualLayout>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CA9-4D25-9A08-E785591F912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CA9-4D25-9A08-E785591F912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CA9-4D25-9A08-E785591F912F}"/>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CA9-4D25-9A08-E785591F912F}"/>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CCA9-4D25-9A08-E785591F912F}"/>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CCA9-4D25-9A08-E785591F912F}"/>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CCA9-4D25-9A08-E785591F912F}"/>
              </c:ext>
            </c:extLst>
          </c:dPt>
          <c:cat>
            <c:strRef>
              <c:f>Sheet1!$A$2:$A$8</c:f>
              <c:strCache>
                <c:ptCount val="7"/>
                <c:pt idx="0">
                  <c:v>Lorem ipsum</c:v>
                </c:pt>
                <c:pt idx="1">
                  <c:v>Lorem ipsum</c:v>
                </c:pt>
                <c:pt idx="2">
                  <c:v>Lorem ipsum</c:v>
                </c:pt>
                <c:pt idx="3">
                  <c:v>Lorem ipsum</c:v>
                </c:pt>
                <c:pt idx="4">
                  <c:v>Lorem ipsum</c:v>
                </c:pt>
                <c:pt idx="5">
                  <c:v>Lorem ipsum</c:v>
                </c:pt>
                <c:pt idx="6">
                  <c:v>Lorem ipsum</c:v>
                </c:pt>
              </c:strCache>
            </c:strRef>
          </c:cat>
          <c:val>
            <c:numRef>
              <c:f>Sheet1!$B$2:$B$8</c:f>
              <c:numCache>
                <c:formatCode>General</c:formatCode>
                <c:ptCount val="7"/>
                <c:pt idx="0">
                  <c:v>8</c:v>
                </c:pt>
                <c:pt idx="1">
                  <c:v>6</c:v>
                </c:pt>
                <c:pt idx="2">
                  <c:v>4</c:v>
                </c:pt>
                <c:pt idx="3">
                  <c:v>3</c:v>
                </c:pt>
                <c:pt idx="4">
                  <c:v>2</c:v>
                </c:pt>
                <c:pt idx="5">
                  <c:v>1</c:v>
                </c:pt>
                <c:pt idx="6">
                  <c:v>0.5</c:v>
                </c:pt>
              </c:numCache>
            </c:numRef>
          </c:val>
          <c:extLst>
            <c:ext xmlns:c16="http://schemas.microsoft.com/office/drawing/2014/chart" uri="{C3380CC4-5D6E-409C-BE32-E72D297353CC}">
              <c16:uniqueId val="{0000000E-CCA9-4D25-9A08-E785591F912F}"/>
            </c:ext>
          </c:extLst>
        </c:ser>
        <c:dLbls>
          <c:showLegendKey val="0"/>
          <c:showVal val="0"/>
          <c:showCatName val="0"/>
          <c:showSerName val="0"/>
          <c:showPercent val="0"/>
          <c:showBubbleSize val="0"/>
          <c:showLeaderLines val="1"/>
        </c:dLbls>
        <c:firstSliceAng val="0"/>
        <c:holeSize val="64"/>
      </c:doughnutChart>
      <c:spPr>
        <a:noFill/>
        <a:ln>
          <a:noFill/>
        </a:ln>
        <a:effectLst/>
      </c:spPr>
    </c:plotArea>
    <c:legend>
      <c:legendPos val="r"/>
      <c:legendEntry>
        <c:idx val="0"/>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1"/>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2"/>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3"/>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4"/>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5"/>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6"/>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ayout>
        <c:manualLayout>
          <c:xMode val="edge"/>
          <c:yMode val="edge"/>
          <c:x val="0.69977572318967052"/>
          <c:y val="0.1928179891354784"/>
          <c:w val="0.30022436435136202"/>
          <c:h val="0.65283604829086761"/>
        </c:manualLayout>
      </c:layout>
      <c:overlay val="0"/>
      <c:spPr>
        <a:noFill/>
        <a:ln>
          <a:noFill/>
        </a:ln>
        <a:effectLst/>
      </c:spPr>
      <c:txPr>
        <a:bodyPr rot="0" spcFirstLastPara="1" vertOverflow="ellipsis" vert="horz" wrap="square" anchor="ctr" anchorCtr="1"/>
        <a:lstStyle/>
        <a:p>
          <a:pPr>
            <a:defRPr sz="1800" b="0" i="0" u="none" strike="noStrike" kern="1200" baseline="0">
              <a:solidFill>
                <a:srgbClr val="001B71"/>
              </a:solidFill>
              <a:latin typeface="Frutiger 55 Roman"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r>
              <a:rPr lang="en-US" sz="1400" b="1" i="0">
                <a:solidFill>
                  <a:srgbClr val="001B71"/>
                </a:solidFill>
                <a:latin typeface="Arial" panose="020B0604020202020204" pitchFamily="34" charset="0"/>
                <a:cs typeface="Arial" panose="020B0604020202020204" pitchFamily="34" charset="0"/>
              </a:rPr>
              <a:t>Example</a:t>
            </a:r>
          </a:p>
        </c:rich>
      </c:tx>
      <c:layout>
        <c:manualLayout>
          <c:xMode val="edge"/>
          <c:yMode val="edge"/>
          <c:x val="0.34416114174553275"/>
          <c:y val="1.4062543327461475E-2"/>
        </c:manualLayout>
      </c:layout>
      <c:overlay val="0"/>
      <c:spPr>
        <a:noFill/>
        <a:ln>
          <a:noFill/>
        </a:ln>
        <a:effectLst/>
      </c:spPr>
      <c:txPr>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3.7531567990058079E-2"/>
          <c:y val="0.11931885404850991"/>
          <c:w val="0.63197913902634784"/>
          <c:h val="0.65308987739149349"/>
        </c:manualLayout>
      </c:layout>
      <c:barChart>
        <c:barDir val="col"/>
        <c:grouping val="clustered"/>
        <c:varyColors val="1"/>
        <c:ser>
          <c:idx val="0"/>
          <c:order val="0"/>
          <c:tx>
            <c:strRef>
              <c:f>Sheet1!$B$1</c:f>
              <c:strCache>
                <c:ptCount val="1"/>
                <c:pt idx="0">
                  <c:v>Sales</c:v>
                </c:pt>
              </c:strCache>
            </c:strRef>
          </c:tx>
          <c:invertIfNegative val="0"/>
          <c:dPt>
            <c:idx val="0"/>
            <c:invertIfNegative val="0"/>
            <c:bubble3D val="0"/>
            <c:spPr>
              <a:solidFill>
                <a:schemeClr val="accent1"/>
              </a:solidFill>
              <a:ln w="19050">
                <a:solidFill>
                  <a:schemeClr val="lt1"/>
                </a:solidFill>
              </a:ln>
              <a:effectLst/>
            </c:spPr>
            <c:extLst>
              <c:ext xmlns:c16="http://schemas.microsoft.com/office/drawing/2014/chart" uri="{C3380CC4-5D6E-409C-BE32-E72D297353CC}">
                <c16:uniqueId val="{00000001-3151-495A-8996-44DF7C239E04}"/>
              </c:ext>
            </c:extLst>
          </c:dPt>
          <c:dPt>
            <c:idx val="1"/>
            <c:invertIfNegative val="0"/>
            <c:bubble3D val="0"/>
            <c:spPr>
              <a:solidFill>
                <a:schemeClr val="accent2"/>
              </a:solidFill>
              <a:ln w="19050">
                <a:solidFill>
                  <a:schemeClr val="lt1"/>
                </a:solidFill>
              </a:ln>
              <a:effectLst/>
            </c:spPr>
            <c:extLst>
              <c:ext xmlns:c16="http://schemas.microsoft.com/office/drawing/2014/chart" uri="{C3380CC4-5D6E-409C-BE32-E72D297353CC}">
                <c16:uniqueId val="{00000003-3151-495A-8996-44DF7C239E04}"/>
              </c:ext>
            </c:extLst>
          </c:dPt>
          <c:dPt>
            <c:idx val="2"/>
            <c:invertIfNegative val="0"/>
            <c:bubble3D val="0"/>
            <c:spPr>
              <a:solidFill>
                <a:schemeClr val="accent3"/>
              </a:solidFill>
              <a:ln w="19050">
                <a:solidFill>
                  <a:schemeClr val="lt1"/>
                </a:solidFill>
              </a:ln>
              <a:effectLst/>
            </c:spPr>
            <c:extLst>
              <c:ext xmlns:c16="http://schemas.microsoft.com/office/drawing/2014/chart" uri="{C3380CC4-5D6E-409C-BE32-E72D297353CC}">
                <c16:uniqueId val="{00000005-3151-495A-8996-44DF7C239E04}"/>
              </c:ext>
            </c:extLst>
          </c:dPt>
          <c:dPt>
            <c:idx val="3"/>
            <c:invertIfNegative val="0"/>
            <c:bubble3D val="0"/>
            <c:spPr>
              <a:solidFill>
                <a:schemeClr val="accent4"/>
              </a:solidFill>
              <a:ln w="19050">
                <a:solidFill>
                  <a:schemeClr val="lt1"/>
                </a:solidFill>
              </a:ln>
              <a:effectLst/>
            </c:spPr>
            <c:extLst>
              <c:ext xmlns:c16="http://schemas.microsoft.com/office/drawing/2014/chart" uri="{C3380CC4-5D6E-409C-BE32-E72D297353CC}">
                <c16:uniqueId val="{00000007-3151-495A-8996-44DF7C239E04}"/>
              </c:ext>
            </c:extLst>
          </c:dPt>
          <c:dPt>
            <c:idx val="4"/>
            <c:invertIfNegative val="0"/>
            <c:bubble3D val="0"/>
            <c:spPr>
              <a:solidFill>
                <a:schemeClr val="accent5"/>
              </a:solidFill>
              <a:ln w="19050">
                <a:solidFill>
                  <a:schemeClr val="lt1"/>
                </a:solidFill>
              </a:ln>
              <a:effectLst/>
            </c:spPr>
            <c:extLst>
              <c:ext xmlns:c16="http://schemas.microsoft.com/office/drawing/2014/chart" uri="{C3380CC4-5D6E-409C-BE32-E72D297353CC}">
                <c16:uniqueId val="{00000009-3151-495A-8996-44DF7C239E04}"/>
              </c:ext>
            </c:extLst>
          </c:dPt>
          <c:dPt>
            <c:idx val="5"/>
            <c:invertIfNegative val="0"/>
            <c:bubble3D val="0"/>
            <c:spPr>
              <a:solidFill>
                <a:schemeClr val="accent6"/>
              </a:solidFill>
              <a:ln w="19050">
                <a:solidFill>
                  <a:schemeClr val="lt1"/>
                </a:solidFill>
              </a:ln>
              <a:effectLst/>
            </c:spPr>
            <c:extLst>
              <c:ext xmlns:c16="http://schemas.microsoft.com/office/drawing/2014/chart" uri="{C3380CC4-5D6E-409C-BE32-E72D297353CC}">
                <c16:uniqueId val="{0000000B-3151-495A-8996-44DF7C239E04}"/>
              </c:ext>
            </c:extLst>
          </c:dPt>
          <c:dPt>
            <c:idx val="6"/>
            <c:invertIfNegative val="0"/>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3151-495A-8996-44DF7C239E04}"/>
              </c:ext>
            </c:extLst>
          </c:dPt>
          <c:cat>
            <c:strRef>
              <c:f>Sheet1!$A$2:$A$8</c:f>
              <c:strCache>
                <c:ptCount val="7"/>
                <c:pt idx="0">
                  <c:v>Lorem ipsum</c:v>
                </c:pt>
                <c:pt idx="1">
                  <c:v>Lorem ipsum</c:v>
                </c:pt>
                <c:pt idx="2">
                  <c:v>Lorem ipsum</c:v>
                </c:pt>
                <c:pt idx="3">
                  <c:v>Lorem ipsum</c:v>
                </c:pt>
                <c:pt idx="4">
                  <c:v>Lorem ipsum</c:v>
                </c:pt>
                <c:pt idx="5">
                  <c:v>Lorem ipsum</c:v>
                </c:pt>
                <c:pt idx="6">
                  <c:v>Lorem ipsum</c:v>
                </c:pt>
              </c:strCache>
            </c:strRef>
          </c:cat>
          <c:val>
            <c:numRef>
              <c:f>Sheet1!$B$2:$B$8</c:f>
              <c:numCache>
                <c:formatCode>General</c:formatCode>
                <c:ptCount val="7"/>
                <c:pt idx="0">
                  <c:v>0.5</c:v>
                </c:pt>
                <c:pt idx="1">
                  <c:v>1.5</c:v>
                </c:pt>
                <c:pt idx="2">
                  <c:v>2.5</c:v>
                </c:pt>
                <c:pt idx="3">
                  <c:v>3.5</c:v>
                </c:pt>
                <c:pt idx="4">
                  <c:v>4.5</c:v>
                </c:pt>
                <c:pt idx="5">
                  <c:v>5.5</c:v>
                </c:pt>
                <c:pt idx="6">
                  <c:v>6</c:v>
                </c:pt>
              </c:numCache>
            </c:numRef>
          </c:val>
          <c:extLst>
            <c:ext xmlns:c16="http://schemas.microsoft.com/office/drawing/2014/chart" uri="{C3380CC4-5D6E-409C-BE32-E72D297353CC}">
              <c16:uniqueId val="{0000000E-3151-495A-8996-44DF7C239E04}"/>
            </c:ext>
          </c:extLst>
        </c:ser>
        <c:dLbls>
          <c:showLegendKey val="0"/>
          <c:showVal val="0"/>
          <c:showCatName val="0"/>
          <c:showSerName val="0"/>
          <c:showPercent val="0"/>
          <c:showBubbleSize val="0"/>
        </c:dLbls>
        <c:gapWidth val="150"/>
        <c:axId val="853237616"/>
        <c:axId val="774982448"/>
      </c:barChart>
      <c:valAx>
        <c:axId val="7749824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001B71"/>
                </a:solidFill>
                <a:latin typeface="Frutiger 55 Roman" pitchFamily="2" charset="0"/>
                <a:ea typeface="+mn-ea"/>
                <a:cs typeface="+mn-cs"/>
              </a:defRPr>
            </a:pPr>
            <a:endParaRPr lang="en-US"/>
          </a:p>
        </c:txPr>
        <c:crossAx val="853237616"/>
        <c:crosses val="autoZero"/>
        <c:crossBetween val="between"/>
      </c:valAx>
      <c:catAx>
        <c:axId val="853237616"/>
        <c:scaling>
          <c:orientation val="minMax"/>
        </c:scaling>
        <c:delete val="0"/>
        <c:axPos val="b"/>
        <c:numFmt formatCode="General" sourceLinked="1"/>
        <c:majorTickMark val="out"/>
        <c:minorTickMark val="none"/>
        <c:tickLblPos val="low"/>
        <c:spPr>
          <a:noFill/>
          <a:ln w="6350" cap="flat" cmpd="sng" algn="ctr">
            <a:solidFill>
              <a:schemeClr val="dk1"/>
            </a:solidFill>
            <a:prstDash val="solid"/>
            <a:miter lim="800000"/>
          </a:ln>
          <a:effectLst/>
        </c:spPr>
        <c:txPr>
          <a:bodyPr rot="5400000" spcFirstLastPara="1" vertOverflow="ellipsis" wrap="square" anchor="ctr" anchorCtr="1"/>
          <a:lstStyle/>
          <a:p>
            <a:pPr>
              <a:defRPr sz="1197" b="0" i="0" u="none" strike="noStrike" kern="1200" baseline="0">
                <a:solidFill>
                  <a:schemeClr val="tx1"/>
                </a:solidFill>
                <a:latin typeface="+mn-lt"/>
                <a:ea typeface="+mn-ea"/>
                <a:cs typeface="+mn-cs"/>
              </a:defRPr>
            </a:pPr>
            <a:endParaRPr lang="en-US"/>
          </a:p>
        </c:txPr>
        <c:crossAx val="774982448"/>
        <c:crosses val="autoZero"/>
        <c:auto val="1"/>
        <c:lblAlgn val="ctr"/>
        <c:lblOffset val="100"/>
        <c:noMultiLvlLbl val="0"/>
      </c:catAx>
      <c:spPr>
        <a:noFill/>
        <a:ln>
          <a:noFill/>
        </a:ln>
        <a:effectLst/>
      </c:spPr>
    </c:plotArea>
    <c:legend>
      <c:legendPos val="r"/>
      <c:legendEntry>
        <c:idx val="0"/>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1"/>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2"/>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3"/>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4"/>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5"/>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6"/>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ayout>
        <c:manualLayout>
          <c:xMode val="edge"/>
          <c:yMode val="edge"/>
          <c:x val="0.72056497372130657"/>
          <c:y val="0.23026675851480399"/>
          <c:w val="0.24631125718087762"/>
          <c:h val="0.60697960708651189"/>
        </c:manualLayout>
      </c:layout>
      <c:overlay val="0"/>
      <c:spPr>
        <a:noFill/>
        <a:ln>
          <a:noFill/>
        </a:ln>
        <a:effectLst/>
      </c:spPr>
      <c:txPr>
        <a:bodyPr rot="0" spcFirstLastPara="1" vertOverflow="ellipsis" vert="horz" wrap="square" anchor="ctr" anchorCtr="1"/>
        <a:lstStyle/>
        <a:p>
          <a:pPr>
            <a:defRPr sz="1800" b="0" i="0" u="none" strike="noStrike" kern="1200" baseline="0">
              <a:solidFill>
                <a:srgbClr val="001B71"/>
              </a:solidFill>
              <a:latin typeface="Frutiger 55 Roman"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r>
              <a:rPr lang="en-US" sz="1400" b="1" i="0">
                <a:solidFill>
                  <a:srgbClr val="001B71"/>
                </a:solidFill>
                <a:latin typeface="Arial" panose="020B0604020202020204" pitchFamily="34" charset="0"/>
                <a:cs typeface="Arial" panose="020B0604020202020204" pitchFamily="34" charset="0"/>
              </a:rPr>
              <a:t>Example</a:t>
            </a:r>
          </a:p>
        </c:rich>
      </c:tx>
      <c:layout>
        <c:manualLayout>
          <c:xMode val="edge"/>
          <c:yMode val="edge"/>
          <c:x val="0.39648043799212601"/>
          <c:y val="1.4062499134934847E-2"/>
        </c:manualLayout>
      </c:layout>
      <c:overlay val="0"/>
      <c:spPr>
        <a:noFill/>
        <a:ln>
          <a:noFill/>
        </a:ln>
        <a:effectLst/>
      </c:spPr>
      <c:txPr>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0.18017085530237922"/>
          <c:y val="0.11931885404850991"/>
          <c:w val="0.59848297447332355"/>
          <c:h val="0.80052066313077841"/>
        </c:manualLayout>
      </c:layout>
      <c:barChart>
        <c:barDir val="bar"/>
        <c:grouping val="clustered"/>
        <c:varyColors val="1"/>
        <c:ser>
          <c:idx val="0"/>
          <c:order val="0"/>
          <c:tx>
            <c:strRef>
              <c:f>Sheet1!$B$1</c:f>
              <c:strCache>
                <c:ptCount val="1"/>
                <c:pt idx="0">
                  <c:v>Sales</c:v>
                </c:pt>
              </c:strCache>
            </c:strRef>
          </c:tx>
          <c:invertIfNegative val="0"/>
          <c:dPt>
            <c:idx val="0"/>
            <c:invertIfNegative val="0"/>
            <c:bubble3D val="0"/>
            <c:spPr>
              <a:solidFill>
                <a:schemeClr val="accent1"/>
              </a:solidFill>
              <a:ln w="19050">
                <a:solidFill>
                  <a:schemeClr val="lt1"/>
                </a:solidFill>
              </a:ln>
              <a:effectLst/>
            </c:spPr>
            <c:extLst>
              <c:ext xmlns:c16="http://schemas.microsoft.com/office/drawing/2014/chart" uri="{C3380CC4-5D6E-409C-BE32-E72D297353CC}">
                <c16:uniqueId val="{00000001-4E79-46EC-ACD0-05064C0E4F15}"/>
              </c:ext>
            </c:extLst>
          </c:dPt>
          <c:dPt>
            <c:idx val="1"/>
            <c:invertIfNegative val="0"/>
            <c:bubble3D val="0"/>
            <c:spPr>
              <a:solidFill>
                <a:schemeClr val="accent2"/>
              </a:solidFill>
              <a:ln w="19050">
                <a:solidFill>
                  <a:schemeClr val="lt1"/>
                </a:solidFill>
              </a:ln>
              <a:effectLst/>
            </c:spPr>
            <c:extLst>
              <c:ext xmlns:c16="http://schemas.microsoft.com/office/drawing/2014/chart" uri="{C3380CC4-5D6E-409C-BE32-E72D297353CC}">
                <c16:uniqueId val="{00000003-4E79-46EC-ACD0-05064C0E4F15}"/>
              </c:ext>
            </c:extLst>
          </c:dPt>
          <c:dPt>
            <c:idx val="2"/>
            <c:invertIfNegative val="0"/>
            <c:bubble3D val="0"/>
            <c:spPr>
              <a:solidFill>
                <a:schemeClr val="accent3"/>
              </a:solidFill>
              <a:ln w="19050">
                <a:solidFill>
                  <a:schemeClr val="lt1"/>
                </a:solidFill>
              </a:ln>
              <a:effectLst/>
            </c:spPr>
            <c:extLst>
              <c:ext xmlns:c16="http://schemas.microsoft.com/office/drawing/2014/chart" uri="{C3380CC4-5D6E-409C-BE32-E72D297353CC}">
                <c16:uniqueId val="{00000005-4E79-46EC-ACD0-05064C0E4F15}"/>
              </c:ext>
            </c:extLst>
          </c:dPt>
          <c:dPt>
            <c:idx val="3"/>
            <c:invertIfNegative val="0"/>
            <c:bubble3D val="0"/>
            <c:spPr>
              <a:solidFill>
                <a:schemeClr val="accent4"/>
              </a:solidFill>
              <a:ln w="19050">
                <a:solidFill>
                  <a:schemeClr val="lt1"/>
                </a:solidFill>
              </a:ln>
              <a:effectLst/>
            </c:spPr>
            <c:extLst>
              <c:ext xmlns:c16="http://schemas.microsoft.com/office/drawing/2014/chart" uri="{C3380CC4-5D6E-409C-BE32-E72D297353CC}">
                <c16:uniqueId val="{00000007-4E79-46EC-ACD0-05064C0E4F15}"/>
              </c:ext>
            </c:extLst>
          </c:dPt>
          <c:dPt>
            <c:idx val="4"/>
            <c:invertIfNegative val="0"/>
            <c:bubble3D val="0"/>
            <c:spPr>
              <a:solidFill>
                <a:schemeClr val="accent5"/>
              </a:solidFill>
              <a:ln w="19050">
                <a:solidFill>
                  <a:schemeClr val="lt1"/>
                </a:solidFill>
              </a:ln>
              <a:effectLst/>
            </c:spPr>
            <c:extLst>
              <c:ext xmlns:c16="http://schemas.microsoft.com/office/drawing/2014/chart" uri="{C3380CC4-5D6E-409C-BE32-E72D297353CC}">
                <c16:uniqueId val="{00000009-4E79-46EC-ACD0-05064C0E4F15}"/>
              </c:ext>
            </c:extLst>
          </c:dPt>
          <c:dPt>
            <c:idx val="5"/>
            <c:invertIfNegative val="0"/>
            <c:bubble3D val="0"/>
            <c:spPr>
              <a:solidFill>
                <a:schemeClr val="accent6"/>
              </a:solidFill>
              <a:ln w="19050">
                <a:solidFill>
                  <a:schemeClr val="lt1"/>
                </a:solidFill>
              </a:ln>
              <a:effectLst/>
            </c:spPr>
            <c:extLst>
              <c:ext xmlns:c16="http://schemas.microsoft.com/office/drawing/2014/chart" uri="{C3380CC4-5D6E-409C-BE32-E72D297353CC}">
                <c16:uniqueId val="{0000000B-4E79-46EC-ACD0-05064C0E4F15}"/>
              </c:ext>
            </c:extLst>
          </c:dPt>
          <c:dPt>
            <c:idx val="6"/>
            <c:invertIfNegative val="0"/>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4E79-46EC-ACD0-05064C0E4F15}"/>
              </c:ext>
            </c:extLst>
          </c:dPt>
          <c:cat>
            <c:strRef>
              <c:f>Sheet1!$A$2:$A$8</c:f>
              <c:strCache>
                <c:ptCount val="7"/>
                <c:pt idx="0">
                  <c:v>Lorem ipsum</c:v>
                </c:pt>
                <c:pt idx="1">
                  <c:v>Lorem ipsum</c:v>
                </c:pt>
                <c:pt idx="2">
                  <c:v>Lorem ipsum</c:v>
                </c:pt>
                <c:pt idx="3">
                  <c:v>Lorem ipsum</c:v>
                </c:pt>
                <c:pt idx="4">
                  <c:v>Lorem ipsum</c:v>
                </c:pt>
                <c:pt idx="5">
                  <c:v>Lorem ipsum</c:v>
                </c:pt>
                <c:pt idx="6">
                  <c:v>Lorem ipsum</c:v>
                </c:pt>
              </c:strCache>
            </c:strRef>
          </c:cat>
          <c:val>
            <c:numRef>
              <c:f>Sheet1!$B$2:$B$8</c:f>
              <c:numCache>
                <c:formatCode>General</c:formatCode>
                <c:ptCount val="7"/>
                <c:pt idx="0">
                  <c:v>7</c:v>
                </c:pt>
                <c:pt idx="1">
                  <c:v>6</c:v>
                </c:pt>
                <c:pt idx="2">
                  <c:v>5</c:v>
                </c:pt>
                <c:pt idx="3">
                  <c:v>4</c:v>
                </c:pt>
                <c:pt idx="4">
                  <c:v>3</c:v>
                </c:pt>
                <c:pt idx="5">
                  <c:v>2</c:v>
                </c:pt>
                <c:pt idx="6">
                  <c:v>1</c:v>
                </c:pt>
              </c:numCache>
            </c:numRef>
          </c:val>
          <c:extLst>
            <c:ext xmlns:c16="http://schemas.microsoft.com/office/drawing/2014/chart" uri="{C3380CC4-5D6E-409C-BE32-E72D297353CC}">
              <c16:uniqueId val="{0000000E-4E79-46EC-ACD0-05064C0E4F15}"/>
            </c:ext>
          </c:extLst>
        </c:ser>
        <c:dLbls>
          <c:showLegendKey val="0"/>
          <c:showVal val="0"/>
          <c:showCatName val="0"/>
          <c:showSerName val="0"/>
          <c:showPercent val="0"/>
          <c:showBubbleSize val="0"/>
        </c:dLbls>
        <c:gapWidth val="79"/>
        <c:axId val="853237616"/>
        <c:axId val="774982448"/>
      </c:barChart>
      <c:valAx>
        <c:axId val="77498244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001B71"/>
                </a:solidFill>
                <a:latin typeface="Frutiger 55 Roman" pitchFamily="2" charset="0"/>
                <a:ea typeface="+mn-ea"/>
                <a:cs typeface="+mn-cs"/>
              </a:defRPr>
            </a:pPr>
            <a:endParaRPr lang="en-US"/>
          </a:p>
        </c:txPr>
        <c:crossAx val="853237616"/>
        <c:crosses val="autoZero"/>
        <c:crossBetween val="between"/>
      </c:valAx>
      <c:catAx>
        <c:axId val="853237616"/>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001B71"/>
                </a:solidFill>
                <a:latin typeface="+mj-lt"/>
                <a:ea typeface="+mn-ea"/>
                <a:cs typeface="+mn-cs"/>
              </a:defRPr>
            </a:pPr>
            <a:endParaRPr lang="en-US"/>
          </a:p>
        </c:txPr>
        <c:crossAx val="774982448"/>
        <c:crosses val="autoZero"/>
        <c:auto val="1"/>
        <c:lblAlgn val="ctr"/>
        <c:lblOffset val="100"/>
        <c:noMultiLvlLbl val="0"/>
      </c:catAx>
      <c:spPr>
        <a:noFill/>
        <a:ln>
          <a:noFill/>
        </a:ln>
        <a:effectLst/>
      </c:spPr>
    </c:plotArea>
    <c:legend>
      <c:legendPos val="r"/>
      <c:legendEntry>
        <c:idx val="0"/>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1"/>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2"/>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3"/>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4"/>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5"/>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6"/>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ayout>
        <c:manualLayout>
          <c:xMode val="edge"/>
          <c:yMode val="edge"/>
          <c:x val="0.72396512040726835"/>
          <c:y val="9.6391868962480462E-2"/>
          <c:w val="0.2760348679438433"/>
          <c:h val="0.80923730636217983"/>
        </c:manualLayout>
      </c:layout>
      <c:overlay val="0"/>
      <c:spPr>
        <a:noFill/>
        <a:ln>
          <a:noFill/>
        </a:ln>
        <a:effectLst/>
      </c:spPr>
      <c:txPr>
        <a:bodyPr rot="0" spcFirstLastPara="1" vertOverflow="ellipsis" vert="horz" wrap="square" anchor="ctr" anchorCtr="1"/>
        <a:lstStyle/>
        <a:p>
          <a:pPr>
            <a:defRPr sz="1800" b="0" i="0" u="none" strike="noStrike" kern="1200" baseline="0">
              <a:solidFill>
                <a:srgbClr val="001B71"/>
              </a:solidFill>
              <a:latin typeface="Frutiger 55 Roman"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9664FB5-82AF-48A4-80F1-9AEEE0DF4B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5CF0742E-D5E1-4FF3-A442-958EA2A7869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D066F8-4FE9-4315-A56E-3EA256F5907F}" type="datetimeFigureOut">
              <a:rPr lang="en-GB" smtClean="0"/>
              <a:t>16/10/2023</a:t>
            </a:fld>
            <a:endParaRPr lang="en-GB"/>
          </a:p>
        </p:txBody>
      </p:sp>
      <p:sp>
        <p:nvSpPr>
          <p:cNvPr id="4" name="Footer Placeholder 3">
            <a:extLst>
              <a:ext uri="{FF2B5EF4-FFF2-40B4-BE49-F238E27FC236}">
                <a16:creationId xmlns:a16="http://schemas.microsoft.com/office/drawing/2014/main" id="{A1F2F771-FAFF-4FF6-AE5C-96F43E8CB75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08EB88F3-0CB9-4921-9214-BFA9C4B8084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F73B9F-E786-4DE9-B054-AF2D3B642399}" type="slidenum">
              <a:rPr lang="en-GB" smtClean="0"/>
              <a:t>‹#›</a:t>
            </a:fld>
            <a:endParaRPr lang="en-GB"/>
          </a:p>
        </p:txBody>
      </p:sp>
    </p:spTree>
    <p:extLst>
      <p:ext uri="{BB962C8B-B14F-4D97-AF65-F5344CB8AC3E}">
        <p14:creationId xmlns:p14="http://schemas.microsoft.com/office/powerpoint/2010/main" val="393511527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4T14:00:08.763"/>
    </inkml:context>
    <inkml:brush xml:id="br0">
      <inkml:brushProperty name="width" value="0.05292" units="cm"/>
      <inkml:brushProperty name="height" value="0.05292" units="cm"/>
      <inkml:brushProperty name="color" value="#0070C0"/>
    </inkml:brush>
    <inkml:context xml:id="ctx1">
      <inkml:inkSource xml:id="inkSrc11">
        <inkml:traceFormat>
          <inkml:channel name="X" type="integer" max="27388" units="cm"/>
          <inkml:channel name="Y" type="integer" max="18258" units="cm"/>
          <inkml:channel name="T" type="integer" max="2.14748E9" units="dev"/>
        </inkml:traceFormat>
        <inkml:channelProperties>
          <inkml:channelProperty channel="X" name="resolution" value="1000.29218" units="1/cm"/>
          <inkml:channelProperty channel="Y" name="resolution" value="1000.43835" units="1/cm"/>
          <inkml:channelProperty channel="T" name="resolution" value="1" units="1/dev"/>
        </inkml:channelProperties>
      </inkml:inkSource>
      <inkml:timestamp xml:id="ts1" timeString="2023-10-14T14:00:22.028"/>
    </inkml:context>
    <inkml:brush xml:id="br1">
      <inkml:brushProperty name="width" value="0.05292" units="cm"/>
      <inkml:brushProperty name="height" value="0.05292" units="cm"/>
    </inkml:brush>
  </inkml:definitions>
  <inkml:trace contextRef="#ctx0" brushRef="#br0">18638 9241 911 0,'1'-2'0'0,"-1"0"0"15,1 1 0-15,-1 1 0 0,0-2 192 0,-1 2-32 16,1-1-16-16,0 0 0 0,-1-2-144 0,0-1 0 16,0 0 0-16,0-1 0 0,1 0 0 0,-1 2 0 15,-1-2 0-15,1 0 128 0,-1 1-128 0,1-1 0 16,0 0 0-16,0 3 0 0,0 0 0 0,1-1 0 16,-1 1 0-16,0-1 0 0,0 1 128 0,1 0-128 0,0 0 0 0,1-1 128 15,0 3-128-15,0-3 192 0,1 1-192 0,-1 0 192 16,1 0-192-16,0-1 0 0,1 1 0 0,-3 0 0 15,2 1 0-15</inkml:trace>
  <inkml:trace contextRef="#ctx0" brushRef="#br0" timeOffset="999.58">18625 9118 1839 0,'0'-2'160'0,"0"2"-160"0,0-2 0 0,-1 2 0 16,1 0 608-16,0 0 96 0,0-1 0 0,-1 1 16 15,1-2-160-15,-1 0-48 0,1 1 0 0,-1 1 0 16,1 0 192-16,-1 0 16 0,1 0 16 0,-1 0 0 15,1 1 176-15,0 1 48 0,-1 0 0 0,1-1 0 0,-1 3-224 0,1-3-32 16,-1 2-16-16,1 0 0 16,-1 0-112-16,1 1-32 0,-1-1 0 0,1 2 0 0,-1-1-256 0,1-1-48 15,0 1-16-15,0 1 0 0,0-1-224 0,0 1 144 16,0 0-144-16,0 0 128 0,1 0-128 16,-1-1 0-16,1 1 0 0,-1 0 0 0,1 0 0 0,-1 2 0 15,1-3 0-15,0 2 0 0,-1-6 0 0,0 0 0 16,3 20 0-16,-3-20 0 0,0 0 0 0,1 17 0 15,-1-17 0-15,0 0 0 0,2 17 0 0,-2-17 0 16,0 0 0-16,2 18 0 0,-2-12 0 0,0 0 0 16,0 2 0-16,0-4 0 0,0 4 0 0,-1-4 0 15,1 3 0-15,-1-2 0 0,1 2 0 0,-1-1 0 16,1 0 0-16,0-6 0 0,0 0 0 0,1 17 0 16,-1-17 0-16,0 0 0 0,0 0 0 0,3 18 0 0,-3-18 0 0,0 0 0 15,0 0 0-15,5 22 0 0,-5-22-128 0,0 0 128 16,0 0 0-16,4 21 0 0,-3-15 0 15,0-2 0-15,0 1 0 0,0-1 0 0,0 1 0 0,0 0 0 16,-1 0 0-16,1 0 0 0,-1 0 0 0,1-1 0 16,-1 3 0-16,1-3 0 0,-1 2 0 0,0 0 0 15,0 0 0-15,-1 0 0 0,1 1 0 0,0 0 0 16,0-1 0-16,0 0 0 0,-1 0 0 0,1-1 0 16,0 1 0-16,1-1 0 0,-1 2 0 0,0-2 0 15,0-5 0-15,0 0 0 0,0 0 0 0,2 15 0 16,-2-12 0-16,0-3 0 0,0 0 0 0,0 0 0 15,0 0 0-15,1 17 0 0,-1-14 0 0,-1-1 0 16,1 2 0-16,0-1 0 0,-1 0 0 0,1 1 0 16,0-1 0-16,-1 1 0 0,1 1 0 0,-1-1 0 0,1 1 0 0,0-1 0 15,0 0 0-15,0 0 0 0,-1 1 0 0,1-1 0 16,0 2 0-16,0-3 128 0,0 1 48 0,0 0 0 16,0 1 0-16,0-5 0 0,0 0 16 0,0 0 0 15,0 0 0-15,2 19 0 0,-2-19-192 0,0 0 0 16,0 0 0-16,0 0 0 0,0 0 0 0,3 19 0 15,-3-19 0-15,0 0 128 0,0 0-128 0,0 0 0 16,1 14 0-16,-2-12 0 0,1 1 0 0,-1 2 0 16,1-3 128-16,0 3-128 0,-1-2 0 0,0 1 0 15,1 0 0-15,-1 0 0 0,1 0 0 0,0 0 0 16,-1 1 0-16,1-2 0 0,0-1 0 0,0 2 0 0,0-1 0 0,0 0 0 16,0 0 0-16,0-2 0 0,0 2 0 15,0-3 0-15,0 0 0 0,0 0 0 0,1 11 0 0,0-10 0 16,-1 3 0-16,0-1 192 0,0 0-192 0,0 0 192 15,0 0-192-15,0 2 160 0,0-3-160 0,0 3 160 16,-1-2-160-16,1 1 192 0,-1 1-192 0,0 0 192 16,1-1-48-16,-1-1 0 0,0 2 0 0,-1-1 0 15,2-2-16-15,-1 1-128 0,0 0 192 0,1 1-64 16,0-3-128-16,0 2 0 0,-1-2 144 0,1 1-144 16,0 1 128-16,0-1-128 0,0-2 128 0,0 1-128 15,0 2 208-15,0-3-16 0,0 3-16 0,0-3 0 16,0 2 160-16,0 1 48 0,-1-1 0 0,1-2 0 15,0 2-16-15,0-2 0 0,0 1 0 0,0-1 0 16,0 2-176-16,0-2-16 0,0 0-16 0,0 0 0 0,0 0 48 0,0 0 16 16,0-2 0-16,1 2 0 15,-1 0 16-15,0-1 0 0,0 1 0 0,1 0 0 0,-1 0-32 0,0 0 0 16,0 0 0-16,0 0 0 0,1 0-208 0,0 0 0 16,0 0 0-16,-1 1 0 0,0-1 0 0,1 0 0 15,-1 0 0-15,1 0 0 16,-1-1-352-16,0 1-64 0,0 0-16 0,0 0 0 15,0 0-880-15,-1 0-176 0</inkml:trace>
  <inkml:trace contextRef="#ctx0" brushRef="#br0" timeOffset="2717.54">18715 9986 5519 0,'1'0'496'0,"-1"-2"-496"16,1 1 0-16,-1 1 0 0,0 0 1056 0,1 0 112 15,0 0 32-15,0-2 0 0,-1 2 528 0,0 0 128 16,0 0 0-16,0 0 16 0,0 0-656 0,0 0-144 15,0 0-32-15,0 0 0 0,0 0-224 0,0 0-48 0,0 0-16 16,30 28 0-16,-30-28-32 0,0 0 0 0,0 0 0 0,0 0 0 16,25 25 176-16,-25-25 48 0,0 0 0 0,0 0 0 15,31 30-272-15,-31-30-48 0,0 0-16 0,31 26 0 16,-31-26-304-16,0 0-64 0,34 25-16 0,-34-25 0 16,0 0-224-16,36 20 0 0,-36-20-144 0,0 0-9312 15,35 10-1856-15</inkml:trace>
  <inkml:trace contextRef="#ctx0" brushRef="#br0" timeOffset="3346.18">18941 10220 5519 0,'0'0'496'16,"-1"3"-496"-16,1-3 0 0,0 0 0 16,0 0 1120-16,0 0 128 0,0 0 32 0,0 0 0 15,0 0 176-15,0 0 32 0,0 0 16 0,0 0 0 16,0 0-112-16,0 0-32 0,0 0 0 0,0 0 0 0,0 0 64 0,0 0 16 15,0 0 0-15,0 0 0 0,0 0-112 0,0 0-32 16,0 0 0-16,0 0 0 0,38 7-208 0,-38-7-32 16,0 0-16-16,0 0 0 0,0 0-336 0,32-9-64 15,-32 9 0-15,0 0-16 0,0 0-432 0,0 0-192 16,33-3 160-16,-33 3-160 16,0 0-256-16,0 0-160 0,0 0-32 0,0 0 0 15,0 0-1136-15,0 0-224 0,39 19-48 0,-39-19-11824 0</inkml:trace>
  <inkml:trace contextRef="#ctx0" brushRef="#br0" timeOffset="4546.85">19261 10149 7359 0,'0'0'656'0,"0"0"-528"16,0 0-128-16,0 0 0 0,0 0 1088 0,0 0 192 15,0 0 48-15,0 0 0 0,0 0 256 0,0 0 48 16,0 0 16-16,0 0 0 0,0 0-32 0,0 0 0 16,0 0 0-16,0 0 0 0,0 0-176 0,0 0-32 15,1 19-16-15,-1-19 0 0,-1 7-336 0,0-2-64 16,0 0-16-16,-1 3 0 0,1-1-208 0,-1 2-64 16,0 2 0-16,0 1 0 0,0 0-224 0,1 2-48 15,-1 3-16-15,0-2 0 0,0 3-416 0,0-1 128 16,-1 0-128-16,1-1 0 0,-1-2 0 0,0 0 0 15,1 0 0-15,-1-2 0 0,2-2 0 0,1-10 0 16,-3 16 0-16,3-16 0 16,0 0-608-16,-1 14-48 0,1-14-16 0,0 0 0 15,0 0-1344-15,0 0-272 0</inkml:trace>
  <inkml:trace contextRef="#ctx0" brushRef="#br0" timeOffset="4763.92">19338 10341 9215 0,'0'0'400'0,"0"0"96"0,0 0-496 0,0 0 0 0,0 0 0 0,0 0 0 15,0 0 2656-15,0 0 432 0,0 0 96 0,0 0 16 16,8 24-176-16,-8-24-16 0,0 0-16 0,0 0 0 16,0 0-1552-16,0 0-304 0,0 0-64 0,0 0-16 15,13 26-800-15,-13-26-256 0,0 0 128 0,0 0-128 16,0 0-336-16,0 0-128 0,0 0-32 0,0 0 0 15,0 0-1008-15,0 0-208 0,0 0-32 0,0 0-7184 16,0 0-1440-16</inkml:trace>
  <inkml:trace contextRef="#ctx0" brushRef="#br0" timeOffset="5140.1">19529 10190 5519 0,'2'-2'240'0,"-1"1"64"0,0-1-304 0,-1 0 0 16,0 1 0-16,0 1 0 0,1 0 1696 0,0-2 288 15,0 1 48-15,0 0 16 0,0-1 64 0,-1 1 32 16,0 1 0-16,0 0 0 0,-1 1-720 0,-1 1-144 16,0 0-16-16,-1 3-16 0,1 0-352 0,-1-1-80 0,-1 2-16 0,0 2 0 15,1 0-32-15,-3 1 0 0,2 0 0 0,-1 0 0 16,0 2-64-16,0-1-32 0,0 3 0 0,0-3 0 15,2 2-192-15,-1-1-32 0,1 0-16 0,1-2 0 16,0 0-304-16,2-9-128 0,0 17 128 0,0-17-128 16,0 0 128-16,1 18-128 0,-1-18 128 0,0 0-128 15,0 0 144-15,0 0-144 0,0 0 160 0,0 0-160 16,0 0 240-16,30 24-48 0,-30-24-16 0,0 0 0 16,0 0-48-16,0 0-128 0,0 0 192 0,35 2-64 15,-35-2-128-15,0 0 128 0,0 0-128 0,29-9 128 16,-29 9-128-16,0 0 0 0,21-12 0 0,-21 12-176 15,0 0-656-15,17-13-144 0,-17 13-32 0,0 0-9200 16,10-10-1840-16</inkml:trace>
  <inkml:trace contextRef="#ctx0" brushRef="#br0" timeOffset="5401.03">19555 10256 5519 0,'-1'0'240'0,"0"1"64"0,0 0-304 0,0-1 0 16,0 2 0-16,0-2 0 0,0 1 2144 0,0 1 368 16,-1 3 80-16,0-1 16 0,0 2-112 0,-1 0-32 15,-1 2 0-15,1-1 0 0,0 1-480 0,0-2-112 16,0 2-16-16,0 1 0 0,0-3-400 0,0 3-96 0,0 0-16 0,0 0 0 16,0 0-592-16,0 3-128 0,0-2-32 0,-1-1 0 15,1 1-368-15,1 1-80 0,-2-1-16 0,1-3 0 16,3-7-128-16,-4 14 0 0,4-14-192 0,0 0 192 31,-2 12-1376-31,2-12-160 0,0 0-16 0,0 0-13568 0</inkml:trace>
  <inkml:trace contextRef="#ctx0" brushRef="#br0" timeOffset="5976.39">19697 10218 1839 0,'0'0'160'0,"3"-5"-160"0,-2 3 0 0,0-1 0 0,-1 3 1488 0,0-2 272 16,0 2 48-16,1-1 16 0,-1 1 800 0,0 0 176 16,3-6 16-16,-3 6 16 0,0 0-208 0,0 0-64 15,5-7 0-15,-5 7 0 0,0 0-560 0,0 0-112 16,0 0-32-16,21-13 0 0,-21 13-736 0,0 0-160 15,0 0-16-15,25-11-16 0,-25 11-416 0,0 0-96 16,0 0-16-16,0 0 0 0,28-4-400 0,-28 4 0 16,0 0 0-16,0 0 0 0,0 0 0 0,0 0 0 15,0 0 0-15,0 0 0 0,0 0 0 0,0 0 0 16,8 32 0-16,-13-24-176 0,1-1 0 0,-3 0 0 0,1 3 0 0,-2-3 0 16,1 2 32-16,-2-2 0 15,1 0 0-15,0 1 0 0,-1-2 144 0,2-1 0 0,-1 0-144 16,1 0 144-16,1 0 0 0,0-2 0 0,1 0 0 15,2 0 0-15,0-1 0 0,3-2 0 0,0 0 0 0,0 0 0 16,0 0 336-16,0 0-16 0,0 0 0 0,0 0 0 16,0 0-32-16,0 0-16 0,0 0 0 0,0 0 0 15,0 0-96-15,39 5-32 0,-39-5 0 0,0 0 0 16,0 0-144-16,40-5 192 0,-40 5-192 0,0 0 192 16,37-2-192-16,-37 2 0 0,0 0 144 0,38 2-144 15,-38-2 0-15,0 0 128 0,0 0-128 0,43 10 0 16,-43-10 0-16,0 0 0 0,0 0 0 0,0 0 128 15,35 19-128-15,-35-19 0 0,0 0 0 0,0 0 0 0,0 0 0 16,3 31 0-16,-6-22 128 0,-3 1-128 16,-1 0 128-16,-2 3-128 0,-4-1 160 0,-1 1-160 0,-2 1 0 0,-3 2 0 15,1-2 0-15,-3 0 0 0,-1 0 0 0,-3-2 0 16,-3 3-208-16,-2-1-12080 16,-2 0-2400-16</inkml:trace>
  <inkml:trace contextRef="#ctx0" brushRef="#br0" timeOffset="10232.66">17195 9839 1839 0,'0'2'160'16,"-1"-2"-160"-16,0 1 0 0,1 0 0 0,-1 0 720 15,0 1 112-15,0 0 32 0,-2 0 0 0,0 3 160 0,-1 0 16 16,2 0 16-16,-1-2 0 0,0-1-80 0,1 2-16 16,0-2 0-16,0 1 0 0,1-1-304 0,0 1-64 15,-1-2-16-15,1 2 0 0,-1 0-432 0,1-1-144 16,0 1 0-16,0 0 0 0,-1 0 0 0,1 0 0 15,1 0 0-15,-1 0 0 0,0 0-416 0,0 0 16 16,0-1 0-16,1 1 0 0,0-3 176 0,0 2 32 16,0-2 16-16,0 2 0 0,1-2 176 0,0-2 0 15,0 2 0-15,0-2 0 0,1-1-128 0,0-1 0 16,1 1 0-16,1-1 0 16,-2-1-320-16,2 2-64 0,0-1-16 0,0-1 0 15,1 0-176-15,1 1-48 0,0-2 0 0,1 2 0 0,-2-1 352 0,2 0 64 16,1 1 16-16,1-4 0 0,1 2 320 0,0 0 0 15,0 0 0-15,1 1 0 0,-1-1 496 0,2 0 64 0,2 0 16 16,0 0 0-16,1-3 448 0,1 1 80 0,1-1 32 0,-1 0 0 16,0-1 64-16,-1 3 16 0,0 1 0 0,-2 0 0 15,-1 0-768-15,-2 0-128 0,0 1-48 0,-2 1 0 16,0-1-112-16,-2 2-32 0,-1 3 0 0,-1 0 0 16,-2 1-128-16,0 1 0 0,-1 1 144 0,-2 1-144 15,0 1 128-15,0 2-128 0,-2 0 128 0,-1 0-128 16,0 1 128-16,0 1-128 0,-1 0 160 0,0-1-160 15,0 3 128-15,-1-4-128 0,2 3 0 0,-2-1 144 16,1-2-144-16,-1 1 0 0,1 1 0 0,1-2 0 16,-1 3 0-16,0-3 0 0,1 1 0 0,0 0 0 15,-1-3 0-15,2 2 0 0,-1 0 0 0,1-1 0 0,1 0 0 0,1-1 0 16,0-2 0-16,1-1 0 0,1-2 0 0,-1 0 0 16,3 0 0-16,-1-3 0 0,2 1-192 15,0-3 192-15,0 1-192 0,2-2 192 0,0 0-384 16,1-2 64-16,1 1 0 0,-1 0 0 0,3 0 32 0,-1-2 16 15,2-1 0-15,0 1 0 0,0 0 272 0,1 0-192 16,0-2 192-16,0 0-160 0,-1 1 160 0,0 0 0 16,1 1 0-16,-1-1 0 0,0 3 256 0,-1-2-32 15,0 2 0-15,-2 2 0 0,0 0-224 0,-1 0 144 16,-7 5-144-16,0 0 128 0,16-7-128 0,-16 7 0 16,0 0 0-16,0 0 0 0,0 0 0 0,0 0 0 15,0 0 0-15,0 0 0 0,0 0-192 0,0 0 192 16,8 33-160-16,-12-24 160 0,1 2 0 0,-2-2 0 15,1 3 208-15,0-2-64 0,-1 1 64 0,-1 0 16 0,3 0 0 16,-2-1 0-16,1-1 48 0,1 0 16 0,1-2 0 0,-1-2 0 16,2-1-32-16,0-1-16 0,1 0 0 0,0-1 0 15,1-2-112-15,0 0 0 0,2-2-128 0,0-1 192 16,-1 0-192-16,3-1-192 0,0-1 48 0,0-2 0 16,1 0-128-16,0-2-32 0,3 0 0 0,-1-1 0 15,0 2 80-15,1-1 16 0,0-1 0 0,0 1 0 16,0-1 208-16,0 1-176 0,1-1 176 0,0 1-160 15,1 0 160-15,-1 1 256 0,0 1-64 0,-2 0-16 16,0 3 208-16,-1-1 64 0,-7 5 0 0,0 0 0 16,0 0-272-16,0 0-48 0,22-7-128 0,-20 9 192 15,0-2-192-15,-1 1 0 0,-1 2 0 0,0 0 0 16,-1 2 0-16,0 0 0 0,0 2-160 0,-1-3 160 16,1 2 0-16,-1 2-128 0,0 0 128 0,0-1 0 0,-1 2 0 0,1 1 256 15,-1-3-48-15,2 2 0 0,-2 1-80 0,1-1 0 16,0-2-128-16,0 1 192 0,0-1-192 0,1 1 144 15,0-2-144-15,0-1 128 0,0 0-128 0,1-1 0 16,0-1 0-16,0-1 0 0,0 0 0 0,1-3 0 16,1 1 0-16,-1-3 0 0,2 1 192 0,0-3-32 15,0 2-16-15,0-4 0 0,2 1-144 0,0-2 192 16,0-1-192-16,2-1 192 0,0 0-192 0,0-1-176 16,0 1 48-16,0-2 0 0,3-2-64 0,-1 2 0 15,0 0 0-15,1 0 0 0,1-2 192 0,-1 0-128 16,0 2 128-16,0 0-128 0,1 1 128 0,-2 1 0 15,-1 0 0-15,0 3 0 0,0 0 0 0,-1-2 0 16,0 4 0-16,-1-3 0 0,1 4 0 0,-2-3 0 0,0 2 0 0,0 3 0 16,-2-1 0-16,1 1 0 0,-1 0 0 0,-1 2 0 15,0 2 0-15,-2-2 0 0,0 3 0 0,0 0 0 16,0 1 0-16,-1 1-192 0,-1 0 64 0,0 1 0 16,-1 3 128-16,-1 1-160 0,1-2 160 0,-1 3-160 15,0-1 160-15,0 1 0 0,0-1 0 0,-1 2 0 16,2-2-192-16,-2 3 64 0,0-1 0 0,2 0 0 15,-1-2 128-15,1 1 0 0,-1 0 0 0,1 0-128 16,0-2 128-16,0-1 0 0,1 1 0 0,0-2 0 16,1 0 0-16,1-2 0 0,-1 0 0 0,1-3 128 15,0 0-128-15,1 0 144 0,0-2-144 0,0-2 160 16,1 0-160-16,0 0 0 0,0-3 0 0,2 0 0 16,-1 0 0-16,1-4 0 0,2 0 0 0,-1-1-176 0,2-1 0 0,-2 3 0 15,1-2 0-15,0-1 0 0,3-2-80 0,1-3 0 16,3 0-16-16,-1-3 0 0,0 2 64 15,1 0 16-15,-1 1 0 0,1-1 0 0,1-1 192 0,1 0 0 16,-1 2 0-16,0-3 0 0,0 0 432 0,-1 5 80 16,-1-2 0-16,-1 2 16 0,-1 2 320 0,-2 0 64 15,-1 3 16-15,-2 0 0 0,0 3-592 0,-2 1-112 16,-1 2-32-16,-1 1 0 0,1 1-320 0,-2 1-80 16,0 1-16-16,0 2 0 0,-1 2-144 0,-1 1-16 15,1 2-16-15,-2-2 0 0,0 4 160 0,-1 0 48 16,1-1 0-16,-1 1 0 0,-1 1 32 0,1 0 16 15,0 1 0-15,-2 1 0 0,2 0 144 0,-3 0-128 0,2 0 128 0,0 0-128 16,-1 0 128-16,0 0 0 16,-1-1 0-16,0 1 0 0,1 0 0 0,-2 0 0 15,1 0 0-15,-1 1-128 0,1 0-80 0,-1 1-16 0,1-1 0 0,1 0 0 16,0-2-64-16,0 0-16 0,4-3 0 0,-1-1 0 16,2-3 176-16,2-1 128 0,0-1-192 0,2-5 192 31,-1-1-448-31,3-2 0 0,1-2 16 0,0 0 0 15,2-4-144-15,2 0-48 0,1-3 0 0,2 0 0 0,1-3 304 0,-1-1 48 0,1 2 16 0,-1-4 0 16,1 1 256-16,0 0-160 0,0 0 160 0,-1-2-128 16,0 2 128-16,-1 0 0 0,-1 2 0 0,0 1-128 15,-1 1 128-15,-2 1 0 0,0 0 0 0,0 4 0 16,-3 1 0-16,1-1 128 0,0 3-128 0,-3 0 176 16,1 2 240-16,-1 1 48 0,0 1 16 0,-2 1 0 0,1 2-16 0,-1 0 0 15,0 1 0-15,0 0 0 16,-1 2-176-16,0 1-32 0,-1 1-16 0,0 0 0 0,1 0-112 15,-1 1 0-15,-1 2-128 0,1-1 192 0,0 2-64 16,-2 1-128-16,0 2 176 0,-1-2-176 0,1 2 0 0,-2 1 0 16,-1 2 0-16,1 1 0 0,-2 1-192 0,1-1 0 15,-1-1 0-15,1-1 0 0,0 0 48 0,0 0 16 16,0-2 0-16,1 1 0 0,-1-1 128 0,1-1 0 16,0-1 0-16,1-1 0 0,1 0 0 0,0-1 0 15,1-2 0-15,0-1-128 0,2 0 128 0,1-3 0 16,0-2 0-16,1 0 0 0,1 0 192 0,-1-4 32 15,3-1 0-15,0-2 0 0,1-3-64 0,2-2-16 16,0 0 0-16,1-3 0 0,2 0-144 0,-1-2-192 16,2 0 32-16,-2 1 16 15,2-3-480-15,0 0-80 0,2-5-32 0,0 1 0 16,1 1 224-16,-1-1 32 0,0 1 16 0,0 1 0 0,0 2 592 0,-2 0 128 0,0 2 32 0,-2 3 0 16,0 2 592-16,-3 3 112 0,-1 4 32 0,-2 3 0 15,-1 0-544-15,-2 4-96 0,-1 1-32 0,-2 3 0 16,0 1-96-16,-1 1 0 0,-3 1-16 0,0 2 0 15,-2 2-112-15,0 0-128 0,-1 2 176 0,-1 2-176 16,0 1 160-16,0-1-160 0,0 2 128 0,-1 2-128 16,-1-2 192-16,1 3-32 0,1-3-16 0,0 0 0 15,2-3 48-15,-3 3 0 0,1 0 0 0,-2 3 0 16,1-3-192-16,0 2 0 0,1-5 144 0,-1 1-144 16,2 0 0-16,1-5 0 0,2-1 0 0,1-3 0 15,2 1 0-15,1-7 0 0,2 0 0 0,0-2 0 16,1-2-272-16,1-2 16 0,1-3 16 0,1-1 0 15,1-1-320-15,1-3-64 0,3-2-16 0,0-3 0 16,0 0 176-16,1 1 16 0,2-5 16 0,1 2 0 16,0-3-48-16,0-1-16 0,0 2 0 0,0 1 0 0,-1 1 112 0,1 0 32 15,-3 3 0-15,-1 2 0 0,-2 4 352 0,0 3 0 16,-2 2 160-16,-3 3-160 0,0 2 448 0,-2 1-32 16,0 2 0-16,-2 0 0 0,0 4 32 0,-1 0 0 15,-1 2 0-15,-1 1 0 0,1 0-272 0,-2 0-48 16,1 3-128-16,1-1 192 0,-2-2-16 0,2 2-16 15,-2 1 0-15,1 2 0 0,0-3 0 0,-1 2 0 16,2 0 0-16,-1-2 0 0,1 2-32 0,-1-2 0 0,0 2 0 16,1-4 0-16,0 1 64 0,0-1 0 15,0 0 0-15,1-1 0 0,0-2 64 0,0 0 32 0,1 0 0 0,0-2 0 16,1-2-16-16,1-1 0 0,-1-2 0 0,2-2 0 16,0 2 32-16,-1-3 0 0,2-2 0 0,1 1 0 15,0-3-304-15,1 2 0 0,0-4 0 0,1 1 0 16,1 0-224-16,0-2-48 0,1 2-16 0,1-1 0 15,0-2 32-15,0 1 0 0,1 2 0 0,-1-1 0 16,1 1 96-16,-2-1 32 0,1 2 0 0,1 2 0 16,-2-2 128-16,0 3 0 0,0-1 0 0,-2 2 0 15,-5 3 0-15,0 0 0 0,0 0 128 0,0 0-128 16,0 0 0-16,0 0 0 0,0 0 0 0,0 0 0 16,0 0 144-16,0 0-144 0,13 34 192 0,-16-27-192 15,-1 2 0-15,0 1 0 0,0 0-160 0,-1 3 160 16,0-1-272-16,-1 0 64 0,-1 2 16 0,1-1 0 0,-1 3 192 15,1-2-144-15,0-1 144 0,0 0-128 0,1 1 128 16,1-2 0-16,-1 2 0 0,1-2 0 0,2-2 0 0,-1-3 0 16,2 1 0-16,-1-4 0 0,2 1 0 0,1-3 0 15,0-2 128-15,2-2-128 0,-1-1 0 0,2-2 0 16,1 1 0-16,-1-4-192 0,1 2-32 0,2-2-16 16,-1-1 0-16,2-1 0 0,1-3 48 0,0 1 0 15,1 0 0-15,-1 2 0 0,2-2 64 0,-2 3 128 16,-1 0-208-16,1 2 80 0,-2 1 128 0,0-1 0 15,-2 3 0-15,0 1 0 0,-2 0 0 0,1 3 0 16,-2 0 0-16,0 0 128 0,-1 3 64 0,-1-1 32 16,0 2 0-16,-2 0 0 0,0 3 32 0,0-3 16 15,0 3 0-15,0 0 0 0,-2 1-144 0,1-2-128 0,-1 2 144 0,1-3-144 16,-1 3 128-16,-1-2-128 0,2 1 0 0,-2 0 144 16,2 0-144-16,-1 0 0 0,2-2 144 0,0 0-144 15,0 0 128-15,0-1-128 0,1-1 160 0,-1 1-160 16,2-1 0-16,-1-2 128 0,2 0-128 0,-1-1 0 15,1 0 0-15,0 0 0 0,1 0 0 0,0-1 0 16,1 0-192-16,-1-2 32 0,1-1 0 0,0 1 0 16,2 1 0-16,-2 0 0 0,1-1 0 0,-1 1 0 15,1 0 160-15,-1 1 144 0,1-1-16 0,-1 2-128 16,1 0 208-16,-2-2-64 0,1 2-16 0,0-2 0 16,-1 2-128-16,0-1 0 0,0 1 0 0,0-2 0 15,0 2 0-15,-1 0 0 0,0-2 0 0,0 1 0 16,0 1 0-16,-1-2 0 0,0 1 0 0,-1 0 0 0,-1 1 128 15,0 0-128-15,0 0 128 0,-1 0-128 0,-1 0 176 0,-1 1-48 16,1 0-128-16,-3 2 192 0,1-1-48 0,-2 1-16 16,0 1 0-16,-1-2 0 0,-1 3 32 0,0-2 0 15,0 1 0-15,0-1 0 0,1 1 0 0,1-1 0 16,0-1 0-16,-1 1 0 0,3-1-320 0,-2 1-64 16,1-1-16-16,0 0 0 15,0-1-912-15,0 0-176 0,1-1-32 0,1 2-16 16,-1-2-416-16,0 0-96 0</inkml:trace>
  <inkml:trace contextRef="#ctx0" brushRef="#br0" timeOffset="10641.75">18362 9950 1727 0,'-1'5'0'0,"0"-5"0"0,1 2 0 0,0-1 144 0,-1 1-144 0,1-2 0 0,0 0 0 0,0 0 0 16,0 0 832-16,0-2 128 0,-1 1 16 0,1-1 16 16,0-1-256-16,1-1-48 0,-1 1-16 0,-1-2 0 15,1 1-352-15,-1-1-64 0,1-2 0 16,-1 2-16-16,1-2-240 0,-1 0 0 0,-1 1 0 0,0 0 0 15,-1-1 0-15,0 2 0 0,0-2 0 0,0 3-160 16,0-1 160-16,-1 0 0 0,1 0 0 0,0-2 0 16,-1 1 0-16,0 0 0 0,1 2 0 0,-1-1 128 15,0 0-128-15,0 1 0 0,0 1 0 0,0 0 128 16,-1 1-128-16,2 2 0 0,-2 2 0 0,0 1 0 16,1 0 0-16,-1 1 128 0,1 3 0 0,-1-1 0 15,0 1 368-15,0 1 80 0,1 0 0 0,0-3 16 16,2 2 192-16,-1-3 48 0,1 1 0 0,1-2 0 15,1 0-192-15,1-3-48 0,0-1 0 0,2-2 0 16,-2 1-464-16,3-1-128 0,1-1 0 0,0-3 0 0,3 0-256 0,0-5-64 16,1 0 0-16,3-2-16 15,-1-2-112-15,0 1-32 0,1 0 0 0,-1 1 0 16,1 0-144-16,-2 2-16 0,1 1-16 0,-2 1 0 16,-1 4 144-16,-2 0 16 0,-3 4 16 0,-1 2 0 0,-1 2 288 0,-3 1 192 15,-1 3-208-15,-1 2 80 0,-2 2 256 0,-1 1 64 16,-2 4 16-16,-2 1 0 0,0 0 240 0,1 1 64 15,1-2 0-15,0-1 0 0,4-5-368 0,2-3-144 16,3-5 128-16,-1-1-128 0</inkml:trace>
  <inkml:trace contextRef="#ctx1" brushRef="#br0">22352 8876 0,'0'0'0,"0"0"0,0 0 16</inkml:trace>
  <inkml:trace contextRef="#ctx0" brushRef="#br0" timeOffset="27389.14">18660 9142 2751 0,'0'12'256'15,"0"-8"-256"-15,0-6 0 0,0-3 0 0,0 3 560 0,0 1 64 16,0 1 16-16,-1 0 0 0,0 0 64 0,0-2 32 15,-1 2 0-15,1-2 0 0,0 0-384 0,0-1-80 16,0-1-16-16,0 1 0 0,0-1-16 0,0 1-16 16,1 0 0-16,0-1 0 0,-1 0-224 0,0 1 176 15,1 0-176-15,-1 1 160 0,0 0-16 0,0-1 0 16,1 3 0-16,0 0 0 0,0 0 48 0,0 0 0 16,-1 1 0-16,1 1 0 0,0 0 128 0,0-2 16 15,0 3 16-15,0-1 0 0,0 1-112 0,0 1-32 16,1-2 0-16,-1 1 0 0,0 0-208 0,1 1 0 15,-1-2 0-15,0 1 0 0,0 1 0 0,0-1 0 16,1 0 0-16,0 0 0 0,-1 0 0 0,1 2 0 16,0-1 0-16,-1 2 0 0,0 0 0 0,1 0 0 0,1 0 0 15,0 2 0-15,-1-1 176 0,0 2-176 0,1-2 192 0,-2 0-192 16,1 0 0-16,0 0 0 0,-1 1 0 0,1-2 0 16,-1 2 0-16,0-1 0 0,0 0 0 0,-1-2 0 15,1 2 0-15,0 0 0 0,-1-2 0 0,1-1 0 16,0 1 0-16,0 0 0 0,0-1 128 0,0 0-128 15,0 0 0-15,1 0 0 0,-1 1 128 0,0-2-128 16,1 1 160-16,-1-1-32 0,0 2 0 0,0-2 0 16,0 0-128-16,0 0 160 0,-1 2-160 0,1-3 160 15,-1 3-160-15,0-2 0 0,0 2 144 0,0-2-144 16,0 1 0-16,0 1 0 0,0-2 0 0,0 2 0 16,0 0 0-16,0-2 0 0,0 4 0 0,1-3 0 0,0 1 0 0,-1 0 0 15,0-1 0-15,1 1 0 0,0 0 0 16,-1-2 0-16,1 4 0 0,0-3-128 0,0 1 128 0,0 0 0 15,1-1 0-15,0 1 128 0,0 0-128 0,-1-1 144 16,2 1-144-16,-1 0 160 0,1-2 32 0,-1 1 0 16,1 1 0-16,-1-2 0 0,1 1 0 0,-2 1 0 15,1-1 0-15,-1-1 0 0,1 2-192 0,-1-1 192 16,0 1-192-16,0-2 192 0,0 1-192 0,0-1 192 16,-1 2-192-16,1-1 192 0,0-2-192 0,-1 3 160 15,1-2-160-15,-1-1 160 0,0 3-160 0,1-3 128 16,0 3-128-16,0-1 128 0,0-1-128 0,0 2 192 15,0-1-192-15,0 1 192 0,0 0-192 0,0-1 0 16,0 2 144-16,1-3-144 0,-1 0 0 0,0 2 0 16,0 0 0-16,0-2 0 0,0 1 0 0,0 1 0 0,0-3 0 0,0 1 0 15,0 1 0-15,0-1 0 0,0-1 0 0,0 1 0 16,0 1 0-16,0-1 0 0,-1-1 0 0,1 0 128 16,0 1 16-16,0 2 16 0,0-3 0 0,0 2 0 15,0-1 0-15,1 0 0 0,-1 1 0 0,0-2 0 16,0 1-160-16,1 0 0 0,-1 1 0 0,0-2 128 15,1 1-128-15,-1 1 0 0,0-1 0 0,0-1 0 16,0 1 0-16,0 1 0 0,1-1 0 0,-1 0 128 16,1 0-128-16,-1 0 0 0,0 2 0 0,0-3 0 15,0 1 0-15,0 1 0 0,0 0 0 0,0-1 0 16,0 2 0-16,0-2 0 0,0 1 0 0,0-1 0 16,-1 1 0-16,1 0 0 0,0-1 0 0,1 0 0 15,-1-1 128-15,0 1-128 0,1-1 0 0,-1 0 128 16,0-1-128-16,1 1 160 0,-1 0-160 0,0-1 160 0,1 1 96 0,-1-2 0 15,1 2 16-15,0-2 0 0,-1 1-80 0,0 0 0 16,0 1-16-16,0-1 0 0,0 3-176 0,0-3 160 16,1 1-160-16,-1 0 160 0,0 0-160 0,0 1 0 15,-1-1 0-15,1 1 128 0,0 0-128 0,1 0 192 16,-1 1-192-16,0 0 192 0,1-2-192 0,-1 0 128 16,0 1-128-16,1 0 128 0,-1 1-128 0,1-2 160 15,0 1-160-15,0-1 160 0,-1 1-160 0,1 0 128 16,0 0-128-16,1-2 128 0,-1 3 0 0,0-1-128 15,0-1 192-15,0 1-64 0,0-1 48 0,0 1 0 16,0-1 0-16,-1 1 0 0,2 0-32 0,-2 0 0 16,0 0 0-16,1-1 0 0,-1 0 0 0,0 0 0 15,0 1 0-15,0-1 0 0,0-1-144 0,0 1 192 16,0 0-192-16,-1 0 192 0,1-1-192 0,0 1 160 0,0-2-160 0,0 0 160 16,0 0-160-16,0 0 192 0,1 2-192 0,-1-2 192 15,1 0-192-15,-2 0 128 0,2 0-128 0,0 0 128 16,-1 0 64-16,1 0 16 0,-1 0 0 0,1 0 0 15,-1 0 16-15,0 0 0 0,0 3 0 0,0-3 0 16,-1 0-16-16,1 0 0 0,0 0 0 0,0 0 0 16,0 0-208-16,0 0 176 0,-1-2-176 0,0 1 160 15,1 1-160-15,-1-2 0 0,1-1 0 0,0 1 0 16,0 0 0-16,0-3-144 0,0 0 144 0,0 1-208 16,1-2-176-16,-1-2-16 0,0 0-16 0,1-2 0 15,-1 2-288-15,1 0-64 0,0-4-16 0,0 3 0 16,0 0 80-16,0 1 32 0,-1-1 0 0,0 2 0 15,1-1 144-15,-2 1 16 0,1 0 16 0,0 0 0 16,-1 0-32-16,0 0-16 0,0 0 0 0,-2 0 0 16,2 2-544-16,0-3-96 0,0 2-32 0,-1-2 0 15,1 1-128-15,-1-2-16 0,1 0-16 0,-1 1 0 16,1-3 272-16,1-1 48 0,-1 0 16 0,0 0 0 0,0-4 688 0,1 1 144 16,0-1 16-16,1 1 16 0,0 3 176 0,0 0 0 15,1 1 0-15,-1 4-128 0,1-3 128 0,-2 5 144 16,1-3-16-16,0 2-128 0,-1 1 384 0,0-1-16 15,-1 1-16-15,1 1 0 0,-1-1-16 0,-1 1 0 16,0 1 0-16,1 0 0 0,-1-2-192 0,1 0-144 16,-1 1 192-16,-1-2-192 0,1 2 0 0,-1-1 0 0,1-1 0 15,1 0 0-15,0 1 0 0,-1-1 0 0,-1 0 0 0,2 2 0 16,1-3 0-16,0 2 0 0,0 0 0 0,0 0 0 16,1 2 0-16,-1-2 0 0,1 2 0 0,0 0 0 15,0-1 0-15,-1 1 0 0,1-2 160 0,0 1-160 16,-1 1 0-16,1-2 0 0,-1 1 0 0,0-1 0 15,0 0 0-15,0 1 0 0,0-1 0 0,0 0 0 16,0 3 0-16,0-3-224 0,0 2 80 0,-1-1 16 16,1 0-192-16,0 1-16 0,0-2-16 0,0 3 0 15,0-3 48-15,0 0 16 0,1 1 0 0,-1-1 0 16,0 0 32-16,0 0 0 0,1-2 0 0,0 1 0 16,0 0 256-16,-1 2-160 0,2-1 160 0,-2 0-128 15,1 1 128-15,-1 1 0 0,0 0 0 0,1 1 0 16,-1 2 0-16,0-1 0 0,0 0 0 0,-1 1 0 15,1-2 0-15,0 2 0 0,-1 0 0 0,1-2 0 16,0 2 0-16,-1-1 0 0,1 1-128 0,0-3 128 0,0 2 0 0,0 0 0 16,0-1 0-16,0 2 0 0,0-2 0 0,0 0 0 15,0 1-128-15,0-1 128 0,0-1 0 0,0 1 0 16,0 0 0-16,0 0 0 0,0-1 0 0,0 1 0 16,-1-1 0-16,1 2-128 0,0 0 128 0,-1-3 0 15,1 3 0-15,-1-3 0 0,1 3 0 0,0-3-128 16,-1 1 128-16,1 1 0 0,0-3 336 0,-1 3 128 15,0-3 32-15,0 0 16 0,1 3-48 0,-1-3 0 16,0 0 0-16,1 1 16 0,-1 0-96 0,1 0 0 16,0 1-16-16,0 0 16 0,0 1 64 0,0 1 32 15,1-1 0-15,-1 2 16 0,0-2 16 0,0 1 0 16,0 1 0-16,0 0 0 0,0 0 16 0,1 0 0 0,-1-2 0 0,0 2 16 16,0 0-80-16,1 0-16 0,-1-2 0 0,0 0 16 15,1 1-128-15,-1-1-16 0,0 2-16 0,0-3 16 16,0 1-128-16,-1 1 0 0,1 0-16 0,0-1 16 15,-1 0 48-15,1 1 16 0,0 1 0 0,0 0 0 16,0 0 0-16,0 0-16 0,0 0 0 0,0 0 16 16,-1 1 112-16,1 1 16 0,0-2 16 0,0 2 16 15,-1 0 0-15,1 0 0 0,0 1 0 0,0-1 32 16,-1 1-112-16,1-1-16 0,0 1 0 0,0-1 0 16,0 0-192-16,0 1-128 0,1 0 160 0,-1 0-160 15,0 0 0-15,0-1 128 0,1 2-128 0,-1-1 0 16,0 0 0-16,0 2 0 0,0-1 128 0,0-1-128 15,-1 2 0-15,1-1 0 0,-1 1 0 0,0 1 0 0,0-2 0 0,1 1-160 16</inkml:trace>
  <inkml:trace contextRef="#ctx0" brushRef="#br0" timeOffset="27998.57">18424 9395 3679 0,'-1'-2'160'0,"0"-1"32"0,0 1-192 0,1 2 0 0,0-1 0 0,-1 0 0 15,1 1 832-15,-1-2 112 0,0-1 16 0,1-2 16 16,0 3 496-16,0-3 80 0,0 3 32 0,0-1 0 15,1 0 160-15,1 0 48 0,1 0 0 0,0 0 0 16,0 1-432-16,2 0-80 0,0 0 0 0,0-1-16 0,-5 3-816 0,0 0-176 16,0 0-16-16,0 0-16 0,29-9-432 0,-29 9-64 15,0 0-32-15,0 0 0 16,0 0-96-16,30-11-32 0,-30 11 0 0,0 0 0 0,0 0 224 0,0 0 64 16,22-13 0-16,-19 11 0 0,1-1 128 0,-2 1 0 15,1-1 0-15,-1 1 0 0,0 0-128 0,0 0 0 16,-1 1 0-16,0-1 0 15,0-1-448-15,-1 3-96 0,0 0-16 0,0 0 0 16,-1 1-144-16,1 1-16 0,-1 1-16 0,0 0 0 0,-1 1 528 0,0 1 96 16,0 1 32-16,0 2 0 0,0-1 208 0,0 2 208 15,-1-2-32-15,2 2-16 0,-1-1 144 0,2-1 16 16,0 0 16-16,1-3 0 0,0-1-336 0,2 0 0 0,-1-1 0 16,2-2 128-16,-4 0-128 0,0 0-128 15,0 0 128-15,26-17-192 16,-18 10-320-16,1-2-80 0,1 0-16 0,-1-1 0 15,1 0-208-15,0 0-32 0,-1 1-16 0,0 0-2848 0,-1 1-576 0</inkml:trace>
  <inkml:trace contextRef="#ctx0" brushRef="#br0" timeOffset="30408.16">18229 9716 1839 0,'0'-3'160'0,"0"-2"-160"16,1 4 0-16,-1 0 0 0,1 1 656 0,-1-2 112 15,1-1 0-15,-1-4 16 0,1 2-208 0,0-3-32 16,-1 2-16-16,-1 1 0 0,0 3-320 0,-1 0-64 16,0 2-16-16,0 2 0 0,-2 0 144 0,0 3 32 15,-1 1 0-15,0 0 0 0,-2 3-64 0,1-1-16 16,-1 3 0-16,-2-1 0 0,1 0 144 0,1-1 16 16,2-2 16-16,-1 0 0 0,0 3 240 0,-1-3 32 15,2 2 16-15,0-2 0 0,2 0-224 0,1-1-32 16,0-1-16-16,2-2 0 0,1 0-416 0,0-3 0 15,2 0 128-15,2-2-128 0,-1-1-256 0,-4 3-96 0,0 0-16 16,0 0 0 0,35-24-192-16,-35 24-32 0,22-20-16 0,-22 20 0 15,21-21-144-15,-21 21-16 0,18-20-16 0,-18 20 0 16,16-18-32-16,-11 10 0 0,0 3 0 0,-1 3 0 0,-2-1 624 0,0 1 192 0,0 4 0 0,-2 1 0 16,0 1 336-16,0 2 176 0,-1 3 48 0,-2 2 0 15,0 1-272-15,-1 0-48 0,0 2-16 0,0 0 0 16,-1 1-96-16,0-3 0 0,1 2-128 0,-1-2 192 15,1-1-192-15,2-2 0 0,-1-3 0 0,2-3 0 16,0 1-384-16,1-4-64 0,2-4 0 0,0-1-16 16,1-2 464-16,-4-1 0 0</inkml:trace>
  <inkml:trace contextRef="#ctx0" brushRef="#br1" timeOffset="71596.1">16917 8793 5519 0,'-1'-5'496'0,"0"1"-496"0,0 1 0 0,1-2 0 15,0 3 512-15,1 0 16 0,0-3 0 0,0-2 0 0,1-5 752 16,1-4 160-16,1-4 32 0,2 2 0 0,-1-2-368 0,3 4-64 16,-1-1-16-16,2 3 0 0,0 0 80 0,1-1 16 15,2 1 0-15,1 0 0 0,1 0 304 0,1 0 64 16,1-2 16-16,0 1 0 0,0 1-512 0,1 2-96 16,0-3-32-16,2 1 0 0,0 2-448 0,-19 12-96 15,41-23 0-15,-41 23-16 0,41-17-304 0,-41 17 128 16,44-11-128-16,-44 11 0 0,48-7 128 0,-48 7-128 15,54-1 0-15,-54 1 0 0,54 5 0 0,-54-5 0 16,48 7-176-16,-48-7 176 0,41 14-416 0,-41-14 32 16,41 19 0-16,-41-19 0 0,36 22 64 0,-36-22 32 15,31 23 0-15,-31-23 0 16,26 29-160-16,-26-29-16 0,23 34-16 0,-23-34 0 16,18 39-304-16,-18-39-64 0,14 41-16 0,-10-20 0 15,1-1 208-15,-2 0 32 0,-1 1 16 0,-2-1 0 16,1-1 128-16,-1 2 32 0,-1 0 0 0,1-2 0 0,0 0 304 0,0 0 144 0,0-3-128 15,0 1 128-15,0-2 288 0,0-1 144 0,-1 0 16 0,-1-1 16 16,0 0 192-16,-2 0 48 0,0 2 0 0,0-2 0 16,-2 1-448-16,1 2-64 0,-4 3-32 0,1 0 0 15,-1 0 96-15,-1 0 32 0,1 0 0 0,-1-2 0 16,0 0 544-16,0-1 128 0,1-2 0 0,-1 2 16 16,-2-1-176-16,0-1-32 0,0-2-16 0,0 0 0 15,-1-3-304-15,0 1-48 0,0-1-16 0,-1-4 0 16,0 2-128-16,-1-2-16 0,-2-3-16 0,1 0 0 15,-4 1-32-15,0-5-16 0,-2 1 0 0,1-3 0 16,2 0 192-16,-4-2 32 0,-2-1 16 0,-2-2 0 16,-3-1-80-16,0-1-16 0,1-1 0 0,0-1 0 0,1-1-192 0,2-2-128 15,1-1 128-15,0 1-128 0,2 1 0 0,0-1-288 16,2-1 48-16,4-3 16 16,1 0-992-16,1-4-208 0,2-1-48 0,2-7-12864 15</inkml:trace>
  <inkml:trace contextRef="#ctx0" brushRef="#br1" timeOffset="72122.62">17092 8339 11055 0,'-1'-3'976'0,"0"0"-784"16,0 1-192-16,1-1 0 0,0 1 1424 0,0-3 240 15,0-3 64-15,0-5 0 0,0-9 896 0,0-3 176 16,3-4 32-16,1-2 16 0,2 0-1104 0,0-4-208 16,1-1-64-16,3-2 0 0,-1 3-576 0,2-2-112 0,0 2-16 0,1 3-16 15,0 1-576-15,0 4-176 16,2 2 0-16,-3 3 0 15,1 3-560-15,-2 1-208 0,-1 3-64 0,-1 1-9216 0,1 4-1856 0</inkml:trace>
  <inkml:trace contextRef="#ctx0" brushRef="#br1" timeOffset="73166.25">16998 7420 3679 0,'1'-4'320'0,"1"1"-320"16,-1 1 0-16,0 0 0 0,0 1 816 0,0-2 80 16,2-1 32-16,1-5 0 0,-1-1 592 0,1-1 112 15,-1 2 32-15,-1 3 0 0,-2 2-160 0,0-1-32 0,-2 2 0 0,0 1 0 16,-1 2-272-16,0 0-64 0,0 0-16 0,-1 2 0 15,0-2-48-15,0 3-16 0,-1-1 0 0,0 1 0 16,0 0-224-16,-2 0-64 0,1 2 0 0,-2 0 0 16,1 2-336-16,-1 0-80 0,-1 1-16 0,0-1 0 15,1 2-208-15,-2 1-128 0,1 1 160 0,0-1-160 16,0 2 0-16,1-3 128 0,2 1-128 0,-1-1 0 16,2-2 0-16,3-1 0 0,-1 0 0 0,2-1 0 15,2-3-128-15,0 1 128 0,-1-3 0 0,0 0 0 16,0 0-400-16,0 0 16 0,0 0 16 0,35-3 0 15,-35 3-96-15,0 0-32 0,33-9 0 16,-33 9 0-16,0 0 352 0,39-5 144 0,-39 5-128 0,0 0 128 16,38 3 0-16,-38-3 0 0,0 0 0 0,0 0 0 15,0 0 0-15,35 24 0 0,-35-24 0 0,0 0 128 16,1 25-128-16,-4-16 144 0,-2 1-144 0,1 0 160 0,-3 0 96 0,1 1 32 16,-2-2 0-16,1 2 0 0,0-2-288 0,0 0 128 15,-1-2-128-15,1 1 0 0,1-2 128 0,-1-1-128 16,1-2 0-16,1 0 0 0,1-2 0 0,0-1-144 15,2 0 16-15,0-2 0 16,1-1-1024-16,1-2-208 0,1-1-48 0,2-4-9696 16</inkml:trace>
  <inkml:trace contextRef="#ctx0" brushRef="#br1" timeOffset="73323.39">17117 7458 6447 0,'0'0'272'0,"0"0"80"0,0 0-352 0,0 0 0 0,0 0 0 0,0 0 0 15,0 0 1296-15,0 0 192 16,0 0 48-16,23-11 0 0,-23 11 176 0,0 0 32 0,19-12 16 0,-13 7 0 16,0 0-1040-16,0 0-208 0,-6 5-32 0,0 0-16 31,16-11-992-31,-16 11-208 0,0 0-32 0,0 0-16 16,0 0-496-16,26-10-112 0,-26 10-16 0,0 0-2816 0,0 0-576 0</inkml:trace>
  <inkml:trace contextRef="#ctx0" brushRef="#br1" timeOffset="73495.67">17176 7513 5519 0,'-3'3'240'0,"1"-1"64"15,1 1-304-15,0-2 0 0,0 1 0 0,0 1 0 16,1-1 1488-16,-2 1 240 0,1 2 64 0,-1 4 0 16,-1-1 320-16,1 1 64 0,-1 0 0 0,2-2 16 15,-1 2-1264-15,1-3-256 0,0 1-48 0,0 0-16 0,1-3-608 16,0 1 0-16,1-2 0 0,0-1 0 15,0-1-832-15,1-1-192 0,1-1-48 0</inkml:trace>
  <inkml:trace contextRef="#ctx0" brushRef="#br1" timeOffset="73982.19">17318 7489 8287 0,'0'0'736'15,"0"0"-592"-15,0 0-144 0,0 0 0 0,0 0 1600 0,0 0 272 0,0 0 64 0,0 0 16 16,0 0 800-16,0 0 144 0,0 0 48 0,37 0 0 16,-37 0-1152-16,15-14-208 0,-8 7-48 0,-1-3-16 15,2 1-816-15,-2-1-176 0,1-1-16 0,-3 1-16 16,1-2-272-16,-2 2-48 0,0 2-16 0,-1 0 0 16,-2 3-160-16,-1 0 0 0,-1 1 0 0,-1 4 0 15,-1-2 0-15,-2 4 0 0,-2 0 0 0,-1 3 0 16,0 2 0-16,0-2-304 0,-1 2 48 0,1 0 16 15,-1 3-16-15,0 1-16 0,-1 1 0 0,2 0 0 16,1-2 272-16,-1 1-160 0,3-3 160 0,-1 3-128 16,3-3 128-16,-1 1 0 0,2-2 0 0,1-2 0 15,1 0 0-15,0-2 0 0,2 0 0 0,-1-3 0 16,0 0 288-16,0 0-16 0,0 0 0 0,0 0 0 16,0 0 112-16,38 3 0 0,-38-3 16 0,0 0 0 0,0 0-80 0,43 5 0 15,-43-5-16-15,0 0 0 0,0 0-16 0,45 12 0 16,-45-12 0-16,0 0 0 0,0 0-48 0,29 24-16 15,-29-24 0-15,0 0 0 0,5 25-48 0,-8-18-16 16,0 4 0-16,-3 0 0 0,-1-1-160 0,-1 1 192 16,-2 1-192-16,0 0 192 0,0-2-192 0,-2 1 0 15,0 0 0-15,1 0 0 0,-1-2-304 0,0-2 16 16,0 1 0-16,1-2 0 16,2-1-240-16,-1 0-48 0,1-3-16 0,2 0 0 15,-1-1-400-15,3-1-80 0,0-1-16 0,1-1 0 16,2 0-768-16,1-3-176 0,2 0-16 0,0-1-5888 15,4-2-1152-15</inkml:trace>
  <inkml:trace contextRef="#ctx0" brushRef="#br1" timeOffset="74448.28">17451 7521 5695 0,'0'0'128'0,"19"-13"16"0,-19 13 16 0,0 0 0 0,15-10-160 0,-13 7 0 0,1 0 0 0,3-3 0 15,2 0 1904-15,2-5 336 0,2-1 80 0,-2 1 16 16,1 0-624-16,-3 2-128 0,-1 2-32 0,-2-1 0 15,0 3-16-15,-5 5 0 0,8-7 0 0,-6 5 0 16,-2 2-512-16,0 0-128 0,0 0 0 0,0 0-16 16,0 0-16-16,0 0 0 0,0 0 0 0,0 0 0 15,10 30-160-15,-10-30-16 0,-1 20-16 0,0-7 0 16,-1-1-160-16,1 0-48 0,-3 0 0 0,0 2 0 0,-1 0-32 16,1-1-16-16,-2 0 0 0,1-1 0 15,-1-2-144-15,2 0-16 0,-1-4-16 0,1 0 0 0,0-2-240 16,2-2 128-16,0-2-128 0,0 0 0 0,1-3 0 15,1-1 0-15,0-1 0 0,1-1 0 16,1-2-640-16,0-1-32 0,0-2 0 0,0-1 0 16,2 0-160-16,1-2-48 0,-1 1 0 0,1-4 0 15,1 3 304-15,0-1 64 0,0 0 16 0,1 0 0 0,-1 2 496 0,-1 1 0 16,1 2-128-16,-2 0 128 0,2 3 128 0,-1 2 80 16,-5 5 16-16,0 0 0 0,0 0 320 0,0 0 64 15,0 0 16-15,0 0 0 0,0 0-32 0,0 0 0 16,26 36 0-16,-26-36 0 0,3 25-304 0,-3-25-64 15,2 27-16-15,-2-27 0 0,1 28-208 0,-1-28 144 16,0 24-144-16,0-24 128 0,1 22-128 0,-1-22 0 0,0 16 0 0,0-16 0 16,-1 14 0-16,1-14 0 0,0 0 0 0,0 0 0 15,-1 12-272-15,1-14 16 0,0 2 0 0,0-4 0 32,1-1-1408-32,-1 1-256 0,2-2-64 0,0-3-11840 0</inkml:trace>
  <inkml:trace contextRef="#ctx0" brushRef="#br1" timeOffset="74623.45">17771 7354 11055 0,'0'0'480'0,"0"0"112"16,0 0-464-16,0 0-128 0,0 0 0 0,0 0 0 16,0 0 1760-16,0 0 336 0,0 0 64 0,32 21 16 15,-32-21-512-15,0 0-80 0,0 0-32 0,0 0 0 0,35 10-1232 0,-35-10-320 16,0 0 0-16,0 0 0 15,0 0-1296-15,0 0-368 0</inkml:trace>
  <inkml:trace contextRef="#ctx0" brushRef="#br1" timeOffset="74777.42">17796 7475 5695 0,'0'0'128'0,"0"0"16"0,0 0 16 0,0 0 0 0,-2 19-160 0,2-19 0 16,0 0 0-16,0 0 0 0,0 0 2160 0,-1 21 400 15,1-21 64-15,0 19 32 0,0-19-1104 0,0 0-208 16,0 0-64-16,0 0 0 16,0 0-1616-16,0 0-336 0,0 0-64 0,0 0-16 0</inkml:trace>
  <inkml:trace contextRef="#ctx0" brushRef="#br1" timeOffset="75136.78">18011 7242 10127 0,'3'-9'448'0,"-2"4"96"0,1-1-544 0,-1 1 0 0,0 2 0 0,-1 3 0 15,1-2 2080-15,0-3 304 0,-1 0 64 0,0-1 16 16,0 2-464-16,0 0-80 0,0 4-32 0,-3 0 0 16,0 2-672-16,-1 3-144 0,0 2-32 0,-1 3 0 15,-1 0-384-15,0 3-80 0,-1 2 0 0,2 1-16 0,-3 3-176 0,2 0-16 16,0 3-16-16,-1-1 0 15,1 0-16-15,1-1 0 0,1 0 0 0,1-3 0 0,1 2 32 0,1-3 0 16,1-16 0-16,1 36 0 0,-1-36-160 0,3 33-16 16,-3-33-16-16,9 33 0 0,-9-33-176 0,9 32 0 15,-9-32 0-15,11 33 0 0,-11-33 0 0,11 34 0 16,-11-34 0-16,8 32 0 0,-8-32-192 0,5 28 48 16,-5-28 0-16,4 27 0 0,-4-27-112 0,-1 26 0 15,1-26-16-15,-5 23 0 0,1-13 96 0,-3 1 32 16,1-1 0-16,-3 0 0 15,2-1-384-15,-1-2-80 0,-1-2-16 0,0 0 0 16,0-3-800-16,-2-2-176 0,2 0-16 0,-1-2-10800 0</inkml:trace>
  <inkml:trace contextRef="#ctx0" brushRef="#br1" timeOffset="75362.5">17797 7527 1839 0,'0'0'160'0,"0"0"-160"0,0 0 0 0,0 0 0 15,0 0 2144-15,0 0 400 0,0 0 80 0,26-9 0 16,-26 9 352-16,26-10 64 0,-26 10 16 0,34-19 0 16,-15 8-752-16,0-1-128 0,3 0-48 0,-2-3 0 15,1 1-640-15,0 0-128 0,-2 2-16 0,0 0-16 16,-2 3-896-16,-17 9-176 0,29-16-48 0,-29 16 0 16,25-12-912-16,-25 12-192 0,21-10-48 0,-21 10-9024 15,0 0-1808-15</inkml:trace>
  <inkml:trace contextRef="#ctx0" brushRef="#br1" timeOffset="75530.69">18214 7288 2751 0,'0'0'256'0,"0"0"-256"15,0 0 0-15,0 0 0 0,0 0 2304 0,0 0 432 16,0 0 80-16,0 0 0 0,0 0-128 0,0 0-16 15,0 0-16-15,0 0 0 0,0 0-1840 0,37 10-368 16,-37-10-80-16,0 0-16 16,0 0-848-16,0 0-160 0,0 0-48 0,0 0-9152 0</inkml:trace>
  <inkml:trace contextRef="#ctx0" brushRef="#br1" timeOffset="75699.88">18200 7408 5519 0,'0'0'240'0,"0"0"64"0,0 0-304 0,0 0 0 0,0 0 0 0,0 0 0 15,0 0 1536-15,0 0 256 0,0 0 64 0,4 29 0 16,-4-29 384-16,0 0 64 0,2 31 32 0,-2-31 0 16,-1 19-560-16,1-19-112 0,0 0-32 0,-1 26 0 15,1-26-928-15,0 0-176 0,-4 21-32 0,4-21-16 16,0 0-1248-16,0 0-240 0,0 0-48 16,0 0-10416-16</inkml:trace>
  <inkml:trace contextRef="#ctx0" brushRef="#br1" timeOffset="76104.95">18476 7363 7423 0,'1'-5'160'0,"-1"2"32"0,1 0 16 0,-1 0 0 0,0 1-208 0,0 2 0 15,1-3 0-15,-1 1 0 0,0-3 2816 0,0-2 512 0,-1 3 96 0,0-4 32 16,-1 4-1536-16,0 1-320 0,-1-1-48 16,-1 3-16-16,-1-1-768 0,0 4-176 0,-3-1-16 0,0 3-16 15,-1 2-384-15,2 0-176 0,-1 1 160 0,-2 3-160 16,2-1 240-16,0 3-48 0,-1-2-16 0,3 2 0 15,0 1 192-15,1-1 32 0,1 2 16 0,0 1 0 16,2 0-144-16,2-15-16 0,0 26-16 0,0-26 0 16,1 23-240-16,-1-23 144 0,0 0-144 0,0 0 128 15,0 0-128-15,26 26 192 0,-26-26-192 0,0 0 192 16,0 0-368-16,0 0-64 0,39 0-16 0,-39 0 0 16,0 0-160-16,27-9-32 0,-27 9-16 0,17-10 0 15,-17 10-752-15,16-12-160 0,-16 12-32 0,16-14-9920 16</inkml:trace>
  <inkml:trace contextRef="#ctx0" brushRef="#br1" timeOffset="76931.78">18630 7370 2751 0,'4'-6'128'0,"-3"1"16"0,1 2-144 0,-2 3 0 16,0 0 0-16,3-4 0 0,-2 1 2064 0,0 1 384 16,1-3 80-16,0 0 16 0,0-2 224 0,-1 0 48 15,0 1 16-15,-1 0 0 0,0-1-1168 0,-1 1-224 16,0 0-48-16,1 2-16 0,-3-1-592 0,0 2-112 15,0-1-32-15,-1 2 0 0,1 1-240 0,-3 1-48 16,1 1-16-16,-2 3 0 0,1-1-336 0,-2 4-192 16,0 2 32-16,0 0 0 0,0 4-176 0,0 1-48 15,-1 3 0-15,1-1 0 0,1 0 192 0,0-2 16 16,1 1 16-16,1-1 0 0,1-2 160 0,4-12-128 0,-3 20 128 0,3-20-128 16,0 0 128-16,0 0 0 0,0 0 0 0,0 0 0 15,0 0 0-15,0 0-160 0,29 20 160 0,-29-20-160 16,0 0 160-16,22-12-208 0,-22 12 80 0,15-16 128 15,-7 6-128-15,-1 1 128 0,1-2 0 0,-2 0 0 16,0 2-272-16,-1-2 16 0,0 3 0 0,0-2 0 16,-2 1 64-16,-1 0 0 0,0 1 16 0,-1 2 0 15,-1 1 336-15,0 1 64 0,-1 1 16 0,1 0 0 16,-1 3 448-16,0 0 80 0,-1 3 32 0,2-3 0 16,0 0-48-16,-3 12-16 0,3-12 0 0,0 0 0 15,-2 21-192-15,2-21-32 0,0 0-16 0,-1 28 0 16,1-28-64-16,0 0-16 0,2 31 0 0,-2-31 0 15,0 0-224-15,0 0-64 0,6 28 0 0,-6-28 0 16,0 0-128-16,0 0 0 0,0 0 0 0,0 0 0 0,0 0-224 16,0 0 32-16,0 0 0 0,0 0 0 15,32-4-416-15,-27-3-80 0,1-1-16 0,-1-1 0 16,1-1-336-16,0 1-80 0,3-3-16 0,-2 0 0 16,1-1 128-16,0 3 32 0,-2-1 0 0,1 0 0 0,0 0 704 0,-1 1 144 15,-1 1 128-15,0 1-192 0,0 1 944 0,-3 2 176 16,-2 5 32-16,0 0 16 0,0 0 48 0,0 0 16 15,0 0 0-15,0 0 0 0,0 0-272 0,3 31-64 16,-3-31-16-16,-2 21 0 0,2-21-272 0,-3 26-48 16,3-26-16-16,-2 24 0 0,2-24-352 0,-3 22 128 15,3-22-128-15,-4 21 0 0,4-21 0 0,-2 15-160 16,2-15 16-16,0 0 0 0,0 0-208 0,0 0-32 0,0 0-16 0,0 0 0 16,0 0 720-16,0 0 160 15,0 0 32-15,1-1 0 16,0-6-1728-16,1-2-320 0,0 0-80 0,1-1-16 15,0 0 672-15,0-2 144 0,1 0 32 0,0-2 0 0,-1 0 368 0,1 1 80 0,0-2 16 0,0 0 0 16,-1 1 320-16,1 2 0 0,0-2 0 0,-1 2 0 16,2 3 480-16,-1 1 64 0,0 2 16 0,-4 6 0 15,0 0 400-15,0 0 96 0,0 0 16 0,0 0 0 16,0 0 64-16,0 0 16 0,37 18 0 0,-37-18 0 16,0 0-416-16,0 0-80 0,19 34-16 0,-19-34 0 15,0 0-432-15,0 0-80 0,18 35-128 0,-18-35 176 16,0 0-176-16,0 0 0 0,13 33 0 0,-13-33 0 15,0 0 0-15,0 0 0 0,0 0 0 0,1 26 0 16,-1-26 0-16,-4 5 0 0,1-2-144 0,0-1 144 16,1 0-912-16,-1-2-128 0,0 2-32 0,0 1-14784 15</inkml:trace>
  <inkml:trace contextRef="#ctx0" brushRef="#br1" timeOffset="77215.03">19066 7268 11967 0,'0'0'528'0,"1"-2"112"0,-1 1-512 0,0 0-128 15,0 1 0-15,0-2 0 0,0 2 1440 0,0-3 256 16,0 0 48-16,0-1 16 0,0-1-336 0,0-2-64 0,1 0-16 0,-2 1 0 16,1 0-256-16,0-1-48 0,-1 2-16 0,0 1 0 15,1 1-48-15,-2 3-16 0,0 0 0 0,-1 2 0 16,1 1-192-16,-3 4-64 0,-2 0 0 0,2 5 0 15,-1 0-288-15,0 3-64 0,0 3-16 0,1-2 0 16,-1 6-176-16,1-1-32 0,5-21-128 0,-4 34 192 16,4-34-192-16,-1 28 0 0,1-28 0 0,0 0 0 15,0 0 0-15,17 31 0 0,-17-31 0 0,0 0 0 16,0 0-288-16,34 2 0 0,-34-2 0 0,20-7 0 16,-20 7-272-1,22-12-48-15,-22 12-16 0,20-16-8864 0,-11 9-1776 0</inkml:trace>
  <inkml:trace contextRef="#ctx0" brushRef="#br1" timeOffset="77604.98">19180 7278 8287 0,'0'0'368'0,"0"0"80"0,0 0-448 0,0 0 0 16,0 0 0-16,0 0 0 0,0 0 2480 0,0 0 400 15,0 0 96-15,26-5 16 0,-26 5-368 0,0 0-64 16,28-5 0-16,-28 5-16 0,0 0-1072 0,32-6-192 15,-32 6-64-15,24-9 0 0,-24 9-336 0,23-10-80 16,-23 10-16-16,23-12 0 0,-23 12-160 0,18-14-48 16,-18 14 0-16,14-12 0 0,-8 7-304 0,-3-2-64 15,0 2-16-15,-1 0 0 0,-2 0-192 0,-1 1 0 16,-1 1 0-16,-1-1 0 16,-1 3-528-16,-2-1-48 0,0 2-16 0,-3 0 0 15,1 2-32-15,-2-2 0 0,-1 3 0 0,-1 2 0 0,-1-3 368 0,0 3 80 16,1 0 16-16,1 1 0 0,0 0 160 0,3 1 0 0,1 2 0 0,-1 1 0 15,2-1 304-15,0 1 80 0,1 3 32 0,0-1 0 16,1 0 160-16,0 2 16 0,4-14 16 0,-3 27 0 16,3-27 32-16,1 28 0 0,-1-28 0 0,0 0 0 15,13 29-208-15,-13-29-48 0,0 0 0 0,0 0 0 16,33 14-224-16,-33-14-160 0,0 0 192 0,30 2-192 16,-30-2 0-16,0 0 0 0,31-4 0 0,-31 4 0 15,0 0-704-15,30-8-192 0,-30 8-32 0,0 0-16256 16</inkml:trace>
  <inkml:trace contextRef="#ctx0" brushRef="#br1" timeOffset="78168.17">18175 7771 15663 0,'0'0'1392'15,"0"0"-1120"-15,0 0-272 0,0 0 0 16,0 0 1840-16,0 0 304 0,0 0 64 0,0 0 16 16,0 0-192-16,0 0-48 0,0 0 0 0,0 0 0 15,14 31-640-15,-14-31-128 0,-1 26-16 0,1-26-16 16,-4 31-608-16,1-12-112 0,0 0-16 0,0 1-16 0,2 0-272 0,-1 1-160 16,0 2 192-16,1 0-192 0,0-4 128 0,1 2-128 15,0-21 0-15,2 36 0 0,-2-36 0 0,5 26 0 16,-5-26 0-16,0 0 0 0,0 0 0 0,0 0 160 15,28 21-160-15,-28-21 128 0,0 0 0 0,0 0 0 16,27-15 0-16,-20 7 0 0,0 0-128 0,0-4-224 16,1 0 48-16,0-2 16 15,2 1-1440-15,-2 0-304 0,0 1-48 0,1-1-12592 0</inkml:trace>
  <inkml:trace contextRef="#ctx0" brushRef="#br1" timeOffset="78605.62">18349 7968 9151 0,'0'0'192'0,"0"0"64"0,0 0 0 0,0 0 0 0,0 0-256 0,0 0 0 0,0 0 0 0,0 0 0 16,0 0 2400-16,0 0 432 0,29-12 96 0,-29 12 16 15,18-12-1104-15,-18 12-224 0,20-12-32 0,-20 12-16 16,18-12-112-16,-18 12-32 0,17-9 0 0,-17 9 0 15,0 0-528-15,19-12-128 0,-19 12 0 0,0 0-16 16,15-9-544-16,-15 9-208 0,0 0 176 0,0 0-176 16,12-10 0-16,-12 10 0 0,4-7 0 0,-3 3 0 15,0 1-704-15,0-2-48 0,-1 0 0 0,-1 1 0 16,0-3-544-16,-1 3-112 0,0-1-32 0,0 2 0 16,-1-2 224-16,-1 3 64 0,-1-1 0 0,1-1 0 0,-2 3 704 0,0 1 160 15,0 1 32-15,0 1 0 0,-1 1 544 0,1 1 112 16,-2 3 32-16,1 0 0 0,-1 3 272 0,1 0 48 15,0 1 16-15,0 1 0 0,0 2-112 0,2 1-16 16,0 1 0-16,1 0 0 0,1-1 144 0,3-15 32 16,-3 31 0-16,3-31 0 0,2 24 0 0,-2-24 0 15,0 0 0-15,0 0 0 0,0 0-160 0,24 29-16 16,-24-29-16-16,0 0 0 0,0 0-272 0,36-5-48 16,-36 5-16-16,22-10 0 0,-22 10-288 0,25-15 0 15,-25 15 0-15,24-18-144 16,-12 10-768-16,0-3-160 0,-12 11-16 0,25-17-8896 15,-25 17-1760-15</inkml:trace>
  <inkml:trace contextRef="#ctx0" brushRef="#br1" timeOffset="78933.03">18665 7827 911 0,'1'-6'0'0,"0"3"0"0,-1 3 0 0,1-6 0 15,-1 6 1824-15,0 0 288 0,0 0 48 0,0 0 16 16,0 0 896-16,0 0 192 0,0 0 48 0,0 0 0 15,0 0-640-15,0 0-128 0,0 0-32 0,0 0 0 16,0 0-992-16,15 32-208 0,-15-32-32 0,0 0-16 16,3 34-768-16,-3-34-160 0,0 0-16 0,7 34-16 15,-7-34-176-15,0 0-128 0,11 28 144 0,-11-28-144 16,0 0 144-16,0 0-144 0,0 0 128 0,0 0-128 0,36 14 432 0,-36-14 0 16,0 0 0-16,21-11 0 0,-21 11 128 0,14-14 16 15,-6 3 16-15,0 0 0 0,2-1-208 0,-2-1-32 16,1-1-16-16,-1 0 0 0,1 0-208 0,-2-2-128 15,1 1 160-15,-1 1-160 0,-1-1 0 0,-1 1 0 16,0 2 0-16,-1 1 0 0,-2 2-256 0,0 1-112 16,-1 2-16-16,-1 2-11520 15,0 2-2320-15</inkml:trace>
  <inkml:trace contextRef="#ctx0" brushRef="#br1" timeOffset="79275.07">18912 7809 5519 0,'0'0'240'0,"0"0"64"0,0 0-304 0,0 0 0 0,0 0 0 16,0 0 0-16,0 0 2176 0,0 0 368 16,31-2 80-16,-31 2 0 0,0 0-96 0,35-12-32 0,-35 12 0 0,23-12 0 15,-23 12-736-15,20-14-160 0,-20 14-16 0,19-15-16 16,-19 15-736-16,17-16-128 0,-10 6-48 0,-1 1 0 16,0 0-656-16,0-1 0 0,-2 1 0 0,0 2 0 31,0-3-1376-31,-3 3-256 0,1 0-48 0,0 0-16 15,-2 3-896-15,0-1-176 0,-2 0-48 0,0 2 0 0,0 1 1152 0,-2-1 208 0,-1 1 48 16,0 0 16-16,-1 2 1040 0,-1-1 208 0,-1 1 144 0,1 0-192 16,-2 0 1168-16,0 1 240 0,1 1 32 0,0 1 16 15,0 1 432-15,1 1 96 0,0 2 0 0,2 0 16 16,0 2-368-16,0 1-80 0,1 2-16 0,4-12 0 0,-7 30 64 0,4-15 0 16,3-15 0-16,-4 33 0 15,4-33-400-15,-1 31-80 0,1-31-16 0,3 24 0 0,-3-24-400 0,0 0-64 16,11 28-32-16,-11-28 0 0,0 0-416 0,0 0 128 15,0 0-128-15,0 0 0 16,35 14-320-16,-35-14-160 0,0 0-32 0,22-16 0 16,-22 16-1424-16,21-18-304 0</inkml:trace>
  <inkml:trace contextRef="#ctx0" brushRef="#br1" timeOffset="79510.23">19334 7482 9215 0,'0'-7'400'0,"0"4"96"0,0 3-496 0,1-6 0 16,-1 6 0-16,0 0 0 0,0 0 2704 0,0 0 448 0,0 0 96 0,0 0 16 16,0 0 0-16,0 0 0 0,-2 24 0 0,2-24 0 15,-3 25-1344-15,3-25-256 0,-1 31-48 0,1-31-16 16,-2 40-848-16,2-40-176 0,0 46-48 0,0-22 0 16,0-24-256-16,2 46-48 0,-2-46-16 0,4 40 0 15,-4-40-208-15,6 30 144 0,-6-30-144 0,0 0 128 16,12 30-128-16,-12-30 0 0,0 0 0 0,0 0 0 15,0 0-512-15,0 0-48 0,0 0 0 0,32 17-17216 16</inkml:trace>
  <inkml:trace contextRef="#ctx0" brushRef="#br0" timeOffset="93917.89">18382 9344 911 0,'-1'2'0'0,"0"0"0"0,1-2 0 0,-1 0 0 16,1 0 448-16,0 0 16 0,0 1 0 0,0-1 0 16,0 1 160-16,0-1 16 0,-1 0 16 0,1 0 0 15,0 0 48-15,0 0 0 0,0 0 0 0,0 0 0 16,1 0 144-16,-1-1 48 0,1 0 0 0,0 1 0 16,0 0 64-16,0 0 0 0,0-2 16 0,0 2 0 15,0 0-96-15,1 0-32 0,-1 0 0 0,1 0 0 16,-1 0-144-16,-1 0-16 0,0 0-16 0,0 0 0 15,0 0-32-15,0 0 0 0,0 0 0 0,0 0 0 0,0 0-64 0,29 23 0 16,-29-23-16-16,0 0 0 0,0 0-112 0,0 0-32 16,35 29 0-16,-35-29 0 15,0 0-176-15,0 0-48 0,37 28 0 0,-37-28 0 0,0 0 160 0,38 19 32 16,-38-19 0-16,0 0 0 0,47 9 128 0,-47-9 48 16,0 0 0-16,57-4 0 0,-57 4 80 0,49-12 0 15,-22 2 16-15,4-2 0 0,3-4-16 0,4 0 0 16,4-1 0-16,2-2 0 0,0 0-240 0,0-4-48 15,0 1-16-15,-2-3 0 0,-4 3-176 0,4-3-32 16,0-1-128-16,0-2 192 0,2 0-192 0,-4 2 128 16,-4 2-128-16,-5 0 0 15,-5 3-240-15,-4 4-144 0,-5 2-16 0,-3 2-15216 0</inkml:trace>
  <inkml:trace contextRef="#ctx0" brushRef="#br0" timeOffset="95275.81">19503 8916 1839 0,'-1'1'160'0,"0"-1"-160"16,1 0 0-16,0 0 0 0,-1 0 448 0,1 0 48 15,0 0 16-15,0 0 0 0,0-1 144 0,1 1 48 16,0 0 0-16,-1 0 0 0,1-2-128 0,0 2-32 16,-1 0 0-16,1 0 0 0,0 0 272 0,0-2 48 15,-1 2 16-15,1-2 0 0,0 1 144 0,-1 1 48 16,1 0 0-16,-1 0 0 0,1 0-48 0,-1 0 0 0,0 0 0 0,0 0 0 15,0 0-224-15,-1 0-48 0,1 1-16 0,0 1 0 16,-1 0-128-16,1-2-32 16,0 2 0-16,-1 1 0 0,1 0-96 0,0 2-32 0,0-1 0 0,0 3 0 15,0-7-112-15,0 0-16 0,2 24-16 0,-2-24 0 16,2 18-32-16,-2-18 0 0,4 27 0 0,-4-27 0 16,5 35-272-16,-2-14 160 0,0 1-160 0,-1 1 128 15,1-1-128-15,0 2 0 0,0-1 0 0,-2-2 128 16,1 2-128-16,-1-3 0 0,0-2 0 0,-1 0 0 15,1-4-592-15,-1 0 0 0,0-14 0 0,1 21 0 16,-1-11-608-16,-1-5-112 0,1 0-32 0,-1-2-5360 16,0-2-1072-16</inkml:trace>
  <inkml:trace contextRef="#ctx0" brushRef="#br0" timeOffset="95633.59">19443 8926 4543 0,'-1'2'0'0,"0"-2"192"0,0 2-48 0,1-2-16 0,0 0-128 0,0 0 0 16,1 0 0-16,0 0 0 0,1 0 1952 0,1-2 352 15,1 1 80-15,0-2 16 0,-4 3-352 0,0 0-80 16,22-12-16-16,-22 12 0 0,17-12-160 0,-17 12-16 15,20-12-16-15,-20 12 0 0,21-12-464 0,-21 12-80 16,0 0-32-16,31-9 0 0,-31 9-736 0,0 0-128 0,0 0-48 0,0 0 0 16,39 16-272-16,-39-16 160 0,0 0-160 0,0 0 128 15,14 29-128-15,-14-29-176 0,-1 21 48 0,-2-9 0 32,-1-1-640-32,-1 2-112 0,-1 1-16 0,-1 0-16 15,1-2-256-15,-1 2-48 0,-1 0-16 0,1-2 0 16,-1 0 336-16,1-2 64 0,0 1 0 0,1-3 16 0,1-1 320 15,0 0 64-15,1-5 16 0,-1 1 0 0,3-1-224 16,-2 0-32-16,1-4-16 0,0 0-7248 0</inkml:trace>
  <inkml:trace contextRef="#ctx0" brushRef="#br0" timeOffset="96195.54">19640 9118 6447 0,'0'0'576'0,"-1"0"-576"0,1 0 0 0,0-2 0 15,0 2 1088-15,0 0 96 0,0-2 32 0,0 1 0 16,0-1 1088-16,0 0 240 0,1 1 32 0,1-1 16 16,0 2-320-16,0-2-64 0,-2 2-16 0,0 0 0 0,0 0-272 0,0 0-48 15,28-14-16-15,-28 14 0 0,0 0-688 0,29-15-144 16,-29 15-16-16,24-12-16 0,-24 12-448 0,22-13-96 15,-22 13 0-15,23-13-16 0,-23 13-272 0,19-11-160 16,-19 11 192-16,0 0-192 0,21-12 0 0,-21 12 0 16,0 0 0-16,0 0 0 15,0 0-880-15,0 0-176 0,0 0-32 0,0 0-15632 16</inkml:trace>
  <inkml:trace contextRef="#ctx0" brushRef="#br0" timeOffset="96666.63">19977 9011 3679 0,'-1'-2'320'0,"1"-1"-320"0,0 3 0 0,0-2 0 15,0 2 912-15,0-2 112 0,-1-3 32 0,-1-1 0 16,0-2 112-16,1 1 32 0,-1-3 0 0,1 4 0 16,-1 0 0-16,1 0 0 0,1 1 0 0,0 1 0 15,0 1 48-15,0 0 16 0,0 0 0 0,0 1 0 16,0 1-32-16,0 0 0 0,-1 1 0 0,1 0 0 16,0 0-208-16,0 0-64 0,-1 1 0 0,1 0 0 15,-1 1-336-15,1-2-80 0,0 8-16 0,-1-4 0 16,1 1 0-16,0 2 0 0,0 1 0 0,0-8 0 0,2 18-160 0,-2-18-48 15,3 20 0-15,-3-20 0 0,0 0-320 0,11 32 0 16,-11-32 0-16,0 0 128 0,15 29-128 0,-15-29 0 16,0 0 0-16,0 0 0 0,24 29 0 0,-24-29 0 15,0 0-128-15,0 0 128 0,0 0 0 0,0 0-160 16,37 16 160-16,-37-16 0 0,0 0 0 0,0 0 144 16,21-13 16-16,-21 13 0 0,10-13 368 0,-4 4 80 15,-1-1 16-15,1-1 0 0,0-1-96 0,1 0-16 16,-1-3 0-16,1-2 0 0,-1 1-160 0,1-3-32 15,-2 0-16-15,1 0 0 0,-1 0-176 0,-1 0-128 16,0 0 144-16,-2 3-144 0,-2-1 0 0,1 3 0 16,-1 2-208-16,-1 5 64 15,0 0-1504-15,-1 4-288 0,0 5-64 0,0 1-13216 0</inkml:trace>
  <inkml:trace contextRef="#ctx0" brushRef="#br0" timeOffset="97328.64">20269 8924 3679 0,'0'0'160'0,"0"0"32"0,0 0-192 0,1-2 0 16,-1 2 0-16,0-1 0 15,0 1 1744-15,1-2 304 0,0-1 64 0,1 1 16 0,2-3-336 0,-1-2-80 16,0 1-16-16,2 0 0 0,0-1-736 0,-1-2-160 16,1 1-32-16,0-1 0 0,-1 2-144 0,0-3-48 15,0 1 0-15,-2 2 0 0,1-3 160 0,-1 3 32 16,-1 0 0-16,-1 3 0 0,-1-2 80 0,0 2 32 16,-1 2 0-16,-1-1 0 0,0 3-224 0,-2 0-32 15,0 1-16-15,0 3 0 0,-1-2-608 0,0 6 0 16,-2-2 0-16,1 2 0 15,-1 1-640-15,-1 0-128 0,1 3-48 0,0 0 0 16,-1 0 64-16,2 0 16 0,-1 1 0 0,2 0 0 0,1 1 432 0,1-2 96 16,-1 3 16-16,2-1 0 0,1 0 192 0,1 0 0 15,1-4 0-15,0 1 0 0,0-11 0 0,0 0 0 0,8 24 0 0,-8-24 0 16,0 0 0-16,0 0 0 0,0 0 0 0,0 0 0 16,36 8 0-16,-36-8 0 0,0 0 0 0,24-15 0 15,-24 15 128-15,19-17-128 0,-10 6 144 0,-1 1-144 16,2-1 224-16,-1-1-48 0,-1 0-16 0,0 0 0 15,-2 1 64-15,0 0 16 0,-2-1 0 0,0 3 0 16,-1-2 192-16,-1 2 32 0,-2 1 16 0,0 3 0 16,-1-3 96-16,-1 4 0 0,-1-1 16 0,0 1 0 15,2 3 144-15,-2-1 32 0,0 2 0 0,0 2 0 16,1 3-208-16,0-2-48 0,0 2 0 0,0 2 0 16,1-1-208-16,0 2-48 0,0-1-16 0,0 2 0 15,1-9-48-15,1 17-16 0,-1-17 0 0,0 0 0 16,5 23-176-16,-5-23 160 0,0 0-160 0,0 0 160 15,0 0-160-15,17 29 0 0,-17-29 0 0,0 0 0 16,0 0 0-16,0 0 0 0,0 0 0 0,0 0 0 0,38-2 0 0,-38 2-176 16,16-10 176-16,-16 10-128 0,16-16-64 0,-8 7-16 15,0-1 0-15,-1 0 0 16,0 0-368-16,0 1-80 0,-1 0-16 0,0-1 0 16,0 0-832-16,-3 1-160 0,2-2-48 0,-2 2-6928 15,-1-1-1376-15</inkml:trace>
  <inkml:trace contextRef="#ctx0" brushRef="#br0" timeOffset="98040.43">20554 8556 1839 0,'0'-5'160'0,"-1"3"-160"0,1-1 0 0,-1 1 0 15,1 1 1616-15,0 1 304 0,-1 0 48 0,1-1 16 16,-2 1 1072-16,0 0 208 0,-1 1 64 0,0 2 0 15,0 2-832-15,1 0-176 0,0 3-16 0,-1 1-16 16,1 2-880-16,0 1-192 0,1 3-16 0,-1 1-16 16,2 3-640-16,-1 0-128 0,0 2-32 0,0 1 0 15,1 0-256-15,-1 3-128 0,0-1 0 0,0-1 128 16,-1 1-128-16,1-2 0 0,1-3 0 0,-1 0 0 16,2-4 0-16,-1-15 0 0,4 26 0 0,-4-26 0 15,0 0 0-15,0 0 0 0,15 29 0 0,-15-29 0 16,0 0-512-16,0 0-16 0,0 0-16 0,32-6 0 15,-32 6-48-15,17-15-16 0,-8 6 0 0,0-1 0 16,-2 1-144-16,1-2-16 0,2-1-16 0,-2 0 0 16,0 2-384-16,0-2-80 0,-2 0-16 0,1 0 0 15,-3 1 192-15,1 1 48 0,-1 1 0 0,-1-1 0 16,-2 0 480-16,-1 1 96 0,1 0 32 0,-2-1 0 0,1 3 416 0,-1 0-128 16,0 0 128-16,-1 2 0 0,-1 0 400 0,1 1 176 15,-1 3 16-15,1-1 16 0,0 2 480 0,0 0 112 16,0 2 16-16,0 1 0 0,0-1-256 0,1 3-64 15,-1 0 0-15,2 3 0 0,-2 0-288 0,1 2-64 16,0 1-16-16,0 2 0 0,1-13-96 0,-1 26-32 16,1-10 0-16,0-2 0 0,0-14-272 0,2 27-128 15,-2-27 128-15,4 24-128 0,-4-24 0 0,0 0 0 0,7 25 0 0,-7-25 0 16,0 0-208-16,0 0-32 0,0 0 0 0,0 0 0 31,0 0-256-31,0 0-48 0,39 9-16 0,-39-9 0 16,14-13-112-16,-8 5-32 0,3-1 0 0,-1-3 0 15,0-1-208-15,2 0-48 0,-2-3-16 0,0-1 0 16,0 2 240-16,-2 0 48 0,1 0 16 0,-4 1 0 0,0 2 800 0,-1-2 144 0,-2 2 48 0,-1 1 0 16,-1 2 720-16,0 0 160 0,0 2 16 0,-2 3 16 15,1 1 112-15,-1 1 0 0,1 4 16 0,0 0 0 16,0 3-416-16,0 0-96 0,1 2-16 0,-2 2 0 16,1 1-384-16,0 1-96 0,2 1-16 0,-1 1 0 15,1 3-64-15,0 1-16 0,0-1 0 0,1 1 0 16,0-17-256-16,2 31 128 0,-2-31-128 0,3 24 0 15,-3-24 0-15,0 0 0 0,11 26 0 0,-11-26 0 16,0 0-176-16,0 0-144 0,0 0-16 0,0 0-16 16,32 18-624-16,-32-18-128 0,0 0-32 0,0 0 0 15,0 0-944-15,0 0-192 0</inkml:trace>
  <inkml:trace contextRef="#ctx0" brushRef="#br0" timeOffset="98433.14">20881 8820 6383 0,'0'0'128'0,"0"0"48"0,0 0 0 0,0 0 16 0,0 0-192 0,0 0 0 16,0 0 0-16,0 0 0 0,0 0 2144 0,0 0 400 0,0 0 80 16,0 0 0-16,39 16-672 0,-39-16-144 15,0 0-16-15,32-10-16 0,-32 10-304 0,23-12-64 0,-23 12-16 0,23-14 0 16,-23 14-432-16,19-12-96 0,-11 5-16 0,-8 7 0 15,16-14 304-15,-10 8 64 0,-2 0 16 0,-1-1 0 16,-1 2-880-16,-1-2-176 0,-1 3-48 0,-1-2 0 16,-1 0-128-16,-1 1 0 0,0-1 0 0,-2 0 0 15,0 0 0-15,-1 0 0 0,-1-1 0 0,0 2 0 16,-1 0 0-16,-1-1 0 0,1 3 128 0,-1 0-128 16,1 4-608-16,0 1-160 0,0 4-16 0,1 0-16 15,0 3 800-15,-1 3 384 0,1 2-48 0,0 3 0 16,1 2 192-16,0 3 48 0,2 2 0 0,0 1 0 15,2 1-144-15,0-2-32 0,2 0 0 0,2-1 0 16,-2-23-80-16,7 37 0 0,-7-37-16 0,15 32 0 0,-15-32-80 0,0 0-16 16,35 29 0-16,-35-29 0 0,0 0-208 0,39 9 0 15,-39-9 0-15,33-3 0 16,-33 3-752-16,34-9-192 0</inkml:trace>
  <inkml:trace contextRef="#ctx0" brushRef="#br0" timeOffset="100977.93">19395 10742 2751 0,'-5'0'256'0,"3"0"-256"0,0 2 0 0,-1-4 0 15,1 2 320-15,-2-2 32 0,-1 2 0 0,-5-3 0 16,-2 1 112-16,-3-1 32 0,0 0 0 0,2-1 0 16,-1 2-96-16,2-1-16 0,-1 1 0 0,2 0 0 15,-1-2-16-15,0 1-16 0,1-2 0 0,-1 3 0 0,1 0-112 16,-1-1-32-16,0 1 0 0,0 1 0 0,1 1-208 0,-2 0 0 16,0 0 128-16,-1 0-128 0,0 0 0 0,0 1-256 15,0 1 48-15,0 0 16 0,2-2-16 0,-1 0 0 16,0 0 0-16,0 0 0 0,2 0 208 0,0-2 0 15,0-1 0-15,1 1 0 0,1 0 448 0,-2-3 16 16,2 0 16-16,0-1 0 0,1 0 96 0,0 0 0 16,1-2 16-16,0 1 0 0,2-2-16 0,-2 1 0 15,3-3 0-15,-1 2 0 0,1-1-208 0,1-1-48 16,0-2-16-16,-1 1 0 0,1 0-304 0,-1 0 0 16,2 0-128-16,-2-1 128 0,0 1-416 0,1 0 16 15,-1 0 0-15,0 0 0 16,-1 1-48-16,1 1 0 0,-1 0 0 0,2 0 0 0,0 2 448 0,-1 0-128 0,0 1 128 0,2 1 0 15,-1 0 224-15,1-1 128 0,1 2 32 0,0-2 0 16,0 2-64-16,1 0 0 0,0 1 0 0,1-3 0 16,1 1-320-16,0 0 144 0,1-1-144 0,-1-1 0 15,1 2 0-15,1-4 0 0,0 3 0 0,0-2 0 16,1 1 0-16,-1-1 0 0,1 2 0 0,0-1 0 16,0 0 0-16,0 0 0 0,0 1 0 0,0 0 0 15,0 0 0-15,-1 0 160 0,1-1-160 0,1 2 128 16,-6 6 32-16,11-14 0 0,-11 14 0 0,13-12 0 15,-13 12 176-15,0 0 48 0,23-15 0 0,-23 15 0 16,0 0 128-16,26-19 48 0,-26 19 0 0,0 0 0 16,30-16-48-16,-30 16-16 0,0 0 0 0,37-19 0 15,-37 19 0-15,28-17 0 0,-28 17 0 0,33-16 0 0,-33 16-240 0,30-17-32 16,-30 17-16-16,30-15 0 0,-30 15-208 0,34-16 0 16,-34 16 0-16,38-14 0 0,-38 14 0 0,38-10 128 15,-38 10-128-15,43-7 0 0,-43 7 128 0,42-7-128 16,-42 7 176-16,39-2-176 0,-39 2 528 0,39-3 0 15,-39 3 0-15,38-2 0 0,-38 2-64 0,37 0-16 16,-37 0 0-16,43-2 0 0,-43 2-112 0,44-1-16 16,-44 1-16-16,46-3 0 0,-46 3-48 0,50-3 0 15,-50 3 0-15,48-3 0 0,-48 3 64 0,42-2 0 16,-42 2 0-16,39 2 0 0,-39-2-64 0,0 0 0 16,52 7 0-16,-52-7 0 0,0 0-256 0,47 14 128 15,-47-14-128-15,0 0 0 0,47 23 192 0,-47-23-192 0,0 0 192 16,45 29-192-16,-45-29 240 0,27 22-64 15,-27-22-16-15,26 22 0 0,-26-22-32 0,0 0-128 0,36 32 192 0,-36-32-64 16,0 0 48-16,25 31 0 0,-25-31 0 0,0 0 0 16,24 31-176-16,-24-31 128 0,14 26-128 0,-14-26 128 15,13 26-128-15,-13-26 0 0,13 29 0 0,-13-29 0 16,11 31 0-16,-11-31 0 0,8 28 128 0,-8-28-128 16,8 24 0-16,-8-24 0 0,6 22 0 0,-6-22 0 15,4 20 0-15,-4-20 0 0,3 19 0 0,-3-19 0 16,2 21 0-16,-2-11 0 0,0 0 0 0,-1-1 0 15,1 0 0-15,-1 1 0 0,0 2 0 0,0-4 0 16,0 1 0-16,-2 0 0 0,1 1 128 0,-1-1-128 16,0-2 0-16,-1 3 0 0,0-3 0 0,-1 1 0 0,0 0 0 15,-2-3 0-15,1 3 0 0,-2-2 0 0,-1 2 0 16,0 1 0-16,0-2 0 0,-2 0 0 0,-1 0 0 0,0 3 0 16,-1-1-144-16,0 0 144 0,-2 0 0 0,0-1 0 15,0 1 0-15,0-1 0 0,1-1 0 0,-1 0 0 16,2-2 0-16,-2 0 0 0,1-1 0 0,-1 1-192 15,0 0 192-15,-1-3-208 0,-1 3-48 0,-1 0 0 16,0-1 0-16,-2-1 0 0,0 2 64 0,-2-1 16 16,0 1 0-16,-1-2 0 0,-1 1-96 0,-1 1-32 15,-2-2 0-15,2 1 0 16,2-2-192-16,-1 1-32 0,3 2-16 0,1-3 0 0,1 0 160 0,-1 1 48 16,-1 1 0-16,2-1 0 0,-1-1 16 0,3 0 16 15,-2-2 0-15,2 0 0 0,0-2 304 0,-1 2 0 16,2-4 0-16,-2-1 0 0,0 0 0 0,1-3 0 15,-1 2 144-15,0-4-144 0,3 3 320 0,-1-4 0 0,-1 1-16 0,1-1 0 16,0 0 32-16,-1-1 16 0,1 0 0 0,0-2 0 16,-1 0-144-16,-2 1-16 0,2-2-16 0,-2 1 0 15,1 0 16-15,-1 1 0 0,0-1 0 0,-2 0 0 16,0-1-192-16,1 1 160 0,0 0-160 0,1 0 160 16,1-4-160-16,0-2 0 0,3-1 0 0,0-2 0 15,2 1 0-15,1-1 0 0,1 0 0 0,3 0-8912 16,0 0-1824-16</inkml:trace>
  <inkml:trace contextRef="#ctx0" brushRef="#br0" timeOffset="101807.54">19967 10813 6447 0,'-1'0'576'0,"0"0"-576"15,1-2 0-15,0 2 0 0,-1 0 1104 0,1 0 112 0,-1-2 32 0,-1 1 0 16,-1-1 624-16,0-3 128 0,0 1 32 0,1 1 0 16,0 1-544-16,1 0-96 0,-1-1-32 0,1 1 0 15,0 1-400-15,0 1-96 0,0 0-16 0,1 3 0 16,0-3-48-16,0 0-16 0,0 9 0 0,0-9 0 16,0 0 48-16,0 0 0 0,6 24 0 0,-6-24 0 15,0 0-128-15,13 26-32 16,-13-26 0-16,0 0 0 0,25 32-160 0,-25-32-16 0,0 0-16 0,38 30 0 15,-38-30-32-15,0 0-16 0,51 21 0 0,-51-21 0 16,38 7-16-16,-38-7 0 0,39 5 0 0,-39-5 0 16,37 0-192-16,-37 0-32 0,35-5-16 0,-35 5 0 15,0 0-176-15,38-7 0 0,-38 7 0 0,0 0 0 16,0 0-1008-16,0 0-128 0</inkml:trace>
  <inkml:trace contextRef="#ctx0" brushRef="#br0" timeOffset="107141.01">23021 10787 8527 0,'0'0'768'0,"0"0"-624"0,0 0-144 0,0 0 0 15</inkml:trace>
  <inkml:trace contextRef="#ctx0" brushRef="#br1" timeOffset="123259.73">19885 7393 2751 0,'1'-1'256'0,"-1"1"-256"0,0 0 0 0,0 0 0 16,0 0 544-16,0 0 64 0,0 0 16 0,1 0 0 16,-1 0-32-16,0 0 0 0,0 0 0 0,0 1 0 15,1 0-96-15,-1-1-32 0,0 2 0 0,0 1 0 16,0-1 208-16,0-1 32 0,0 1 16 0,0 0 0 16,0 0 288-16,1 1 48 0,-1 0 16 0,1 1 0 15,0-2-144-15,0 1-32 0,0 1 0 0,-1-1 0 16,1 1-256-16,-1-1-48 0,1 2-16 0,-1-1 0 15,1 2-288-15,-1 0-64 0,0 1-16 0,0-2 0 16,-1 2-208-16,1 0 0 0,0 1 0 0,-2-1 0 16,0 2 0-16,-2 1 0 0,2 1 0 0,-3-1 0 15,0 1 0-15,0-1 0 0,0 2-176 0,0 0 176 0,-2-2-256 16,1 1 80-16,0-2 16 0,0 1 0 0,0-2-16 0,0-1 0 16,0 2 0-16,0-4 0 0,2 0-128 0,-2-1-16 15,1-2-16-15,0 1 0 0,1-3 144 0,0-3 48 16,1 1 0-16,-1-2 0 0,2-2-96 0,0 0-16 15,1-2 0-15,0-3 0 0,0 1 48 0,1-1 0 16,1-1 0-16,-1 0 0 0,1 0 208 0,0-4 0 16,-1 1 0-16,0 0 0 0,1 1 272 0,-1-1 0 15,-1 0 0-15,1-2 0 0,0 3 48 0,0-1 16 16,0 3 0-16,1 1 0 0,-1 4 272 0,1-1 48 16,-1 4 16-16,2-1 0 0,-1 2 80 0,-1 1 16 15,0 0 0-15,1 2 0 0,0 0-64 0,0 2-16 16,0-2 0-16,1 2 0 0,-1 1-128 0,0 0-32 0,1-1 0 15,0 0 0-15,0 3-112 0,0-2-32 0,0 1 0 16,0-1 0-16,-1 1-240 0,0 1-144 0,1 0 160 0,-1 2-160 16,1-2 128-16,0 2-128 0,-2-7 0 0,5 15 144 15,-5-15 16-15,0 0 0 0,13 25 0 0,-13-25 0 16,0 0-32-16,22 28-128 0,-22-28 192 0,0 0-64 16,28 26-128-16,-28-26 0 0,0 0 144 0,33 20-144 15,-33-20 176-15,0 0-48 0,39 11 0 0,-39-11 0 16,0 0 16-16,42-2 0 0,-42 2 0 0,0 0 0 15,39-11-464-15,-39 11-80 0,0 0-32 0,32-21-13456 16</inkml:trace>
</inkml:ink>
</file>

<file path=ppt/ink/ink2.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4T15:53:02.432"/>
    </inkml:context>
    <inkml:brush xml:id="br0">
      <inkml:brushProperty name="width" value="0.05292" units="cm"/>
      <inkml:brushProperty name="height" value="0.05292" units="cm"/>
      <inkml:brushProperty name="color" value="#0070C0"/>
    </inkml:brush>
  </inkml:definitions>
  <inkml:trace contextRef="#ctx0" brushRef="#br0">20551 10967 911 0,'-2'-2'0'0,"1"2"0"0,1-2 0 0,-1 1 0 16,1 1 448-16,0 0 0 0,0-2 0 0,-1 0 0 15,0-2 640-15,-1 1 128 0,2 0 16 0,0 1 16 16,0-2 16-16,0 3 0 0,1-1 0 0,1-1 0 16,-1 3-16-16,1-2 0 0,0 2 0 0,1-1 0 15,0 0-96-15,1-1-32 0,0 1 0 0,1-1 0 16,1-1-160-16,-1 1-16 0,-5 2-16 0,0 0 0 15,0 0-80-15,0 0-16 0,34-18 0 0,-34 18 0 16,0 0-208-16,31-15-48 0,-31 15-16 0,0 0 0 0,31-14-384 16,-31 14-176-16,0 0 160 0,0 0-160 0,33-12 0 0,-27 10 0 15,-1 1 0-15,-1-1 0 0,0 2 0 16,-2-1 0-16,0 0 0 0,-1 1 0 16,0 0-1344-16,-1 1-144 0</inkml:trace>
  <inkml:trace contextRef="#ctx0" brushRef="#br0" timeOffset="342.97">20599 10793 4607 0,'-4'3'192'0,"1"-3"64"0,2 1-256 0,0 1 0 0,1-2 0 0,0 0 0 15,0 0 1216-15,0 0 192 0,0 0 32 16,0 2 16-16,1-1 272 0,0 1 48 0,1 0 16 0,-1-2 0 15,1 2-416-15,0 1-80 0,-1-1-16 0,1 3 0 16,-1-1-240-16,0 1-48 0,1 2-16 0,0 3 0 16,-1-2-208-16,1 3-64 0,0 1 0 0,0-1 0 15,-2-1-128-15,2 2-16 0,0 0-16 0,1 2 0 16,0 2-160-16,0 1-16 0,0 0-16 0,1-3 0 16,0 2-144-16,-1-4-16 0,1 1-16 0,0-2 0 15,-1-3-176-15,2-1 0 0,0 0 144 0,-5-7-144 16,0 0 0-16,0 0 0 0,0 0 0 0,0 0 128 15,0 0-128-15,44-8 176 0,-36 2-176 0,-1-2 192 16,1-4-192-16,0 1 0 0,-1-2 144 0,1-1-144 16,-1 0-304-16,0 1-128 0,-1 0-16 0,1 0-16 15,-1 0-1648-15,0 3-320 0</inkml:trace>
  <inkml:trace contextRef="#ctx0" brushRef="#br0" timeOffset="801.21">20820 10901 5519 0,'0'2'240'0,"0"-2"64"0,0 1-304 0,-1-1 0 16,1 2 0-16,0-2 0 0,0 0 1360 0,0 2 224 15,1-2 32-15,-1 2 16 0,2-2 160 0,0 2 16 16,1-1 16-16,0-1 0 0,0 0-464 0,1-1-80 0,2-2-32 0,-1 0 0 16,2-2-176-16,-1-1-48 15,1 0 0-15,0-1 0 0,0 0-448 0,-1 0-112 16,0-1-16-16,-1 2 0 0,1-2-448 0,-2 2 0 0,0 0 0 0,0 0 0 15,-1 0-192-15,-1 2-64 0,-1 0-32 0,-1 1 0 32,0-2-1088-32,-1 5-224 0,1-2-32 0,-3-1-16 15,0 3-336-15,0 0-64 0,-1 0 0 0,-1 0-16 16,0 3 800-16,0-3 176 0,-1 2 16 0,1 0 16 0,-1 1 800 0,0-1 256 0,0 1 0 0,0 0-160 16,1 0 384-16,-1 0 80 0,2-1 16 0,-1 2 0 15,1-1 384-15,1 0 96 0,0 0 16 0,0 2 0 16,0-1-48-16,1 3 0 0,1-3 0 0,0 4 0 15,1-1 224-15,-1 1 32 0,2 1 16 0,-1 2 0 16,0-1-48-16,1 1-16 0,-1-2 0 0,2 2 0 16,0-2-192-16,1 1-32 0,1 0-16 0,-2-3 0 15,3-1-144-15,-1-1-16 0,1-2-16 0,0-1 0 0,1 0-144 0,-2-2-32 16,2-1 0-16,0 0 0 0,1-4-192 0,-1 0-32 16,1 1-16-16,-7 4 0 0,0 0-144 0,23-20-192 15,-15 13 32-15,1-1 16 16,-1 0-1024-16,-8 8-208 0,18-15-32 0,-18 15-16 15,18-15-1120-15,-18 15-208 0</inkml:trace>
  <inkml:trace contextRef="#ctx0" brushRef="#br0" timeOffset="1170.96">21102 10744 5343 0,'2'-2'0'0,"-2"-2"224"0,0 3-64 0,0-1 16 0,0 2-176 0,-1 2 0 15,1-1 0-15,-2 1 0 0,1 0 1600 0,-2 1 272 16,-2 2 64-16,1 1 16 0,-2 2-304 0,0 1-64 15,1-1-16-15,-1-1 0 0,2 1-224 0,-1 0-64 0,0-1 0 0,2 0 0 16,-1 0-320-16,0-1-80 0,1 0-16 0,1 1 0 16,-1-3-304-16,1 2-64 0,1 0-16 0,0-1 0 15,0 0-112-15,0-2-32 0,1 2 0 0,0 0 0 16,1 1 0-16,0-1 0 0,1-1 0 0,0 1 0 16,1 0-48-16,-1-3-16 0,1 0 0 0,1 1 0 15,-4-3-80-15,0 0-32 0,0 0 0 0,0 0 0 16,0 0-160-16,0 0 128 0,43 0-128 0,-43 0 128 15,0 0-128-15,0 0 128 0,0 0-128 0,40 0 128 16,-40 0-128-16,0 0 0 0,0 0 0 0,0 0 0 16,0 0 0-16,42 6 0 0,-39-5 0 0,-1 1 0 15,-1 3 0-15,-1-2 0 0,-2 2 0 0,-1 2 0 0,0-1 0 0,-1 2 0 16,-2-1 0-16,1 0 0 0,-1 0 0 0,-1 0 0 16,-1 1 0-16,1-2-176 0,-1 2-16 0,1-4 0 15,0 1 0-15,0-2 0 16,1 1-976-16,1-4-208 0,0 0-32 0,1-1-16 15,2 0-928-15,0-4-176 0</inkml:trace>
  <inkml:trace contextRef="#ctx0" brushRef="#br0" timeOffset="1516.63">21273 10690 1839 0,'4'-2'160'0,"-2"-1"-160"16,-1 3 0-16,0-2 0 0,0 4 1696 0,-1-2 304 15,0 0 64-15,1 1 16 0,0 1 352 0,0 0 64 16,0 2 0-16,-1 1 16 0,0-1-576 0,0 2-112 0,-2-1-32 0,1 1 0 16,-1 0-640-16,0 1-128 0,0 2-16 0,0-1-16 15,0 1-400-15,0 2-80 0,0 1 0 0,0 0-16 16,0 0-208-16,0 2-32 0,1 0-16 0,0-2 0 16,0 2-240-16,1-1 144 0,1 1-144 0,0-2 128 15,1-1-128-15,1-1 0 0,-1-1 0 0,2-2 0 16,0 1 0-16,-4-8 0 0,0 0 0 0,0 0 0 15,0 0 0-15,0 0 0 0,0 0 0 0,0 0 0 16,45 7 0-16,-45-7 0 0,0 0-144 0,0 0 144 16,31-15 0-16,-31 15-160 0,0 0 160 0,0 0-128 0,25-16-160 0,-25 16-32 15,0 0 0-15,18-17 0 16,-13 10-480-16,0 2-96 0,-3 0-32 0,1 1 0 16,-2-3-448-16,0 2-96 0,-1 1 0 0,-1-1-16 15,-1 2-352-15,-1-1-64 0</inkml:trace>
  <inkml:trace contextRef="#ctx0" brushRef="#br0" timeOffset="1738.7">21157 10852 7823 0,'-11'8'336'0,"4"-3"96"0,-1 0-432 0,3-3 0 16,3 1 0-16,1-1 0 0,-1-2 912 0,-1 3 112 15,-2 1 0-15,1 1 16 0,-2 0 480 0,1-1 80 16,2-1 32-16,2-1 0 0,2-2 80 0,2-2 16 15,0-1 0-15,-3 3 0 0,0 0-224 0,0 0-32 16,37-15-16-16,-37 15 0 0,0 0-480 0,42-20-80 0,-42 20-32 0,33-14 0 16,-33 14-352-16,28-12-64 0,-28 12 0 0,0 0-16 15,41-17-432-15,-41 17 0 0,0 0 0 0,37-12 0 32,-37 12-1088-32,0 0-192 0</inkml:trace>
  <inkml:trace contextRef="#ctx0" brushRef="#br0" timeOffset="2422.19">21829 10676 11055 0,'1'-3'976'0,"-1"3"-784"0,0-2-192 0,-1 2 0 15,1 0 1600-15,0 0 288 0,0 0 48 0,-2-2 16 16,0 1-288-16,-2 1-64 0,0 0-16 0,-2 0 0 15,0 3-432-15,-1 0-64 0,-1 1-32 0,-2 1 0 16,0 2-96-16,-1 0-32 0,0 0 0 0,0 1 0 16,1 0-288-16,0 1-64 0,2-1-16 0,0-1 0 15,2-1-336-15,0 0-64 0,3 1-16 0,0-3 0 0,1 0-144 0,2 0 0 16,0-1 0-16,2-1 0 0,1-2 0 0,-1 1 0 16,-2-1 0-16,0 0 0 0,0 0 0 0,0 0 0 15,0 0 0-15,0 0 0 0,45 6 0 0,-45-6 0 16,0 0 0-16,0 0 0 0,0 0-128 0,47 10 128 15,-47-10 0-15,0 0 0 0,0 0 0 0,40 16 0 16,-40-16 0-16,0 0 0 0,0 0 0 0,0 0 0 16,37 24 0-16,-37-24 0 0,0 0 0 0,0 0 0 15,0 0 0-15,17 29 128 0,-16-23-128 0,-2 0 0 16,-1 0 0-16,-1 1 0 0,1-2 0 0,-2 2 0 16,0-2 0-16,0 2 0 0,0-2 0 0,-1-1 0 15,1 1-144-15,-2-2 144 16,1 1-560-16,0-3 0 0,0 1 0 0,0-2 0 15,2-2-1008-15,0 1-208 0,1-2-32 0,0-1-6320 16,1-3-1280-16</inkml:trace>
  <inkml:trace contextRef="#ctx0" brushRef="#br0" timeOffset="2738.87">21974 10659 8287 0,'4'-7'368'0,"-1"0"80"0,-1 2-448 0,0 3 0 0,-1 2 0 0,0-2 0 16,0 1 1792-16,0 1 256 0,2-2 64 0,0-1 16 15,-1 1-16-15,0 2-16 0,0 2 0 0,-1 1 0 16,0 0-368-16,-2 3-80 0,1 2-16 0,-2-1 0 16,1 2-720-16,-1 3-144 0,1 0-16 0,0 0-16 15,-1 0-384-15,1 2-80 0,0-2-16 0,1 2 0 16,0-2-256-16,1 0 128 0,0 0-128 0,0 0 0 0,0-1 0 0,1-1 0 16,0-1 0-16,1 1 0 0,-1-3 0 0,2 0 0 15,-4-7 0-15,0 0 0 0,0 0 0 0,0 0 0 16,0 0-128-16,0 0 128 0,33 21-128 0,-33-21 128 15,0 0-208-15,0 0 80 0,0 0-176 0,32-12-16 16,-32 12-16-16,14-11 0 0,-14 11-48 0,14-17-16 16,-7 8 0-16,-1 0 0 15,0 1-368-15,-2-1-80 0,1 1-16 0,-2-1 0 16,1 0-736-16,-2 0-160 0,0 0-32 0,0 1-5024 16,-2 0-1008-16</inkml:trace>
  <inkml:trace contextRef="#ctx0" brushRef="#br0" timeOffset="2993.29">21851 10796 4607 0,'-8'3'0'0,"4"-1"192"0,0-1-48 0,1 1-16 0,3-2-128 0,0-2 0 0,1 1 0 0,-1 1 0 16,2-2 1408-16,0-1 256 0,1 1 64 0,2-2 0 16,-5 4 368-16,0 0 80 0,26-20 0 0,-26 20 16 15,23-14-640-15,-23 14-128 0,29-14-16 0,-29 14-16 16,31-16-432-16,-31 16-64 0,30-14-32 0,-30 14 0 15,0 0-544-15,42-15-96 0,-42 15-32 0,0 0 0 16,40-14-192-16,-40 14-192 0,0 0 48 0,38-12 0 16,-38 12-1696-16,0 0-336 0</inkml:trace>
  <inkml:trace contextRef="#ctx0" brushRef="#br0" timeOffset="3687.89">22296 10638 1839 0,'2'2'160'0,"-1"3"-160"16,-1-3 0-16,0 1 0 0,0-3 1344 0,0 2 224 15,1 2 48-15,0 4 16 0,0-1 544 0,0 2 128 16,1-1 0-16,0-2 16 0,-1-3-432 0,1 0-96 16,-1-3 0-16,1-1-16 0,-1-1-496 0,0-1-112 15,1-1-16-15,0-4 0 0,0 2-464 0,0-1-112 16,0 0 0-16,-1-1-16 0,0 1-432 0,-1 0-128 16,-1 2 0-16,-1-2 0 0,0 3 0 0,-3-1 0 15,1 2 0-15,-2 1 0 0,0 0 0 0,-3 0 0 16,1 2 0-16,-1 2 0 0,-1-2 0 0,2 2 0 15,-1 2 0-15,0-1 0 0,1 3 0 0,0 0 0 16,2-1 0-16,1 2 0 0,-1 1 0 0,2 0 0 0,1 2 0 0,-1 1 0 16,1 1 0-16,1 0 0 0,1 0 0 0,1 0 0 15,1 0 0-15,-1-12 0 16,6 22 0-16,-6-22-144 0,0 0 144 0,0 0 0 0,0 0 0 0,33 24 0 16,-33-24 0-16,0 0 0 0,0 0 0 0,40-4 0 15,-40 4 0-15,0 0 0 0,32-17 0 0,-32 17 0 16,19-18 0-16,-11 9 0 0,0-1 0 0,-2 1 0 15,0 2 0-15,-2-3-128 0,-2 3 128 0,1 0 0 16,-2 0 0-16,0 2 0 0,-1 0 0 0,0 0-128 16,-1 3 128-16,-1 0 0 0,1 2 0 0,-1 0 0 15,2 0 0-15,-2 2 144 0,1 1-144 0,0 1 0 16,-1 1 160-16,2 0-160 0,-1 2 128 0,1 0-128 16,0 0 448-16,1 3 16 0,0-4 0 0,0 0 0 15,2 0-176-15,-1 0-32 0,1 0-16 0,-3-6 0 0,0 0-240 16,0 0 0-16,0 0 128 0,0 0-128 0,0 0 0 0,0 0 0 15,0 0 0-15,44 0 0 0,-39-6 0 0,1 0 0 16,0-2 0-16,0 0 0 0,-1-1-256 0,2 1-64 16,-1-1 0-16,-1-1 0 15,1 1-960-15,-2-2-192 0,1 3-32 0,0-2-16 16,-2 1-272-16,1 0-64 0,-1 0-16 0,-1-1 0 16,0 2 832-16,-1-3 160 0,0 1 48 0,0 0 0 0,-1 1 528 0,-1-3 112 15,-1 0 32-15,0 1 0 0,-1-1 320 0,0 1 64 16,0 2 16-16,0 3 0 0,1 3 800 0,-1-1 176 15,1 4 16-15,0 2 16 0,0 3-32 0,0-1-16 16,0 2 0-16,0 2 0 0,0 2-48 0,1 0 0 16,-1 4 0-16,2 0 0 0,-1 0-256 0,1 3-64 15,0 0-16-15,1 3 0 0,0-2-336 0,0 0-64 0,1 2-16 0,0-2 0 16,1 1-224-16,-2-1-48 0,2-3-128 0,0-1 192 16,-3-14-192-16,7 26 128 0,-7-26-128 0,0 0 0 15,14 24 0-15,-14-24 0 0,0 0 0 0,0 0 0 31,0 0-480-31,0 0-32 0,0 0-16 0,0 0 0 16,0 0-1200-16,0 0-256 0,37-2-32 0,-36-5-9776 0</inkml:trace>
  <inkml:trace contextRef="#ctx0" brushRef="#br0" timeOffset="3930.78">22376 10642 3679 0,'-3'3'320'0,"1"-3"-320"0,1 2 0 0,0-2 0 0,1 1 960 0,1-1 128 16,-1 2 32-16,1-2 0 0,1 0 1424 0,1 2 272 16,0-2 64-16,-3 0 16 0,0 0-768 0,0 0-144 15,0 0-48-15,34-12 0 0,-34 12-704 0,18-12-144 16,-18 12-16-16,23-14-16 0,-23 14-480 0,23-17-112 16,-23 17-16-16,19-13 0 0,-19 13-320 0,23-15-128 15,-23 15 0-15,24-17 0 0,-24 17 0 0,25-15 0 16,-25 15 0-16,23-12-160 15,-23 12-1072-15,0 0-224 0,30-13-32 0,-30 13-16 16,0 0-1440-16,0 0-272 0</inkml:trace>
  <inkml:trace contextRef="#ctx0" brushRef="#br0" timeOffset="4111.58">22683 10512 5519 0,'2'2'240'0,"-2"-2"64"0,2 1-304 0,-1-1 0 0,0 0 0 0,-1 0 0 15,1 0 1424-15,1 0 240 0,0 0 32 0,-2 0 16 16,0 0 128-16,0 0 16 0,0 0 16 0,0 0 0 15,0 0-960-15,0 0-192 0,0 0-32 0,0 0-16 16,0 0-672-16,0 0 0 0,35-3 0 0,-33 3 0 16,-1 0-1056-16,-1 0-96 0,0 0 0 0,0 2-6832 15</inkml:trace>
  <inkml:trace contextRef="#ctx0" brushRef="#br0" timeOffset="4300.56">22689 10602 4543 0,'0'3'0'0,"0"-1"192"0,0 0-48 0,0-1-16 0,0 1-128 0,0-2 0 16,0 2 0-16,0 0 0 0,1 1 1744 0,0 4 320 16,0-2 64-16,0 3 16 0,1 0-48 0,-1 1-16 15,1 1 0-15,-2 0 0 0,2 2-112 0,0-3-32 16,0 3 0-16,-1-1 0 0,1 1-720 0,0-2-128 16,-1 0-48-16,1-1 0 0,-2-9-672 0,0 0-144 15,8 20-32-15,-8-20 0 0,0 0-384 0,0 0-64 16,0 0-32-16,0 0 0 15,0 0-1440-15,0 0-304 0,0 0-48 0,0 0-9216 0</inkml:trace>
  <inkml:trace contextRef="#ctx0" brushRef="#br0" timeOffset="4859.6">22886 10546 9215 0,'3'-6'400'0,"-2"2"96"0,2-1-496 0,-1 2 0 0,0 1 0 0,-1 1 0 15,0 0 1808-15,0-1 272 0,1-1 48 0,1-2 16 16,1 1-432-16,0-1-96 0,-1 0-16 0,-1 3 0 16,0 0-448-16,-2 2-80 0,0 0-32 0,-2 2 0 15,0 0-144-15,-1 3-48 0,-1 0 0 0,-1-1 0 16,-1 6-80-16,-2-3 0 0,1 3-16 0,0 1 0 16,-2-1-272-16,2 0-48 0,0 1-16 0,1-2 0 15,0 1-176-15,1 0-48 0,0-1 0 0,1-2 0 16,2 0-32-16,0-2-16 0,0 2 0 0,0-2 0 15,0-1-144-15,2 1 0 0,-1 0 0 0,1 0 0 0,0 0 0 0,1-2 0 16,-1-1 0-16,1 2 0 0,0-1 0 0,0-1 0 16,0 0 0-16,0 0 0 0,0 1 192 0,0-1-32 15,1-1-16-15,-2 1 0 0,2-2 112 0,0 0 0 16,-1 0 16-16,1 1 0 0,-1-1-80 0,0 0-32 16,1 0 0-16,-1 0 0 0,-1 0-32 0,1 0-128 15,0 0 192-15,1 1-64 0,-1-1-128 0,1 2 0 16,0-2 144-16,0 3-144 0,-2-3 0 0,0 0 0 15,0 0 0-15,0 0 128 0,0 0-128 0,0 0 0 16,0 0 0-16,0 0 0 0,32 23 0 0,-32-23 0 16,0 0 0-16,0 0 0 0,0 0 0 0,0 0 0 15,0 0 0-15,0 0 0 0,0 0 0 0,31 22 0 16,-31-22 0-16,0 0 0 0,0 0 0 0,0 0 0 16,0 0 0-16,0 0 0 0,0 0 0 0,0 0 0 0,4 21 0 0,-5-18 0 15,1-1 0-15,-2-1 0 0,0 0 0 0,0 1 0 16,-1 1 0-16,0-2 0 0,0 1 0 0,-2 0 0 15,0 0 0-15,0 0 0 0,-2 1 0 0,0 0 0 16,0 1 0-16,-2-2-128 0,1 3 128 0,-1 0 0 16,1-3-272-16,2 1 16 0,-1 1 16 0,2-3 0 15,0 1-768-15,1-1-144 0,2-1-48 16,1-1-8912-16,2-1-1792 0</inkml:trace>
  <inkml:trace contextRef="#ctx0" brushRef="#br0" timeOffset="6283.5">23115 10431 7359 0,'1'-2'656'0,"-1"0"-528"0,0 1-128 0,0 1 0 16,1 0 1360-16,-1-2 240 0,1 1 64 0,0 0 0 15,-1-4 64-15,1 1 32 0,1 1 0 0,-1 1 0 16,0-1-352-16,0 1-64 0,-1 2 0 0,0 0-16 16,0 0-384-16,0 0-80 0,-1 3-16 0,0 0 0 15,0 0-208-15,0 2-32 0,-1 1-16 0,1 0 0 0,0 0-320 0,-1 0-64 16,1 1-16-16,-1 3 0 0,1-3-192 0,0 2 0 16,1 1 0-16,0-1 0 0,0 1 0 0,0 2 0 15,0 1 0-15,0 0 0 0,1 1 0 0,0 2 0 16,0-1 0-16,1 1 0 0,-1-2-128 0,1 3 128 15,0-2 0-15,0 1 0 0,-2-16-304 0,7 30 48 16,-7-30 16-16,7 24 0 16,-7-24-336-16,0 0-64 0,12 26 0 0,-12-26-16 0,0 0 368 0,0 0 80 15,0 0 16-15,26 26 0 0,-26-26 192 0,0 0 0 16,0 0 0-16,0 0-144 0,0 0 144 0,37-6-208 16,-31 0 80-16,-2 2 128 0,0-3-320 0,-1 0 64 0,1-1 16 15,-2 1 0 1,0-1-592-16,-1 0-112 0,-1 1-16 0,0-3-5792 0,-2 3-1152 0</inkml:trace>
  <inkml:trace contextRef="#ctx0" brushRef="#br0" timeOffset="6547.4">23010 10583 4607 0,'-4'5'192'0,"2"-4"64"0,2 0-256 0,-1 1 0 0,1-2 0 0,1 0 0 16,-1 0 1856-16,1 0 336 0,1 0 64 0,1-2 16 15,-3 2 48-15,0 0 16 0,0 0 0 0,0 0 0 16,26-9-512-16,-26 9-96 0,0 0-32 0,23-14 0 16,-23 14-528-16,22-10-96 0,-22 10-32 0,21-11 0 0,-21 11-400 0,22-10-64 15,-22 10-32-15,21-11 0 0,-21 11-416 0,20-11-128 16,-20 11 0-16,18-12 0 16,-18 12-320-16,0 0-192 0,25-14-16 0,-19 8-16 15,-6 6-2000-15,15-10-400 0,-15 10-64 0,0 0-7808 16</inkml:trace>
  <inkml:trace contextRef="#ctx0" brushRef="#br0" timeOffset="6688.44">23290 10438 911 0,'1'1'0'0,"-1"1"0"16,0-2 0-16,0 0 0 0,0 0 1696 0,0 0 256 16,0 0 48-16,0 0 16 0,0 0-32 0,0 0-16 15,0 0 0-15,0 0 0 0,37 7-288 0,-37-7-48 16,0 0-16-16,0 0 0 0,0 0-656 0,39-2-144 0,-39 2-32 15,0 0 0-15,0 0-656 0,0 0-128 0,0 0 0 0,0 0-7072 16,36 2-1392-16</inkml:trace>
  <inkml:trace contextRef="#ctx0" brushRef="#br0" timeOffset="6922.58">23371 10554 10127 0,'-1'3'448'0,"0"2"96"16,1-3-544-16,0 1 0 0,0 1 0 0,0-3 0 0,0 3 2224 0,0 1 336 15,0 3 64-15,0 3 0 16,0 3-448-16,1 2-80 0,-1-16-32 0,3 29 0 0,-3-29-1168 0,4 29-256 16,-4-29-32-16,0 0-16 0,8 29-592 0,-8-29 0 15,0 0 0-15,0 0 0 16,0 0-352-16,15 27-96 0,-15-27 0 0,0 0-16 15,0 0-1392-15,0 0-256 0</inkml:trace>
  <inkml:trace contextRef="#ctx0" brushRef="#br0" timeOffset="7310.46">23606 10498 11055 0,'-1'0'480'0,"-1"0"112"0,0 0-464 0,1 0-128 0,0 0 0 0,0 0 0 15,1 0 1840-15,-1 0 336 0,-1 1 80 0,-1-1 16 16,2 1-224-16,-3-1-64 0,1 2 0 0,-1-2 0 16,2 1-544-16,-2 1-112 0,1 0-32 0,-1 1 0 15,1-1-544-15,0 0-112 0,-1 3-32 0,1-2 0 16,-1 3-272-16,0 0-48 0,0 0-16 0,0 2 0 15,0 1-64-15,-1 0-16 0,1 1 0 0,0 2 0 16,0 0-48-16,2-2-16 0,0 1 0 0,1-1 0 16,1 1 16-16,0-1 0 0,0-10 0 0,0 0 0 15,0 0 16-15,16 29 0 0,-16-29 0 0,0 0 0 16,0 0-16-16,38 11 0 0,-38-11 0 0,0 0 0 16,42-4 0-16,-42 4 0 0,0 0 0 0,40-8 0 0,-40 8-144 0,0 0 0 15,34-12 0-15,-34 12 0 0,0 0-256 0,0 0-16 16,25-8-16-16,-25 8-16064 15</inkml:trace>
  <inkml:trace contextRef="#ctx0" brushRef="#br0" timeOffset="11768.05">17328 10479 911 0,'-3'0'0'0,"0"-2"0"16,1 1 0-16,1 1 0 0,1-2 560 0,0 1 16 15,-2 0 16-15,-1-4 0 0,-1 0 48 0,0-1 0 16,1 0 0-16,0 0 0 0,1 0-128 0,1 2 0 16,0-1-16-16,1 0 0 0,0 3-112 0,0 0 0 15,1-1-16-15,0 1 0 0,-1 2-48 0,1 0 0 16,-1-2 0-16,1 2 0 0,-1 2 208 0,1-2 48 15,0 3 0-15,0-1 0 0,1 2 128 0,-1 1 48 16,2 0 0-16,1 2 0 0,0 0-288 0,0 1-48 16,2 0-16-16,-1 2 0 0,2 0-208 0,-2-1-64 15,2 0 0-15,0-1 0 0,0-1 16 0,-7-7 0 16,0 0 0-16,0 0 0 0,32 28 16 0,-32-28 0 16,0 0 0-16,0 0 0 0,33 24-160 0,-27-19 192 15,-6-5-192-15,0 0 192 0,0 0-192 0,0 0 160 0,0 0-160 0,42 15 160 16,-35-16-160-16,-2 1 128 0,1-2-128 15,0-1 128-15,1-2 64 0,-1-2 16 0,2 0 0 0,-1-3 0 16,0 1 48-16,1 0 16 0,-1-3 0 0,2 0 0 16,-1 2-272-16,-1 1 0 0,1 0 0 0,0-1 0 15,1 3 0-15,0 0 0 0,-9 7-192 0,0 0 192 16,0 0 0-16,0 0-144 0,43-10 144 0,-43 10 0 16,0 0 0-16,0 0 0 0,0 0 0 0,40 27 0 15,-40-27 160-15,0 0 16 0,0 0 0 0,29 28 0 16,-29-28 32-16,0 0 16 0,0 0 0 0,0 0 0 15,33 26-16-15,-33-26 0 0,0 0 0 0,0 0 0 16,0 0-208-16,0 0 144 0,49 10-144 0,-49-10 128 0,0 0-128 0,0 0 160 16,0 0-160-16,46-7 160 0,-46 7-160 0,0 0 0 15,0 0 0-15,42-15 0 0,-42 15 0 0,0 0 0 16,35-14 0-16,-35 14 0 0,0 0 144 0,37-17-144 16,-37 17 160-16,0 0-160 0,42-18 160 0,-42 18-160 15,0 0 160-15,42-14-160 0,-42 14 0 0,0 0 128 16,0 0-128-16,50-8 0 0,-50 8 0 0,0 0 0 15,0 0 128-15,45 0-128 0,-45 0 128 0,0 0-128 16,0 0 176-16,0 0-176 0,46 12 240 0,-46-12-64 16,0 0-16-16,0 0 0 0,0 0-160 0,40 21 128 15,-40-21-128-15,0 0 128 0,0 0-128 0,0 0 0 16,0 0 0-16,0 0 0 0,47 12 0 0,-47-12 0 16,0 0 128-16,0 0-128 0,0 0 0 0,33-17 0 0,-26 10 0 0,2 0 128 15,-1 0 144-15,0 2 32 0,1-1 0 0,-3 3 0 16,2-2-176-16,-1 3-128 0,-7 2 144 0,0 0-144 15,0 0 0-15,0 0 0 0,39-12 0 0,-39 12 0 16,0 0 0-16,0 0 128 0,0 0-128 0,0 0 0 16,46 9 0-16,-46-9 0 0,0 0 0 0,0 0 0 15,0 0 0-15,0 0 0 0,43 19 0 0,-43-19 0 16,0 0 144-16,0 0-16 0,0 0 0 0,0 0 0 16,0 0 64-16,46 0 16 0,-46 0 0 0,0 0 0 15,0 0 64-15,0 0 16 0,35-11 0 0,-35 11 0 16,0 0-112-16,0 0-32 0,0 0 0 0,0 0 0 15,40-8-144-15,-40 8 0 0,0 0 0 0,0 0 128 16,0 0-128-16,0 0 0 0,42-1 0 0,-42 1 0 0,0 0 0 0,0 0 0 16,0 0 128-16,0 0-128 0,44-10 128 0,-44 10-128 15,0 0 192-15,0 0-64 0,24-15 128 0,-17 8 32 16,0 0 0-16,0-2 0 0,1-1-48 0,-2 0-16 16,2 1 0-16,-2-2 0 0,0 1-224 0,-1 0 0 15,1-1 128-15,-1 1-128 0,0 1 0 0,-1-1 0 16,0 0 0-16,-3 1 0 0,1 0 0 0,-1-2 0 15,-1 2 0-15,-1-2 0 0,0 2 0 0,-1 0 0 16,-2 0 0-16,-1-2 0 0,1 1 0 0,-3-1 0 16,0-1 0-16,-2 0 0 0,3 1 0 0,-3 0 128 15,1-1-128-15,-1 0 0 0,0 1 0 0,-2 1 0 16,2 1 0-16,-1 0 0 0,0 4 0 0,-1-3 0 16,1 4 0-16,-1-1 0 0,0 1 0 0,-1 2 0 0,1-1 0 15,-1 1-160-15,-1 1-64 0,-2-1-16 0,0 2 0 16,-2-2 0-16,1 4-16 0,-3-2-16 0,1 2 0 15,-1 1 0-15,1 0 0 0,-1-1 0 0,-1 3 0 0,1 0 0 16,2-1 144-16,0 3 128 0,-4-3-192 0,0 4 192 16,1-2-192-16,-1 2 192 0,1-3-192 0,0 2 192 15,2-2 0-15,-2 2-128 0,2-4 128 0,-2 0 0 16,2 2 0-16,-2-2 0 0,2-2 0 0,0 0 0 16,1-1 0-16,0 2 0 0,-2-2 0 0,1 0 0 15,0-2 0-15,-1 2 0 0,1-2 0 0,-1 0 0 16,2-1 0-16,-1 1 0 0,1 1 128 0,1-1-128 15,1 2 0-15,-1-1 0 0,1 1 0 0,0-1 0 16,0-1 0-16,-2 0 128 0,0 1-128 0,1-2 0 0,1 1 128 0,-1 0-128 16,-1 0 0-16,2 0 144 0,0 1-144 0,-2-1 0 15,0 0 0-15,1 1 128 0,-2-1-128 16,1 2 0-16,-1-1 0 0,0 1 0 0,1 0 0 0,-1 1 128 16,1 1-128-16,1-2 0 0,1 3 0 0,-1-1 128 15,1 1-128-15,-1-1 0 0,1 1 128 0,2 1-128 16,-2-1 0-16,1 0 128 0,2-2-128 0,-1 2 128 15,0-1-128-15,0 1 128 0,2-1-128 0,0 0 160 16,-1 1-160-16,1 1 160 0,1-1-160 0,0 3 0 16,-1-1 144-16,1 2-144 0,1 1 0 0,1-1 144 15,-1 4-144-15,-2 1 0 0,1 0 128 0,1 0-128 16,1 3 0-16,-2-2 0 0,1 2 0 0,0-1 0 16,0 0 0-16,1-1 0 0,1 1 0 0,-1 0 0 15,1 1 0-15,1-2 0 0,1 3 0 0,1-1 0 0,0 2 0 16,2-1 0-16,1 3 128 0,1 0-128 0,0 2 0 0,1-3 0 15,3 0 0-15,1-1 0 0,1-1 0 0,3 0 0 16,-9-16 0-16,21 25 0 0,-21-25 0 0,0 0 0 16,43 28 0-16,-43-28 0 0,0 0 0 0,46 11-144 15,-46-11 144-15,0 0 0 0,63-6 0 0,-63 6-128 16,53-12 128-16,-53 12-208 0,56-17 80 0,-56 17 128 16,55-19-1408-1,-55 19-144-15,55-21-48 0,-55 21-6048 0,57-21-1216 0</inkml:trace>
  <inkml:trace contextRef="#ctx0" brushRef="#br0" timeOffset="12425.7">18049 10537 7359 0,'-3'-1'656'16,"0"-2"-528"-16,1 3-128 0,0 0 0 0,1 0 208 16,-1 0 16-16,-1 0 0 0,-3 0 0 15,-2 0 576-15,-2 3 112 0,-1-1 32 0,1 3 0 0,0 0-32 0,-1 1 0 16,2 2 0-16,-2-3 0 0,2 4-384 0,0-1-80 16,-1 1 0-16,2 0-16 0,0 1-48 0,-1-3 0 15,1 2 0-15,0-1 0 0,0 1-64 0,1 2-32 16,-1-1 0-16,0 2 0 0,-1 0-96 0,1 0 0 15,0 2-16-15,0 0 0 0,-2 1 16 0,0 1 0 16,0 3 0-16,0-2 0 0,0 2-32 0,0-3 0 16,0 1 0-16,0 4 0 0,-3 1 32 0,0 4 16 15,-1 2 0-15,0-2 0 0,0 0-48 0,0 0-16 16,1-1 0-16,1-2 0 0,1-4-144 0,-1 2 0 16,-1 1 144-16,0-2-144 0,2-2 0 0,2-2 0 15,0-4 0-15,3-5 0 16,1 0-256-16,2-5-128 0</inkml:trace>
  <inkml:trace contextRef="#ctx0" brushRef="#br0" timeOffset="13265.52">16890 11449 11967 0,'1'-3'1072'16,"0"-1"-864"-16,0 1-208 0,0 3 0 15,-1-2 0-15,1 1 0 0,0-1 0 0,0-4 0 16,2 0 240-16,0-1 0 0,0 0 0 0,-1 1 0 0,0 1 304 0,-2 2 64 16,0-1 16-16,0 1 0 0,0 1-208 0,-1 1-32 15,-1-1-16-15,0 2 0 0,-1-1 112 0,0 0 32 16,1 1 0-16,-1 0 0 0,-1 0-160 0,1 0-32 15,0 0 0-15,-2 0 0 0,1 0-64 0,1 1 0 16,-2 0-16-16,0 1 0 0,1 1-240 0,-1 0 0 16,-1 1 128-16,1 3-128 0,-2 0 0 0,1 1-256 15,-1 1 48-15,0 0 16 0,1 2 48 0,0 0 16 16,0-1 0-16,0 3 0 0,1-1 128 0,0 1 0 16,-1 3 0-16,2-2-128 0,1-1 128 0,-1 2 0 15,1 2-144-15,0 0 144 0,2-1 0 0,1 0 0 16,0-1 0-16,0-1 0 0,2-2 0 0,1 0 0 15,1-3 0-15,-1-1 128 0,3-2 176 0,0 0 16 16,-6-6 16-16,0 0 0 0,0 0 48 0,0 0 0 0,0 0 0 0,50 9 0 16,-50-9-96-16,0 0-16 0,0 0 0 0,49-7 0 15,-49 7-272-15,0 0 0 0,42-10 0 0,-42 10 0 16,0 0-128-16,43-12 128 0,-43 12-208 0,0 0 80 31,41-19-1072-31,-41 19-208 0,25-16-32 0,-15 9-6992 0</inkml:trace>
  <inkml:trace contextRef="#ctx0" brushRef="#br0" timeOffset="13704.43">17072 11585 6447 0,'-2'1'576'0,"1"-1"-576"0,1-1 0 0,0 0 0 0,1-1 352 0,-1 1-32 16,1-3-16-16,0 0 0 0,1-2 48 0,0-3 16 15,2-1 0-15,1-2 0 0,-1 1 32 0,2 1 16 16,1-2 0-16,-1 1 0 0,0 1 0 0,1 0 0 16,-1 1 0-16,1 2 0 0,-1-1 32 0,1 4 16 15,-1 0 0-15,0 3 0 0,-1-1-48 0,0 4-16 16,0 1 0-16,0 0 0 0,0 3 144 0,0 1 32 16,-1 0 0-16,2 2 0 0,-1 3-272 0,-1-1-48 15,-1 0-16-15,1-1 0 0,-2 1-48 0,2 1-16 16,0 2 0-16,-1-2 0 0,-1 2-48 0,1-4-128 15,-1 2 192-15,-1-1-64 0,0-1 80 0,0-3 16 16,0 0 0-16,-2-2 0 0,1 0 112 0,0-3 32 0,0 0 0 16,-1-2 0-16,1-2 80 0,-1 0 32 0,1-3 0 0,-1-1 0 15,2 0-144-15,-1-3-16 0,1-1-16 0,0-2 0 16,0-2-128-16,1 0-32 0,-1-3 0 0,1 0 0 16,1-1-336-16,0-2-80 0,0 3-16 15,-1 0 0-15,1 2 0 0,0 0 0 0,1 2 0 0,-1 1 0 16,1 3 288-16,-1 1-160 0,0 3 160 0,-1 0-128 15,2 2 0-15,-2 0 0 0,1 0 0 0,0 1 0 16,-1 1-704-16,0-1-128 0,1 1-16 0,0-2-4848 16,0 1-960-16</inkml:trace>
  <inkml:trace contextRef="#ctx0" brushRef="#br0" timeOffset="14097.26">17367 11337 1839 0,'2'5'160'0,"-1"-3"-160"0,-1 0 0 0,1 1 0 0,-1-1 1072 0,1-1 176 15,0 1 32-15,0 0 16 0,1 3 368 0,1 3 64 16,1-1 0-16,1 1 16 0,0 0-576 0,-2-3-112 16,3 2-32-16,-1-3 0 0,0 3-720 0,0-3-160 15,-1-1-16-15,1 2-128 0,-1-2 0 0,0 1 0 16,1-2-192-16,-2 1 48 16,1 0-880-16,-2-1-160 0,0 0-32 0,0 0-16 15,0 1-368-15,-2-1-64 0,0-1 0 0,0 3-16 16,-1-2 560-16,0 1 112 0,0 0 32 0,-1 1 0 15,0 0 400-15,0-1 96 0,-1 2 16 0,0-3 0 0,0 3 464 0,1-3 0 16,0 1 0-16,-1 0 0 0,1-2 384 0,0 1 64 16,0 1 0-16,1-3 16 0,0 1 128 0,1 1 32 0,0-2 0 0,0 2 0 15,0-2 16-15,0 1 0 0,0 0 0 0,0-1 0 16,1 2 0-16,0-1 16 0,0 1 0 0,1 0 0 16,-1 1 256-16,0-1 48 0,0 3 16 0,0 0 0 15,0-1-80-15,0 2-32 0,0 2 0 0,0-2 0 16,-1 1-496-16,1 2-112 0,-1-2 0 0,1 2-16 15,-1-1-240-15,1-2 0 0,-1 0 0 0,1-2 0 16,0 1 0-16,0-3 0 0,0 1 0 0,1-3 0 16,-1 0 0-16,0 0 0 0,1-3 0 0,-1 1 0 15,2-3-1024-15,0-2-128 0</inkml:trace>
  <inkml:trace contextRef="#ctx0" brushRef="#br0" timeOffset="14736.7">17607 11483 911 0,'-3'1'0'0,"0"-1"0"16,2 0 0-16,0 0 0 0,0 0 624 0,1 0 32 15,-1 2 16-15,0-2 0 0,-1 0 320 0,1 0 64 16,-1 1 16-16,0 1 0 0,2-2 128 0,0 0 16 16,0-2 16-16,1 1 0 0,0-1-64 0,0 1-16 15,1 0 0-15,2-2 0 0,-2-1 0 0,3 1 0 16,1-1 0-16,-1-1 0 0,1 0-144 0,0 1-48 15,1-1 0-15,0 1 0 0,-7 4-320 0,0 0-64 16,0 0 0-16,31-13-16 0,-31 13-432 0,0 0-128 16,0 0 0-16,0 0 0 0,0 0-224 0,36-16-96 15,-31 15-32-15,-3-1 0 16,1 0-1120-16,0 1-208 0,-1-1-48 0,-1 1-7296 0</inkml:trace>
  <inkml:trace contextRef="#ctx0" brushRef="#br0" timeOffset="15028.93">17664 11276 2751 0,'-2'2'128'0,"1"-2"16"0,-1 2-144 0,1-2 0 0,1 2 0 0,0-1 0 16,0 1 960-16,-1 3 144 0,0-1 48 0,0 4 0 16,0 1 144-16,0 0 48 0,0 3 0 0,1 2 0 15,0-2-528-15,0 2-112 0,1 1 0 0,0 0-16 0,1 1-48 0,-1-2-16 16,2 2 0-16,-1-1 0 0,0 1 16 0,1-1 0 15,1-1 0-15,0-2 0 0,-1 0 16 0,1-3 16 16,1 0 0-16,-1-1 0 0,1-2-352 0,-1 0-80 16,0-2-16-16,1-2 0 0,0 1-96 0,-2-3-128 15,1 0 176-15,-1-3-176 0,1 0 0 0,-1-3 0 16,0 0 0-16,0-4 0 16,0 1-464-16,1-3-208 0,1-1-32 0,-1-3-8512 15</inkml:trace>
  <inkml:trace contextRef="#ctx0" brushRef="#br0" timeOffset="15187.53">17830 11278 4607 0,'-2'1'400'0,"1"-1"-400"0,1 0 0 0,0 0 0 16,0 0 1008-16,1-1 112 0,-1 1 32 0,1 0 0 16,0 0 256-16,2 0 64 0,1-2 16 0,0 2 0 15,0 2-240-15,1-2-48 0,0 1-16 0,-1 0 0 16,1 1-720-16,-1 1-144 0,1 0-16 0,0 0-16 31,-1 0-624-31,1 2-128 0,-1-2-32 0,-1 1-4944 0,-1 1-1008 0</inkml:trace>
  <inkml:trace contextRef="#ctx0" brushRef="#br0" timeOffset="15410.52">17845 11399 2751 0,'1'2'128'0,"-1"-2"16"0,1 3-144 0,0-3 0 16,-1 2 0-16,1-2 0 0,0 2 1024 0,0 0 192 16,2 3 16-16,-1 0 16 0,2 5 352 0,0-1 64 15,0 0 0-15,-2 1 16 0,2 2-656 0,-1-3-144 16,1 1-32-16,-1-1 0 0,1 1-320 0,0-3-64 16,0 0-16-16,-1 0 0 0,1-2-320 0,-1-1-128 15,1-1 0-15,-1-2 144 0,0 1-352 0,-1-2-80 16,-1-2-16-16,1 1-4880 15,0-4-992-15</inkml:trace>
  <inkml:trace contextRef="#ctx0" brushRef="#br0" timeOffset="15838.22">18152 11325 4607 0,'-3'3'192'0,"0"-3"64"0,1 0-256 0,1 0 0 0,0 0 0 0,1 0 0 16,0 0 544-16,-1 0 64 0,0-2 16 0,-1 1 0 15,1 1 688-15,0-2 144 0,0 2 16 0,0 0 16 16,0-2-928-16,0 2-192 0,0 0-48 0,-1 0 0 15,0 2 0-15,-1 0-16 0,0-1 0 0,-2 3 0 0,0 0 144 0,0 2 48 16,-2 1 0-16,-1 1 0 0,1 1-48 16,-2 0-16-16,1 3 0 0,0-1 0 0,0 0-48 0,0 1-16 15,1-1 0-15,1 1 0 0,0-3 80 0,2 1 32 16,0 1 0-16,1-1 0 0,1 0 0 0,1-1 0 16,2 0 0-16,1 1 0 0,2-3 128 0,0 0 32 15,1 0 0-15,-5-7 0 0,0 0-224 0,0 0-32 16,0 0-16-16,47 12 0 0,-47-12-48 0,0 0-16 15,38-10 0-15,-38 10 0 0,0 0-304 0,38-21 0 16,-38 21 0-16,23-19 0 16,-23 19-880-16,19-20-128 0,-10 11-16 0,-1 0-16 15,-1 0-880-15,0-1-192 0</inkml:trace>
  <inkml:trace contextRef="#ctx0" brushRef="#br0" timeOffset="16395.39">18330 11314 4607 0,'0'0'400'0,"0"0"-400"0,0 0 0 0,0 0 0 16,0 0 640-16,0 0 64 0,1-1 0 0,-1 1 0 15,0 0 576-15,0-1 112 0,1 0 16 0,-1 1 16 16,-1-2-656-16,0 1-144 0,0-1-32 0,0 2 0 16,-1-2-400-16,0 0-64 0,-1 2-128 0,1-2 176 15,-1 2-48-15,1-1 0 0,-1 2 0 0,-1 1 0 16,1 0-128-16,1-1 160 0,-1 2-160 0,0 0 160 15,1 2 128-15,-1-1 32 0,1 2 0 0,0 1 0 16,-1 2 0-16,0 0 16 0,1 1 0 0,0-1 0 0,1 3 16 0,-1 0 0 16,0 0 0-16,0-2 0 0,1 1-128 0,0-1-32 15,1-1 0-15,-1-1 0 0,2-1 112 0,-1 0 16 16,2-4 0-16,-1 0 0 0,1 0-144 0,0-3-32 16,0 0 0-16,1-2 0 0,1-1 48 0,0-1 0 15,0-1 0-15,1-2 0 0,0-1 224 0,0-1 48 16,0 2 16-16,0-3 0 0,1 1-480 0,-1-2 0 15,1 3 0-15,-1-2 0 0,-1 1-208 0,0 2 16 16,-2 2 0-16,0-2 0 0,0 2 32 0,-1-2 16 16,-1 3 0-16,0-1 0 0,0 0 144 0,0 3-192 15,-1-1 192-15,0 1-192 0,0 2 192 0,0-2 0 16,0 4 0-16,-1-2-128 0,0 3 128 0,0-1 0 16,1 0 0-16,0 1 0 0,1 2 128 0,-1 0-128 0,1-1 128 15,0 1-128-15,0 1 416 0,1 2 16 0,0-2 0 16,0 2 0-16,1-4-32 0,-1 1 0 0,2 2 0 0,0-1 0 15,-1 0-144-15,2-1-48 0,-1 1 0 0,1-3 0 16,0 2-208-16,0-2 0 0,1-1 128 0,-2 0-128 16,1-2 0-16,-1 0 0 0,1-1 0 0,0 0 0 15,0-1 0-15,0-3-160 0,-1 0 160 0,2 0-128 16,-1-2-320-16,0 0-48 0,1 0-16 0,0-3 0 16,0 1-768-16,1-3-144 15,-1 1-48-15,1 1-7744 0</inkml:trace>
  <inkml:trace contextRef="#ctx0" brushRef="#br0" timeOffset="16672.48">18486 11064 5631 0,'-3'1'128'0,"1"-1"16"0,1 2 16 0,0-2 0 0,1 2-160 0,0-2 0 15,-1 3 0-15,1-1 0 0,-1 0 1616 0,0 6 304 16,0-2 48-16,1 4 16 0,0 0-320 0,1 1-64 15,-1 1-16-15,1 0 0 0,1 2-736 0,0 1-144 16,-1 1-16-16,1 1-16 0,1 2 144 0,-1-3 16 16,1 4 16-16,-1 0 0 0,1 0-80 0,-1-1 0 15,0 2-16-15,0-2 0 0,0 1-176 0,0-2-48 16,-1-1 0-16,1-1 0 0,1-2-32 0,0-2-16 16,1-2 0-16,-1-4 0 0,2-1-288 0,0-2-64 0,0-3-128 0,1 0 192 15,0-3-192-15,1-2 0 0,-1-1 0 0,1-4-160 31,0 0-624-31,1-4-128 0,2 2-32 0,-2-3-11664 0</inkml:trace>
  <inkml:trace contextRef="#ctx0" brushRef="#br0" timeOffset="17302.46">18820 11363 11055 0,'1'0'976'0,"-1"1"-784"0,0 1-192 0,0-2 0 16,0 2 864-16,0-2 128 0,0 2 32 0,1 1 0 16,0 4 448-16,0 0 80 0,1 0 32 0,-1 3 0 15,1-3-816-15,0 2-176 0,1 3-16 0,0-2-16 16,0 2-240-16,1 2-32 0,0-2-16 0,0 2 0 16,0 0-112-16,0 0-32 0,0 0 0 0,-1 0 0 15,1-2 0-15,-1-2 0 0,0 2 0 0,-1-5 0 16,1 1-128-16,1-2 0 0,-1 0 0 0,-1-2 128 15,1 0 96-15,0-3 16 0,0 1 0 0,0 0 0 16,-1-2-16-16,1-2 0 0,0 0 0 0,0-1 0 0,0-2 224 16,1-2 64-16,0-2 0 0,0-1 0 0,0-2-192 0,1-1-48 15,-2-2 0-15,0-1 0 0,0 1-272 0,0-3 0 16,0 0 0-16,0-1-144 0,0 1 144 0,0-1-192 16,0 2 192-16,-1 1-192 15,-1 1-256-15,1 1-64 0,1 4-16 0,-2 1 0 16,1 1-384-16,-1 4-80 0,1-1-16 0,-1 1 0 15,1 3-368-15,0-1-80 0,0 2-16 0,0 2-4416 16,0-1-880-16</inkml:trace>
  <inkml:trace contextRef="#ctx0" brushRef="#br0" timeOffset="18655.5">19083 11482 6447 0,'0'7'272'0,"0"-4"80"0,0 1-352 0,0-4 0 0,1 0 0 0,-1 0 0 16,1-2 1120-16,0 2 160 0,1-3 16 0,1-2 16 16,1-2-48-16,-1-2-16 0,1-1 0 0,-1 1 0 15,0-3-832-15,1 1-160 0,-1-1-48 0,0 2 0 16,-1-2-208-16,-1 0 0 0,2 2 128 0,-3 1-128 16,-1 0 0-16,0 2 0 0,-1 3 0 0,0 1 0 15,-2 0 0-15,0 1 0 0,-1 4 0 0,-1 1 0 16,1 0 192-16,-2 3-48 0,2 0-16 0,-2 2 0 15,0-1 0-15,0 3-128 0,2 0 192 0,-3-1-64 16,3 2-128-16,-1 1 0 0,0 0 0 0,1-1 0 16,0 0 0-16,2-1 0 0,1 3 0 0,1-1 0 15,0 0 208-15,1 0 16 0,0 0 0 0,1-1 0 0,1-2 160 0,0 0 16 16,2-2 16-16,0 0 0 0,-4-7 0 0,0 0 0 16,0 0 0-16,0 0 0 0,0 0 32 0,0 0 0 15,46 2 0-15,-46-2 0 0,0 0-80 0,23-16-16 16,-17 10 0-16,-6 6 0 0,12-14-352 0,-6 3 0 15,1 1 0-15,-1-1-192 0,-2 1 0 0,1 0 0 16,-1 1 0-16,-2 0 0 0,0 1 192 0,0-1-192 16,-1 4 192-16,-1-3-192 0,0 4 192 0,-1-1 0 15,1 1 0-15,-1 1 0 0,-1 3 0 0,1-1 0 16,-1 2 0-16,2-1 0 0,-1 2 0 0,-1 1 128 16,1 2-128-16,0-1 0 0,0 1 192 0,0 0-48 15,1 0 0-15,0 2 0 0,1-2 240 0,0 2 32 16,1-1 16-16,1 2 0 0,-1-4 64 0,2 4 16 0,0-4 0 15,-4-4 0-15,0 0-112 0,0 0-16 0,0 0 0 16,0 0 0-16,28 24-128 0,-28-24-16 0,0 0-16 0,0 0 0 16,0 0-96-16,0 0-128 0,0 0 176 0,37-12-176 15,-34 8 0-15,2-4 0 0,-1 1 0 0,-1 0 0 32,1 0-512-32,0-2 0 0,0-1 0 0,-2 0 0 15,2-2-320-15,-1 1-64 0,0-3 0 0,-1 2-16 0,0-3-432 0,1 1-96 16,-1-1-16-16,0 0 0 0,-2 0-304 0,0-4-64 0,0 3-16 0,0-3 0 15,-1 2 336-15,0-1 64 0,1 0 16 0,-2 2 0 16,0 2 864-16,-1-2 176 0,2 3 48 0,-2-1 0 16,0 3 624-16,1-1 128 0,-1 2 32 0,1 0 0 0,2 4 656 15,-1 0 144-15,1 2 32 0,0 0 0 0,-1 3-96 16,1-1-16-16,0 2 0 0,0 2 0 0,0-2-160 0,1 3-48 16,0-1 0-16,-1 2 0 0,1 1-32 15,0 2-16-15,1 1 0 0,0 3 0 0,1 1-272 0,-1 0-48 16,0 2-16-16,0 1 0 0,1 1-224 0,0 1-48 15,0 2-16-15,-1-1 0 0,0 2-32 0,0-2-16 16,0 4 0-16,0-3 0 0,0 1 80 0,-1-2 32 16,0 2 0-16,0-2 0 0,0-2 48 0,1 1 16 15,-1-3 0-15,0-2 0 0,0 0-224 0,0-5-32 16,1 0-16-16,-1 0 0 0,1-4-144 0,-2 0 0 16,2-2 0-16,0-1 128 0,-1-2-128 0,1 0-144 15,1-3 144-15,0-2-208 16,-1-1-448-16,2-1-96 0,1-2-16 0,-1-1 0 15,2 0-608-15,-1 0-128 0,2-2-32 0,-2 2 0 16,1 1-464-16,1-1-112 0,-2 1 0 0,1 2-16 16,-2 2 224-16,1-2 48 0,0 4 16 0,-2-2 0 15,1 3 608-15,-1-1 112 0,0 1 32 0,-2 2 0 0,1 0 656 0,-1 0 144 0,0 0 32 0,-1 1 0 16,0 1 752-16,-1 0 144 0,1 0 48 0,0 0 0 16,0 1 464-16,-1 1 80 0,1 0 32 0,-1-2 0 15,2 2-32-15,-1 0 0 0,0 1 0 0,0 0 0 16,0 1 16-16,0 1 0 0,1 0 0 0,-1 1 0 15,1 2 32-15,-1-1 16 0,1 2 0 0,0 1 0 16,0 2-336-16,0 0-80 0,0 2-16 0,0-2 0 16,0 2-208-16,0 0-32 0,0-2-16 0,1 1 0 15,0-2-224-15,0 1-32 0,1-3-16 0,0-2 0 0,-1 0-336 16,1-2 128-16,0 0-128 0,0-2 0 0,-1 1 0 0,2-6 0 16,-1 2 0-16,1-5 0 0,0-2 0 0,1-3 0 15,1 0 0-15,0-1 0 0,0-1 0 0,-1 1-208 16,2-2 16-16,0-1 16 15,-1-3-256-15,0 2-48 0,0 0-16 0,-1-2 0 16,0 5 64-16,-1-2 16 0,1 2 0 0,-1 0 0 0,-1 3 160 0,-1-1 48 16,1 3 0-16,-2-1 0 0,0 2 208 0,0 1 0 15,-2 1 0-15,1 1 0 0,-1-1 0 0,0 2 0 16,0 1 0-16,-1 1 0 0,1 0 0 0,-1 0 128 16,0 0-128-16,0 1 0 0,0 0 304 0,0 1-48 15,1 1-16-15,-1 0 0 0,2 1 48 0,-1 1 16 16,0 1 0-16,0 0 0 0,0 1 64 0,1 0 16 15,0 2 0-15,0 3 0 0,0 0-144 0,0 0-32 16,0 1 0-16,0 0 0 0,1 2-64 0,-1-1-16 0,1 0 0 0,-1 0 0 16,1-2 0-16,0 0-128 0,0-3 192 0,1 1-64 15,1-5-128-15,-1 2 0 0,-2-7 0 0,0 0 128 16,0 0-128-16,0 0 0 0,0 0-160 0,0 0 160 31,0 0-544-31,0 0-16 0,0 0 0 0,42-2 0 0,-37-6-896 16,1 1-176-16,0-2-32 0,1-1-9232 0</inkml:trace>
  <inkml:trace contextRef="#ctx0" brushRef="#br0" timeOffset="19108.91">19678 11368 10127 0,'-1'4'896'0,"1"0"-704"16,0 0-192-16,0-4 0 0,1 1 560 0,0 0 80 15,0 2 0-15,1 2 16 0,1-1 752 0,-3-4 128 16,0 0 48-16,0 0 0 0,0 0-976 0,0 0-192 16,0 0-32-16,0 0-16 0,46-2 96 0,-41-6 32 15,-5 8 0-15,12-14 0 0,-7 7 48 0,0-1 16 16,-1 0 0-16,0 3 0 0,1-4-416 0,-3 2-144 15,1-1 0-15,-1 1 144 0,0 1-144 0,-1-2 0 16,0 1 0-16,-2-1 128 0,1 0-128 0,-2 0 0 0,0 1 0 0,-1-2 128 16,1 1-128-16,-2 1 192 0,-1 0-192 0,0-3 192 15,0 4-192-15,0 0 0 0,0 2 0 0,0 0 0 16,1 3 0-16,0 1 128 0,0 3-128 0,0 1 128 16,1 2 464-16,-1 2 96 0,0 4 16 0,1 2 0 15,1 3-48-15,0 1 0 0,0 2 0 0,1 1 0 16,0 2-192-16,1 0-32 0,1 1-16 0,0-1 0 15,1-3 0-15,1-2 0 0,-1-1 0 0,2-3 0 16,2-2 16-16,-6-12 0 0,13 18 0 0,-13-18 0 16,0 0-240-16,0 0-32 0,0 0-16 0,44 5 0 15,-44-5 0-15,28-19 0 0,-11 4 0 0,0-3-10384 16,1 1-2064-16</inkml:trace>
</inkml:ink>
</file>

<file path=ppt/ink/ink3.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4T14:24:28.871"/>
    </inkml:context>
    <inkml:brush xml:id="br0">
      <inkml:brushProperty name="width" value="0.05292" units="cm"/>
      <inkml:brushProperty name="height" value="0.05292" units="cm"/>
      <inkml:brushProperty name="color" value="#FF0000"/>
    </inkml:brush>
  </inkml:definitions>
  <inkml:trace contextRef="#ctx0" brushRef="#br0">20522 6688 3679 0,'0'0'320'0,"-1"0"-320"16,1 0 0-16,0-2 0 0,0 1 352 0,-1 1 0 15,1-2 0-15,0 0 0 0,0-1 368 0,-1 1 80 16,0-3 16-16,0 2 0 0,0 0-80 0,1 0-16 16,0-2 0-16,0 2 0 0,1-1-96 0,-1-1-32 15,2 2 0-15,-1 0 0 0,0 0-256 0,0-2-48 16,1 0-16-16,-1 1 0 0,0-1-80 0,0 1-32 0,0 1 0 0,1-3 0 15,1 2 112-15,-1-1 32 0,0 0 0 0,-1 1 0 16,1 1 96-16,0-2 32 0,0 1 0 0,0-1 0 16,0 0-112-16,0 1 0 0,0-1-16 0,1 0 0 15,1 1-48-15,-1-1-16 0,1 1 0 0,0-1 0 16,2 2-64-16,-2-2-16 0,2 0 0 0,-1 0 0 16,3 1 48-16,-2-1 16 0,3 0 0 0,-2 1 0 15,0-1 64-15,-1 0 16 0,1 1 0 0,1-1 0 16,-2 2-96-16,1-1-16 0,0 1 0 0,1-1 0 15,-1 3-48-15,1-2-16 0,-1 2 0 0,0-1 0 16,2 2 0-16,-3 2-128 0,3-2 192 0,-2 0-64 16,0 1-128-16,-7-1 0 0,0 0 0 0,0 0 0 0,37 3 128 15,-37-3-128-15,0 0 0 0,31 1 128 16,-31-1 48-16,0 0 0 0,33 0 0 0,-22-1 0 0,0 1 96 16,-1-2 32-16,2 2 0 0,-1-1 0 0,0 0-32 0,1-1 0 15,0 1 0-15,-1-1 0 0,0 2-80 0,-1 0 0 16,0 0-16-16,0 0 0 0,0 0-176 0,-1 2 160 15,0-2-160-15,-9 0 160 0,0 0-160 0,28 4 0 16,-28-4 0-16,0 0 128 0,0 0-128 0,37 8 0 16,-37-8 0-16,0 0 128 0,0 0-128 0,38 10 0 15,-38-10 144-15,0 0-144 0,0 0 0 0,38 9 0 16,-38-9 0-16,0 0 0 0,0 0 128 0,36 8-128 16,-36-8 128-16,0 0-128 0,0 0 128 0,0 0-128 15,0 0 128-15,39 16-128 0,-39-16 144 0,0 0-144 16,0 0 192-16,0 0-192 0,0 0 128 0,0 0-128 0,0 0 0 0,29 36 0 15,-29-36 0-15,0 0 0 0,0 0 0 0,0 0 0 16,0 0 0-16,0 0 0 0,20 37 0 0,-17-32 0 16,0 0 0-16,0 0 0 0,0-2 0 0,-1 1 0 15,0 1 0-15,1-2 0 0,-1 0 0 0,0 0 0 16,-1 2 0-16,0-3 0 0,-1 3 128 0,0-2-128 16,0 2 0-16,0-1 0 0,0 1 128 0,-1 1-128 15,-1 0 0-15,1 0 128 0,-1 0-128 0,1 0 0 16,-1 1 128-16,1 0-128 0,0 1 0 0,-1-1 0 15,2 1 0-15,-1 0 0 0,0-1 0 0,-1 1 0 16,1-1 0-16,-1 2 0 0,1-2 0 0,-1 0 0 16,0 1 0-16,0-1 0 0,-1 2 0 0,-1-2 0 15,1 0 0-15,1 0 0 0,-2 0 0 0,1-1 0 0,-1 0 0 0,1 0 0 16,0 0 0-16,-2 1 0 0,2-2 128 0,-2 0-128 16,0 0 0-16,1-1 0 0,-2 3 0 15,1-2 0-15,-2 0 0 0,0 2 0 0,0-3 160 0,0 0-160 16,-1 2 128-16,1-1-128 0,-1 0 144 0,0-1-144 15,0-1 160-15,-1 0-160 0,1 1 0 0,-1-2 0 16,0 0 0-16,0 1 0 0,0-1 0 0,0-1 128 16,-1 1-128-16,0-2 0 0,1 1 0 0,-1-1 0 15,1-1 0-15,0 1 0 0,-1-2 0 0,0 1 0 16,-1 1 0-16,-1-2 0 0,1-1 0 0,-1 3 0 16,0-2 0-16,0 0 0 0,1 0 0 0,-1 0 0 15,0 1 0-15,0-1 0 0,1 4 0 0,-1-2 0 16,0 0 0-16,1 0 0 0,0 1 0 0,0-1 0 15,0 2 0-15,0-4 0 0,2 1 0 0,-2 1 0 0,2-2-128 0,0 0 128 16,0-1 0-16,1 3 0 0,0-2 0 0,-1-1 0 16,1 1 0-16,-1-1 0 0,0-1 0 0,0 0 0 15,2 0 0-15,-2 0 0 0,2-3 0 0,-1 1 0 16,-1 0 0-16,1-1 0 0,-1 0 0 0,0 0 0 16,1 0 0-16,-1 2 0 0,0-3 0 0,1 0 0 15,0 2 0-15,-1-1 0 0,2 0 0 0,-1 1 0 16,1-2 0-16,0 3 0 0,0-2 0 0,1 0 0 15,0 0-128-15,1 0 128 0,0 1 0 0,1-2 0 16,1 3 0-16,1-2 0 0,0 2 0 0,1-2 0 16,0 1 0-16,1 0 0 0,0-1 0 0,2 0 0 15,0 0 0-15,1-1 0 0,0 2 0 0,2-2 0 0,-2-1 0 16,3 2 0-16,-1 0 0 0,0 0 0 0,0 0 0 0,0 0 0 16,1 1 0-16,0 0 0 0,0 0-128 0,1 2 128 15,-1-3 0-15,1 2 0 0,0 3 0 0,-1-3-128 16,2 2 128-16,-2 0 0 0,0 2 0 0,-1-1 0 15,1-1 0-15,0 3 0 16,-2 0-576-16,1 0 0 0,-1 0 0 0,0 3-11520 16</inkml:trace>
  <inkml:trace contextRef="#ctx0" brushRef="#br0" timeOffset="2555.13">20903 6998 1839 0,'0'-2'160'0,"0"0"-160"16,0 2 0-16,0 0 0 0,0-2 752 0,1 1 112 15,-2 1 32-15,1-2 0 0,-1-1 32 0,0-1 16 0,0 2 0 0,0-1 0 16,0 1-352-16,1 1-64 0,-1-1-16 0,0 2 0 15,1 0 160-15,-1 2 32 0,0-1 0 0,1 1 0 16,-1 3 144-16,-1-3 48 0,0 3 0 0,-1 0 0 16,1 1-176-16,0 2-16 0,-2-1-16 0,0 2 0 15,1 1-384-15,-1-1-80 0,0 1-16 0,-1-1 0 16,0 2-208-16,0 0 0 0,1-2 0 0,-1 0 0 16,0 0 0-16,2-1 128 0,-1-2-128 0,1 0 0 15,0-1 0-15,2-1 0 0,0 1-144 0,0-2-8432 16</inkml:trace>
  <inkml:trace contextRef="#ctx0" brushRef="#br0" timeOffset="8932.67">20415 7292 3887 0,'-1'0'336'0,"1"0"-336"0,0 0 0 0,-1 0 0 0,1 0 624 0,0 0 48 15,0 2 16-15,-1-2 16 0,0 0-48 0,1 1-16 16,0 1 0-16,0-2 16 0,0 2-80 0,0-1 0 16,2 1-16-16,-1 0 16 0,2 0-32 0,0-2-16 15,1 1 0-15,0 1 16 0,2-2 48 0,-1 0 16 16,3 0 0-16,-1-2 32 0,1 1 112 0,1 1 16 15,1-2 16-15,-1 0 32 0,2 0-176 0,1-1-48 16,-1 0 0-16,1 1 16 0,-1 0-64 0,0 0-16 16,-2 0 0-16,1-1 32 0,-2 3-400 0,-1-3-160 15,0 3 128-15,-1-2-128 0,0 2 0 0,-2 0 0 16,0 0 0-16,-1 0 0 0,-1 0 0 0,0 0-160 16,0 0 160-16,-1 0-128 0,1 0-48 0,-1 0 0 15,1 0 0-15,-1 0 16 16,1 0-640-16,-1 0-128 0,1 0-32 0,-1 0-7408 0</inkml:trace>
  <inkml:trace contextRef="#ctx0" brushRef="#br0" timeOffset="9221.03">20574 7326 3615 0,'-2'2'0'0,"1"-1"144"0,0 0-144 0,0-1 208 15,0 0-208-15,1 0 0 0,0 0 0 0,-1 2 0 16,0-2 1072-16,0 3 160 0,0-1 48 0,1-2 0 16,-1 3-128-16,0-1-32 0,0 0 0 0,0-1 0 15,-1 3-208-15,1-1-32 0,-1 0-16 0,0 0 0 0,0 2-256 0,1 0-48 16,-2 2-16-16,1-2 0 0,-1 3-208 0,0-2-32 16,1 2-16-16,-1-2 0 0,0 2-288 0,0-2 128 15,1 0-128-15,0-2 0 0,0 3 0 0,0-2 0 16,1 0 0-16,0-2 0 0,0 2 0 0,1-2 0 15,-1 0-192-15,1 2 192 16,1-3-656-16,-1 0-48 0,1 1 0 0,1-1-4240 16,-1-1-864-16</inkml:trace>
  <inkml:trace contextRef="#ctx0" brushRef="#br0" timeOffset="9969.54">20705 7356 2751 0,'3'-1'256'0,"-1"0"-256"0,0 1 0 0,-2-2 0 16,0 2 592-16,1 0 80 0,0 0 16 0,2-3 0 16,-1 1 144-16,2 0 48 0,-1 1 0 0,0-1 0 15,-1 2-368-15,-1 0-80 0,1 0-16 0,-1 0 0 16,0 2-96-16,-1-2 0 0,0 3-16 0,-1-1 0 15,-1 1 48-15,1-1 16 0,-1 2 0 0,0-1 0 16,-1 2-48-16,-1-1-16 0,0 2 0 0,2 0 0 16,-2-1-176-16,0 0-128 0,2 2 144 0,-2-1-144 0,0 0 0 0,1-1 0 15,1-1 0-15,0 1 0 0,1 0 0 0,0-3 0 16,0 1 0-16,1 1 0 0,0-3 0 0,1 1 0 16,0-2 0-16,0 2 0 0,0-2 0 0,0 0 0 15,0 0 0-15,0 0 0 0,1 0 0 0,-1 0 0 16,1 0 0-16,0 0 0 0,0 0 0 0,0-2 0 15,-1-1 0-15,2 1 0 0,1-1 0 0,0 1 0 16,-1-2 0-16,1 1 0 0,1-2 0 0,-1 1 0 16,2-1 0-16,-1 0-160 0,2 0 160 0,-1 0 0 15,1-1 0-15,-1 0 0 0,1 2 0 0,-2-3 0 16,2 2 0-16,-2 0 128 0,-1 0-128 0,0 3 144 16,0-2-144-16,-1 2 160 0,-1 1 32 0,1-1 16 15,-1 0 0-15,-1 1 0 0,0 1-208 0,0 0 0 16,0 1 0-16,-1-1 0 0,0 2 0 0,0-2 0 0,1 2 0 0,-1-1 0 15,0 1 0-15,1 1 0 0,-1-2 0 0,1 2 0 16,-1 0 0-16,0 1 192 0,0-2-48 0,0 1-16 16,0 2 160-16,-1-1 32 0,1 3 0 0,-1-1 0 15,1-6-128-15,0 0 0 0,0 0-16 0,0 0 0 16,0 33-176-16,0-27 0 0,0-1 0 0,0 0 0 16,1-1 0-16,-1-1-144 0,2 0 144 0,-1 1-160 15,0-3 160-15,0 0 0 0,1 1 0 0,0-1 0 16,-1 1 0-16,1-2 0 0,0 2 0 0,1-2 0 15,-1 0 0-15,0 0 0 0,0 0 0 0,-1 1 0 16,2-1 0-16,-1 2 0 0,0-2 0 0,0 0-128 16,1-2 128-16,-2 1 0 0,1 1 0 0,1-2 0 15,-1 0 0-15,1-1 0 0,-1 1 0 0,2-2 0 16,0 1 0-16,0-2 144 0,1-2-144 0,2 0 0 0,-1-1 576 0,1-1 0 16,0 0 0-16,1-2 0 0,0 0 32 0,-1 0 16 15,1 1 0-15,-2 1 0 0,0-1-336 0,-1 3-64 16,0 1-16-16,-1 0 0 0,-2 2-208 0,0 2 0 15,0 1 0-15,-1-1-160 16,-1 2-608-16,0 2-128 0,0-1-32 0,-1 0-7696 16</inkml:trace>
  <inkml:trace contextRef="#ctx0" brushRef="#br0" timeOffset="10400.61">21039 7345 3679 0,'0'0'160'0,"0"-1"32"0,0 1-192 0,0-2 0 16,0 2 0-16,0 0 0 0,-1 0 1472 0,1 0 256 16,-1 0 64-16,1 0 0 0,-1 0-800 0,-1 0-160 0,0 0-16 0,1 2-16 15,-1-2-416-15,1 1-96 0,1 1-16 0,-1-2 0 16,0 2-272-16,0-2 128 0,1 3-128 0,-1-1 0 16,1-1 256-16,-1 2-48 0,0 0-16 0,-1 2 0 15,0-1 384-15,0 1 80 0,-1 0 16 0,1 2 0 16,0-2-48-16,0 2-16 0,0 0 0 0,1 0 0 15,0-1-400-15,1 0-80 0,0-1 0 0,1-1-128 16,1-1 0-16,1-1 0 0,0 1 0 0,0-1 0 16,2-2 0-16,-1-2 0 0,2 0 0 0,0-1 0 15,0 0 0-15,1-1 0 0,1-1 0 0,0-2 0 0,1 0 304 0,0 1-48 16,-1-2-16-16,0 1 0 16,0-1-112-16,-1 1-128 0,1-2 176 0,-3-1-176 0,0 3 128 0,-1-1-128 15,-2-1 0-15,-1 3 0 0,-1-2 0 0,-2 2 0 16,-1 0 0-16,-1 2 0 0,-1-1 0 0,-3 2 0 15,1 1 0-15,-2 2 0 0,2 0 0 0,-1 2 0 16,-2 1 0-16,1 0 0 0,0 1 0 0,1 1-144 16,1 0 144-16,1-1-128 0,0 1-32 0,1 0 0 15,3-3 0-15,0 1-8928 0</inkml:trace>
  <inkml:trace contextRef="#ctx0" brushRef="#br0" timeOffset="10825.79">21267 7340 2751 0,'-1'-3'128'0,"-1"3"16"0,1-2-144 0,0 2 0 16,0 0 0-16,0 0 0 0,0 0 1200 0,0 2 208 15,-1-2 32-15,0 0 16 0,1 3-112 0,-2-2-32 16,1 0 0-16,1 1 0 0,0-2-16 0,1 1 0 16,0 1 0-16,2-2 0 0,0 2-208 0,1-2-32 15,-3 0-16-15,0 0 0 0,0 0-224 0,20 0-48 16,-13-2-16-16,-1 2 0 0,1-3-176 0,1 1-48 16,-1 1 0-16,1 0 0 0,-1-2-384 0,0 1-144 15,-1 0 0-15,0 1 144 0,0-1-144 0,-1 1 0 16,-1 0 0-16,0-1 0 0,0 0 0 0,-1 1-176 15,-1-1 176-15,1 1-7680 0,-1 1-1440 16</inkml:trace>
  <inkml:trace contextRef="#ctx0" brushRef="#br0" timeOffset="11309.66">21546 7265 4607 0,'2'-1'192'0,"-2"-1"64"0,2-1-256 0,0 1 0 0,-1 1 0 0,0 1 0 16,0-2 1648-16,1 0 272 0,1 0 64 0,0-3 16 15,2 0-624-15,-1 3-128 0,-1-3-32 0,0 2 0 16,0 1-608-16,-2 0-128 0,0 2-32 0,-1 0 0 16,0 0 0-16,-2 0 0 0,0 1 0 0,-2 2 0 15,1-2-32-15,-2 3-16 0,-1 0 0 0,0-1 0 0,1 2-400 0,-1 0 128 16,-1-3-128-16,0 3 0 0,0 0 0 0,0-1 0 15,1 1 0-15,-1 0 0 0,1 0 0 0,0 0 0 16,1-2 0-16,2 0 0 0,-1 2-160 0,0-2 160 16,2-1 0-16,0 0-144 0,2 1 144 0,-1-1 0 15,1-2 0-15,0 1 0 0,1-1 0 0,-1 2 128 16,1-2-128-16,2 0 128 0,-1 0-128 0,2 0 0 16,-1 0 0-16,0 0 0 0,1 2 0 0,1-2 144 15,-5 0-144-15,0 0 0 0,0 0 160 0,0 0-160 16,0 0 128-16,0 0-128 0,0 0 0 0,31 19 0 15,-31-19 0-15,0 0 0 0,0 0 0 0,0 0 0 16,0 0 0-16,0 0 0 0,0 0 0 0,0 0 0 0,0 0 0 16,1 35 0-16,-4-32-144 0,0 0 144 0,0 1 0 0,-2-1 0 15,1 1 0-15,0-1 0 0,0 1 0 0,-1-2 0 16,3 1 0-16,-1-1 0 0,-1-2-128 0,2 1 128 16,0 1 0-16,-1-2-192 0,2-3 192 0,-1 3-160 31,1-2-352-31,0 0-64 0,1 1 0 0,0-1-5184 0,1 0-1024 0</inkml:trace>
  <inkml:trace contextRef="#ctx0" brushRef="#br0" timeOffset="11563.37">21669 7265 12895 0,'4'-3'576'0,"-1"1"112"0,-1 1-560 0,0-2-128 15,-1 3 0-15,0-2 0 0,0 2 1280 0,2-1 240 16,0 0 32-16,2-3 16 0,2 1-480 0,-2 1-80 16,2 1-32-16,-2-1 0 0,1 2-400 0,-1 0-96 15,0 0-16-15,0 0 0 0,-1 2-320 0,-1-2-144 16,-3 0 128-16,0 0-128 0,0 0 0 0,0 0 0 16,0 0 0-16,0 0 0 15,0 0-864-15,0 0-48 0</inkml:trace>
  <inkml:trace contextRef="#ctx0" brushRef="#br0" timeOffset="11734.62">21703 7330 9215 0,'0'0'400'0,"0"0"96"0,0 2-496 0,-1-2 0 0,1 1 0 0,-1 1 0 15,1 0 1344-15,0 1 192 0,-2-1 16 0,0 5 16 16,-1-1-224-16,3-6-32 0,-6 15-16 0,3-5 0 15,-1-3-848-15,1 0-160 0,1 0-32 0,1-2-16 16,-1 0-240-16,2 0 0 0,1-2 0 0,1-2-6096 16,-1 1-1120-16</inkml:trace>
  <inkml:trace contextRef="#ctx0" brushRef="#br0" timeOffset="12389.26">21834 7347 7359 0,'1'0'320'0,"-1"0"80"0,0 0-400 0,0 0 0 16,1 0 0-16,-1 0 0 0,0 0 1344 0,1 0 176 15,0 0 32-15,0-2 16 0,0 1 160 0,1-1 48 16,0 1 0-16,1 0 0 0,1-2-704 0,-1-1-144 16,1 1-32-16,-1-1 0 0,1 1-464 0,-1-2-112 15,0 3 0-15,1-3-16 0,-1 0-176 0,-1 1-128 16,-1-1 144-16,1 0-144 0,-2 3 144 0,0-2-144 15,-1 1 128-15,-1 0-128 0,0 1 0 0,-1 2 0 16,-1-2 0-16,0 2 0 0,0 0 0 0,-1 0 0 16,1 0 0-16,0 0-176 0,0 2 176 0,0-2 0 0,0 2 0 0,0 1-128 15,-1-1 128-15,3 1 0 0,-2-1 0 0,2 0 0 16,0 3 0-16,0-2 0 0,1 1 0 0,-1 1-128 16,0 2 128-16,1-2 0 0,-1 2 0 0,1-2 0 15,-1 3 128-15,1-2-128 0,-1 1 128 0,2 0-128 16,-2-1 128-16,1 0-128 0,0-1 160 0,0 0-160 15,2-1 128-15,-1 1-128 0,1-3 0 0,0 0 0 16,1 1 128-16,-1-3-128 0,1 0 0 0,1 0 0 16,1-2 0-16,0 1 0 0,1-2 0 0,1 0 0 15,1 0 0-15,0-2 0 0,1-1 0 0,0 0 0 16,1 2 0-16,0-4 0 0,0 2 0 0,-1-4-160 16,1 1-32-16,0-1-16 0,-2 1 0 0,2-3 0 15,-1 0-288-15,-1 0-48 0,-1-2-16 0,0 0 0 16,-2 2 208-16,1-2 32 0,-2 0 16 0,0 0 0 0,-1 1 176 0,0 1 128 15,-1 1-192-15,-1 1 192 0,0 0 0 0,-1 2 0 16,0 2 0-16,0-1 0 0,-1 3 240 0,0 1-48 16,0 2-16-16,-1 0 0 0,0-1 352 0,1 4 80 15,-1-2 16-15,-1 2 0 0,1 0-32 0,0 1 0 16,1 2 0-16,-2-1 0 0,1 1-64 0,0 0-16 16,0 2 0-16,-1 0 0 0,4-7-80 0,-7 17-32 15,7-17 0-15,-6 21 0 0,6-21-128 0,-6 24-16 16,6-24-16-16,-5 27 0 0,5-27-64 0,-5 30-16 15,5-30 0-15,-3 30 0 0,3-30-160 0,-2 29 0 16,2-29 144-16,0 0-144 0,0 33 0 0,0-33 0 16,0 0 0-16,0 0 0 0,0 0-144 0,0 0 144 15,14 36-160-15,-14-36 160 16,0 0-656-16,0 0-48 0,0 0 0 0,0 0-7680 0,32 4-1552 0</inkml:trace>
  <inkml:trace contextRef="#ctx0" brushRef="#br0" timeOffset="12828.57">22058 7326 3679 0,'0'0'320'0,"-1"2"-320"0,1-2 0 0,0 1 0 16,0 0 1168-16,0-1 176 0,0 2 16 0,0-1 16 16,0-1 112-16,0 0 32 0,0 0 0 0,0 0 0 15,0 0-64-15,0 0-16 0,0 0 0 0,0 0 0 16,32 17-144-16,-24-18-16 0,-1-1-16 0,2 0 0 15,1 1-304-15,0-2-48 0,-2 0-16 0,0 0 0 0,1 0-480 0,-2 1-96 16,1-2-32-16,-2 1 0 0,0-2-288 0,-1 1 160 16,0-1-160-16,-1 2 128 0,-2-1-128 0,0-3 0 15,0 4 0-15,-2-1 0 0,-1-1-176 0,0 2 176 16,-2-1-128-16,1 1 128 0,0-1-400 0,-2 1 0 16,0 1 0-16,0 0 0 0,-1-1 80 0,0 0 32 15,1 1 0-15,-1 1 0 0,1 1 288 0,1 0 0 16,-1 1 0-16,-1 1 0 0,3 1 0 0,-2 0 0 15,-1 1 0-15,2 1 0 0,-2 0 192 0,0 2-64 16,2 0-128-16,-1 0 192 0,-1 2 304 0,2 1 48 16,3-10 16-16,-7 19 0 0,7-19-48 0,-6 20 0 15,6-20 0-15,0 0 0 0,0 0-288 0,-4 32-64 0,4-32-16 0,0 0 0 16,0 0-144-16,0 0 0 0,0 0 0 0,0 0 0 16,0 0 0-16,34 27 0 0,-27-27 0 0,0 0 0 15,0-1-128-15,3-1 128 0,-1-1 0 0,1 1 0 16,0 0-320-16,0-3 16 0,-2 2 0 0,2 1 0 31,1-2-1488-31,1 1-320 0</inkml:trace>
  <inkml:trace contextRef="#ctx0" brushRef="#br0" timeOffset="13461.37">22608 7140 6447 0,'0'-2'576'0,"0"1"-576"0,0 0 0 0,-1 1 0 16,1 0 192-16,-1 0-64 0,0 0 0 0,1 0-128 15,-1 1 992-15,-1 0 96 0,0 1 0 0,0 1 16 16,1 0-592-16,0-1-112 0,1 0-16 0,0 0-16 16,0-1-368-16,1 1 144 0,-1 0-144 0,1-2 0 15,1 1 384-15,-1-1-16 0,1 0-16 0,-1 0 0 16,1-1 304-16,-1 1 64 0,0 0 16 0,0 0 0 16,0 1 48-16,0-1 16 0,-1 2 0 0,0 0 0 15,0 0-304-15,-1 3-64 0,1-5-16 0,0 0 0 16,0 0-272-16,-5 27-144 0,5-27 160 0,0 0-160 0,-9 30 0 0,9-30 0 15,-8 21 0-15,8-21 0 16,-7 21 0-16,7-21 0 0,-7 23 0 0,7-23 0 0,0 0 0 0,-4 27 0 16,4-27 0-16,0 0 0 0,0 0 0 0,0 0 0 15,3 38 0-15,-3-38 0 0,0 0 0 0,0 0 0 16,0 0 0-16,0 0 0 0,0 0 0 0,0 0 0 16,0 0 0-16,29 31 0 0,-23-31 0 0,-1-3 0 15,2 1 0-15,-1-2 0 0,2-1 0 0,0 0 0 16,0-2 0-16,1 0 0 0,0 0-256 0,-1-3-80 15,0 2-32-15,-1-2 0 16,0 2-1056-16,-2-1-224 0</inkml:trace>
  <inkml:trace contextRef="#ctx0" brushRef="#br0" timeOffset="13715.57">22540 7273 8287 0,'0'-2'368'0,"0"-1"80"0,0 1-448 0,0 2 0 0,0-1 0 0,0 1 0 16,1 0 1536-16,-1-1 240 0,1 1 32 0,1 0 16 16,-1-2 208-16,2 0 32 0,2 1 16 0,-1 1 0 15,2-2-528-15,1 1-96 0,1-1-32 0,0 0 0 16,2 0-416-16,2-1-96 0,-1-1-16 0,0 1 0 16,1-1-512-16,0 1-96 0,1-2-32 0,-1 3 0 15,0-3-256-15,0 3 0 0,-1-1 0 0,-1 1-144 16,1 2-672-16,-2 0-128 0,-9 0-16 0,18 0-12032 15</inkml:trace>
  <inkml:trace contextRef="#ctx0" brushRef="#br0" timeOffset="14355.72">22923 7253 911 0,'2'0'0'0,"-1"-1"0"16,-1 1 0-16,0-2 0 0,0 2 1664 0,0 0 240 15,1-2 48-15,-1 1 16 0,1-3-240 0,-1 1-32 16,0 1-16-16,0-1 0 0,0-1-560 0,0 1-112 15,0-1-32-15,-1 1 0 0,0-1-128 0,-1 1-16 16,-1 1-16-16,0 0 0 0,0 1-336 0,0-1-64 16,-2-1-16-16,0 3 0 0,-2 0-224 0,0-2-48 15,-1 4-128-15,0-2 192 0,1 3-192 0,-1-1 0 16,1 1 0-16,-3 1 0 0,2 4 128 0,0-4-128 16,-1 3 0-16,1 0 0 0,0 1 208 0,0-2-48 15,2 3-16-15,-2 2 0 0,8-11 48 0,-11 21 16 0,11-21 0 0,-7 24 0 16,7-24 48-16,0 0 16 0,-5 35 0 0,5-35 0 15,0 0 96-15,0 0 16 0,0 0 0 0,0 0 0 16,24 34-256-16,-24-34-128 0,0 0 160 16,23 2-160-16,-13-4 0 0,0 0 0 0,0-1 0 0,0-2 0 15,0 3 0-15,-1-5 0 0,1 2 0 0,-1-2 0 16,0 3 0-16,-2-2 0 0,0-1 0 0,-1 2 0 16,0-2 0-16,-3 1 0 0,1 0 0 0,-1 0 0 15,-1 1 0-15,0 1 0 0,-2 0 0 0,0 0 0 16,0 1 0-16,-1 3 0 0,0-1 0 0,0 1 0 15,0 1 0-15,-1 1 0 0,1 1 0 0,-1 0 0 0,2-3 0 0,0 0 128 16,0 0-128-16,0 0 0 16,-5 30 544-16,5-30 16 0,0 0 0 0,0 0 0 0,0 0-304 0,0 0-64 15,0 0-16-15,13 40 0 0,-13-40-176 0,0 0 0 16,0 0 144-16,0 0-144 0,29 10 128 0,-20-10-128 16,1-2 160-16,1-1-160 0,1-1 336 0,1 0-16 15,1-1-16-15,1-1 0 0,0-1-304 0,0 0 160 16,-1 0-160-16,0 0 128 0,-2 0-128 0,-1 0 0 15,0-1 0-15,-2 2 0 0,-1 0 0 0,-1 0 0 16,-1 1 0-16,-1 0 0 0,-2 3 0 0,-1-1 0 16,-1 1 0-16,-1 0 0 0,-1 2 0 0,0 0 0 15,0 2 0-15,-2 0 0 0,0 3 0 0,0-3 0 16,0 3 0-16,3-5 0 0,0 0 0 0,-8 19 0 16,8-19 0-16,0 0 0 0,-8 26 0 0,8-26 0 15,0 0 176-15,-6 26-176 0,6-26 288 0,0 0-32 0,0 0-16 16,0 0 0-16,0 0-240 0,5 40 128 0,-5-40-128 0,0 0 0 15,0 0 0-15,0 0 0 0,0 0 0 0,0 0 0 32,0 0-416-32,0 0-32 0,0 0 0 0,28 3-13360 0</inkml:trace>
  <inkml:trace contextRef="#ctx0" brushRef="#br0" timeOffset="14558.04">23175 7124 9215 0,'-5'2'400'0,"3"1"96"16,-1 0-496-16,1-1 0 0,3 0 0 0,-1-1 0 0,-1 0 1584 0,1 1 208 15,0-2 64-15,0 0 0 0,0 0 160 0,0 0 32 16,0 0 16-16,0 0 0 0,0 0-1216 0,14 38-240 16,-14-38-48-16,0 0-16 0,0 0-544 0,0 0 0 15,0 0 0-15,0 0 0 16,30 15-1072-16,-30-15-112 0</inkml:trace>
  <inkml:trace contextRef="#ctx0" brushRef="#br0" timeOffset="14862.13">23441 7046 5519 0,'0'-3'496'0,"0"-1"-496"0,0 3 0 0,0 1 0 15,0 0 1024-15,-1 0 128 0,0 0 0 0,0 0 16 16,-2 0 288-16,-1 1 48 0,-1 3 16 0,-1 1 0 16,-1 2-288-16,0 2-48 0,-1 1-16 0,0 2 0 15,0 1-208-15,1 2-64 0,-2 2 0 0,2 2 0 16,7-19-128-16,-14 36-48 0,14-36 0 0,-11 40 0 16,11-40-288-16,-9 36-64 0,9-36-16 0,-3 37 0 15,3-37-224-15,0 0-128 0,1 38 128 0,-1-38-128 16,0 0 0-16,0 0 0 0,13 39 0 0,-13-39-128 15,0 0-448-15,0 0-64 0,0 0-32 0,0 0-6768 16,34 28-1360-16</inkml:trace>
  <inkml:trace contextRef="#ctx0" brushRef="#br0" timeOffset="23916.56">23663 7138 7359 0,'3'-6'656'0,"-2"2"-528"0,1 1-128 0,-2 2 0 16,1-1 0-16,-1 0 128 0,0 2-128 0,1-1 128 16,0-1 880-16,0-1 160 0,1 1 48 0,-1 0 0 15,0-1-96-15,0-1-16 0,0 3 0 0,-1-1 0 16,0 2 192-16,-1-1 48 0,-1 1 0 0,0 0 0 16,-1 1 48-16,1-1 16 0,-3 2 0 0,0 1 0 15,1-1-736-15,-3 1-144 0,1-1-16 0,-3 1-16 16,3 2-112-16,-3 0-32 0,-1-1 0 0,1 3 0 0,0-3-96 0,-2 4-32 15,1-4 0-15,1 2 0 0,0 0-96 0,0 1-128 16,2-2 176-16,1 0-176 0,1 0 128 0,1-1-128 16,1 1 0-16,1 0 0 0,2-5 0 0,0 0 0 15,0 0 0-15,0 0 0 0,0 0 0 0,0 0 0 16,0 0 0-16,0 0 0 0,0 0 0 0,0 0 0 16,0 0 0-16,35 21 0 0,-35-21 0 0,0 0 0 15,0 0 0-15,0 0 0 0,30 7 0 0,-30-7 0 16,0 0 0-16,0 0 0 0,0 0 192 0,0 0-192 15,0 0 192-15,32 32-192 0,-32-32 320 0,0 0-32 16,0 0-16-16,0 0 0 0,0 0-80 0,1 35-32 16,-5-28 0-16,-1 0 0 0,-2 0-32 0,0-3-128 15,-2 4 192-15,-2-1-64 0,-1 0 272 0,-2 0 48 16,-2 0 16-16,0 0 0 0,-3 0-144 0,0-2-16 16,0 0-16-16,2-2 0 0,1 1-48 0,1-4-16 0,2 0 0 0,3 0-16096 15</inkml:trace>
  <inkml:trace contextRef="#ctx0" brushRef="#br0" timeOffset="39822.78">19494 6259 4079 0,'0'2'368'0,"-1"-5"-368"15,1 1 0-15,0 0 0 0,0 0 0 0,0 2 0 16,0-2 0-16,1 1 0 0,-1-1 0 0,1-1 0 16,1 1 0-16,0 0 0 0,0 2 0 0,0-3 0 15,-1 3 0-15,1 0 0 0,0 0 0 0,-1 0 0 16,1 0 0-16,-1 0 0 0,0 1 0 0,-1-1 0 15,0 0 0-15,0 0 0 0,0 0 0 0,0 30 0 16,0-30 0-16,0 0 128 0,0 0-128 0,0 0 0 16,0 0 0-16,0 0 0 0,0 0 0 0,0 0 0 0,0 29 0 0,0-27 0 0,0-2 0 0,1 2 0 15,-1-2 0-15,0 1 0 0,0-1 0 0,0 0 0 16,0 0 0-16,0 0 0 0,0 2 0 0,0-2 0 16,0 0 0-16,-1 0 0 0,1 0 0 0,-1 0 0 15,0 0 0-15,0 0 0 0,1 0 0 0,-1 0 0 16,0 0 0-16,1 0 0 0,-1 0 0 0,0 0 0 15,0 0 0-15,0 0 0 0,1 0 0 0,-2-2 0 16,1 2 0-16,-1-1 0 0,1-1 0 0,-1 0 0 16,1 1 0-16,0-2 0 0,1 0 0 0,0 0 0 15,0 0 0-15,0-1 0 0,0-1 0 0,0 0 0 16,0 3 0-16,0-2 0 0,0 1 0 0,0-2 0 16,-1 3 128-16,1-2 112 0,0 0 16 0,-1 2 64 15,1 0 80-15,-1 0 32 0,2 0 0 0,-1 1 16 16,0 1-128-16,0-2-16 0,0 2-16 0,0 0 32 0,0 0 16 0,0-2 16 15,0 2 0-15,0 0 32 0,0-1 64 0,1 1 0 16,-1 0 0-16,0 0 16 0,1-2-80 0,0 1-32 16,1 0 0-16,-1-2 32 0,1 3-96 0,0-2-32 15,0-1 0-15,-1 1 32 0,1 0 64 0,0-2 16 16,-1 3 0-16,1-2 16 0,-1 1 32 0,1 0 0 16,-1 2 0-16,-1 0 32 0,1-2-128 0,-1 2-16 15,1 0-16-15,0 0 32 0,0 0-320 0,0 0 0 16,0 2 0-16,0-2 144 0,1 2-144 0,0-2 192 15,-2 0-192-15,0 0 208 0,0 0 16 0,0 0 0 16,0 0 0-16,0 0 0 0,0 0-32 0,0 0-16 16,0 0 0-16,0 0 0 0,0 0 16 0,0 0 16 0,0 0 0 15,0 0 0-15,0 0-64 0,0 0-16 0,0 0 0 0,28 29 0 16,-27-27-128-16,-1 1 0 0,1-1 0 0,-1-2 128 16,0 0-128-16,0 0 0 0,0 0 0 0,0 0 0 15,0 0 0-15,0 0 0 0,0 0 0 0,1 31 0 16,-1-31 0-16,0 0 0 0,0 0 0 0,0 0 0 15,0 0 0-15,0 0 0 0,1 31 0 0,-1-28 0 16,1 0-128-16,0 1 128 0,0 0 0 0,-1 0 0 16,1-1 0-16,-1 2 0 0,1-1 0 0,0-1 0 15,-1-3-128-15,0 0 128 0,0 0 0 0,0 0 0 16,0 0 0-16,0 0 0 0,1 33 0 0,-1-29 0 16,-1 2 0-16,0-2 0 0,-1-1 0 0,1 1 0 15,0 0 0-15,-1-1 0 0,0 2 0 0,1-2 0 16,-2 1 0-16,1-1 0 0,-1 1 0 0,1 0 0 0,-1-1 0 0,1 0 0 15,-1 0 0-15,0-1 0 0,1 1 0 0,-1-2 0 16,1 1 0-16,-1 1 0 0,0 0 0 0,0-1 0 16,1-2 0-16,-1 2 0 0,-1-2 0 0,1 2 0 15,0-2 0-15,-1 1 0 0,1-1 0 0,0 2 0 16,1-2 0-16,-2-2 0 0,1 1 0 0,0 1 0 16,0-2 0-16,1 1 0 0,0 0 0 0,0-1 0 15,-1 0 0-15,1-1 0 0,0 0 0 0,1 1 0 16,0-2 0-16,-1 1 0 0,2 0 0 0,-1-1 0 15,0-1 0-15,1 0 128 0,0 1-128 0,0-1 128 16,1 2-128-16,-1-1 128 0,1-1 64 0,0 0 16 16,0 1 0-16,1-2 0 0,-2 0-16 0,2 1 0 15,0 0 0-15,0 0 0 0,1-2-192 0,-1 3 144 16,0-3-144-16,1 2 128 0,0 0-128 0,-1-1 0 0,1 0 144 0,-1 0-144 16,0 1 0-16,-1 0 128 0,1 1-128 0,0 0 0 15,0-1 208-15,-1 1-16 0,0 0-16 0,0 1 0 16,-1 0 48-16,1 1 16 0,-1 2 0 0,0-2 0 15,0 0-48-15,1 1 0 0,-1 1 0 0,1-2 0 16,-1 0-64-16,0 1-128 0,1-1 176 0,-1 1-176 16,1 0 128-16,0-1-128 0,0-1 0 0,1 1 0 15,-1 1 128-15,0-2-128 0,1 2 0 0,-1-1 0 16,1 0 0-16,-1 1 0 0,1-1 0 0,0 0 0 16,0 2 0-16,-1 0 0 0,0 2 0 0,0-2 0 15,-1 2 0-15,0-1 0 0,1 3 0 0,-1-2 0 16,0-2-144-16,0 0 16 0,0 0 0 0,0 0-10752 15</inkml:trace>
  <inkml:trace contextRef="#ctx0" brushRef="#br0" timeOffset="41294.3">19535 6174 4111 0,'0'-1'368'0,"0"1"-368"0,0-2 0 0,0 2 0 0,0 0 400 0,-1 0 16 15,1-2 0-15,0 1 0 0,0-2 112 0,-1-1 32 16,1-1 0-16,-1 1 0 0,1-1 144 0,-1-1 48 16,1 0 0-16,0-1 16 0,-1 1 320 0,1-1 80 15,0-1 16-15,-1 1 0 0,1 0-208 0,0 0-32 16,-1-1-16-16,0 1 0 0,0 0-224 0,-1 0-64 15,1 0 0-15,0-3 16 0,-1-1-128 0,0 1-16 16,0-2-16-16,1-2 0 0,-3 0 144 0,2-1 16 16,-1 1 16-16,1-1 0 0,0-2 80 0,0-1 16 15,0 2 0-15,1-3 0 0,0 0-192 0,0-3-16 16,1-1-16-16,-1-1 16 0,1 1-432 0,0-3-128 16,0 0 0-16,0-1 0 0,1 2 0 0,0-1 0 0,1 0 0 15,1-1-144-15,-1 1 144 0,0 0 0 0,1-2 0 0,0 1 0 16,0 1 0-16,0 0 0 0,2 0-160 0,1 2 160 15,-1 1-288-15,2-1 16 0,2-4 0 0,-2 2 0 32,2 5-416-32,-4 1-80 0,1 6 0 0,-2-2-16 15,1 4 80-15,0 2 32 0,-2 0 0 0,0 3 0 0,0 2 336 0,-1 1 64 0,0-1 16 0,-2 3 0 16,0 1-816 0,0 1-144-16,0 1-48 0,-2 1-7120 0</inkml:trace>
  <inkml:trace contextRef="#ctx0" brushRef="#br0" timeOffset="47921.78">19412 4584 13823 0,'-8'5'1216'0,"3"0"-960"0,0 2-256 0,2-2 0 16,1-1-272-16,1 0-112 0,0 2 0 0,-3 4-16 15,-3 6 960-15,-1 8 192 0,-2 4 32 0,-1 3 16 16,0-2 96-16,-1-1 32 0,0-2 0 0,1-1 0 16,2-2-96-16,0-2-32 0,-1-2 0 0,1-3 0 15,1 1 64-15,1-3 16 0,1-1 0 0,1-1 0 0,2-1-640 16,-1-1-240-16,1 1 176 0,1-1-176 16,2-10-160-16,0 0-128 0,0 0-32 0,0 0-10432 15</inkml:trace>
  <inkml:trace contextRef="#ctx0" brushRef="#br0" timeOffset="48150.37">19420 4891 19343 0,'1'-1'848'0,"0"-1"192"0,0 0-832 0,-1 2-208 15,0 0 0-15,0 0 0 0,0 0 1280 0,1 0 192 0,-1 0 64 0,1 0 0 16,0 0-448-16,0 2-64 0,0 1-32 0,0 2 0 16,-1-5-544-16,0 0-128 0,0 0 0 0,0 0-16 15,12 40-112-15,-12-40 0 0,0 0-16 0,0 0 0 16,18 35-176-16,-18-35 0 0,0 0-192 0,0 0-8720 16,0 0-1744-16</inkml:trace>
  <inkml:trace contextRef="#ctx0" brushRef="#br0" timeOffset="48573.86">19762 4618 11055 0,'-3'-2'976'0,"2"2"-784"0,-1 0-192 0,1 0 0 0,-1 2 2128 0,0-2 384 16,0 2 80-16,-1 0 16 0,-3 1-1184 0,-1 2-224 15,-3 0-48-15,0 4-16 0,1-2-704 0,0-1-144 16,0 2-32-16,1-1 0 0,0 1 64 0,-1 1 16 16,1 1 0-16,-1 3 0 0,1-1 32 0,0 1 0 15,0 0 0-15,0 2 0 0,0-1-144 0,0 0-32 16,2 1 0-16,0-3 0 0,2 0-64 0,1 0 0 16,3-12-128-16,0 0 192 0,0 30-192 0,0-30 0 15,0 0 0-15,0 0 0 0,0 0 0 0,0 0 0 16,34 19 0-16,-25-21-160 0,2-1 160 0,-2 1-192 0,2-2 192 0,-2 0-192 15,1 0 192-15,0 0 0 0,-1-1 0 0,-2 2 0 16,0-1 0-16,-2 1 0 0,-1 0 0 0,-2 0 0 16,0 2 0-16,-3-1 0 0,1-1 128 0,-2 3-128 15,-1-3 128-15,1 1-128 0,-1 0 128 0,-2 0-128 16,0-1 0-16,-2 1 0 0,0 2 0 0,-2-2 128 16,0 2-128-16,1-1 0 0,-1 2 0 0,1 1 0 15,1-2 0-15,1 2-160 0,0-1 160 0,3 3 0 16,0-3-608-16,2 0-16 0,2 1 0 0,1-1-7504 15,1 1-1520-15</inkml:trace>
  <inkml:trace contextRef="#ctx0" brushRef="#br0" timeOffset="48939.16">19890 4722 10127 0,'1'-2'448'0,"0"-3"96"0,0 2-544 0,-1 1 0 16,0 1 0-16,-1 0 0 0,0 1 1088 0,0-2 128 15,-1 0 0-15,0 1 16 0,-3-1-80 0,1 0-32 16,0 2 0-16,0 2 0 0,-1 0-656 0,1-1-128 16,0 3-16-16,-1 0-16 0,1 0 16 0,-1 1 16 15,1 1 0-15,0 1 0 0,-1 0 128 0,0-1 32 16,0 2 0-16,0-3 0 0,0 5 80 0,0-3 32 16,-1 2 0-16,1 1 0 0,0-3-96 0,1 0-32 15,0 0 0-15,2-1 0 0,1 0-208 0,0-1-32 16,3-1-16-16,1 1 0 0,1-2 16 0,0-1 0 15,-4-2 0-15,0 0 0 0,0 0 48 0,31 1 16 16,-21-2 0-16,0 1 0 0,-1-2-144 0,2-1-32 0,1 1 0 16,0-1 0-16,0 2-128 0,-1-2 0 0,1 0 0 0,-2 1 0 15,0-3 0-15,0 3 0 0,-2-1 0 0,-1-1 0 32,-1 1-400-32,0 2-112 0,-1-2-32 0,0 1 0 15,-1 1-1472-15,0-1-288 0,-1-1-64 0,0 1-7648 0</inkml:trace>
  <inkml:trace contextRef="#ctx0" brushRef="#br0" timeOffset="49126.63">19986 4724 911 0,'-2'0'0'0,"0"0"0"0,1 0 0 0,-1 1 0 16,1-1 2000-16,-1 2 320 0,-1 0 64 0,-3-1 16 16,-1 3 144-16,-3 1 16 0,-2 2 16 0,1 0 0 0,1 0-784 15,-1 3-144-15,2 0-48 0,-2 1 0 0,1 1-832 0,0 0-192 16,2 2-16-16,0-2-16 0,2 2-368 0,0-4-176 15,2 1 160-15,1-1-160 0,1-3 0 0,1 0 0 16,1 0 0-16,0-7 0 0,0 0-384 0,0 0 48 16,0 0 0-16,0 0-11168 15</inkml:trace>
  <inkml:trace contextRef="#ctx0" brushRef="#br0" timeOffset="49516.12">20109 4672 12895 0,'-2'-2'576'0,"1"2"112"0,-1 0-560 0,1 0-128 0,0 0 0 0,-1 0 0 15,0 2 1424-15,-2-1 256 0,0 3 48 0,-4 1 16 16,0 2-576-16,0-1-112 0,-1 2-32 0,1-1 0 16,1 0-384-16,2 1-96 0,0-1-16 0,1 0 0 15,1 2 48-15,1-2 16 0,2-7 0 0,0 0 0 16,0 0-144-16,-1 29-16 0,1-29-16 0,0 0 0 15,0 0-160-15,0 0-48 0,15 38 0 0,-15-38 0 16,0 0-208-16,0 0 144 0,0 0-144 0,31 28 128 16,-31-28-128-16,0 0 0 0,0 0 0 0,34 17 0 15,-34-17 0-15,0 0 0 0,0 0 0 0,0 0 0 16,38 17 0-16,-38-17 0 0,0 0 0 0,0 0 0 16,0 0 0-16,0 0 0 0,0 0 0 0,26 32 0 15,-26-27 0-15,0-5 0 0,0 0 0 0,0 0 0 0,-6 21 0 0,2-16 0 16,0 2 0-16,-3-2 0 0,2 0 0 0,-4 0 0 15,1 2 128-15,-1-5-128 0,-1 3 0 0,-1-2 0 16,0 0-160-16,-2-2 160 0,-1 1-256 0,-1-2 64 16,2 1 0-16,-1-2 0 15,0 1-1120-15,0-2-224 0,2 0-32 0,1-1-9520 16</inkml:trace>
  <inkml:trace contextRef="#ctx0" brushRef="#br0" timeOffset="49765.03">20051 4713 14735 0,'0'0'640'0,"0"0"160"0,1 0-640 0,-1-1-160 0,0 1 0 0,1 0 0 16,-1 0 1216-16,2-2 192 0,2 1 64 0,1-2 0 15,2 0-112-15,1-2-16 0,3-1 0 0,0 0 0 16,1 2 32-16,0-4 0 0,2 4 0 0,-1-1 0 15,0 0-656-15,-1 2-128 0,0 0-16 0,-1 1-16 16,-11 2-560-16,0 0 0 0,29 1 0 0,-29-1 0 16,0 0-864-16,0 0-224 0</inkml:trace>
  <inkml:trace contextRef="#ctx0" brushRef="#br0" timeOffset="50511.98">20314 4772 4959 0,'0'0'448'16,"-1"0"-448"-16,1 1 0 0,0-1 0 15,0 0 0-15,0 0 0 0,0 0 752 0,0 0 112 0,0 0 32 0,1 0 0 16,1-1 560-16,1-1 112 0,-1 0 32 0,4 1 0 16,1-4 16-16,1 2 16 0,2-3 0 0,2 0 0 15,2-2-32-15,3-1 0 0,1-1 0 0,1-1 48 16,1-2-256-16,1 1-48 0,-2 0-16 0,2 0 0 15,-2 0-160-15,0 1-16 0,0 1-16 0,-1-1 0 16,-2 1-752-16,1-2-128 0,-2 3-48 0,0 2 0 16,-1-3-208-16,0 3-128 0,0 0 128 0,0 0-208 15,0 2-384-15,0 0-80 0,-1 0-16 0,0 2 48 16,-1 0-1968-16,-2 2-384 0</inkml:trace>
  <inkml:trace contextRef="#ctx0" brushRef="#br0" timeOffset="51790.47">21170 4279 3679 0,'0'-2'320'0,"0"2"-320"16,0 0 0-16,0-1 0 0,0 1 1024 0,-1 0 144 15,1 0 32-15,-1-2 0 0,1 2-48 0,-1 0 0 16,0-2 0-16,1 2 0 0,-1 0-256 0,1 0-48 16,-2 0-16-16,1 0 0 0,0 0 0 0,0 2 0 0,-1-2 0 0,0 2 0 15,0 1-240-15,0-1-48 0,-1 1-16 0,0 0 0 16,0 0-128-16,-1 3-16 0,0 0-16 0,-2 2 0 15,2 1-112-15,-3 0-32 0,2 1 0 0,-2 3 0 16,1 0-32-16,-1 1 0 0,0 0 0 0,0 1 0 16,0-1-192-16,1 1 0 0,2 1 0 0,0-3 0 15,1 0 0-15,3-13 0 0,0 0 0 0,0 31 0 16,0-31 0-16,0 0 0 0,0 0-160 0,0 0 160 16,0 0 0-16,33 21 0 0,-22-23 0 0,1-3 0 15,1-2 0-15,0-2 0 0,2-1 0 0,-1-1 0 16,2-2 128-16,-1-1 0 0,0-3 0 0,-2 3 0 15,-2 0-128-15,-3 0 0 0,0 0 128 0,-4-1-128 0,0 1 0 16,-3 2 128-16,-2-2-128 0,-2 2 0 0,-1 0 160 0,-4 1-32 16,0 2-128-16,-1 3 192 0,-3-1-192 0,0 5 0 15,-1 0 0-15,0 4 0 0,0 0 0 0,2 0 0 16,1 1 0-16,0 2 0 0,2-2-176 0,1 0 176 16,1 1-160-16,2 0 160 15,1-2-800-15,1 1-64 0</inkml:trace>
  <inkml:trace contextRef="#ctx0" brushRef="#br0" timeOffset="52821.75">18852 4683 1839 0,'0'-1'160'15,"0"-1"-160"-15,0 2 0 0,0 0 0 0,0 0 224 0,0 0 16 0,0 0 0 0,0-2 0 16,0 1 320-16,0-1 64 0,0 1 16 0,1 0 0 15,0 0-64-15,0 1-16 0,1 0 0 0,0-2 0 16,0 2 240-16,1 0 48 0,-2 0 16 16,2 0 0-16,1 0 160 0,-1 0 48 0,0-2 0 0,2 2 0 15,0 0 0-15,1 0 0 0,1 0 0 0,1 0 0 16,0 0-144-16,3-2-32 0,0 1 0 0,0 1 0 16,2-2-320-16,-3-1-64 0,0 1 0 0,-1 1-16 15,3-2-320-15,-2 1-176 0,-1 1 192 0,-1-1-192 16,-2 1 0-16,-1 1-144 0,-3 0-16 0,-1 1-10000 15</inkml:trace>
  <inkml:trace contextRef="#ctx0" brushRef="#br0" timeOffset="53104.18">18992 4554 9215 0,'0'-4'816'0,"0"3"-656"16,0 1-160-16,-1 0 0 0,1 0 560 0,-1 0 80 16,-1 0 0-16,0 0 16 0,-1 0 528 0,0 1 96 15,-2 1 32-15,0 1 0 0,0 0-496 0,0 2-112 16,0 0 0-16,1-2-16 0,-1 4 16 0,1-1 16 16,0 2 0-16,-1 1 0 0,1 0-48 0,1 3-16 15,-1 0 0-15,0 2 0 0,1 3-320 0,0-2-64 0,0 1-16 0,3-16 0 16,-2 34-32-16,2-34-16 0,0 0 0 0,4 40 0 15,-4-40-208-15,0 0 0 0,0 0 0 0,14 40 0 32,-14-40-480-32,0 0-32 0,0 0-16 0,0 0-10192 0</inkml:trace>
  <inkml:trace contextRef="#ctx0" brushRef="#br0" timeOffset="53454.09">18833 4951 1839 0,'1'-1'160'0,"0"-2"-160"16,0 2 0-16,0 1 0 0,-1 0 880 0,1-1 144 16,0 1 16-16,0-3 16 0,2 1 640 0,0 1 128 15,1 0 32-15,-2-1 0 0,0 0 112 0,1 2 16 16,0 2 16-16,1-2 0 0,-1 2-240 0,2-1-48 16,1 0-16-16,1 1 0 0,1-1-528 0,-8-1-96 15,0 0-32-15,31 4 0 0,-31-4-464 0,0 0-112 0,33 3-16 0,-23-3 0 16,0 0-448-16,-1 0 0 0,1-2 0 0,1 0 0 31,0 1-1072-31,0-2-208 0</inkml:trace>
  <inkml:trace contextRef="#ctx0" brushRef="#br0" timeOffset="56791.68">21395 4295 6031 0,'0'-2'528'0,"1"2"-528"15,-1-2 0-15,0 2 0 0,0 0 832 0,0-1 48 16,0 1 16-16,1-2 0 0,0 2-128 0,0-2 0 16,0 0-16-16,-1 2 0 0,1-2-624 0,1 1-128 15,-1 1 0-15,0 0 0 0,0 0 0 0,0 0-240 16,-1 0 80-16,0 0 32 15,1 0-416-15,0 0-80 0,-1 1-16 0,1 1 0 16,-1 0-624-16,0-2-128 0,-1 2-16 0,1 0-16 0,0-1 1104 0,0 1 320 16,-1 1-144-16,1-1 144 0,0-1 0 0,-1 0-128 0,1-1 128 0,0 0 0 15,0 2 0-15,-1-2-160 16,1 0 160-16,0 1 0 0,0-1 0 0,0 2-160 0,0-2 160 0,0-2 0 16,1 1 0-16,-1 1-160 0,0-2 160 0,1 2 0 15,0-2-128-15,-1 2 128 0,1-2 0 0,0 2 0 16,0-1-160-16,-1 0 160 0,1 1 0 0,-1-1 0 15,0 1 448-15,0 0 192 0,0 1 64 0,0-1 16 16,-1 1 64-16,1-1 16 0,-1 0 0 0,1 1 16 16,0-1-304-16,0 0-48 0,-1 0-16 0,1 2 32 15,0-2 32-15,0 0 16 0,0 0 0 0,0-2 32 16,1 4 96-16,-1-2 32 0,0 0 0 0,1 0 16 16,-1 0-128-16,0 0-48 0,0 0 0 0,0 1 32 15,0 0-64-15,0-1-16 0,0 2 0 0,0-2 16 0,0 3 32 0,-1-1 16 16,1-1 0-16,-1 3 32 0,0-2-128 0,-1 3 0 15,2 0-16-15,-1-1 16 0,-1 2-32 0,0 0-16 16,0 2 0-16,0-2 32 0,0 2-272 0,1-3-160 16,-1 2 192-16,0-1-64 0,0 0-128 0,1 0 128 15,-1-1-128-15,1-1 144 0,-1-1-144 0,1 2 0 16,1 0 0-16,-1-1 0 0,-1-1 0 0,1 2 0 16,-1-1 0-16,1-1 0 0,-1 2 0 0,1-1 0 15,-1 1 0-15,1-2 0 0,0 0 0 0,-1 0 0 16,1 0 0-16,0 2 0 0,0-3-144 0,0 0 144 15,0 1-160-15,1-1 160 0,0-1-272 0,0 1 32 16,0-2 16-16,0 0 0 16,1 0-288-16,-1-2-48 0,1 1-16 0,0-1 0 0,0 0 288 0,1-1 48 15,-1 1 16-15,0-3 0 0,2 2 224 0,-1-3-176 0,1 1 176 0,-1 0-160 16,1 0 160-16,0-2 0 0,0 0 0 16,1 0 128-16,-1 0-128 0,-1 0 0 0,1-1 0 0,0 2 0 15,-1-2 0-15,0 1 176 0,0 0-176 0,0 0 192 16,0 0 16-16,0 0 16 0,0 2 0 0,1 0 0 15,-2-3 176-15,3 0 48 0,-1 1 0 0,1-1 0 16,0-1-32-16,0 2 0 0,1 0 0 0,-1 0 0 16,1-1 80-16,-1 4 16 0,1-3 0 0,0 3 0 15,0 1-80-15,-1 0-16 0,1-1 0 0,-1 1 0 16,1 3 80-16,-1-2 16 0,-1 2 0 0,1-2 0 16,0 2-224-16,-1 2-32 0,-1-2-16 0,2 1 0 15,-1 2-240-15,1 0 128 0,-2 0-128 0,-2-3 0 16,0 0 0-16,0 0 0 0,0 0 0 0,0 0 0 0,20 43 0 0,-20-43 0 15,0 0 0-15,0 0 0 0,7 42 0 0,-7-42 0 16,0 0 0-16,2 34 0 0,-2-34 0 0,0 0-128 16,0 0 128-16,1 37 0 0,-1-37 0 0,0 0-160 15,0 0 160-15,0 0-128 0,1 33 128 0,-1-26 0 16,1-5-144-16,0 3 144 16,0-2-704-16,0-1-64 0,1-2 0 0,-1 0-16 15,0 1-944-15,0-2-176 0</inkml:trace>
  <inkml:trace contextRef="#ctx0" brushRef="#br0" timeOffset="57248.27">21647 4364 6447 0,'1'-2'272'0,"-1"2"80"0,1-3-352 0,-1 2 0 0,1 1 0 0,-1-1 0 16,0 1 1376-16,1 0 208 0,2-2 32 0,0 1 16 15,1-1-224-15,-1 2-64 0,2-2 0 0,1 2 0 16,-1-2-96-16,1 2-32 0,-1 0 0 0,2-2 0 16,-2 2-304-16,2-1-64 0,-2 1-16 0,1-2 0 15,0 2-320-15,-2-3-80 0,2 1-16 0,-2 0 0 16,2-1-288-16,-1-2-128 0,-1 2 0 0,1-2 128 16,-1 0-128-16,1 2 0 0,1-4 0 0,-1 0 0 15,0 2 0-15,-1-2 0 0,0 0 0 0,-1 2 0 16,0-2-192-16,-1 1 192 0,-1 0-160 0,0 1 160 15,-1 1-160-15,-1-3 160 0,0 4-160 0,-1-1 160 0,-1 1-224 0,-2 0 48 16,1 1 16-16,-2 2 0 16,1-1 160-16,-3 2 0 0,1-1-144 0,-2 3 144 0,1 1 0 0,-1 0 0 15,0 2 0-15,1 1 0 0,0 0 128 0,0 0-128 16,1 1 128-16,-1 1-128 0,2 2 224 0,0 1-32 16,-1 0-16-16,1 2 0 0,6-14 16 0,-8 29 0 15,8-29 0-15,-5 26 0 0,5-26 0 0,0 0 16 16,0 38 0-16,0-38 0 0,0 0-208 0,0 0 128 15,11 40-128-15,-11-40 0 0,0 0 0 0,0 0 0 16,0 0 0-16,35 24 0 0,-25-23 0 0,1-1 0 16,1-1 0-16,0-1 0 0,0 1 0 0,1-3-256 15,0-1 48-15,2 0-11744 0</inkml:trace>
  <inkml:trace contextRef="#ctx0" brushRef="#br0" timeOffset="57862.02">21932 4357 7359 0,'-1'0'656'0,"1"0"-528"0,-1 0-128 0,0 0 0 15,1 0 1104-15,0 0 192 0,-1 0 48 0,0 0 0 16,0-2 304-16,0 1 64 0,1 1 16 0,1-2 0 16,2 1-192-16,-1 0-48 0,3-3 0 0,2 3 0 15,-1-3-336-15,2 1-64 0,0 1 0 0,0-1-16 16,1-1-416-16,1 1-80 0,-2 1 0 0,0-2-16 16,1 1-272-16,-2 0-48 0,1 1-16 0,-1 0 0 15,0-1-224-15,0 1 0 0,-1-1 0 0,1 1 0 16,0 0-160-16,0 0 160 0,-1-1-128 0,1 0 128 15,-2 1-608-15,2 0-32 0,0 0-16 0,0-3-7856 16,0 3-1584-16</inkml:trace>
  <inkml:trace contextRef="#ctx0" brushRef="#br0" timeOffset="58297.84">22367 4167 4607 0,'0'-4'0'0,"0"1"192"0,0 2-48 0,0 0-16 0,0-1-128 0,0 2 0 15,-1-2 0-15,1 1 0 0,-1-1 1008 0,-1 0 160 16,-1 1 48-16,-1-1 0 0,1 0 192 0,-2 2 32 16,-2 0 16-16,1 0 0 0,-1 2-32 0,0 0 0 0,0 1 0 0,-1-1 0 15,0 3-624-15,0-3-128 0,-1 3-32 0,1-2 0 16,0 1-192-16,1 1-32 0,0-3-16 0,1 3 0 15,0-3-144-15,3 3-16 0,-1-2-16 0,1 0 0 16,1 0-224-16,1 0 176 0,1-1-176 0,0 1 160 16,2-1-160-16,0 1 0 0,1-1 0 0,0 0 0 15,0 1 0-15,2-1 0 0,1-2 0 0,-1 1 0 16,2 0 0-16,-1-1-176 0,1 2 176 0,0-2-128 16,1 1 128-16,-8-1 0 0,0 0 0 0,0 0 0 15,30 9 0-15,-30-9 0 0,0 0 0 0,0 0-128 16,0 0 128-16,0 0 0 0,0 0 0 0,0 0 0 15,0 0 0-15,0 0 0 0,12 38 0 0,-15-33 0 16,1-2 0-16,-3 1 0 0,1 0 0 0,-1-1 0 0,0 0 0 0,-1 1 0 16,0-1 0-16,-1 1 0 0,3-1 0 15,-2 0 0-15,1 0-144 0,0 1 144 0,0 0 0 0,0-2 0 16,0 1 0-16,0-1 0 0,1 1-128 0,1-1 128 16,0-1 0-16,2 0 0 15,0-1-512-15,0 0-48 0,2-1 0 0,0 0-6048 16,1-2-1216-16</inkml:trace>
  <inkml:trace contextRef="#ctx0" brushRef="#br0" timeOffset="58569.97">22444 4115 11967 0,'-2'-2'1072'0,"1"-1"-864"0,0 3-208 0,0-2 0 15,1 2 704-15,0 0 80 0,1 0 32 0,-1 0 0 16,2-1 1504-16,-2 1 304 0,3 0 64 0,0-1 16 16,1 1-1440-16,-1 0-304 0,1 1-48 0,1-1-16 15,-1 1-624-15,-1-1-128 0,1 2-16 0,0-1-128 16,-1 1 128-16,1 0-128 0,-1-2 0 0,0 3 0 16,-1-3 0-16,0 2 0 0,0 0 0 0,-1 0-192 31,0 1-1040-31,0 0-208 0</inkml:trace>
  <inkml:trace contextRef="#ctx0" brushRef="#br0" timeOffset="58718.98">22455 4231 5519 0,'-1'0'240'0,"0"1"64"0,0 1-304 0,0 0 0 16,0 0 0-16,0-1 0 0,0 1 1280 0,-1 3 192 15,0-1 32-15,-1 4 16 0,-1-1 448 0,-1 2 80 16,1 1 32-16,0-1 0 0,1-2-1376 0,0 0-256 15,2-1-64-15,0-2-16 0,1 1-368 0,1-3 0 16,0 0 0-16,1-2-8832 0</inkml:trace>
  <inkml:trace contextRef="#ctx0" brushRef="#br0" timeOffset="59340.7">22634 4255 11055 0,'-2'-2'480'0,"1"1"112"0,1 1-464 0,-1-2-128 0,1 2 0 0,0 0 0 16,1 0 1616-16,0-1 304 0,0 0 64 0,0-3 16 15,2 1-496-15,0-2-96 0,2 0-32 0,-2 0 0 16,2 1-544-16,-1-1-128 0,-1 0 0 0,2-1-16 16,-1 0-192-16,-1 2-48 0,0-3 0 0,-1 2 0 15,0-2-48-15,-2 2-16 0,0 0 0 0,-1 0 0 16,-2 2-80-16,1 0-32 0,-1-2 0 0,-3 2 0 15,0 1-80-15,-2 0 0 0,0 2-16 0,0 2 0 16,-1-2-176-16,1 3 160 0,-1 2-160 0,0 0 160 16,1-1-160-16,-1 3 0 0,0 0 0 0,2 0 0 0,-1 1 0 0,2 1 0 15,0 0 0-15,1 1 0 0,0-1 0 0,2 0 0 16,1-1 0-16,2-8 0 0,0 0 0 0,0 0 0 16,0 0 0-16,0 0 0 0,0 0 0 0,0 0 0 15,12 40 0-15,-8-38 0 0,2-2 0 0,-1 0 0 16,2 0 0-16,-1-1 0 0,2 0 0 0,-1-3 0 15,2 1-144-15,-1-2 144 0,1 0 0 0,0-2 0 16,2 1 0-16,-1 0 0 0,0-1-176 0,0-2 176 16,0-1-160-16,2 1 160 0,-2-3-128 0,0 1 128 15,1-1 0-15,-1-1-144 0,1-1 144 0,-1 0-192 16,-1-1 192-16,-1-1-192 16,1 0-288-16,-2-1-64 0,1 0-16 0,-3 1 0 0,1-1 304 0,-2 1 64 15,-1 1 16-15,0 1 0 0,-2 1 176 0,-1 2 0 16,0 0 0-16,-1 3 0 0,-1 3 384 0,0 1 16 0,-1 0 0 0,0 3 0 15,-1 1 192-15,1-2 48 0,-1 4 0 0,1-1 0 16,-1 1-304-16,1 0-48 0,0 0-16 0,2 3 0 16,-1-2-80-16,0 3 0 0,0 0-16 0,2-6 0 15,0 0-48-15,0 0 0 0,-5 42 0 0,5-42 0 16,0 0-128-16,-1 50 128 0,1-50-128 0,-1 40 128 16,1-40-128-16,-2 40 0 0,2-40 0 0,-1 43 0 15,1-43 0-15,3 36 0 0,-3-36 0 0,0 0 0 16,7 48-160-16,-7-48 160 0,0 0 0 0,0 0-144 15,19 41 16-15,-19-41 0 0,0 0 0 0,0 0 0 16,27 8-1136-16,-18-11-208 0</inkml:trace>
  <inkml:trace contextRef="#ctx0" brushRef="#br0" timeOffset="59778.87">23007 4085 4607 0,'-5'4'192'0,"0"-3"64"0,0 3-256 0,2-3 0 15,1 0 0-15,0 1 0 0,0-1 1520 0,-1 1 256 16,-1 3 48-16,-3 0 16 0,1 2-272 0,0 0-48 16,2 1-16-16,1-2 0 0,1 1-800 0,2-4-144 15,1 2-48-15,1-1 0 0,0-2-32 0,2 1-16 16,1 1 0-16,0-3 0 0,1 1 160 0,0-2 16 16,0 1 16-16,1-1 0 0,2 0-336 0,-1 0-80 15,0-1-16-15,1-2 0 0,-2 1-224 0,2-1 0 16,-3 0 0-16,1 0 0 0,-2-2 0 0,0 0 0 15,-2 0 0-15,1 0 0 0,-1-1 0 0,0-2 0 16,-2 2 0-16,-2 0 0 0,0-1 0 0,-1 0 0 16,-2 3 0-16,0-4 0 0,-1 4 0 0,-2-1 0 0,1 0 0 15,-1 1 0-15,0 1 0 0,1 1 0 0,-2 1 0 0,1 1 0 16,-1 3 0-16,2 0 0 0,-1 1 0 0,0 1 0 16,1 2 256-16,0 0-64 0,-1 2 0 0,2-1 0 15,-1 2 288-15,2-1 48 0,4-9 16 0,-8 21 0 16,8-21-160-16,0 0-16 0,-6 31-16 0,6-31 0 15,0 0-160-15,0 0-16 0,3 38-16 0,-3-38 0 16,0 0-160-16,0 0 0 0,0 0 144 0,22 35-144 16,-22-35 0-16,0 0 0 0,0 0 0 0,36 12 0 15,-24-12-560-15,0 0-16 0,2 0-16 0,0-2-11216 16</inkml:trace>
  <inkml:trace contextRef="#ctx0" brushRef="#br0" timeOffset="61548.43">23332 4054 2751 0,'0'2'256'0,"-1"-2"-256"16,1 0 0-16,0 0 0 0,1 0 688 0,-1 0 80 16,1 0 32-16,0 0 0 0,1 1-16 0,1 0 0 15,3-1 0-15,0-1 0 0,2 0 368 0,0-1 64 16,1-1 0-16,2 1 16 0,1-1 48 0,-1 0 16 15,0 2 0-15,0-2 0 0,0 1-288 0,-1-1-64 16,0 1-16-16,-2 0 0 0,-1 0-528 0,0 0-96 16,-2 1-32-16,0-1 0 0,0 1-272 0,-2-1 0 15,1 2 0-15,-1-2 0 0,-1 2 0 0,0-2 0 0,-1 2 0 0,-1 0-6544 16,0 0-1200-16</inkml:trace>
  <inkml:trace contextRef="#ctx0" brushRef="#br0" timeOffset="61811.98">23465 3885 7359 0,'-2'-5'320'0,"-1"2"80"16,1 2-400-16,1-1 0 0,0 1 0 0,-1 1 0 16,1 1 1152-16,0-1 160 0,-2 2 32 0,-2-2 0 15,0 2 96-15,0 1 32 0,-1 2 0 0,1 0 0 16,-1 1-432-16,2 3-80 0,-2 1 0 0,0 0-16 0,2 2-304 0,-2 2-64 15,0 0-16-15,0 2 0 0,6-16-272 0,-10 31-48 16,10-31-16-16,-9 36 0 0,9-36-96 16,-8 35-128-16,8-35 176 0,-5 36-176 0,5-36 0 0,0 0 0 15,0 45 0-15,0-45 0 0,0 0 0 0,0 0 0 16,14 40 0-16,-14-40 0 0,0 0 0 0,0 0 0 16,0 0 0-16,34 10-144 15,-24-13-576-15,0 1-112 0,1-3-32 0,2-3-8848 16</inkml:trace>
  <inkml:trace contextRef="#ctx0" brushRef="#br0" timeOffset="62552.31">23629 4084 8287 0,'-1'0'368'0,"0"-2"80"0,1 2-448 0,0 0 0 0,1 0 0 0,-1 0 0 15,1-2 864-15,0 2 96 0,0-3 0 0,3 1 16 16,0-1-464-16,0-1-112 0,2-1-16 0,-1 0 0 15,0 3-384-15,0-3 0 0,-1 0 128 0,-1 1-128 16,0-1 192-16,-1 0 16 0,0 1 0 0,-2-1 0 16,-1 2 96-16,-2-1 16 0,-1 2 0 0,-1 1 0 15,-2 1-64-15,0 0-16 0,-2 3 0 0,-1-1 0 16,1 1-240-16,1 1 128 0,0 1-128 0,0-1 0 16,-1 1 0-16,-1 2 0 0,2-1 0 0,1 0 0 15,-1 1 0-15,3-2 0 0,0 3 0 0,1-2 0 0,2 2 0 16,-1-4 0-16,1 3 0 0,1-2 144 0,0 0-16 0,1 0-128 15,0-1 192-15,1 1-64 0,0-2 192 0,1 0 16 16,1 0 16-16,-1 0 0 0,2-3-208 0,0 2-144 16,-1-2 192-16,2 0-192 0,1 0 144 0,-2-2-144 15,3 0 0-15,-1-1 144 0,0 1-144 0,0 0 0 16,1-3 0-16,-1 2 0 0,0-1-192 0,-1 1 192 16,1-2-160-16,0 1 160 0,-2 1-208 0,-1-2 48 15,1 3 16-15,-2-2 0 0,1 1 144 0,0-1 0 16,-1 1 0-16,0 1-128 0,-1-1 128 0,-1 3 0 15,1-2 0-15,-1 2 0 0,0 2 128 0,-1-1-128 16,0 1 160-16,-1 0-160 0,0 2 336 0,0 2-16 16,0-2-16-16,1 1 0 0,0 1 352 0,-1 0 80 15,1 1 16-15,0-3 0 0,1 2-432 0,1 0-64 0,0-1-32 16,-1-5 0-16,0 0-224 0,0 0 0 0,0 0 0 0,0 0 0 16,0 0 0-16,32 15 0 0,-23-18 0 0,1 1 0 15,0-1 0-15,1-1 144 0,1-1-144 0,0-1 128 16,1 0-128-16,0 0 0 0,2 0 0 0,-2-2 0 15,1 0 0-15,-2 1 0 0,-1 0-160 0,-1 0 160 16,-1 1-224-16,-1 0 48 0,-2 0 16 0,0 2 0 16,-1-1 160-16,-2 0 0 0,0 1 0 0,-2 1 0 15,1-1 0-15,-2 3 0 0,0-1 0 0,0 0 0 16,-1 2 0-16,0-2 0 0,0 2 0 0,0-2 0 16,0 1 0-16,0 1 0 0,1 0 0 0,-1-2 0 15,1 1 0-15,0 1 176 0,0 0-176 0,0 1 192 16,0 1-192-16,0-2 128 0,-1 3-128 0,1-1 128 0,-1 2 256 0,-1 1 32 15,0 0 16-15,2-5 0 0,0 0 272 0,-8 25 64 16,8-25 16-16,0 0 0 0,-11 32-448 0,11-32-80 16,0 0-32-16,-7 31 0 0,7-31-224 15,0 0 0-15,0 0 0 0,0 0 0 0,-2 36 0 0,2-36 0 16,0 0 0-16,0 0 0 0,0 0 0 0,0 0 0 16,0 0 0-16,0 0 0 0,0 0-160 0,33 14 32 15,-27-19 0-15,0 2 0 16,-1 0-1344-16,1-1-272 0</inkml:trace>
  <inkml:trace contextRef="#ctx0" brushRef="#br0" timeOffset="62802.98">23906 3904 6735 0,'-5'-1'128'0,"2"0"48"0,-1-1 0 0,2 0 32 0,2 2-208 0,-1 0 0 0,0 0 0 0,-1-1 0 15,0-1 1312-15,-3 1 224 0,1-1 32 0,0 1 16 16,2 0 144-16,0 1 16 0,0 1 16 0,1-1 0 16,1 1-224-16,0 2-32 0,0 0-16 0,0 1 0 15,0 0-448-15,0-1-80 0,1 2-32 0,-1-1 0 16,0-4-688-16,0 0-240 0,0 0 144 0,0 0-144 16,0 0 0-16,0 0 0 0,0 0-192 0,0 0-12032 15</inkml:trace>
  <inkml:trace contextRef="#ctx0" brushRef="#br0" timeOffset="63182.48">24135 3717 3679 0,'-3'-5'320'0,"0"3"-320"16,2 0 0-16,0 0 0 0,0 1 752 0,0 1 80 15,1-2 0-15,-1 1 16 0,-1-1 912 0,0 0 176 16,0 0 48-16,0-1 0 0,0 1-464 0,0-1-96 16,1 1-16-16,-1 2 0 0,0 2-112 0,0-1-16 15,0 3-16-15,0 1 0 0,-1-1-240 0,0 4-32 0,-1 1-16 0,0 1 0 16,4-10-432-16,-9 31-96 0,9-31 0 0,-10 40-16 15,10-40-240-15,-12 42-32 0,12-42-16 0,-11 48 0 16,11-48-144-16,-10 42 128 0,10-42-128 0,-9 46 128 16,9-46-128-16,-5 40 0 0,5-40 0 0,-3 36 0 15,3-36 0-15,0 0 0 0,1 49 0 0,-1-49 0 16,0 0 0-16,9 41 0 0,-9-41 0 0,0 0 0 16,0 0 0-16,27 42 0 0,-27-42 0 0,0 0 0 15,38 17 0-15,-23-15 0 0,1-2-144 0,-1-2-8512 16,0 0-1712-16</inkml:trace>
  <inkml:trace contextRef="#ctx0" brushRef="#br0" timeOffset="-69194.73">23043 9186 5519 0,'0'0'496'0,"0"-2"-496"0,0 2 0 0,0-1 0 0,0 1 384 16,0 0 0-16,0 0-16 0,0 0 0 0,0 0 1056 0,0 0 224 16,0 1 32-16,0-1 16 0,0 2-416 0,-1 1-96 15,1 0-16-15,-1 0 0 0,1 0-256 0,-1 0-48 16,1 2-16-16,-1-3 0 0,1 1-64 0,0 1-16 15,-1-1 0-15,0 1 0 0,0-2-16 0,-1 3-16 16,-1-1 0-16,1 0 0 0,-1 1-224 0,-1 0-64 16,-1-1 0-16,0 3 0 0,-1 0-112 0,1-2-16 15,-2 2-16-15,0-2 0 0,0 1-96 0,0-1-16 16,-1 0 0-16,-2 2 0 0,1-1-48 0,-2 0-16 16,-1 0 0-16,0 0 0 0,-3-1 112 0,0 0 16 15,0 2 0-15,-1-3 0 0,-1 3 64 0,-1-3 0 16,2 0 16-16,-2 1 0 0,-1-1-128 0,0 0-16 15,-1-1-16-15,0 0 0 0,2-1-176 0,-1-1 0 0,0 0 0 0,2-1 0 16,-1 0 0-16,1 0 0 0,0 0 0 0,-1-1 0 16,2 0 0-16,0-1 0 0,0 2 0 0,1 0 0 15,1 0 0-15,0 2 0 0,0-2 0 0,1 2 0 16,0-2 0-16,1 2 0 0,-1 1 0 0,2-3 0 16,1 2 0-16,0-2 0 0,0 0 0 0,0 0 0 15,2 0 0-15,0-2 0 0,0-1 0 0,2 1 128 16,-1 0 16-16,2-2 0 0,-1 0 0 0,2 0 0 15,-1-3 112-15,0 0 0 0,2-1 16 0,0 0 0 16,0 0-16-16,0-2 0 0,1 1 0 0,1 0 0 16,-1-2-128-16,0 0-128 0,1-1 144 0,-1 0-144 0,0 0 0 0,1 1 0 15,-1 1 0-15,1-1 0 16,0-1 0-16,-1 0 0 0,0 0 0 0,1 0 0 0,1 0 0 16,-1 2 0-16,1-1 0 0,0 1 0 0,0-1 0 0,1 1 0 15,0 0 0-15,0-1 0 0,1 2 0 0,0-1 0 16,1 0 0-16,0-1 0 0,0 1 0 0,1-2 0 15,-2 0 0-15,2 1 0 0,0-1 0 0,0 2 0 16,2-2 0-16,0 0 0 0,-1 1 0 0,1 1 0 16,-1 1 0-16,1 1 0 0,-1-1 0 0,0 2 144 15,1 0-144-15,-1 2 128 0,1-2 64 0,-1 2 16 16,1 0 0-16,-1-2 0 0,1 3-32 0,-1-1-16 16,3 1 0-16,-2 1 0 0,3-2-160 0,-1 0 160 15,1 1-160-15,2-1 160 0,0 2-160 0,1-1 0 16,0-1 0-16,0 0 0 0,-1 1 0 0,1 1 0 0,3-2 128 0,1 3-128 15,-1-2 0-15,2 1 0 0,0 0 0 0,0 1 0 16,-17 2 0-16,32-4 0 0,-32 4 0 0,31-1 0 16,-31 1 0-16,34-2 0 0,-34 2 0 0,32 2 0 15,-32-2 0-15,0 0 0 0,45 5 0 0,-45-5 128 16,0 0-128-16,43 4 192 0,-43-4-192 0,0 0 192 16,44 8-192-16,-44-8 128 0,0 0-128 0,39 7 128 15,-39-7-128-15,0 0 0 0,43 6 0 0,-43-6 0 16,0 0 0-16,40 9 0 0,-40-9 128 0,0 0-128 15,0 0 0-15,41 26 0 0,-41-26 0 0,0 0 128 16,0 0-128-16,21 40 160 0,-21-40-160 0,0 0 160 16,2 40-160-16,-2-40 192 0,-4 30-192 0,-1-13 192 0,0 0-192 15,-4 0 0-15,1 2 0 0,-2-1 0 0,0 1-176 16,-3-1-112-16,1 0-32 0,-1 1 0 16,-1 0-752-16,0 2-144 0,-3 1-48 0,-2 1-14112 15</inkml:trace>
  <inkml:trace contextRef="#ctx0" brushRef="#br0" timeOffset="-29883.33">22567 9466 5519 0,'0'-4'496'0,"1"1"-496"0,-1-1 0 0,1 3 0 0,0 1 1072 0,-1-2 112 16,0 0 32-16,0-3 0 0,2-1 896 0,-1 0 176 16,0-1 32-16,-1 3 16 0,-1 1-528 0,0 0-96 15,0 3-32-15,0 0 0 0,-2 3-512 0,0-2-96 16,0 3-32-16,-1 0 0 0,0 1-304 0,0 1-64 16,0 0-16-16,0 1 0 0,-1 1-144 0,0 1-16 15,-1 3-16-15,0 2 0 0,-1 1-144 0,0 2-16 16,0 1-16-16,0 3 0 0,-1-2-96 0,1 0-16 15,-1 0 0-15,1 1 0 0,-1 0-16 0,0-3-16 16,2-1 0-16,1-2 0 0,0-1-160 0,2-2 0 16,1-1 0-16,0-3 128 15,2-1-944-15,1 0-192 0,0-1-32 0,1-2-13312 0</inkml:trace>
  <inkml:trace contextRef="#ctx0" brushRef="#br0" timeOffset="-29451.64">22034 10097 3679 0,'-9'3'160'0,"3"-1"32"0,0 0-192 0,2-2 0 15,3 2 0-15,0-2 0 0,0 0 1200 0,-2 0 192 16,-1 3 32-16,0-3 16 0,2 2 288 0,-1-2 48 16,3-2 16-16,1 2 0 0,2-3-128 0,1 1-32 15,3-2 0-15,0 1 0 0,2-2-320 0,2-1-64 16,1 0-16-16,2-1 0 0,1 0-304 0,2-2-64 15,1 2-16-15,-2-3 0 0,0 3-320 0,1 0-64 16,1-2-16-16,-1 2 0 0,0 1-272 0,-2 0-176 16,-1-2 192-16,-1 4-192 0,-13 4 0 0,20-10 0 0,-13 8-160 15,-1-2 160 1,-2 3-848-16,-3-1-48 0,-1 1-16 0,0 1 0 16,-1 0-896-16,-3 1-176 0,0 1-48 0,0 1 0 15,-2 0-656-15,-1 0-144 0</inkml:trace>
  <inkml:trace contextRef="#ctx0" brushRef="#br0" timeOffset="-29296.71">22220 10007 1839 0,'0'0'0'0,"0"0"160"0,0-2-160 0,0 2 0 0,0 0 0 0,0 0 0 16,0 0 960-16,0-1 144 0,0 1 48 0,0 0 0 15,-1 0 560-15,0 3 112 0,-1-1 32 0,-1 2 0 16,0 2-64-16,-1 1 0 0,0 1 0 0,0 1 0 16,-1 2-448-16,-1-1-80 0,1 3-32 0,-1 0 0 15,0 1-704-15,0 0-144 0,1-2-16 0,-1 2-16 0,1-2-352 16,2-1 128-16,0-2-128 0,1-2 0 0,1 0 0 0,1-1-208 15,1-3 16-15,1 0 16 16,1-1-1248-16,0-1-256 0</inkml:trace>
  <inkml:trace contextRef="#ctx0" brushRef="#br0" timeOffset="-28748.23">22326 10048 3455 0,'-1'-1'0'0,"0"1"144"0,1-2-144 0,-1 2 192 0,1 0-192 0,0 0 0 15,-1 2 0-15,0-2 0 0,-1 1 2000 0,0 1 368 16,-1 0 80-16,1 0 16 0,-1 3-1008 0,1-2-208 16,0 1-32-16,1 1-16 0,0 0-464 0,0-1-96 15,1 1 0-15,0 0-16 0,0-1-144 0,0-4-32 0,0 0 0 0,0 0 0 16,0 0 0-16,2 25-16 0,-2-25 0 0,0 0 0 16,0 0-48-16,0 0 0 0,0 0 0 0,0 0 0 15,0 0-112-15,0 0-16 0,0 0-16 0,0 0 0 16,0 0-240-16,0 0 128 0,0 0-128 0,0 0 0 15,37 21 0-15,-31-26 0 0,0 0 0 0,0-1 0 16,1 0 0-16,1-1 0 0,-1-2-176 0,1-1 176 16,-1 1-192-16,1-2 192 0,-1 1-192 0,-1-1 192 15,0 0 128-15,0 0 128 0,-1 3 48 0,1-1 0 16,-2-1 320-16,-1 4 64 0,0 1 16 0,-1 2 0 16,-1 1-160-16,0 0-32 0,-2 1 0 0,1 2 0 0,-1 1-128 15,-1 0-16-15,0 0-16 0,0 1 0 0,0 0-192 0,0 2-32 16,2-1-128-16,-1 3 192 0,0-3-192 0,1-4 144 15,0 0-144-15,0 0 128 0,2 26-128 0,-2-26 0 16,0 0 0-16,0 0 0 0,4 29 0 0,-4-29 0 16,0 0 0-16,0 0 0 0,0 0 0 0,8 33 0 15,-8-33 0-15,0 0 0 0,0 0-144 0,0 0 144 16,0 0 0-16,0 0 0 0,0 0-128 0,0 0 128 16,0 0 0-16,0 0 0 0,0 0 0 0,0 0 0 15,0 0 0-15,0 0 0 0,0 0 0 0,0 0 192 16,33-4-48-16,-29-6-16 0,0 3 0 0,0-3-128 15,1 2 192-15,-2 0-64 0,0 1-128 0,1 0 160 16,-1 2-160-16,-1-3 160 0,2 4-160 0,-2-1 0 0,1 3-160 16,-1-1 160-16,0 0-416 0,-2 2 16 15,2-1 0-15,-1 1 0 16,0-1-496-16,0 2-112 0,0-2-16 0,1 1-7312 0,1 1-1472 0</inkml:trace>
  <inkml:trace contextRef="#ctx0" brushRef="#br0" timeOffset="-28300.81">22713 9993 3679 0,'1'-3'320'15,"-1"1"-320"-15,0 2 0 0,1-2 0 16,-1 2 640-16,0 0 48 0,0-3 16 0,1 1 0 15,-1-1 448-15,0 1 80 0,0 1 32 0,-1 1 0 0,0 1-304 0,0 2-64 16,-1 1-16-16,1-1 0 0,-1 1 48 0,-1 1 16 16,1 1 0-16,-1 2 0 0,1-1-32 0,2-7 0 15,-6 17 0-15,6-17 0 0,-5 19-64 0,5-19-16 16,-2 21 0-16,2-21 0 0,-2 20-448 0,2-20-112 16,0 0-16-16,0 0 0 0,0 0-48 0,12 35-16 15,-12-35 0-15,0 0 0 0,0 0-32 0,0 0-16 16,0 0 0-16,33 2 0 0,-27-4 48 0,-1-3 16 15,2 0 0-15,0-2 0 0,1-2 224 0,-1-1 32 16,1-2 16-16,0 0 0 0,-1 1-160 0,-1-1-16 16,-1-2-16-16,-1 4 0 0,-1 1-160 0,-1-1-128 15,-1-1 144-15,-2 3-144 0,0-1 400 0,-3 1-16 16,0-1 0-16,-1 2 0 0,-1 2 192 0,-1-2 48 0,0 5 0 0,0-2 0 16,-1 3-304-16,2 1-64 0,0 0-16 0,1 0 0 15,0 3-240-15,1-1-160 0,3 2 32 0,1-4 0 31,0 0-880-31,0 0-160 0,0 0-48 0,0 0-12480 0</inkml:trace>
  <inkml:trace contextRef="#ctx0" brushRef="#br0" timeOffset="-27609.49">22985 10021 5519 0,'-2'3'496'0,"0"-3"-496"15,1 0 0-15,1 0 0 0,0 0 1280 0,0 2 144 16,-1-2 48-16,0 1 0 0,-1 0 512 0,0 0 128 16,1 0 0-16,1 0 16 0,0 1-368 0,2-4-80 15,0 2-16-15,0-1 0 0,1-1-208 0,1 1-48 16,-4 1-16-16,12-5 0 0,-6 2-448 0,1 0-96 15,-7 3-16-15,15-4 0 0,-15 4-256 0,15-8-64 16,-15 8-16-16,0 0 0 0,19-6-304 0,-19 6-48 16,0 0-16-16,0 0 0 0,0 0-128 0,23-7-192 15,-23 7 32-15,0 0 16 16,0 0-784-16,0 0-160 0,0 0-16 0,0 0-16 16,0 0-1120-16,0 0-240 0</inkml:trace>
  <inkml:trace contextRef="#ctx0" brushRef="#br0" timeOffset="-27120.41">23383 9868 5519 0,'2'-5'240'0,"-1"2"64"0,1 1-304 0,-2-1 0 0,1 3 0 0,-1-2 0 15,0 2 1760-15,0-3 288 0,0 1 64 0,0-2 16 16,0 1-304-16,-1-2-64 0,0 3-16 0,-2 0 0 15,0 0-1008-15,-1 2-208 0,1 2-32 0,-2 0-16 0,0 0 0 0,0 0 0 16,-2 3 0-16,1 0 0 0,-1 2 240 0,2-2 48 16,-1 0 16-16,1 2 0 0,-1 0-96 0,0 0-32 15,2 1 0-15,-1 0 0 0,1 1-80 0,1-1-32 16,0 0 0-16,3-8 0 0,0 0-352 0,0 0-64 16,-2 26 0-16,2-26-128 0,0 0 0 0,0 0 0 15,0 0 0-15,0 0 0 0,0 0-192 0,0 0 0 16,28 31 0-16,-28-31 0 0,0 0 0 0,0 0 0 15,0 0 0-15,0 0 0 0,37 12 192 0,-37-12 0 16,0 0-160-16,0 0 160 0,0 0 0 0,0 0 0 16,37 16 0-16,-37-16 0 0,0 0 0 0,0 0 0 15,0 0 0-15,0 0 0 0,0 0 0 0,0 0 0 16,0 0 0-16,0 0 0 0,0 0 0 0,0 0 0 16,27 27 0-16,-29-26 0 0,0 2 128 0,0-1-128 0,-1 1 128 0,0-1-128 15,-1 0 0-15,1 0 128 0,-1-1-128 0,-1 3 0 16,1-3 0-16,-1 1 0 0,0 0 0 0,0-1-176 31,-1 0-304-31,0-1-64 0,1 2-16 0,-1-2 0 16,1 0-272-16,-1 0-48 0,2 0-16 0,0 0 0 15,0-2-960-15,2 1-208 0</inkml:trace>
  <inkml:trace contextRef="#ctx0" brushRef="#br0" timeOffset="-26902.19">23518 9902 911 0,'4'-2'0'0,"-1"0"0"0,0-2 0 0,-2 3 0 0,0 1 2176 0,0 0 368 16,1 0 64-16,0-2 16 0,2 0 240 15,-4 2 48-15,12-4 16 0,-12 4 0 0,16-4-1024 0,-16 4-208 16,12-5-32-16,-12 5-16 0,0 0-1136 0,0 0-208 16,22-2-48-16,-22 2-16 0,0 0-416 0,0 0-80 15,0 0 0-15,0 0-16 16,0 0-480-16,28 2-80 0,-28-2-32 0,0 0 0 15,0 0-1184-15,0 0-224 0,0 0-48 0,0 0-5840 0</inkml:trace>
  <inkml:trace contextRef="#ctx0" brushRef="#br0" timeOffset="-26749.61">23610 9984 3743 0,'1'2'0'0,"0"-2"144"0,0 0-144 0,0 0 208 0,0 0-208 0,-1 0 0 0,1 0 0 0,0 0 0 16,-1 0 2304-16,0 0 400 0,0 0 96 0,0 0 16 15,0 0-464-15,0 0-96 0,0 0-16 0,0 0 0 16,13 36-944-16,-13-36-192 0,0 0-32 0,-3 20-16 16,1-14-752-16,0 0-160 0,0-1-16 0,0 0-128 31,1-1-656-31,0-1-240 0,0 0-64 0,1-1-9696 0</inkml:trace>
  <inkml:trace contextRef="#ctx0" brushRef="#br0" timeOffset="-26089.26">23797 10000 10127 0,'0'0'448'0,"-1"0"96"0,1 0-544 0,0-2 0 16,0 2 0-16,0 0 0 0,0 0 2160 0,1 0 320 15,0-2 64-15,1 1 16 0,-1-1-672 0,1 2-128 16,-1-3-32-16,0 1 0 0,-1 2-960 0,0 0-192 15,5-4-32-15,-2 1-16 0,-1 1-144 0,0-1-16 16,0 1-16-16,-1-2 0 0,1 0 32 0,-1 2 0 16,1-2 0-16,-1 1 0 0,0-2-160 0,-1 1-32 15,1 1 0-15,-2-2 0 0,1 2-16 0,-1 0-16 16,0 0 0-16,-1-2 0 0,1 3-160 0,-2 0 128 16,1-1-128-16,-1 3 128 0,0-2-128 0,0 2 0 15,-1 0-192-15,-1 0 192 0,1 2-368 0,-1 3 48 0,1-3 16 16,1 3 0-16,-2 1-16 0,1 0-16 0,4-6 0 15,-6 12 0-15,2-4 336 0,4-8 0 0,-6 15 0 0,6-15 0 16,-6 15 0-16,6-15 0 0,0 0 0 0,-5 26 128 16,5-26-128-16,0 0 0 0,0 0 144 0,0 0-144 15,3 31 160-15,-3-31-32 0,0 0-128 0,0 0 192 16,0 0 80-16,0 0 16 0,0 0 0 0,31 4 0 16,-31-4 0-16,14-7 0 0,-7 2 0 0,0-1 0 15,1-2-160-15,-1-1-128 0,1 2 192 0,-1-3-192 16,0 1 0-16,-2-1 0 0,0 1-160 0,-1-3 160 15,1 0-400-15,-2 0 32 0,1 0 16 0,-1-2 0 16,0 1 80-16,0-2 16 0,1 1 0 0,-3-1 0 16,2 1 128-16,-2-3 128 0,0 1-192 0,0-1 192 0,0 0 0 15,0 1 0-15,0 0 128 0,0 4-128 0,0 0 416 0,0 2-16 16,0 3 0-16,-1 2 0 0,1 3-16 0,-1 0-16 16,0-1 0-16,0 3 0 0,0 1-80 0,-1 1-16 15,1 0 0-15,-2 0 0 0,0 1-112 0,0-1-32 16,2-2 0-16,-5 12 0 0,5-12 48 0,-4 14 0 15,4-14 0-15,-5 22 0 0,5-22-176 0,-4 28 128 16,4-28-128-16,-2 35 128 0,2-35-128 0,-1 39 0 16,1-39 0-16,0 42 0 0,0-42 0 0,0 43 0 15,0-43 0-15,0 38 0 16,0-38-416-16,1 33-16 0,-1-33 0 0,0 0 0 16,6 40-864-16,-6-40-176 0,0 0-48 0,0 0 0 15,12 34-112-15,-12-34-32 0,0 0 0 0,0 0-5488 16,0 0-1104-16</inkml:trace>
  <inkml:trace contextRef="#ctx0" brushRef="#br0" timeOffset="-23401.87">24285 9998 5247 0,'-2'0'464'0,"1"-2"-464"16,1 1 0-16,-1 1 0 0,0 0 0 0,1 0 0 15,0 0 0-15,-1 0 0 0,0-2 0 0,-1 2 0 0,0 0 0 16,0-2 0-16,1 1 0 0,-1-1 0 0,1 2 288 0,0 0 48 15,-1-2 16-15,0 0 0 0,1 1 64 0,-1-1 16 16,0 0 0-16,1 1 0 0,0-1-144 0,-1 0-32 16,0 0 0-16,0 0 0 0,0 1 16 0,0 1 0 15,0-3 0-15,1 3 0 0,-2 0-128 0,1 0-16 16,0 0-128-16,0 0 192 0,-1 0-32 0,2 0-16 16,-1 0 0-16,-1 0 0 0,1 1 240 0,0-1 64 15,-1 2 0-15,1-2 0 0,-1 0 64 0,-1 0 32 16,1 1 0-16,1-1 0 0,-2 2-32 0,0-2-16 15,1 2 0-15,-1-2 0 0,1 2 0 0,0-2 0 16,0 2 0-16,0-1 0 0,0 1 112 0,0 0 32 0,1-1 0 0,0 1 0 16,0-2-16-16,0 2 0 0,0-2 0 0,1 2 0 15,0-2 80-15,0 1 0 0,1 1 16 0,1-2 32 16,1 0 16-16,0 2 16 0,0-2 0 0,0 0 0 16,2-2-16-16,1 2-16 0,0-3 0 0,-5 3 0 15,14-4-176-15,-4-1-16 0,-1 2-16 0,1-3 0 16,-1 0-256-16,2 0-48 0,-2-2-16 0,1 1 0 15,-2 0-96-15,1 0 0 0,-1-2-128 0,-1 1 192 16,1 0-192-16,-2 0 0 0,1 1 0 0,-2 0 0 16,0-1-256-16,0 0 16 0,-1 0 0 0,0 1 0 15,0 0-208-15,-1-3-32 0,-1 3-16 0,1 0 0 16,-1 0 144-16,-1 0 32 0,-1-1 0 0,1 2 0 16,-2-2-128-16,1 2-32 0,-1 0 0 0,-1 0 0 15,0 1 224-15,-1-1 32 0,0 2 16 0,-2-1 0 16,0 3 208-16,0 1 0 0,-1 0 0 0,1 2-144 0,-2 2 320 0,1 0 64 15,-1 2 16-15,0 0 0 0,0 4-32 0,-1-1 0 16,0 3 0-16,-1 1 0 0,-1 4 80 0,1 1 16 16,0 0 0-16,-1 4 0 0,2 0-128 0,1 0 0 15,7-21-16-15,-9 41 0 0,9-41-48 0,-1 33 0 16,1-33 0-16,0 0 0 0,0 0 16 0,15 39 0 16,-15-39 0-16,0 0 0 0,0 0-144 0,0 0 0 15,38 15 0-15,-38-15 128 0,19-3-128 0,-9 0-256 16,1-2 64-16,-1 0 16 15,1 0-352-15,-1 0-80 0,0-1-16 0,-2 1 0 16,1 1-1248-16,-3 1-256 0</inkml:trace>
  <inkml:trace contextRef="#ctx0" brushRef="#br0" timeOffset="-22728.61">23245 10382 5519 0,'1'-5'496'0,"0"0"-496"0,-1 3 0 16,2 0 0-16,-1 1 848 0,0-1 80 0,2-1 16 0,0-3 0 16,0-2 1040-16,2-1 224 0,-1 2 32 0,0-1 16 15,-1 2-384-15,-1 3-80 0,-1 1 0 0,0-1-16 16,-1 3-592-16,0 1-112 0,-2 1-32 0,0 1 0 15,2-3-464-15,-3 11-80 0,-1-6-32 0,0 2 0 16,0 0-336-16,1 1-128 0,-1 0 0 0,0 2 0 16,1 0 0-16,-1 0 0 0,0 1 0 0,1-1 0 15,1 1 0-15,2-11-128 0,-4 19 128 0,4-19-160 16,0 0 160-16,-2 24 0 0,2-24 0 0,0 0 0 16,0 0 0-16,0 0-128 0,0 0 128 0,0 0 0 15,15 38 0-15,-15-38 0 0,0 0 0 0,0 0 0 16,0 0 0-16,0 0 0 0,0 0-144 0,0 0 144 0,35 23 0 15,-35-23 0-15,0 0 0 0,0 0 0 0,30-2-320 0,-23 0 64 16,2-3 16-16,1 0 0 0,-1 1-16 0,-1-1-16 16,2-2 0-16,-2 0 0 15,1 0-144-15,0-1-32 0,-2 1 0 0,0 0 0 16,0 1-288-16,-2 0-64 0,-1 0-16 0,-1 0 0 16,-1 3-528-16,-1-1-96 0,-1 2-32 0,-1 0-6752 15</inkml:trace>
  <inkml:trace contextRef="#ctx0" brushRef="#br0" timeOffset="-22389.49">23173 10443 3679 0,'-4'1'160'0,"-1"-1"32"0,1 2-192 0,2-2 0 0,0 0 0 0,1 0 0 16,0 2 1040-16,-2-2 176 0,0 0 16 0,-1 2 16 16,-2-2 160-16,1 2 16 0,2 1 16 0,0-3 0 15,2 1 112-15,0-1 32 0,1 0 0 0,1 0 0 16,1 0-160-16,1-1-16 0,1-1-16 0,1 0 0 16,-5 2-32-16,16-3 0 0,-6-2 0 0,2 0 0 15,-1 2-272-15,3-3-64 0,2 0-16 0,0 0 0 16,1-1-416-16,0 2-80 0,0-2 0 0,2 1-16 15,0 0-496-15,0 2 0 0,0-1 0 0,0 0 0 16,-19 5-1312-16,38-7-160 0,-38 7-16 0,37-3-7728 16,-37 3-1552-16</inkml:trace>
  <inkml:trace contextRef="#ctx0" brushRef="#br0" timeOffset="-21717.43">23646 10385 3679 0,'0'-1'320'0,"0"-1"-320"16,0 2 0-16,1-2 0 0,-1 1 1232 0,1 1 176 16,0-2 48-16,0-3 0 0,1 1 64 0,0-1 16 15,0 0 0-15,0 0 0 0,1-2-1008 0,-1 2-192 0,1 0-32 0,-1 1-16 16,0-3-288-16,-1 3 0 16,0 1 0-16,0-2 0 0,-2 2 0 0,0 0 128 0,-1 2 0 0,0 1-128 15,-2 0 640-15,-1 0 32 0,1 2 0 0,-2 0 0 16,1 3-128-16,-2 0-32 0,1 2 0 0,0 0 0 15,0 1-256-15,0 1-48 0,0-2-16 0,2 2 0 16,-2 1-192-16,1 1 144 0,0 1-144 0,1 0 128 16,4-12-128-16,-5 18 0 0,5-18 0 0,0 0 0 15,-2 22 0-15,2-22 0 0,0 0 0 0,0 0 0 16,0 0 0-16,0 0 0 0,0 0 0 0,31 3 0 16,-22-8 384-16,-1-1 0 0,-1 0 0 0,3 0 0 15,-2-2-64-15,1 1 0 0,1-2-16 0,-2-1 0 16,0 3-304-16,-1-2 0 0,-1 1 0 0,-1 1 0 15,0 0 0-15,-3 0 0 0,1 0 0 0,-1 2 0 0,0-2 0 0,-2 3 128 16,1-2-128-16,-2 0 0 0,1 1 0 0,-1 0 0 16,1 0 0-16,-1 1 0 0,1 1 144 0,0 1-16 15,0 0-128-15,0 2 192 0,2 0 32 0,-2 0 0 16,0 0 0-16,0 0 0 0,0 0 32 0,0 0 0 16,0 0 0-16,9 40 0 0,-9-40 16 0,0 0 16 15,5 30 0-15,-5-30 0 0,0 0-160 0,0 0-128 16,13 38 144-16,-13-38-144 0,0 0 0 0,0 0 0 15,0 0 0-15,32 24 0 0,-32-24 0 0,0 0 0 16,31-2 0-16,-18-3 0 0,-1-2-176 0,0 0-16 16,0 0-16-16,-2-2 0 15,0 1-176-15,0 0-16 0,-3-1-16 0,0 3 0 0,-2-2 272 0,0 1 144 16,-1 0-160-16,1 0 160 0,-2 1 0 0,-1 0 0 16,0 1 128-16,-2 2-128 0,0 2 384 0,0-1-48 15,0 2 0-15,0 0 0 0,0 0 112 0,0 0 32 0,0 0 0 0,0 0 0 16,-5 21-80-16,5-21-16 0,0 0 0 0,0 0 0 15,-1 31-16-15,1-31-16 0,0 0 0 0,0 0 0 16,4 31-352-16,-4-31 144 0,0 0-144 0,0 0 0 16,0 0 0-16,13 33 0 0,-13-33 0 0,0 0 0 15,0 0 0-15,0 0 0 0,0 0 0 0,0 0 0 16,0 0 0-16,0 0-176 0,0 0 32 0,0 0 0 16,0 0-576-16,0 0-112 0,0 0-32 15,0 0-11584-15</inkml:trace>
  <inkml:trace contextRef="#ctx0" brushRef="#br0" timeOffset="-21461.55">23975 10208 2751 0,'-2'-4'128'0,"0"-1"16"0,0 2-144 0,1 1 0 16,1 2 0-16,-1-1 0 0,1 0 1408 0,-1 1 256 15,-1-2 64-15,1-1 0 0,-2 1 736 0,0-1 160 16,1 3 16-16,0-2 16 0,-1 2-480 0,2 0-80 15,-1 2-32-15,-1-2 0 0,3 0-944 0,0 0-192 16,0 0-32-16,-7 15-16 0,7-15-560 0,0 0-96 16,0 0-32-16,-4 28 0 0,4-28-192 0,0 0 0 15,0 0 0-15,0 31 0 16,0-31-896-16,0 0-80 0,0 0-16 0,0 0 0 16,0 0-1088-16,0 0-224 0</inkml:trace>
  <inkml:trace contextRef="#ctx0" brushRef="#br0" timeOffset="-21240.89">24118 10147 911 0,'4'-7'0'0,"-2"2"0"0,0 0 0 0,-1 3 0 15,0 0 640-15,-1 2 64 0,0 0 0 0,0-2 0 16,0 1 1264-16,0-1 256 0,0-1 48 0,-2 3 16 16,0 0-480-16,-1 0-80 0,0 1-32 0,1 3 0 15,-2-1-352-15,0 1-64 0,-1 1 0 0,2 2-16 16,-2 3-400-16,5-10-80 0,-7 21-16 0,7-21 0 15,-8 29-512-15,8-29-128 0,-4 32 0 0,4-32-128 16,-2 34 144-16,2-34-144 0,-1 35 0 0,1-35 144 0,0 29-144 0,0-29 0 16,0 0 0-16,3 34 128 0,-3-34-320 0,0 0-80 15,0 0-16-15,9 37 0 16,-9-37-880-16,0 0-176 0,0 0-48 0,0 0-8224 16</inkml:trace>
  <inkml:trace contextRef="#ctx0" brushRef="#br0" timeOffset="-20776.25">24358 10202 2751 0,'0'-3'256'0,"0"0"-256"0,1 1 0 0,-1 1 0 15,0 1 768-15,0-1 96 0,0 1 32 0,-1-4 0 16,-1 1 1216-16,0 0 256 0,-1 1 64 0,-1 1 0 16,0 1-1008-16,-1 0-192 0,0 1-32 0,-2 1-16 15,1 1-560-15,-1-1-112 0,0 3-32 0,0-3 0 16,1 3-48-16,0 0-16 0,1-1 0 0,0 1 0 16,5-5 128-16,-8 10 32 0,8-10 0 0,0 0 0 15,0 0 0-15,-7 21 16 0,7-21 0 0,0 0 0 16,0 0-64-16,0 0-16 0,0 0 0 0,0 0 0 15,6 36-240-15,-6-36-48 0,0 0-16 0,0 0 0 16,0 0 64-16,0 0 16 0,0 0 0 0,34 21 0 16,-34-21-16-16,0 0 0 0,0 0 0 0,37 12 0 15,-37-12-144-15,0 0-128 0,30 11 144 0,-30-11-144 0,0 0 144 0,0 0-144 16,34 17 128-16,-34-17-128 0,0 0 960 0,0 0 96 16,0 0 32-16,0 0 0 15,31 24-1648-15,-31-24-320 0,0 0-64 0,0 0-16 0,0 0 960 0,0 0 384 16,0 0-32-16,0 0 0 0,0 0 32 0,-6 29 16 15,0-27 0-15,-3 0 0 0,-2 3-400 0,-2 0 0 16,-1-1 0-16,-2 1 0 16,-2 1-768-16,-2 0-224 0,0 0-48 0,-1 2-13344 0</inkml:trace>
  <inkml:trace contextRef="#ctx0" brushRef="#br0" timeOffset="-2735.34">18175 7707 3679 0,'0'0'320'0,"-1"-2"-320"0,0 2 0 0,0 0 0 16,1 0 624-16,0 0 48 0,-1 0 16 0,-1 0 0 16,-1 0 272-16,0 0 64 0,1 0 16 0,0-2 0 15,1 1 48-15,-1 1 0 0,2 0 0 0,0 0 0 0,1-2-32 0,1 2 0 16,1-1 0-16,1 0 0 0,3-2-256 0,0 1-48 15,1-1-16-15,3 1 0 0,-1 0 64 0,3 0 16 16,0-1 0-16,2-1 0 0,-2 1-176 0,-1 1-48 16,-12 2 0-16,24-2 0 0,-24 2-432 0,0 0-160 15,29-1 0-15,-23 1 144 0,1 0-400 0,-2 0-96 16,0 0-16-16,-2 0 0 16,-1 1-1696-16,0 1-352 0</inkml:trace>
  <inkml:trace contextRef="#ctx0" brushRef="#br0" timeOffset="-2499.36">18308 7585 2751 0,'-2'-3'256'0,"1"-2"-256"0,0 2 0 0,1 1 0 16,0 2 832-16,-1-2 112 0,1-1 16 0,-3-2 16 16,1-1 464-16,-2-2 96 0,1 4 0 0,1-3 16 15,-1 4-656-15,1 1-144 0,0 0-32 0,0 1 0 16,0 2-112-16,1 1-32 0,0 0 0 0,0 3 0 15,0 2 16-15,0 1 0 0,0 5 0 0,1-13 0 16,-1 29 0-16,1-29 0 0,0 40 0 0,0-40 0 16,0 43-272-16,0-43-48 0,0 42-16 0,0-42 0 15,1 38-256-15,-1-38 0 0,3 31-128 0,-3-31 128 16,0 0-784-16,6 38-64 0</inkml:trace>
  <inkml:trace contextRef="#ctx0" brushRef="#br0" timeOffset="-2219.1">18191 7925 6447 0,'-1'1'576'0,"1"1"-576"15,1-2 0-15,0 0 0 0,-1 1 704 0,0-1 48 16,1 0 0-16,1 0 0 0,2 1 720 0,0-1 128 15,2 0 48-15,1 0 0 0,-7 0-288 0,0 0-48 16,30-2-16-16,-30 2 0 0,24-3-208 0,-24 3-32 0,26-4-16 0,-26 4 0 16,27-3-480-16,-27 3-112 0,28-2 0 0,-13-2-16 15,-15 4-432-15,26-5 0 0,-26 5 0 16,25-3 0-16,-13-1 0 0,-2 1 0 0,-1 1-192 0,-1 1-10848 16</inkml:trace>
  <inkml:trace contextRef="#ctx0" brushRef="#br0" timeOffset="-1694.51">18531 7574 1839 0,'-4'-2'160'0,"1"-2"-160"0,1 1 0 0,0 1 0 0,2 1 688 0,-1 1 96 16,0-2 32-16,0 1 0 0,-1-2 496 0,0 0 96 15,-1-2 32-15,1 3 0 0,1 0-384 0,0 0-80 16,1 1-16-16,0 1 0 0,1 0-80 0,1 0-32 16,2 0 0-16,0 1 0 0,0-1 96 0,2 0 16 15,-6 0 0-15,0 0 0 0,0 0-112 0,29 2-16 16,-29-2 0-16,0 0 0 0,0 0-384 0,0 0-64 15,35 12-32-15,-35-12 0 0,0 0-352 0,0 0 0 16,0 0 0-16,0 0 0 0,0 0 0 0,24 37 0 16,-24-30 0-16,-2 1-128 0,0 1 0 0,0-2 0 0,-3 3 0 15,0-1 0 1,0-2-320-16,-2 3-48 0,2-1-16 0,-2-1 0 16,1 1 0-16,0-2-16 0,0 0 0 0,0 0 0 15,1 0-48-15,0-1 0 0,1 0 0 0,0-1 0 0,2 0 256 0,0-1 64 0,0 1 0 0,1-2 0 16,0 1 256-16,1-1 0 0,1 1 0 0,0-1 0 15,0-2 0-15,2 0 0 0,-1 1 0 0,-2-2 144 16,0 0 32-16,0 0 0 0,0 0 0 0,0 0 0 16,0 0 144-16,34 5 16 0,-28-7 16 0,1 2 0 15,-1-3-112-15,2 1-32 0,-2 1 0 0,1 0 0 16,-1-2-208-16,1-2 0 0,-1 2 0 0,1 0 0 16,-1-2-784-16,1 2-112 0,-1 1 0 0,1-3-6880 15</inkml:trace>
  <inkml:trace contextRef="#ctx0" brushRef="#br0" timeOffset="-1505.27">18755 7686 7359 0,'0'0'320'0,"0"0"80"0,1 0-400 0,-1-2 0 16,0 2 0-16,0 0 0 0,0 2 832 0,0-2 96 15,1 1 16-15,0 0 0 0,1 1-192 0,-1-1-48 16,1 3 0-16,-1-3 0 0,1 2-192 0,0 0-32 15,1 0-16-15,-1 0 0 0,-2-3-272 0,0 0-64 16,0 0-128-16,0 0 192 0,0 0-192 0,0 0 0 16,0 0 0-16,0 0 0 0,0 0 0 0,23 33-208 15</inkml:trace>
  <inkml:trace contextRef="#ctx0" brushRef="#br0" timeOffset="-947.39">18918 7532 4607 0,'-4'2'400'0,"1"-2"-400"0,1 2 0 0,0-2 0 15,2 0 704-15,-1 0 48 0,1 1 16 0,-1 1 0 16,0-2 560-16,0 2 112 0,0-1 32 0,0 1 0 15,1 0-320-15,1-2-48 0,0 0-16 0,1 0 0 0,1 0-32 0,1-2-16 16,1 2 0-16,0-3 0 0,2 1-48 0,0-1-16 16,0 1 0-16,2 0 0 0,-3 2-320 0,1-2-64 15,0 2-16-15,0 0 0 0,-7 0-400 0,0 0-176 16,0 0 128-16,0 0-128 0,0 0 0 0,0 0 0 16,0 0 0-16,0 0 0 0,0 0 0 0,23 37 0 15,-26-32 0-15,-1 2 0 0,1-1-368 0,-1 0 48 16,-1 0 16-16,1-2 0 15,-1 1-80-15,0 0-32 0,1-1 0 0,0 1 0 0,0-2 16 0,1 0 0 16,-1 2 0-16,0-2 0 0,1-1 80 0,1 3 0 16,-1-3 16-16,0 1 0 0,2-1 304 0,-1 0 0 15,2 0-128-15,-1-2 128 0,2 1 0 0,0-1 0 0,1 2 0 0,0-2 0 16,1 0 0-16,0 0 0 16,1 0 0-16,0 0 0 0,-4 0 0 0,0 0 0 0,0 0 0 0,0 0 0 15,0 0 0-15,0 0 128 0,36 14-128 0,-36-14 0 16,0 0 0-16,0 0 0 0,0 0 0 0,0 0 0 15,29 30 0-15,-29-30 0 0,0 0 0 0,0 0 0 16,0 0 0-16,0 0 0 0,6 32 0 0,-8-27 0 16,0 0 0-16,-2 2 0 0,0-3 0 0,-1 3 0 15,1-3 0-15,-2-1-128 0,2 2 128 0,-1-2 0 16,0 1-560 0,2-2 0-16,-1-1 0 0,0 1 0 0,2-2-912 0,0 0-176 0,-1-2-32 0,2 1-4896 15</inkml:trace>
  <inkml:trace contextRef="#ctx0" brushRef="#br0" timeOffset="-415.8">19109 7539 2751 0,'1'0'256'0,"-1"0"-256"15,0 0 0-15,1 0 0 0,-1 0 576 0,1 0 64 16,0 2 0-16,1-2 16 0,1 0 304 0,0-2 48 16,2 2 16-16,0 0 0 0,1-2-320 0,0 1-48 15,0 1-16-15,1-2 0 0,-1 2 144 0,1 0 32 16,-1 0 0-16,1 0 0 0,-2 0-224 0,-5 0-32 16,0 0-16-16,0 0 0 0,0 0-384 0,0 0-160 0,0 0 128 0,0 0-128 15,0 0 0-15,0 0 0 0,0 0 128 0,17 36-128 16,-20-32 0-16,-1 1 0 0,1 0 0 0,-2-1 0 15,0 1-160-15,1 0 160 0,0 0-208 0,-1 0 80 16,-1-1-64-16,1 1-16 0,1 0 0 0,-1-1 0 16,0 1 64-16,2 0 16 0,-1-2 0 0,1 1 0 15,1-1 128-15,1-1 0 0,1 0 0 0,0-2-128 16,0 2 128-16,1-2 0 0,1-2 0 0,0 2 128 16,1 0-128-16,0-2 0 0,-1 2 0 0,2-2 0 15,0 2 192-15,1 0-16 0,-2-2-16 0,2 2 0 16,-1 2 64-16,-4-2 16 0,0 0 0 0,0 0 0 15,0 0-80-15,31 4-16 0,-31-4 0 0,0 0 0 0,0 0 96 0,0 0 16 16,0 0 0-16,33 15 0 0,-33-15-80 16,0 0-16-16,0 0 0 0,0 0 0 0,0 0-160 0,0 0 0 15,15 35 0-15,-16-30 0 0,0 2 0 0,-2-2 0 16,-1 2 0-16,0-2 0 0,0 2 0 0,-1-3 0 16,0 2 0-16,1 0 0 0,-2-1 0 0,1 1 0 15,-1-2 0-15,0 3 0 0,-1-3 0 0,0 2-176 16,0 0 176-16,1-1-128 0,0 0 128 0,0 0-160 15,-1 0 160-15,3-1-160 0,-1 0-112 0,1-1-32 16,1-1 0-16,0 1-4688 16,1-1-960-16</inkml:trace>
  <inkml:trace contextRef="#ctx0" brushRef="#br0" timeOffset="-109.81">19298 7754 7359 0,'2'-2'320'0,"0"1"80"0,0 0-400 0,0-1 0 0,-1 2 0 0,0 0 0 15,1 0 976-15,0-2 112 0,-2 2 32 0,0 0 0 16,17-4-16-16,-9 2 0 0,3 0 0 0,-1-2 0 15,0 1-432-15,1 0-96 0,1-1 0 0,1 0-16 16,0 0-176-16,0 1-16 0,0 0-16 0,-1 0 0 16,-12 3 48-16,24-5 16 0,-24 5 0 0,20-3 0 0,-20 3-208 0,0 0-32 15,23-1-16-15,-23 1 0 0,0 0-160 0,0 0 0 16,0 0 0-16,0 0-6208 16,0 0-1136-16</inkml:trace>
  <inkml:trace contextRef="#ctx0" brushRef="#br0" timeOffset="376.07">19743 7748 1839 0,'-4'-2'0'0,"1"1"160"0,1 1-160 0,1-2 0 0,-1 2 0 0,1 0 0 16,-1 2 928-16,-1-2 160 0,-2 0 16 0,-2 1 16 15,-1 1 224-15,-1 0 32 0,1 0 16 0,0 1 0 16,0 1-192-16,2-1-48 0,0 1 0 0,0 1 0 16,0 0-528-16,1 0-112 0,-1 2-32 0,1 0 0 15,2 0-208-15,-1 3-32 0,0-1-16 0,4-9 0 16,-4 23-16-16,4-23 0 0,0 0 0 0,-2 34 0 15,2-34-208-15,0 0 0 0,0 0 0 0,0 0 0 16,20 36 0-16,-20-36 0 0,0 0 0 0,0 0 0 0,38 3 0 0,-27-6-128 16,2-3 128-16,0 0 0 0,1-4 0 0,1-2 176 15,1-2-32-15,0 1 0 0,-2-2-144 0,0 0 128 16,0 1-128-16,-3-2 128 0,0 3-128 0,-3-1 0 16,-2 2 0-16,-1-1 0 0,-2 5 0 0,-1-1 0 15,-3-1 0-15,-1 3 0 0,-3 2 0 0,0 1 0 16,-2 1 0-16,-1 1 0 0,0 2 128 0,-3 2-128 15,2 1 0-15,-1 1 128 0,0 4 64 0,-1-1 0 16,1 2 0-16,2 3 0 0,0-4-64 0,1 3 0 16,2-2 0-16,0 1 0 0,1-3-128 0,1 0 0 15,3-7 0-15,0 0-176 16,0 0-432-16,0 0-96 0,0 0 0 0,0 0-7472 0</inkml:trace>
  <inkml:trace contextRef="#ctx0" brushRef="#br0" timeOffset="907.5">19930 7800 7359 0,'0'-3'320'0,"-1"1"80"0,0 0-400 0,1 1 0 0,0-1 0 0,-1 2 0 16,0-1 1056-16,0 0 128 0,1-3 32 0,-2 1 0 15,0 0-464-15,0 1-96 0,1-2-16 0,-1 3 0 16,1 1-128-16,1 0-48 0,-1 1 0 0,1 1 0 15,0 0 224-15,0 2 32 0,0-1 16 0,-1 2 0 16,1 0 96-16,-1 2 0 0,0 0 16 0,-1 0 0 16,1-2-400-16,-2 3-96 0,1 0-16 0,-1-1 0 15,2-1-336-15,-2 0 128 0,0 2-128 0,-1-1 0 0,2 0 0 0,-2-3 0 16,0 3 0-16,1-2 0 0,0-2 0 16,1 1-160-16,-1-1 160 0,1-1 0 0,0-1-160 0,1 0 160 15,0-1-128-15,0 0 128 0,1 0 0 0,0 0-128 16,0-1 128-16,1 0 0 0,0-1-192 0,1-1 64 15,-1 1 0-15,1-3 0 0,1 3-32 0,0-5 0 16,1 2 0-16,0-2 0 0,1 0 160 0,0-3 0 16,0 1 0-16,-1 2 128 0,0-3-128 0,1 1 0 15,0 0 0-15,0-1 0 0,-1 2 0 0,0-1 128 16,1 2-128-16,0 0 128 0,-1 0 80 0,1 2 32 16,-1-1 0-16,1 1 0 0,1 1 336 0,-3 0 64 15,3 2 0-15,-1-1 16 0,-1 1-112 0,2 2-32 16,-6 0 0-16,0 0 0 0,0 0-128 0,0 0-48 0,0 0 0 0,0 0 0 15,32 17-208-15,-32-17-128 0,0 0 128 0,0 0-128 16,0 0 0-16,0 0 0 0,24 40 0 0,-24-40 0 16,0 0 0-16,0 0 0 0,0 0 0 0,13 39 0 15,-13-39 0-15,0 0 0 0,0 0 0 0,1 34 0 16,-1-34 0-16,0 0 0 0,-3 22 0 0,1-15-128 16,0-2-96-16,0 2-16 0,0-3 0 0,2 1-7824 15,-1-2-1552-15</inkml:trace>
  <inkml:trace contextRef="#ctx0" brushRef="#br0" timeOffset="1457.81">20203 7827 3679 0,'0'1'320'0,"0"-1"-320"15,0 2 0-15,0-1 0 0,0 1 640 0,1 0 48 16,-1 1 16-16,0 1 0 0,0 2 64 0,0 0 32 0,0-6 0 0,0 0 0 15,0 0-352-15,0 0-80 0,0 0-16 0,0 0 0 16,0 0-32-16,0 0-16 0,0 0 0 0,31 28 0 16,-25-30 160-16,2 0 48 0,1-3 0 0,2 0 0 15,0-2-64-15,1 0-16 0,0-2 0 0,1 2 0 16,-1-3-144-16,-1 1-32 0,1 2 0 0,-2-3 0 16,-1 3-64-16,-3-2-32 0,0 1 0 0,-2 1 0 15,-1-1-160-15,-2 2 0 0,-1-1 0 0,-2 2 0 16,-1-2 0-16,-1 3 0 0,-3-1 0 0,-1 2 128 15,1 1-128-15,-2-1 0 0,1 1 0 0,-1 2 0 16,-2 0 0-16,2 2 0 0,-1 2 0 0,0 0 0 16,0 3 0-16,2-1 0 0,-1 3 192 0,1 0-64 15,1 2 0-15,0 1 0 0,0 0 0 0,1 2 0 0,2 0 320 16,0 1 48-16,4-15 16 0,-3 28 0 16,3-28-80-16,0 0-16 0,5 36 0 0,-5-36 0 0,0 0-64 0,0 0-16 15,20 35 0-15,-20-35 0 0,0 0-336 0,0 0 0 16,0 0 0-16,38 21 128 0,-38-21-128 0,0 0 0 15,25 0 0-15,-25 0 0 16,17-3-448-16,-9 0-16 0,0 0 0 0,-1 0-8736 16</inkml:trace>
  <inkml:trace contextRef="#ctx0" brushRef="#br0" timeOffset="1735.38">20523 7830 5519 0,'0'0'496'0,"-1"0"-496"0,1 0 0 0,-1 0 0 16,0 0 1088-16,0 0 128 0,0 1 32 0,-2 1 0 15,1 0 720-15,-2 1 144 0,1-1 16 0,1-2 16 16,0 2-624-16,1 0-128 0,2-2-32 0,0 0 0 16,1 0-464-16,0 0-80 0,2-2-32 0,-1 2 0 15,1 0-304-15,1-1-64 0,-1 0-16 0,2 1 0 16,-1 0-400-16,1-2 0 0,1 2 0 0,-1 0 0 15,1 0 0-15,-1-2 0 0,1 2 0 0,-7 0 0 16,16-1-224-16,-8 1 80 0,-1 0 16 0,0 0 0 16,-1 0-1088-1,1 0-192-15</inkml:trace>
  <inkml:trace contextRef="#ctx0" brushRef="#br0" timeOffset="2188.58">20885 7752 5903 0,'3'-4'128'0,"-1"1"16"0,0 0 16 0,-1 1 32 0,0 2-192 0,-1-2 0 16,1 2 0-16,0-2 0 0,2 0 544 0,0-1 80 16,1 0 16-16,-1 1 0 0,-1 0 704 0,-1 2 128 15,0 0 48-15,-2 0 0 0,-1 1-176 0,0 0-48 16,-2 2 0-16,-1 1 48 0,-1 1-384 0,-1-1-64 15,-1 2 0-15,0 0-16 0,-2 2-400 0,1-1-80 0,-1 1-16 0,0-1 48 16,0 1-304-16,0 2-128 0,2-3 128 0,-1 2-128 16,3-3 144-16,-1 1-144 0,3 2 160 0,-1-2-160 15,2 0 240-15,2 0-48 0,1-7-16 0,0 0 32 16,0 0-48-16,0 0-16 0,0 0 0 0,5 34 0 16,-5-34-144-16,0 0 0 0,0 0 144 0,0 0-144 15,0 0 192-15,0 0-64 0,32 21 0 0,-32-21-128 16,0 0 128-16,0 0-128 0,0 0 0 0,0 0 0 15,0 0 0-15,33 16 0 0,-33-16 0 0,0 0 0 16,0 0 0-16,0 0 0 0,0 0 0 0,0 0 0 16,0 0 0-16,0 0 0 0,0 0 0 0,0 0 0 15,0 0 0-15,0 0 0 0,0 0 0 0,0 0 0 16,0 0 0-16,-4 34 0 0,0-32 0 0,-1 0 0 0,0-1 0 16,1 1 0-16,-1 0 0 0,1-1 0 0,-1 1-128 15,0-2 0-15,1 0 0 0,0 0 0 16,0-2-704-16,1 1-128 0,2-2-16 0,-1 1-16 15,2 0-1104-15,0 0-208 0</inkml:trace>
  <inkml:trace contextRef="#ctx0" brushRef="#br0" timeOffset="2426.47">21017 7771 4607 0,'5'-4'192'0,"-3"3"64"16,0-1-256-16,0 0 0 0,-1 2 0 0,0-2 0 0,-1 2 1648 0,1-1 272 15,1 1 64-15,0-2 16 0,0 0-32 0,0 1-16 0,1 1 0 0,-1 0 0 16,1 0-848-16,-1 0-160 0,0 0-48 0,1 0 0 16,1-2-608-16,0 2-128 0,-1 0-32 0,1 0 0 15,0 0-128-15,0 0-144 0,0 2 144 0,1-2-208 32,-5 0-288-32,0 0-48 0,0 0-16 0,0 0 0 15,0 0-1232-15,0 0-256 0,0 0-64 0,0 0-4704 0</inkml:trace>
  <inkml:trace contextRef="#ctx0" brushRef="#br0" timeOffset="2570.67">21086 7827 911 0,'0'0'0'0,"0"0"0"0,0 1 0 0,0-1 0 16,0 0 1296-16,0 2 176 0,-1-1 48 0,1 3 0 16,-1 1 400-16,-1 0 96 0,2-5 16 0,-6 19 0 15,6-19-816-15,-8 21-176 0,2-9-16 0,1-1-16 0,-1 1-304 0,1 0-48 16,5-12-16-16,-9 22 0 0,9-22-480 15,0 0-160-15,-7 22 0 0,7-22-5760 16,0 0-1248-16</inkml:trace>
  <inkml:trace contextRef="#ctx0" brushRef="#br0" timeOffset="3202.34">21310 7854 7359 0,'-1'0'656'0,"0"0"-528"16,0 0-128-16,0 0 0 0,0 0 512 0,1 0 64 0,-1 0 0 0,-1 0 16 16,0 0 160-16,-2-1 16 0,1 1 16 0,1-1 0 15,-1-1-528-15,1 0-128 0,1 1 0 0,0-2-128 16,0 1 0-16,1 0 0 0,0 0 0 0,-1-1 0 16,1 1 272-16,-1-1 160 0,0 1 16 0,-1 1 16 15,-1 0 96-15,0 1 16 0,-1-2 0 0,-1 4 0 16,0-2-128-16,-1 1 0 0,0 0-16 0,0 2 0 15,-1 1-144-15,2-1-32 0,-1 1 0 0,0 1 0 16,1 1-256-16,0 0 0 0,1 1 0 0,0 0 0 16,1-1 128-16,3-6 32 0,-6 16 0 0,6-16 0 15,0 0 32-15,-9 28 16 0,9-28 0 0,0 0 0 16,0 0-208-16,-2 31 144 0,2-31-144 0,0 0 128 16,0 0-128-16,0 0 0 0,0 0 0 0,0 0 0 15,0 0 0-15,30 14 0 0,-23-14 0 0,-1-5 0 0,1 1 0 16,0-1 0-16,0 0 0 0,1-2 0 0,0 0 128 0,1-2-128 15,1-1 0-15,0-1 128 0,1-2-128 0,-1 1 0 16,0 1 0-16,-1-1-176 0,0-1 176 0,0-1 0 16,0 0 0-16,-1 0 0 0,-1 1 0 0,0 0 0 15,-2-1 0-15,-1 2 0 0,0 0 0 0,-1-2 0 16,-1 0 0-16,-1-1 0 0,0 1 0 0,-1 0 144 16,0-1-144-16,-1 1 0 0,0 0 240 0,0 3-64 15,-1 3-16-15,0-1 0 0,0 2 480 0,1 3 112 16,-1 1 16-16,0 1 0 0,1 2 48 0,0 0 16 15,-1 2 0-15,0 1 0 0,0 1-368 0,2-4-64 16,0 0-16-16,0 0 0 0,-7 33 0 0,7-33-16 16,-5 26 0-16,5-26 0 0,-6 28-128 0,6-28-32 0,-5 34 0 0,5-34 0 15,-8 35-208-15,8-35 0 0,-9 38 128 16,9-38-128-16,-10 33 0 0,10-33 0 0,-9 32 0 0,9-32 0 16,-8 30 0-16,8-30 0 0,0 0 0 0,-5 31 0 15,5-31 0-15,0 0-128 0,0 0 128 0,0 0 0 16,0 0-352-16,0 0-16 0,0 0 0 0,0 0 0 31,23 33-1168-31,-23-33-224 0,0 0-48 0,15-4-5648 0,-11 3-1120 0</inkml:trace>
  <inkml:trace contextRef="#ctx0" brushRef="#br0" timeOffset="3656.93">21479 7828 5903 0,'-1'0'256'0,"0"0"64"0,0 0-320 0,0 0 0 16,1 0 0-16,0 0 0 0,0 0 1440 0,-1 0 224 16,0 0 64-16,0 2 16 0,0-1-256 0,1 1-48 15,1 0-16-15,1 1 0 0,1-3-672 0,0 2-144 16,1-1-32-16,1 0 0 0,-5-1-128 0,0 0-48 16,0 0 0-16,27 2 0 0,-27-2 32 0,0 0 0 15,21-2 0-15,-13 0 0 0,0-2 32 0,0 1 16 16,-2-2 0-16,0 1 0 0,0 1-144 0,0-2-16 15,-3 1-16-15,0-1 0 0,0 0-304 0,-1 0 0 16,-1 0 128-16,-1 1-128 0,0-1 0 0,-2 0 0 0,1 3 0 0,-1-3 0 16,0 1 0-16,-1 1 0 0,0 2-160 0,-1 0 160 15,0-1 0-15,0 1 0 0,0 1-144 0,-1 1 144 16,2 1 0-16,-3-1 0 0,1 2 0 0,1 2 0 16,-2 0 0-16,2 0 0 0,1 2 0 0,-1 0 0 15,4-7 0-15,-6 17 320 0,3-8-32 0,3-9-16 16,-6 20 80-16,6-20 16 0,0 0 0 0,-5 27 0 15,5-27-128-15,0 0-32 0,0 0 0 0,-1 32 0 16,1-32-208-16,0 0 0 0,0 0 128 0,0 0-128 16,0 0 0-16,0 0 0 0,15 40 0 0,-15-40 0 15,0 0-320-15,0 0 32 0,0 0 16 0,0 0 0 16,33 9-1312-16,-33-9-256 0,0 0-48 0,26-5-8144 16</inkml:trace>
  <inkml:trace contextRef="#ctx0" brushRef="#br0" timeOffset="4163.82">21880 7844 8287 0,'0'0'736'0,"-2"0"-592"0,1 0-144 0,0 0 0 16,0 0 624-16,-1 0 80 0,0 0 32 0,-2 0 0 16,0 0 352-16,-1 0 80 0,1 0 16 0,2 0 0 15,0 0-672-15,2-2-128 0,2 2-16 0,1-2-16 16,2 0 48-16,2-1 16 0,3 1 0 0,0-1 0 0,2 0 352 0,1 0 80 15,1 0 16-15,0 0 0 0,1 0-144 0,-2 0-16 16,0 0-16-16,-1 1 0 0,-2-1-320 0,0 1-64 16,-1 2-16-16,0 0 0 0,-2-2-288 0,-7 2 0 15,13 0 0-15,-7 0 0 0,-1 0 0 0,-1 0-192 16,0 0 192-16,-2 0-192 16,1 0-544-16,-1 0-96 0,0 0-32 0,-1 0 0 15,1-2-1056-15,-1 1-192 0,0 1-64 0,-1-2-4992 16</inkml:trace>
  <inkml:trace contextRef="#ctx0" brushRef="#br0" timeOffset="4407.91">22090 7757 2751 0,'0'-3'128'0,"-1"1"16"0,1 1-144 0,-1 0 0 0,2-1 0 0,-2 2 0 15,0-2 864-15,0 1 144 16,-1-1 16-16,-2-1 16 0,0 1-80 0,0 2 0 0,-2-2-16 0,1 2 0 16,1 0-208-16,-1 0-32 0,1 2-16 0,1-2 0 15,-1 3-160-15,0 1-16 0,1-1-16 0,0 1 0 16,0 1 144-16,-1 2 48 0,1 0 0 0,-1 0 0 15,4-7-80-15,-7 19-16 0,7-19 0 0,-7 21 0 16,7-21-32-16,-6 24-16 0,6-24 0 0,-5 26 0 16,5-26-208-16,0 0-32 0,-3 36-16 0,3-36 0 15,0 0-160-15,0 0-128 0,7 38 144 0,-7-38-144 16,0 0 0-16,0 0 0 0,0 0 0 0,30 21 0 16,-30-21-736-16,0 0-32 0,23-2-16 0,-13-1-5216 15,0 0-1040-15</inkml:trace>
  <inkml:trace contextRef="#ctx0" brushRef="#br0" timeOffset="5157.36">22285 7800 4607 0,'-1'0'192'0,"0"0"64"0,0 0-256 0,0 0 0 15,0-2 0-15,1 2 0 0,-1 0 1120 0,0 0 176 16,-1 2 48-16,0-2 0 0,-1 0 144 0,1 2 48 15,0-2 0-15,0 0 0 0,1 0-448 0,1 0-64 16,0 0-32-16,0-2 0 0,2 2-336 0,-1-3-64 16,2 1-16-16,0 0 0 0,0 1-448 0,1-2-128 15,0 2 0-15,0-3 0 0,0 1 0 0,0 0 0 0,1 1 0 0,-2 0 128 16,1-3-128-16,0 2 0 0,-1 0 128 0,-1-1-128 16,1 0 0-16,-2 1 0 0,-1 1 0 0,0-3 128 15,-2 2-128-15,-1-1 0 0,-1 4 0 0,-1-4 0 16,0 3 0-16,-1 1-128 0,-1 0 128 0,1 0-128 15,-1 3 128-15,0-1-128 0,0 0 128 0,-1 3-128 16,1 1 128-16,-1 0 0 0,1 1 0 0,-1 3-128 16,1-1 128-16,1 1 0 0,-1 1 128 0,1 1-128 15,-1 0 128-15,7-12-128 0,-9 22 160 0,9-22-160 16,0 0 160-16,0 0-160 0,-6 30 160 0,6-30-160 16,0 0 0-16,0 0 0 0,0 0 0 0,0 0 0 15,0 0 0-15,0 0 0 0,33 12 0 0,-25-14 0 16,2-3 0-16,-1 0 0 0,0-1 0 0,0 0 0 15,0-1 0-15,1 0 0 0,-2 0-128 0,1 0 128 16,0 0 0-16,-2-2-128 0,0 1 128 0,-1 2 0 16,-1 0 0-16,-1 0-128 0,0 1 128 0,-1 2 0 0,0 1 0 0,-2 0 0 15,0 0 0-15,-1 4 0 0,0 0 0 0,0 0 0 16,0-2 0-16,0 0 0 0,0 0 176 0,-8 24-176 16,8-24 192-16,0 0-192 0,-8 28 640 0,8-28 32 15,0 0 0-15,-8 29 0 0,8-29-224 0,0 0-32 16,0 0-16-16,0 0 0 0,4 36-400 0,-4-36 128 15,0 0-128-15,0 0 0 0,0 0 0 0,0 0 0 16,34 10 0-16,-27-13 0 0,1 0 176 0,1-3-48 16,-1 0-128-16,1-1 192 0,0 0-64 0,2 0 0 15,-2-3-128-15,1 1 192 0,0 0-192 0,0 0 0 16,0-1 0-16,-1 2 0 0,-1-1 0 0,1 0 0 0,-2 2 0 0,0 1 0 16,-2 0 0-16,-1 1 144 0,0 2-144 0,-2 2 128 15,0 0-128-15,-1 2 0 0,-1 0 0 0,0 2 128 16,0-3 80-16,0 0 16 0,0 0 0 0,0 0 0 15,-8 31 256-15,8-31 48 0,-8 18 16 0,8-18 0 16,-7 22-336-16,7-22-64 0,0 0-16 0,-6 31 0 16,6-31-128-16,0 0 0 0,0 0 0 0,0 34 0 15,0-34 0-15,0 0 0 0,0 0 0 0,0 0 0 16,0 0 0-16,0 0-176 0,0 0 176 0,0 0-128 16,0 0-352-16,31 21-64 0,-26-24-16 0,-1-2 0 15,1 0-1584-15,0-2-320 0</inkml:trace>
  <inkml:trace contextRef="#ctx0" brushRef="#br0" timeOffset="5361.7">22586 7662 3679 0,'-3'-5'0'0,"1"3"144"0,0-1-144 0,0 1 208 0,1 2-208 0,0 0 0 15,-1 0 0-15,0 2 0 0,-1-2 1120 0,-2 4 176 16,-1 1 48-16,0 1 0 0,0 3 352 0,0-1 80 15,6-8 16-15,-9 19 0 0,9-19-640 0,-7 18-112 16,7-18-16-16,0 0-16 0,0 0-640 0,-3 31-128 16,3-31-32-16,0 0 0 0,0 0-400 0,0 0-96 15,0 0-16-15,0 0-8000 0</inkml:trace>
  <inkml:trace contextRef="#ctx0" brushRef="#br0" timeOffset="5676.75">22870 7553 5519 0,'1'-5'240'0,"-1"4"64"0,1 0-304 0,-2-1 0 0,0 2 0 0,0 2 0 15,0-2 1312-15,-2 2 208 0,-1 3 32 0,-4 1 16 16,0 5-160-16,-3 1-16 0,-2 4-16 0,0 1 0 15,0 3-640-15,-1 1-128 0,-1 4-32 0,0-1 0 16,1 0 128-16,0 1 0 0,1-1 16 0,1 0 0 0,3 0-80 0,0-3-32 16,9-21 0-16,-13 41 0 0,13-41-32 0,-8 37-16 15,8-37 0-15,0 0 0 0,6 48-304 0,-6-48-64 16,0 0-16-16,26 35 0 16,-26-35-176-16,30 14 0 0,-30-14 0 0,38 3 0 0,-16-3 448 0,3-5 48 15,2 0 16-15,-2-2 0 0,0 0-128 0,2-4 0 16,2-1-16-16,-1 0-12960 15</inkml:trace>
</inkml:ink>
</file>

<file path=ppt/ink/ink4.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4T14:38:18.748"/>
    </inkml:context>
    <inkml:brush xml:id="br0">
      <inkml:brushProperty name="width" value="0.05292" units="cm"/>
      <inkml:brushProperty name="height" value="0.05292" units="cm"/>
      <inkml:brushProperty name="color" value="#FF0000"/>
    </inkml:brush>
  </inkml:definitions>
  <inkml:trace contextRef="#ctx0" brushRef="#br0">17943 8662 911 0,'-2'0'0'0,"-1"1"0"16,0-1 0-16,2 0 0 0,0 0 560 0,0 0 16 16,-2 0 16-16,-3 0 0 0,0 0 240 0,-1-1 32 15,1-1 16-15,0 0 0 0,2 0 272 0,2-3 48 16,0 2 16-16,0-1 0 0,1-1 32 0,0 0 16 15,2 1 0-15,0-1 0 0,0 0-208 0,0 1-32 16,1-1-16-16,0 2 0 0,0-2-272 0,1 0-48 0,0 2-16 0,1-3 0 16,1 1-32-16,0 1-16 0,1-3 0 0,0 2 0 15,0-3-32-15,3 2 0 0,-1-2 0 0,1 1 0 16,0 0 0-16,1 0 0 0,1 0 0 16,0 0 0-16,1 0-32 0,0-1-16 0,2 4 0 0,0-3 0 15,4 2 80-15,-18 5 16 0,33-9 0 0,-33 9 0 16,35-5-192-16,-35 5-16 0,35-2-16 0,-35 2 0 15,33 0-208-15,-33 0-32 0,32 2-16 0,-32-2 0 16,29 0-32-16,-29 0-128 0,31 2 192 0,-31-2-64 16,31 2 0-16,-31-2 0 0,30 1 0 0,-30-1 0 15,0 0 0-15,45 5 0 0,-45-5 0 0,32 4 0 16,-32-4 64-16,33 7 16 0,-33-7 0 0,33 10 0 16,-33-10-48-16,0 0-16 0,43 21 0 0,-43-21 0 0,0 0-16 0,36 26-128 15,-36-26 192-15,0 0-64 0,22 31-128 0,-22-31 0 16,0 0 144-16,16 33-144 0,-16-33 0 0,0 0 0 15,7 33 0-15,-7-33 0 0,0 0 0 0,1 31 0 16,-1-31 0-16,-4 22 0 0,0-11 0 0,-1-1 0 16,-1 2 0-16,-1-1-128 0,0 1 0 0,-3 0 0 15,1-1 0-15,-2 0 0 0,1 1 128 0,-3-1-128 16,0-1 128-16,-1-1-128 0,0-1 128 0,-1 1-160 16,-1-2 160-16,1-2-160 0,-2 2 160 0,-2-3 0 15,-1 4-144-15,-4-3 144 0,-2 4-160 0,-1-2 160 16,0 0-208-16,-1 3 80 0,0-1-96 0,-1-2-16 15,0 1 0-15,0-2 0 0,2 0 64 0,2-1 16 16,1-1 0-16,2-1 0 0,1 1-48 0,1-3-16 16,2 0 0-16,0-2 0 0,2 0 64 0,0-1 16 0,3-3 0 0,-1 0 0 15,2 0 144-15,-1-2 0 0,1-2 160 0,-1 0-160 16,0-1 480-16,1-1 0 0,0-1 0 0,0-1 0 16,0 1 48-16,2 0 16 0,1 0 0 0,0 0 0 15,1-1-256-15,1 3-48 0,0-2-16 0,3 3 0 16,-1-1-48-16,2 1-16 0,0 2 0 0,1-3 0 15,2 3-32-15,0-2 0 0,0 0 0 0,2 1 0 16,3-1-128-16,1 0 160 0,2-2-160 0,3-3 160 16,2 0-160-16,3-2 0 0,2-2 0 0,2 0 0 15,0-1 0-15,2 0-176 0,3-3 176 0,1 4-192 16,0-2-240-16,0 4-48 0,1 2-16 0,1 2-16064 16</inkml:trace>
  <inkml:trace contextRef="#ctx0" brushRef="#br0" timeOffset="764.63">18212 8414 2751 0,'-3'1'256'0,"1"-1"-256"0,1 1 0 0,0-1 0 16,1 0 736-16,-1 0 96 0,-1 0 32 0,-1 0 0 15,-1 0 736-15,0-1 160 0,1 0 32 0,2-2 0 16,0-2 256-16,1 1 48 0,1-3 16 0,0-2 0 15,3 0-400-15,1-4-80 0,0-1-16 0,4-3 0 16,0-3-592-16,4-3-128 0,3-3-32 0,2-4 0 16,4-2-480-16,0-3-112 0,2 2-16 0,0-2 0 15,2 1-256-15,1-1 128 0,1 1-128 0,-2 6 0 16,0 3 0-16,-3 5 0 0,-1 3 0 0,-3 3 0 16,-2 5-832-16,-3 4-64 0,-14 5 0 0,0 0-7360 15,0 0-1472-15</inkml:trace>
</inkml:ink>
</file>

<file path=ppt/ink/ink5.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6T08:56:47.428"/>
    </inkml:context>
    <inkml:brush xml:id="br0">
      <inkml:brushProperty name="width" value="0.05292" units="cm"/>
      <inkml:brushProperty name="height" value="0.05292" units="cm"/>
    </inkml:brush>
  </inkml:definitions>
  <inkml:trace contextRef="#ctx0" brushRef="#br0">3744 7475 17503 0,'0'-2'1552'0,"1"1"-1232"16,-1 1-320-16,0-2 0 0,0 2 1104 0,0 0 176 0,0-1 16 0,0 0 16 15,-1-1 1008 1,-1 2 208-16,1 0 32 0,-1 2 16 0,0 0-1488 0,1 1-320 0,-2 2-48 0,0 3-16 16,1 0-192-16,-1 1-32 15,1 1-16-15,-2-1 0 0,1 3-128 0,-1 1-16 0,-2 2-16 0,-1 3 0 16,1 0-112-16,-1 2 0 16,-3 1-16-16,0 2 0 0,0 1-176 0,-2-3 0 15,-1 0 0-15,-1 1 0 0,0-1 0 0,-1-2 0 0,-1 3 128 0,2-4-128 0,1-3 0 16,1-1 0-1,-1 0 0-15,3-5 0 0,2-1 0 0,0-4 0 0,2-1 0 16,0-1 0-16,0-2 0 0,0-2 0 0,2-1 0 0,-1-1 0 16,1-4 0-16,1-3 0 0,0 1-144 0,0-4 144 15,0 0 0-15,1-3-128 0,0-2 128 0,-1-2 0 16,-1-4-160-16,2-1 160 0,1-1-128 0,1 3 128 16,0 0 0-16,0 5 0 0,1-1 0 0,1 2-128 15,1 2 128-15,0 1 0 0,0 3 0 0,2 1 0 16,1 4 0-16,-1-1 0 0,2 4 0 0,-7 4 0 15,0 0 192-15,0 0-48 0,0 0 0 0,44 13 0 16,-44-13 176-16,0 0 48 0,39 41 0 0,-39-41 0 16,30 39-208-16,-30-39-32 0,31 45-128 0,-31-45 192 15,32 47-192-15,-32-47 0 0,31 43 0 0,-31-43 0 0,28 32 0 0,-28-32 0 16,0 0 0-16,37 35 0 0,-37-35-192 0,0 0 32 16,0 0 0-16,30 25 0 15,-30-25-800-15,0 0-176 0,0 0-16 0,0 0-14816 16</inkml:trace>
  <inkml:trace contextRef="#ctx0" brushRef="#br0" timeOffset="1399.64">3990 7548 11055 0,'0'2'976'0,"-1"-2"-784"0,1 0-192 15,0 0 0-15,1 1 1120 0,-1-1 176 0,0 2 48 16,1-2 0-16,0 3 160 0,1-1 32 0,2-2 16 0,0 0 0 16,1 0-640-16,2-2-128 0,0-1-16 0,3-2-16 15,-1 1 208-15,1-1 32 0,1 0 16 0,-11 5 0 16,22-10-192-16,-11 6-48 0,-11 4 0 0,23-7 0 0,-23 7-192 0,0 0-64 16,33-5 0-16,-33 5 0 0,0 0-320 0,0 0-64 15,36 0 0-15,-36 0-128 0,0 0 0 16,0 0 0-16,0 0 0 0,0 0 0 31,0 0-688-31,0 0-80 0,0 0-32 0,0 0-12912 0</inkml:trace>
  <inkml:trace contextRef="#ctx0" brushRef="#br0" timeOffset="1651.71">4044 7662 11967 0,'-2'0'528'0,"1"0"112"0,0 0-512 0,1 0-128 16,0 0 0-16,1 0 0 0,0 0 1792 0,1-1 320 15,1 0 64-15,-3 1 0 0,0 0 512 0,23-12 112 16,-13 7 16-16,0-2 0 0,-10 7-1280 0,19-9-256 16,-19 9-64-16,21-7 0 0,-21 7-624 0,0 0-128 0,0 0-16 0,36-5-16 15,-36 5-432-15,0 0 0 0,0 0 0 0,34-2 0 31,-34 2-848-31,0 0-112 0,0 0 0 0,35-8-13968 0</inkml:trace>
  <inkml:trace contextRef="#ctx0" brushRef="#br0" timeOffset="12886.66">4485 7388 10127 0,'-4'2'896'0,"1"-2"-704"0,2 0-192 0,-1 0 0 0,1 0 1936 0,0 0 368 15,-1 0 64-15,-1-2 0 16,0 2 928-16,-2-1 176 0,0 1 48 0,1 0 0 0,0 1-1712 0,0 1-336 15,1 0-64-15,0 0 0 0,1 1-960 0,-1 1-192 0,1-1-48 0,-1 1 0 16,2 1-208-16,-2 0 0 0,1 2 128 0,-1-1-128 16,0 2 0-16,0-1 0 0,1 3 128 0,0 2-128 15,0 0 240-15,0 2 0 0,0 2 0 0,2 3 0 0,-1 0-240 16,2 0 0-16,0 0 0 0,-1-19 0 0,7 37 0 16,-7-37 0-16,0 0 0 15,15 37 0-15,-15-37 0 0,0 0-160 16,0 0 0-16,0 0 0 0,0 0-32 0,41 1 0 15,-32-12 0-15,0-3 0 0,0 0 192 0,1-3 0 16,-1 0 0-16,-1 1 0 0,1-2 0 0,-2 1 192 0,1 1-64 16,-1-1 0-16,-1 2 0 0,-1 1 16 15,-2 0 0-15,-2 2 0 0,-2 2-144 0,-4-1 0 16,0 1 0-16,-4 0 0 0,2-1 0 0,-3 4 0 0,-1-3 0 16,-1 5 0-16,0 0 0 0,0 3 0 0,0 1 0 0,1 1 0 15,2 1 160-15,-1 2 0 0,2 2 0 16,3 1 0-16,0 0-160 0,2 2 128 0,2 2-128 0,1 2-17152 15</inkml:trace>
  <inkml:trace contextRef="#ctx0" brushRef="#br0" timeOffset="13157.24">4782 7601 23951 0,'2'-1'1056'0,"-2"-1"224"0,1 2-1024 0,-1-1-256 15,0 0 0-15,0 1 0 0,1 0 1536 0,0 0 240 16,0 0 48-16,1-2 16 0,0 1-240 0,0 1-32 0,0 0-16 0,0 1 0 16,1 2-928-16,0 0-192 0,-3-3-48 0,0 0 0 15,0 0-512-15,0 0-128 0,0 0 0 0,0 0-16176 16</inkml:trace>
  <inkml:trace contextRef="#ctx0" brushRef="#br0" timeOffset="13530.02">5091 7264 6447 0,'-1'-2'576'0,"-1"2"-576"0,1 0 0 0,0 0 0 0,0 2 2048 0,-1-1 320 15,-2 2 48-15,-1 0 16 0,-2 4 544 0,-1 5 112 16,1 2 32-16,0 3 0 0,1 3-1776 0,-1 1-336 16,2 4-80-16,0 1-16 15,1 0-592-15,1 1-128 0,1-4-32 0,0-1 0 0,1 3-160 0,2-5 0 0,1-2 0 0,-2-18 0 16,0 0 848-16,14 31 144 15,-14-31 32-15,0 0 0 0,0 0-768 0,0 0-256 0,39-12 144 0,-27-1-144 16,-2 1 384-16,1-2-16 16,0-1 0-16,0-2 0 0,1-2-368 15,-1 0 0-15,0-2 0 0,-1 2-128 0,-3 0-160 0,-2 2-32 0,-1 3 0 16,-4 0 0-16,-2 1 496 0,-3 2 80 0,-1 0 32 0,-2 3 0 16,0-1 112-16,-3 1 32 0,-1 4 0 0,0-1 0 15,0 1 208-15,0 3 32 0,0 1 16 0,1 0 0 16,0 1-432-16,1-1-64 0,2 2-32 0,2-2 0 15,3 2-352-15,2-4-64 0,1 2 0 0,3-3-17168 16</inkml:trace>
  <inkml:trace contextRef="#ctx0" brushRef="#br0" timeOffset="14136.94">5320 7333 12895 0,'-8'4'576'0,"5"-4"112"0,0 3-560 0,1-3-128 16,0 1 0-16,1-1 0 0,0 1 1456 0,-1-1 256 15,0 2 48-15,0-2 16 0,0 1 688 0,1-1 144 16,0 0 16-16,1 0 16 0,0 0-912 0,2 0-192 15,0 0-48-15,0-1 0 0,3 1-448 0,1-2-80 16,-6 2-32-16,0 0 0 0,24-7-400 0,-24 7-80 16,0 0 0-16,33-7-16 0,-33 7-240 0,21-8-64 0,-21 8 0 0,0 0 0 15,29-4-128-15,-29 4 0 16,0 0 0-16,0 0 128 0,0 0-128 0,0 0 0 0,0 0 0 0,0 0 0 16,0 0 0-16,22 38 0 0,-27-28 0 0,-1 1 0 15,1 1 0-15,-3 0 0 0,1 2 0 0,0-2 0 16,-1 0-208-16,1 0 80 0,-3 2 128 0,0-2-208 15,2 0-512-15,0 0-112 16,-1 0 0-16,2-1-16 0,0-1-208 16,3 0-32-16,0-1-16 0,2 0 0 0,0-1 848 0,1-1 256 0,0 0-128 0,2-3 128 0,1-1 0 0,1-1 0 15,1-2 0-15,1-3 128 0,2-1 320 0,-1-1 48 16,1-2 16-16,1-3 0 0,2-1 288 0,0-1 64 16,0 2 16-16,1-4 0 0,2 0-432 0,-1-1-64 15,1 1-32-15,-2 2 0 16,-1 1-352-16,-1 1 0 0,1 1 0 0,-3 1 0 15,2 2-1152-15,-2-1-320 0</inkml:trace>
  <inkml:trace contextRef="#ctx0" brushRef="#br0" timeOffset="14532.16">5641 7181 12895 0,'-1'0'1152'0,"0"0"-928"0,0 0-224 0,1 0 0 15,-1 0 2224-15,0 2 400 0,-2-2 64 0,0 3 32 16,-1 0-64-16,-2 1-16 0,1 3 0 0,1 0 0 16,0 0-1664-16,1 3-336 0,2-1-64 0,-1 0 0 15,1 2-448-15,0 0-128 0,1-2 0 0,0 1 0 16,0-10 256-16,0 0 0 0,4 28 0 0,-4-28 0 16,0 0 400-16,0 0 80 0,11 33 16 15,-11-33 0-15,0 0-224 0,0 0-32 0,0 0-16 0,0 0 0 16,38 29-224-16,-38-29-64 0,0 0 0 0,0 0 0 0,40 17-192 15,-40-17 128-15,0 0-128 0,0 0 0 16,37 23 0-16,-37-23 0 0,0 0 0 0,0 0 0 0,0 0 0 0,27 33 0 16,-27-33 0-16,0 0 0 15,0 0 0-15,1 26 0 0,-2-18 0 0,-1 1 0 16,-1-2 0-16,-1 1 128 0,0-2-128 0,0 2 0 0,-2-1 0 0,-1 2 0 0,-1 1 0 16,0-4 0-16,-1 2 0 15,-2-1 0-15,0 2 0 0,0-3 0 0,-1 2 0 16,1-3 128-16,-1 2-128 0,1-2 0 0,1 0 0 15,0-3 0-15,-2 1 0 0,1-1 0 0,0-2-656 0,1-3-80 16,2 1-16-16,0-5-16528 16</inkml:trace>
  <inkml:trace contextRef="#ctx0" brushRef="#br0" timeOffset="14682.1">5573 7247 17503 0,'3'-7'768'0,"-2"5"176"0,2-3-752 16,0 0-192-1,-1 3 0-15,0 0 0 0,1-3 2128 0,4-2 400 16,5-5 80-16,6-5 16 0,1 0-528 0,3-1-112 16,3 1 0-16,1-2-16 0,-2 5-1392 0,-1 2-288 15,-1 2-48-15,-3 6-15600 0</inkml:trace>
  <inkml:trace contextRef="#ctx0" brushRef="#br0" timeOffset="24705.49">3645 8712 8287 0,'1'1'736'0,"-1"1"-592"0,0-2-144 0,0-2 0 16,0 1 1072-16,1 1 176 0,0 0 32 0,-1 0 16 0,1 0 432 0,0 0 96 16,1-2 16-16,-1 2 0 0,0 0-208 15,-1-1-32-15,1 0-16 0,-1-1 0 0,0 1-144 16,-1-1-32-16,1 0 0 0,0 1 0 16,0-1-160-16,-1 1-32 0,0 0-16 0,0 1 0 0,0-2-496 0,0 0-112 15,0 1-16-15,0-1 0 0,-1-1-176 0,0 1-32 16,1 0-16-16,-1-1 0 0,-1-1-224 0,0 1-128 15,0 1 160-15,-1-2-160 0,0 3 144 16,-1-2-144-16,0 3 128 0,-1 0-128 16,-3 3 128-16,1 0-128 0,-1 0 0 0,-2 3 128 0,-1 1-128 0,1 3 128 0,-1-1-128 0,1 1 128 15,1 3-128-15,0 2 0 16,1-1 144-16,3 3-144 0,-1-1 0 0,4 3 0 0,2 0 0 0,1 3 0 16,2-1 0-16,0-1 0 0,0 1 0 0,-2-21 0 0,10 38 0 0,-10-38 0 15,11 30 0-15,-11-30 0 16,0 0 0-16,0 0 0 0,29 34 0 0,-29-34 0 15,0 0 0-15,0 0 0 0,40-3 0 0,-26-7 0 16,0-1 224-16,0-3-32 0,1-1 0 0,-1-4 0 16,0 1-192-16,0-2 176 0,-1 1-176 0,2-2 160 15,0 0-576 1,-1 2-112-16,1-1-32 0,-1 4-16704 0</inkml:trace>
  <inkml:trace contextRef="#ctx0" brushRef="#br0" timeOffset="25076.16">3808 8705 2751 0,'-3'-2'256'0,"2"-1"-256"0,0 3 0 0,0-2 0 16,1 2 1920-16,0-1 320 0,0 0 80 0,1 1 16 16,1-2 144-16,1-1 16 0,1 1 16 0,-1-1 0 15,3 1-688-15,0-2-144 0,1 1-16 0,-1 0-16 16,2 1-656-16,0 0-128 0,1 0-32 0,-1-1 0 0,-8 3-448 0,0 0-112 15,0 0-16-15,0 0 0 0,0 0 0 0,45 12-16 16,-45-12 0-16,0 0 0 0,0 0 48 0,28 43 16 16,-28-43 0-16,9 30 0 0,-9-30-128 0,5 37-32 15,-3-17 0-15,-3-2 0 0,0 0-144 0,-1-4 0 16,0 0 0-16,0-2 0 0,-2-3 0 0,0 1 0 16,-1 0 0-16,0-5 0 0,0 2 0 0,1-3 0 15,0-1 0-15,1-1 0 0,0-2 0 0,1-3 0 16,0 0 0-16,1-3 0 0,1-1 0 0,0-3 192 15,2-1-64-15,1-3 0 0,1 1 144 0,2-3 32 16,-1-3 0-16,2-1 0 0,0 2-304 0,1-1 0 0,0 0 0 0,0 2 0 31,2 1-224-31,-1 0-160 0,0 1-16 0,0 1-16 16,0 5-1184-16,-1-1-256 0,0 0-32 0,1 3-10704 0</inkml:trace>
  <inkml:trace contextRef="#ctx0" brushRef="#br0" timeOffset="25238.69">4207 8570 23951 0,'5'-2'1056'0,"-1"0"224"0,0-1-1024 0,-1 1-256 0,-2 2 0 0,1 0 0 0,0 2 1952 16,3-2 336-16,-5 0 64 0,0 0 16 0,0 0-1280 0,0 0-240 16,41 18-48-16,-41-18-16 15,0 0-1568-15,0 0-320 0,0 0-64 0,28 32-8576 16,-28-32-1712-16</inkml:trace>
  <inkml:trace contextRef="#ctx0" brushRef="#br0" timeOffset="25410.21">4255 8724 14735 0,'1'-2'640'0,"0"0"160"0,0-1-640 0,-1 3-160 16,1-2 0-16,-1 2 0 0,1 2 2480 0,0-2 464 0,-1 3 80 0,2 3 32 15,-1 2-320-15,0 1-64 0,-2 3-16 16,0 2 0-16,0 3-1728 0,0-1-352 0,0-1-64 0,-2-1 0 31,1-2-784-31,0-2-160 0,0 0-16 0,1-2-15584 0</inkml:trace>
  <inkml:trace contextRef="#ctx0" brushRef="#br0" timeOffset="25791.18">4448 8726 9215 0,'-1'0'816'0,"0"1"-656"16,1 1-160-16,0-2 0 0,0 0 2160 15,0 0 400-15,0 1 64 0,1 1 32 0,0 0 1568 0,2-2 304 0,1-2 64 0,2 0 16 16,0-2-3200-16,3 1-624 16,0-3-128-16,1 1-16 0,1-2-192 0,-11 7-48 0,24-11 0 0,-24 11 0 15,25-10-272-15,-25 10-128 0,0 0 128 0,35-7-128 16,-35 7 0-16,0 0 0 15,27-9-224-15,-27 9 80 16,0 0-1328-16,22-10-256 0,-17 5-48 0,0 1-13680 16</inkml:trace>
  <inkml:trace contextRef="#ctx0" brushRef="#br0" timeOffset="26020.44">4572 8589 12895 0,'-4'0'576'0,"3"0"112"0,-1 0-560 0,1 0-128 16,0 1 0-16,0-1 0 0,0 2 2656 0,0 0 496 0,-1 0 112 0,-1 1 0 15,1 2-288-15,-1 1-64 0,1-1-16 0,0 0 0 16,0 2-1424-16,1 0-272 0,0 1-64 0,0 1-16 16,1 2-752-16,-1 1-160 0,0 3-16 0,-1 1-16 15,0 1-176-15,0 2 0 0,-1 2 0 0,1 1 128 16,0-1-128-16,0-2 0 0,2-3 0 0,1-3 0 16,-1-13 0-16,0 0 0 0,0 0 0 0,0 0 0 15,0 0 0-15,0 0 0 0,36 21 0 0,-28-29 0 16,3 0 0-16,-2-2 0 0,2-4 0 0,0-1 0 15,-1-2-1280-15,1 1-192 0,1-3-48 0,0 2-14656 16</inkml:trace>
  <inkml:trace contextRef="#ctx0" brushRef="#br0" timeOffset="26177.43">4741 8554 1839 0,'0'0'160'0,"0"2"-160"16,0-2 0-16,0 1 0 0,0 0 2752 0,0 1 528 15,1 1 112-15,0 2 0 0,-1-5 1600 0,0 0 320 16,0 0 64-16,0 0 16 0,0 0-2128 0,0 0-416 15,0 0-96-15,43 16 0 16,-43-16-2896-16,0 0-576 0,30-11-112 0,-30 11-32 16,0 0 96-16,31-10 0 0,-31 10 16 0,0 0-16400 0</inkml:trace>
  <inkml:trace contextRef="#ctx0" brushRef="#br0" timeOffset="26348.78">4823 8665 13823 0,'0'0'1216'0,"0"-2"-960"0,0 2-256 0,0 0 0 16,0 0 2560-16,0 2 448 0,1-2 112 0,0 3 16 16,-1 0 256-16,0 1 64 0,0 5 16 0,0-2 0 0,-1 5-2288 0,0-2-464 15,1 3-80-15,-1 0-32 0,-1 3-464 16,0-4-144-16,1 2 0 0,0-2 0 16,0 0-256-16,1-3-144 0,0 1-48 0,0-10-16832 0</inkml:trace>
  <inkml:trace contextRef="#ctx0" brushRef="#br0" timeOffset="26673.45">5093 8616 12895 0,'0'0'1152'0,"0"0"-928"15,0 0-224-15,-1 0 0 0,1 0 2240 0,0-1 416 0,-1 1 80 0,0 0 16 16,-1-2 448-16,1 0 80 15,-1 1 32-15,1-1 0 0,1 0-2496 0,-1-3-496 0,2 0-112 0,-1 1-16 16,2-1-720-16,-2-1-160 0,1 0-16 0,-1 0-16 16,-1 3 912-16,0-2 192 0,-2 3 48 0,0 1 0 15,-2 3 32-15,-1 4 16 16,0 0 0-16,-2 3 0 0,-1 4-80 0,2 0-16 0,-1 0 0 16,3 4 0-16,0 2-160 0,1-1-32 15,2 4-16-15,0-3 0 0,2 0-176 0,0-2 128 16,2-1-128-16,-2-16 128 0,6 24-128 0,-6-24 128 0,0 0-128 15,0 0 128-15,0 0-128 0,0 0 0 0,46 11 0 0,-36-17 0 0,0-2-448 0,-1-1 48 16,2-1 0-16,0-3 0 16,2 0-464-1,0-1-96-15</inkml:trace>
  <inkml:trace contextRef="#ctx0" brushRef="#br0" timeOffset="27125.19">5333 8608 15663 0,'-1'0'1392'0,"0"0"-1120"0,1-1-272 0,0 0 0 16,-1 1 2416-16,0-3 416 0,0 1 96 0,-1-4 16 15,0-2-960-15,0-2-176 0,1 1-32 0,0-3-16 16,0 0-1056-16,0 2-224 0,1 2-32 0,0 0-16 0,0 4-432 0,-2 1 0 16,0 3 128-16,-2 2-128 0,1 2 0 0,-4 4 0 15,2 1 0-15,-3 3 0 0,1 2-208 0,-1 3 80 16,1 0 128-16,0 2-208 0,-1 2 208 0,3-2 0 15,0 2 0-15,1-1-144 0,1-4 144 0,2 0 0 16,1-3 0-16,0-2-128 0,0-11 128 0,0 0 0 16,0 0 0-16,0 0 0 0,0 0 0 0,0 0 0 15,0 0 0-15,38-4 0 0,-31-7 128 0,-1 0-128 0,2 0 160 16,-1-1-160-16,0 0 0 0,-2 0 0 0,1-2 0 0,-1 2 0 16,-3 2 0-16,0-1-128 15,0 3 128-15,-2 1 0 0,-1-1 0 0,0 2 0 16,-1 1 0-16,1 3 0 0,0 0 416 0,0 2 96 0,0 0 0 0,1 0 16 15,-1 2 240-15,1-1 64 0,0 2 0 0,0 0 0 16,0 2-512-16,0-5-80 0,0 0-32 0,3 21 0 16,-3-21-32-16,0 0-16 0,10 31 0 0,-10-31 0 15,0 0-160-15,15 28 160 0,-15-28-160 0,0 0 160 16,0 0-160-16,0 0 0 0,35 29 0 0,-35-29 0 16,0 0 0-16,0 0 0 0,0 0-160 0,35-6 160 15,-28 0-720 1,-1-1-48-16,1-5-16 0,0-1-16128 0</inkml:trace>
  <inkml:trace contextRef="#ctx0" brushRef="#br0" timeOffset="27340.33">5549 8243 14735 0,'1'-3'1312'0,"-1"1"-1056"0,0 2-256 0,0 2 0 16,0-2 2768-16,0 3 496 15,-1 0 112-15,0 3 16 0,-1 6-160 0,0 7-32 16,-2 2 0-16,1 8 0 0,-1 2-2064 0,0 5-432 0,1-1-64 0,1 0-32 15,0-1-416-15,1-3-192 16,1 0 160-16,0-3-160 0,2-2 0 0,0-2 0 0,-2-24 0 0,8 40 0 31,-8-40-704-31,0 0-176 0,20 38-32 0,-20-38-16 0,0 0-1664 0,0 0-336 0,0 0-64 0,41-4-10688 16</inkml:trace>
  <inkml:trace contextRef="#ctx0" brushRef="#br0" timeOffset="28008.29">6031 8470 11967 0,'0'-2'1072'0,"0"1"-864"16,0 0-208-16,0 1 0 0,0 0 2032 0,0-2 352 0,0 0 80 0,1-1 16 0,-1 0 640 0,0 3 128 15,-1 0 16-15,1 1 16 16,-1 3-1552-16,1 1-320 0,0 2-64 0,1 0-16 16,0 3-752-16,-1-10-128 0,5 23-48 0,-5-23 0 15,9 31-272-15,-9-31-128 0,12 38 128 0,-12-38-128 16,11 38 0-16,-11-38 0 0,12 39 0 0,-12-39 0 15,13 37 0-15,-13-37 0 0,12 28 0 0,-12-28-176 16,0 0-96-16,0 0-32 0,0 0 0 0,0 0 0 16,0 0 304-16,39 5 0 0,-32-17 0 0,0-2 0 0,-1-2 144 15,3-3 96-15,-1-4 16 0,2-4 0 0,1-4-64 0,0 1 0 16,-1-2 0-16,-1 3 0 0,-1 1-192 0,-2 4 176 16,0 1-176-16,-3 4 160 0,-1 2-160 0,-1 6 0 15,1 1 0-15,-1 3 0 0,0 4 0 0,-2 6 0 16,-1 2 0-16,0 2 0 15,0 4-1408-15,0 1-256 0</inkml:trace>
  <inkml:trace contextRef="#ctx0" brushRef="#br0" timeOffset="28474.48">6442 8569 30399 0,'8'-9'1344'0,"-4"5"288"0,1-1-1312 0,-3 0-320 16,0 2 0-16,0 2 0 0,0-3 1568 0,1-2 240 15,2-1 48-15,2-5 16 0,0 1-800 0,-1 1-176 16,-2-2-16-16,-1 3-16 0,-1 2-560 0,-2-1-112 0,-1 2-32 0,-2 0 0 16,0 2-160-16,-4 0 0 0,0 3 144 0,-3-1-144 15,-2 4 144-15,0 1-144 0,-1 1 192 0,1 4-192 16,0 1 128-16,2 2-128 0,0-1 0 0,0 3 0 16,1-1 128-16,2 0-128 0,1 1 0 0,2 0 0 15,0 2 0-15,0-1 0 0,2-1 0 0,1 0 0 0,1-13 0 16,3 24 0-16,-3-24 0 0,0 0 0 0,0 0 0 0,19 31 0 15,-19-31 0-15,0 0 0 0,0 0 0 0,0 0 0 16,38-4 0-16,-27-1 0 16,0-3 0-16,0-1 0 0,-1 0 0 0,1-2 0 0,-1 0 0 15,0 0-144-15,-1-1 144 0,0 2 0 0,-2-2-144 0,-1 3 144 16,-2-1-160-16,0 1 160 0,-1 3 0 0,-2 2-144 0,1-1 144 0,-1 5 0 16,1 0 0-16,-1 3 0 15,0 2 0-15,0 2 0 16,-1-7 0-16,3 20 0 0,-3-20 0 0,3 25 0 0,-3-25 0 0,8 30 0 0,-8-30 0 0,12 27 0 15,-12-27 0-15,0 0 0 0,30 43 0 16,-30-43 0-16,0 0 0 0,43 26 0 0,-43-26 0 16,0 0 0-16,54 4 0 0,-54-4 0 0,41-11 0 0,-20 3 0 15,1-5 0-15,2 0-160 0,0-4 160 0,-1-1 0 16,0-2-1440-16,-3-1-176 16,0 1-48-16,-2 0-9376 15,-4-1-1888-15</inkml:trace>
  <inkml:trace contextRef="#ctx0" brushRef="#br0" timeOffset="28743.05">6997 8127 2751 0,'1'-6'256'0,"-1"3"-256"15,0 0 0-15,0 1 0 0,0 1 2256 0,0 1 416 0,-1 0 80 0,0 0 0 0,0 0 512 0,-3 3 80 16,0-1 32-16,-1 1 0 0,2 1-864 0,-1 1-160 16,0 1-48-16,0-2 0 0,1 3-1056 0,-1-3-224 0,1 2-32 15,-1-2-16-15,2 3-352 0,0 0-80 0,0 1-16 0,0 1 0 16,1 2-240-16,1 4-48 0,0 0-16 0,0 3 0 15,0 1-80-15,2 2-16 16,0 5 0-16,0 3 0 0,0 2 0 0,-1 0-128 16,0 2 192-16,1-2-64 0,-1-3-128 0,0-4 0 15,1-1 0-15,-2-23 128 0,9 36-128 16,-9-36 0-16,0 0 0 0,0 0 0 16,26 33-448-16,-26-33-80 0,0 0-16 0,26-8 0 0,-17 2-448 31,0-3-96-31,0-2 0 0,1-1-14864 0</inkml:trace>
  <inkml:trace contextRef="#ctx0" brushRef="#br0" timeOffset="29476.05">7251 8313 20271 0,'0'-3'1792'0,"-2"1"-1424"16,1 1-368-16,0 1 0 0,0 1 1824 0,0 0 288 0,-1-1 64 0,-1 3 16 15,0-1-336-15,-1 8-80 0,0 2-16 0,2 4 0 16,2 6-912-16,1-1-176 0,3 7-32 0,0-4-16 15,-4-24-448-15,10 47-176 0,-10-47 128 0,11 38-128 16,-11-38 0-16,0 0 0 16,18 37 0-16,-18-37 0 0,0 0 0 0,0 0 0 0,0 0 0 0,0 0 0 15,35 3-304-15,-28-11-32 16,0 0-16-16,0-4 0 0,0-1-256 0,0-2-48 0,1-2-16 0,-1 0 0 31,0-1-384-31,-1-2-80 0,0-1-16 0,-2 2 0 0,0 3 752 0,-1-1 144 0,-2 0 16 0,-1 1 16 0,0-1 928 0,0 3 192 16,-1 2 48-16,0 3 0 15,0 4 464-15,1 3 80 0,-2 4 32 0,1 3 0 0,-1 4-608 0,0 3-112 16,1 5-32-16,0 1 0 0,1 5-400 16,0 0-96-16,1 3-16 0,2-2 0 0,-3-24-256 0,8 40 0 15,-8-40 0-15,13 33 0 0,-13-33 0 0,0 0 0 16,24 33 0-16,-24-33 0 16,0 0-848-16,0 0-240 0,0 0-32 15,38 8-10272-15,-31-13-2064 0</inkml:trace>
  <inkml:trace contextRef="#ctx0" brushRef="#br0" timeOffset="29855.87">7591 8383 13823 0,'1'0'1216'0,"1"0"-960"15,-1 0-256-15,0 0 0 0,0 0 2032 0,1-2 352 16,2 1 80-16,-4 1 16 0,0 0-176 0,28-4-16 0,-28 4-16 0,0 0 0 16,33-5-1632-16,-33 5-320 15,0 0-64-15,29-7 0 0,-20 2-256 0,-1 1 0 0,-2 0 0 0,-1 0 0 16,-1-1 0-16,-1 1 0 0,-1-3 0 0,-2 2 0 16,-1 1 0-16,-2-1 0 0,0 1 0 0,-3-1 0 0,0 1-192 0,-3 2 192 15,1-2-192-15,-2 1 192 16,-1 1-128-16,0 2 128 0,0 2 0 0,1-1 0 15,1 4 160-15,-1 1 144 0,4 1 16 0,-2 5 16 16,3-2 416-16,0 2 80 0,1 4 0 0,0 0 16 16,1 6-80-16,2-1 0 0,2 0-16 0,-1-21 0 15,6 41-240-15,-6-41-64 0,0 0 0 0,19 40 0 16,-19-40-128-16,0 0-16 0,0 0-16 0,43 26 0 16,-43-26-288-16,0 0 0 0,38 3 0 0,-38-3 0 15,26-8-640-15,-12 2-256 0</inkml:trace>
  <inkml:trace contextRef="#ctx0" brushRef="#br0" timeOffset="33233.57">8177 8266 11055 0,'1'-3'976'0,"-1"2"-784"0,1-1-192 16,0 0 0-16,0 1 896 0,-1 1 128 0,1 0 16 0,0 0 16 15,0 0 1056-15,2 1 224 0,0 1 32 0,0 2 16 0,-3-4-1104 0,0 0-208 16,0 0-48-16,0 0-16 0,0 0-800 0,0 0-208 16,21 36 0-16,-21-36-7968 15,0 0-1664-15</inkml:trace>
  <inkml:trace contextRef="#ctx0" brushRef="#br0" timeOffset="33405.83">8194 8404 16575 0,'0'2'1472'0,"0"1"-1168"0,1-1-304 0,-1 1 0 31,1-2 1808-31,0 2 304 0,-1-3 64 0,0 0 16 0,0 0 160 0,13 38 16 16,-13-38 16-16,0 0 0 0,0 0-1408 15,22 34-272-15,-22-34-64 0,0 0-15968 0</inkml:trace>
  <inkml:trace contextRef="#ctx0" brushRef="#br0" timeOffset="36356.4">20899 7292 1839 0,'-1'-2'160'0,"1"2"-160"0,0-2 0 0,-1 0 0 16,1 2 512-16,-1 0 80 0,1 0 16 0,-1-1 0 16,0 1 480-16,-2 0 80 0,0 0 32 0,-1 0 0 15,1 0-128-15,-1 3-32 0,-1-3 0 0,1 2 0 0,-1-1-144 0,0 0-48 16,2-1 0-16,-1 2 0 0,0-2 352 15,1 0 64-15,-1 0 16 0,1-2 0 0,-1 2-144 0,1 0-32 16,0-1 0-16,0 0 0 0,-1 1-192 0,1 0-32 16,-1 0-16-16,-2 0 0 0,1 0-256 0,-3 1-48 15,2 0-16-15,-2 2 0 0,-2 1-304 0,1 0-64 16,-1-1-16-16,1 2 0 0,-2 1-160 0,1-2 128 16,0 1-128-16,1-1 128 0,0-1-128 0,2 1 0 15,0-1 0-15,2-2 0 0,-1 0 0 0,2-1 0 16,0 2 0-16,0-2 0 0,1-2 128 0,1 2-128 15,-1-1 128-15,-1 0-128 0,2-1 416 0,-1 2 0 16,-1-1 0-16,0 1 0 0,0 0-80 0,-2 1-16 0,0 1 0 0,0-1 0 16,0 2-64-16,0 0-32 0,-1 0 0 0,1 1 0 15,-1 0-32-15,0 0-16 0,1 1 0 0,-1 1 0 16,1-1-176-16,1-1 0 0,0 1 0 0,2 0 0 16,0-1-144-16,1 1 144 0,0 0 0 15,2 0 0-15,0-2 0 0,0-3 0 0,0 0 0 0,0 0 0 16,0 0 0-16,0 0-128 0,0 0 128 0,0 0 0 15,0 0 0-15,0 0 0 0,18 35 0 0,-17-32 0 16,0 1 0-16,0 0 0 0,0 1 0 0,0-1 0 0,1-1 144 0,-1 2-144 16,-1-5 128-16,0 0-128 0,0 0 128 15,0 0-128-15,0 0 128 0,0 0-128 0,0 0 128 0,0 0-128 16,36 31 0-16,-36-31 128 16,0 0-128-16,0 0 0 0,0 0 0 0,40 14 0 15,-40-14 0-15,0 0 0 0,0 0 128 0,34 12-128 16,-34-12 0-16,0 0 0 0,0 0 0 0,37 12 0 0,-37-12 208 0,0 0-32 15,0 0-16-15,0 0 0 0,39 12 32 0,-39-12 0 16,0 0 0-16,0 0 0 0,0 0-48 0,43 12 0 16,-43-12 0-16,0 0 0 0,34 2-16 0,-34-2-128 0,25-2 192 15,-25 2-64-15,24-2 48 0,-24 2 0 0,25-3 0 16,-25 3 0-16,24-3-176 0,-24 3 128 0,24-2-128 16,-24 2 128-16,22-2-128 0,-22 2 0 0,22-2 144 0,-22 2-144 15,21-3 160-15,-13 0-32 0,-8 3-128 0,18-3 192 16,-10 0-64-16,0 0-128 0,0-1 176 0,-1 1-176 15,2-2 128-15,-2 1-128 0,1 0 0 0,-1-1 0 16,-1 2 128-16,1-2-128 0,-1 0 0 0,1-2 0 16,-2 3 0-16,1-2 0 0,-1 2 0 0,-2-3 0 15,1 4 0-15,-1-1 0 0,-2-1 0 16,1 0 0-16,-2 3 0 0,0-3 0 0,0 3 0 16,-1-3 0-16,0 3 0 0,1-1 0 0,0 1 0 0,-1-3 0 0,1 3 0 0,0-2 0 15,-1 0 0 1,1 0 0-16,-2 0 0 0,0-2 0 0,-1 2 0 0,-1-3 0 15,-3 2 0-15,-1-3 0 0,-1 2 0 0,-2-2 0 0,-1 1 0 16,-2-2 0-16,-4-3 0 0,-2 0 0 16,-2-1 0-16,1-2 0 0,-1 1 0 0,-1-3 0 0,2 0 0 15,-1 1 288-15,0 2-32 0,-2 2-16 0,1 2 0 16,-1 3 0-16,0 4 0 0,-1 3 0 0,0 3-240 0,0 3 0 16,-1 2 128-16,-3 7-128 15,-2 3-384-15,-6 8-128 0</inkml:trace>
  <inkml:trace contextRef="#ctx0" brushRef="#br0" timeOffset="37429.97">8526 8272 6447 0,'-7'4'576'0,"4"-4"-576"16,1 2 0-16,0-1 0 0,1 1 4224 0,1-2 720 16,-1 0 160-16,1 0 16 0,-1 0-2064 0,2 0-432 0,2 0-64 0,0-2-32 15,-3 2-1248-15,0 0-240 0,0 0-48 0,0 0-16 16,32-10-480-16,-32 10-112 15,0 0 0-15,0 0-16 0,41-3-368 0,-41 3 144 0,0 0-144 0,0 0 0 0,45 8 0 0,-45-8 0 16,0 0 0-16,0 0-11536 16,0 0-2304-16</inkml:trace>
  <inkml:trace contextRef="#ctx0" brushRef="#br0" timeOffset="37609.16">8614 8165 22111 0,'-4'3'976'0,"2"-1"208"0,0 0-944 0,1 0-240 0,0 0 0 0,-1 3 0 0,1-2 1360 15,0 1 240-15,-1 6 32 0,-1 2 16 0,1 4-992 16,1-2-192-16,1 3-32 0,0 0-16 0,2-1-416 0,1 1 0 16,-3-17 0-16,9 35 0 15,-9-35-624-15,9 34-144 0</inkml:trace>
  <inkml:trace contextRef="#ctx0" brushRef="#br0" timeOffset="37840.57">8526 8606 14735 0,'-4'2'1312'0,"2"0"-1056"16,0-1-256-16,1 1 0 0,0-2 1680 0,1 0 288 0,1 0 48 0,0 0 16 15,0 0 720-15,-1 0 128 0,0 0 48 16,0 0 0-16,0 0-1312 0,30-9-256 0,-30 9-48 0,0 0-16 16,37-9-656-16,-37 9-144 0,0 0-32 0,49-6 0 15,-49 6-320-15,0 0-144 0,56 3 128 0,-56-3-128 16,0 0 0-16,50 3 0 0,-50-3-192 0,0 0-17120 16</inkml:trace>
  <inkml:trace contextRef="#ctx0" brushRef="#br0" timeOffset="38889.19">8976 8186 18431 0,'0'-2'1632'0,"0"-1"-1312"0,0 1-320 0,0-1 0 16,1 3 768-16,-1-2 64 0,2 2 32 0,1-2 0 15,2-3 1184-15,-5 5 224 0,0 0 48 0,0 0 16 16,30-11-864-16,-30 11-192 0,0 0-16 0,0 0-16 16,0 0-656-16,46 11-128 0,-46-11-16 0,0 0-16 15,0 0-304-15,30 32-128 0,-30-32 0 0,0 0 128 16,14 32-128-16,-14-32 0 0,3 19 0 0,-4-7 128 0,0-2 64 0,-3 1 0 16,0 2 0-16,-2-1 0 0,0 1-192 15,-3-3 0-15,1 2 144 0,-2 0-144 16,1-1 0-16,-3 1-160 0,1-2 16 0,0-1 0 15,1 0-384-15,0-1-80 0,0-3-16 0,3 2 0 0,1-3 224 0,0-1 32 16,3 0 16-16,1-1 0 0,1 0 352 0,2-2 0 16,0 1 0-16,1-1 0 0,-2 0 0 0,0 0 0 15,0 0 0-15,0 0 0 0,30-8 400 0,-30 8 48 16,0 0 16-16,30-7 0 0,-30 7 256 0,0 0 48 0,38-8 16 0,-38 8 0 16,0 0-272-16,40-9-48 0,-40 9-16 15,0 0 0-15,37-9-192 0,-37 9-64 0,0 0 0 0,0 0 0 16,33-10-192-16,-33 10 0 0,0 0 0 0,18-10-17776 15</inkml:trace>
  <inkml:trace contextRef="#ctx0" brushRef="#br0" timeOffset="39082.23">9336 8274 27647 0,'1'2'1216'0,"-1"-2"256"0,1 2-1168 0,-1-1-304 0,1 1 0 0,-1 0 0 0,1-1 1920 16,-1-1 320-16,0 0 64 0,0 0 0 0,12 25-1376 0,-12-25-288 16,0 0-48-16,0 0-16 15,21 29-1840-15,-21-29-368 0,0 0-80 0,0 0-16 0</inkml:trace>
  <inkml:trace contextRef="#ctx0" brushRef="#br0" timeOffset="39352.1">9580 8056 18431 0,'-1'-5'816'0,"0"3"160"0,1 1-784 15,0 1-192 1,-1-2 0-16,1 2 0 0,-1 2 2624 0,1 1 496 0,-1 0 80 0,-2 6 32 16,0 2-1376-16,0 4-256 15,1 2-64-15,1 2-16 0,-1 2-1168 0,1 0-224 0,0 3-128 0,1-1 128 16,0 1-128-16,0 0-128 0,1-2 128 0,0-1-192 16,1 0-640-16,-1-2-128 0,0 0-16 0,1-7-13776 0</inkml:trace>
  <inkml:trace contextRef="#ctx0" brushRef="#br0" timeOffset="39682.89">9714 8070 20271 0,'1'0'896'0,"-1"-2"192"0,1 2-880 0,-1-2-208 16,0 2 0-16,0 0 0 0,1 0 2352 0,-1-1 416 15,0 1 96-15,0 0 16 0,1 1-1072 0,-1 1-208 16,-1 1-32-16,1 1-16 0,-1 3-816 0,0 0-160 16,-1 3-48-16,0 3 0 0,0 2-272 0,-1 0-48 15,1 3-16-15,-2 1 0 0,0 2-192 0,0 1 0 16,2-3 128-16,0 2-128 0,0 0 0 0,2-3 0 16,1-2 0-16,-1-16 0 0,7 25 0 0,-7-25 0 15,0 0 0-15,0 0 0 0,0 0 0 0,43 22 0 16,-43-22 0-16,0 0 0 0,42-9 0 0,-42 9 0 15,33-13 0-15,-33 13 0 0,36-16 0 0,-36 16 0 16,35-14 0-16,-35 14 0 0,28-12-224 0,-28 12 64 0,23-12 16 0,-23 12 0 31,0 0-800-31,20-12-144 0,-16 10-48 0,-3 0-14736 0</inkml:trace>
  <inkml:trace contextRef="#ctx0" brushRef="#br0" timeOffset="39873.54">9835 8091 22111 0,'-2'0'976'0,"1"1"208"0,1 1-944 0,0 0-240 0,0 3 0 0,-1-2 0 0,1 5 2448 0,-1 2 448 15,1 12 96-15,-1 4 16 16,0 4-1552-16,0-1-304 0,0-1-64 0,0 1-16 0,0-1-848 0,0 0-224 16,-1-2 0-16,1-2 0 15,0-1-464-15,-1-3-176 0,1-3-48 0,0-3-9808 16,1-5-1984-16</inkml:trace>
  <inkml:trace contextRef="#ctx0" brushRef="#br0" timeOffset="40545.21">10207 8034 16575 0,'0'0'1472'0,"-1"0"-1168"0,0 1-304 0,1 0 0 16,-1 0 1728-16,0 1 272 0,0 1 64 0,-3 0 16 16,-1 1-208-16,1 1-32 0,-1 1-16 0,0-3 0 15,2 2-624-15,-2-1-128 16,2-2-32-16,-1 1 0 0,4 2-224 0,-3-3-48 16,0 3-16-16,0 0 0 0,0-1-320 0,1 4-64 15,-1-2-16-15,0 3 0 0,0 2-128 0,0-1-32 16,2 3 0-16,-1-1 0 0,1 0 16 0,1-12 0 0,2 21 0 0,-2-21 0 15,0 0-80-15,0 0-128 0,19 31 176 16,-19-31-176-16,0 0 0 0,0 0 0 0,43 19 0 16,-43-19 0-16,0 0 0 0,42 10 0 0,-42-10 0 0,0 0 0 0,44 15 0 0,-44-15 0 15,0 0 0-15,37 20 0 16,-37-20 0-16,0 0 0 16,30 26 0-16,-30-26 0 0,0 0 0 0,0 0 0 0,23 34 0 15,-23-34 0-15,0 0 0 0,-1 26 0 0,-4-17 0 0,-1-2 0 16,-1 0 128-16,-4 1-128 0,-1-1 0 0,-3 2 0 15,-1-2 128-15,-2 0-128 0,-2 1 0 0,-1-2 0 16,1 0 0-16,0-2-272 0,1-2 48 0,1 0-11600 16,4-2-2320-16</inkml:trace>
  <inkml:trace contextRef="#ctx0" brushRef="#br0" timeOffset="40687">10177 8086 22111 0,'2'-2'1968'0,"0"2"-1584"15,-2 0-384-15,0 0 0 0,0 0 2752 0,0 0 480 16,0 0 96-16,0 0 0 0,45 10-1312 0,-45-10-272 16,37 7-48-16,-37-7-16 0,38 2-1520 0,-38-2-304 15</inkml:trace>
</inkml:ink>
</file>

<file path=ppt/ink/ink6.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6T09:16:09.034"/>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FF0000"/>
    </inkml:brush>
  </inkml:definitions>
  <inkml:trace contextRef="#ctx0" brushRef="#br0">5028 7612 5551 0,'1'-2'496'0,"0"-3"-496"0,0 3 0 0,-1 0 0 16,0 1 624-16,1-1 16 0,0 0 16 0,1-5 32 16,0 0 720-16,1 0 160 0,-2 2 32 0,1 0 0 15,-1 0-80-15,-1 3-32 0,0 2 0 0,0-2 32 16,-1 4-624-16,0-2-112 0,0 4-16 0,0 1 0 0,1 0-224 15,-1 3-48-15,0 3-16 0,0 1 16 16,1 3-496-16,-1 3 0 0,1 2 0 0,0 3 0 16,0 3 0-16,0 0 0 0,0-2-128 0,-1 1 128 0,0-1-128 15,0 0 128-15,0 0-192 0,0 0 192 16,0-1-192-16,0-2 192 0,1-1-208 0,0-2 208 16,1-1-256-16,-1-3 64 0,0-2 16 0,-1-3-6400 15,3 0-1296-15</inkml:trace>
  <inkml:trace contextRef="#ctx0" brushRef="#br0" timeOffset="247.78">5272 7612 7359 0,'2'-4'656'0,"-1"1"-528"15,0 1-128-15,0 2 0 0,-1 0 1280 0,0 0 240 16,1-3 32-16,0 1 16 0,0 1 592 0,-1 0 112 0,-1 1 32 0,0 4 0 15,-1 1-1376-15,0 3-272 16,0 3-48-16,0 1-16 0,1 4-240 0,-2 2-48 0,0 3-16 16,1 2 0-16,0 1 0 0,1-2 0 15,0 2 0-15,1-3 0 0,-1-2-160 0,1-1-128 0,0 1 192 0,0 0-192 16,0 3 0-16,-1-6 0 0,1 1 0 16,0-5 0-1,0-3-880-15,1-2-80 0</inkml:trace>
  <inkml:trace contextRef="#ctx0" brushRef="#br0" timeOffset="524.27">5084 7821 12895 0,'-5'2'576'0,"2"-1"112"16,0 1-560-16,1-2-128 0,1 1 0 0,0 0 0 0,1-1 1120 0,-1 2 192 0,-1 1 32 0,2 2 16 15,-1-2-48-15,2 0-16 0,0-2 0 0,2 1 0 16,2-2-240-16,1-2-48 16,2 1-16-16,0-1 0 0,2 0-176 0,1-3-48 15,1 1 0-15,0 1 0 0,-12 3-480 0,23-7-96 16,-12 4-32-16,0 1 0 0,0 0-160 0,-11 2 0 0,0 0 0 16,31-5-176-1,-31 5-1152-15,0 0-224 0,0 0-48 0,38-2-9744 16</inkml:trace>
  <inkml:trace contextRef="#ctx0" brushRef="#br0" timeOffset="1048.7">5450 7930 8287 0,'-1'0'368'0,"1"-1"80"0,0 0-448 0,0 1 0 0,-1-2 0 0,1 2 0 15,0-1 976-15,-1 1 112 16,0-2 32-16,0 0 0 0,0 1-64 0,0-1-16 0,-1 0 0 0,1 2 0 16,0 0-208-16,-1 0-32 15,1 2-16-15,0 0 0 0,-1 3 64 0,0 2 16 16,0 3 0-16,-1-2 0 0,1 5-224 0,0 0-64 15,0 3 0-15,1-1 0 0,1 0-368 0,1 0-80 16,1-1 0-16,1-2-128 0,-3-12 224 0,0 0-64 16,0 0-16-16,0 0 0 0,37 29-144 0,-37-29 0 15,0 0 0-15,28-10 0 0,-18 2 160 0,0-1 96 16,-1-2 32-16,0-1 0 0,1 0 112 0,-3-2 32 0,-1 2 0 16,-2-2 0-16,1 2-256 0,-3-3-48 0,-1 2-128 15,-3 1 192-15,-2 2 0 0,-2 0 0 0,-2 6 0 16,-2-1 0-16,-2 3 32 0,-2 3 0 0,0 3 0 0,1 2 0 31,0 1-688-31,2 1-144 0,2 1-32 0,0-2-7680 0,4 2-1536 0</inkml:trace>
  <inkml:trace contextRef="#ctx0" brushRef="#br0" timeOffset="2549.67">5795 7725 11055 0,'0'-1'976'0,"0"1"-784"16,-1 0-192-16,1 0 0 0,0 0 1248 0,0 0 208 0,0 0 32 15,0 1 16-15,1 0-304 0,0 2-64 16,2 1-16-16,0 1 0 0,1-1-656 0,-1 2-128 0,1-2-16 15,1 1-16-15,-1-2-304 0,1 0 0 0,0 0 0 0,-1 0-9536 16</inkml:trace>
  <inkml:trace contextRef="#ctx0" brushRef="#br0" timeOffset="2709.54">5794 7823 11967 0,'-2'4'528'0,"1"-3"112"15,0 2-512-15,0-1-128 0,0 0 0 0,1 1 0 0,0-1 1584 0,0 2 272 16,-1 4 64-16,1-1 16 0,1 3-352 16,1 0-80-16,0-2-16 0,0-1 0 0,2 1-1152 0,0-4-336 0,1-1 144 15,1 0-10976-15</inkml:trace>
  <inkml:trace contextRef="#ctx0" brushRef="#br0" timeOffset="3663.79">6090 8089 4607 0,'-1'2'400'0,"0"-2"-400"16,1 1 0-16,0-1 0 0,0 2 1216 0,0-2 176 15,-1 2 16-15,-1-2 16 0,-1 3 160 0,1 1 16 16,0-1 16-16,1-1 0 0,0-1-320 0,0 0-64 15,1 1-16-15,0-2 0 0,1 0-304 0,0 0-64 16,1 0-16-16,0-2 0 0,1 1-320 0,0-2-64 16,1-2 0-16,2-2-16 0,2-3-112 0,1-3 0 15,2-2-16-15,0-2 0 16,0 0-752-16,0-1-160 0,2-2-32 0,-2 2 0 16,0-1-208-16,0 1-48 0,0 1-16 0,0-3 0 0,0 1 720 0,-1-1 192 0,1 0 0 0,-2 1 0 15,-1-2 0-15,-1 4 0 0,0-4 0 16,-3 4 0-16,1-1 0 0,-1 3 0 0,-1 1 0 0,-3 4 0 15,2-1 368-15,-2 3 48 0,0 3 16 0,0 1 0 16,-1 1 544-16,0 3 112 0,0-1 32 0,-1 2 0 16,-1 1-144-16,-1 2-16 0,0 1-16 0,-1 1 0 15,1 1-608-15,0 0-112 0,0 0-32 0,-1 0 0 16,2 0-192-16,-1 1 0 0,0-2 0 0,1 2 0 0,2-3 128 16,0 4-128-16,0-2 0 0,-1 0 0 0,1 1 0 0,1 1 0 15,-1 2 0-15,0 2 0 0,0 1 0 0,0 0 0 16,1 0 0-16,0-2 0 0,0 2 0 0,0 1 0 15,0 1 0-15,0-1 0 0,1 1 0 0,1-2 0 16,0-1 0-16,1-2 0 0,-2-4 0 0,3-2 0 16,0 0 0-16,1-5 0 0,0-2-208 0,1-2 64 15,0 0 16-15,2-6 0 16,-2 1-1280-16,1-2-256 0,2-2-64 0,-1-1 0 16,2-5 176-16,1 0 16 0,-1-2 16 0,-2-1 0 15,1-1 720-15,-1 2 144 0,-1-3 16 0,-1 0 16 0,-2 2 624 0,0 1 0 16,0 0 0-16,-1 5 128 0,-2 4 544 0,1 2 96 0,-1 5 32 0,0 1 0 15,-1 3 864-15,-1 2 160 0,0 3 32 0,-1-1 16 16,1 2-272-16,-1 2-64 0,-2 3-16 0,0 1 0 16,1 3-944-16,-1 0-192 0,0 1-48 0,1 1 0 15,1-2-144-15,0 3-48 0,0-2 0 0,1 1 0 16,1 0-144-16,1 1 0 0,0 2 0 0,0 0 0 16,1-5 0-16,0 0 0 0,0 3 0 0,1-3 0 15,-3-14 0-15,0 0 0 0,17 36 0 0,-17-36 0 0,0 0-128 16,0 0 128-16,0 0-160 0,44 4-14112 15</inkml:trace>
  <inkml:trace contextRef="#ctx0" brushRef="#br0" timeOffset="3933.38">6604 7740 10127 0,'-3'0'448'0,"2"0"96"0,0 0-544 0,1 0 0 0,-1 1 0 15,1-1 0-15,0 1 2224 0,1-1 336 16,-1 0 64-16,2 0 0 0,1 0 128 0,3-1 0 16,1 0 16-16,1-1 0 0,0-2-1424 0,-8 4-304 15,0 0-48-15,30-10-16 0,-30 10-688 0,23-8-144 0,-12 5-16 0,0 0-128 16,-11 3 0-16,20-8 0 0,-10 4-160 0,-3 2 160 15,0 1-1136-15,-1-1-96 0,-1 2-32 0,-3 0-12192 16</inkml:trace>
  <inkml:trace contextRef="#ctx0" brushRef="#br0" timeOffset="4091.59">6632 7826 6447 0,'-6'7'576'0,"4"-4"-576"16,0 1 0-16,1-3 0 0,0 0 2432 0,1-1 384 0,1 0 80 0,0 0 16 15,1 2 288-15,0-2 48 0,3 0 16 0,1-3 0 16,2 0-1296-16,-2-2-256 0,2 2-48 0,0-1-16 0,1-1-1104 0,0 0-224 0,0 1-32 0,-1-1-16 47,2 2-672-47,0-1-144 0,-1 1-32 0,1-2-14656 0</inkml:trace>
  <inkml:trace contextRef="#ctx0" brushRef="#br0" timeOffset="4806.24">7041 7650 9215 0,'-1'0'400'0,"0"2"96"0,0-2-496 0,0 0 0 16,0 0 0-16,0 0 0 0,1 0 1536 0,-1 0 192 16,0 0 64-16,-2 1 0 0,1 1 240 0,0-2 48 0,1 0 16 0,0 1 0 15,0-1-192-15,0 1-48 0,2 0 0 0,-1-1 0 0,2 2-672 0,-1-2-144 16,2 0-16-16,-1 1-16 16,1-1-496-16,1 0-112 0,0 0-16 0,1-1 0 0,2 1 112 0,-1 0 16 15,-6 0 0-15,0 0 0 0,0 0-288 16,0 0-48-16,40 2-16 0,-40-2 0 0,0 0-160 0,0 0 0 15,0 0 0-15,39 17 0 0,-39-17 0 0,0 0 0 16,0 0 0-16,0 0 0 0,0 0 0 0,25 35 0 16,-25-30 0-16,-2 1 0 0,-1 0-128 0,-2 1 128 15,0-3 0-15,-2 4 0 0,0-4 0 0,-1 1 0 16,0 0 0-16,-1 0 0 0,-1 0 0 0,0-1-176 16,-2 1 176-16,1 0-128 0,2-1 128 0,-1 1-128 0,4-2 128 0,0-1-128 15,1 0 128-15,2 1 0 0,1-1 0 0,1-2 0 16,1 1 0-16,1-1 0 0,0 2 0 0,2-2 0 15,1 0 0-15,1 0 0 0,1 0 0 0,0 0 0 16,-6 0 0-16,0 0 144 0,0 0-16 0,0 0-128 16,41 4 320-16,-41-4-64 0,0 0 0 0,0 0 0 15,40 14-96-15,-40-14-32 0,0 0 0 0,0 0 0 16,36 24-128-16,-36-24 0 16,0 0 0-16,0 0 0 0,0 0 0 0,0 0 0 0,0 0 0 0,21 34 0 0,-23-30 0 15,-1 3 0-15,-2-2 128 0,-1 0-128 0,-2 2 0 0,-2 0 0 16,-2 2 0-16,-1-1 0 0,-1-2 0 0,-1 2-256 15,2-1 64-15,0-2 16 16,3-1-1552-16,2 1-304 0</inkml:trace>
  <inkml:trace contextRef="#ctx0" brushRef="#br0" timeOffset="5515.75">8999 7558 4607 0,'-2'-5'400'0,"1"3"-400"0,0 1 0 0,1-1 0 0,0 2 1216 16,0 0 176-16,0 0 16 0,0-1 16 0,-1 0-592 0,0 1-112 15,1 1-16-15,-1 0-16 0,0 1-176 0,-1 1-48 16,1 0 0-16,0 3 0 0,-1 2 64 0,1 1 16 16,-1 3 0-16,-1 3 0 0,0 3 80 0,1 4 16 15,-2 1 0-15,-1 1 0 0,2-1-320 0,-2 1-64 0,0 0-16 0,1-2 0 16,0-1-240-16,-1-2 0 0,3-1 0 0,-2-3 0 16,2-1 0-16,0-2 0 15,1 0 0-15,1-2 0 0,0-1 0 0,1-2 0 0,0-2 0 16,0-3-8448-16</inkml:trace>
  <inkml:trace contextRef="#ctx0" brushRef="#br0" timeOffset="5746.04">9146 7606 6447 0,'4'-6'576'0,"0"2"-576"0,-2 1 0 0,0 1 0 15,-1-1 1360-15,2 1 176 0,2-5 16 0,1-2 16 0,2-1-464 0,1 0-80 16,-2 2-32-16,-1 2 0 15,-3 3-112-15,-1 2-32 0,-1 3 0 0,-1 3 0 16,-1 4-208-16,-1 1-64 0,-1 4 0 0,-1 0 0 16,0 5-288-16,0 2-64 0,-1 1-16 0,1 2 0 15,2 0-208-15,-1 0 144 0,0 1-144 0,1-3 128 0,1 1-128 0,0-3 0 16,1-2 0-16,1-2 0 16,1-1 0-16,-1-3-144 0,1-3 144 0,0 1-6464 15,0-3-1216-15</inkml:trace>
  <inkml:trace contextRef="#ctx0" brushRef="#br0" timeOffset="5982.4">8979 7757 11055 0,'-7'5'480'0,"3"-1"112"0,1-1-464 0,1 0-128 16,1-1 0-16,1 0 0 0,0 0 1200 0,1 0 208 15,-1 4 64-15,2-2 0 0,2 1 256 0,-4-5 64 16,0 0 16-16,0 0 0 0,0 0-432 0,40 2-96 16,-29-7 0-16,0 2-16 0,1-2-464 0,1 1-96 15,0 0 0-15,1-1-16 0,0 0-688 0,0 1 0 16,-14 4 0-16,26-8 0 16,-14 5-2240-16,0 0-464 0</inkml:trace>
  <inkml:trace contextRef="#ctx0" brushRef="#br0" timeOffset="6223.42">9396 7752 5519 0,'-2'0'496'0,"1"0"-496"0,0 0 0 0,0 0 0 0,0 0 1728 0,0 2 256 16,1-2 64-16,-2 3 0 0,1 0 416 0,-1 3 96 16,-1 2 0-16,1 1 16 0,-1 0-1104 0,1 3-240 15,0 0-32-15,1 2-16 0,0 1-608 0,0 1-112 0,1-1-16 0,0-1-16 16,2-4-432-16</inkml:trace>
  <inkml:trace contextRef="#ctx0" brushRef="#br0" timeOffset="7189.8">9638 7687 12895 0,'1'-1'1152'0,"-1"1"-928"0,1 0-224 15,-1 0 0-15,0 0 1264 0,1 1 208 0,0 0 32 0,2 2 16 16,1 1-80-16,0 3-16 0,-4-7 0 0,0 0 0 15,0 0-880-15,0 0-176 0,20 36-48 0,-20-36 0 16,0 0-320-16,0 0 0 0,0 0 0 0,0 0-10880 16</inkml:trace>
  <inkml:trace contextRef="#ctx0" brushRef="#br0" timeOffset="7349.38">9634 7802 9215 0,'-2'3'816'0,"1"-1"-656"16,0 0-160-16,0 1 0 16,0-3 1184-16,1 2 208 0,0-1 32 0,0 2 16 0,0 2 336 0,1 2 64 15,1 1 16-15,0-2 0 0,1 0-1536 0,1-2-320 16,0-1 0-16,0 1 0 0</inkml:trace>
  <inkml:trace contextRef="#ctx0" brushRef="#br0" timeOffset="8280.15">10162 7978 6447 0,'1'0'576'0,"-1"0"-576"0,1 0 0 16,-1 0 0-16,0 0 1504 0,1 0 192 15,0 0 32-15,1-2 16 0,1 1 432 16,0 1 64-16,0-3 32 0,1 1 0 0,1 0-992 0,0-3-192 0,1 0-32 0,-1 1-16 16,3-4-432-16,-2 2-96 0,3-4 0 15,-1-2-16-15,-1 1 256 0,3-2 48 0,0-2 16 0,0-3 0 16,-1 1-128-16,1-1-32 0,-1-1 0 0,-2 0 0 15,2 2-160-15,-3-2-48 0,2 0 0 16,-3 2 0-16,2-1-208 0,-1 1-48 0,0 1-16 0,-2 3 0 0,0 0-176 0,0 1 0 16,0 2 0-16,-2 1 0 0,0-1 0 0,-1 3 0 15,0 2 0-15,0 1 0 0,-1-1 0 0,0 0 0 16,-1 3 0-16,0-3 0 0,1 2 0 0,-1-1 0 16,0 0 0-16,-1 0 0 0,1 1 0 0,1-3 0 15,-1 2 0-15,0 0 0 0,1 1 0 0,-1 0 0 16,1 1 0-16,0 1 0 0,-1-1 192 0,0 2-64 15,1 2 0-15,-1 1 0 0,0-1 160 0,0 3 32 16,0 2 0-16,1 0 0 0,-1 4-176 0,1 2-16 16,0 1-128-16,1 5 192 0,0-1-192 0,1 2 0 15,0 1 128-15,1 1-128 0,-1-3 0 0,-2-19 0 0,6 35 0 0,-6-35 0 16,6 29 0-16,-6-29 0 0,0 0 0 0,13 33 0 31,-13-33 0-31,0 0 0 0,0 0 0 0,0 0 0 0,0 0-352 0,0 0 32 0,0 0 16 0,0 0 0 31,0 0-736-31,0 0-160 0,0 0-16 0,0 0-16 16,40 10-176-16,-36-17-48 0,1 2 0 0,-1-3 0 0,1 2 160 0,1-3 16 16,-1 1 16-16,1-4 0 0,0 0 192 0,1-2 48 0,-1-1 0 0,1-1 0 31,-1 0 176-31,0-1 32 0,-2 0 16 0,1 1 0 0,0-1 624 0,0 1 176 0,0 1 0 0,-1 3 0 0,1 3 400 16,-1 0 160-16,-1 3 16 0,-1 2 16 0,1 0 576 0,-1 3 112 15,0-1 32-15,-2 2 0 0,1 2-32 0,-2 1-16 16,1 0 0-16,-2 0 0 0,1 3-240 15,-2-2-64-15,1 3 0 0,0-2 0 0,0 2-368 0,1 0-80 16,0 0 0-16,1 0-16 0,0 1-160 0,1 1-16 16,-1 3-16-16,0 0 0 0,1 2-176 0,0 3-128 15,1-1 192-15,-1 3-192 0,-1-19 208 0,5 31-64 16,-5-31-16 0,6 29 0-16,-6-29-128 0,0 0 0 0,11 33 0 0,-11-33 128 15,0 0-128-15,0 0 0 0,0 0 0 0,0 0 0 31,0 0-384-31,0 0-48 0,45 14-16 0,-37-19-13616 0</inkml:trace>
  <inkml:trace contextRef="#ctx0" brushRef="#br0" timeOffset="8627.89">10828 7638 3679 0,'-4'5'160'0,"1"-2"32"0,1 1-192 0,1-2 0 16,1-2 0-16,0 1 0 0,0 1 1344 0,0-2 240 15,1 2 32-15,1 1 16 0,2-2 512 0,0-1 96 16,2 0 32-16,1-1 0 0,-7 1-112 0,0 0-32 15,28-8 0-15,-18 5 0 0,-10 3-448 0,24-6-80 16,-24 6-32-16,0 0 0 0,35-5-672 0,-35 5-144 16,0 0-32-16,35 0 0 0,-35 0-352 0,0 0-80 15,34 1-16-15,-34-1 0 0,0 0-272 0,0 0 0 0,40 2 0 0,-30-4 0 32,-1 1-368-32,0-2-128 0,-1-1-16 0,0-1-16 15,-1 3-1568-15,0-2-304 0,-2-1-64 0,1 2-9600 0</inkml:trace>
  <inkml:trace contextRef="#ctx0" brushRef="#br0" timeOffset="8897.95">10885 7793 13823 0,'-5'4'608'0,"2"-1"128"0,0-1-592 0,2-2-144 0,1 0 0 0,-1 0 0 0,1 2 944 0,0-2 144 16,-1 1 48-16,1 1 0 0,2 0 800 0,0-1 176 15,2 1 16-15,1-2 16 0,3-3-400 0,-8 3-80 16,0 0 0-16,0 0-16 16,36-7-432-16,-36 7-96 0,25-7-16 0,-25 7 0 0,28-9-464 15,-28 9-112-15,27-9-16 0,-14 4 0 0,-13 5-352 16,26-8-160-16,-26 8 128 0,24-5-128 16,-14 0 0-16,0 2 0 0,-10 3 0 0,21-6 0 0,-21 6-176 0,21-7-64 15,-12 2-16-15,-2 1 0 16,1 1-1312-16,-2-1-272 0,-1 1-48 0,-1 1-12496 0</inkml:trace>
  <inkml:trace contextRef="#ctx0" brushRef="#br0" timeOffset="9179.82">11033 7451 11967 0,'-2'0'528'0,"1"0"112"0,1 0-512 0,-1 0-128 0,1 0 0 0,0 0 0 0,0 1 1856 16,0 1 320-16,0 1 80 0,0 1 16 16,0 4-400-16,0 0-80 0,-1 4 0 0,0 0-16 0,-1 2-768 0,0 4-160 15,-1 3-16-15,0 4-16 16,0 4-432-16,-2-1-96 0,-1 5-16 0,0-2 0 15,0 2-272-15,0-4 0 0,2-3 0 0,0-4-13504 0</inkml:trace>
  <inkml:trace contextRef="#ctx0" brushRef="#br0" timeOffset="10398.28">11506 7544 5519 0,'-1'0'496'0,"1"0"-496"0,0 0 0 0,-1 0 0 0,1 0 752 16,0 0 48-16,-1 0 16 0,0 0 0 0,-1 0 464 0,0 0 80 0,1-2 32 0,0 2 0 31,0-1-64-31,0 1-16 0,1-2 0 0,-1 2 0 0,1-2-16 0,0 1 0 16,0 1 0-16,0-2 0 0,0 2-160 0,0-1-48 16,0 0 0-16,0 1 0 0,1-2-192 15,0 1-32-15,0-1-16 0,1 2 0 16,0-2-64-16,0 1-16 0,1-1 0 0,1 1 0 0,1 0 0 0,-1-1-16 0,2 2 0 0,1-2 0 15,0 2-304-15,-7 0-64 16,0 0-16-16,0 0 0 0,34-1-240 0,-34 1-128 16,0 0 160-16,0 0-160 0,0 0 0 0,43 6 0 15,-43-6 0-15,0 0 0 0,0 0 0 0,0 0 0 16,0 0 0-16,0 0 0 0,39 26 0 0,-36-23 0 16,-2 0 0-16,-1 2 0 0,-1-3 0 0,0 0 0 15,-2 3 0-15,-1 0 0 0,1-3 0 0,-3 3 0 0,0 0 0 0,0-3 0 16,-2 3-256-16,-1 0 48 0,-1-1 16 15,-1-1 0-15,0 4-128 0,0-4 0 0,-1 2-16 0,0 0 0 16,1 1 16-16,1-3 0 0,2 1 0 0,1-1 0 16,2 1 320-16,-1 1 0 0,2-3-144 15,0 3 144-15,1-2 0 0,0 1 0 0,2-2 0 0,0 1 0 16,2-1 0-16,2-2-128 0,1 3 128 0,0-3 0 16,-4 0 0-16,0 0 176 0,0 0-32 0,0 0 0 15,38-3 304-15,-28 1 64 0,-1 0 16 0,1-1 0 16,-10 3 32-16,0 0 0 0,32-6 0 0,-32 6 0 15,0 0-240-15,31-4-32 0,-31 4-16 0,0 0 0 16,0 0-144-16,40 6-128 0,-40-6 192 0,0 0-192 16,0 0 128-16,0 0-128 0,39 30 0 0,-39-30 0 15,0 0 128-15,0 0-128 0,13 40 0 0,-14-30 0 16,-1 0 128-16,-1-1-128 0,-3 0 0 0,0 1 0 16,-3-2 0-16,-1 0 128 0,-2 2-128 0,-3 0 0 0,-1-1 192 15,-2 0-192-15,-2 2 192 0,0-2-192 0,-1 0 0 0,0-2 0 16,0 0-240-16,1-2-11536 15,2-1-2304-15</inkml:trace>
  <inkml:trace contextRef="#ctx0" brushRef="#br0" timeOffset="16470.95">14282 7610 6799 0,'0'0'0'0,"0"1"0"16,0-1 0-1,0 0 0-15,0 0 0 0,0 0 0 16,1 1 0-16,-1-1 0 0,1 0 0 0,-1 1 0 0,1-1 0 0,-1-1 0 0,0 1 0 15,0-2 0 1,0-2 384-16,-1 1 192 0,1-2 16 0,0-2 16 16,0 0 608-16,0 0 128 0,1 2 32 0,-1 0 0 15,1 0 320-15,0 1 64 0,0 2 16 0,-1-1 32 16,1 1 112-16,-1 2 0 0,0 2 16 0,-1-1 0 16,1 3-752-16,-1 0-160 0,-1 1-16 0,1 2 16 15,-1 1-480-15,0 3-96 0,0-1-32 0,0 4 0 0,0 0-416 0,0 3 128 16,0-1-128-16,-1 4 0 15,1-2 0-15,-1 4 0 0,0-1 128 0,-1 0-128 0,1 3 0 0,1-4 0 16,0-2 0-16,1-1 0 0,1-1 0 0,0-3 0 16,0-13-192-16,0 0 192 0,0 0-208 0,0 0 48 15,0 0 16-15,0 0 0 0,0 0-32 0,0 0 0 16,30-1 0-16,-25-11 0 16,1-4-672-16,-2-1-144 0,1 1-32 0,0-1 32 15,-1-2-176-15,-1 0-48 0,1 0 0 0,-2 1 0 0,0 0 1216 0,0 0 192 16,-1-1 64-16,1 3 16 0,-1 1 352 0,1-1 64 15,0 3 16-15,0 1 0 0,-1 3 16 0,0 0 16 0,1 2 0 0,0 1 0 16,0 2-16-16,0-1 0 0,1 0 0 0,-1 3 0 16,1-2-144-16,1 3-48 0,0-3 0 15,0 3 0-15,2-1-96 0,-1 2-32 0,2-1 0 16,-1 0 0-16,1-1-176 0,-1 2-32 0,2 2-16 0,-1-2 0 16,-7 0-176-16,0 0 0 0,0 0 0 0,0 0 0 15,0 0 0-15,40 26 0 0,-40-26 0 0,0 0 0 16,15 35 0-16,-15-35 0 0,5 33 128 0,-5-13-128 15,0-1 0-15,-2 2 128 0,0 0-128 0,-2-2 128 16,-1 1-128-16,1-2 128 0,0-1-128 0,1-3 128 16,1-2-128-16,1-3 0 0,1-1 0 0,1-2 0 15,1 0-288-15,0-2-144 0,2-4-16 0,0 0-14976 16</inkml:trace>
  <inkml:trace contextRef="#ctx0" brushRef="#br0" timeOffset="17272.27">14839 7559 6447 0,'0'-1'576'0,"-1"1"-576"0,1-2 0 0,0 2 0 16,0 0 896-16,-1 0 64 0,1-2 0 0,-1-1 16 15,0 0 544-15,0 1 96 0,0-2 32 0,0 1 0 0,1 0-16 0,0 1 0 16,0 0 0-16,1-1 0 15,0 1-224-15,0 0-32 0,0 1-16 0,1-1 0 16,-1 2-320-16,0-1-64 0,1 0-16 0,1 1 0 0,0 0-256 0,1 0-48 0,0 1-16 0,1 0 0 16,0 1-80-16,2 1-32 15,-7-3 0-15,0 0 0 0,0 0-320 0,0 0-64 0,0 0-16 0,42 23 0 16,-42-23-128-16,0 0 160 16,0 0-160-16,0 0 160 0,0 0 48 0,42 24 16 15,-42-24 0-15,0 0 0 0,0 0-16 0,0 0 0 0,0 0 0 0,0 0 0 16,0 0-16-16,37 17 0 0,-33-15 0 15,0-1 0-15,-1 1-64 0,-1-2-128 0,3 2 176 0,-2 0-176 16,0-2 128-16,0 3-128 0,0-3 0 0,1 2 0 16,-1-2 0-16,0 0 0 15,1 0 0-15,0 1 0 0,-1-1 128 0,1 0-128 0,-1-1 0 0,1 1 0 16,-2 0 0-16,1 0 160 16,-1 0-160-16,0 0 128 0,0 0 48 0,0 0 0 0,-1 0 0 0,-1 0 0 15,0 1-176-15,1-1 0 0,-1 2 144 0,-1-2-144 16,1 0 0-16,0 2 0 0,-2-1 0 0,0 0 0 15,-1 1 0-15,0 1 0 0,0 0 0 0,-2 1 128 16,0 1-128-16,1 0 0 0,-2-1 0 0,0 1 0 16,-2 1 0-16,1 1 0 0,-3 1 0 0,2 0 0 15,0-1 0-15,-2 2 0 0,-2 3 0 0,-3 0 0 16,-1 2 0-16,-1 0 0 0,0 1 0 0,-1 1 0 16,-1 1-128-16,2-3 128 0,-1 2-128 0,2-1 128 0,5-6-192 0,0 2 32 15,0 0 16-15,1-4 0 16,2 0-544-16,2-3-96 0,0 1-32 0,3-2-15296 15</inkml:trace>
  <inkml:trace contextRef="#ctx0" brushRef="#br0" timeOffset="18518.09">14899 7959 1839 0,'-1'-1'160'0,"1"1"-160"0,0 0 0 0,0-2 0 0,0 2 672 0,0 0 96 16,0 0 32-16,0 0 0 15,0 0 592-15,1-1 112 0,-1 0 32 0,1 1 0 0,1-3 144 16,0 1 48-16,0-1 0 0,2-1 0 0,0-1-256 0,1-2-32 16,3 0-16-16,1-2 0 0,2-1-80 0,3-4-32 15,1-2 0-15,2-1 0 0,2 2 32 0,1 0 0 16,0 0 0-16,-1 1 0 0,2 2-816 0,-3 2-144 0,-1 0-48 16,-1 1 0-16,-2 3-336 0,-1 0 0 0,-2-1 0 15,-1 2 0 1,-2 1-896-16,0 1-112 0,-2 2-16 0,0 0-12256 0</inkml:trace>
  <inkml:trace contextRef="#ctx0" brushRef="#br0" timeOffset="19368.3">15466 7486 5519 0,'-4'-2'496'0,"0"2"-496"16,1 0 0-16,1-1 0 0,2 1 1344 0,0 0 192 0,-1 0 16 0,-1 0 16 15,-1 0 96-15,0 0 32 16,0 0 0-16,0-1 0 0,1 1-864 0,-1 0-160 16,2 0-32-16,0 0-16 0,1 0-128 0,0-2-32 0,0 2 0 0,1 0 0 15,1 0 0-15,0 0 0 16,1-2 0-16,-1 1 0 0,3-1 192 0,1 0 48 16,-1-1 0-16,3 1 0 0,1-1 320 0,0-2 64 15,1 1 0-15,1 0 16 0,0 1-144 0,0 0-16 16,-1 1-16-16,0 2 0 0,0-2-464 0,-10 2-80 0,0 0-32 15,0 0 0-15,0 0-208 0,38 12-144 0,-38-12 192 16,0 0-192-16,0 0 0 0,0 0 0 0,0 0 0 0,13 40 0 16,-14-31 0-16,-3-2 0 0,-2 4 0 0,-1 0 0 15,-1-1-256-15,-3 1-16 0,1-1 0 0,-1-1 0 0,0 1 48 16,-2-1 16-16,-1 0 0 0,-1-1 0 31,-1 1-512-31,1-2-112 0,-1 1 0 0,0-1-16 0,0 2 80 16,2-4 32-16,2 0 0 0,2-1 0 0,3-1 608 0,0 1 128 0,2-1 0 0,1-1 0 0,1-2 0 0,2 2 0 15,0-2 0-15,2 0 0 0,1-2 0 16,1 2 0-16,2-2 160 0,1-1-160 0,1 1 448 0,0-1 0 0,2 1 0 0,1 0 0 16,-10 2 1024-16,22-5 224 0,-22 5 32 0,0 0 16 31,35 0-1744-31,-35 0-576 0,0 0 0 0,0 0 0 0,41 7 576 0,-41-7 0 16,0 0 0-16,0 0 144 0,0 0-144 0,34 25 0 0,-34-25 0 15,0 0 0-15,0 0 0 0,0 0 0 0,0 0 0 0,4 32 0 16,-8-27 0-16,0-3 0 0,0 3 0 0,-2-3 0 15,1 3 0-15,-2-3 0 0,1 0 0 0,-2 1 0 16,2-2-256-16,0 1 64 0,0 0 0 0,0-1 16 16,1 0 176-16,-1-1-208 0,0 0 80 0,1 2 128 15,0-1-704-15,1 1 0 0,-1 0-16 0,1-1 0 16,0 1-1008-16,1-1-192 0,1 0-32 0,0 1-5552 31,1-2-1120-31</inkml:trace>
  <inkml:trace contextRef="#ctx0" brushRef="#br0" timeOffset="19844.22">15851 7541 6447 0,'0'-2'576'16,"0"2"-576"0,1 0 0-16,-1 0 0 0,0 0 1344 0,-1 2 144 15,0-2 48-15,0 0 0 0,0 3 624 0,-3 0 128 0,0 0 16 16,0 3 16-16,-1-2-1216 0,-1 3-240 15,3-2-48-15,-2 2-16 0,1-1-112 0,0 2-32 16,0-1 0-16,-1 1 0 0,1 4-48 0,-1-1-16 16,1 2 0-16,0 3 0 0,1 0-240 0,0 3-48 15,1 0-16-15,2-19 0 0,-1 37 112 0,1-37 32 16,5 37 0-16,-5-37 0 0,0 0-288 0,15 45-144 16,-15-45 160-16,0 0-160 0,0 0 0 0,31 33 0 15,-31-33 0-15,0 0 0 0,32-5 576 0,-19-4 32 0,2-3 0 0,-1-4 0 16,1-1 224-16,-1-4 64 0,1 1 0 0,-2-3 0 15,-1 1-688-15,-2 0-208 0,0 0 128 0,-3 2-128 16,-1-1 0-16,-4 2 0 0,-1-1 0 0,-2 2 0 16,-2 1 0-16,-3 3 0 0,-2 2 128 0,-4 0-128 15,-4 6 0-15,-3 1 160 0,-1 5-160 0,0 2 128 16,-2 1-128-16,1 3-256 0,4 2 64 0,0 1-10512 16,1 3-2112-16</inkml:trace>
  <inkml:trace contextRef="#ctx0" brushRef="#br0" timeOffset="24163.64">6618 8639 4607 0,'-1'0'400'0,"0"0"-400"0,2 0 0 0,-1 0 0 0,0 0 1008 15,0 0 112-15,-1 0 32 0,0 0 0 16,0 0 160-16,0 0 32 0,0 0 16 0,1 0 0 16,0 0-320-16,-1 0-64 0,1 0-16 0,0 0 0 0,0 0 160 15,0 0 32-15,0 0 0 0,0 0 0 16,0 0-128-16,1 0-32 0,-1 0 0 0,1 0 0 15,1 0-512-15,1 0-96 0,-1 0-32 0,1 0 0 16,-1 0-208-16,2 0-144 0,1 0 192 0,-1 0-192 16,2 0 256-16,0-2-64 0,2 1-16 0,-1 1 0 15,2 0 160-15,-2-2 48 0,-7 2 0 0,0 0 0 0,0 0-384 0,35 2 128 16,-35-2-128-16,0 0 0 0,0 0 0 0,0 0 0 16,40 3 0-16,-34-1 0 0,-1-1 0 0,1 1 0 15,-1 0 0-15,-2 0 128 0,1 1-128 0,-1 0 192 16,-1 1-64-16,-1 0 0 0,-1 0 48 0,0 1 16 15,0 1 0-15,0-1 0 0,-1 2-32 0,0 0 0 16,-1-2 0-16,0 2 0 0,1 0 16 0,-1 0 0 16,0-2 0-16,0 2 0 0,2-2-176 0,-3 2 0 15,1-3 0-15,-1 2 0 0,0 0 0 0,0 2 0 0,-2-1 128 16,-1 3-128-16,1 1 0 0,-3 1 0 0,2 0 0 0,-2 0 0 16,-1 2 0-16,0-2 0 0,0 2 0 0,-1 0 0 15,0 0 0-15,0 0 0 0,1 0 0 0,0-2 0 16,2 0 848-16,0 0 144 0,2 0 32 0,1 1 0 31,2-2-1648-31,1-1-320 0,0-1-64 0,1 0-16 0,0 3 784 0,1-5 240 0,0 2 0 0,0-3-160 16,2 0 960-16,0 0 192 0,-3-6 32 0,0 0 16 15,0 0-800-15,0 0-240 0,0 0 0 0,46 26 128 16,-46-26-384-16,0 0-80 0,0 0-16 0,48 14 0 0,-48-14 352 16,0 0 240-16,40 7-48 0,-40-7 0 15,0 0-192-15,37-1 0 0,-25-2 0 0,-1-3 0 0,-2 1 0 16,-1-1-128-16,-1 0 128 0,-3 0-160 15,0-2-1040-15,-3 2-208 0,-1 0-32 0,-3 3-12128 16</inkml:trace>
  <inkml:trace contextRef="#ctx0" brushRef="#br0" timeOffset="24403.03">6522 8917 11967 0,'-5'0'1072'0,"2"0"-864"0,1 0-208 0,1 0 0 15,2 0 1472-15,0-1 240 0,1 1 48 0,3-2 16 16,2 0 1072-16,3-3 224 0,-10 5 32 0,31-15 16 16,-31 15-976-16,36-16-192 0,-36 16-32 0,41-14-16 15,-41 14-928-15,44-11-176 0,-44 11-32 16,48-8-16-16,-48 8-448 0,47-5-96 0,-47 5-16 0,46-1 0 16,-46 1-192-16,43 1 0 0,-43-1 0 0,38-1 0 15,-38 1 0-15,36-5 0 0,-36 5 0 0,35-7-11824 31,-35 7-2320-31</inkml:trace>
  <inkml:trace contextRef="#ctx0" brushRef="#br0" timeOffset="24619.29">7216 8734 14735 0,'-4'2'1312'0,"3"-2"-1056"0,0 2-256 0,0-2 0 0,1 1 1744 16,0-1 304-16,1 2 48 0,0 0 16 0,0-1-16 0,1 1 0 16,3 0 0-16,0-2 0 0,0 2-880 0,2-4-160 15,0 2-32-15,1 0-16 0,1-2-464 0,-1 2-96 16,-8 0 0-16,0 0-16 16,0 0-976-16,38 0-192 0,-38 0-32 0,0 0-14048 0</inkml:trace>
  <inkml:trace contextRef="#ctx0" brushRef="#br0" timeOffset="24818.31">7162 8933 21183 0,'-4'7'944'0,"1"-5"192"0,2 3-912 0,0-4-224 15,1 1 0-15,1 0 0 0,0-2 1728 0,1 1 288 16,-2-1 64-16,0 0 16 0,0 0 224 0,0 0 48 15,46 1 16-15,-46-1 0 0,29-6-1296 0,-29 6-256 0,29-8-48 0,-29 8-16 16,28-5-544-16,-28 5-224 0,0 0 176 0,39-7-176 31,-39 7-336-31,0 0-176 0</inkml:trace>
  <inkml:trace contextRef="#ctx0" brushRef="#br0" timeOffset="25598.69">7882 8645 11967 0,'-1'0'1072'0,"1"-1"-864"0,0 1-208 0,0 0 0 15,0 0 1184-15,0 0 192 16,0 1 32-16,0-1 16 0,1 1 176 0,0 1 16 0,0 1 16 0,2-1 0 16,0 1-240-16,1 1-48 0,-4-4-16 0,0 0 0 15,0 0-240-15,0 0-32 16,38 22-16-16,-38-22 0 0,0 0-192 0,0 0-32 0,47 36-16 15,-47-36 0-15,0 0-288 0,42 44-48 0,-42-44-16 16,30 32 0-16,-30-32-192 0,30 30-64 0,-30-30 0 0,0 0 0 0,39 38-192 16,-39-38 0-16,0 0 0 0,0 0 0 15,38 31 0-15,-38-31 0 0,0 0-192 0,0 0 192 32,0 0-2032-32,0 0-288 0</inkml:trace>
  <inkml:trace contextRef="#ctx0" brushRef="#br0" timeOffset="25819.24">8126 8654 10127 0,'-1'0'896'16,"0"2"-704"-16,0-2-192 0,1 2 0 0,-1 0 1728 0,0 0 320 15,-1 4 64-15,-2 0 16 0,-2 6 368 0,-2 2 64 16,0 3 0-16,-2-2 16 0,0 3-912 0,-1-1-192 16,-1 2-48-16,0-3 0 0,-1 4-800 0,-1-5-176 15,1 0-16-15,-1-1-16 0,0-2-240 0,0 0-48 16,-1-2-128-16,1 0 192 0,-1-1-192 0,0 0 0 15,0-1 0-15,1-1 0 0,2 2 0 0,1-4 0 16,2 2 0-16,0-3-160 16,2-1-1296-16,1-1-256 0,2-2-48 0,0-2-11520 0</inkml:trace>
  <inkml:trace contextRef="#ctx0" brushRef="#br0" timeOffset="26085.93">7786 8551 3679 0,'-1'0'320'0,"0"0"-320"0,1 0 0 0,0 0 0 0,1 0 1696 16,-1 0 272-16,1 0 48 0,0 0 16 0,2-2 720 15,3-1 128-15,1-1 48 0,3-3 0 16,3 0-256-16,3-1-48 0,2 1-16 0,1 0 0 0,3 1-912 0,-22 6-176 15,44-7-48-15,-44 7 0 0,41-3-928 0,-41 3-192 16,0 0-32-16,48 6-16 0,-48-6-304 0,0 0-304 16,0 0 64-16,51 22-16128 0</inkml:trace>
  <inkml:trace contextRef="#ctx0" brushRef="#br0" timeOffset="26719.87">8343 8732 4607 0,'-2'0'400'0,"1"-2"-400"16,0 2 0-16,0 0 0 0,0 0 1280 0,1-1 192 15,-2 1 16-15,-1-2 16 0,-1 1 672 0,1 1 128 16,2-2 16-16,-1 2 16 0,2-1-256 0,1 0-48 0,0 1-16 0,2-2 0 15,2 0-240-15,0 1-48 0,3-1-16 16,0 0 0-16,2 1-640 0,1 1-128 16,-11 0-32-16,0 0 0 0,0 0-480 0,47 0-112 0,-47 0 0 0,0 0-16 15,0 0-304-15,52 14 0 0,-52-14 0 0,0 0-10752 16,0 0-2112-16</inkml:trace>
  <inkml:trace contextRef="#ctx0" brushRef="#br0" timeOffset="27520.53">8769 8805 15663 0,'0'0'1392'16,"-1"0"-1120"-16,1 0-272 15,0 0 0-15,0 2 1280 0,0-2 192 0,0 0 32 0,0 1 16 16,0 1-128-16,1-1-32 0,1 2 0 0,-1-2 0 16,2 3-496-16,1-3-96 0,1 3-32 0,-1-2 0 15,-4-2-144-15,0 0-16 0,0 0-16 0,0 0 0 16,0 0-192-16,43 12-48 0,-43-12 0 0,0 0 0 16,32-12 48-16,-21 3 0 0,1-1 0 0,-1-3 0 0,0 0 176 0,1-4 32 15,0 1 16-15,0 0 0 0,0-3-208 16,1-2-32-16,1-1-16 0,0-3 0 15,-1 0-336-15,0 1 0 0,-2 0 0 0,-2 3 0 0,-1 1 0 16,-3 2 0-16,0 1 0 0,-1 1 128 0,-3 2-128 0,-1 2 0 16,0 3 128-16,-1 4-128 15,0 1 0-15,-1 3 128 0,-1 2-128 0,0 4 0 0,-1 1 320 16,-1 1-16-16,0 5 0 0,0 0 0 0,-1 2-112 0,1 0 0 16,-1 3-16-16,0 2 0 0,1 2-176 0,1-2 0 0,0 0 144 15,2 0-144-15,-1 0 0 16,2 2 0-16,1-1 0 0,1 0 0 15,1 2 0-15,1-6 0 0,-3-16 0 0,8 31 0 0,-8-31 0 0,0 0 0 0,20 31 0 0,-20-31-128 16,0 0 128-16,0 0 0 0,0 0 0 0,43 8-128 16,-33-14 0-16,1-2 0 0,0-2 0 15,1-2 0-15,-1-2-848 0,0-1-176 0,-1-4-16 16,0 3-16-16,-1-1 64 0,0 0 16 0,-1-1 0 0,1-5 0 16,2 0 624-16,-3 0 128 0,1-3 32 0,-2 3 0 15,-2 2 320-15,0 1 0 0,-3 5 0 0,-1 3 0 16,-1 3 0-16,-2 4 160 15,0 3-32-15,0 2-128 0,-1 2 960 0,0 6 96 0,-1-1 16 0,-1 4 0 0,2 1-304 16,-2 5-64 0,1 2-16-16,0 2 0 0,0 1-336 0,1 1-64 0,1 1-16 0,2-2 0 15,2-1-80-15,1 0-32 0,2-2 0 16,-5-19 0-16,12 35 0 0,-12-35 0 0,0 0 0 0,26 35 0 16,-26-35-160-16,0 0 0 0,0 0 0 0,41 15 0 0,-41-15-304 0,0 0 64 0,35-14 16 0,-24 2-10704 31,1-2-2128-31</inkml:trace>
  <inkml:trace contextRef="#ctx0" brushRef="#br0" timeOffset="27819.24">9477 8662 14735 0,'1'3'640'0,"0"-3"160"0,0 0-640 15,0 0-160-15,-1 0 0 0,0 1 0 0,0-1 2176 0,0 2 416 16,0 0 80-16,0 0 16 0,-1 0-400 15,-2 3-80-15,0 2-16 0,-2 1 0 0,0 1-1424 0,-1 1-272 16,0 4-64-16,1 2-16 0,0-1-208 0,0 1-32 16,3 1-16-16,1-1 0 0,2-3-32 0,-1-13-128 15,0 0 192-15,0 0-64 0,0 0-128 0,32 30 0 16,-32-30 0-16,19-7 0 0,-9 0 320 0,0-3 16 16,0-2 16-16,1 0 0 0,-1-3 112 0,-2 1 32 15,-2 1 0-15,0 1 0 0,-1 0-496 0,-3-1 128 0,0 0-128 16,-3 3 0-16,0-1 0 0,-2 2 0 0,-3 1 0 15,-1-1 0-15,-3 4 0 0,-1 0 0 0,-2 3 128 16,-1 4-128-16,0 1 0 0,-3 1 0 0,-1 2 0 0,3 0-160 31,0 2-736-31,0-2-128 0</inkml:trace>
  <inkml:trace contextRef="#ctx0" brushRef="#br0" timeOffset="28554.72">7704 9137 12207 0,'-9'0'256'0,"4"0"64"0,1 0 16 0,2-2 16 0,1 2-352 15,0-1 0-15,0 1 0 16,0-2 0-16,-1 1 1216 0,1-3 160 0,0-1 32 0,2 1 16 16,1-1-208-16,0 0-32 0,2 3-16 0,-2-3 0 15,3 0-160-15,0 2-48 0,0 2 0 16,0-1 0-16,1 0 288 0,1 2 48 0,0 0 16 0,-7 0 0 16,0 0-432-16,0 0-96 0,42 8-16 0,-42-8 0 0,0 0-240 15,44 10-48-15,-44-10-16 0,0 0 0 0,59 10-80 16,-59-10-32-16,47 4 0 0,-47-4 0 0,50 2-208 0,-50-2-144 15,51 0 192-15,-51 0-192 0,51-2 272 0,-51 2-48 16,54-4-16-16,-54 4 0 0,58-5 224 0,-58 5 32 16,61-5 16-16,-30 1 0 0,-31 4-240 0,63-6-48 15,-63 6-16-15,61-6 0 0,-61 6 16 0,57-3 0 0,-57 3 0 16,61 0 0-16,-61 0-32 0,60-2 0 0,-60 2 0 16,63 2 0-16,-63-2-160 0,65 0 128 0,-65 0-128 15,62 3 128-15,-62-3-128 0,58-2 0 0,-58 2 144 16,60-6-144-16,-60 6 128 0,54-9-128 0,-24 3 128 15,0 0-128 1,0-1 128-16,0 0-128 0,0 0 160 0,-3-1-160 16,-27 8 128-16,53-11-128 0,-53 11 0 0,51-7 0 0,-51 7 0 0,48-5 0 0,-48 5 0 0,50 0 0 15,-50 0 0-15,49 0 0 0,-49 0 0 0,45 3 0 16,-45-3 0-16,49 5 0 0,-49-5 0 0,47 3 0 16,-47-3 0-16,43 0 0 0,-43 0 0 0,41-2 0 15,-41 2 0-15,40-2 0 0,-40 2 0 16,42-5 0-16,-42 5 0 0,40-5 0 15,-40 5 0-15,35-3 0 0,-35 3 0 0,34-1 0 0,-34 1 0 16,0 0 0-16,40-3-224 0,-40 3-32 16</inkml:trace>
  <inkml:trace contextRef="#ctx0" brushRef="#br0" timeOffset="30068.32">8005 9339 18431 0,'2'-1'1632'0,"0"1"-1312"0,0-2-320 0,-1 2 0 16,0 0 976-16,0 0 128 0,2-2 32 0,2-1 0 16,2-1-64-16,-1 1-16 0,2-1 0 0,-2-2 0 15,1 3-272-15,0 0-48 0,0 0-16 0,1 1 0 16,-1 2-144-16,1 0-48 0,-8 0 0 0,0 0 0 15,0 0-336-15,0 0-64 0,35 31 0 0,-35-31-128 16,11 26 208-16,-7-10-64 0,-1 4-16 0,0 0 0 16,-1 0-128-16,-1-1 160 0,-1 0-160 0,-1-3 160 15,0-1-160-15,0-2 0 0,-2-1 0 0,1-4-176 0,0-1 176 16,-1 0 0-16,-1-5 0 0,0 1 0 0,0-1 0 0,-2 0 0 16,1-4 0-16,-2 2 0 15,1-3 0-15,-1 1 144 0,0 0-144 0,-1-3 160 0,1-1 160 16,0 0 16-16,0-1 16 0,1 0 0 0,0 1-160 0,1-2-16 15,-2 1-16-15,1-4 0 0,1 2-160 16,0-2 0-16,2 1 0 0,-1-3 0 16,1 0 0-16,0-1 0 0,2 0 0 0,0-1 0 0,1 1 0 0,0 0 0 15,0 0 0-15,3 2 0 0,0-1 0 0,1 2 0 16,-1 0 0-16,2 1 0 0,1 1 0 0,1-1 0 16,1 1 0-16,3 0 0 0,0 1 0 0,3-1 0 0,1 2 0 0,-15 7 0 15,36-12 320-15,-36 12 16 16,40-10 16-16,-40 10 0 0,40-2-352 0,-40 2 0 0,39 0 0 0,-39 0 128 15,0 0-128-15,53 2 0 0,-53-2 0 16,0 0 0-16,43 4 0 0,-43-4 0 0,0 0 0 0,0 0-10448 16,42 3-2080-1</inkml:trace>
  <inkml:trace contextRef="#ctx0" brushRef="#br0" timeOffset="30702.17">8693 9203 3679 0,'-1'0'320'0,"0"0"-320"0,0 0 0 0,0 0 0 16,0 0 2512-16,0 1 432 0,-1 1 96 0,-1-2 16 15,0 2-1120-15,-4 2-208 0,-1 2-64 0,0-3 0 16,1 0-544-16,0 2-112 0,-1-2-32 0,2 1 0 16,-1 2 64-16,1-1 16 0,0 1 0 0,0 0 0 15,-1 2-480-15,1 2-80 0,-1-1-32 0,-1 3 0 16,-1 4-272-16,-1-1-64 0,1 2-128 0,-2 1 192 0,0 4 0 0,-3 2 0 15,-1 5 0-15,-1-2 0 0,1 2-64 0,2-6-128 16,2-1 176-16,1-3-176 0,3 0 0 16,0-5 0-16,3-2 0 0,2-2 0 15,0-4-320-15,1-3-112 0</inkml:trace>
  <inkml:trace contextRef="#ctx0" brushRef="#br0" timeOffset="31177.78">8866 9262 9215 0,'-3'0'816'0,"1"0"-656"16,2 1-160-16,-1-1 0 0,0 0 1392 0,1 2 240 15,0-2 48-15,0 0 16 0,2 0 320 0,-1 0 64 16,3 0 16-16,2-2 0 0,-6 2-336 0,0 0-64 16,0 0-16-16,41-7 0 0,-41 7-592 0,0 0-112 15,50-3-16-15,-50 3-16 0,39 0-320 0,-39 0-64 16,43 3-16-16,-43-3 0 16,43 4-320-16,-43-4-64 0,40 5-16 0,-40-5 0 0,0 0-144 0,52 2 0 15,-52-2 0-15,0 0 0 16,44-7-688-16,-44 7-16 0,0 0 0 0,33-12 0 15,-25 8-496-15,-2-1-96 0,0 0-32 0,-3 0 0 0,-1 0-576 16,-3 3-112-16,-2 0-32 0,-3 0-8032 0</inkml:trace>
  <inkml:trace contextRef="#ctx0" brushRef="#br0" timeOffset="31579.87">8902 9291 10127 0,'-3'0'896'0,"1"0"-704"15,1 0-192-15,1-2 0 0,0 2 1680 0,0 0 304 0,-2-1 64 0,0 1 16 16,-1-2 592-16,2 1 112 0,-1 0 32 0,2-1 0 16,0 2-944-16,1 2-192 0,-1-1-48 0,0 2 0 0,1 0-704 0,-2 3-144 15,0 2-16-15,1 1-16 16,-1 1-384-16,-1 2-80 0,0 4-16 0,0 1 0 0,0 2-256 0,0 1 160 16,0 3-160-16,1-2 128 0,-1 3-128 0,1-2 0 15,-1-2 0-15,1-3 0 0,1-3 0 16,0-2 0-16,0-5-144 0,-1 1 144 15,1-5 0-15,-1 0 0 0,1-3-128 0,-2 0 128 16,1-2 0-16,1-2 0 0,-2-1-128 0,0-2 128 16,0-1-464-1,-1-1-48-15,0-2 0 0,-1 1 0 0,0 0-112 16,-2-1-16-16,0 1-16 0,0 0 0 0,-1 1 336 0,1-1 80 0,-3 3 16 0,2-1 0 0,-1 2 512 16,1 1 96-16,-1 5 32 0,1 0 0 0,1 3 432 0,-1 2 96 15,1 2 16-15,-1 2 0 0,1 3-512 16,0-2-112-16,0 4-16 0,2-2 0 0,0 2-192 0,1 1-128 15,1 0 160-15,0 0-160 0,1-4 0 0,1-1 0 16,2 0 0-16,-1-1 0 0,2-3 0 0,0-2 0 16,-3-4-128-16,0 0 128 15,0 0-1872-15,0 0-272 0,0 0-48 0,0 0-12416 0</inkml:trace>
  <inkml:trace contextRef="#ctx0" brushRef="#br0" timeOffset="32015.18">8995 9384 1839 0,'2'-3'160'0,"-1"3"-160"0,0 0 0 0,-1 0 0 15,0 0 1280-15,1-2 240 0,0 1 32 0,-1 1 16 16,1 0 1024-16,-1 1 208 0,0 1 32 0,-1 3 16 16,-1 0-592-16,-2 4-112 0,1-2-32 0,-1 2 0 15,1 3-1040-15,0 0-224 0,1 0-32 0,-1 2-16 0,2 1-288 0,1-1-64 16,0-2-16-16,0 0 0 0,0-1-432 0,1 0 128 15,1-3-128-15,0-1 0 0,0 1 0 0,0-3 0 16,0-1 0-16,-1-3 0 0,0 1 0 0,-1-4 0 16,1 1 0-16,0-1 0 0,0-1-320 0,0-1 64 15,0-1 16-15,0-2 0 16,0-1-1216-16,-1-1-240 0,1 0-48 0,0-2-16 16,0 0 880-16,0-1 176 0,0-2 48 0,-1 2 0 0,2 0 496 0,0 0 160 15,0 1 0-15,1-1 0 0,0 3 720 0,-1-1 256 16,1 5 48-16,-1-2 16 0,2 3 576 0,-1-2 112 15,2 3 32-15,-1 2 0 0,0-1-384 0,1 2-80 16,0 0-16-16,-5 0 0 0,0 0-224 0,0 0-48 0,0 0-16 0,0 0 0 16,38 24-560-16,-38-24-112 0,0 0-32 0,20 40 0 15,-20-40-128-15,11 33-32 16,-6-13 0-16,-2-3 0 0,-3-17-128 0,4 34 0 0,-3-18 0 16,-1-1 0-16,0 1 0 0,-1-4 0 0,1-3 0 15,-1-3 0-15,0-2-960 0,1-2-80 16</inkml:trace>
  <inkml:trace contextRef="#ctx0" brushRef="#br0" timeOffset="37739.58">12101 8769 9215 0,'0'-2'816'0,"0"-1"-656"0,0 3-160 0,0-2 0 16,0 2 832-16,0-2 144 15,1 0 32-15,-1-5 0 0,1 2 384 0,0-3 80 0,1 0 0 0,-2 2 16 16,2 2-48-16,-1-1-16 0,1 0 0 0,0 3 0 15,1-1-352-15,-1 3-80 0,-1-2-16 0,2 2 0 16,0 2-272-16,1-1-64 0,0 3-16 16,1 1 0-16,-5-5-208 0,0 0-32 15,0 0-16-15,23 35 0 0,-23-35-240 0,0 0-128 0,16 44 160 0,-16-44-160 16,8 38 0-16,-5-18 0 0,0-1 0 0,-2-1 0 16,0 0-208-16,-2-1-96 0,-1-1-16 0,0-2 0 31,0-2-112-31,-1 0-16 0,2-5-16 0,-2 0 0 0,0-2 464 0,1-2 0 0,-1-1 0 0,1 0 0 0,-1-2 0 0,-1 0-144 15,-1-1 144-15,1 0 0 0,-1-2 0 16,0-1 0-16,-1 0 0 0,0-1 0 0,-1-1 128 16,0-1-128-16,0 0 160 0,0 0-160 0,0 0 0 0,1 0 128 15,-2-2-128-15,1-1 0 0,1 1 0 16,0 1 0-16,2-1 0 0,0 1 0 0,1 2 128 16,0-4-128-16,1 3 0 0,1 0 0 0,1-2 0 15,2 1 0-15,1-3 0 0,1 1 0 0,0-3 176 0,2 1-176 16,1 0 192-16,0-1-192 0,0 1 208 0,0 0-64 0,2 0-16 0,-1 1 0 15,1 1-128-15,1 1 160 0,-2-1-160 0,1 1 160 16,1 2 48-16,-1-3 16 16,1 3 0-16,0 1 0 0,1 1 160 0,1 2 16 0,-1 1 16 0,-11 2 0 15,0 0-208-15,0 0-32 0,40 11-16 16,-40-11 0-16,0 0-160 0,0 0-224 16,0 0 48-16,32 34-9312 15,-32-34-1872-15</inkml:trace>
  <inkml:trace contextRef="#ctx0" brushRef="#br0" timeOffset="38281.44">12411 8773 9215 0,'0'0'816'0,"1"-1"-656"16,0 1-160-16,-1 0 0 0,2-2 1440 0,0 1 256 0,2-1 48 0,1-3 16 16,4 1 640-16,2-1 128 0,1 0 32 15,0 0 0-15,-12 5-736 0,0 0-144 16,39-5-16-16,-39 5-16 0,0 0-752 0,39 0-160 0,-39 0-32 0,0 0 0 16,0 0-480-16,45 8-96 0,-45-8-128 0,0 0 176 15,0 0-176-15,0 0 0 0,40 5 0 0,-35-6-176 31,-1-1-512-31,0 2-96 0,-1-4-32 0,-2 3-13200 0</inkml:trace>
  <inkml:trace contextRef="#ctx0" brushRef="#br0" timeOffset="38490.12">12475 8854 16575 0,'-2'3'736'0,"1"-3"160"0,0 1-720 0,1-1-176 16,0 0 0-16,0 0 0 0,1 2 1600 0,0-2 272 15,2 2 64-15,1-2 16 0,-4 0 224 0,0 0 64 16,0 0 0-16,0 0 0 0,37 2-896 0,-37-2-192 16,0 0-16-16,0 0-16 0,42-4-512 0,-42 4-96 15,0 0-32-15,32-7 0 0,-32 7-480 0,0 0 0 0,32-5 0 0,-32 5 0 32,0 0-720-32,27-7-240 0,-27 7-64 0,0 0-14592 0</inkml:trace>
  <inkml:trace contextRef="#ctx0" brushRef="#br0" timeOffset="39013.14">13072 8692 9215 0,'-2'-1'816'0,"1"1"-656"16,0-2-160-16,0 2 0 0,1 0 1472 0,-1 0 256 15,-1 0 48-15,-1 2 16 0,-2-2 368 0,0 3 80 0,0-1 0 0,0 2 16 16,2 2-1360-16,-1 3-256 0,1 2-64 16,0 1-16-16,1 5-80 0,0 2-16 0,0 1 0 15,1 1 0-15,1 0-272 0,1-3-64 16,-1-18-128-16,4 34 192 0,-4-34-192 0,0 0 0 16,15 34 0-16,-15-34 0 0,0 0 0 0,0 0 0 15,0 0 0-15,45 2 0 0,-34-9 512 0,0-3 48 16,2-2 16-16,0-2 0 0,-1-3 96 0,0 1 32 15,0-4 0-15,-1 2 0 0,0-2-544 0,-3-1-160 0,-1 2 0 0,-2 1 0 16,-2 1 160-16,-2 0-160 0,-2 3 128 16,-4 0-128-16,0 2 0 0,-4 0 0 0,-2 2 0 15,-2 2 0-15,-3 4 192 0,1 4-64 0,-1 3 0 16,1 3 0-16,0 2 112 0,0 4 16 0,2 0 0 0,2 2 0 16,1-2-256-16,2 2-208 0,1 1 32 15,2-3 16-15,4 0-1024 0,1-1-208 16</inkml:trace>
  <inkml:trace contextRef="#ctx0" brushRef="#br0" timeOffset="39199.31">13289 8860 20271 0,'-2'6'1792'0,"1"-1"-1424"0,1-2-368 0,0 1 0 0,1-1 1520 0,0-1 224 16,0 1 48-16,1 1 16 0,-2-4-304 0,0 0-64 15,0 0-16-15,20 37 0 0,-20-37-1104 0,0 0-320 16,0 0 0-16,0 0 128 16,0 0-912-16,0 0-192 0</inkml:trace>
  <inkml:trace contextRef="#ctx0" brushRef="#br0" timeOffset="39538.23">13517 8750 14735 0,'-1'1'1312'0,"0"3"-1056"0,1-3-256 16,-1 1 0-16,1 1 1920 0,-1 0 320 0,-1 5 64 0,-2 2 0 15,-1 4-736-15,0 1-160 0,0-1-16 0,0-1-16 16,1-1-1024-16,0-2-208 0,1 1-144 0,1-4 192 16,1 1-192-16,1-1 0 0,0 1 0 0,2-2 0 15,-2-6 0-15,0 0-144 0,0 0 144 0,0 0 0 16,0 0 0-16,0 0-128 0,0 0 128 0,44 17 0 0,-36-22 0 15,2 0-128-15,1-5 128 0,1-1 0 16,0-1-384-16,1-3 48 0,-1-1 0 0,-1-3 0 0,-2 0 336 16,0 1 0-16,-2 1-144 0,-1 1 144 15,-3 1 0-15,0 1 272 0,-1-1-48 0,-3 1-16 16,-1 0 144-16,-2 2 32 0,-2 0 0 0,-1 3 0 0,1 1 208 0,-2 4 48 16,-1 2 16-16,0 2 0 0,1 3 112 0,-3 3 32 15,2 2 0-15,0 3 0 16,1-2-800-16,0 3-352 0,1-2 32 0,1 1 0 15,1 3-416-15,1-4-80 0,1 2-16 0,2-4-12896 0</inkml:trace>
  <inkml:trace contextRef="#ctx0" brushRef="#br0" timeOffset="39792.33">13795 8679 16575 0,'-1'-4'736'0,"1"3"160"0,0-1-720 16,-1 2-176-16,0 0 0 0,1 0 0 0,-1 0 1856 0,-1 2 320 15,-1-1 80 1,-2 3 16-16,1 1-608 0,-2 0-128 0,0 3-32 16,0 3 0-16,1-1-704 0,0 4-144 0,1 2-16 0,0 0-16 15,1 4-176-15,-2 1-16 0,2 2-16 0,1 0 0 0,-1 1-240 0,2-3-48 16,1-3-128-16,0-2 192 15,0-16-192-15,5 24 0 0,-5-24 0 0,0 0-15296 0</inkml:trace>
  <inkml:trace contextRef="#ctx0" brushRef="#br0" timeOffset="40187.28">14073 8575 21183 0,'-2'5'944'0,"1"-3"192"0,-1 3-912 0,1-3-224 0,0 1 0 0,0-3 0 0,0 2 1568 0,-2 2 272 0,0 4 48 0,-3 4 16 16,0 0-784-16,-2 0-160 15,0 0-16-15,0 0-16 0,1 1-656 0,0-1-128 0,-1 0-16 0,1 0-128 16,1 0 416-16,1 2-32 16,0-2 0-16,1 2 0 0,1-4-192 0,0 1-64 15,3 1 0-15,0-1 0 0,0-3-128 0,0-8 0 16,0 0 0-16,0 0 0 0,8 31 0 0,-8-31 0 15,0 0 0-15,0 0 0 0,0 0 0 0,0 0 0 16,32 26 0-16,-32-26 0 0,0 0 0 0,0 0 0 16,0 0 0-16,40 19 0 0,-40-19 224 0,0 0-32 15,0 0-16-15,0 0 0 0,42 22 16 0,-42-22 0 0,0 0 0 0,0 0 0 16,0 0-192-16,0 0 0 0,0 0 0 0,0 0 128 16,30 33-128-16,-31-29 0 0,-1 1 0 0,-2 0 0 15,1 0 128-15,-3 2-128 0,1-2 128 0,-2 0-128 16,2 0 192-16,-3-1-64 0,-2 3 0 0,-3-2 0 15,-1 2 0-15,-2-1 0 0,-1 0 0 0,0 0 0 16,1-3-128-16,0 0 0 0,-1-1 144 0,1 0-144 16,0-4-176-16,2 0-96 0,1-1-32 0,3-2-15632 15</inkml:trace>
  <inkml:trace contextRef="#ctx0" brushRef="#br0" timeOffset="40361.32">14038 8556 30399 0,'0'0'1344'0,"0"0"288"0,0 0-1312 16,0 0-320-16,0 0 0 0,0 0 0 0,0 0 1456 0,45 14 208 15,-45-14 64-15,0 0 0 0,59 5-992 0,-59-5-192 16,50-3-32-16,-50 3-7920 16,60-6-1568-16,-30-3-320 0</inkml:trace>
  <inkml:trace contextRef="#ctx0" brushRef="#br0" timeOffset="43696.37">7244 10260 2751 0,'-2'-2'256'0,"1"2"-256"16,1 0 0-16,0 0 0 0,0 0 896 0,-1 0 128 0,0 0 16 15,0 0 16-15,-2 2 480 0,1-2 80 0,1 0 32 0,0 0 0 16,3 0-80-16,-2 0-16 0,2 0 0 0,0 0 0 16,1 0 16-16,1 1 0 0,0 1 0 0,1-1 0 15,-5-1-432-15,0 0-96 0,0 0-16 0,0 0 0 16,0 0-320-16,50 14-64 0,-50-14 0 0,0 0-16 15,0 0-224-15,49 4-32 0,-49-4-16 0,0 0 0 16,40-2-64-16,-40 2-16 0,0 0 0 0,38-8 0 16,-38 8-272-16,0 0 0 0,36-9-128 0,-36 9-14000 15</inkml:trace>
  <inkml:trace contextRef="#ctx0" brushRef="#br0" timeOffset="43947.06">7236 10543 19343 0,'-1'-2'848'0,"1"1"192"0,2-1-832 0,-1 1-208 16,1 0 0-16,0 1 0 0,0 0 1648 0,4 0 272 0,2-3 64 0,-8 3 16 15,0 0-512-15,44 0-96 16,-44 0-32-16,0 0 0 0,52 10-720 0,-52-10-160 0,41 11-32 0,-41-11 0 31,43 8-864-31,-43-8-176 0</inkml:trace>
  <inkml:trace contextRef="#ctx0" brushRef="#br0" timeOffset="46114.31">8571 9881 11055 0,'-4'0'976'0,"3"0"-784"0,-1 0-192 0,0 1 0 0,2 1 944 0,0-2 144 15,0 0 16-15,-1 2 16 0,0 1 144 0,1 1 16 16,1 1 16-16,2-3 0 0,1 0 48 0,2-2 16 0,2 0 0 0,2-2 0 15,-1 0 32-15,2-2 0 0,1 1 0 0,-12 3 0 16,26-7-384-16,-26 7-80 0,29-5-16 0,-29 5 0 16,0 0-464-16,41 0-80 0,-41 0-32 0,0 0 0 15,0 0-208-15,42 17-128 0,-42-17 128 0,0 0-128 16,0 0 0-16,18 33 0 0,-18-22 0 0,-2-2 0 16,-1 2 0-16,-1-2 0 0,-2 0 0 0,-1 1 0 15,0 0 0-15,-2-1 0 0,-1 1 0 0,-1 0-128 16,0-1 128-16,-2-2-160 0,-1 2 160 0,0-1-160 15,1 0 160-15,0-2 0 0,1 0-144 0,-1 0 144 0,4 0 0 0,2-1 0 16,-1 0-144-16,3-1 144 0,0-1 0 0,1 2 0 16,3-3 0-16,0 0 0 0,2-2 0 0,0 0 0 15,3-2 0-15,2 0 0 0,1-1 240 0,1-2 0 16,4-1 0-16,0-2 0 0,-12 8 336 0,27-11 80 16,-27 11 16-16,32-8 0 0,-32 8-352 15,0 0-80-15,50-2-16 0,-50 2 0 16,0 0-224-16,0 0 0 0,46 14 0 0,-46-14 0 0,0 0 0 15,0 0 0-15,11 31 0 0,-14-19 0 0,-2 0 128 16,-1 0-128-16,-2 2 0 0,-1-1 0 0,0 0 160 16,-2-1-160-16,-1 0 160 0,-2 0-160 0,-1-1 0 0,0-1 128 15,1-1-128-15,1-3 0 0,2-1 0 16,1-4 0-16,1 1 0 0,5-4 0 0,1 2-400 16,2-4-80-16,3 1-16 0,4-4-16016 0</inkml:trace>
  <inkml:trace contextRef="#ctx0" brushRef="#br0" timeOffset="46310.11">9028 10185 22111 0,'-1'3'976'0,"1"-1"208"0,0 1-944 0,0-2-240 0,0 1 0 0,0-2 0 15,1 1 2336-15,0 1 416 16,0 1 96-16,1 0 16 0,-1 1-1056 0,1 1-208 0,-1 1-32 0,1-1-16 0,-1 1-992 0,0 0-208 15,1 0-32-15,1 0-16 0,-1-1-304 16,1-1 0-16,0 1 0 0,2 0-11552 16,0-4-2336-16</inkml:trace>
  <inkml:trace contextRef="#ctx0" brushRef="#br0" timeOffset="46713.53">9301 10024 3679 0,'-2'0'320'0,"1"2"-320"15,0-2 0-15,0 1 0 0,0 0 1088 0,1 1 128 16,-2 2 48-16,-2 2 0 0,-1 2 224 0,0 3 48 15,0-1 16-15,1 1 0 0,2 1-80 0,0 2-32 0,1-1 0 0,0 1 0 16,2 2-512-16,-1-1-96 0,2 3-32 16,0-3 0-16,1 1 0 0,1-1 0 0,0-4 0 0,-4-11 0 15,0 0-352-15,0 0-80 16,0 0-16-16,0 0 0 0,0 0-208 0,42 15-144 16,-34-22 192-16,-1-1-192 0,1-1 736 0,0-5 32 15,2-2 16-15,-1 1 0 0,-1 0-16 0,-1-1-16 16,1-2 0-16,-3-2 0 0,-1 4-496 0,-2-1-112 0,-1 2-16 15,-3 1 0-15,-2 2 48 0,-2 1 0 0,-3 4 0 0,-1 0 0 16,-1 4 32-16,-1 5 16 0,-2 3 0 0,0 1 0 16,2 3 0-16,0-2 0 0,1 4 0 0,1 0 0 15,1-2-640-15,3 2-128 0,2-2-32 16,2 1-14224-16</inkml:trace>
  <inkml:trace contextRef="#ctx0" brushRef="#br0" timeOffset="47396.21">9637 10016 911 0,'-2'0'0'0,"1"-2"0"16,0 2 0-16,0 0 0 16,0 0 1008-16,1-1 112 0,-1 1 32 0,0-1 0 0,0 1 992 0,0-3 208 0,0 1 32 0,0-1 16 15,-1 1 32 1,1 0 0-16,1 2 0 0,-2-2 0 0,1 2-384 0,-1-2-80 16,1 4-16-16,-1-2 0 15,1 2-800-15,-1-1-176 0,0 2-16 0,0 0-16 0,-1 2-496 0,1-1-80 16,-1 4-32-16,0-2 0 15,0 3-144-15,1-1-16 0,0 4-16 0,2-2 0 16,-2 4-160-16,2-3 192 0,0 4-192 0,-1-3 192 16,2-1-192-16,0-1 0 0,0 0 0 0,1-4 0 15,1 2 0-15,0-3 0 0,0 0 0 0,0-1 0 0,0-2 0 16,0 1 0-16,1-1 0 0,-2-2 0 0,1 0 0 0,0 0 0 16,1 0-144-16,-1-2 144 0,3-1 0 15,-1 0 0-15,0-1 0 0,1-1 0 0,-2-1 0 0,1-2 0 16,0 1 0-16,-1-2 0 0,1-1 0 0,-2 1 0 15,-1-1 0-15,0-1 0 0,0 1-128 0,-1 0 128 16,0 1 0-16,-2 0 0 0,-1-1 0 0,-1 3-128 16,1 0 128-16,-3-1 0 0,0 4 0 0,-1 2-160 15,-1 2 160-15,0 0-128 0,0 2-96 0,-2 0-16 0,2 3 0 16,-2 0 0-16,3-1-64 0,-1 2-16 0,1 0 0 0,0-1 0 16,3 0 80-16,-1-1 16 0,2-1 0 0,0 0 0 31,1 0-464-31,1-2-80 0,1-1-32 0,1 2-12400 0</inkml:trace>
  <inkml:trace contextRef="#ctx0" brushRef="#br0" timeOffset="47825.3">9868 9978 10127 0,'1'-3'448'0,"-1"2"96"0,0-1-544 16,0-1 0-16,0 3 0 0,-1-2 0 0,0 2 2544 0,-1-1 400 16,0 1 64-16,-2 0 32 0,-1 0-320 0,0 3-64 15,-1 0-16-15,0 1 0 0,1 1-1584 16,-1 0-320-16,0 2-64 0,2 0-16 0,-1 0-288 16,1 0-64-16,3 3-16 0,-2-1 0 15,2 0-16-15,0 0 0 0,1 0 0 0,1-1 0 0,1 1-32 0,0-1-16 16,0-3 0-16,2 0 0 0,-1 0-224 0,1-1 0 15,-1-2 0-15,3 1 0 0,-6-3 0 0,0 0 0 0,0 0 0 0,0 0 0 16,0 0 128-16,0 0-128 16,44 12 0-16,-44-12 144 0,0 0-144 0,0 0 0 15,0 0 0-15,32 29 128 0,-32-29-128 0,0 0 0 0,0 0 0 16,23 30 0-16,-18-22 0 0,-2-2 0 16,0 2 0-16,-1-2 0 0,0-1 0 0,-2 0 0 0,0 0 0 0,-2 0 0 15,0 1 0-15,-2-1 0 16,-1 0 0-16,-3 0 0 0,0 0 0 0,-2-1 0 0,-1 1 0 0,-2-2 128 15,0 1-128-15,1 1 0 0,-1 0 0 16,1-1 0-16,2-3 0 0,-2-1 0 0,2-1 0 16,1-1 0-16,0-2-640 15,1-1-176-15,2 2-16 0,2-4-14432 0</inkml:trace>
  <inkml:trace contextRef="#ctx0" brushRef="#br0" timeOffset="48012.04">9819 10007 17503 0,'0'2'1552'0,"0"-2"-1232"0,1 1-320 0,0 1 0 0,0-2 1888 0,0 2 320 0,2 0 64 0,-3-2 16 16,0 0 336-16,0 0 64 16,0 0 0-16,39 20 16 15,-39-20-1424-15,0 0-272 0,0 0-64 0,51-3-16 0,-51 3-560 16,31-12-112-16,-31 12-32 0,33-12 0 16,-33 12-224-16,31-9 0 0,-31 9 0 0,0 0 0 15,40-12-2000-15,-40 12-304 0,32-7-48 0,-32 7-12816 0</inkml:trace>
  <inkml:trace contextRef="#ctx0" brushRef="#br0" timeOffset="48297.26">10211 10138 9215 0,'-2'-1'816'0,"0"0"-656"0,1 0-160 16,0 1 0-16,0-2 2288 0,0 1 416 0,0 1 96 0,-2-2 16 15,0 0 176-15,0 0 32 0,2-1 16 0,1 1 0 16,2 2-1328-16,1 0-272 0,2 0-48 0,-5 0-16 16,0 0-224-16,0 0-64 0,0 0 0 0,48-3 0 15,-48 3-576-15,0 0-112 0,37-4-16 0,-37 4-16 16,0 0-368-16,0 0 144 0,45-7-144 0,-45 7 0 15,0 0 0-15,0 0 0 0,43-5 0 0,-43 5-11984 16,0 0-2432-16</inkml:trace>
  <inkml:trace contextRef="#ctx0" brushRef="#br0" timeOffset="48763.14">10664 9927 23951 0,'-3'2'1056'0,"1"-2"224"0,1 0-1024 0,0 0-256 15,0 0 0-15,1 0 0 0,-1 0 592 0,1 0 64 16,1 2 16-16,0-2 0 0,2 0 176 0,0 0 48 16,2 0 0-16,2-2 0 0,0 0 128 0,-7 2 48 0,0 0 0 15,0 0 0-15,38 2-352 0,-38-2-64 16,0 0-16-16,0 0 0 0,40 19-480 0,-40-19-160 0,0 0 0 15,0 0 0-15,27 35 0 0,-27-35 0 0,0 0 0 0,5 26 0 16,-6-16 0-16,-1-2 0 16,-2 1 0-16,-2-2 0 0,-1 2 0 0,-1-2 0 15,-1 0 0-15,0 1 0 0,-1-2 0 0,0 0 0 0,-3 0 0 0,1-1 0 0,1 0 0 16,0-1 0-16,2 1 128 16,1-2-128-16,1-1 256 0,1 0-16 0,2 1 0 0,1-1 0 0,1-2-48 0,2 3-16 15,1-3 0-15,1 2 0 0,2 0-48 16,0 0-128-16,-4-2 192 0,0 0-64 0,0 0 112 0,0 0 16 15,0 0 0-15,49 20 0 16,-49-20-64-16,0 0 0 0,0 0 0 0,46 18 0 0,-46-18-16 0,0 0-16 16,0 0 0-16,43 24 0 0,-43-24-160 15,0 0 128-15,0 0-128 0,0 0 128 0,14 32-128 16,-17-24 128-16,-3 2-128 0,-3 2 128 16,-2-2-128-16,-4 1 192 0,-2 1-192 0,-2 0 192 0,-4-2-192 0,-4 0 0 15,-5 1 0-15,-5-2-18144 0</inkml:trace>
  <inkml:trace contextRef="#ctx0" brushRef="#br0" timeOffset="49566.76">8396 10569 11967 0,'-4'-2'1072'0,"0"2"-864"16,2 2-208-16,0-2 0 0,-1 0 1056 15,-1 0 160-15,-3 0 48 0,-5 0 0 16,-3 0 144-16,-1 0 16 0,2-2 16 0,2 1 0 0,2 1-352 0,2-2-64 15,1 0 0-15,3 0-16 0,0 0-16 0,2 1 0 16,0-2 0-16,2 3 0 0,1-2-288 0,1 1-48 16,1 1-16-16,0 0 0 0,3 1-320 0,1 1-64 15,1 1 0-15,-8-3-16 0,0 0-32 0,0 0 0 16,50 17 0-16,-50-17 0 0,0 0 48 0,61 12 0 16,-61-12 0-16,52 4 0 0,-52-4 64 0,59 2 32 15,-59-2 0-15,67 1 0 0,-67-1-176 0,73 0-48 0,-73 0 0 16,73-1 0-16,-73 1 64 0,68-2 0 0,-68 2 0 0,66-1 0 15,-66 1 176-15,65-1 32 0,-65 1 16 0,65-4 0 16,-65 4-160-16,72-1-48 0,-72 1 0 16,70 5 0-16,-70-5-208 0,66 1 144 0,-66-1-144 0,69-1 128 15,-69 1-128-15,72-2 0 0,-35-1 144 0,-37 3-144 16,76 0 144-16,-76 0-144 0,72-4 192 0,-72 4-192 0,68-1 192 16,-68 1-192-16,65 3 192 0,-65-3-192 0,66-3 128 15,-66 3-128-15,66-2 0 0,-66 2 0 0,65-5 160 0,-65 5-160 16,56-7 128-16,-56 7-128 0,57-4 128 0,-57 4-128 15,61 0 128-15,-61 0-128 0,64 0 0 0,-64 0 0 16,64 2 0-16,-64-2 0 0,66 0 0 0,-66 0 0 16,64 2 0-16,-64-2 0 0,58 5 0 15,-58-5 0-15,63 5 0 0,-63-5 0 0,71 2 0 0,-71-2 0 16,73 10 0-16,-73-10 0 0,74 6 0 0,-74-6 0 16,68 3 0-16,-68-3 0 0,64 2 0 0,-64-2 0 15,65 1 0-15,-65-1 0 16,67-1 0-16,-67 1 0 0,72-4 0 0,-72 4 0 0,69-3 0 0,-69 3 0 0,61-4 128 0,-61 4-128 15,56-3 128 1,-56 3-128-16,54-4 192 0,-54 4-64 0,54-3-128 0,-54 3 0 16,47-4 0-16,-47 4-18016 15</inkml:trace>
  <inkml:trace contextRef="#ctx0" brushRef="#br0" timeOffset="51611.51">8570 10936 11967 0,'0'0'1072'0,"0"0"-864"0,0 0-208 0,-1 0 0 16,1 0 1344-16,-1 3 208 0,0-1 48 0,1-1 16 0,-2 4-240 0,-1-2-48 15,1 3-16-15,-1 0 0 0,2 0-640 0,-1 0-128 16,0 2-32-16,0-1 0 16,1 2-336-16,-1 3-176 0,1-2 160 0,1 4-160 15,1 0 0-15,0 2 128 0,0 1-128 0,1 0 0 16,0-1 0-16,0 1 0 0,2 0 0 0,0-1 0 0,0-2 0 0,-4-14 0 16,0 0 0-16,21 29 0 0,-21-29 0 0,0 0 0 15,0 0 0-15,0 0 0 0,40 2 0 0,-31-11 0 16,1-3 0-16,1-5-160 0,1-2 336 0,1-2 64 15,0-3 16-15,-1-2 0 0,0-3-512 0,-3 3-80 16,-2 0-32-16,-3 2 0 0,0 2 192 0,-3 2 48 0,-1 2 0 0,-2 1 0 16,-2 4 128-16,-2-1 192 0,-2 5-32 0,-3 0-16 15,-3 1 432-15,-3 6 96 0,1 0 16 0,0 5 0 16,2 1-112-16,-3 5-32 0,1 3 0 16,0 4 0-16,3 1-544 0,3 0 0 0,2-1-192 0,5-1-8208 15,1 1-1648-15</inkml:trace>
  <inkml:trace contextRef="#ctx0" brushRef="#br0" timeOffset="51865.98">8846 11090 27647 0,'-2'-2'1216'0,"1"2"256"0,0-1-1168 16,1 1-304-16,-1 0 0 0,1 1 0 16,0 1 864-16,0 1 112 0,0 2 32 0,0 0 0 0,1 4-544 0,0-2-96 15,2 2-32-15,-1-1 0 0,2-2-336 0,1 0 0 0,-5-6 0 0,0 0 0 32,0 0-624-32,0 0-32 0,0 0-16 0,0 0-13024 15</inkml:trace>
  <inkml:trace contextRef="#ctx0" brushRef="#br0" timeOffset="52209.34">9035 10944 20271 0,'-6'0'896'0,"4"0"192"0,-1 0-880 0,0 0-208 15,1 0 0-15,1 0 0 0,0 0 864 0,-1 2 128 0,-1 0 32 0,-2 3 0 16,2 0-512-16,0 2-80 0,1 0-32 0,1 1 0 15,0 3-272-15,1-1-128 0,2 3 128 0,0-1-128 16,1 2 0-16,1 1 128 0,-4-15-128 16,11 29 0-16,-11-29 0 0,0 0 0 0,21 32 128 0,-21-32-128 15,0 0 0-15,0 0 0 0,0 0 0 0,47 13 0 16,-37-16 0-16,0-4 0 0,1 0 0 0,0-5-176 0,0-2 176 0,-2-2 0 16,1-2 0-16,-2 2 128 0,-3-2-304 0,0 0-48 0,-2 2-16 0,-2 0 0 15,-1 1 48-15,-2-1 0 0,-2 3 0 0,-3 1 0 16,0 4 592-16,-2 0 128 0,-3 3 32 0,-2 3 0 15,-1 2 624-15,-1 5 128 16,-1 2 32-16,-1 4 0 0,1 4-896 0,2 0-160 0,3 2-32 16,2-2-16-1,2 0-1056-15,1-1-208 0,3-2-32 0,1 0-12064 0</inkml:trace>
  <inkml:trace contextRef="#ctx0" brushRef="#br0" timeOffset="52451.96">9262 10932 10127 0,'3'-5'448'0,"-2"0"96"0,0 1-544 0,0 1 0 16,-1 0 0-16,0 1 0 0,0 0 1600 0,0-2 224 16,0-2 32-16,-1 2 16 0,-1-1 336 0,1 2 64 15,-2 1 16-15,1 4 0 0,0 3-576 0,-1 0-112 0,0 3-32 16,1 3 0-16,0 1-928 0,1 2-176 0,0 3-32 0,1 0-16 15,0 2-224-15,0 1-64 0,0 0 0 0,1-1 0 16,2 0-128-16,-2-5 0 0,2 0 0 0,0-4 0 31,-3-10-384-31,0 0-48 0,0 0-16 0,15 30-13616 0</inkml:trace>
  <inkml:trace contextRef="#ctx0" brushRef="#br0" timeOffset="52818.83">9499 10860 9215 0,'0'-2'816'16,"0"1"-656"-16,1 1-160 0,-1 0 0 0,0 0 2112 0,-1 1 384 15,1-1 64-15,-2 2 32 0,-2 3 144 0,-1 2 16 16,-1 3 16-16,-2-1 0 0,1 1-1824 0,0 1-368 16,-1-1-80-16,3 2-16 0,-1 0 16 0,1 0 0 15,2 0 0-15,0 0 0 0,1-3-256 0,1 1-48 16,1-1-16-16,1-2 0 0,2-2-176 0,0 0 0 15,1-1 144-15,1-1-144 0,0-1 0 0,2 0 0 16,-1-1 0-16,2-1 0 0,-8 0 0 0,0 0 0 0,0 0 0 0,0 0 0 16,45 1 0-16,-45-1 0 0,0 0 0 0,0 0 0 15,0 0 0-15,48 18 128 16,-48-18-128-16,0 0 0 0,0 0 0 0,24 28 0 0,-21-21 0 0,0 0 0 16,-2 0 0-16,-1 0 0 0,-1 1 0 0,-1-1 128 15,0 2 16-15,-1-4 16 0,-2 2 0 0,1-3 0 16,-2 1 144-16,-1 0 16 0,0-3 16 0,-2 1 0 0,0 0-208 15,-2-1-128-15,-2 0 160 0,-1-2-160 16,1 0 0-16,0 0 0 0,0-2 0 0,-1-3 0 16,1 2-800-16,1-1-208 0,2 1-32 0,3-2-13472 15</inkml:trace>
  <inkml:trace contextRef="#ctx0" brushRef="#br0" timeOffset="53025.22">9467 10910 16575 0,'-2'-2'736'0,"1"0"160"16,1 0-720-16,0 1-176 0,0 1 0 0,1 0 0 16,0 0 2336-16,0-2 432 0,3 2 96 0,-1-2 16 0,4 1-624 0,0-1-112 0,2 0-32 0,-9 2 0 31,0 0-1152-31,29-12-224 0,-29 12-48 0,26-12-16 16,-26 12-160-16,30-10-48 0,-30 10 0 0,32-11 0 0,-32 11-336 0,0 0-128 15,41-5 0-15,-41 5 144 0,0 0-304 0,0 0-64 0,0 0-16 0,48 12-16784 16</inkml:trace>
  <inkml:trace contextRef="#ctx0" brushRef="#br0" timeOffset="53342.13">10009 10775 11055 0,'-2'0'976'0,"1"0"-784"0,0 1-192 0,-1-1 0 16,1 2 2160-16,0-2 384 0,0 2 80 0,-1 0 0 16,-1 1-256-16,-2 4-48 0,0 0-16 0,1 0 0 15,-1 1-1136-15,1 1-224 0,-1 0-48 0,1 3-16 16,0 0-96-16,0 2-16 0,-1 5 0 0,1 0 0 15,-1 5-528-15,-1 0-112 0,2 4-128 0,-3-1 176 16,2 1-176-16,-3 0 0 0,2 0 0 0,-2-4 0 16,2 2 0-16,-2-5 0 0,3-2-128 0,0-2 128 15,2-3-736-15,0-2-80 16,1-2-16-16,2-1-13840 0</inkml:trace>
  <inkml:trace contextRef="#ctx0" brushRef="#br0" timeOffset="53726.88">10195 10828 9551 0,'1'0'192'0,"-1"0"64"0,-1 2 0 0,1-2 32 0,0 0-288 0,0 0 0 0,-1 0 0 0,0 1 0 16,0 0 0-16,-1 2 0 0,1 1 0 0,0 1 0 16,0-3 448-16,1 0 176 0,0 1 32 0,0 0 16 15,1-1 752-15,0-2 160 0,0 1 16 0,2-1 16 0,0 0 368 16,2-1 80-16,-1-1 16 0,1 2 0 0,0-2-160 0,1 1-48 16,1-2 0-16,-7 3 0 0,0 0-1008 0,0 0-208 15,39-6-32-15,-39 6-16 0,0 0-208 0,40-5-32 16,-40 5-16-16,0 0 0 15,48-5 192-15,-48 5 32 0,39 0 16 0,-39 0 0 16,0 0-384-16,54 5-80 0,-54-5 0 0,0 0-128 0,43 8 0 16,-43-8-256-16,0 0 32 0,54 11 0 15,-54-11 0-15,0 0 0 0,44 7 0 0,-44-7 0 0,0 0-32 0,0 0 0 16,38-3 0-16,-32 1-15584 0</inkml:trace>
  <inkml:trace contextRef="#ctx0" brushRef="#br0" timeOffset="55284.87">10203 10846 8287 0,'-1'0'736'0,"0"-1"-592"16,0 1-144-16,0 0 0 0,1 0 1216 0,0 0 192 16,0-1 64-16,0 1 0 0,0 0 960 0,-1 0 192 15,1 0 32-15,0 0 16 0,0 0-1088 0,0 1-224 16,0 0-32-16,0-1-16 0,0 3-720 0,0 0-144 15,1 2-16-15,0 1-16 0,-1 1-288 0,1 5-128 16,0 2 128-16,-1 5-128 0,0 0 128 0,1 3-128 16,-1 2 128-16,1 1-128 0,0 2 0 0,0-2 0 15,-1 0 0-15,1-2 0 0,-1 0 0 0,0-3 0 16,-1-1 0-16,0-1 0 0,0-3-144 0,-1-1 144 0,1-2 0 0,-1-3 0 16,0-2-176-16,0-2 176 0,1 0-160 0,0-4 160 15,0 0 0-15,0-1 0 0,0 0 0 0,0-2 0 16,1-2 0-16,0-2 128 0,0 2-128 0,0-1 160 15,0-4 288-15,0-1 64 0,0-1 16 0,0-2 0 16,-1 0-272-16,0 0-64 0,-2-3-16 0,-1-1 0 16,1 3-176-16,-3 0 0 0,0 1-160 0,0 1 160 15,-2 4 640-15,2 2 208 0,1 2 48 0,0 2 16 0,-1 2-704 0,1 3-208 16,-1 1 0-16,0 3 128 16,-1 0-704-16,2 2-144 0,-2 3-32 0,1-2 0 15,2 2 752-15,-1-1 0 0,1 2 240 0,2 0-64 0,-1-1-48 0,2-2-128 16,0 1 192-16,1-1-64 0,1-3-128 15,1 0 0-15,1-2 0 0,0 0-14976 0</inkml:trace>
  <inkml:trace contextRef="#ctx0" brushRef="#br0" timeOffset="55633.64">10397 10927 7359 0,'-1'0'656'15,"-1"0"-528"1,2 2-128-16,-1-2 0 0,0 1 1680 0,-1 1 304 0,-1 2 64 0,-3 1 16 16,-1 2 208-16,-1 4 32 0,-1 0 16 0,2 1 0 0,0-1-544 0,0 1-112 15,2 0-32-15,1 0 0 0,0-1-784 0,2 1-144 16,1-2-48-16,0 0 0 0,0 0-464 0,0-1-192 15,1 0 176-15,0-1-176 16,1 0 0-16,0 0 0 0,1-1 0 0,0 0 0 0,1 0 864 0,0-2 128 16,0-3 32-16,2 1 0 31,-5-3-1664-31,0 0-336 0,0 0-64 0,0 0-16 0,0 0 768 0,47-3 160 0,-47 3 128 0,0 0-192 16,38-10-448-16,-38 10-112 0,0 0-16 0,38-14 0 15,-38 14-736-15,22-9-160 0,-13 4-16 0,0-1-9248 16</inkml:trace>
  <inkml:trace contextRef="#ctx0" brushRef="#br0" timeOffset="55826.25">10478 11017 4607 0,'-7'-2'400'0,"5"1"-400"16,-1 1 0-16,0 0 0 0,1 0 2048 0,0 0 320 0,1 1 64 0,-1 1 0 16,-3 1 960-16,0 1 176 0,1 3 32 0,-2-2 16 15,2 5-1792-15,0-3-352 0,0 4-80 16,1-1-16-16,1 2-672 0,-1-2-128 0,1 4-16 15,-1-2-16-15,1 2-384 0,0-2-160 16,0 0 128-16,0 0-128 0,0 1 0 0,0-1 0 16,0 0 0-16,1-3 0 0,0 1-896 15,1-2-64-15,1 0-16 0,0-2-12880 0</inkml:trace>
  <inkml:trace contextRef="#ctx0" brushRef="#br0" timeOffset="56144.04">10623 11005 16575 0,'1'1'736'0,"-1"-1"160"0,0 2-720 0,0-2-176 0,0 2 0 0,-1-1 0 15,0 2 2112-15,0 3 384 0,-2 3 64 0,-1 6 32 16,-1 3-736-16,-1 2-128 0,1-2-48 0,0 1 0 16,0 0-1296-16,2-2-256 0,1 2-128 0,1-4 128 0,1 0-128 0,3-1 0 15,-3-14 0-15,0 0 0 0,13 29-288 0,-13-29 64 16,0 0 16-16,0 0 0 0,0 0 0 15,0 0 0-15,42 0 0 0,-33-9 0 0,1-3 592 16,-1-2 128-16,1-1 32 0,0-4 0 16,1 1-320-16,-1-2-64 0,-1 1-16 0,-1-2 0 0,-1 2-144 0,-2 0 0 15,-3 1 0-15,-1 0 0 0,-1 2 160 0,-2-1 48 16,-3 3 16-16,-1 2 0 0,0 4 112 0,-3 2 32 16,-4 1 0-16,-1 5 0 0,-2 2 192 0,-1 7 32 15,-3 5 16-15,-1 4 0 0,1 2-608 0,1 3 0 16,0 0 0-16,1-1-16512 0</inkml:trace>
  <inkml:trace contextRef="#ctx0" brushRef="#br0" timeOffset="56719.76">11734 10474 11967 0,'-1'0'1072'0,"1"0"-864"0,0 0-208 16,0 0 0-16,1 0 1776 0,-1 0 304 0,0 0 64 0,1 0 16 16,1-1-208-16,1 0-32 0,1 1-16 15,0-2 0-15,2 2-432 0,0-1-96 0,-6 1-16 0,0 0 0 16,0 0-544-16,0 0-112 0,0 0-32 0,46 3 0 15,-46-3-144-15,0 0-16 0,0 0-16 0,0 0 0 16,49 4-320-16,-49-4-176 0,0 0 192 0,0 0-192 16,41-6 0-16,-41 6-304 0,0 0 48 0,26-10 0 31,-21 6-1792-31,0 0-336 0</inkml:trace>
  <inkml:trace contextRef="#ctx0" brushRef="#br0" timeOffset="56915.59">11761 10671 17503 0,'-3'7'768'0,"1"-5"176"0,1 0-752 15,1 1-192-15,0-3 0 0,0 1 0 0,1 3 1712 0,1-4 304 16,1 2 64-16,1 0 16 0,-4-2-304 0,0 0-64 16,0 0-16-16,36-11 0 0,-24 6-320 0,1-2-64 15,-13 7-16-15,29-14 0 0,-29 14-640 0,34-12-128 16,-34 12-32-16,32-7 0 0,-32 7-704 0,0 0-128 15</inkml:trace>
  <inkml:trace contextRef="#ctx0" brushRef="#br0" timeOffset="57449.56">12547 10396 12895 0,'-2'0'576'15,"1"0"112"-15,1 0-560 0,0-2-128 0,0 2 0 0,0 0 0 0,0-2 688 0,2 1 96 16,0-3 32-16,2 1 0 0,0-2 560 0,3-2 112 16,-2 2 32-16,3 0 0 15,-1 1 592-15,1 0 112 0,-8 4 16 0,0 0 16 16,33-9-656-16,-33 9-144 0,0 0-32 0,0 0 0 0,48 0-912 0,-48 0-192 16,0 0-48-16,0 0 0 0,40 17-272 0,-40-17 0 0,0 0 128 0,0 0-128 15,24 34 0-15,-23-25 0 0,-1-1-208 0,-2 2 80 16,-1-1-192-16,-2 0-16 15,-1 2-16-15,0-1 0 0,-1 0-96 0,0 0 0 16,-4 4-16-16,-2 0 0 0,-1 0 32 16,-1 0 16-16,-1 3 0 0,0 0 0 0,-2 1-16 0,1-1 0 0,2 2 0 15,2-3 0-15,2 1-160 0,3-3-48 0,2-2 0 0,4-2 0 0,1 1 640 16,1-3 240-16,2-2-16 16,-1 0 0-16,2-2 432 0,2 1 96 0,-5-5 16 0,0 0 0 0,0 0 800 0,0 0 160 15,0 0 48-15,47 7 0 0,-47-7-672 0,0 0-128 16,35-5-16-16,-35 5-16 0,30-7-576 0,-30 7-112 31,29-9-32-31,-29 9 0 0,0 0-224 0,35-10 0 0,-35 10 0 0,26-14 0 0,-26 14 0 0,24-15 0 16,-12 7-128-16,-1 0-18096 15</inkml:trace>
  <inkml:trace contextRef="#ctx0" brushRef="#br0" timeOffset="57635.33">12948 10614 10127 0,'-2'4'896'0,"2"-3"-704"0,0 2-192 0,0-1 0 15,1 0 3728-15,-1-2 720 0,2 2 144 0,0 1 16 0,2 2-1664 0,-4-5-352 16,0 0-64-16,0 0-16 0,0 0-1536 0,0 0-304 0,38 23-64 0,-38-23-16 16,0 0-448-16,0 0-144 15,0 0 0-15,0 0-11200 16,0 0-2304-16</inkml:trace>
  <inkml:trace contextRef="#ctx0" brushRef="#br0" timeOffset="57901.42">13308 10405 10127 0,'-3'3'896'0,"1"-3"-704"0,0 0-192 0,1 0 0 16,0 0 2592-16,1 0 480 0,-1 0 112 0,0-2 16 16,-1 2-560-16,1-1-96 0,-2 1-32 0,1 0 0 15,0 3-1104-15,0-1-208 0,0 3-48 0,1 2-16 16,0 3-384-16,-1 4-80 0,1 2-16 0,-1 3 0 16,0 0-384-16,0 3-80 0,0 4 0 0,-1 2-16 15,-1 0-176-15,1 1 0 0,-1-1 0 0,3-3 0 16,-1-4 0-16,2-4 0 0,1-4 0 0,1-5-11200 15,-1 1-2224-15</inkml:trace>
  <inkml:trace contextRef="#ctx0" brushRef="#br0" timeOffset="58274.89">13480 10479 11967 0,'0'0'1072'0,"0"0"-864"0,0 0-208 0,0 0 0 16,0 0 864-16,0 0 128 0,-1 2 32 0,1-2 0 16,-1 1-640-16,-1 1-112 0,1 0-16 15,-1 0-16-15,0 3 272 0,-1 0 48 0,-1 2 16 0,0 0 0 16,1 5 672-16,-2-2 144 16,0 4 16-16,0 0 16 0,1 2-544 0,1 1-112 15,1-3-32-15,-1 1 0 0,1-3-224 0,2 0-32 16,1-3-16-16,2-1 0 0,0-2-16 0,-3-6 0 0,0 0 0 0,0 0 0 15,0 0-256-15,0 0-64 16,48-5-128-16,-37-5 192 0,2-1 576 0,1-4 96 16,1-1 32-16,-1-1 0 0,-2-4-528 0,0 3-112 0,0 0 0 15,-4 0-16-15,-1 1-240 0,-3-2 144 0,-1 0-144 0,-3 2 128 16,-2 2 64-16,-3 2 0 0,-1-1 0 16,-3 4 0-16,-2 3-48 0,-2 3 0 0,-2 5 0 0,-2 5 0 15,2 0 304-15,0 4 48 0,0 6 16 0,1-1 0 16,3 2-384-16,3-3-128 0,1-2 0 0,2 2 144 15,2 0-928-15,1-1-192 0</inkml:trace>
  <inkml:trace contextRef="#ctx0" brushRef="#br0" timeOffset="58909.08">13856 10318 8351 0,'-3'0'176'0,"0"0"32"0,1 0 16 0,0 0 32 0,0 2-256 0,1-2 0 0,-1 1 0 0,-1 0 0 15,-2 2 3360-15,0 2 624 16,-2-1 128-16,1 1 32 0,1 0-1712 0,2-3-352 15,1 3-64-15,1-3-16 0,2 3-592 0,-1-4-112 0,3 2-16 0,0-2-16 0,1 1-400 0,-4-2-80 16,0 0-16-16,0 0 0 16,0 0-272-16,32 27-64 0,-32-27-16 0,0 0 0 0,28 30-288 0,-28-30-128 15,0 0 0-15,32 38 128 16,-32-38-128-16,21 27 0 0,-21-27 0 0,0 0 0 16,25 38 0-16,-25-38 0 0,0 0 0 0,15 35 0 15,-13-24 0-15,-1-1 0 0,-1-1 0 0,-2 2 0 16,-1-2 0-16,0-1 0 0,-2 1 0 0,1-3 0 15,-2 1 0-15,0 0 0 0,-1-1 0 0,-1 0 0 16,-1-1 0-16,-1-1 0 0,2 1 0 0,-1-2 0 16,0-1 0-16,-1-2-144 0,2 0 144 0,0-4 0 15,3 3 0-15,-1-4 0 0,2 2 0 0,0-2 0 0,1 1 0 16,0-2 0-16,3 1 0 0,-2 0 144 0,2 0-16 0,0 0 0 16,1 1 0-16,0-1 0 0,0-1-128 0,2 0 0 15,0-1 0-15,0 2 128 0,0-2-128 0,1 0 0 16,2 0 0-16,-1-3 0 0,1 1 0 0,0 0 0 15,2-1 0-15,0 0 128 0,0-1-128 0,1 1 0 16,0-1 0-16,1-1 128 0,0 0-128 0,1 0 0 16,-1 0 0-16,0-2 0 0,1 2 0 0,0-4 0 15,0 1 0-15,-1-1 0 0,-1 1 0 0,-1 0 0 0,-1 2 0 0,-2-4 0 16,0 1 0-16,-3 1 128 0,0 1-128 0,-3 1 0 16,-1 2 144-16,-2 2-144 0,0 2 160 0,-3 0-160 15,-2 2 144-15,-4 5-144 0,-2-2 128 0,-2 4-128 16,0 3 208-16,-3 4-32 15,-1 1-16-15,0 4 0 0,2-2-160 0,1 2-192 0</inkml:trace>
  <inkml:trace contextRef="#ctx0" brushRef="#br0" timeOffset="64286.34">4491 11832 13823 0,'1'12'1216'0,"-1"-7"-960"16,1-5-256-16,0-4 0 0,0 3 624 0,1 1 80 16,2 1 0-16,2 1 16 0,-6-2 208 0,0 0 32 15,0 0 16-15,46-3 0 0,-33-1-256 0,1-1-48 16,-14 5-16-16,29-14 0 0,-12 5 288 0,-1 0 48 16,0-2 16-16,1 2 0 0,-1 0-352 0,-16 9-64 0,28-12-16 15,-28 12 0-15,0 0-320 0,38-10-64 0,-38 10 0 0,0 0-16 16,0 0-176-16,38-5 0 0,-32 5 0 0,0-2-8560 31,-1 0-1584-31</inkml:trace>
  <inkml:trace contextRef="#ctx0" brushRef="#br0" timeOffset="64506.28">4706 11841 4607 0,'-5'1'400'0,"2"-1"-400"0,1 0 0 0,1 0 0 0,0 2 1040 0,1-2 128 15,0 0 32-15,-1 0 0 16,-1 0 672-16,1 0 144 0,-1 3 32 0,1 0 0 16,-1 1-720-16,0 1-144 0,2 3-32 0,-1 1 0 15,0 2-384-15,1-1-64 0,0 4-32 0,0 1 0 0,0 1-416 0,0 0-64 16,1 3-32-16,0 0 0 16,1 0-160-16,1 0 160 0,2-2-160 0,-1-1 160 0,-4-16-160 0,12 29-176 15</inkml:trace>
  <inkml:trace contextRef="#ctx0" brushRef="#br0" timeOffset="68619.03">4879 11882 11967 0,'-1'0'1072'16,"0"-2"-864"-16,1 0-208 0,0 2 0 0,0-3 1488 0,0 1 256 16,-1-1 48-16,-1-3 16 0,1 0 576 0,-1 2 112 15,0-1 32-15,0 0 0 0,2 3-784 16,-1 2-144-16,1 0-48 0,0 2 0 15,2 3-880-15,0 0-176 0,0 0-48 0,1 3 0 16,0 3-256-16,0 1-64 0,-3-12-128 0,9 30 192 0,-4-15-192 16,-3-7 0-16,-1-2 0 0,1 1 0 15,-1 0-192-15,-1 0 32 0,3 1 0 0,-1 1 0 0,1-1 160 16,0 0-128-16,-1-1 128 0,1 1-128 0,1-2 128 0,0 0 0 16,-1-2 0-16,1-1 0 0,0-1-176 0,-1 0 0 15,1 1 0-15,1-6 0 16,-1-2-800-16,2-4-176 0,1-8-16 15,2-4-16-15,-1-4 672 0,0-2 144 0,-1 1 32 0,-1 0 0 0,-1 5 336 0,0 4 0 16,-2 3 0-16,0 7 0 0,0 4 320 0,0 1 64 16,-1 4 32-16,-1 3 0 0,1 4 544 0,-1 1 128 0,1 2 0 0,1 4 16 15,-1-1-464-15,0 1-112 0,1-1-16 0,1 1 0 16,0-2-240-16,-2-7-48 16,-1-1-16-16,1-1 0 0,0 1-208 0,1-1 0 0,0-3 0 0,-1 3 0 15,-2-5 0-15,0 0 0 0,0 0 0 0,0 0 0 16,0 0 0-16,0 0 0 0,43 14 0 0,-43-14 0 15,0 0 160-15,35-11-16 0,-35 11 0 0,27-18 0 0,-16 6 368 0,0-2 64 16,-4 0 0-16,-1 0 16 16,-2-3-272-16,-1-2-48 0,-1 3-16 0,-2-3 0 0,-1 2-16 0,-2 1-16 15,-1 2 0-15,-1-1 0 16,0 3-224-16,1 3 128 0,-1-1-128 0,0 6 0 0,3-1 0 0,2 2-240 16,0 1 32-16,1 0-17744 0</inkml:trace>
  <inkml:trace contextRef="#ctx0" brushRef="#br0" timeOffset="68955.97">5373 11814 10127 0,'-5'-3'896'0,"2"1"-704"0,1 0-192 0,0 1 0 0,1-1 928 0,0 1 160 0,0 0 16 16,-2-3 16-16,-1 0 688 0,-1 0 144 0,0-1 32 0,1 3 0 15,1 4-320-15,1 1-48 0,1 3-16 0,0 2 0 16,1 4-672-16,1 0-144 0,1 0-16 0,0 4-16 16,0 0-128-16,2 1-32 0,0 1 0 0,0-3 0 15,-4-15-320-15,12 26-64 0,-12-26-16 16,0 0 0-16,0 0-192 0,33 26 0 0,-33-26 0 16,0 0 0-16,30-12 0 0,-20 1 0 0,0-3 0 15,-1-1 0-15,0-1 304 0,-4-1 160 0,-1 0 48 16,-3 1 0-16,-1 2-256 0,-4 2-64 0,-1 2 0 15,-2 1 0-15,-2 4 64 0,-2 1 0 0,-1 2 0 0,0 2 0 16,0 4-96-16,-2 0-16 0,3 1 0 0,1 0 0 31,2 2-464-31,1-1-112 0,2 0-16 0,1-1-15280 0</inkml:trace>
  <inkml:trace contextRef="#ctx0" brushRef="#br0" timeOffset="72042.24">6002 11852 9215 0,'-3'2'816'0,"3"-1"-656"16,0-1-160-16,0 0 0 0,0 1 1008 0,0-1 160 0,0 0 48 15,0-1 0-15,2 1 224 0,0-1 48 16,1 1 16-16,0 0 0 0,-1 0-112 0,2-2-32 0,0 0 0 16,1 1 0-16,0-1-240 0,1 2-48 15,-2-3-16-15,4 1 0 0,-1 0-272 0,-7 2-48 16,0 0-16-16,0 0 0 0,36-10-192 0,-36 10-32 16,0 0-16-16,31-11 0 0,-31 11-304 0,0 0-176 0,31-10 192 0,-31 10-192 0,0 0 128 0,0 0-128 15,37-9 0-15,-37 9 0 16,0 0 0-16,0 0 0 0,0 0 0 0,32-12 0 31,-29 10-528-31,-1-1-112 0,0 1-32 0,-1 1-13040 0</inkml:trace>
  <inkml:trace contextRef="#ctx0" brushRef="#br0" timeOffset="72302.8">6129 11664 3679 0,'-4'-4'320'0,"1"1"-320"15,1 1 0-15,0 0 0 16,1 1 1536-16,1 2 256 0,-1 1 32 0,0-2 16 0,1 5 448 0,-1-1 80 15,1 7 32-15,0 2 0 0,1 6-864 0,1 0-160 16,0 5-32-16,0-1-16 0,1 6-896 0,-1-3-176 0,-1 1-48 0,0-2 0 16,1-1-208-16,-1-2 0 15,0-4 0-15,-1-1 0 0,1-1 0 0,-1-4 0 0,1 0 0 0,0-3 0 16,0-3 352-16,1-2-32 16,-1-2 0-16,1-2 0 0,0-1 384 0,0-2 80 0,1-2 16 0,0-2 0 15,-1-1-400-15,2-1-80 16,1 2 0-16,0-3-16 0,1 1-304 0,0 0 160 15,3-2-160-15,-2 0 128 0,3 1-320 0,-1 1-64 16,-1 0 0-16,1-1-8448 16,2 3-1664-16</inkml:trace>
  <inkml:trace contextRef="#ctx0" brushRef="#br0" timeOffset="72966.22">6429 11840 19343 0,'1'2'848'0,"-1"-2"192"0,1 3-832 0,0-1-208 0,0 0 0 0,-1-2 0 15,0 3 1856-15,1-1 336 0,2 1 64 0,0 1 16 16,0 1-352-16,-1-5-64 0,0 0 0 0,1-4-16 16,0-1-880-16,0-2-160 0,-1-1-32 0,-1-4-16 15,1 0-304-15,-1 0-64 0,-1-2-16 0,0 0 0 16,-1 4-208-16,-1-1-32 0,-1 1-128 0,-1 3 192 0,-1 6-192 16,0 0 0-16,-2 1 0 0,-1 1 0 15,1 2 0-15,-3 0 0 0,2 2 0 0,-2 2 0 16,0 2 0-16,1 3 0 0,0 2 0 0,1-2 0 15,0 2-160-15,3 0 160 0,1-2-128 0,2 1 128 0,0 1 0 16,2 0 0-16,1 0 0 0,1-2-128 0,1-2 128 16,0 1 0-16,-3-11 0 0,0 0 0 0,17 26 0 0,-17-26 0 15,0 0 0-15,0 0-128 0,0 0 128 0,0 0-192 16,0 0 192-16,46 2-192 0,-41-6-128 16,1-3-48-16,-1 0 0 0,1-1 0 15,0 0-336-15,0 0-80 0,-1-2-16 0,0-2 0 16,0 3-192-16,-2-3-32 0,0 3-16 0,-1-2 0 0,-1 3 608 0,-1-1 128 0,0 1 32 15,-1 1 0-15,1 0 272 0,-1 2 0 0,0 1 128 16,0 3-128-16,1 1 400 0,0 0-16 0,1 3 0 16,0-1 0-16,0 3 288 0,1 0 48 0,0 3 16 0,0 0 0 15,0 2-144-15,2 0-16 0,0 1-16 0,0 1 0 16,1 0-320-16,0 0-64 0,-5-12-16 0,0 0 0 16,16 28-160-16,-16-28 0 0,0 0 144 0,0 0-144 0,0 0 0 0,31 26 0 15,-26-24 0-15,-5-2 0 0,0 0 0 0,0 0 0 16,29-17 0-16,-21 8 0 0,-1 0 0 0,1-3 0 15,-1 1 0 1,0-1 0-16,0 0 0 0,-1-2 0 0,1 0 0 0,-1 4 0 16,2 0 0-16,-3 1-160 0,1 2 160 0,0-1 0 15,-2 2-144-15,1 0 144 0,-1 2 0 0,-2-1-144 0,1 5 144 0,-1-2 0 16,-1 2 0-16,0 3-128 0,0 3 128 16,0-1 0-16,-1 2 0 0,-1 0 0 0,0 0 0 0,0 3 128 15,1-1-128-15,-1-1 0 0,0 2 0 0,1-1 128 16,-1 2-128-16,1-1 0 0,1-1 128 15,0 3-128-15,0 0 128 0,1 0-128 0,0 0 0 0,0 0 128 16,2 2-128-16,-3-10 0 0,0 2 0 16,1-2 0-16,-1 1 0 0,1-2 0 0,-1 1 0 0,1 0 0 15,1-1 0-15,-3-3 0 0,0 0-448 0,0 0-16 0</inkml:trace>
  <inkml:trace contextRef="#ctx0" brushRef="#br0" timeOffset="73154.95">6612 11596 18431 0,'0'4'1632'0,"0"1"-1312"0,0-2-320 0,0 1 0 16,0 1 1952-16,0 2 320 0,1 5 64 0,2 7 16 16,1 4 416-16,1 1 96 0,2-5 16 15,-7-19 0-15,13 29-1216 0,-13-29-256 0,0 0-32 0,0 0-16 31,31 26-1936-31,-31-26-384 0,0 0-64 0,0 0-16656 0</inkml:trace>
  <inkml:trace contextRef="#ctx0" brushRef="#br0" timeOffset="73460.25">6885 11460 13823 0,'-3'3'1216'0,"2"-3"-960"0,0 2-256 0,1-1 0 0,-1 1 1952 0,0 0 352 16,0 0 64-16,-1 5 0 0,-1 1 192 0,-1 5 16 15,0 4 16-15,0 1 0 0,0 0-1328 0,2 3-272 16,0 1-48-16,2 2-16 0,2 2-672 0,-1-1-128 15,3 2-128-15,0 2 192 0,0 3-192 0,-1 1 0 16,1 1 0-16,0-4 0 0,-1-1 0 0,2-5 0 0,-1-2 0 16,0-4-176-1,2-4-736-15,-1-2-160 0</inkml:trace>
  <inkml:trace contextRef="#ctx0" brushRef="#br0" timeOffset="73859.34">6976 11847 23039 0,'-4'9'1024'0,"2"-6"192"0,2 2-960 0,-1-1-256 15,1-2 0-15,0 1 0 0,1 0 2800 0,0 1 512 16,-1-4 96-16,0 0 32 0,0 0-2864 0,26 24-576 16,-26-24 0-16,0 0-192 0,0 0 336 0,44-10 64 15,-44 10 16-15,25-15 0 0,-25 15-80 0,24-23-16 16,-13 11 0-16,-1 0 0 15,-1-1-128-15,-3 0 0 0,1-1 0 0,-4 2 0 16,-1 5-448-16,-1-1 16 0,-2 2 16 0,-1-1 0 0,-2 2 240 16,-1 1 176-16,-1 1-208 0,-2 1 80 15,-1 3 128-15,-1 0 0 0,1 2 0 0,-2 2 0 0,3 1 0 0,0 2 176 0,1-1-48 0,0 4 0 16,2-1 128-16,0 0 32 0,-1 2 0 0,1 2 0 16,2-3 64-16,-1 4 16 15,1 0 0-15,0 0 0 0,2 3-48 0,1-2-16 0,1-1 0 0,0 0 0 16,3-1-144-16,0-2-32 0,-4-12 0 0,0 0 0 15,0 0-128-15,26 23 160 0,-26-23-160 16,0 0 160-16,0 0-160 0,40-8 0 16,-40 8 0-16,0 0 0 15,33-19-688-15,-33 19-112 0,26-21-32 0,-26 21-15552 0</inkml:trace>
  <inkml:trace contextRef="#ctx0" brushRef="#br0" timeOffset="74323.05">7382 11792 20271 0,'1'2'1792'0,"-1"-2"-1424"16,0 0-368-16,0 0 0 0,0 0 2016 0,0 0 336 15,0 0 64-15,0-2 16 16,-1 0-672-16,0-3-128 0,0 0-32 0,0 1 0 16,-1-4-1040-16,0 2-224 0,-1-2-32 0,0 1-16 15,0 2 32-15,0-1 0 0,-2 0 0 0,0 2 0 0,-1 2-320 0,-1-1 128 16,1 3-128-16,-1 0 0 15,-1 3 336-15,2 1-32 0,-2 4-16 0,1-2 0 16,1 4-48-16,1 0-16 0,-1 1 0 0,1 1 0 0,2 1-224 0,-1 1 0 16,0 2 128-16,3-2-128 0,1 0 0 15,0 0 0-15,2 1 0 0,1-3 0 0,1-1 0 16,0-1 0-16,-4-10 0 0,0 0 0 0,0 0 0 0,0 0 0 16,0 0 0-16,42 7 0 0,-42-7-304 0,17-19-48 15,-10 9-16-15,1-1 0 16,-1-4-672-16,0-1-144 0,0-1-32 0,-1-1 0 0,0 2 1392 0,0-2 272 15,-1-1 48-15,0 3 16 0,-1 2-512 0,-1-3-208 16,2 0 16-16,-1-1 0 16,-2 3-704-16,0-4-144 0,-1-3-32 0,-1-1 0 0,-1-1 848 0,-2 1 224 0,-2-3 0 0,-2 2 0 15,1 0 928-15,-2 3 272 0,2 2 48 16,0 5 16-16,1 3-752 0,0 5-128 0,2 3-48 0,-1 3 0 16,2 3 560-16,-1 2 128 0,1 4 0 0,1 3 16 15,0 2-608-15,2 5-128 0,0 3-32 0,1 1 0 16,1 4-272-16,2 3 160 0,0 7-160 0,4 1 128 15,1 1-128-15,1 1 0 0,1-2 0 0,2-2 0 16,2-1 0-16,-2-4 0 0,1-5 0 0,0 0 0 16,3 0 0-16,-18-26-192 0</inkml:trace>
  <inkml:trace contextRef="#ctx0" brushRef="#br0" timeOffset="75018.03">5577 11866 1839 0,'0'4'160'0,"0"-4"-160"0,0 1 0 0,0-1 0 0,0 2 864 0,0-2 144 16,0 0 16-16,0 0 16 0,0 0 544 0,0 0 96 15,1 0 32-15,-1 0 0 0,1 0 32 0,-1 0 16 16,1 0 0-16,-1 0 0 0,1 0 384 0,0 0 80 16,1-3 16-16,1 3 0 0,0-2-320 0,0 0-48 15,2 0-16-15,-5 2 0 0,0 0-656 0,0 0-144 16,0 0-32-16,46-5 0 0,-46 5-576 0,0 0-112 16,46-2-16-16,-46 2-16 0,0 0-304 0,46-1 160 15,-46 1-160-15,0 0 128 0,0 0-128 0,52 1 0 16,-52-1-160-16,0 0-16608 0</inkml:trace>
  <inkml:trace contextRef="#ctx0" brushRef="#br0" timeOffset="76383.2">7936 11786 12895 0,'-2'6'1152'0,"1"-4"-928"0,1-1-224 0,0 1 0 0,1 1 0 16,0-1 0-16,1-1 0 0,2 2 0 0,-4-3 864 0,0 0 224 16,0 0 64-16,0 0 0 15,53 15-368-15,-53-15-64 0,0 0-16 0,40-15 0 16,-40 15 208-16,28-16 48 0,-15 6 0 0,-1 1 0 16,-12 9-288-16,22-17-48 0,-22 17-16 0,19-14 0 15,-19 14-608-15,15-12 0 0,-10 6 0 0,0 0-7472 16,0 2-1376-16</inkml:trace>
  <inkml:trace contextRef="#ctx0" brushRef="#br0" timeOffset="76605.75">8080 11634 12895 0,'-5'-3'576'0,"3"3"112"0,0 0-560 0,0-2-128 16,1 2 0-16,1 0 0 0,-1 0 1984 0,0 0 384 0,0 0 64 0,-1 2 0 15,1-1-176-15,0 3-32 0,0 0-16 0,0 1 0 16,1 3-1056-16,0 1-224 0,1 1-32 0,-1 2-16 15,2 4-640-15,-1 0-240 0,1 4 176 0,-1-1-176 16,1 4 0-16,0-1 0 16,1 1 0-16,1-2 0 0,-1 1 0 0,-2-5 0 15,3 0 0-15,-1-1 0 0,2-2 0 0,-1-4 0 0,2-1 0 16,-2-2-160-16,1-5-1152 16,0 0-224-16</inkml:trace>
  <inkml:trace contextRef="#ctx0" brushRef="#br0" timeOffset="76973.52">8251 11790 10127 0,'-2'8'896'0,"1"-3"-704"0,0-2-192 0,1 0 0 16,0 0 2112-16,1-1 384 0,0 2 64 0,1 1 32 0,2 2 208 16,-4-7 32-16,0 0 16 0,20 26 0 0,-20-26-1200 0,0 0-240 15,0 0-64-15,0 0 0 16,49 10-576-16,-49-10-128 0,0 0-32 0,32-16 0 0,-22 7-224 15,-1-2-32-15,2-3-16 0,-3 1 0 0,-1 0-336 0,0-1 0 16,-2 2 0-16,-2 0 0 16,-1 2-448-16,-1-1-96 0,1 1-32 0,-3 2 0 15,-1 0-448-15,-2 3-112 0,1 0-16 0,-3 0 0 16,1 3 240-16,-4 2 32 0,1 0 16 0,-1 0 0 0,-2 2 688 0,-1 1 176 0,1 2 0 0,0 4 0 16,2 0 320-16,0 3 80 15,2 2 32-15,1 3 0 0,0 1 208 0,2 2 32 0,2-1 16 16,0 3 0-16,3-1 80 0,0-1 32 0,2-2 0 0,2-2 0 15,0-1-416-15,-5-15-64 16,0 0-32-16,27 28 0 0,-27-28-288 0,0 0 0 0,0 0 128 0,44 9-128 16,-44-9 0-16,0 0 0 0,40-19 0 0,-24 5 0 15,-1 0-1120 1,1-3-128-16,2-2-32 0,-1-2 0 0,1 0-2080 16,0-1-416-16</inkml:trace>
  <inkml:trace contextRef="#ctx0" brushRef="#br0" timeOffset="77289.71">8687 11620 9215 0,'8'-8'400'0,"-6"6"96"0,-1-1-496 0,0 3 0 0,-1 0 0 0,0 0 0 16,-1 1 2496-16,0 1 384 0,-1 0 96 0,-2 3 16 0,-2 2-384 0,1 1-80 16,-2 0-16-16,0 2 0 0,-2 3-720 0,0 0-128 15,0-1-48-15,1 0 0 0,-1 0-992 0,1-3-208 16,1 1-32-16,1-1-16 16,1 1-368-16,1-5 0 0,3-1 0 0,1 1 0 0,0-1 0 15,1-1 0-15,0-1 0 0,3 1 0 16,0-2 0-16,-4-1 0 0,0 0 0 0,0 0 0 0,0 0 0 0,0 0 0 15,47 8 0-15,-47-8 0 0,0 0 0 0,0 0-128 16,48 19 128-16,-48-19 0 0,0 0 0 0,0 0 0 0,37 19 0 0,-37-19-128 16,0 0 128-16,0 0 0 0,18 27 0 0,-17-20 0 15,0 0 0-15,-2 0 0 16,-1 0 0-16,-1-2 0 0,0 2 0 0,-1-3 0 16,-1 1 0-16,0 1 0 0,-3-2 0 0,-1 0 0 15,0 1 0-15,-1-2 0 0,0 1 0 0,1-1 0 0,1-1 0 16,-1 0 0-16,4 0 0 0,0-2 0 15,2 1-160-15,1-2 160 16,2 1-1600-16,1-2-224 0</inkml:trace>
  <inkml:trace contextRef="#ctx0" brushRef="#br0" timeOffset="77575.24">8918 11666 29487 0,'0'1'1296'0,"0"-1"288"0,0 2-1264 0,0-2-320 0,0 1 0 0,0 0 0 16,0 0 1504-16,-1 1 240 0,1 0 48 0,0 3 16 16,-1 0-944-16,0-1-192 0,1 1-32 0,0 0-16 15,0 0-368-15,0 3-80 0,0-2-16 0,1 3 0 16,0 1-160-16,0-1 0 0,1 1 0 0,-1 4 0 0,1 0 0 0,0 1 0 16,0 1-128-16,2-2 128 0,0 1 0 0,-1 1 0 15,3-2-144-15,-1 1 144 16,-5-15 0-16,11 26 0 0,-11-26-128 0,0 0 128 15,0 0-576-15,28 24-64 16,-28-24-16-16,0 0 0 0,0 0-256 0,0 0-48 0,39-3-16 16,-39 3 0-16,0 0-832 0,25-19-176 0,-16 7-16 0,-4 2-6416 15,2 1-1280-15</inkml:trace>
  <inkml:trace contextRef="#ctx0" brushRef="#br0" timeOffset="77776.28">8891 11736 11055 0,'-9'4'480'0,"4"1"112"0,1 2-464 0,0-4-128 16,2 1 0-16,0-1 0 0,1 1 1984 0,-2 6 368 16,1 5 80-16,-1 3 0 0,1-1 944 0,3-6 176 15,2-4 32-15,-3-7 16 0,0 0-1488 0,0 0-288 16,0 0-64-16,40-2-16 0,-40 2-976 0,21-14-192 0,-21 14-32 0,28-19-16 16,-28 19-336-16,31-19-192 0,-31 19 192 0,36-19-192 15,-36 19 0-15,38-17 0 0,-38 17-160 0,39-15-12032 16,-39 15-2400-16</inkml:trace>
  <inkml:trace contextRef="#ctx0" brushRef="#br0" timeOffset="78507.8">9593 11802 7359 0,'-5'5'656'0,"2"-3"-528"16,0 0-128-16,1-2 0 0,1 0 2448 0,0 0 464 0,0 0 96 0,0 0 0 16,-1 0-1728-16,0-2-368 15,0 2-64-15,0-3-16 0,2 1 192 0,0 0 48 16,0-2 0-16,1 0 0 0,0-2 16 0,0-2 16 15,0 1 0-15,-2 0 0 0,-1 0-400 0,0 0-64 16,-2 0-32-16,1 0 0 0,-1 0-112 0,-1 2-32 16,-2-2 0-16,0 1 0 0,-1 2-80 0,0 2 0 15,-1 2-16-15,1 0 0 0,0 5-96 0,-1 2-16 0,1 0 0 0,2 5 0 16,-1 2-80-16,2 3-32 16,-1 2 0-16,2-1 0 0,1-1-144 0,2 2 0 15,1 0 0-15,0-1 0 0,1-3 0 0,1 0 0 0,1 1 0 16,2-4 0-16,-5-12 0 0,0 0 0 0,0 0 0 0,27 24 0 0,-27-24 0 15,0 0 0-15,0 0 0 0,38-12 0 16,-38 12 160-16,19-18 0 0,-9 5 0 0,0-1 0 16,1 0 208-16,-1-3 32 0,0 0 16 0,-1 1 0 0,0-1-416 0,-3 1 0 15,1 1 0-15,-4 1 0 0,1 4 0 16,-2-1 0-16,-1 4-144 0,0 0 144 0,-2 4 0 16,1 1 0-16,-1 2 0 0,-1 1 0 0,0 2 0 15,0 3 192-15,1 0-48 0,-1 4-16 16,1 2 128-16,1 2 0 0,1-1 16 0,2 2 0 15,-1-1-272-15,3 1 160 0,1-1-160 0,-6-14 128 16,14 22-128-16,-14-22 0 0,0 0 0 0,27 25 0 0,-27-25 0 0,0 0 0 16,0 0 0-16,48 12 0 15,-48-12-128-15,0 0-16 0,39-16 0 0,-39 16 0 16,25-19-880-16,-13 7-192 0,0-3-16 0,-1-1-16 16,1 0-224-16,0-4-64 0,-2 0 0 0,-2 0 0 15,1 1 16-15,-2 0 0 0,-1 1 0 0,-2 1 0 0,0 2 928 0,-3 0 176 16,0 0 32-16,-1 1 16 0,-2 2 944 0,-1 2 192 0,1 1 48 0,-1 5 0 15,0 1 1280-15,0 5 256 0,0-1 48 0,2 3 16 16,-1 3-688-16,1 0-144 0,1 5-32 0,0 4 0 16,1 1-1040-16,1 2-224 0,1 4-32 0,1 0-16 15,2 2-112-15,0 1-128 0,1-2 176 0,0 0-176 16,0-5 0-16,2 0 0 0,-9-19 0 0,17 30 0 16,-17-30 0-16,18 26 0 0,-18-26 0 15,0 0 0-15,0 0-1504 0,30 23-304 16</inkml:trace>
  <inkml:trace contextRef="#ctx0" brushRef="#br0" timeOffset="78708.14">9747 11707 22111 0,'0'6'1968'0,"0"0"-1584"0,2-4-384 0,0-1 0 16,1 1 2368-16,0 2 384 0,-3-4 64 0,0 0 32 15,38 26-560-15,-38-26-112 0,47 10-32 0,-47-10 0 16,47-5-1376-16,-47 5-256 0,44-17-64 0,-44 17-16 0,40-21-432 0,-40 21 128 16,44-30-128-16,-23 15-12304 15,1-1-2528-15</inkml:trace>
  <inkml:trace contextRef="#ctx0" brushRef="#br0" timeOffset="79386.75">10704 11608 22111 0,'-4'-5'1968'0,"3"2"-1584"15,-1 2-384-15,0 0 0 0,1 1 1872 0,0 0 304 0,-1 0 48 16,-1 2 16-16,-2 1-128 0,-2 4-32 0,-1 2 0 0,0 3 0 16,-2 2-1472-16,2 3-288 0,1 2-64 0,0 0-16 15,2 2-240-15,-1-2 176 0,3-2-176 0,1-1 160 16,3-1-160-16,0-3 0 0,2-3 0 0,1-2 0 0,0 0 0 0,-4-7 0 16,0 0 0-16,0 0 0 0,0 0 128 0,41 19-128 15,-41-19 128-15,0 0-128 0,0 0 256 0,44 12-16 31,-44-12-16-31,0 0 0 0,0 0-96 0,40 14 0 0,-40-14-128 16,0 0 192-16,0 0-192 0,0 0 0 0,0 0 0 0,24 24 0 0,-23-20 0 0,-1-1 0 16,-2 2 0-16,0-3 0 0,-1 1 0 0,-1 1 128 0,-2 1-128 0,-1-2 0 15,-2 2 0-15,-1 0 0 16,-1 1 0-16,0-1 0 16,-3-1 0-16,0 2 0 0,-2 0 0 0,0-3 0 15,1 1-608-15,-2-1-160 0,2-3-48 0,0-5-16336 0</inkml:trace>
  <inkml:trace contextRef="#ctx0" brushRef="#br0" timeOffset="79545.07">10586 11731 11055 0,'3'-1'976'16,"-1"-2"-784"-16,0 0-192 15,0 1 0-15,-1 1 2320 0,1-1 432 16,3-3 64-16,3-2 32 0,-8 7 672 0,21-16 144 16,-21 16 32-16,0 0 0 0,36-17-1856 0,-36 17-368 15,0 0-80-15,45-17-16 0,-45 17-864 0,36-17-160 16,-36 17-32-16,37-16-16 0,-37 16-304 0,41-21 0 15,-41 21 0-15,38-15 0 0,-38 15 0 0,31-12-176 16,-31 12 32-16,0 0 0 16,0 0-1456-16,43-6-272 0</inkml:trace>
  <inkml:trace contextRef="#ctx0" brushRef="#br0" timeOffset="80023.97">11224 11434 15663 0,'0'-1'688'0,"-1"0"144"15,1 1-656-15,-1-2-176 0,1 2 0 0,-1 0 0 0,0 2 1920 0,0-2 368 16,-2 2 64-16,-1 0 16 0,0 4-560 0,-2-2-96 16,1 3-32-16,-1-2 0 0,0 2-432 15,0 0-96-15,1 0 0 0,1 0-16 16,-1 1-400-16,2-1-80 0,1 2-16 0,1-1 0 16,1 1-384-16,1 0-96 0,2 2-16 0,0-3 0 0,-3-8-144 0,0 0 0 15,0 0 0-15,0 0 128 0,38 24-128 0,-38-24 0 0,0 0 0 16,0 0 0-16,42-16 0 0,-42 16 0 15,18-17 0-15,-10 6 0 0,-1-2 0 16,-1 1 0-16,0-1 192 0,-2 0-64 0,-1 1 32 0,-2 0 0 16,0 0 0-16,-2 3 0 0,0 0-32 0,-3 1-128 15,0 1 192-15,-2 2-64 0,-2 2 0 0,0 2-128 0,-1 1 192 16,-1 1-64-16,0 0 176 0,0 4 16 16,-1 1 16-16,1 0 0 0,1 2-208 0,1 1-128 0,1-2 160 0,0 2-160 15,3 1 0-15,0-1-160 16,2 0 0-16,0-1-17648 0</inkml:trace>
  <inkml:trace contextRef="#ctx0" brushRef="#br0" timeOffset="80325.35">11373 11752 17103 0,'-3'2'368'0,"1"-1"80"0,0-1 0 0,1 2 64 0,0-2-512 0,-1 2 0 0,-1-2 0 0,-2 3 0 0,-3-1 2240 0,-2 3 336 15,-2 2 80-15,-1 2 16 0,0-2-1072 0,1 3-192 16,0-1-64-16,0 1 0 16,0 1-240-16,0 1-48 0,1 0-16 0,-2 3 0 0,2-1-496 0,-2 2-96 0,0 1-32 0,-2 2 0 15,2 1-288-15,0-2-128 16,3-3 128-16,0 2-128 0,-2 0 0 0,2 0 0 15,0-2 0-15,1-1 0 0,3-2 0 0,0-3 0 0,2-2 0 0,2-2-11008 16,1 0-2112-16</inkml:trace>
  <inkml:trace contextRef="#ctx0" brushRef="#br0" timeOffset="81007.7">11554 11458 5519 0,'2'-7'496'0,"-1"2"-496"0,1 1 0 0,-1-1 0 16,0 2 832-16,-1 2 80 0,1-2 16 0,0-2 0 0,2-2 1136 0,-1-1 240 16,1 0 32-16,-1 2 16 0,0 2-240 0,0 1-32 15,-1 1-16-15,0 0 0 0,1 2 112 0,-1 0 0 16,-1 0 16-16,0 2 0 0,0-2-544 0,-1 2-112 15,-1 1-32-15,-2-1 0 0,1 3-608 0,-1 2-128 16,-2 0-32-16,-1 3 0 0,-2 3-432 0,-1-1-96 16,-2 5-16-16,-2 0 0 0,-2 4-192 0,0 0 128 0,-2 1-128 15,0 4 0-15,-1 0 128 0,-1 2-128 0,-3 3 0 16,0 0 144-16,-1 2-144 0,-1-4 0 0,1-1 0 0,0-2 0 16,1-1 0-16,4-5 0 0,2-3 0 0,4-3-12416 15,2-1-2400-15</inkml:trace>
  <inkml:trace contextRef="#ctx0" brushRef="#br0" timeOffset="81620.17">11269 12046 15663 0,'0'0'1392'0,"0"0"-1120"16,0 0-272-16,0 0 0 0,0 0 1408 0,-1 0 208 16,0 2 48-16,0-1 16 0,-1 3 288 0,1-1 48 15,-1 0 16-15,0 1 0 0,0 4-1216 0,0 0-240 16,1 1-64-16,0 0 0 0,0 2-192 0,1-2-64 16,1-2 0-16,-1 5 0 0,1 0-256 0,1 0 160 15,0 0-160-15,1-3 128 0,0-2 0 0,1-2 0 16,-4-5 0-16,0 0 0 0,0 0 64 0,0 0 0 15,0 0 0-15,42-12 0 0,-32-2 512 0,1-3 128 16,2-2 0-16,0-2 16 0,-2-1-96 0,-1 4-32 0,-3-1 0 16,-2 1 0-16,0 1-544 0,-3 2-176 0,-1 1 0 15,-3 4 0-15,-1 1 144 0,-2-1-144 0,-4 6 0 0,-3 4 144 16,-1 0-144-16,-2 6 0 0,-5 4 0 0,0 4 0 16,-2 3-1072-1,2 3-240-15</inkml:trace>
  <inkml:trace contextRef="#ctx0" brushRef="#br0" timeOffset="89855.9">13238 11500 15663 0,'0'1'1392'16,"0"-1"-1120"-16,0 0-272 0,-1 0 0 15,1 2 1088-15,0-2 176 0,-1 3 16 0,-1-1 16 0,1 2 160 0,-1 4 16 16,1-1 16-16,1 2 0 15,0 5-592-15,0 0-112 0,1 6-16 0,0-1-16 16,1 4-464-16,-1 3-96 0,1 8 0 0,-2 2-16 0,0 6-176 16,-1-2 0-16,1-2 144 0,-2 2-144 15,0-1 0-15,0 0 128 0,2-1-128 0,-1-18 0 0,0-5 0 16,1-2 0-16,0 1 0 0,0-2-8672 16,2 1-1728-16</inkml:trace>
  <inkml:trace contextRef="#ctx0" brushRef="#br0" timeOffset="90357.75">13394 11589 19343 0,'-4'7'1728'0,"3"-5"-1392"0,0-1-336 0,0 0 0 15,1-1 768-15,1 0 64 0,0 0 32 0,0 0 0 16,2-1 80-16,-3 1 16 0,0 0 0 0,0 0 0 15,0 0-16-15,29-15 0 0,-29 15 0 0,0 0 0 16,0 0 416-16,34-16 96 0,-34 16 16 0,0 0 0 16,0 0-528-16,43-8-112 0,-43 8 0 0,0 0-16 15,0 0-272-15,44 0-48 0,-44 0-16 0,0 0 0 16,0 0-224-16,0 0-32 0,45 13-16 0,-45-13 0 16,0 0-208-16,0 0 128 0,0 0-128 0,32 27 0 15,-32-27 144-15,0 0-144 0,10 22 128 0,-9-17-128 16,1 4 0-16,-4 0 128 0,1 1-128 0,-1-1 0 0,-1 5 0 15,-2 1 0-15,0-1 128 0,-1 3-128 0,-1-1 0 16,-1 1 0-16,0 2 0 0,-1-1 0 0,2 2-208 0,-2-1 16 16,0 2 16-16,1-2 0 0,1-2-80 15,3-3-32-15,0-2 0 0,1 0 0 0,1-3 144 0,2-2 144 16,0 0-208-16,0-2 80 0,1-1-192 0,0 0-16 16,1 0-16-16,1-2 0 0,-1 0 96 0,-2-2 32 15,0 0 0-15,0 0 0 0,0 0 224 0,0 0 0 0,0 0 0 0,42 8-144 16,-42-8 144-16,0 0 256 0,0 0-64 0,0 0-16 15,45 7 64-15,-45-7 16 0,0 0 0 0,0 0 0 16,0 0-256-16,47 14 0 0,-47-14 128 0,0 0-128 16,0 0 0-16,0 0 0 15,0 0 128-15,0 0-128 0,0 0 0 0,0 0-208 16,41 7 32-16,-41-7 16 0,0 0-688 16,0 0-144-16,0 0-32 0,24-14-14592 0</inkml:trace>
  <inkml:trace contextRef="#ctx0" brushRef="#br0" timeOffset="90591.47">13494 11794 11967 0,'-1'0'1072'0,"0"0"-864"0,1 0-208 0,0 0 0 0,0 0 1696 0,0-2 288 15,0 2 64-15,1-1 16 0,2 0 1008 16,0-1 208-16,-3 2 48 0,0 0 0 15,0 0-992-15,40-15-192 0,-40 15-32 0,0 0-16 16,49-9-1232-16,-49 9-240 0,39-9-48 0,-39 9-16 16,38-5-384-16,-38 5-176 0,0 0 160 0,49-11-160 15,-49 11 0-15,0 0 0 0</inkml:trace>
  <inkml:trace contextRef="#ctx0" brushRef="#br0" timeOffset="91319.97">11874 11878 6447 0,'0'0'576'0,"0"0"-576"0,0 0 0 16,0 0 0-16,0-2 1440 0,0 1 176 15,1 1 48-15,0-2 0 0,-1-3 1440 0,2 3 288 0,0-3 64 0,1 2 16 0,1 1-944 0,-1 1-192 16,2 0-32-16,-5 1-16 0,0 0-1168 16,0 0-224-16,0 0-64 0,46 8 0 15,-46-8-512-15,0 0-96 0,57 4-32 0,-57-4 0 16,57 4-192-16,-57-4 144 0,66 0-144 0,-66 0 128 0,65-6-128 16,-65 6 0-16,66-17 0 0,-66 17 128 0,59-15 112 0,-59 15 16 15,59-14 0-15,-59 14 0 0,56-16 128 0,-56 16 16 16,47-14 16-16,-47 14 0 0,35-10-224 0,-35 10-64 15,0 0 0-15,35-10 0 0,-35 10-128 0,0 0 0 16,0 0 0-16,0 0 0 16,0 0-1536-16,0 0-192 0</inkml:trace>
  <inkml:trace contextRef="#ctx0" brushRef="#br0" timeOffset="91590.44">12361 11640 7359 0,'-5'3'656'0,"2"-3"-528"0,2 2-128 0,0-2 0 16,0 0 2624-16,1 1 512 16,0-1 80-16,0 2 32 0,0 0 96 0,1 0 32 0,2 1 0 0,-3-3 0 15,0 0-1520-15,0 0-320 0,0 0-48 16,0 0-16-16,46 17-464 0,-46-17-112 0,0 0 0 0,44 11-16 16,-44-11-480-16,0 0-80 0,58 15-32 0,-58-15 0 15,38 18-288-15,-38-18 0 0,35 23 128 0,-35-23-128 16,29 25 0-16,-29-25 0 0,26 24 0 0,-26-24 0 15,0 0 0-15,25 30 0 0,-25-30 0 16,6 14 0-16,-5-6 0 0,-4-1 0 0,-2 1 0 0,-5 1 0 16,-1 0 0-16,-4 0 0 0,-2 1 0 0,-5-1 0 15,-4 1 0-15,-4-1 0 0,-4 3 0 0,-1 0-18144 16</inkml:trace>
  <inkml:trace contextRef="#ctx0" brushRef="#br0" timeOffset="92219.47">13947 11640 5519 0,'0'-3'496'0,"0"0"-496"0,0 0 0 0,1 1 0 0,-1 1 1216 0,1-1 160 15,0-4 32-15,0-2 0 0,0-2 1056 16,0-1 224-16,0 2 32 0,0 1 16 16,-1 4-224-16,0-3-32 0,-1 4-16 0,1 1 0 0,-1 0-544 0,0 1-96 15,0 1-32-15,0 0 0 16,1 3-672-16,-1 0-144 0,2 3-16 0,0 4-16 0,1 4-560 0,0 5-128 0,1 0 0 15,-1 5-16-15,2 6-240 0,0 3 0 16,-1 1 0-16,-1-1 0 0,0 3 0 16,-1 1 0-16,-1 1 0 0,0-4 0 0,0-4 0 0,-1-3 0 15,1-5 0-15,0-5-160 0,0-4-496 16,1-2-112-16,-1-1 0 0,1-6-16144 16</inkml:trace>
  <inkml:trace contextRef="#ctx0" brushRef="#br0" timeOffset="93156.02">14342 11570 9215 0,'0'-2'816'0,"-1"1"-656"0,0 1-160 0,1 0 0 0,0 0 1280 0,-1 1 208 15,-1-1 48-15,-1 0 16 0,0 2 944 0,0-2 176 16,-1 2 32-16,1-1 16 15,0 0-1056-15,1 2-192 0,1-1-64 0,-1 0 0 16,0 1-512-16,1-1-96 0,0 0-32 0,0-1 0 16,0 1-112-16,1 0-16 0,0 1-16 0,0-3 0 0,0 2-32 0,0-2 0 15,0 1 0-15,0 0 0 0,0-1-80 0,2 2 0 16,0-2-16-16,0 1 0 0,0 1-160 0,1-1-16 0,1 1-16 0,-4-2 0 16,0 0-112-1,0 0 0-15,0 0-16 0,0 0 0 0,45 14-32 0,-45-14 0 16,0 0 0-16,0 0 0 0,47 14-144 15,-47-14 0-15,0 0 144 0,0 0-144 0,51 12 0 0,-51-12 0 16,0 0 0-16,0 0 128 0,48 9-128 0,-48-9 0 0,0 0 0 0,0 0 0 16,43 5 0-16,-43-5 0 0,0 0 0 0,0 0 128 15,0 0 0-15,37-5 16 0,-37 5 0 0,0 0 0 16,0 0-144-16,0 0 0 0,0 0 144 0,0 0-144 16,0 0 0-16,32-12 128 15,-31 12-128-15,0 0 0 0,0 0 0 0,-1 0 0 0,0 0 0 0,0 0 128 16,-1 0-128-16,0 1 0 0,0 1 0 0,-1-2 0 15,1 2 0-15,-2-2 128 16,0 2-128-16,-1 1 0 0,2 0 0 0,-3 1 0 0,0 0 0 0,0 1 128 16,-1-1-128-16,1 2 0 0,-4-1 0 15,0 2 0-15,-1 4 0 0,-1-1 0 0,-2 2 0 16,0 0 0-16,-2 2 0 0,-2 0 0 0,0 1 0 0,-2 4 0 0,-1-1 0 0,0 2 0 16,-1-1 0-16,0-1 0 15,3-3 0-15,2-3-160 0,1-1 160 0,3-4-208 16,1 1-128-16,2-5-32 0,1 0 0 0,4-3-17872 15</inkml:trace>
  <inkml:trace contextRef="#ctx0" brushRef="#br0" timeOffset="93641.89">14857 11522 11055 0,'-3'0'976'0,"2"0"-784"0,0 0-192 0,0 0 0 0,0 0 2160 15,1 0 384-15,-1 0 80 0,0 0 0 0,0-2 448 0,-1 2 64 16,0 0 32-16,0 0 0 15,2 0-1504-15,-1 0-288 0,1 2-64 0,-1 0-16 16,0 1-720-16,0-1-128 0,0 3-48 0,0-1 0 16,1 2-208-16,-1 3-32 0,-1 1-16 0,1 6 0 0,0 1-144 0,-1 4 0 15,1 5 0-15,-1 1 128 16,0 5-128-16,-1 2 0 0,1-1 0 0,-1 2 128 16,0 1-128-16,0-5 0 0,0-1 0 0,0-6 0 0,2-3-288 15,-1-4-96-15,1-3 0 0,0-4-16480 0</inkml:trace>
  <inkml:trace contextRef="#ctx0" brushRef="#br0" timeOffset="93840.94">14942 11797 23951 0,'0'0'1056'15,"0"0"224"-15,0 0-1024 0,0 0-256 16,0 0 0-16,0 0 0 0,0 0 1504 0,13 22 240 0,-13-22 48 0,0 0 16 15,0 0-16-15,27 33-16 0,-27-33 0 0,0 0 0 16,25 24-912-16,-25-24-176 16,0 0-48-16,0 0 0 0,26 28-512 0,-26-28-128 15,0 0 0-15,0 0-17376 0</inkml:trace>
  <inkml:trace contextRef="#ctx0" brushRef="#br0" timeOffset="94412.05">15249 11652 19343 0,'0'3'848'0,"-1"-1"192"0,1-2-832 0,0 0-208 16,0 1 0-16,0-1 0 0,1 0 976 0,-1 0 160 16,3 0 16-16,-3 0 16 0,0 0 176 0,0 0 48 15,0 0 0-15,28-15 0 0,-22 9-432 0,0-2-64 16,-6 8-32-16,15-19 0 0,-8 7-144 0,0 0-16 15,-1-2-16-15,1 2 0 0,-3-4-432 0,-1 2-96 0,-1 1-16 0,-2 0 0 16,0 3-144-16,-2 0 0 0,-2 1 0 0,-2 2 0 16,-2-1 0-16,-3 4 0 0,-1 1 0 0,-1 1 0 15,0 4 0-15,0 1 0 0,1 1 128 0,-1 6-128 16,2-1 192-16,1 3 0 0,1 3 0 0,0-1 0 16,1 2-192-16,2 1 192 0,0 0-192 0,2 1 192 15,2 2-192-15,0-1 160 0,1 0-160 0,2-1 160 16,2-4-160-16,0-1 192 0,-3-13-192 0,0 0 192 15,22 26-64-15,-22-26-128 0,0 0 192 0,0 0-64 16,0 0-128-16,50 9 0 0,-50-9 0 0,0 0 0 0,35-10 0 0,-35 10 160 16,0 0-160-16,31-12 160 0,-31 12-160 0,0 0-272 15,0 0 64-15,0 0 16 0,0 0-16 0,0 0 0 16,0 0 0-16,37 17 0 0,-39-8 208 0,-1 1 0 16,-2 4 0-16,0 0 0 0,-2 3 0 15,1-2 0-15,-3 1 128 0,1 0-128 0,0 4 0 0,-2-4 128 16,2 1-128-16,0-1 0 0,1 1 0 0,1-5-304 0,2 0 48 15,0-5-10304-15,3 0-2048 0</inkml:trace>
  <inkml:trace contextRef="#ctx0" brushRef="#br0" timeOffset="94841.69">15628 11406 14735 0,'-3'0'640'0,"1"0"160"0,0 0-640 0,1 1-160 0,0-1 0 0,1 1 0 16,-1-1 1712-16,-1 2 304 15,-1-2 64-15,-1 3 16 0,2-1-432 0,-2-2-64 0,1 3-32 0,0-3 0 16,1 1-736-16,1 0-160 0,0 2-32 0,-1 1 0 15,0 1 272-15,-1 0 48 0,0 4 16 0,-1 3 0 16,0 1-320-16,-1 3-64 0,0 5-16 0,-2 3 0 0,0 0-208 0,0 4-48 0,1 2-16 16,-2 2 0-16,0 5-304 0,0-1 160 15,1 0-160-15,1 1 128 16,2 0-128-16,0-2 0 0,3-5 0 0,1-4 0 0,2-2 0 0,1-8 0 0,-3-16 0 0,0 0 0 31,18 27 0-31,-18-27-144 0,0 0 144 0,0 0-160 16,36-19-672-16,-26 3-144 0,1-2-32 0,-1-2 0 15,0-1 560-15,-2-2 96 0,-1 0 32 0,-2-1 0 16,-1 3 80-16,-4 2 32 0,-2 2 0 0,-3 3 0 0,-1 4 208 16,-4 4 0-16,-3 3 0 0,-4 8-144 0,-2 4-48 0,0 6 0 15,-1 1 0-15,1 3-13456 16</inkml:trace>
  <inkml:trace contextRef="#ctx0" brushRef="#br0" timeOffset="100030.96">17090 11550 6447 0,'-1'0'576'0,"1"0"-576"0,0 0 0 0,0 0 0 15,0 0 960-15,0 0 96 16,0 0 16-16,0 0 0 0,0-2 160 0,-1 2 48 16,0 0 0-16,0 0 0 0,2 0-176 0,-2 0-16 0,0-1-16 0,1 1 0 15,0 0-368-15,0-1-80 0,0 1-16 0,0 0 0 16,0-2-32-16,0 2 0 0,1-1 0 0,-1-1 0 15,0 2 192-15,1-2 16 0,0 1 16 0,0-1 0 16,1 1-288-16,0 0-64 0,0-1-16 0,1-1 0 16,-1-1-176-16,0 1-48 0,1 1 0 0,1-3 0 0,0 0 176 15,0 3 48-15,0-3 0 0,1 0 0 0,-1 3 224 0,0-3 48 16,1 3 16-16,-1-1 0 16,0 1-144-16,0 2-48 0,-1 0 0 0,2 0 0 0,-1 0-144 0,-1 2-16 15,1 1-16-15,-4-3 0 0,0 0-144 0,0 0-16 16,0 0-16-16,21 31 0 15,-21-31-176-15,0 0 0 0,13 35 0 0,-11-20 128 0,-2-15-128 16,7 32 0-16,-4-10 0 0,-2-5 0 0,0-3 0 16,0 2 0-16,1 4-176 0,0 1 176 0,-1-2-160 0,0 0 160 15,-1-3-192-15,1-1 192 0,-1-1-368 0,-1-3 48 0,0-1 0 16,0-2 0 0,-1-2-320-16,0-1-64 0,1 0-16 0,0-4 0 0,-1 0 512 0,0 1 208 15,0-2-176-15,0-2 176 0,1 2 0 0,-1-2 0 0,0-1 0 0,2-2 0 16,-2 1 0-16,1-3 0 0,-1 0 0 0,1-4 0 15,1 0 128-15,0-1 0 0,1 0 16 0,0-4 0 16,1 0 176-16,0-3 16 16,0 0 16-16,1 0 0 0,1 4-160 0,0 1-16 0,4-2-16 0,-2 1 0 15,3-1 80-15,-1 1 16 0,1 1 0 0,2 0 0 16,-1 1 16-16,0 1 16 0,-1 1 0 16,0 4 0-16,-1 0-144 0,-8 7-16 0,14-7-128 15,-14 7 192-15,0 0-192 0,0 0 0 0,0 0 0 0,0 0 0 31,0 0-1344-31,0 0-176 0</inkml:trace>
  <inkml:trace contextRef="#ctx0" brushRef="#br0" timeOffset="100454.08">17407 11614 9215 0,'-1'0'816'0,"0"1"-656"15,1 1-160-15,0-2 0 0,1 0 992 16,-1 0 160-16,1 2 48 0,0-1 0 0,1 1 320 0,3 0 64 0,-5-2 16 0,0 0 0 16,0 0 496-16,0 0 96 0,42 0 32 0,-42 0 0 15,0 0-432-15,39-2-64 16,-39 2-32-16,32 0 0 0,-32 0-832 0,36-3-160 16,-36 3-48-16,36-9 0 0,-19 4-400 0,0-2-96 15,-1-3-16-15,-2 1 0 0,-2 0-144 0,-2-1-176 16,-3-2 48-16,-2 0 0 0,-1 3-352 0,-5-1-64 15,-1-1-16-15,-3 2 0 16,-1-1-16-16,-4 2 0 0,0 0 0 0,-2 2 0 0,1 1 576 0,-2 1-128 0,-2 1 128 0,-1-1 0 16,2 6 640-16,0 0 176 15,1 3 32-15,1 2 16 0,0 2-32 0,1 1-16 16,1 3 0-16,1 0 0 0,1-1-400 0,2 1-80 16,0-1-16-16,1 1 0 0,1-1 64 0,1 0 0 0,2 0 0 15,0-1 0-15,2-1-384 0,1-1 144 0,-2-9-144 16,0 0 0-16,0 0 0 0,17 34 0 0,-17-34 0 0,0 0 0 15,0 0 0-15,0 0 0 0,42 15-176 0,-42-15 176 16,0 0-768 0,32-9-64-16,-32 9 0 0,23-11 0 0,-23 11 112 15,21-12 16-15,-10 5 0 0,1-3 0 0,0 1-400 16,-1 0-80-16</inkml:trace>
  <inkml:trace contextRef="#ctx0" brushRef="#br0" timeOffset="101111.77">16195 11742 1839 0,'-3'1'160'0,"1"-2"-160"0,0-1 0 0,0 2 0 15,0 0 512-15,1-1 80 0,0 0 16 0,-2-1 0 0,-2-1 672 0,0 0 144 16,-4 0 32-16,4 2 0 0,-1 1 736 0,0 0 160 16,2 2 16-16,0 0 16 0,0 2-384 15,2 0-80-15,-1-2 0 0,0 1-16 0,1 1 16 0,1-3 0 16,-1 1 0-16,2 0 0 0,1 0-656 0,0 1-128 16,2-1-32-16,-3-2 0 0,0 0-608 0,0 0-128 15,0 0-32-15,0 0 0 0,40 15-144 0,-40-15-16 0,0 0-16 0,48 3 0 16,-48-3 112-16,47 1 32 15,-47-1 0-15,51 2 0 0,-51-2-48 0,55 0 0 16,-55 0 0-16,60-2 0 0,-60 2-256 0,61-5 128 16,-61 5-128-16,56-11 0 0,-56 11 0 0,52-17 0 15,-52 17 0-15,46-19 0 0,-46 19 0 0,32-14 0 16,-32 14 0-16,21-12 0 16,-16 8-912-16,-1 3-192 0,-3-1-48 0,-1 2-15232 0</inkml:trace>
  <inkml:trace contextRef="#ctx0" brushRef="#br0" timeOffset="101431.53">16510 11593 23039 0,'-2'0'1024'0,"1"-2"192"0,0 2-960 0,1-2-256 0,0 2 0 0,0 0 0 15,0 0 1536-15,0-1 272 0,0 1 48 0,0-2 16 16,1 1-96-16,1 0-32 0,0 1 0 0,-2 0 0 15,0 0-784-15,0 0-144 0,0 0-48 0,0 0 0 16,0 0-384-16,43 18-64 0,-43-18-32 0,0 0 0 16,37 17-64-16,-37-17-16 0,0 0 0 0,44 17 0 15,-44-17-64-15,0 0-16 0,44 12 0 0,-44-12 0 16,0 0 0-16,0 0-128 0,46 15 192 0,-46-15-64 0,0 0-128 16,0 0 0-16,32 25 0 0,-30-15 128 0,0-1-128 0,-4 3 0 15,-1-1 0-15,-4 4 0 0,-1-1 128 0,-3 3-128 16,-3 2 0-16,-3 2 128 0,-3 0-128 0,-4 0 128 15,-2 0-128-15,0-1 128 0,-1-1-128 0,-1 0-256 16,1-2 64-16,2-3-18320 0</inkml:trace>
  <inkml:trace contextRef="#ctx0" brushRef="#br0" timeOffset="102251.89">17545 11610 12463 0,'-2'-2'1104'0,"1"2"-880"16,0 0-224-16,1 0-192 0,0 0 48 0,-1 0 16 16,-1-1 1248-16,0 0 256 0,-3 0 48 0,0-2 48 15,2 1 1040-15,-1-2 224 0,0 1 32 0,1-1 48 0,1 0-688 0,-1 0-144 16,1-1-16-16,0 2 16 16,0 0-832-16,1-2-176 0,-1 2-16 0,2 2 0 0,0 0-720 0,0 1-240 15,0 0 128-15,-1 2-128 0,1 0 0 0,-1 2 0 16,0 2-144-16,0 2 144 0,0 1 0 0,0 3-144 15,-1 2 144-15,1 0 0 0,-1 0 0 0,1 3 0 16,0 0 0-16,0 2 0 0,1 0 0 0,1 0-128 16,0-1 128-16,1-3 0 0,1 1 0 0,0-6 0 15,-3-10 0-15,0 0 0 0,0 0 0 0,0 0 0 16,34 21 0-16,-34-21 0 0,0 0 0 0,35-14 0 0,-35 14-128 0,27-19 128 16,-27 19-304-16,26-23-16 0,-12 10 0 15,-14 13-15920-15</inkml:trace>
  <inkml:trace contextRef="#ctx0" brushRef="#br0" timeOffset="102846.86">17837 11643 22111 0,'-1'2'1968'0,"0"-1"-1584"0,0 1-384 15,0-2 0-15,1 0 1424 0,0-2 208 16,-1 2 32-16,0-1 16 0,1-1-32 0,1-3-16 0,2-2 0 0,1-2 0 0,2-1-752 0,1 0-160 16,1-1-16-16,0 1-16 15,2-1-448-15,-2 1-96 0,-8 10-16 16,20-19 0-16,-20 19 16 0,0 0 0 0,27-14 0 0,-27 14 0 16,0 0 96-16,0 0 16 0,0 0 0 0,37 23 0 15,-37-23 32-15,10 22 16 0,-6-6 0 0,0 3 0 0,0 3-176 16,-2 1-128-16,0 3 144 0,-2 0-144 15,0 3 0-15,-2-2 0 0,-2 3 0 0,-1-4 0 0,1 0 0 16,-3 0 0-16,1 0 0 0,-3 0 0 0,1 0 0 16,0-4 0-16,0-3 0 0,2-3 0 15,1-3 0-15,0-2 0 0,2-2 0 0,0-4 0 0,0-2-832 0,2-6-192 0</inkml:trace>
  <inkml:trace contextRef="#ctx0" brushRef="#br0" timeOffset="103031.19">17949 11300 20271 0,'1'2'1792'0,"1"1"-1424"15,0 0-368-15,0-2 0 0,-1 3 1920 0,0 0 304 16,-1-4 64-16,0 0 16 0,18 32 256 0,-18-32 64 16,20 33 16-16,-20-33 0 0,0 0-1760 0,29 33-368 15,-29-33-64-15,0 0 0 0,0 0-592 0,0 0-112 16,38 15-32-16,-38-15-17040 0</inkml:trace>
  <inkml:trace contextRef="#ctx0" brushRef="#br0" timeOffset="103380.75">18188 11567 19343 0,'0'1'1728'0,"0"1"-1392"0,0-2-336 0,1 0 0 16,-1 0 1936-16,1 0 320 0,-1 0 64 0,0 0 16 15,0 0-848-15,0 0-160 0,0 0-48 0,0 0 0 0,34-10-1120 0,-34 10-160 16,15-14-176-16,-8 4 48 16,1 1-480-16,0-1-96 15,-2 1 0-15,1-3-16 0,-1 2-1056 0,-1-1-208 16,-1 2-32-16,-2 1-16 0,-1 1 912 0,-1 1 176 16,-2 1 48-16,0 1 0 0,-2 1 896 0,-1 2 0 0,-1-1 240 0,-1 2-48 0,-1 3 960 0,-1 0 208 15,-1 5 48-15,1-3 0 16,-1 4 480-16,1 3 96 0,-1-2 32 0,1 1 0 0,1 2-800 15,-1 1-144-15,3 0-48 0,-1 2 0 0,4 0-464 0,0 2-112 16,0 2 0-16,2 0-16 0,1-1-208 0,1 2-32 0,2-5-16 16,-3-16 0-16,11 29-176 0,-11-29 0 0,0 0 0 0,25 23 0 15,-25-23 0-15,0 0 0 0,0 0 0 0,43 6-176 32,-43-6-1488-32,25-12-288 0,-25 12-64 0,27-26-12576 0</inkml:trace>
  <inkml:trace contextRef="#ctx0" brushRef="#br0" timeOffset="103619.13">18530 11510 911 0,'0'0'0'0,"0"0"0"15,0 0 0-15,0 0 0 0,0 0 2272 0,4-6 368 16,-4 5 80-16,0-4 16 0,0 1 912 0,-1-1 176 16,-2 0 32-16,-2 0 16 0,0 3-1376 0,-3 2-256 15,0 2-64-15,-2 3-16 0,-1 2-1216 0,0 2-240 16,-1 3-64-16,0 0 0 0,1 2-640 0,1 1 0 15,1-1-128-15,1 0 128 0,2 3 0 0,0-1 0 16,1 1 0-16,4 0 0 16,0-2 0-16,1-15 192 0,4 23-64 0,-4-23 0 15,0 0-128-15,0 0 0 0,30 26 0 0,-30-26 0 16,0 0-368-16,40-2-96 0,-40 2-32 0,35-8 0 16,-35 8-448-16,36-14-80 0,-36 14-32 0,35-19 0 15,-35 19-1056-15,32-21-224 0,-17 7-32 0,1-1-8320 0</inkml:trace>
  <inkml:trace contextRef="#ctx0" brushRef="#br0" timeOffset="103859.32">18815 11216 10127 0,'-1'0'896'0,"-1"0"-704"31,1 0-192-31,0 2 0 0,0 1 2464 0,-1 0 464 0,-1 3 80 16,-1 4 32-16,-3 3 176 0,0 7 48 0,-1 1 0 0,2 3 0 15,-1 2-2016-15,1 2-400 16,0 1-80-16,1 0 0 0,0-1-448 0,0 0-64 15,3 1-32-15,0-3 0 0,1 0-224 0,1-2 144 16,1-1-144-16,2-3 128 0,0-2-128 0,-3-18 0 16,10 31 0-16,-10-31-176 15,0 0-640-15,18 27-128 0,-18-27-16 0,0 0-16 16,0 0-704-16,0 0-144 0,36-3-32 0,-36 3 0 16,14-17 128-16,-8 8 0 0,-1-3 16 0,0 0-8208 0</inkml:trace>
  <inkml:trace contextRef="#ctx0" brushRef="#br0" timeOffset="104028.22">18625 11504 18431 0,'-5'8'816'0,"2"-5"160"0,1 2-784 15,1-3-192-15,1 0 0 0,1-1 0 16,-1-1 3232-16,0 0 608 0,0 0 112 0,0 0 16 0,50 9-1328 0,-50-9-272 16,49-12-48-16,-49 12-16 0,54-19-1536 0,-25 8-304 15,-1-1-64-15,-1 0-16 0,0 0-384 0,-2-2 0 16</inkml:trace>
  <inkml:trace contextRef="#ctx0" brushRef="#br0" timeOffset="108328.57">19594 11385 5519 0,'0'-1'496'16,"0"-2"-496"-16,1 2 0 0,-1-3 0 16,0 3 992-16,1-1 96 0,0-2 32 0,0-2 0 15,1-2 640-15,0-1 128 0,0 1 32 0,0 2 0 0,-1 0 576 0,0 3 128 16,0 0 32-16,0 1 0 0,-1 2-336 0,0 0-64 16,-1 3-16-16,0 1 0 15,0 1-848-15,0 5-176 0,1-1-48 0,-1 3 0 0,-1 5-784 0,1 2-144 16,-1 4-48-16,1 2 0 0,-1 2-192 0,-1 1 128 15,2 4-128-15,-3-2 0 0,0 1 0 0,0 0 0 16,1 0 0-16,-1-3 0 0,1-2-176 0,0-4-16 16,2-1-16-16,0-5 0 15,0-4-1584-15,2-2-320 0</inkml:trace>
  <inkml:trace contextRef="#ctx0" brushRef="#br0" timeOffset="108579.58">19840 11342 9215 0,'0'0'816'0,"1"-2"-656"0,-1 2-160 0,0-2 0 16,1 2 752-16,-1 0 112 0,0-1 32 0,1 1 0 16,-1 0 1184-16,0 3 240 0,0-1 48 0,-1 2 16 15,0 4-592-15,0 1-112 0,0 3-16 0,-1 2-16 16,1 3-736-16,1 0-144 0,-1 4-16 0,1-2-16 15,0 4-544-15,-1 0-192 0,1 2 0 0,0-4 144 16,0 3-144-16,1-1 0 0,-1-1 0 0,0-1 0 16,0-2-352-16,1 0-160 0,-1-4-16 0,0 1-12192 15</inkml:trace>
  <inkml:trace contextRef="#ctx0" brushRef="#br0" timeOffset="108862.81">19656 11671 3679 0,'-7'3'320'0,"4"-2"-320"16,0-1 0-16,1 0 0 0,1-1 1216 0,1 1 160 0,-1-3 32 0,1 1 16 15,0-3 1136-15,0-2 208 0,2-1 48 0,1-1 16 16,1 0-848-16,-4 9-160 15,12-16-32-15,-12 16-16 0,0 0-48 0,23-22-16 0,-23 22 0 0,0 0 0 16,34-14-368-16,-34 14-80 0,0 0-16 0,0 0 0 16,50-5-720-16,-50 5-144 15,0 0-16-15,41 7-16 0,-41-7-224 0,0 0-128 16,41 3 128-16,-41-3-128 0,0 0 0 0,39-8 0 0,-39 8 0 0,0 0-11184 16,37-11-2112-1</inkml:trace>
  <inkml:trace contextRef="#ctx0" brushRef="#br0" timeOffset="109724.7">20054 11446 12895 0,'0'0'1152'0,"0"0"-928"16,0 0-224-16,0 0 0 0,0 0 1168 0,0-1 192 16,1 0 48-16,-1 1 0 0,0-4 368 0,0 0 80 15,0 1 0-15,0 0 16 0,0 0-432 0,-1 1-96 16,1-1 0-16,-1 1-16 0,1 0-240 0,0 2-64 16,-1-2 0-16,-1 2 0 0,0 2-128 0,0 0-16 15,0 0-16-15,0 3 0 0,0 0-144 0,0-1-16 0,-1 2-16 0,0 0 0 16,1 4-272-16,-1 0-48 15,3-1-16-15,-1 3 0 0,0-1-224 0,0 1-128 0,0 0 128 0,0 2-128 16,1-1 0-16,-1 1 0 0,0 2 0 0,2-3 0 16,-1 1 0-16,0-2 0 15,0 0 0-15,0-1 0 0,0-11 0 0,3 21 0 16,-3-21 0-16,0 0 0 0,8 24 0 0,-8-24-128 16,0 0 128-16,0 0 0 0,0 0 0 0,34 19 0 0,-34-19 0 0,0 0 0 15,0 0 0-15,41-7 144 0,-41 7-16 0,23-16-128 0,-23 16 176 16,23-22-176-16,-10 6 160 0,0-2-160 0,-1 0 128 0,1-4-128 15,-1 1 0-15,-2 0 0 16,-2 2 0-16,0 0 0 0,-4-3 0 0,-2 4 0 0,-3-2-128 0,-4 4-32 16,-5 3 0-16,-4 2 0 15,-4 2-336-15,-3 6-64 0,-3 3-16 0,-2 5 0 16,-1 5-928-16,-2 6-192 0,1 1-32 0,3-1-8512 16,4 1-1680-16</inkml:trace>
  <inkml:trace contextRef="#ctx0" brushRef="#br1" timeOffset="124419.15">20431 11380 911 0,'0'4'0'0,"0"-3"0"0,0 1 0 0,0-2 0 0,0 2 560 0,0-1 16 16,0 1 16-16,0-2 0 0,0 2 272 0,-1-2 48 0,1 0 16 16,0 0 0-16,0 0-32 0,0 0 0 15,1 0 0-15,0-2 0 16,1 2 144-16,0-2 32 0,1 1 0 0,-3 1 0 16,0 0 368-16,0 0 80 0,0 0 16 0,0 0 0 0,37 5-272 0,-37-5-48 0,0 0-16 0,0 0 0 15,0 0-624-15,41 13-112 16,-41-13-16-16,0 0-16 0,0 0-432 0,0 0-224 15,0 0 32-15,42 6-7072 16,-42-6-1408-16</inkml:trace>
  <inkml:trace contextRef="#ctx0" brushRef="#br1" timeOffset="124642.1">20366 11585 9215 0,'0'0'400'0,"0"0"96"0,0 0-496 0,0 0 0 0,0 0 0 0,0 0 0 16,0 0 928-16,0 0 96 0,0 0 0 0,39-9 16 15,-39 9 208-15,34-6 32 0,-34 6 16 0,0 0 0 16,48-10-656-16,-48 10-128 0,0 0-16 0,43-12-16 16,-43 12-480-16,0 0 128 0,37-10-128 0,-37 10 0 31,0 0-656-31,0 0-176 0,35-14-48 0,-35 14-6864 0</inkml:trace>
  <inkml:trace contextRef="#ctx0" brushRef="#br1" timeOffset="124981.07">20539 11270 911 0,'-3'3'0'0,"0"-3"0"16,1 1 0-16,0-1 0 0,1 0 2688 0,1 0 464 15,0 0 96-15,1-1 16 0,-1 2-848 0,0-1-176 0,2 0-16 0,1 0-16 16,0 0-512-16,1-1-96 0,1-1-32 0,0 0 0 16,-5 2 64-16,0 0 16 0,25-7 0 15,-25 7 0-15,20-8-544 0,-20 8-96 16,0 0-32-16,33-7 0 0,-33 7-464 0,0 0-80 0,0 0-32 0,45 12 0 16,-45-12-400-16,0 0 0 15,32 23 0-15,-32-23 0 0,0 0 0 0,25 32 0 16,-25-32 0-16,0 0 0 0,12 37 0 0,-12-37 0 0,1 24 128 0,-2-12-128 15,-3 0 128-15,-2-1 0 0,1-1 0 16,-3 2 0-16,0 1 112 0,-1 0 16 0,-2 1 0 16,-2 1 0-16,-1 1-64 0,-2 3-16 0,-2-2 0 0,0 4 0 15,0-2-176-15,0 1 0 0,0 0 0 0,1-3 128 16,1-1-320-16,3-1-64 0,0-1 0 0,3-5-16960 16</inkml:trace>
  <inkml:trace contextRef="#ctx0" brushRef="#br1" timeOffset="126144.72">21168 10574 9215 0,'-4'0'816'0,"1"0"-656"15,1 0-160-15,1-2 0 0,1 1 768 0,-1 1 112 0,1 0 16 0,-1-2 16 16,0 2 864-16,0-3 160 0,0 1 48 0,0 0 0 15,1-2-384-15,0 3-64 0,0 1 0 0,1 0-16 16,0 1-384-16,0 3-80 0,-1-4-16 0,0 0 0 16,0 0-368-16,10 42-80 0,-10-42-16 0,4 39 0 15,-1-14-336-15,-2 1-80 0,0 0-16 0,-2 1 0 16,-1 1-144-16,0-2-224 0,-1-4 48 0,1-3 16 16,0-4-208-16,0-4-32 0,1-2-16 0,0-3 0 15,1-3-48-15,0 0-16 0,0-5 0 16,0 1 0-16,0-2-144 0,-1-2-16 15,1-1-16-15,0-3 0 0,-1 0 256 0,0-3 48 0,0 0 16 0,0 0 0 0,0-2 336 0,1 0 0 16,0-1 128-16,0-2-128 0,0 1 400 0,0-2 0 16,0-2 0-16,0 1 0 0,2-4 512 0,1 1 112 15,1 1 0-15,1 3 16 16,2 0-80-16,-1 4 0 0,3 2-16 0,-1 0 0 0,0 4-240 16,0 0-64-16,-1 4 0 0,1 1 0 0,-8 3-80 15,0 0-32-15,0 0 0 0,0 0 0 0,36 28-240 0,-36-28-48 16,0 0-16-16,15 43 0 0,-15-43-224 0,5 37 0 15,-5-37 128-15,3 39-128 0,-3-18 0 0,-1-4-160 16,1 1 32-16,-2-3 0 0,1-1-160 0,0-2-32 16,1-2 0-16,-1-2 0 0,1 0-48 0,-1-4-16 0,1-1 0 0,0-1 0 31,0-1-240-31,1-2-48 0,-1-1-16 0,1-3 0 0,1-2-192 16,1-4-32-16,1-1-16 0,0-3 0 15,1-2-192-15,1-4-32 0,-1-2-16 0,2-1 0 16,-1-2-368-16,1 3-64 0,0 1 0 0,0 3-16 15,1 2 720-15,-2 3 128 0,1 2 48 0,-2 3 0 0,0 2 720 16,-1 4 160-16,-1-1 32 0,1 3 0 0,0 4 944 0,-1-1 192 0,-3-2 32 16,0 0 16-16,0 0 96 0,12 33 32 0,-12-33 0 0,5 24 0 0,-5-24-352 0,5 31-64 31,-5-31 0-31,5 30-16 0,-5-30-496 0,3 30-112 16,-3-30-16-16,5 30 0 0,-5-30-128 0,4 28-16 0,-4-28-16 15,3 24 0-15,-3-24-288 0,0 0 0 0,7 29-128 0,-7-29 128 31,0 0-1536-31,0 0-192 0</inkml:trace>
  <inkml:trace contextRef="#ctx0" brushRef="#br1" timeOffset="126598.72">21606 10612 13823 0,'0'0'1216'16,"1"0"-960"-16,0 0-256 0,-1-2 0 15,1 1 1552-15,0 1 272 0,1-4 48 0,0 1 16 0,1-2-48 0,1-2-16 16,-1 0 0-16,-1 0 0 0,0-2-1648 0,-1 2-336 16,0-1-64-16,-2-1-16 0,0 2 240 0,0-1-192 15,-2-1 192-15,0 2-192 0,-2 2 32 0,0 0 16 16,-2 2 0-16,1 2 0 0,0 1-48 0,-1 2-16 16,0 3 0-16,0 2 0 0,0 1 544 0,1 3 112 15,-1 1 32-15,1 2 0 0,0 1 352 0,2 2 80 16,-1 1 16-16,1 2 0 0,0 0-256 0,3 1-48 0,0 1-16 15,-1-5 0-15,2-17-288 0,3 31-64 16,-3-31-16-16,0 0 0 0,0 0-240 0,0 0 0 0,28 28 128 0,-28-28-128 31,0 0-512-31,24-10-128 0,-16 3-48 0,0-2 0 16,1-3-288-16,-1 0-64 0,0-2-16 0,0 0 0 16,-1-1 416-16,0 1 96 0,-2-2 16 0,1 3 0 0,-3-1 528 0,1 2 0 0,-2 0 0 0,-1 3 0 15,-1 0 736-15,-2 2 256 0,1 4 48 0,-1 2 16 16,0 2 384-16,1 1 80 0,0 3 16 0,0 2 0 0,0 4-512 0,0 1-80 15,0 2-32-15,1-14 0 0,1 32-432 0,-1-32-96 16,5 33 0-16,-5-33-16 0,7 26-208 0,-7-26-32 16,0 0-128-16,0 0 192 0,27 29-192 15,-27-29 144-15,0 0-144 0,0 0 128 16,36-3-640-16,-36 3-144 0,16-11-32 0,-9 4-10560 16,1-3-2112-16</inkml:trace>
  <inkml:trace contextRef="#ctx0" brushRef="#br1" timeOffset="126859.03">21944 10469 15663 0,'0'0'688'0,"-1"0"144"0,1 0-656 0,-1 0-176 15,-1 0 0-15,1 1 0 0,-1 1 2048 0,-1-2 368 0,-1 2 80 0,-2 0 0 16,-1 3 0-16,-2-2 0 16,2 0 0-16,-1 0 0 0,0 0-1216 0,1 0-256 15,-1 1-64-15,1 1 0 0,-1 0-704 0,1-1-128 0,1 4-128 16,0-2 144-16,1 2-144 0,1-1 0 15,1 2 0-15,2 2 0 0,0 2 0 0,1-13 0 16,3 24 144-16,-3-24-144 0,0 0 240 0,13 35-32 0,-13-35 0 0,0 0 0 0,0 0-80 0,36 24-128 31,-36-24 176-31,0 0-176 0,38 0 0 0,-38 0 0 0,30-12 0 0,-15 4 0 16,1-3-672 0,1 1-144-16,1-4-16 0,-2-2-10096 0,2 0-2000 0</inkml:trace>
  <inkml:trace contextRef="#ctx0" brushRef="#br1" timeOffset="127236.11">22141 10216 12895 0,'-5'-17'576'0,"2"6"112"0,-1 3-560 0,1 3-128 16,1 3 0-16,1 0 0 15,0 1 1776-15,-2-1 320 0,-1 0 64 0,-1 0 16 0,-1 2 416 0,0 0 96 16,2 4 0-16,0 3 16 0,1 5-592 0,1 1-112 16,1 5-16-16,1 3-16 15,0 3-1056-15,0 5-208 0,0-1-32 0,0 3-16 16,0 2-400-16,0-2-64 0,0 4-32 0,-1-1 0 15,1-1-160-15,-1 0 0 0,2-2 0 0,0-3 0 0,0-2 0 16,1-2 0-16,-2-24 0 0,6 38 0 16,-6-38-304-16,0 0-32 0,13 31-16 0,-13-31 0 15,0 0-320-15,0 0-64 0,0 0-16 0,0 0 0 16,25-11 112-16,-21 3 32 0,-2-1 0 0,1-3 0 0,-1 0 304 0,0-3 64 16,0 1 16-16,0-3 0 0,-1 2 656 0,0 1 128 15,2 1 16-15,-1 1 16 0,0 2 176 0,0 4 48 16,0 0 0-16,0 3 0 0,0 0-256 0,0 3-48 15,0 2-16-15,-1 0 0 0,-1-2-176 0,0 0-16 16,0 0-16-16,5 27 0 0,-5-27-144 0,2 25-16 0,-2-25-128 16,2 27 192-16,-2-27-192 0,1 30 0 0,-1-30 0 0,4 30 0 15,-4-30 0-15,6 26 0 0,-6-26 0 0,0 0 0 32,0 0-592-32,20 29-112 0,-20-29-32 0,0 0-17056 0</inkml:trace>
  <inkml:trace contextRef="#ctx0" brushRef="#br1" timeOffset="127404.68">22396 10379 17503 0,'0'0'1552'0,"0"0"-1232"0,0 0-320 0,0 0 0 0,0 0 2736 0,0 0 480 16,0 0 112-16,0 0 0 0,0 0-1024 15,20 31-192-15,-20-31-64 0,0 0 0 16,0 0-1440-16,0 0-288 0,0 0-64 0,34 19-16 15,-34-19-1312-15,0 0-256 0</inkml:trace>
  <inkml:trace contextRef="#ctx0" brushRef="#br1" timeOffset="127577.16">22443 10531 15663 0,'-1'3'1392'0,"-1"-1"-1120"16,1 0-272-16,0 0 0 0,1 1 1808 0,0-1 304 0,0 1 64 0,-1 1 16 15,1-4 768-15,-3 17 160 0,1-5 16 0,-1 0 16 16,2 2-2240-16,-2-3-448 0,1-1-80 16,0 0-32-1,2-10-720-15,0 0-144 0,0 0-16 0,0 0-15008 0</inkml:trace>
  <inkml:trace contextRef="#ctx0" brushRef="#br1" timeOffset="127955.03">22560 10405 16575 0,'0'0'736'0,"0"0"160"0,0 0-720 0,0 0-176 16,0 0 0-16,0 0 0 0,2 21 2144 0,-2-21 400 16,-3 22 80-16,1-3 0 0,-1 4-736 0,-2 7-160 15,0 0-16-15,1-1-16 0,1-1-848 0,0-5-160 16,1-1-48-16,1-5 0 16,1-17-640-16,0 28-384 0,0-28 64 0,0 0 0 15,0 0-1616 1,0 0-320-16,0 0-64 0,0 0-16 0,0 0 1264 0,13-9 256 15,-9-3 48-15,0-2 16 0,1-1 112 0,-2-1 0 0,2-1 16 0,0 0 0 32,-2-2-240-32,1 1-48 0,0-2-16 0,-2 4 0 0,1-3 1984 0,0 1 400 0,0 0 80 0,0 1 0 0,0 3 608 0,0 3 112 15,2 4 32-15,-2 0 0 0,-3 7-592 0,0 0-112 16,0 0-32-16,0 0 0 0,0 0-272 0,0 0-48 16,0 0-16-16,0 0 0 0,0 0-704 0,38 17-128 15,-38-17-48-15,0 0 0 0,0 0-336 0,19 39 128 16,-19-39-128-16,9 29 0 0,-9-29 0 0,6 35 0 15,-6-35 0-15,1 39 0 0,-3-19-288 0,1 0 32 0,1-20 0 0,0 33 0 16,0-33 48-16,0 0 16 16,7 34 0-16,-7-34 0 15,0 0-560-15,0 0-96 0,0 0-32 0,0 0-16016 0</inkml:trace>
  <inkml:trace contextRef="#ctx0" brushRef="#br1" timeOffset="128284.94">22806 10517 22111 0,'-1'3'976'0,"1"-3"208"0,0 0-944 0,0 0-240 0,0 0 0 0,0 0 0 16,0 0 928-16,0 0 144 0,22-8 16 0,-22 8 16 0,24-14-416 0,-11 6-96 16,0-1-16-16,-1 1 0 15,1-1-448-15,-2 3-128 0,1-4 0 0,-2 3 0 0,1 0 0 0,-2-3 0 16,1 1 0-16,-3 2 0 15,-1-1 0-15,-3 0 0 0,-1 1 0 0,-3 1 0 0,-2-2 0 0,-1 2 0 16,-3-1 0-16,0 2 0 0,-1 0 320 0,0 3 64 16,-1 2 0-16,1 2 0 0,0 3 384 0,0 2 64 15,-1 4 32-15,0 3 0 0,0 2 224 0,0 3 64 16,1 4 0-16,2-1 0 0,-1 4-160 0,3 0-32 16,1 0 0-16,1 0 0 0,1-3-512 0,1-23-128 15,7 36 0-15,-7-36-16 0,0 0-144 0,33 31-32 0,-33-31 0 0,0 0 0 16,39 5-288-16,-39-5-64 0,34-10-16 0,-14-2-18112 15</inkml:trace>
  <inkml:trace contextRef="#ctx0" brushRef="#br1" timeOffset="129821.48">23357 10490 6447 0,'0'0'576'0,"0"0"-576"0,0 0 0 0,0-2 0 16,0 2 1408-16,0 0 160 0,0 0 32 0,1-1 16 15,-1 0 944-15,1-1 192 0,-1-1 48 0,1 1 0 16,0-1-480-16,-1 1-80 0,1 0-32 0,-1 0 0 16,0 1-672-16,0 1-144 0,0 0-32 0,0 0 0 15,0 1-560-15,0 1-112 16,-1 0-32-16,-1 1 0 0,1 1-272 0,1-4-64 15,0 0-16-15,-2 22 0 0,0-11-128 0,0 1-32 0,0 2 0 0,1 1 0 16,-1 2-144-16,0 1 0 0,0-1 0 0,1 2 0 16,1-19 0-16,-2 33 0 0,2-33 0 0,-1 29 0 15,1-29 0-15,0 0 0 0,0 28 0 0,0-28 0 16,0 0-320-16,0 0 16 0,0 0 0 0,0 0 0 16,0 0-208-16,0 0-32 15,0 0-16-15,0 0 0 0,11-12-384 0,-11 3-80 16,1-1 0-16,-1-1-16 0,-1-1 560 0,1 0 112 0,-1 0 32 0,1-2 0 15,-2 2 336-15,1-3 256 0,-1 4-32 0,1-1-16 0,0 0 416 16,0 0 80-16,0 2 0 0,1 3 16 0,1 0-80 0,0 3 0 16,0-1-16-16,1 2 0 0,1 1-80 0,-3 2-16 15,0 0 0-15,0 0 0 0,0 0-16 0,0 0-16 16,0 0 0-16,0 0 0 0,37 2-240 0,-37-2-64 16,0 0 0-16,0 0 0 0,0 0-192 0,0 0 0 15,41 23 0-15,-41-23 0 0,0 0 0 0,0 0 0 16,24 39 0-16,-24-39 0 0,0 0 0 0,9 38 0 0,-9-38-192 15,4 24 192-15,-4-24-272 0,1 24 48 0,-1-24 16 0,0 0 0 32,1 24-496-32,-1-24-112 0,0 0-16 0,0 0-16048 15</inkml:trace>
  <inkml:trace contextRef="#ctx0" brushRef="#br1" timeOffset="130137.53">23565 10543 22111 0,'-3'3'976'0,"0"-1"208"0,1 0-944 0,0 0-240 0,1 0 0 0,0-1 0 16,0 1 1456-16,-1 1 240 0,-2 3 48 0,-1 2 16 15,2-1-704-15,-2 2-144 0,1 1-16 0,2-3-16 16,2-7-288-16,0 0-48 0,0 0-16 0,1 26 0 16,-1-26-240-16,0 0-48 0,0 0-16 0,0 0 0 15,0 0-224-15,0 0 144 0,36 9-144 0,-36-9 128 16,0 0-128-16,21-12 0 0,-13 6 0 0,0-2 0 15,-1-1 0-15,0-1 0 0,-1 1 0 0,-1-1 0 16,-2 1 0-16,-2 0 0 0,-1 1 0 0,0-1 0 16,-3 4 160-16,0 0 0 0,-3 0 0 0,0 2 0 15,-1 2 400-15,-4 1 80 0,1 2 0 0,-2 0 16 16,1 1-336-16,0 2-64 0,1-3 0 0,-1 3-16 0,3-2 16 0,1 1 0 16,0-2 0-16,3 0 0 0,1 1-256 15,1-3-288-15,3 0 64 0,1-3-17040 16</inkml:trace>
  <inkml:trace contextRef="#ctx0" brushRef="#br1" timeOffset="130426.44">23862 10296 24879 0,'1'-2'1088'0,"-1"0"256"0,0 2-1088 0,1-3-256 16,-1 3 0-16,0 0 0 0,0 0 1152 0,0 0 160 0,-1-2 32 0,1 2 16 15,-3 2-944-15,0-1-192 0,-2 3-32 16,1 0-16-16,-2 1 32 0,0 2 16 0,1 4 0 0,-1 0 0 16,2 1 352-16,-2 2 80 0,0 2 16 15,1 2 0-15,-1 2-448 0,0 2-96 0,0 2 0 16,2-1-128-16,-1 1 464 0,0-1-16 0,4 1 0 0,0 0 0 16,1-24-160-16,3 42-32 0,-3-42-16 0,11 34 0 31,-11-34-560-31,0 0-96 0,25 26-32 0,-25-26 0 15,0 0-624-15,37-2-128 0,-37 2-16 0,26-16-16 16,-15 6 208-16,0-1 32 0,-2 0 16 0,0-1-11600 0</inkml:trace>
  <inkml:trace contextRef="#ctx0" brushRef="#br1" timeOffset="130601.37">23694 10448 15663 0,'-10'10'688'0,"4"-4"144"0,0 0-656 0,3-2-176 16,2 1 0-16,1-3 0 0,0-1 2496 0,0-1 448 0,0 0 112 15,0 0 16-15,2 25-560 0,-2-25-96 16,0 0-32-16,0 0 0 0,37 18-784 0,-37-18-176 0,37-5-16 16,-37 5-16-16,51-13-864 0,-23 4-160 0,2-3-48 15,0 0 0-15,-2-1-320 0,-2 0-208 16</inkml:trace>
  <inkml:trace contextRef="#ctx0" brushRef="#br1" timeOffset="131402.47">21298 11407 11967 0,'-1'-1'1072'0,"0"-1"-864"0,0 0-208 0,0 1 0 16,1 1 1168-16,-1 0 192 0,0-2 48 0,-2-3 0 15,0 3 1232-15,-1-3 256 0,2 2 48 0,0 1 16 16,0 1-912-16,1 0-192 0,-1 1-48 0,0 0 0 16,1 1-768-16,-1 0-144 0,1 2-48 0,-1-1 0 15,-1 3-304-15,-1-1-64 0,0 2-16 0,0 2 0 16,1 2-192-16,-2 4-32 0,2 0-16 0,-1 3 0 0,1 2-96 16,2 0-128-16,0 0 176 0,1-19-176 15,5 34 0-15,-5-34 0 0,0 0 0 0,19 32 0 16,-19-32 0-16,0 0 0 0,0 0 0 0,45-4 0 0,-31-4 0 15,0-5-192-15,1-2 48 0,-1-1 16 0,-3 1-224 0,1-2-32 16,0-1-16-16,-1-4 0 16,-2 1-736-16,0 0-144 0,-4 0-16 0,-1 4-16 15,-1 0 528-15,-3 1 96 0,-3 3 32 0,-1 4 0 0,-1 1 656 0,-2 2 272 0,-2 1-16 0,-2 5 0 16,-4 2 480-16,-2 4 96 0,-1 3 0 0,2 1 16 16,-1 3-304-16,2 2-64 0,1-1-16 0,1 3 0 15,3-1-176-15,2-1-32 0,2-1-16 16,3-3 0-16,3-11-240 0,0 0-240 0,0 0 48 0,0 0-16304 15</inkml:trace>
  <inkml:trace contextRef="#ctx0" brushRef="#br1" timeOffset="131649.9">21575 11268 22111 0,'-4'-1'976'0,"2"0"208"15,1-1-944-15,0 0-240 0,1 1 0 0,0 1 0 0,0-2 1328 16,1 0 208-16,0 1 64 0,0-2 0 0,0 2-320 0,0 1-64 16,-1 0-16-16,0 0 0 0,0 0-288 0,0 21-48 15,0-21-16-15,-1 29 0 16,1-8-288-16,-1 5-64 0,0 7-16 0,-1 3 0 16,-1 2-320-16,0 2-160 0,0 0 160 0,-2-3-160 15,1-2 0-15,0 0 0 0,1 0 0 0,1-3 0 16,1-2-528-16,1-2-208 0,1-2-32 0,-1-6-9808 15,0-20-1968-15</inkml:trace>
  <inkml:trace contextRef="#ctx0" brushRef="#br1" timeOffset="131904.39">21507 11256 12895 0,'1'0'576'0,"0"0"112"0,0 0-560 0,-1 0-128 15,0 0 0-15,0 0 0 0,0 0 2096 0,0 0 384 16,0 0 80-16,37 11 0 0,-37-11-544 0,0 0-112 0,50 7-32 0,-50-7 0 16,0 0-1168-16,46 6-224 0,-46-6-48 0,0 0-16 0,0 0-416 0,42 8 0 15,-42-8 128 1,0 0-128-16,0 0-400 0,0 0-112 0,6 30-32 0,-11-18 0 31,-4 0-400-31,-2 2-80 0,-3 2 0 0,-1 4-16 16,-3 1-64-16,-2-1-16 0,-2 1 0 0,0-3 0 15,2 1 528-15,4-6 96 0,0 0 32 0,3-1-5408 0,4-5-1072 0</inkml:trace>
  <inkml:trace contextRef="#ctx0" brushRef="#br1" timeOffset="132239.16">21751 11382 27647 0,'0'0'1216'0,"0"0"256"0,0 0-1168 0,0 0-304 16,0 0 0-16,0 0 0 0,0 0 1856 15,0 0 304-15,0 0 64 0,0 0 16 0,38 15-1024 0,-38-15-192 16,0 0-32-16,0 0-16 0,32-8-752 0,-32 8-224 16,18-11 0-16,-10 3 128 0,0-1-128 0,0-1-128 15,-1-1 128-15,1-1-192 16,-1 0-768-16,0-2-144 0,-2 0-48 0,-1 0 0 16,-1 2 64-16,-3 0 0 0,-2 2 0 0,-2 0 0 0,-1 3 816 0,-2-1 272 0,-1 3-160 0,-1 2 160 15,1 3 0-15,-1 3 224 0,-1 2-32 0,0 1 0 16,0 3 384-16,0 3 80 0,0 0 16 15,0 3 0-15,2 3 160 0,0 1 48 0,0 5 0 0,2 0 0 16,0 3-144-16,1-1-32 0,1-1 0 0,2-4 0 16,2-21-320-16,2 33-64 0,-2-33 0 0,0 0-16 15,0 0-304-15,20 32 0 0,-20-32 0 0,0 0 0 16,0 0-400-16,36 0-192 16,-36 0-48-16,24-10-16784 0</inkml:trace>
  <inkml:trace contextRef="#ctx0" brushRef="#br1" timeOffset="132555.32">22022 11280 13823 0,'-3'5'1216'0,"1"-3"-960"0,0-1-256 0,1 1 0 16,1-2 2736-16,0 0 496 0,0 0 96 0,0 0 32 0,0 0-288 0,0 0-64 16,0 0-16-16,0 0 0 0,0 0-1856 0,0 0-368 15,33-10-80-15,-33 10-16 0,17-10-304 16,-17 10-64-16,20-9-16 0,-20 9 0 0,0 0-288 0,26-9 0 15,-26 9 0-15,0 0 0 0,0 0-144 0,0 0-144 16,0 0-32-16,0 0 0 16,0 0-144-16,29 26-48 0,-31-17 0 0,-1 3 0 0,-1 1 96 0,-2 1 16 0,0 0 0 0,0-3 0 15,1 1 176-15,0-3 32 0,0-1 16 16,2-1 0-16,0-2 496 0,1-3 80 0,0-2 32 0,2-2 0 16,0-3 336-16,2-1 80 15,1-3 16-15,0-2 0 0,1-1-464 0,2-4-80 0,0 1-32 0,1-1 0 16,-1 4-288-16,2-4 0 0,1 1 128 0,1-2-128 15,0 3-144-15,2 0-96 0,-2 3-16 0,1 0 0 16,-11 11-1344-16,20-15-288 0</inkml:trace>
  <inkml:trace contextRef="#ctx0" brushRef="#br1" timeOffset="132999.82">22381 11248 19343 0,'0'0'1728'0,"0"0"-1392"0,0 0-336 0,0 0 0 0,0 0 2160 0,0 0 352 15,0 0 80-15,16-8 16 0,-16 8-304 0,10-12-48 16,-10 12-16-16,10-14 0 0,-6 6-1440 0,-1 2-288 16,-1-4-64-16,0 3-16 0,-1-2-112 0,-2-1-32 15,0 0 0-15,-1 1 0 0,-1 0-416 0,-2-2-96 16,0 2-16-16,-1 3 0 31,1 1-304-31,-2 2-64 0,1 3-16 0,-2 3 0 0,2 4 384 0,-2 2 80 0,2 3 16 0,-1 5 0 16,1-1 528-16,-1 4 128 0,2 3 0 0,-1-2 16 15,1 2-192-15,0 0-32 0,1-2-16 0,2-1 0 0,0-2-288 16,2-18 0-16,0 31 128 0,0-31-128 0,0 0 0 0,11 28 0 16,-11-28 0-16,0 0 0 0,0 0-304 0,0 0-64 15,31-2-16-15,-24-6 0 16,1-4-368-16,2-2-80 16,0 0 0-16,-1-4-16 0,0 1-256 0,1-1-48 0,-2-3-16 0,0 3 0 15,0-4 592-15,-2 4 112 0,-1-2 16 0,-1 4 16 16,-1 0 720-16,-1 6 144 0,-1 0 16 0,-1 6 16 0,-1 2 960 0,0 4 192 15,-2 2 48-15,1 4 0 0,-2 4-528 0,0 4-112 16,0 0 0-16,0 4-16 0,1 1-560 0,0 0-128 16,0 4 0-16,3-2-16 0,-1-2-304 0,1 0 0 0,0-21 0 15,5 36 0-15,-5-36 0 0,0 0 0 0,18 30 0 0,-18-30 0 32,0 0-624-32,0 0-176 0,37-6-32 0,-27-6-16 15,1 0-1568-15,1-5-304 0,3-3-64 0,0-5-11264 0</inkml:trace>
  <inkml:trace contextRef="#ctx0" brushRef="#br1" timeOffset="133179.43">22660 11128 13359 0,'26'-71'288'0,"-21"57"64"0,-4 11 16 0,-1 3 16 0,0-2-384 0,2-5 0 0,0-5 0 0,0-4 0 16,1-1 3872-16,-1 3 704 0,-1 4 144 0,-2 6 16 15,-2 4-1824-15,0 5-368 0,-3 6-80 0,0 6-16 16,-1 2-1520-16,1 2-304 0,-2 5-64 0,0 1-16 0,0 1-304 16,1-1-64-16,2-2-16 0,1 0 0 0,1-2-160 0,1-2 0 15,2 0 144-15,0-21-144 0,0 36 0 0,0-36 0 16,4 27-160-16,-4-27 160 15,0 0-1280-15,0 0-128 0,0 0-48 0,18 27 0 16,-18-27-1072-16,0 0-224 0,13-14-32 0,-9 4-10592 0</inkml:trace>
  <inkml:trace contextRef="#ctx0" brushRef="#br1" timeOffset="133372.6">22568 11116 3679 0,'-6'8'320'0,"2"-4"-320"16,2 2 0-16,-1-1 0 0,3-5 3632 0,0 0 656 0,0 0 128 0,0 0 16 15,-1 20 128-15,1-20 32 16,0 0 0-16,5 26 0 0,-5-26-2416 0,0 0-496 16,0 0-80-16,0 0-32 0,39 13-832 0,-39-13-160 15,0 0-48-15,36-15 0 0,-36 15-272 0,27-19-48 16,-27 19-16-16,31-22 0 0,-15 9-192 0,-1 3 0 0,0-2 0 0,1 0 0 31,-1 1-480-31,1-1-96 0</inkml:trace>
  <inkml:trace contextRef="#ctx0" brushRef="#br1" timeOffset="133537.69">22926 11011 28559 0,'-2'-1'1264'0,"1"1"272"16,1-2-1232-16,0 2-304 16,0-2 0-16,1 1 0 0,0-1 2176 0,-1 2 368 0,0 0 80 0,0 0 0 0,16-12-1584 0,-16 12-320 15,0 0-64-15,19-9-16 16,-19 9-640-16,0 0 0 0,0 0 0 0,0 0-17920 0</inkml:trace>
  <inkml:trace contextRef="#ctx0" brushRef="#br1" timeOffset="133689.07">22933 11112 11055 0,'-4'4'976'0,"3"-1"-784"0,1-3-192 0,-4 7 0 0,4-7 3792 0,-3 7 720 16,3-7 144-16,-6 12 16 0,2-3-928 0,-3 3-192 0,1 3-32 15,-3 1-16-15,3-1-2608 0,-1-3-528 0,1-1-112 0,1-2 0 32,2-3-672-32,0-2-128 0,0-2-32 0,2-2-17248 0</inkml:trace>
  <inkml:trace contextRef="#ctx0" brushRef="#br1" timeOffset="134101.41">23008 11102 7359 0,'0'0'656'0,"0"0"-528"0,0 0-128 0,0 0 0 16,0 0 3440-16,0 0 656 0,0 0 128 0,0 0 16 16,0 0-384-16,0 0-80 0,0 0 0 0,4 24-16 15,-4-24-2208-15,-6 20-432 0,2-7-96 0,-1-1 0 16,0 0-784-16,-2 0-240 0,1-1 128 0,1-1-128 16,-1 0 0-16,2-1 0 0,-1-2 0 0,1 0 0 15,4-7 0-15,-4 10 0 0,4-10 0 0,0 0 0 0,0 0 0 16,0 0 0-16,0 0 0 0,0 0-144 15,16-10-960-15,-10 2-192 0,0-3-48 0,0 0 0 16,1-1-2144-16,-2 0-432 0,1-3-96 0,-1 1-16 16,1 0 2192-1,-1 0 432-15,1 0 96 0,-1 2 16 0,0 0 1808 0,-1 2 352 0,0 2 80 0,-1 1 16 0,-3 7 768 16,7-11 144-16,-7 11 48 0,0 0 0 0,0 0 320 0,0 0 64 16,15-9 0-16,-15 9 16 0,0 0-864 0,18-11-176 15,-18 11-48-15,0 0 0 0,23-13-912 0,-23 13-192 16,0 0-128-16,25-12 144 0,-25 12-144 0,0 0 160 0,0 0-160 0,0 0 160 15,0 0-160-15,33 12 0 0,-33-12 0 0,0 0 0 16,4 31 0-16,-4-31-176 0,-1 29 176 0,-2-12-128 16,-1 0 128-16,4-17 0 0,-8 32 0 0,8-32 0 31,-8 26-384-31,8-26-64 0,-4 19 0 0,4-19 0 0,0 0-976 0,0 0-208 0</inkml:trace>
  <inkml:trace contextRef="#ctx0" brushRef="#br1" timeOffset="134687.62">23285 11096 24191 0,'0'0'528'0,"0"0"112"0,0 0 32 0,0 0 0 0,0 0-544 0,0 0-128 0,0 0 0 0,0 0 0 0,0 0 2048 0,0 0 384 15,0 0 80-15,0 0 16 16,0 0-1536-16,39 7-304 0,-39-7-64 0,0 0-16 0,0 0-112 0,27-5-32 15,-27 5 0-15,0 0 0 16,21-11-288-16,-21 11-176 0,9-11 192 0,-9 11-192 0,7-12-144 0,-5 6-144 16,-1 0-32-16,0-2 0 15,-1 2 320-15,-2-1-192 0,0 0 192 0,-1 2-160 16,-1 0 160-16,0 1 0 0,-1 2 0 0,-1-1 0 0,-1 3 0 0,0 0 176 16,2 3-176-16,-1 0 192 0,1 1 224 0,-1 3 48 0,1 0 16 0,2 0 0 15,-1 1-32-15,-1 1-16 0,5-9 0 0,-5 21 0 16,5-21-208-16,-5 16-32 0,5-16-16 0,-3 17 0 15,3-17-176-15,0 0 192 0,0 0-192 16,2 24 192-16,-2-24-192 0,0 0 0 16,0 0 0-16,0 0 0 0,0 0 0 0,0 0 0 0,0 0 0 15,34 7 0-15,-34-7-272 0,0 0 64 0,19-10 16 16,-19 10 0-16,14-9 192 0,-14 9-192 0,13-11 192 16,-13 11-192-16,0 0 192 0,18-15 0 15,-18 15 0-15,0 0 0 0,13-12 192 0,-13 12 0 0,0 0-16 16,0 0 0-16,0 0-48 0,0 0 0 0,0 0 0 15,0 0 0-15,0 0-128 0,0 0 192 0,0 0-192 0,0 0 192 16,15 38-16-16,-15-38 0 0,-2 26 0 0,2-26 0 0,-6 33-176 16,3-14 0-16,0 0 144 0,1 1-144 0,-1 0 0 0,0 0 0 15,-1-2 0-15,2 2 128 16,-1-1-128-16,-1 2 0 0,-1-3 0 0,1 2 0 0,-1-2 0 0,0-1 0 16,-1-2 0-16,0-1 0 15,-1 0 0-15,0-1 0 0,-3 1 0 0,0-1 0 0,-1-1 0 0,-4 2 144 16,-2 0-16-16,-4 0-128 0,-2 3 256 15,-2-5-64-15,-2 2-16 0,-1-2 0 16,-1 0-176-16,0-3 0 0,1-1 0 0,1-4 0 16,2-3-352-16,2-2-48 0</inkml:trace>
  <inkml:trace contextRef="#ctx0" brushRef="#br1" timeOffset="138167.32">22133 12034 15663 0,'0'-1'1392'0,"1"0"-1120"0,0-1-272 0,0 0 0 16,-1 2 832-16,0-1 96 15,0 1 32-15,0-3 0 0,1 0-160 0,-1 0-32 0,0 0 0 0,0-2 0 16,-1 3-288-16,1 0-64 16,0-1-16-16,-1-1 0 0,1 1 64 0,0-1 16 15,-1-1 0-15,1 0 0 0,-1-2-480 0,-1 0-240 16,0-1 32-16,-1 2 0 15,1-2-304-15,0 1-64 0,-1 2-16 0,-1 2 0 0,0 0 400 0,-1 3 192 16,0 2-192-16,-1 2 192 0,-1 2 0 0,0 3 0 0,-1 2 0 16,-1 4 0-16,1 2 304 0,-2 4 16 15,2 2 16-15,-1 1 0 0,1 2 160 0,0 1 16 0,2 1 16 16,0-2 0-16,1-3-528 0,2-1 0 0,2-6 0 16,1-16 0-16,1 24 0 0,-1-24 0 0,0 0 0 15,0 0 0 1,0 0-448-16,0 0-112 0,39-12-16 0,-29 0 0 0,1-2 192 0,2-2 16 0,0-5 16 15,0 2 0 1,0-3-464-16,-2 3-80 0,-2 0-32 0,0 3 0 16,-2-1-208-16,-1 1-32 0,-2 1-16 0,0 2 0 0,-1 0 976 0,-2 4 208 0,0 2 0 0,-2 4 0 0,0 1 1136 0,-1 4 192 15,-1 4 32-15,0 0 16 0,1 3 96 0,-1 1 0 16,-1 2 16-16,2 2 0 0,-1 3-352 16,3 2-80-16,-1-1-16 0,0-1 0 0,2-2-448 0,-1-15-80 15,4 28-32-15,-4-28 0 0,0 0-16 16,0 0 0-16,22 28 0 0,-22-28 0 0,0 0-464 0,0 0 0 15,35-12 0-15,-25 3-13984 0</inkml:trace>
  <inkml:trace contextRef="#ctx0" brushRef="#br1" timeOffset="138466.57">22402 11939 14735 0,'-1'0'640'0,"0"-2"160"0,0 2-640 0,0 0-160 16,1 0 0-16,-1-2 0 15,0 2 1472-15,-1-1 272 0,0-1 48 0,-2 0 16 0,-1 0-144 16,0-3-48 0,-2 2 0-16,1 1 0 0,-1 0-992 0,0 2-208 0,0 0-32 15,-1 2-16-15,0 0 192 0,0 3 32 0,1 2 16 0,-1 0 0 16,2 0-288-16,-1 4-48 16,1 2-16-16,0 1 0 0,2 0 512 0,-1 3 80 0,0 2 32 0,2 0 0 15,0-1-304-15,1-1-48 0,1 0-16 0,2-2 0 0,-1-15-368 0,5 24-144 16,-5-24 0-16,0 0 144 15,15 26-144-15,-15-26 0 0,0 0 0 0,0 0 0 0,0 0-336 0,43 2 48 16,-43-2 16 0,22-17 0-16,-10 5 144 0,-1 0 128 0,0 1-192 0,-2-1 192 31,0 0-1552-31,0-2-208 0,1-1-32 0,-2 1-12048 0</inkml:trace>
  <inkml:trace contextRef="#ctx0" brushRef="#br1" timeOffset="138733.12">22496 11944 15663 0,'1'0'688'0,"-1"0"144"0,0 0-656 16,0 0-176-16,1 0 0 0,-1-1 0 0,1 0 1552 0,0 1 288 16,0-3 48-16,0-2 16 0,1 2-432 0,-1-3-64 15,-1 1-32-15,0 1 0 0,0 1-480 0,-1-2-80 16,0 3-32-16,0 0 0 0,-1 2-336 0,-1 0-64 16,1 0 0-16,-1 2-16 0,-2 3-48 0,-1 2-16 15,1 0 0-15,-1 0 0 0,1 4 128 0,-3 2 16 16,2-1 16-16,-1 2 0 0,2 2 80 0,0-1 16 15,1-1 0-15,2 0 0 0,0-2-192 0,0 0-48 0,2-3 0 0,0-9 0 16,2 18-16-16,-2-18-16 16,0 0 0-16,0 0 0 0,0 0-112 0,0 0-32 0,0 0 0 0,32 20 0 15,-32-20-144-15,0 0 0 0,0 0 0 0,0 0 128 32,35-11-560-32,-35 11-112 0,0 0-32 0,20-15-16272 0</inkml:trace>
  <inkml:trace contextRef="#ctx0" brushRef="#br1" timeOffset="139078.59">22636 11984 20271 0,'0'0'896'0,"-2"5"192"0,2-5-880 0,0 0-208 0,0 0 0 0,0 0 0 0,0 0 2272 0,0 0 416 16,0 0 64-16,0 0 32 16,0 0-592-16,0 0-112 0,0 0-32 0,0 0 0 0,0 0-1216 0,0 0-256 15,39 6-64-15,-39-6 0 0,0 0-304 0,22-13-64 16,-22 13-16-16,14-12 0 0,-14 12-336 0,14-14-80 15,-14 14-16-15,13-14 0 16,-13 14-480-16,11-14-112 0,-11 14 0 0,6-14-16 16,-6 14 400-16,3-12 64 0,-3 6 32 0,-2 0 0 15,-2 1-512-15,0 0-96 0,-2 1-32 0,-1 1 0 0,-2 3 768 0,2 0 160 0,0 0 128 0,0 5-192 16,2-1 944-16,-1 4 176 0,0-1 32 0,1 2 16 16,-1 1 32-16,2 2 0 0,-1-1 0 0,1 1 0 15,1 2-272-15,-1 1-48 0,0-1-16 0,0 0 0 16,1 0-320-16,0 0-64 15,1-2-16-15,2-12 0 0,0 19-272 0,0-19 160 0,0 0-160 0,0 0 128 16,0 0-320-16,0 0-80 0,0 0-16 0,0 0 0 16,0 0-1584-1,39 1-320-15,-39-1-64 0,17-17-13104 0</inkml:trace>
  <inkml:trace contextRef="#ctx0" brushRef="#br1" timeOffset="139318.04">22909 11882 911 0,'0'0'0'0,"-1"1"0"0,0 1 0 0,1-2 0 16,-1 0 2816-16,0 0 464 0,-1 0 112 0,1 0 0 0,1 0 800 0,-3 0 160 16,-1 0 16-16,-1-2 16 15,1 4-1632-15,0-2-320 0,0 2-64 0,1-2 0 0,0 3-1216 0,0 0-224 0,0 1-48 0,1 3-16 32,-1 0-544-32,1 3-96 0,0 1-32 0,0 1 0 0,0 2-192 0,0 5 128 0,2-1-128 0,-1 3 0 15,0 2 0 1,1 0 0-16,-1 3 0 0,0 1 0 0,0 1 0 0,0-2 0 15,0 0 0-15,1-2 0 0,1-3 0 16,0-4-288-16,-1-17 64 0,5 27-11904 0,-5-27-2384 16</inkml:trace>
  <inkml:trace contextRef="#ctx0" brushRef="#br1" timeOffset="139562.98">22830 11887 21183 0,'0'0'1888'0,"0"0"-1504"16,0 0-384-16,0 0 0 0,0 0 1120 0,0 0 160 15,0 0 16-15,32-12 16 0,-32 12-576 0,27-11-112 16,-27 11-32-16,35-17 0 16,-35 17-1152-16,32-17-224 0,-32 17-48 0,29-12-16 0,-29 12 384 0,0 0 80 15,36-2 0-15,-36 2 16 16,0 0-272-16,0 0-48 0,17 26-16 0,-21-12 0 15,-2 1-336-15,-5 2-80 0,-1 3-16 0,-2 0 0 16,-2 1 496-16,-2 2 112 0,0 0 16 0,-2 0 0 16,3-2-32-16,0-2 0 0,2-5 0 0,3-2 0 0</inkml:trace>
  <inkml:trace contextRef="#ctx0" brushRef="#br1" timeOffset="140026.01">23234 11701 21183 0,'0'-3'1888'0,"0"0"-1504"31,0 1-384-31,-1 2 0 0,1 0 1776 0,0 0 272 0,-1 0 64 0,-1 0 16 16,1 0 224-16,-2 2 32 0,-1 3 16 0,1 2 0 15,-1 0-1312-15,-1 5-256 0,0 2-48 0,0 3-16 16,0 2-464-16,0 2-112 0,-1 1 0 0,1 1-16 0,0 1-176 0,1 0 0 16,1-3 0-16,1-1 0 15,1-2 0-15,1-18 0 0,3 31 0 0,-3-31 0 16,0 0-128-16,13 28-16 0,-13-28 0 0,0 0 0 0,0 0-144 0,0 0-32 16,40 10 0-16,-40-10 0 0,17-12 320 0,-17 12 0 0,20-17 0 15,-20 17 0-15,15-17 0 0,-15 17-128 16,13-18 128-16,-8 7-11648 15,0-1-2240-15</inkml:trace>
  <inkml:trace contextRef="#ctx0" brushRef="#br1" timeOffset="140200.71">23060 11911 12895 0,'-6'7'576'0,"2"-5"112"16,1 0-560-16,3-2-128 15,0 0 0-15,0 0 0 0,0 0 2752 0,0 0 512 16,0 0 96-16,0 0 32 0,0 0 128 0,42-8 48 0,-42 8 0 0,28-13 0 15,-28 13-2112-15,29-14-432 16,-29 14-64-16,31-17-32 0,-31 17-608 0,30-14-128 0,-30 14-32 0,28-12 0 31,-28 12-1120-31,26-11-240 0</inkml:trace>
  <inkml:trace contextRef="#ctx0" brushRef="#br1" timeOffset="140633.07">23525 11802 23663 0,'0'0'512'0,"0"0"128"0,0 0 0 0,0 0 32 0,0 0-544 0,0 0-128 0,0 0 0 0,0 0 0 16,0 0 3136-16,0 0 608 0,0 0 112 0,0 0 32 15,0 0-2480-15,0 0-480 0,0 0-96 0,0 0-32 16,0 0-560-16,0 0-112 0,0 0-128 0,1-12 176 16,-4 5-176-16,-1-2-272 0,0 1 64 0,1-1 16 15,-3-1-576 1,1 2-128-16,-2 0 0 0,1 3-16 0,-3 0 640 0,0 3 128 0,0 2 144 0,-1 2-208 15,0 3-32-15,1 0 0 0,1 4 0 0,-1 1 0 16,2 4-208-16,1-1-64 16,2 4 0-16,0-2 0 0,2 2 704 0,0-1 128 0,1 1 16 0,1-17 16 15,1 33 32-15,-1-33 16 0,6 29 0 0,-6-29 0 0,0 0-80 0,12 33 0 16,-12-33-16-16,0 0 0 0,0 0-304 0,0 0 0 16,0 0-176-16,33 16 176 15,-33-16-976-15,0 0-96 0,16-16-16 0,-16 16 0 16,12-20-1232-16,-6 8-256 0,0-2-48 0,0 0-16 15,-1 0-144-15,1-2-32 0,-1 1 0 0,-1-1 0 16,0 1 1760-16,-1 3 352 0,-1 1 64 0,0 4 0 0,-2 7 2336 0,2-8 464 0,-2 8 80 16,0 0 32-16,0 0 704 0,-4 12 144 0,4-12 16 0,-4 19 16 15,4-19-1104-15,-6 26-208 0,6-26-48 16,-3 27-16-16,3-27-1040 0,-2 30-208 0,2-30-32 16,2 28-16-16,-2-28-336 0,0 0-144 0,10 29 128 0,-10-29-128 15,0 0-368-15,0 0-144 0</inkml:trace>
  <inkml:trace contextRef="#ctx0" brushRef="#br1" timeOffset="141111.84">23682 11500 7359 0,'-4'0'656'0,"1"-2"-528"0,1 4-128 0,0-2 0 0,2 0 3984 0,0 0 768 15,0 0 160-15,-2 15 16 0,2-15-1008 16,-5 21-208-16,1-2-32 0,1 5-16 0,0 3-2512 0,1 3-496 15,0 0-96-15,1-1-32 0,1-3-288 0,0-2-64 16,2-1-16-16,1 1 0 0,-3-24-160 0,5 40 0 16,-5-40 0-16,5 34 0 15,-5-34-768-15,3 30-96 0,-3-30-16 0,2 29 0 16,-2-29-1008-16,2 19-208 0,-2-19-32 0,0 0-16 16,0 0 1104-16,0 0 208 0,-2 12 64 0,1-14 0 0,0-3 560 0,-1 0 208 0,1 0-144 0,1-3 144 15,0-1 0-15,0 0 0 0,1-2 0 0,1 1 176 16,0-2 656-16,1 2 144 0,0 1 32 0,1 0 0 31,0 1-160-31,1 1-16 0,-5 7-16 0,11-11 0 0,-11 11-64 0,0 0-16 0,0 0 0 0,22-12 0 0,-22 12-32 0,0 0-16 16,0 0 0-16,0 0 0 15,0 0-400-15,0 0-80 0,36 18-16 16,-36-18 0-16,0 0-448 0,6 27-80 0,-6-27-32 0,-2 26 0 31,-1-12-304-31,0 0-64 0,-1-2-16 0,-2 0 0 16,1 0-240-16,-2-1-48 0,0-1-16 0,0 0 0 15,-1-3 432-15,1 0 96 0,-1-3 16 0,3-3 0 0,1-1 704 0,0-1 128 0,3-2 48 0,0 0 0 16,0-4 720-16,2 0 160 0,1-2 32 16,2-2 0-16,1 2-912 0,0-1-176 0,-5 10-48 0,15-21 0 15,-15 21-144-15,20-24-256 0,-8 12 64 0,0-2 16 32,1 1-976-32,0-1-208 0,0-1-48 0,0-2-13024 0</inkml:trace>
  <inkml:trace contextRef="#ctx0" brushRef="#br1" timeOffset="141332.29">23898 11649 9215 0,'10'-43'400'0,"-6"30"96"15,-4 13-496-15,0 0 0 0,2-9 0 0,-2 9 0 16,2-14 2368-16,0 0 368 0,1-4 80 0,-1 2 0 0,-1 0 464 0,-1 4 96 16,0 4 16-16,-1 5 0 0,1 3-1104 0,-4 3-224 15,4-3-32-15,-7 12-16 0,7-12-1120 16,-7 20-208-16,2-8-48 0,1 0-16 0,0 1-240 0,-1 0-32 16,2 0-16-16,-1-1 0 0,4-12-80 0,-5 26 0 15,5-26-16-15,-2 27 0 16,2-27-96-16,-2 33-16 0,2-33 0 0,2 38 0 0,-1-15-128 15,2 1 0-15,0 2 0 0,1-2 128 0,1-1-128 0,0 1 0 16,-5-24 0-16,12 39 0 0,-12-39 0 0,13 34 0 16,-13-34 0-16,14 24 0 15,-14-24-576-15,0 0-64 0,0 0 0 0,0 0-18112 0</inkml:trace>
  <inkml:trace contextRef="#ctx0" brushRef="#br1" timeOffset="141847.21">24021 11781 9215 0,'0'0'400'0,"0"0"96"0,-4 13-496 0,4-13 0 0,0 0 0 0,0 0 0 0,0 0 3376 0,0 0 576 15,-2 15 112-15,2-15 32 0,0 0-224 0,0 21-32 16,0-21-16-16,0 0 0 0,0 0-2352 0,0 0-480 16,0 0-96-16,0 0 0 15,0 0-640-15,0 0-112 0,0 0-16 0,36 15-128 16,-36-15 128-16,0 0-128 0,0 0 0 0,22-13 0 16,-22 13 0-16,0 0 0 0,15-14 0 0,-15 14 0 15,9-12 0-15,-9 12-224 0,6-12 64 0,-6 12 16 16,2-13-448-16,-2 8-96 0,-1-3-16 0,0 2 0 15,-2-1-256-15,0 2-48 0,-1-3-16 0,0 4 0 16,0-3 384-16,-1 3 64 16,1 1 0-16,-2 0 16 0,2 3 752 0,0 0 160 0,0 3 32 0,0 1 0 0,1 1 720 0,-1 2 160 15,1 1 16-15,0 1 16 0,0 2-528 0,0 1-96 16,3-12-32-16,-4 26 0 0,4-26-368 0,-3 27-80 16,3-27 0-16,-1 26-16 0,1-26-176 0,1 20 160 0,-1-20-160 15,0 0 160-15,5 22-160 0,-5-22 0 0,0 0 0 16,0 0 0-16,0 0 0 0,0 0 0 0,0 0-160 0,0 0 160 15,0 0-256-15,34 12 32 16,-34-12 16-16,0 0 0 0,0 0 208 0,0 0 0 16,36-12-160-16,-36 12 160 0,0 0 0 0,0 0 0 0,29-9-144 0,-29 9 144 31,0 0-528-31,0 0-48 0,24-13-16 0,-24 13-16816 0</inkml:trace>
  <inkml:trace contextRef="#ctx0" brushRef="#br1" timeOffset="144482.4">24102 11766 4607 0,'0'0'400'0,"0"-2"-400"0,0 2 0 0,0 0 0 16,0-4 800-16,0 4 80 16,1-6 16-16,-1 4 0 0,1-5 0 0,0-2 16 15,1 1 0-15,-1-1 0 0,0 0-912 0,-1 1-384 16,1 1 32-16,-2 0 0 0,1 0 0 0,-1 0 0 16,0 2 0-16,-1 0 0 0,1 3 352 0,0-2 192 15,0 3-32-15,-1 1 0 0,0 0 1072 0,2 0 224 16,-3 1 32-16,1 1 16 0,0-2 592 0,2 0 112 0,-2 4 32 0,2-4 0 15,-3 3-592-15,3-3-112 0,-3 2-32 0,3-2 0 16,0 0-432-16,-3 3-96 0,3-3-16 0,0 0 0 16,-2 2 0-16,2-2-16 0,0 0 0 0,0 0 0 15,-2 2 0-15,2-2 0 0,0 0 0 0,0 0 0 16,-3 10-336-16,3-10-64 0,-4 7-16 0,4-7 0 16,-4 14-208-16,2-7-32 0,2-7-16 0,-5 16 0 15,2-6-128-15,0-2-16 0,0 1-128 0,0 2 192 16,0-2-192-16,-1-1 128 0,4-8-128 0,-3 15 0 0,3-15 0 15,-4 12 0-15,4-12 0 0,0 0 0 0,-2 16 0 0,2-16 0 16,0 0 0-16,0 0 0 16,0 0 0-16,0 0 0 0,0 0 0 0,0 0 0 0,15 26 144 0,-15-26-144 15,0 0 128-15,0 0-128 0,0 0 0 0,0 0 0 16,26 22 128-16,-26-22-128 0,0 0 0 0,0 0 0 16,0 0 0-16,0 0 0 0,0 0 0 0,0 0 0 15,0 0 0-15,0 0 0 0,0 0 0 0,0 0 0 16,31 17 0-16,-31-17 0 0,0 0 0 0,0 0 0 15,0 0 128-15,0 0-128 0,0 0 0 0,19-15 0 0,-19 15 0 16,0 0 0-16,14-16 0 0,-14 16 0 0,11-15 0 16,-11 15 0-16,12-17 0 0,-6 6 0 0,-2 1-160 0,1 1 160 15,-1-3-144-15,-1 2 144 0,-1-2-128 16,0 1 128-16,-1 1-128 0,-1-1 128 0,0 1-128 0,0 0 128 16,-1 1-192-16,0 0 32 0,0 1 16 0,0 1 0 15,0 2 144-15,1 0 0 0,0 5 0 0,-1-7 0 16,1 7 0-16,0 0 0 0,0 0 0 0,-1-2 0 0,1 2 0 0,0 0 0 15,0 0 0-15,0 0 0 0,0 0 0 0,0 0 128 16,0 0-128-16,-3 13 176 0,3-13-176 0,0 0 0 16,0 0 0-16,-4 9 128 0,4-9-128 0,0 0 0 15,0 0 0-15,-4 9 128 0,4-9-128 0,0 0 0 16,0 0 0-16,-3 11 0 0,3-11 0 0,0 0 0 16,0 0 0-16,0 0 128 0,0 0-128 0,0 0 192 15,-1 17-192-15,1-17 192 0,0 0-16 0,0 0 0 16,-1 18 0-16,1-18 0 0,0 0-16 0,-1 20 0 15,1-20 0-15,0 0 0 16,0 26-16-16,0-26 0 0,0 21 0 0,0-21 0 0,2 23-144 16,-2-23 128-16,1 27-128 0,-1-27 128 0,1 29-128 0,-1-29 0 15,2 31 144-15,-2-31-144 0,2 33 0 16,-2-33 128-16,2 31-128 0,-2-31 0 0,2 30 0 0,-2-30 0 16,1 29 0-16,-1-29 0 0,-1 28 0 0,1-28 0 15,-5 27 0-15,5-27 0 0,-6 26 0 0,1-15 0 0,0 1 0 16,-1 0 0-16,1-2 0 0,-3 1 0 15,1 0 0-15,-2 0 0 0,0 1 0 0,0-3 0 16,0 3 0-16,-2-2 0 0,0 3 0 0,0-1 0 16,-1 0 0-16,0-1 0 0,0-2 128 0,2-3-128 0,-1-1 160 0,0-2-160 15,3-3 192-15,1-5-64 16,0-2-128-16,1-5 192 0,0-4-192 0,1-5 0 0,0-6 0 16,3-9-19936-16</inkml:trace>
</inkml:ink>
</file>

<file path=ppt/ink/ink7.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6T09:19:05.968"/>
    </inkml:context>
    <inkml:brush xml:id="br0">
      <inkml:brushProperty name="width" value="0.05292" units="cm"/>
      <inkml:brushProperty name="height" value="0.05292" units="cm"/>
    </inkml:brush>
  </inkml:definitions>
  <inkml:trace contextRef="#ctx0" brushRef="#br0">5633 7740 6447 0,'-3'-7'576'0,"1"2"-576"0,1 1 0 0,-1-1 0 0,1 3 1088 0,0 1 128 16,0-1 0-16,0-2 16 0,-2-4 816 0,0-1 144 15,1 2 48-15,0-2 0 16,1 6 384-16,0-1 64 0,2 3 32 0,0 4 0 0,1 1-1376 0,-1 4-256 16,0 3-64-16,0 2-16 15,1 5-336-15,-1 2-64 0,-1 3-16 0,-1 3 0 0,0 2-288 0,-1 2-64 16,0 0-16-16,-1 3 0 0,-1-2-224 15,1 0 0-15,1-2 0 0,0-4 0 16,2-4-304 0,1-6-144-16,1-3-48 0,0-6-9680 0,2-1-1952 0</inkml:trace>
  <inkml:trace contextRef="#ctx0" brushRef="#br0" timeOffset="176.14">5835 7664 13823 0,'-2'5'1216'0,"1"2"-960"16,0-2-256-16,0 0 0 0,0-1 1568 16,-1 5 272-1,-1 6 48-15,-1 9 16 0,-1 9-496 0,0 1-80 0,2 1-32 0,1-4 0 16,1 0-1152-16,1-4-144 0,0 2-192 0,1-3-7248 31,1 0-1456-31</inkml:trace>
  <inkml:trace contextRef="#ctx0" brushRef="#br0" timeOffset="398.81">5628 7950 13823 0,'-5'4'1216'0,"3"-3"-960"0,1 0-256 0,0-1 0 16,1 0 2144-16,1-1 384 0,2 0 80 0,2-2 16 15,1-2-528-15,5-3-112 0,4-2 0 0,2-2-16 16,1 0-1072-16,1-1-192 0,-1 1-64 0,-1 1 0 16,1 0-512-16,-3 4-128 0,2-1 0 0,-17 8 0 15,33-11-1344-15,-33 11-256 0</inkml:trace>
  <inkml:trace contextRef="#ctx0" brushRef="#br0" timeOffset="732.51">6073 7781 17503 0,'-3'-1'768'0,"1"-1"176"0,0 2-752 0,0 0-192 0,1 0 0 0,1 2 0 16,-2-1 1840-16,-2 2 336 0,-1 2 64 0,-1 1 0 16,-2 3-992-16,1 3-208 0,0-1-32 0,0 2-16 15,1-1-784-15,1 0-208 0,1 2 0 0,2-4 0 16,1 1 128-16,1 1-128 15,1 0 0-15,3 2 128 0,-4-14 256 0,0 0 32 0,20 34 16 0,-20-34 0 16,0 0 112-16,0 0 32 0,46 21 0 0,-46-21 0 16,29-5-288-16,-15-2-48 0,-1-3-16 0,1-1 0 15,-2 1-64-15,1-4-16 0,-2-1 0 0,-1-1 0 0,-1-5-144 16,-1 4-144-16,-4-2 144 0,-3 2-208 0,-2 3 208 16,-4 2-144-16,-3 1 144 0,-3 4-128 0,-2 1 128 15,-2 3 0-15,-1 3 0 0,-3 3 0 0,0 3 0 16,0 1 0-16,0 2-176 0,4 1 176 15,3-3-992 1,2 2-96-16</inkml:trace>
  <inkml:trace contextRef="#ctx0" brushRef="#br0" timeOffset="1045.19">6318 7840 22111 0,'-1'0'976'0,"0"0"208"0,1 0-944 15,0 0-240-15,1 0 0 0,0 0 0 0,0 0 1328 0,1 1 208 16,2 0 64-16,-4-1 0 16,0 0-448-16,0 0-96 0,0 0-16 0,0 0 0 0,46 24-816 0,-46-24-224 15,0 0 0-15,0 0-9312 16,0 0-1936-16</inkml:trace>
  <inkml:trace contextRef="#ctx0" brushRef="#br0" timeOffset="1195.99">6311 8027 13823 0,'0'1'1216'0,"0"1"-960"15,0 0-256-15,0-2 0 16,0 2 2432-16,0-1 448 0,0 3 96 0,1 2 16 16,1 2-736-16,-2-8-144 0,0 0-16 0,0 0-16 15,0 0-2080-15,0 0-384 0,40 22-80 16,-31-26-32-16</inkml:trace>
  <inkml:trace contextRef="#ctx0" brushRef="#br0" timeOffset="2456.64">6810 8208 14735 0,'0'0'1312'16,"0"0"-1056"-16,1 0-256 0,-1 0 0 15,1 0 1168-15,0 0 176 0,1 0 48 0,0 0 0 0,2 0 416 0,1 0 96 16,0 0 16-16,1 0 0 0,-6 0-592 0,0 0-112 15,0 0-32-15,0 0 0 0,37-5-384 0,-27 0-80 16,0-2-16-16,2-5 0 0,0 0-128 0,1-5-16 16,0-1-16-16,0-4 0 0,1-1-352 0,0 1-64 15,-1-1 0-15,-1-1-128 0,-1 0 0 0,0 2-224 0,-2-1 16 0,-1 2 0 16,0 0 48-16,-2 2 16 0,0 0 0 0,-2 2 0 0,1 1 144 0,-1 3 0 16,-1 2 0-16,-1 1 0 15,0 5 0-15,-1 3 0 0,0-1 0 0,-1 3 0 0,-1 0 0 0,0 0 144 16,0 3-16-16,-1-1-128 0,0 3 464 0,-1-3-16 15,0 1 0-15,0 2 0 16,0-2-112-16,1 0-16 0,-1 0-16 0,1 0 0 16,0 1-80-16,0-2-16 0,0 3 0 0,1-2 0 0,0 1-48 15,0 1-16-15,-1 2 0 0,1 0 0 16,0 1-16-16,0 2 0 0,1 1 0 0,0-1 0 0,0 4-128 0,1-2 0 0,0 4 0 16,1-2 128-16,0 2-128 0,0 2 0 0,-1-1 0 0,2 1 0 15,-3-18 0-15,9 32 0 0,-9-32 0 0,8 26 0 16,-8-26 0-16,0 0 0 0,15 29 0 0,-15-29 0 15,0 0 0-15,0 0-144 0,0 0 144 0,0 0-160 32,0 0-352-32,0 0-64 0,45-2 0 0,-37-9-16 15,0-1-32-15,0-1 0 16,2-3 0-16,-3 2 0 0,0 0-352 0,0-3-80 0,-2 3-16 0,1-1 0 16,-2-1 512-16,-1 0 112 0,0-1 0 0,-1 0 16 0,-1 3 272 15,-1-3 160-15,0-2-192 0,-2 3 192 0,1 0 0 0,-1 3 0 16,0 2 192-16,2 1-48 0,-2 3 544 0,0 2 96 15,0 3 32-15,1 0 0 0,-1 2 80 0,1 4 32 16,0-1 0-16,0 6 0 0,-1 1-224 0,1 2-64 16,0 2 0-16,1 1 0 0,0 1-288 0,0 2-64 15,1 1-16-15,1 1 0 0,0 0-272 0,2 2 160 16,-4-22-160-16,11 36 128 0,-11-36-128 0,14 30 0 16,-14-30 0-16,0 0 0 0,26 34 0 0,-26-34 0 15,0 0 0-15,0 0-176 16,0 0-912-16,46 14-176 0,-46-14-32 0,21-12-14752 0</inkml:trace>
  <inkml:trace contextRef="#ctx0" brushRef="#br0" timeOffset="2666.05">7379 7792 11967 0,'-3'3'528'0,"0"-1"112"0,1 1-512 0,1-1-128 0,0 0 0 0,1 1 0 0,0-1 2496 0,0 1 480 16,0 3 96-16,1 0 0 15,1 0-288-15,-2-6-64 0,0 0-16 0,0 0 0 0,0 0-1744 0,0 0-368 16,45 10-64-16,-45-10-16 0,24-9-320 0,-24 9-192 16,26-10 192-16,-26 10-192 15,26-12-544-15,-26 12-224 0,0 0-32 0,30-9-9088 16,-30 9-1824-16</inkml:trace>
  <inkml:trace contextRef="#ctx0" brushRef="#br0" timeOffset="2832.96">7351 7933 25791 0,'0'4'2304'0,"0"-1"-1856"15,1-1-448-15,0-1 0 0,1 0 2368 0,0 1 384 0,-2-2 80 16,0 0 16-16,0 0-1264 0,0 0-256 0,52 22-48 0,-52-22-16 16,36 0-880-16,-36 0-192 0,38-10-16 0,-18 2-16 15,-1 0-400-15,0-2-80 0,-1 1 0 0,-1 0-17664 16</inkml:trace>
  <inkml:trace contextRef="#ctx0" brushRef="#br0" timeOffset="3237.88">7869 7695 14975 0,'0'-2'320'0,"0"0"80"0,0 1 16 0,1 1 0 16,0 0-416-16,-1 0 0 15,0 0 0-15,0 1 0 0,1 3 2880 0,-1-1 480 16,-1 2 96-16,-1 4 32 0,-1-2-1056 0,0 2-224 16,0-4-32-16,-1 2-16 0,0 3-1328 0,-1 4-272 15,-1 3-48-15,0 4-16 0,0 3-496 0,0-2 0 16,1 1 0-16,0-3 0 0,2 0 0 0,-1-1 0 15,2-3 0-15,1 1 0 16,2-2-272-16,0-3-160 0,-1-12-16 0,5 24-15584 0</inkml:trace>
  <inkml:trace contextRef="#ctx0" brushRef="#br0" timeOffset="3698.19">8030 7762 20271 0,'0'-3'896'0,"0"1"192"0,0 2-880 0,-1-2-208 0,1 2 0 0,-1 0 0 0,1 0 2160 0,-1 2 384 16,-1-2 80-16,-1 2 0 0,0 1-432 0,1 1-80 15,-2 1-32-15,1 1 0 16,0 0-1248-16,0 1-256 0,1 3-64 0,0 0 0 0,1 3-320 0,0-1-64 16,1 0 0-16,0 0-128 0,1-2 128 0,1 3-128 15,1-1 0-15,-3-12 0 0,0 0 0 0,14 36 0 16,-14-36 0-16,0 0 0 0,0 0 0 0,0 0 0 15,41 20 0-15,-41-20 0 0,0 0 0 0,27-12 0 16,-19 6-192-16,0-3 192 0,-1 2-240 0,1-4 48 0,-2 0 16 16,-1-1 0-16,0 1-96 0,-2-1-32 0,-1 0 0 0,-2 3 0 15,-2-2 112-15,-1 2 0 16,0 1 16-16,-3 0 0 0,0 3 176 0,-3-2-192 0,1 3 192 0,0-2-192 16,-2 2 192-16,0-1 0 15,1 1 0-15,-1 1-128 0,0 2 336 0,2 0 80 0,1-1 16 16,-1 1 0-16,4 2-96 0,-1 1-16 0,1-1 0 15,1 2 0-15,2 0-192 0,-1 2 176 0,0-1-176 0,1 1 160 16,0 0-160-16,0 2-256 0,1 0 64 0,-1-2 16 16,2 2-640-16,0-2-128 0,0 2-16 0,1-3-16 15,0 1-496-15,0-2-80 0,0-1-32 0,1-2 0 32,0 0 288-32,0-2 48 0,0 2 16 0,0-3 0 0,0-1-384 0,1 1-80 0</inkml:trace>
  <inkml:trace contextRef="#ctx0" brushRef="#br0" timeOffset="4363.01">7703 7695 7359 0,'-2'-4'656'0,"0"1"-528"16,2 3-128-16,0 0 0 0,-1 0 1280 0,1 0 208 16,0 0 48-16,-3 0 16 0,0 5 832 0,1 1 176 15,0 5 16-15,0 3 16 0,1 0-256 0,1 3-48 16,-1 4-16-16,-1 0 0 0,0 1-736 0,-1 1-128 15,0 1-48-15,0-2 0 0,-1 1-528 0,-1-1-128 16,1 0 0-16,0-4-16 0,1-1-688 0</inkml:trace>
  <inkml:trace contextRef="#ctx0" brushRef="#br0" timeOffset="5773.97">9959 7634 17503 0,'0'-2'1552'0,"0"1"-1232"0,1-1-320 0,-1 2 0 15,0 0 1376-15,0 0 224 0,1 0 32 0,-1 0 16 16,0 0 96-16,-1 3 32 0,0 3 0 0,-1 4 0 16,0 4-832-16,-1 5-176 0,-1 3-16 0,2 3-16 0,-3-1-400 0,1 2-80 15,0 3 0-15,-1-3-16 0,3-3-240 0,-1-1 0 16,1-3 128-16,1 0-128 15,1-5-384-15,-1 0-128 0,0-2-32 0,1 0 0 16,0-2-1248-16,0-3-256 0,0 1-64 0,0-2 0 16,1-1-448-16,0-1-80 0,0-2-32 0,1-1-5280 0</inkml:trace>
  <inkml:trace contextRef="#ctx0" brushRef="#br0" timeOffset="5969.2">10146 7624 12895 0,'4'-9'576'0,"-2"5"112"0,1 1-560 15,0 0-128 1,-2 1 0-16,0 2 0 0,0 0 1808 0,1-2 336 16,-1 2 64-16,2 2 16 0,-2 0-48 0,-1 5 0 15,-1 3 0-15,-2 2 0 0,1 4-880 0,-3 4-176 0,0 5-32 16,1 0-16-16,-1 3-608 0,0 2-112 0,-1 1-32 0,1 0 0 16,2-3-192-16,-1-1-128 0,1 1 160 0,1-5-160 31,2-1-288-31,0-22-160 0,5 28-16 0,-5-28-14192 0</inkml:trace>
  <inkml:trace contextRef="#ctx0" brushRef="#br0" timeOffset="6175.33">9941 7844 27647 0,'0'0'1216'15,"1"0"256"-15,1-2-1168 0,0 1-304 0,-1 0 0 0,0-1 0 0,2 2 1360 0,2-3 224 16,2-2 32-16,3-1 16 0,3 0-592 0,0-2-112 16,1 2-32-16,-1 0 0 0,-13 6-448 0,25-8-80 15,-25 8-32-15,0 0 0 16,37-6-336-16,-37 6-192 0,25-6 32 0,-25 6-16544 16</inkml:trace>
  <inkml:trace contextRef="#ctx0" brushRef="#br0" timeOffset="6493.37">10446 7618 11967 0,'-1'0'528'0,"-1"0"112"0,1 0-512 0,1 0-128 0,0 2 0 0,-1-2 0 0,1 0 2928 0,-1 0 544 15,0 2 112-15,0 0 32 0,-1 3-224 0,-1 0-64 16,2 2 0-16,-2 2 0 0,0 3-1856 0,0 2-384 16,0 3-80-16,-1 2-16 0,-1 2-704 0,1 1-144 15,-2 3-16-15,1 0-128 0,1 1 128 0,-1-1-128 16,0 1 0-16,2 0 0 0,1 1 0 0,1-4-224 15,1 1 32-15,0-24-11840 16,6 37-2384-16</inkml:trace>
  <inkml:trace contextRef="#ctx0" brushRef="#br0" timeOffset="6991.61">10729 7726 11055 0,'-1'0'976'0,"0"-1"-784"16,1 0-192-16,0 1 0 0,0 0 1728 0,0 0 320 16,-1 0 48-16,1-2 16 0,0 0 704 0,0 1 160 15,0 1 32-15,1 1 0 0,1 3-912 0,2-2-176 16,-4-2-48-16,0 0 0 0,0 0-1120 0,0 0-240 15,0 0-32-15,26 37-16 16,-26-37-864-16,0 0-176 0</inkml:trace>
  <inkml:trace contextRef="#ctx0" brushRef="#br0" timeOffset="7156.83">10722 7894 19343 0,'0'3'1728'0,"0"0"-1392"0,1-1-336 0,0 0 0 16,0-2 2624-16,0 2 464 0,0 1 96 0,2 4 16 16,-3-7-1264-16,0 0-240 0,0 0-48 0,0 0-16 15,28 34-1408-15,-28-34-224 0,0 0-160 0,0 0-16048 16</inkml:trace>
  <inkml:trace contextRef="#ctx0" brushRef="#br0" timeOffset="8241.93">11050 8170 11055 0,'0'0'976'0,"0"0"-784"0,1-2-192 0,-1 4 0 16,1-4 1088-16,0 1 160 0,1-1 32 0,1-1 16 15,0 1 176-15,4-5 48 16,0 2 0-16,1-2 0 0,-1 1-384 0,2 0-80 0,1-2-16 0,0-1 0 16,1-2 112-16,1-1 0 0,2-5 16 0,0 1 0 15,-1-3-176-15,0 1-32 16,2-4-16-16,-2 3 0 0,1-3-656 0,1 3-128 15,0-4-32-15,1-1 0 0,1 0-128 0,-2 0 0 16,0 0 144-16,-2 1-144 0,-2 0 320 0,-1 2 0 16,-1 1 0-16,-3 1 0 0,-1 0 240 0,-1 2 32 15,-2 3 16-15,0 4 0 0,-1 1-224 0,-1 2-64 0,-1 3 0 0,-1 1 0 16,1 0-96-16,-1 1-32 0,0 2 0 0,-1 2 0 16,0 1 64-16,1-1 16 0,-2 3 0 0,0 2 0 15,1 2-64-15,1 3-16 0,-1 2 0 0,-1 1 0 16,1 2-192-16,1-2 176 0,1 0-176 0,-1 2 160 15,1-3-160-15,0 1 0 0,1 1 0 0,0 0 0 16,0-1 0-16,1-1 0 0,0 0 0 0,0 1 0 16,0-3 0-16,1 2 0 0,-2-14 0 0,6 28 0 15,-6-28 0-15,0 0 0 0,14 31 0 0,-14-31 0 0,0 0 0 0,0 0-192 16,0 0 64-16,0 0 128 16,0 0-832-16,44 9-64 0,-36-16 0 0,-1-1 0 15,2-1 32-15,-1-4 0 0,1 0 0 0,0-3 0 16,2-1-272-16,-1-2-48 0,1-2-16 0,-1 0 0 15,0-3 368-15,-1 2 64 0,-2-1 0 0,-1 2 16 0,-1-2 752 0,-1 5 0 16,-2 0 0-16,0 5 0 0,-1 4 432 0,-1 4 80 0,0 3 0 0,0 0 16 16,-1 4 544-16,0 0 96 0,0 1 32 0,-1 4 0 15,0 3-320-15,-1 4-64 0,1 2-16 16,-2 3 0-16,0 0-240 0,0 2-48 16,1 3-16-16,0-3 0 0,1 3-176 0,1 0-16 0,1-2-16 15,2-2 0-15,-2-20-16 0,9 36 0 0,-9-36 0 0,0 0 0 16,26 34-80-16,-26-34-32 15,0 0 0-15,0 0 0 0,41 8-288 0,-29-14-64 0,1-2-16 0,1-4-17440 16</inkml:trace>
  <inkml:trace contextRef="#ctx0" brushRef="#br0" timeOffset="8717.6">11825 7648 15663 0,'-3'0'688'0,"1"0"144"0,0 0-656 0,0 0-176 16,1 1 0-16,1 0 0 0,-1-1 1696 0,0 2 304 15,0 2 64-15,-1 2 16 0,-1 1 480 0,2-2 112 16,1 2 16-16,2-1 0 0,0 0-944 0,-2-6-176 16,0 0-32-16,0 0-16 0,0 0-896 0,0 0-176 15,41 17-48-15,-41-17 0 0,0 0-208 0,36 0-32 16,-36 0-16-16,0 0 0 0,36-3-144 0,-36 3 0 15,0 0 0-15,40 0 128 0,-40 0-128 0,0 0 0 16,37 1 0-16,-37-1 0 0,0 0 0 0,0 0 128 16,37 8-128-16,-37-8 0 0,0 0 0 0,0 0 0 0,0 0 128 15,0 0-128-15,0 0 0 0,32 25 0 16,-33-18 144-16,-1 0-144 0,-3 1 0 0,-2 0 144 0,-2 1-144 0,-3 3 0 16,-4 0 176-16,-2 3-176 0,-3 1 160 15,3-3-160-15,-2 1 0 0,0 2 0 0,-3-2 0 0,0 0 0 16,3-2 0-16,2-2 0 0,2-3 0 0,3 0-18304 0</inkml:trace>
  <inkml:trace contextRef="#ctx0" brushRef="#br0" timeOffset="9707.91">12318 7620 14735 0,'0'-2'1312'0,"0"2"-1056"16,0 0-256-16,-1 0 0 0,1 2 1456 0,-1 0 224 15,0 0 48-15,0 3 16 0,-1 1 352 0,0 5 64 0,0 3 16 0,-1 2 0 32,0 4-944-32,0 1-176 0,1 0-32 0,-1 3-16 0,-1 0-608 0,1 0-112 15,0 1-32-15,-1-4 0 0,1 1 0 0,0-3-16 16,1 1 0-16,0-2 0 0,1-2-112 0,0-1 0 16,2-6-128-16,0 0 192 0,1-1-48 0,-1-4-16 0,2 1 0 0,1-5-15664 15</inkml:trace>
  <inkml:trace contextRef="#ctx0" brushRef="#br0" timeOffset="9971.29">12537 7597 11967 0,'1'-4'528'0,"0"0"112"0,0 3-512 0,-1-1-128 0,0 2 0 0,0 0 0 0,0 0 1856 0,-1 0 352 15,0 0 64-15,-1 0 16 0,-1 3-48 0,-1 1-16 16,1 0 0-16,-1 2 0 16,0-1-640-16,1 1-128 0,-1 2-32 0,0 1 0 0,1-1-384 0,0 3-80 0,-1 1 0 0,1 3-16 31,1 1-336-31,-1 3-64 0,1 0-16 0,-1 1 0 16,0-2-336-16,0 2-64 0,1 0 0 0,-2 1-128 15,1 2 0-15,1-3 0 0,-1-3 0 0,3-1 0 16,-1 1 0-16,1-17-192 0,1 24 0 0,-1-24-16976 15</inkml:trace>
  <inkml:trace contextRef="#ctx0" brushRef="#br0" timeOffset="10472.77">12806 7738 11055 0,'0'0'976'0,"0"0"-784"0,0 0-192 0,-1 0 0 16,1 0 1760-16,-1 0 304 0,0 2 64 0,-1-1 16 16,-1 3-192-16,0-1-32 0,-1 1-16 0,-2 1 0 15,2 0-1040-15,-2 0-208 0,1 4-32 0,-2-1-16 16,2 0 288-16,-2 2 64 0,1 2 16 0,1 0 0 0,1 0-272 16,0 0-48-16,1 0-16 0,1 0 0 15,1-1-288-15,0-2-64 0,1-9-16 0,0 0 0 16,7 29 16-16,-7-29 0 0,0 0 0 0,0 0 0 15,0 0-48-15,0 0-16 0,39 20 0 0,-39-20 0 0,0 0 128 16,29-11 32-16,-17 4 0 0,0-1 0 16,0-2-144-16,2 0-32 0,0 0 0 0,1-4 0 0,-1 2-64 0,0-2-16 15,-2 0 0-15,0-1 0 0,-3 1-128 0,-1 2 128 0,-3 0-128 0,-2 1 128 16,-2 1-128-16,-4 2 0 0,-2 0 144 0,-4 3-144 16,-3 0 208-16,-5 3-16 0,-3 2-16 0,-3 2 0 15,-3 1-176-15,2-1 0 0,2-2 0 16,2 2 128-16,3-2-448 15,3 2-80-15,1 1-32 0,3 0-17008 0</inkml:trace>
  <inkml:trace contextRef="#ctx0" brushRef="#br0" timeOffset="14286.8">5193 8912 11055 0,'-1'0'976'0,"0"-2"-784"15,0 1-192-15,1 1 0 0,0-2 1456 0,0 2 240 0,0 0 48 0,0-2 16 16,0 1 512-16,0-3 96 0,0 0 32 0,0 0 0 0,1 2-416 0,-1 0-64 16,1 0-32-16,-2-1 0 15,1 3-480-15,0 0-112 0,-1-2-16 0,1 2 0 16,-2-2-384-16,0 2-96 0,-2-1-16 0,1 1 0 15,-2 0-464-15,-1 0-80 0,0 0-32 16,-1 0 0-16,-3 1-208 0,1 1 0 0,-3 0 128 0,-1 1-128 16,-1 1 0-16,-1 1 0 0,-1 2 0 15,1 1 0-15,-1 0 0 0,-1 2 0 0,1 0 0 0,1-1 0 0,1-2 0 16,1 3 0-16,0-1 0 0,1-2 0 0,2 1 0 16,2-4 0-16,1 1 0 0,1 0 0 0,1-1 0 0,-1 1 0 15,1 0 0-15,1-1 0 0,1 2 0 0,0-2 0 16,2 1 0-16,1 0 0 15,2-1 0-15,1 1 0 0,-3-5 0 0,0 0 0 0,0 0 0 16,0 0 0-16,43 36 0 0,-43-36 0 16,0 0 0-16,46 29 0 0,-46-29 0 0,0 0 0 15,49 32 0-15,-49-32 0 0,0 0 0 0,45 34 0 16,-45-34 0-16,0 0 0 0,35 28 0 0,-35-28 0 16,0 0 0-16,0 0 0 0,0 0 0 0,0 0 0 0,23 34 0 0,-27-28 0 15,-2 2 0-15,-3 1 0 0,-2-2 0 16,-2 0 0-16,-1 0 0 0,-1 0 0 0,0 0 0 0,-4-1 0 15,0 0 0-15,-1-3 0 0,1 0 0 0,0-1 0 16,1-4 0-16,0-1 0 0,1 0 0 0,3-1 0 16,0-1 0-16,2 0 0 0,1 1 0 0,1-2 0 15,4 2 0-15,1-1 0 16,2 0-656-16,2-1-80 0,2 1-16 0,2-2-16720 0</inkml:trace>
  <inkml:trace contextRef="#ctx0" brushRef="#br0" timeOffset="14766.82">5187 8700 12895 0,'-1'0'1152'0,"0"-2"-928"0,1 0-224 0,0 2 0 16,0-2 1920-16,0 2 352 0,0-3 64 0,0-2 16 0,1 1-208 0,0 1-32 15,1-2-16-15,1 3 0 16,0 1-400-16,2 0-80 0,1 2-16 0,-6-1 0 0,0 0-784 0,0 0-176 16,0 0-16-16,0 0-16 0,43 13-288 0,-43-13-64 15,0 0-16-15,0 0 0 0,0 0-48 0,41 16-16 16,-41-16 0-16,0 0 0 15,0 0-176-15,0 0 0 0,0 0 144 0,0 0-144 16,0 0 0-16,0 0 0 0,27 32 0 0,-30-26 0 0,-2 2 0 0,-1-1 0 0,-2 2 0 0,-2 1 0 16,2 0 0-16,-1 1-128 15,0 1 0-15,2-3 0 0,1 2-384 0,2-3-64 0,1 0 0 16,0-1-16-16,1-1 592 0,2 0 0 0,0-2 0 16,0-2 0-16,2 1 0 0,1-3 192 0,1 0 0 0,0-2 0 15,2 1 320-15,0-3 80 0,2 2 16 0,0-3 0 16,2 2-64-16,1-1-16 0,-11 4 0 0,22-7 0 15,-22 7-320-15,0 0-64 0,35-5-16 0,-35 5 0 16,0 0-128-16,0 0 0 0,38-3 0 0,-38 3 0 16,0 0 0-16,0 0-176 0,0 0 176 0,0 0-18272 15</inkml:trace>
  <inkml:trace contextRef="#ctx0" brushRef="#br0" timeOffset="15233.98">5464 8988 2751 0,'-3'3'256'0,"1"-2"-256"16,0-1 0-16,1 0 0 0,0 2 1840 0,0-2 320 15,0 0 64-15,0 1 16 0,-1 1 576 0,1 1 112 0,-2 1 16 0,0-1 16 16,2 1-592-16,0-1-128 0,0 0-32 0,2-2 0 16,0 1-672-16,2 1-128 0,0-2-16 0,1 1-16 15,1-2-416-15,0 0-64 16,1 0-32-16,1-2 0 0,2-1-464 0,-9 3-80 16,0 0-32-16,22-5 0 0,-14 3-288 0,2-1 128 15,-10 3-128-15,0 0 0 0,32-7 0 0,-32 7 0 0,0 0 0 0,32-2 0 16,-32 2 0-16,0 0 0 0,0 0-160 0,33-3 160 15,-33 3-1152 1,0 0-96-16,0 0-32 0,0 0-14464 0</inkml:trace>
  <inkml:trace contextRef="#ctx0" brushRef="#br0" timeOffset="15457.6">5449 9142 12895 0,'-3'4'576'0,"2"-3"112"0,1 1-560 0,-1 0-128 0,1-1 0 16,0 1 0-16,1-2 1936 0,0 2 368 0,2-1 64 0,0 0 0 16,-3-1 16-16,0 0 0 15,0 0 0-15,0 0 0 0,38-4-608 0,-38 4-128 0,22-8-32 16,-22 8 0-16,24-9-656 0,-24 9-144 0,26-9-32 0,-26 9 0 16,26-8-560-16,-26 8-224 0,24-7 176 0,-24 7-176 31,24-9-432-31,-12 2-176 0</inkml:trace>
  <inkml:trace contextRef="#ctx0" brushRef="#br0" timeOffset="15781.67">6176 8538 9215 0,'-10'6'400'0,"4"-1"96"15,0 0-496-15,2-2 0 0,1-1 0 0,2 0 0 16,-1 0 1648-16,-1 3 224 0,-1 2 48 0,0 0 16 16,1 3 704-16,3-3 144 0,2 0 32 0,3-3 0 0,-5-4-704 15,0 0-144-15,0 0-32 0,44 3 0 16,-44-3-848-16,33-5-192 0,-33 5-16 0,40-7-16 0,-40 7-320 0,35-5-64 15,-35 5-16-15,38-2 0 16,-38 2-240-16,36 0-48 0,-36 0-16 0,0 0 0 16,44 0-160-16,-44 0 0 0,0 0 0 0,36-4 0 15,-36 4-192-15,0 0-112 0,16-6-16 0,-14 3-16 16,-2 2-2032-16,-2-2-416 0</inkml:trace>
  <inkml:trace contextRef="#ctx0" brushRef="#br0" timeOffset="16194.84">6138 8615 23039 0,'-7'1'1024'0,"3"-1"192"0,2 2-960 0,0-2-256 0,2 0 0 15,0 0 0-15,-1 2 2304 0,1-2 400 0,-1 0 96 0,1 3 16 16,1 1-864-16,1-1-160 0,1-1-48 0,1 2 0 16,-4-4-1168-16,0 0-256 15,0 0-32-15,0 0-16 0,41 24-272 0,-41-24 160 16,0 0-160-16,0 0 128 0,47 29-128 0,-47-29 0 0,0 0 0 0,35 23 128 15,-35-23-128-15,0 0 0 0,0 0 0 0,38 24 0 16,-38-24 0-16,0 0 0 0,0 0 0 0,0 0 0 16,0 0-208-16,0 0 16 0,0 0 16 0,6 28 0 31,-13-23-720-31,-3-1-128 0,-2 2-48 0,-1 1 0 16,-3 0-1296-16,-2 2-272 0,0-1-48 0,0 1-16 15,0 0 400-15,2 0 96 0,0 0 16 0,2-1 0 0,3 1 1520 0,1-1 304 0,1-1 64 0,2-1 16 16,2 2 1344-16,1-2 272 0,3 0 48 0,1-1 16 0,2 0 336 0,2-3 64 15,-4-2 0-15,0 0 16 16,0 0 240-16,0 0 64 0,45 0 0 0,-45 0 0 0,31-6-960 0,-31 6-192 16,34-6-48-16,-34 6 0 0,38-6-528 15,-38 6-128-15,38-2 0 0,-38 2-16 0,37 2-240 16,-37-2 0-16,0 0 128 0,50 4-128 0,-50-4 0 16,0 0 0-16,41 2 0 0,-41-2 0 0,0 0 0 0,31-8 0 15,-23 4 0-15,2 0-18208 0</inkml:trace>
  <inkml:trace contextRef="#ctx0" brushRef="#br0" timeOffset="16509.18">6804 8547 15663 0,'-2'2'688'0,"-1"-2"144"0,1 2-656 16,0-2-176-16,1 1 0 0,-1 1 0 0,1-2 1808 16,-2 2 336-16,-3 1 64 0,-1 4 16 0,-3-1-608 0,1 2-112 15,-2 1-32-15,1 1 0 0,-1 1-704 0,1 1-160 16,-1 3-32-16,2 1 0 0,0 1 256 0,1 2 32 16,2 2 16-16,0 1 0 0,4 1-48 0,0-1-16 15,2 0 0-15,2-4 0 0,-2-18-336 0,11 29-64 16,-11-29-16-16,0 0 0 0,0 0-400 0,46 30 128 15,-46-30-128-15,0 0 0 16,53 7-272-16,-53-7-144 0,43-5-32 0,-43 5 0 16,45-7-720-16,-24 0-160 0,0 0-16 0,-2 0-13792 15</inkml:trace>
  <inkml:trace contextRef="#ctx0" brushRef="#br0" timeOffset="16761.3">6984 8632 15663 0,'-5'5'688'0,"1"-3"144"0,1 1-656 0,1-1-176 0,0 0 0 0,1-2 0 15,0 2 2800-15,-1 3 528 0,-1 0 96 0,0 2 32 16,2 2-992-16,1-1-192 16,0-8-32-16,0 0-16 0,0 0-1120 0,24 40-208 0,-24-40-64 0,0 0 0 15,37 36-320-15,-37-36-80 0,0 0-16 0,46 38 0 16,-46-38-224-16,32 28-64 0,-32-28 0 0,0 0 0 15,40 38-128-15,-40-38 0 0,0 0 0 0,0 0 0 0,42 28 0 16,-42-28 0-16,0 0-192 0,0 0-11936 16,0 0-2400-16</inkml:trace>
  <inkml:trace contextRef="#ctx0" brushRef="#br0" timeOffset="16944.59">7194 8646 11967 0,'-2'2'528'0,"0"-1"112"16,0 1-512-16,1 0-128 0,0-1 0 0,-1 1 0 0,-1 1 2112 16,-2 1 400-16,-3 4 80 0,-4 5 16 0,-3 3-304 0,-3 2-48 15,-1 2-16-15,0 3 0 16,-1 0-960-16,1 0-208 0,1-2-48 0,1-1 0 0,2-4-224 0,2-2-48 16,2-2-16-16,3-2-16192 0</inkml:trace>
  <inkml:trace contextRef="#ctx0" brushRef="#br0" timeOffset="17776.58">7362 8748 511 0,'0'0'0'0,"0"0"0"0,0 0 0 0,0 0 0 0,0 0 0 0,0 0 0 15,0 0 0-15,0 0 0 0,1 2 912 0,0-2 144 16,0 0 32-16,-1 0 0 0,1 0 640 0,0 0 144 0,0 0 32 0,-1 0 0 16,1 0 160-16,0-2 48 15,0 2 0-15,0 0 0 0,1-2-208 0,-1 2-48 0,1-3 0 0,-1 3 0 16,0-2-496-16,0 0-96 0,0 1-32 0,1 1 0 16,-1-2-400-16,0 2-64 0,-1 0-32 0,1 2 0 15,0-2-176-15,-1 0-48 0,1 1 0 0,-1-1 0 16,0 2 0-16,1-2-16 0,-1 0 0 0,1 2 0 15,0-2-176-15,-1 0-48 0,0 0 0 0,0 0 0 16,0 0-144-16,0-2-128 0,0 2 144 0,0 0-144 16,0-2 0-16,0 2 128 0,0-1-128 0,0 1 0 15,0 1 0-15,-1-1 0 0,1-1 0 0,0 1 0 16,0 0 0-16,0 1 0 0,0-1 0 0,0 2 0 0,1-2 0 0,-1 0 0 16,0 2 0-16,0-2 0 0,-1 0 0 0,1 0 0 15,0 0 144-15,-1 0-144 16,1 0 320-16,-1 0 0 0,0 0-16 0,1 0 0 15,-1 0-112-15,0 0 0 0,1 0-16 0,-1 0 0 16,0 0 16-16,0 0 16 0,1 0 0 0,0 0 0 16,0 0-16-16,0 0-16 0,0 3 0 0,0-3 0 0,0 2-176 0,1-2 160 15,0 2-160-15,1-2 160 0,1 1-160 0,-1 1 192 16,0-4-192-16,2 2 192 16,1 0-192-16,0-1 160 0,1-1-160 0,-6 2 160 0,0 0-160 0,0 0 0 15,0 0 0-15,39-4 0 0,-39 4 0 0,0 0 0 16,32-6 0-16,-32 6 0 0,0 0 0 0,36-4 0 15,-36 4 0-15,0 0 0 0,39-10 0 0,-39 10 0 16,27-6 0-16,-27 6 0 0,0 0 0 0,32-6 0 16,-23 3 0-16,0 2 0 0,0-2 0 0,-2-1-272 15,0 3 64-15,-1-1-18192 0</inkml:trace>
  <inkml:trace contextRef="#ctx0" brushRef="#br0" timeOffset="18143.31">7866 8625 15663 0,'-3'2'688'0,"0"-1"144"16,0 1-656-16,1-2-176 0,0 2 0 0,1-2 0 16,0 1 1744-16,-1 0 320 0,-2 1 64 0,0 3 16 0,1-2-448 0,0-2-96 15,2 0 0-15,0 1-16 16,3-2-560-16,1-2-96 0,1 1-32 0,2-2 0 15,0 0 16-15,2-2 0 0,0 1 0 0,2-1 0 0,1 0-512 0,0 0-96 16,1 0-32-16,-12 5 0 16,24-9-144-16,-24 9-128 0,25-7 144 0,-25 7-144 0,0 0 224 0,31-9-48 15,-31 9-16-15,0 0 0 16,0 0-32-16,0 0-128 0,39 4 192 0,-39-4-64 0,0 0-128 0,0 0 128 16,0 0-128-16,0 0 128 0,26 33 0 0,-26-33-128 0,0 0 192 0,14 31-64 15,-14-31 0-15,0 0-128 16,20 43 192-16,-20-43-64 0,0 0 0 0,22 45 0 15,-22-45 0-15,0 0 0 0,30 36-128 0,-30-36 0 0,0 0 0 16,0 0 128-16,38 31-128 0,-38-31-176 16,0 0 48-16,0 0 0 0,37 3-1536 15,-30-9-288-15,1 0-64 0,-1-5-13280 0</inkml:trace>
  <inkml:trace contextRef="#ctx0" brushRef="#br0" timeOffset="18311.36">8257 8535 10479 0,'-6'-7'224'0,"2"2"48"0,0 2 16 0,1 3 16 0,1 0-304 0,1 0 0 0,-1 3 0 0,-2 0 0 16,-2 3 3008-16,-2 4 528 0,-2 2 112 0,-3 4 32 16,1 3-1440-16,-2 3-304 0,-2 3-48 0,0-1-16 15,-1 5-720-15,-1-3-160 0,-1 2-32 0,1-2 0 16,0-4-208-16,2-1-48 0,0-2-16 0,3-5 0 16,2-2-1264-16,1-5-240 0</inkml:trace>
  <inkml:trace contextRef="#ctx0" brushRef="#br0" timeOffset="18643.88">7907 8511 11855 0,'-2'0'512'0,"0"-2"128"0,1 1-512 0,-1 1-128 16,1 0 0-16,0 0 0 0,0 0 1904 0,-1 0 336 16,-1-2 80-16,1 2 16 0,0-1-32 0,0 0 0 15,2 1 0-15,1-2 0 0,2-1-800 0,1 3-160 0,2 0-48 0,-6 0 0 16,0 0 240-16,0 0 32 15,50 3 16-15,-50-3 0 0,40 3-880 0,-40-3-160 16,46-1-32-16,-46 1-16 0,51-2-368 0,-51 2-128 0,51-5 0 16,-51 5 144-16,45-3-144 0,-45 3 0 0,43 0-192 15,-43 0-17920-15</inkml:trace>
  <inkml:trace contextRef="#ctx0" brushRef="#br0" timeOffset="19528.31">8435 8400 4607 0,'-2'0'400'0,"1"0"-400"15,1 0 0-15,-1 0 0 0,1 0 2048 0,0 0 336 16,1 0 64-16,-1 0 16 0,1 0 608 0,0 0 112 0,0 0 16 0,0 2 16 16,1-1-960-16,-1 0-192 0,2 4-32 0,1-2-16 15,-4-3-848-15,0 0-160 0,0 0-48 0,0 0 0 16,30 42-512-16,-30-42-96 0,0 0-32 16,20 31 0-16,-20-31-128 0,0 0-48 0,19 36 0 0,-19-36 0 15,10 30-144-15,-10-30 0 0,7 33 0 0,-7-33 0 16,6 34 0-16,-5-18 0 0,-1 3 0 0,-1 0 0 0,0 0 0 15,-3 0 0-15,0 3 0 0,0-4 0 16,-2 1 0-16,0-1 0 0,-3-2 0 0,0 0 0 16,0-2 0-16,-1-2 0 0,0 0-160 0,-1-3 160 15,1 1-832 1,-2-2-80-16,0-2-16 0,1-3-14656 0</inkml:trace>
  <inkml:trace contextRef="#ctx0" brushRef="#br0" timeOffset="20053.09">8628 8264 13823 0,'-1'-2'608'0,"1"0"128"0,0-1-592 0,0 1-144 0,0 2 0 0,0-2 0 15,1 1 1568-15,0-1 288 0,0 0 48 0,1-3 16 16,1 0 272-16,1 3 64 0,0-2 16 0,0 3 0 15,2 1-416-15,-6 0-64 0,0 0-32 0,0 0 0 16,0 0-752-16,0 0-160 0,46 24-16 0,-46-24-16 16,0 0-464-16,0 0-96 0,33 33 0 0,-33-33-16 0,0 0-240 0,0 0 128 15,26 36-128-15,-26-36 0 0,0 0 0 0,0 0 0 16,0 0 0-16,17 33 0 0,-17-28 0 0,-1-1 0 16,-1-1 0-16,-1 2 0 0,-2-1 0 0,-1 1 0 15,1 0 0-15,-2-1 0 0,1 2 0 0,0 0-208 16,2 1 32-16,1-3 16 0,1 0 0 0,1 0 0 15,1 1 0-15,2-1 0 0,-2-4 368 0,0 0 80 16,0 0 16-16,0 0 0 0,0 0 160 0,0 0 48 16,46 17 0-16,-46-17 0 0,0 0-272 0,38 0-48 15,-38 0-16-15,28-5 0 0,-28 5-176 0,29-3 0 0,-29 3 144 0,27-3-144 16,-27 3 0-16,0 0 0 0,33-3 0 0,-33 3 0 31,0 0-432-31,0 0-96 0</inkml:trace>
  <inkml:trace contextRef="#ctx0" brushRef="#br0" timeOffset="20908.66">5778 9142 13823 0,'-1'0'1216'0,"1"-2"-960"31,0 1-256-31,1 1 0 0,0 0 1360 0,0-2 240 16,0 0 32-16,2-1 16 0,2 1-288 0,1-1-48 15,2 1-16-15,0 0 0 0,-8 2-432 0,0 0-96 16,0 0 0-16,42 2-16 0,-42-2 464 0,0 0 80 16,42 7 32-16,-42-7 0 0,0 0-80 0,51 13-16 0,-51-13 0 0,39 7 0 15,-39-7-528-15,47 8-128 0,-47-8 0 0,52 5-16 0,-52-5-224 0,55 0-32 31,-55 0-16-31,56-2 0 0,-56 2-96 0,59-3-32 0,-59 3 0 0,60-4 0 16,-60 4-160-16,67-8 192 0,-30 4-192 0,1-1 192 16,-1 0-192-16,-2 1 192 0,-2-1-192 0,0-2 192 0,-2 2-192 15,2-2 160-15,0 0-160 0,1 1 160 16,-2 0-160-16,2 1 0 0,3 1 144 0,-2 1-144 16,-35 3 0-16,66-5 128 0,-66 5-128 0,64 0 0 15,-64 0 0-15,65 0 0 0,-65 0 0 0,68-2 0 0,-31 2 0 0,2 0 0 16,1 0 0-16,-1-2 0 0,-4 2 0 0,0-3 0 0,1 1 0 0,0-1 0 15,1 1 0-15,1-2 0 0,3 1 0 16,0-1 0-16,0 1 0 0,-1 1 0 0,0-3 0 0,-2 2 0 16,0-1 0-16,2 2 0 15,2-1 0-15,1 3 0 0,-1-2 0 0,1 2 0 16,0-1 0-16,-1 1 0 0,-4 0 0 0,2-2 0 16,3 0 0-16,2 0 0 0,1 2 0 0,-1-3 0 15,1 1 0-15,0-1 0 0,-4 1 0 0,0 0 0 16,2-1 0-16,0 1 128 0,1-1-128 0,-1 1 0 15,2 1 0-15,-3 0 0 0,-1-3 0 0,-2 1 0 16,2 0 0-16,-2 1 0 0,-1 0 0 0,-2-1 0 16,-2 3 0-16,1 0 0 0,0-2 0 0,-36 2 0 15,65-3 0-15,-65 3 0 0,52-2 0 0,-52 2 0 0</inkml:trace>
  <inkml:trace contextRef="#ctx0" brushRef="#br0" timeOffset="22192.52">6501 9393 12895 0,'1'0'1152'0,"-1"-2"-928"15,1 2-224-15,-1 0 0 0,0 0 1168 0,0 2 192 0,-1-2 48 0,1 0 0 16,-1 3 720 0,0 1 160-16,-1 1 16 0,1 2 16 15,-2 0-752-15,1 2-160 0,0 3-16 0,1 2-16 0,-1 3-464 0,1 1-80 16,0 2-32-16,0-1 0 0,1 3-320 0,-1-1-64 0,0-2-16 0,0-4 0 16,1-2-240-16,0-1-160 15,0-5 192-15,-1 0-192 0,1-2 0 0,0-3-256 16,-1 1 32-16,0-3 0 15,0 2-448-15,0-2-96 0,0-1 0 0,0 0-16 16,0-2 48-16,1-2 16 0,-1-1 0 0,1-2 0 16,0-1 144-16,1 0 16 0,0-3 16 0,1-2 0 15,1-3 96-15,0-1 32 0,-1 0 0 0,2-1 0 0,0 5 416 16,-1-3 176-16,0 3-16 0,0 2 0 0,0-1 688 0,1 3 144 16,-2 0 32-16,1 3 0 0,2 0 144 0,-1 2 48 0,0 0 0 0,1 3 0 15,0-2-464-15,0 3-96 0,2-1-16 0,-1 0 0 16,-6 2-144-16,0 0-48 0,0 0 0 15,0 0 0-15,40 9-176 0,-40-9-32 0,0 0-16 0,0 0 0 16,0 0-224-16,40 14 0 0,-40-14 128 0,0 0-128 16,0 0 0-16,31 31 0 0,-31-31 0 0,0 0 0 15,15 38 128-15,-15-38-128 0,5 33 0 0,-6-16 0 16,0 2 0-16,-1-3 128 0,0 1-128 0,0-3 0 16,1-2 0-16,1-3-160 0,1-1 32 0,1-6-11648 15,1 0-2304-15</inkml:trace>
  <inkml:trace contextRef="#ctx0" brushRef="#br0" timeOffset="22476.61">6886 9455 4607 0,'0'-1'400'0,"1"1"-400"0,0 0 0 0,0 0 0 16,0 0 2032-16,0 0 320 15,1 0 64-15,3 0 16 0,2 0 832 0,-7 0 192 0,0 0 16 0,0 0 16 16,0 0-992-16,49 10-208 16,-49-10-48-16,0 0 0 0,39 5-1168 0,-39-5-240 15,0 0-64-15,44 0 0 0,-44 0-384 0,35-3-64 16,-35 3-32-16,34-7 0 0,-34 7-288 0,35-9 0 0,-35 9 0 0,33-11-16720 15</inkml:trace>
  <inkml:trace contextRef="#ctx0" brushRef="#br0" timeOffset="22791.58">7872 9349 23039 0,'-5'0'1024'0,"2"0"192"0,2 1-960 0,-1-1-256 0,1 2 0 0,0-1 0 16,0 1 2144-16,-1 3 384 0,-1 2 80 0,1 4 16 15,-2 4-800-15,1 4-160 16,0 0-16-16,2 1-16 0,-1 0-1056 0,2 2-192 0,0 1-64 0,0 1 0 0,0 0-128 0,1-3-16 31,1-2-16-31,0-2 0 0,-2-17-160 0,4 33 0 0,-4-33 0 0,0 0-11840 32,11 33-2416-32</inkml:trace>
  <inkml:trace contextRef="#ctx0" brushRef="#br0" timeOffset="23377.25">9612 8966 15663 0,'-1'0'1392'0,"-1"0"-1120"15,1 2-272-15,1-2 0 0,0 0 1536 0,-1 0 240 0,0 1 48 0,-1 1 16 16,0 0 304-16,-1-1 64 0,1 3 16 0,0-4 0 16,0 3-576-16,1-1-112 0,0 0-32 0,0 1 0 15,2-1-352-15,0-2-64 0,1 2 0 0,1-2-16 16,2 2-528-16,-1-2-96 0,2-2-32 0,0 0 0 16,2 0-128-16,0-3-32 0,1 2 0 0,1-1 0 15,2-1-112-15,-1 2-16 0,-11 3-128 0,21-6 192 16,-21 6-192-16,0 0 0 0,0 0 0 0,36 0 0 15,-36 0 0-15,0 0 0 0,0 0 0 0,0 0 0 0,0 0-304 16,0 0-48-16,39 16-16 0,-36-16-18080 0</inkml:trace>
  <inkml:trace contextRef="#ctx0" brushRef="#br0" timeOffset="23692.14">9660 9168 2751 0,'-3'4'128'0,"1"-1"16"0,0-1-144 0,1-2 0 16,0 1 0-1,0 1 0-15,0-2 1280 0,0 2 208 16,-1 0 48-16,0 3 16 0,0-2 560 0,0 0 128 16,2 0 0-16,0-2 16 0,-1 1-592 0,1 0-112 15,0 1-16-15,0-3-16 0,0 2-48 0,0-2 0 16,1 2 0-16,-1-2 0 0,0 1-128 0,1-1-48 15,0 0 0-15,1-1 0 0,1 1-208 0,0-2-64 16,0 2 0-16,1 0 0 0,1-2-48 0,-5 2-16 16,0 0 0-16,0 0 0 0,0 0-336 0,32-5-80 15,-32 5-16-15,0 0 0 0,0 0-256 0,35-7-48 16,-35 7-16-16,0 0 0 0,26-8-208 0,-26 8 0 0,16-6 128 0,-7 1-128 16,-2 2 0-16,-1-1 0 0,0 1 0 15,-1-2-12400-15,-1 2-2448 0</inkml:trace>
  <inkml:trace contextRef="#ctx0" brushRef="#br0" timeOffset="24488.45">10649 8701 11967 0,'0'-1'1072'0,"0"-2"-864"15,0 2-208-15,0-1 0 0,0 2 1680 0,1 0 304 0,-1-3 48 0,0-2 16 16,-1 3-192-16,1-3-16 0,-2 3-16 0,-1 0 0 15,0 2-864-15,-1 2-192 0,1 1-16 0,-2 1-16 16,0 3-256-16,-1-2-48 0,1 2-16 0,0 2 0 16,0 1-96-16,0 0 0 0,1 1-16 0,0 2 0 15,1 1-128-15,1 2-32 16,0 0 0-16,2-1 0 0,0-1 0 0,0-14 0 0,0 0 0 0,9 35 0 16,-9-35-144-16,0 0 0 15,0 0 144-15,0 0-144 0,36 24 128 0,-36-24-128 0,0 0 160 0,27-7-160 0,-17 0 480 16,0-2 0-16,2-1 0 0,-2-4 0 15,1 0-96-15,-1-1-32 0,0 0 0 16,0 0 0-16,-2 0-352 0,0 1 144 16,0 0-144-16,-3 0 0 0,0 4 160 0,-2-2-160 0,-1 1 128 0,-3 1-128 15,-1 1 0-15,-2 2 128 0,-1-1-128 0,-2 1 0 16,-1 0 128-16,-3 2-128 0,-1 0 0 0,0 1 128 0,0 2-128 0,-2-1 192 0,1 3-192 0,0-2 192 16,1 2-64-1,0 2 0-15,1-2 0 0,1 3 0 0,2-1-128 16,0 0 0-16,2 3 0 0,0 1 0 15,2 0-400 1,3 1-112-16,1 0-32 0,0-7-15424 0</inkml:trace>
  <inkml:trace contextRef="#ctx0" brushRef="#br0" timeOffset="24690.21">10823 8764 27647 0,'-1'0'1216'0,"1"0"256"0,0 0-1168 0,0 0-304 16,0 1 0-16,0 1 0 0,0-2 2176 0,0 2 384 16,1 1 80-16,-1-1 16 0,0 3-1376 0,0 0-256 15,0-1-64-15,0 1-16 0,0 0-768 0,1-3-176 16,-1 3 0-16,0-3 0 0,2-2 576 0,0 0 112 16,0 0 16-16,2-4-19456 0</inkml:trace>
  <inkml:trace contextRef="#ctx0" brushRef="#br0" timeOffset="25060.75">11020 8552 13823 0,'-2'2'1216'0,"0"0"-960"0,1 0-256 0,1-2 0 15,0 0 3264-15,1 1 624 0,-1 1 112 0,1 1 32 16,1 1-1440-16,1-2-288 0,-3-2-48 0,0 0-16 15,0 0-1520-15,32-1-304 0,-22-2-64 0,2 0-16 0,-12 3-80 0,25-7 0 16,-25 7-16-16,0 0 0 0,36-4 752 0,-36 4 160 16,0 0 16-16,0 0 16 15,36 6-944-15,-36-6-240 0,0 0 0 0,0 0 0 0,0 0 0 0,0 0 0 16,7 36 0-16,-12-29 0 0,0 2 0 0,-3 1-128 16,-2 0 128-16,-2 2 0 15,-3 4-1200-15,-2-2-128 0,-2 3-16 0,0-1-16 16,-1 1 240-16,3-3 48 0,1 0 16 0,4-2 0 0,1-1 704 15,3-2 144-15,4-1 16 0,1 0 16 0,1-3 944 0,2-5 192 16,0 0 48-16,0 0 0 0,0 0-240 0,0 0-32 0,0 0-16 16,45 9 0-16,-45-9-272 0,0 0-64 0,36-7-16 0,-24 4 0 15,-12 3-368-15,26-9 144 0,-13 4-144 16,0-2 0-16,0 0 0 0,0 0-256 16,0-2 32-16,0-1-17696 0</inkml:trace>
  <inkml:trace contextRef="#ctx0" brushRef="#br0" timeOffset="25540.34">11477 8462 22111 0,'-5'4'976'0,"1"-2"208"0,2 3-944 0,-1-3-240 0,0 1 0 0,0-1 0 0,-1 1 1984 15,-3 4 336-15,-2 2 80 0,-6 3 16 0,-1 3-1232 0,0-1-240 16,1 0-48-16,2-2-16 0,3 0-432 0,1-1-96 15,3-2-16-15,3 0 0 0,2-1 480 16,2-1 80-16,-1-7 32 0,0 0 0 16,0 0-352-16,0 0-64 0,35 24 0 0,-35-24-16 15,0 0-288-15,40 13-48 0,-40-13-16 0,0 0 0 16,42 16-144-16,-42-16 128 0,0 0-128 0,41 23 128 16,-41-23-128-16,0 0 0 0,0 0 0 0,36 34 128 0,-36-34-128 15,0 0 0-15,0 0 0 0,7 35 0 16,-11-26 0-16,-1-1 0 0,-2 1 0 0,-2-2 0 0,-2 1 0 0,-3-1 0 15,-1 2 0-15,-3-5 0 16,-1 4 0-16,0-6 0 0,-1 0-160 0,2-2 160 0,-1-2-320 16,1 1 16-16,3-3 16 0,1-1 0 0,3 1 288 15,1-1 0-15,3-2 0 0,2 0 0 0,3 0 0 0,0-3 0 16,3 3 0-16,1-2 0 0,2-1 0 0,3 1 0 16,2-3 0-16,1 1 0 0,2-1 176 0,1 0-176 0,2 0 192 15,2-2-192-15,0-1 224 0,1 1-64 16,0-3-16-16,0 1 0 0,0-1-144 0,-2 0 0 0,1-1 0 0,-2 1 128 15,-1 0-128-15,-2 1 0 0,-1-1 0 16,-4 0 0-16,-1 3 128 0,-2 0-128 16,-3 0 0-16,-1 3 128 0,-1 0-128 0,-4 5 128 15,-1 1-128-15,-4 4 128 0,-2 2-128 0,-2 3 0 0,-2 3 0 0,-5 3-12336 16,-1 2-2384-16</inkml:trace>
  <inkml:trace contextRef="#ctx0" brushRef="#br0" timeOffset="26105.43">10440 9084 12895 0,'-5'1'576'0,"3"-1"112"0,1 0-560 0,-1 0-128 0,1 0 0 0,0 0 0 16,0 0 1472-16,0-1 272 15,-1 1 48-15,0 0 16 0,0-2 48 0,1 2 0 0,1-1 0 16,-1 0 0-16,0 1-624 0,2 0-112 0,0 0-32 0,0 0 0 16,2 0-128-16,1-2-16 15,0 2-16-15,0 0 0 0,-4 0 0 0,0 0 0 0,0 0 0 0,37 3 0 0,-37-3-352 16,0 0-80-16,50 3-16 0,-50-3 0 0,43 1-112 15,-43-1-32-15,54-1 0 0,-24-1 0 0,1 1-144 0,1-2-48 16,0 0 0-16,1-1 0 0,-1 1 0 0,1 1 0 16,2-3 0-16,1 0 0 15,-1 3-144-15,0-3 192 0,2 3-192 0,-2-3 192 0,0 1-192 0,0-1 160 16,0 0-160-16,3-2 160 0,-1 2-160 0,2-2 160 16,0 1-160-16,0 2 160 0,1-1-160 0,-2 1 0 0,-2-1 0 0,-3 0 0 15,-2 3 0 1,-2-2 0-16,-29 4 0 0,55-1 0 0,-55 1 0 0,48 0 0 0,-48 0 0 0,44 1-12320 15,-44-1-2464 1</inkml:trace>
  <inkml:trace contextRef="#ctx0" brushRef="#br0" timeOffset="27183.7">10792 9400 6447 0,'1'0'576'16,"-1"-2"-576"-16,0 2 0 0,0 0 0 0,0 0 1184 0,0 0 128 15,0-2 32-15,0 2 0 0,0-1 640 0,0 1 128 0,0-2 16 0,1 2 16 16,1-2-416-16,-1 1-96 16,1 1-16-16,0-2 0 0,0 2-272 0,0 0-64 15,2 0-16-15,0-1 0 0,0 0-192 0,2 1-48 16,0-2 0-16,2-1 0 0,1 0-240 0,1-1-48 15,1 0-16-15,1 1 0 0,-2-2-144 0,2 1-16 0,1-1-16 0,2 1 0 16,-2 1-320-16,0-2-64 0,-1 2-16 16,-1 1 0-16,0-2-16 0,-1 1 0 15,-10 3 0-15,0 0 0 0,26-5 32 0,-19 5 0 0,-1 0 0 16,-1 0 0-16,-1 2-32 0,-1-1-128 16,0 3 192-16,-1-3-64 0,0 3-128 0,-1-2 192 0,-1 1-192 0,0-1 192 0,0 3-192 15,0-3 0-15,0 3 144 0,-1 0-144 0,-1-1 0 0,1 1 0 16,-1 0 0-16,0 2 128 0,0 0-128 0,-1 3 0 15,1-1 0-15,-2 3 0 0,1 2 0 0,0-2 0 16,0 5 0-16,-2-3 0 0,1 2-128 16,0 2 0-16,-2 3 0 0,1 2 0 0,-2 1-128 15,0-3-32-15,1 0 0 0,-1 1 0 16,-1-1-160-16,1-2-48 0,-1 0 0 0,1-1 0 16,0-3-368-16,0-1-80 0,2-1-16 0,0-2 0 15,2-1-1152-15,-1-5-256 0</inkml:trace>
  <inkml:trace contextRef="#ctx0" brushRef="#br0" timeOffset="27724.17">10918 9547 11967 0,'0'1'1072'0,"-1"1"-864"16,0 0-208-16,0-2 0 0,1 1 1872 0,-1 0 336 16,-1 2 64-16,-1 1 16 0,0 1 448 0,1 0 80 15,1-2 32-15,0 1 0 0,2-3-800 0,1-1-144 16,2-1-48-16,3 1 0 0,1-4-768 0,-8 4-144 16,24-6-48-16,-24 6 0 0,33-9-448 0,-33 9-80 15,35-10-32-15,-35 10 0 0,35-9-208 0,-35 9-128 16,32-7 128-16,-32 7-12480 15,30-10-2496-15</inkml:trace>
  <inkml:trace contextRef="#ctx0" brushRef="#br0" timeOffset="28526.91">12089 8947 9215 0,'-3'1'816'0,"1"1"-656"0,1-2-160 0,0 0 0 15,1 2 2048-15,-1-2 384 0,0 1 80 0,-2 0 16 0,-1 2 224 0,1-1 32 16,1 1 16-16,2-1 0 0,0-2-768 0,0 1-160 16,2-1-16-16,2-1-16 0,2 1-768 0,-1 0-160 15,-5 0-16-15,0 0-16 0,0 0-416 0,37-7-80 16,-37 7 0-16,0 0-16 0,35-4-208 0,-35 4-32 0,0 0-128 0,38-8 192 15,-38 8-192-15,26-5 0 16,-26 5 0-16,24-7 0 0,-24 7 0 0,0 0 0 16,26-6 0-16,-20 3-160 15,0 3-672-15,-3-2-144 0,1 2-32 0,-2 2-15632 0</inkml:trace>
  <inkml:trace contextRef="#ctx0" brushRef="#br0" timeOffset="28738.07">12059 9113 8287 0,'-1'0'368'0,"1"0"80"0,0 0-448 0,0 0 0 0,1 0 0 0,0 0 0 16,1-2 1744-16,1 2 272 0,2-2 48 0,-5 2 16 16,0 0 352-16,27-3 80 0,-27 3 16 0,0 0 0 15,34-9-464-15,-34 9-80 0,21-4-32 0,-21 4 0 0,0 0-704 0,31-6-144 16,-22 4-16-16,-9 2-16 15,0 0-688-15,24-4-128 0,-18 3-16 0,2-1-16 0,-2-1-448 0,0 1-96 16</inkml:trace>
  <inkml:trace contextRef="#ctx0" brushRef="#br0" timeOffset="29344.5">12599 8947 18431 0,'-2'0'1632'0,"0"1"-1312"0,0 1-320 0,0-2 0 15,2 2 1472-15,-2 0 208 0,-2 1 48 0,-2 4 16 0,-2 0 48 0,-2 3 0 16,1 1 0-16,-2 3 0 0,3 0-704 0,0 1-144 16,0 2-32-16,1 1 0 0,-1 2-560 0,2 3-112 15,0-1-32-15,2 3 0 0,0-3 80 0,1-1 16 16,2-4 0-16,1-17 0 0,0 0 112 0,10 33 32 16,-10-33 0-16,0 0 0 0,0 0-320 0,0 0-128 0,35 5 128 0,-26-10-128 15,1-2 192-15,1-5-32 16,0-2-16-16,0-2 0 0,-1-2 0 0,0 0 0 15,0 1 0-15,-2 0 0 0,-1 2-144 0,-1 0 0 0,-2-2 0 16,-1 1 0-16,-2 1 0 0,-1 1 0 0,-1 0 0 16,-1 0 0-16,-1 2 0 0,-2 0 0 0,-1 2 0 0,-1 1 0 15,0 3 0-15,-3 0 0 0,1 3 0 16,0 1 0-16,0 2 128 0,1 2 32 16,0 1 16-16,-1 3 0 0,2 0-176 0,1 1 0 15,-1 3 0-15,1-3 128 16,1 1-432-16,0 0-80 0,2 1-32 0,3-1-11152 0,0-1-2224 15</inkml:trace>
  <inkml:trace contextRef="#ctx0" brushRef="#br0" timeOffset="29510.07">12749 9120 23039 0,'1'5'2048'0,"0"-2"-1648"0,0 1-400 0,-1-2 0 16,0 1 2560-16,0 2 448 0,0-5 64 0,0 0 32 15,6 36-1264-15,-6-36-256 0,6 30-48 0,-6-30-16 16,0 0-1264-16,0 0-256 0,0 0 0 0,0 0-17616 16</inkml:trace>
  <inkml:trace contextRef="#ctx0" brushRef="#br0" timeOffset="29855.41">13075 8973 14735 0,'0'3'640'0,"0"1"160"0,0-1-640 0,0-1-160 16,0 1 0-16,-1-3 0 0,0 3 2160 0,-1 1 400 15,0 4 64-15,-2 3 32 0,-1 1-1184 0,-2 2-224 16,0-2-48-16,0 0-16 0,0 2-1184 0,1 0 0 16,0 0-144-16,1 2-16 0,2 1 160 0,1-2 0 0,2-15 0 0,3 26 128 15,-3-26 624-15,0 0 128 0,0 0 16 0,23 32 16 16,-23-32-464-16,0 0-80 0,29-2-32 0,-17-4 0 15,0 0-336-15,1-3 0 0,1-3 0 0,2-2 0 16,1-2 0-16,-1 0 176 0,0-2-176 0,-2 1 192 16,-1 1-192-16,-2-3 0 0,0 2 144 0,-5 1-144 15,-1-1 0-15,-5 3 0 0,-2 0-160 0,-5 4 160 16,-2-1 0-16,-3 2 0 0,-4 3 0 0,-1 2 0 16,-4 6 272-16,1 1 112 0,0 3 32 0,2 4 0 15,0 2 16-15,1 2 0 0,1 0 0 0,1 2 0 0,3-1-432 16,3 0-256-16,2 1 48 0,3-4-15536 15</inkml:trace>
  <inkml:trace contextRef="#ctx0" brushRef="#br0" timeOffset="30208.26">13455 8959 10127 0,'3'-3'896'0,"-2"1"-704"0,0 2-192 0,-1-1 0 0,0 0 2176 0,0 1 384 0,-1 0 96 16,-1 0 16-16,-1 1-48 0,-2 2 0 16,0 0 0-16,-3 2 0 0,0 2-1216 0,-1 0-240 15,0 1-48-15,0 3-16 0,0-1-272 0,0 3-64 16,0-1-16-16,1 3 0 0,0 1-416 0,2-1-80 0,1 1 0 0,2 1-16 16,0 0-96-16,3-17-16 15,2 26 0-15,-2-26 0 0,0 0 240 0,0 0 32 0,0 0 16 0,34 29 0 16,-34-29-224-16,22-6-64 0,-9 1 0 0,1-4 0 15,0-2-128-15,1-1 0 16,-2-1 0-16,1-1-176 0,-1 0 176 0,0-3-128 0,0 1 128 0,-2-3-128 16,-1 2 128-16,-2 1 0 15,-2-1 0-15,-3 1-128 0,-3 1 128 0,-3 2 0 16,-3 0 0-16,-4 4 0 0,-2 4 0 0,-3 0 192 0,-2 5-64 0,-2 5 0 16,0 2-128-16,-1 3 144 0,2 3-144 15,3 2 160-15,3-1-528 0,1 0-96 16,1 1-32-16,4-1-10864 0,1-2-2176 0</inkml:trace>
  <inkml:trace contextRef="#ctx0" brushRef="#br0" timeOffset="30517.13">13883 8794 18431 0,'7'-4'816'0,"-3"0"160"0,-1 2-784 16,-1-1-192-16,-1 1 0 0,-1 2 0 0,0 0 1488 0,0-2 256 15,-1 1 48-15,-1-1 16 0,0 2-928 0,-3 0-192 16,-1 3-48-16,-1 4 0 0,-1-1-400 0,-2 2-96 16,0 1-16-16,-1 3 0 0,-1 0 240 0,0 2 32 0,0 3 16 0,1-3 0 15,1 2-176-15,2 1-48 16,2 0 0-16,1 2 0 0,1 0 96 0,0-3 16 16,4 1 0-16,0-17 0 0,4 29 864 0,-4-29 176 0,0 0 48 0,0 0 0 15,36 38-544-15,-36-38-96 0,0 0-32 16,41 11 0-16,-41-11-368 0,33 3-80 15,-33-3-16-15,39 0 0 0,-39 0-128 0,41-5-128 16,-41 5 192-16,43-7-192 16,-43 7-240-16,38-10-144 0,-21 3-48 0,-2 0 0 15,-2 0-1968-15,-1-2-400 0,0-1-80 0,-3 0-11248 0</inkml:trace>
  <inkml:trace contextRef="#ctx0" brushRef="#br0" timeOffset="30658.89">14019 8838 26719 0,'-9'-5'1184'0,"4"3"240"0,-1 2-1136 0,3 0-288 0,0 2 0 0,1 2 0 16,-1 0 1952-16,-2 5 336 0,-4 5 64 0,-3 6 16 16,-3 8-672-16,0 2-128 0,-1 4-32 0,-1 2 0 15,0 6-1056-15,-1-2-224 0,1 0-32 0,1-2-16 16,0-2-208-16</inkml:trace>
  <inkml:trace contextRef="#ctx0" brushRef="#br0" timeOffset="33166.06">4941 10336 13471 0,'-5'3'288'0,"1"-1"64"0,1 1 16 0,0-2 16 0,2 0-384 0,0-1 0 0,-2 2 0 0,-1 3 0 0,-2 0 1120 16,-3 2 144-16,0 0 16 0,2-2 16 16,0 0-800-16,2-1-176 0,2-1-16 0,-1-1-16 0,2-1 912 15,1-2 176-15,0 1 32 0,0 0 16 0,1-2-32 0,1 2-16 16,-1 0 0-16,0 0 0 0,1 0-48 0,1 0-16 16,-1 2 0-16,2-2 0 0,-3 0-208 0,0 0-32 0,0 0-16 15,0 0 0-15,0 0-336 0,39 6-64 0,-39-6-16 16,0 0 0-16,0 0-320 0,48 6-80 15,-48-6-16-15,0 0 0 0,37 0-224 0,-37 0 0 16,0 0 0-16,38-5 0 0,-38 5 0 0,0 0 0 16,36-6 0-16,-36 6 0 0,0 0 0 0,35-6 0 15,-35 6 0-15,0 0-160 16,0 0-384-16,35-4-80 0,-35 4-16 0,0 0-11008 0,0 0-2224 16</inkml:trace>
  <inkml:trace contextRef="#ctx0" brushRef="#br0" timeOffset="33500.51">5000 10180 13823 0,'-1'0'1216'0,"0"0"-960"0,0 2-256 0,1-2 0 0,0 0 2240 0,-1 0 416 16,-1 1 80-16,0 1 16 0,-1 0-288 15,1 1-48-15,-1-1-16 0,1-1 0 16,-1 0-1152-16,1 1-224 0,2 1-64 0,-2 0 0 0,2 1-176 0,-1 3-32 15,1 1-16-15,-1 3 0 0,2 1-400 0,-1 4-80 0,0 4 0 16,-1 1-16 0,0 2-240-16,-2 2 0 0,0 3 0 0,0 0 0 0,-2 2 0 15,-1-1 0-15,0-2 0 0,-2 1 0 0,2-1 0 0,0 1 0 16,2-2 0-16,2-2 0 0,2-5 0 16,1-1 0-16,-1-18 0 0,8 29 0 0,-8-29 288 0,0 0-32 15,0 0-16-15,32 26 0 0,-32-26-48 0,0 0-16 16,36 2 0-16,-36-2 0 0,26-7-176 0,-26 7 160 0,29-12-160 0,-15 4 160 15,0-1-160-15,-1 0-176 16,0 1 48-16,-1-3-18048 0</inkml:trace>
  <inkml:trace contextRef="#ctx0" brushRef="#br0" timeOffset="33984.33">5394 10469 15663 0,'-2'0'1392'0,"1"-2"-1120"15,1 2-272-15,0-2 0 0,0 2 1600 0,0-1 272 16,-1-1 48-16,0 0 16 0,0 0 80 0,0-1 16 16,1-1 0-16,1 3 0 0,1 1-592 0,0-2-112 15,2 4-32-15,-1-2 0 0,-3 0-208 0,0 0-64 16,0 0 0-16,0 0 0 0,0 0-384 0,44 12-96 16,-44-12-16-16,0 0 0 0,0 0-304 0,44 11-64 0,-44-11-16 0,0 0 0 15,0 0-144-15,42 3 0 0,-42-3 0 0,0 0 0 16,0 0 0-16,36-12 0 0,-36 12 0 15,16-14 0-15,-8 8-272 0,-4 0-96 16,1-1-16-16,-2 2-17328 0</inkml:trace>
  <inkml:trace contextRef="#ctx0" brushRef="#br0" timeOffset="34315.96">5425 10638 5983 0,'-3'1'128'0,"1"0"16"16,0 1 16-16,0-2 32 0,1 1-192 0,0-1 0 0,0 2 0 0,-1 0 0 0,0 1 2592 0,-2 0 480 15,-1 0 112-15,3 0 16 0,-1-1-512 0,1 1-80 0,1-2-32 16,0-1 0-16,0 0-320 0,1 0-64 0,0 0-16 0,1 0 0 15,1 0-768-15,0 0-176 16,1 0-16-16,-1-1-16 0,2 1-512 0,1-2-112 16,-5 2 0-16,0 0-16 0,0 0-256 0,28-8-48 0,-28 8-16 0,0 0 0 15,0 0-112-15,38-9 0 16,-38 9-128-16,0 0 192 0,33-9-192 0,-33 9 0 16,0 0 0-16,29-8 0 0,-29 8 0 0,0 0 0 15,0 0 0-15,0 0-18752 0</inkml:trace>
  <inkml:trace contextRef="#ctx0" brushRef="#br0" timeOffset="34832.12">6383 10132 20271 0,'-1'-2'1792'0,"0"1"-1424"0,0 0-368 0,0 1 0 16,1-2 1408-16,0 0 224 0,-1-1 32 0,0-2 16 15,1 0 336-15,1-4 64 0,1 1 16 0,0 2 0 16,2 1-864-16,1 0-160 15,-1 1-48-15,2 1 0 0,0 1-448 0,-6 2-80 16,0 0-32-16,0 0 0 0,0 0-144 0,43 2-16 16,-43-2-16-16,0 0 0 0,0 0-288 0,45 32 0 0,-45-32 128 0,0 0-128 15,38 46 0-15,-38-46 128 0,27 44-128 0,-27-44 0 16,27 47 176-16,-27-47-176 0,26 44 160 0,-26-44-160 16,25 32 0-16,-25-32 128 0,0 0-128 0,35 25 0 0,-35-25 0 15,0 0 0-15,0 0-192 0,35-7-11888 16,-29-2-2384-16</inkml:trace>
  <inkml:trace contextRef="#ctx0" brushRef="#br0" timeOffset="35016.99">6752 10022 13823 0,'-3'4'608'0,"0"-3"128"16,0 1-592-16,1 2-144 0,1-1 0 0,-1 1 0 15,-1 3 1888-15,-3 3 352 0,-4 9 64 0,-4 7 0 0,-3 7 736 0,-4 2 144 0,1 3 16 0,-2-2 16 16,2 0-1392-16,-1-5-288 0,1-1-48 0,0-1-16 15,0-5-768-15,3-3-144 16,-1-2-48-16,2-5 0 0,2-4-512 0,1-3-144 16,1 0-16-16,3-5-17856 15</inkml:trace>
  <inkml:trace contextRef="#ctx0" brushRef="#br0" timeOffset="35328.44">6401 10039 3679 0,'-6'-1'160'0,"3"-1"32"0,0 2-192 0,0-3 0 16,2 3 0-16,0-2 0 0,-1 0 1632 0,1-1 288 15,-1-1 48-15,-1-2 16 16,0 2 0-16,2-1 0 0,0 0 0 0,1 4 0 15,1 0 448-15,0-1 80 0,2 0 32 0,0 1 0 0,0 1-304 0,2-2-48 16,-5 2-16-16,0 0 0 0,0 0-848 0,0 0-176 16,45-5-48-16,-45 5 0 15,0 0-512-15,47-5-96 0,-47 5-32 0,40-5 0 16,-40 5-208-16,41-6-64 0,-41 6 0 0,43-5 0 16,-43 5-192-16,43-1 128 0,-43 1-128 0,39-2 0 0,-39 2 0 15,0 0 0-15,50 0-208 0,-50 0-18112 16</inkml:trace>
  <inkml:trace contextRef="#ctx0" brushRef="#br0" timeOffset="35781.65">6967 10168 10127 0,'-8'2'896'0,"5"1"-704"0,-1-1-192 0,1-2 0 16,1 0 1504-16,0 1 272 0,1 1 48 0,-2-1 16 15,-1 2 1296-15,-2 0 256 0,2 2 48 0,0-3 16 0,1 0-832 16,2 0-144-16,1-2-48 0,0 0 0 0,3-2-1296 0,2 1-272 15,1 0-48-15,2-1-16 0,-8 2-416 0,0 0-96 16,38-8-16-16,-38 8 0 0,35-7-272 0,-35 7 160 16,40-7-160-16,-40 7 128 0,43-7-128 0,-43 7 0 0,41-7 0 15,-41 7 0 1,36-9-576-16,-36 9-32 0</inkml:trace>
  <inkml:trace contextRef="#ctx0" brushRef="#br0" timeOffset="44104.64">7334 10398 4607 0,'0'0'400'0,"0"2"-400"15,-1-2 0-15,1 0 0 0,0 0 1008 16,0 0 112-16,-1 1 32 0,0-1 0 0,1 2 368 0,-1-2 80 16,1 0 0-16,-1 2 16 0,1-2-192 0,0 0-32 15,0 1-16-15,0 1 0 0,0-1-208 0,1 2-32 16,-1-2-16-16,0 3 0 0,1-1-320 0,-1-1-64 16,1 0-16-16,0 3 0 0,0-2-432 0,1 0-96 0,-1-2 0 0,1 1-16 15,-1-1-176-15,2-1 0 0,1-1 0 0,-1-2 128 16,0-1 272-16,2-1 48 0,0-1 16 0,1-4 0 15,2 1 192-15,-2-1 48 0,2-2 0 16,-1-2 0-16,1 0-352 0,1-1-64 16,-1 0-16-16,-1 0 0 0,0-2-128 0,-2 3-16 0,2-1-128 15,-1-1 192-15,-1 3-192 0,0 0 128 0,-1-1-128 0,1 0 0 16,0-1 160-16,-2 1-160 0,1-2 160 0,0 3-160 16,0-3 224-16,-1 2-48 0,0 2-16 0,0-1 0 15,0 4 112-15,-2 1 32 0,1 3 0 16,-2 1 0-16,1 0-64 0,-1 2-16 0,1 0 0 0,-2 1 0 15,1 2-32-15,-1-1 0 0,0 2 0 0,-1 0 0 0,2-2-64 0,0 3-128 16,-1-3 176-16,0 2-176 0,0 0 144 0,1-2-144 16,-1 3 0-16,1-3 144 0,0 2-144 0,-1-2 0 15,1 1 0-15,0 1 0 0,-1 0 0 0,1-1 0 16,-1 0 0-16,1 2 0 0,-1 1 0 0,0 0 0 16,0 2 0-16,0-1 0 15,0 0 0-15,1 2 0 0,-1 0 0 0,0 2 0 0,0 3 0 16,1 0 0-16,0 0 0 0,0 2 0 0,1 0 0 15,-1 2 0-15,1 1 0 0,-1 0 0 0,1 0 0 16,-1 2 0-16,1-1 0 0,0 1 0 0,1-2 0 0,-1-3 0 16,2-2 0-16,0 0 0 0,-3-12 0 15,0 0 0-15,0 0 0 0,0 0 0 0,0 0-160 0,0 0 160 16,0 0-208-16,0 0 80 0,0 0-256 0,0 0-32 0,42 7-16 0,-38-16 0 16,2-1 128-16,-2 0 32 15,1-4 0-15,-1 0 0 0,1 0-112 16,-1-2-32-16,0-1 0 0,0 2 0 0,0 0 32 0,-1-2 0 15,-1 2 0-15,0-4 0 0,-1 3 176 0,0 1 32 0,-1-1 16 0,1 2 0 16,-1 2 160-16,0 2 0 0,0 3 0 0,0 2 0 16,0 1 0-16,0 3 0 0,-1-1 0 0,0 2 128 15,0 0 288-15,0 2 64 16,0-2 16-16,0 3 0 0,0-3-16 0,-1 2 0 0,1 1 0 0,-1-1 0 16,1 0-32-16,1-1 0 0,0 1 0 0,-1 0 0 0,1 1-112 0,0-3-16 15,0 2-16 1,0-2 0-16,0 0-176 0,0 0-128 0,0 2 144 15,1-2-144-15,-1 3 128 0,0 1-128 0,0-1 0 0,1 2 144 16,0 4 16-16,1 1 0 0,2 1 0 0,-2 4 0 16,3 1-160-16,0 3 192 0,0 0-192 0,2 2 192 0,-1 0-192 0,0 1 0 15,1 0 144-15,-7-22-144 0,15 37 0 16,-15-37 144-16,0 0-144 0,24 29 0 16,-24-29 128-16,0 0-128 0,0 0 0 0,0 0 0 15,42-2 256-15,-34-4-48 0,0 0-16 0,-2-4 0 16,1 0-192-16,0-2 128 0,0 1-128 0,0-3 0 15,-1-1-800-15,2 1-256 0,-2 1-48 0,-1 0-15216 16</inkml:trace>
  <inkml:trace contextRef="#ctx0" brushRef="#br0" timeOffset="44436.62">7809 10218 8287 0,'-2'2'368'0,"1"-2"80"0,0 1-448 0,1 1 0 16,0-2 0-16,-1 2 0 0,1-1 1840 0,-1 3 272 16,0-2 64-16,-1 5 16 0,0-2 656 0,-1 2 128 0,1-1 32 15,0 0 0-15,0 0-1024 0,0 0-192 16,0 1-32-16,1-2-16 0,0 3-928 0,1-2-192 16,0 1-48-16,2 1 0 0,0-2-128 0,-2-6-16 0,0 0-16 0,0 0 0 15,0 0-64-15,21 31-16 0,-21-31 0 0,0 0 0 16,0 0 48-16,0 0 16 0,40 9 0 0,-40-9 0 15,0 0-80-15,29-13 0 0,-19 6-16 0,-2-1 0 16,-1-2-112-16,0-1-32 0,-1 1 0 0,-3-1 0 16,1-1-160-16,-2 1 128 0,-2 0-128 0,-1 2 128 15,-2 0-128-15,-2 1 0 0,-5 1 0 0,-2 0 0 0,-3 5 0 0,-2-1 0 16,-2 6 0-16,1-1 0 0,-1 5 0 0,2-1-224 16,2 0 48-16,1 0-12000 15,3 0-2416-15</inkml:trace>
  <inkml:trace contextRef="#ctx0" brushRef="#br0" timeOffset="45602.05">6034 10654 9103 0,'-1'-2'816'0,"1"0"-656"16,1 2-160-16,-1 0 0 0,1 0 1088 0,0 0 192 16,0 0 48-16,1 0 32 0,2 0 752 0,-1-2 160 0,1 2 32 15,-2 0 32-15,1 0-208 0,1 2-32 0,0 0-16 0,0-2 32 16,1 2-704-16,0 0-144 15,-5-2-32-15,0 0 48 0,0 0-768 0,0 0-160 16,0 0-32-16,41 12 48 0,-41-12-192 0,0 0-48 0,0 0 0 0,0 0 48 16,42 6-16-16,-42-6 0 0,0 0 0 0,0 0 32 15,39 2 48-15,-39-2 16 0,0 0 0 0,35 0 32 16,-35 0-32-16,0 0-16 0,39 2 0 0,-39-2 32 16,0 0-48-16,40 0-16 0,-40 0 0 0,0 0 32 0,46 2-240 0,-46-2 176 15,0 0-176-15,48 0 192 0,-48 0-192 16,0 0-160-16,48-2 32 0,-48 2 128 0,33-5 0 0,-33 5 0 15,0 0 0-15,44-7 0 0,-44 7 0 0,0 0 0 16,44-5 128-16,-44 5-128 16,0 0 128-16,43-5-128 0,-43 5 128 0,0 0-128 0,41 0 144 0,-41 0-144 15,0 0 160-15,43 3-160 0,-43-3 128 16,0 0-128-16,49 2 0 0,-49-2 0 0,0 0 0 0,52 3 128 16,-52-3-128-16,38 0 0 0,-38 0 0 0,35-2 0 15,-35 2 0-15,0 0 0 0,50-3 0 0,-50 3 0 0,32-5 0 0,-32 5 0 16,0 0 128-16,48-4-128 0,-48 4 0 0,0 0 0 15,49-5 128-15,-49 5-128 0,35-2 0 0,-35 2 0 16,37-1 128-16,-37 1-128 0,41 0 0 0,-41 0 0 16,43 3 0-16,-43-3 0 15,44 3 0-15,-44-3 0 0,42 5 128 0,-42-5-128 0,42 4 0 0,-42-4 0 16,41 4 0-16,-41-4 128 0,43 3-128 0,-43-3 0 16,46 2 0-16,-46-2 0 15,49 2 0-15,-49-2 0 0,51 3 0 0,-51-3 0 16,52 7 0-16,-52-7 0 0,50 2 128 0,-50-2-128 15,47 5 0-15,-47-5 144 0,45 3-144 0,-45-3 0 0,46 4 0 0,-46-4 128 16,47 7-128-16,-47-7 0 0,54 3 0 16,-54-3 128-16,57 2-128 0,-57-2 0 0,56 7 0 0,-56-7 0 15,51 3 0-15,-51-3 0 0,52 4 128 0,-52-4-128 0,50 2 0 0,-50-2 0 16,52 4 0-16,-52-4 0 16,56 6 0-16,-56-6 0 0,58 7 0 0,-58-7 128 0,54 5-128 0,-54-5 160 15,49 3-160-15,-49-3 160 0,46 4-160 0,-46-4 0 16,41 3 0-16,-41-3 0 0,38 0 0 15,-38 0 0-15,39 3 0 0,-39-3-18544 16</inkml:trace>
  <inkml:trace contextRef="#ctx0" brushRef="#br0" timeOffset="47166.34">6395 10984 13823 0,'-1'-2'1216'0,"0"2"-960"15,0-2-256-15,0 2 0 0,1 0 1088 0,-1-1 192 16,0 2 16-16,-2 1 16 0,-1-2 1072 0,-1 3 224 16,-3 1 32-16,0 1 16 0,0-1-928 0,-1 3-176 15,-1-2-32-15,0-1-16 0,1 0-592 0,-1 1-112 16,0-2-32-16,0 0 0 0,0 2-416 0,-1-3-96 16,0 2 0-16,-1 0-16 0,0 1-80 0,-1 1-16 15,0-1 0-15,1 2 0 0,1 2-16 0,-1-1 0 0,1 1 0 16,2 0 0-16,1-1 80 0,2 1 16 15,1-2 0-15,2 0 0 0,1-1-48 0,1 0-16 16,3-3 0-16,0 0 0 0,2 0-16 0,2-3 0 16,-6 0 0-16,0 0 0 0,0 0 80 0,0 0 16 15,46 5 0-15,-46-5 0 0,0 0-240 0,0 0 176 16,50 7-176-16,-50-7 160 0,0 0-160 0,41 12 0 16,-41-12 0-16,0 0 0 0,0 0 0 0,40 25 0 0,-40-25 0 0,0 0 0 0,0 0 0 15,18 30 0-15,-19-21 0 0,-1-1 0 0,-2 1 0 0,-2-1 0 16,-1 1 0-16,-3-2 0 0,-1 2 0 15,-2-2 0-15,-1 0 0 0,-3 0 0 0,-1 0 0 0,0-2 0 16,0 0 0-16,1-3 0 0,0 1 0 0,2-1 0 16,2-1 0-16,2-1 0 0,1 0 0 0,2-1 0 15,3-2 0-15,1 1-176 16,1 0-608-16,4-5-128 16,2 2-32-16,4-2-16320 0</inkml:trace>
  <inkml:trace contextRef="#ctx0" brushRef="#br0" timeOffset="47637.87">6839 10861 7359 0,'1'-4'320'0,"-1"1"80"0,0 0-400 0,0 1 0 0,0 1 0 0,0-1 0 0,0 1 2048 0,0 0 336 16,0-1 64-16,-2-1 16 0,-1 1 544 0,0 4 128 0,0 1 0 0,-3 1 16 15,0 4-1136-15,0-1-224 16,-1 4-64-16,0 1 0 16,-1 2-576-16,-1 0-128 0,2 3-32 0,-2 4 0 0,-1 3-256 0,-1 3-48 0,1 6-16 0,-2-2 0 15,1 4-320-15,-2 1-64 16,1-1-16-16,-1 3 0 15,1-3-144-15,0 3-128 0,1-2 144 0,2-3-144 0,2-3 0 16,1-5 0-16,3-4 0 0,1-4 0 16,1-5-880-16,1-3-208 0,2-3-64 0,0-5-15920 15</inkml:trace>
  <inkml:trace contextRef="#ctx0" brushRef="#br0" timeOffset="48053.24">7046 10989 10815 0,'0'4'240'0,"0"-4"48"0,0 0 16 0,0 0 0 0,1 0-304 0,0 0 0 0,0 1 0 0,1-1 0 15,2-1 2176-15,1 1 384 0,-5 0 80 0,0 0 16 0,0 0-640 16,36-4-128-16,-36 4-32 0,0 0 0 16,42-3-128-16,-42 3-48 0,40-4 0 0,-40 4 0 0,47-3-656 0,-47 3-128 15,48-3-16-15,-48 3-16 0,51-4-544 0,-51 4-96 16,50-5-32-16,-50 5 0 0,53-5-16 16,-53 5-16-16,57-4 0 0,-57 4 0 0,61-5 32 0,-61 5 16 15,59-3 0-15,-59 3 0 16,52-3 16-16,-52 3 0 0,47-1 0 0,-47 1 0 0,43 0 32 0,-43 0 16 15,37 1 0-15,-37-1 0 0,0 0-80 0,52 6 0 16,-52-6-16-16,0 0 0 16,49 6-176-16,-49-6 0 0,0 0 0 0,39 1 0 0,-39-1 0 0,0 0 0 15,31-5 0-15,-31 5-176 16,18-9-704-16,-11 4-144 0,-1 1-16 0,-2 1-16 16,-1 1-1104-16,0-3-208 0,0 2-64 0,-2 0-11408 0</inkml:trace>
  <inkml:trace contextRef="#ctx0" brushRef="#br0" timeOffset="48735.12">7120 11005 9215 0,'-2'-2'816'0,"1"2"-656"16,1-2-160-16,-1 1 0 0,1 1 1088 0,-1 0 176 16,-1-2 32-16,-1 0 16 0,-1 2 1520 0,-1-2 304 15,1 4 64-15,-1 0 16 0,1 0-848 0,1 3-160 16,-2 0-32-16,1 0-16 0,0 2-960 0,2-2-192 16,-1 2-48-16,1-2 0 0,0 2-304 0,0-1-64 15,1 2-16-15,1-3 0 0,0 4-176 0,0 1-32 16,1-1-16-16,1 3 0 0,-1 4-144 0,0-1-16 15,2 0-16-15,-1 5 0 0,0-1-176 0,-1 6 0 16,0 1 144-16,0 0-144 0,0-1 0 0,-1 3 0 16,0-2 0-16,0 0 0 0,0-1 0 0,0-2 0 15,-1-3 0-15,0-2 0 0,0-2 0 0,1-4 0 0,-1-2 0 0,0-3 0 16,0 0 0-16,-1-2 0 0,0 0 0 0,0-3 0 16,0 1 0-16,0-1 0 0,1-2 0 0,-1 0 0 15,0-3 0-15,0 1 0 0,1-3 0 0,-1-2 0 16,1-2 0-16,0-1 0 0,0 1 0 0,0-5 0 15,0 2 0-15,-2-2 0 0,0-1 0 0,-2-2-128 16,1 1 128-16,-2 2-192 0,1 0 192 0,-2 2-192 16,3 0 192-16,-2 3 0 0,1 4 0 0,1 2 0 15,0 1 0-15,0 4 0 0,1 1 0 0,-1 2 0 0,-1 5 0 0,1 1 0 16,-1-1 0-16,0 4 0 16,0 0 128-16,-1 1-128 0,2 0 128 0,0-3-128 0,0 0 0 15,0-2 0-15,3-1 0 0,-1-4 0 0,1 0 0 0,1 0 0 16,-1-2 0-16,1 0 0 15,0-3-432-15,1 0-96 0,0 1-32 0,1-2-16928 0</inkml:trace>
  <inkml:trace contextRef="#ctx0" brushRef="#br0" timeOffset="49711.8">7393 11164 9215 0,'0'-2'816'15,"0"2"-656"-15,-1-2-160 0,1 2 0 0,0 0 1584 0,-1-1 272 16,1 1 64-16,-1-2 16 0,-2 0 912 0,0 1 176 16,0-1 48-16,1 1 0 0,-1 1-880 0,-1 0-160 15,1 0-48-15,0 0 0 0,2 0-704 0,-1 1-160 0,1-1-32 0,0 0 0 16,0 0-560-16,0 0-112 16,1 0-32-16,-1 0 0 0,1 0-176 0,-1 0-32 0,1 2-16 0,-1-2 0 15,1 3-160-15,0-1 192 16,-1 1-192-16,0 1 192 0,0 1-192 0,1 0 128 0,-2 2-128 0,1 0 128 0,-1 3-128 0,1 0 160 31,-1 3-160-31,0-1 160 0,1 2-160 0,-1 1 0 16,2-1 0-16,-1 2 128 0,1-2-128 0,-2 3 0 15,1 0 0-15,-1-1 0 0,0 1 0 0,-1 2 0 16,1-2 0-16,-1 0 0 0,0-1 0 0,1-4 0 16,-1 0 0-16,1-3 0 0,0-2 0 0,1-2 0 0,0 0 0 0,0-3 0 15,1-2 0-15,0 0 0 0,0 0 0 0,0-2 0 16,0 0 0-16,0-1 0 0,1-2 0 0,-1 0 0 15,0 0 0-15,1 1 0 0,-1-1 0 0,0 0 0 16,-1 1 0-16,1-1 0 0,0 2 0 0,0 0 0 16,-1 2 0-16,1-1 0 0,0 2 0 0,0-2 0 15,-1 1 0-15,1 1 0 0,-1 0 0 0,1 0 0 16,-1-2 0-16,1 1 0 0,-1-1 0 0,1 0 0 16,0-3 0-16,0 0 0 0,0 1 0 0,1-4 0 15,-1 2 0-15,0-2 0 0,0 1 0 0,0-4 0 16,0 1 0-16,1-3 0 0,0 1 0 0,-1-1 0 15,1 3 0-15,0-1 0 0,1 1 0 0,0-1 0 16,-1 1 0-16,1 0 0 0,0 1 0 0,0 0 0 0,0 1 0 16,0 1 0-16,0 0 0 0,-1 2 0 0,1 0 0 15,0 1 0-15,1-1 0 0,-1 2 128 0,0 0-128 0,-1 0 160 16,2 1-160-16,-1-1 160 0,1 1-160 0,0 1 128 16,-1-1-128-16,1 0 128 0,0 2-128 0,1-2 128 15,-1 1-128-15,-3 1 128 0,0 0-128 0,0 0 128 16,0 0-128-16,0 0 128 0,0 0-128 0,0 0 0 15,39-7 0-15,-34 6 0 0,-5 1 0 0,0 0 0 16,0 0 0-16,0 0 0 0,0 0 0 0,0 0 128 0,0 0-128 0,0 0 0 16,0 0 128-16,44 20-128 0,-44-20 0 15,0 0 128-15,14 29-128 0,-14-29 160 0,9 24-160 0,-9-24 160 16,7 30-160-16,-3-13 0 16,-1 0 0-16,0 1 128 0,-1-1-128 0,0 0 0 0,0-1 0 0,-1-2 0 15,-1 0 0-15,0-4 0 0,0 2 128 0,0-5-128 16,-1 0 0-16,2-5 0 0</inkml:trace>
  <inkml:trace contextRef="#ctx0" brushRef="#br0" timeOffset="52382.19">15873 8743 13823 0,'1'-4'1216'0,"-1"3"-960"15,0-1-256-15,0 1 0 0,0 1 1264 0,0-1 208 0,0-3 32 0,0 0 16 16,0 0 256-16,-1-1 48 0,1 3 16 0,0-1 0 16,-1 1-448-16,1 2-96 0,0 2-16 0,0-2 0 15,0 5-512-15,0-2-96 0,0 3-32 0,0-6 0 16,0 0-224-16,1 34-48 0,-1-34-16 0,0 39 0 15,-1-14-96-15,0 2-32 0,-1 1 0 0,-1 3 0 16,-1-1-224-16,0 1 128 0,0-3-128 0,-1-1 0 16,0-1 0-16,0-5 128 0,3-2-128 0,-1-5 0 0,3-14 0 15,0 0 0-15,0 0 0 0,0 0 0 0,0 0-144 16,0 0-128-16,0 0-32 0,0 0 0 16,7-10-464-16,-5-2-80 0,1-2-32 0,-1-1 0 0,0-3 464 0,-1 1 96 15,1 1 0-15,-1 2 16 0,1-3 176 0,-2 0 128 16,0 0-192-16,0-1 192 0,-1 1 144 15,1-1 144-15,0 1 32 0,0 0 0 0,2 1 496 0,0-1 96 16,1 0 32-16,2 1 0 0,1 3 16 0,0 1 16 0,1 1 0 16,-1 4 0-16,1 2-320 0,0 2-64 0,-7 3-16 15,0 0 0-15,0 0-256 0,37 13-48 16,-37-13-16-16,0 0 0 0,0 0-112 0,42 36-16 0,-42-36-128 0,0 0 192 16,29 42-192-16,-29-42 0 0,0 0 0 0,23 43 0 15,-23-43 0-15,0 0 0 0,17 45 0 0,-17-45 0 16,7 26 0-16,-7-26 0 0,5 29 0 0,-5-29 0 15,1 26 0-15,-1-14 0 0,-1-1 0 0,-1 0 0 16,1-3 0-16,0-1-160 0,0-2 32 0,0 0-11936 16,0-4-2384-16</inkml:trace>
  <inkml:trace contextRef="#ctx0" brushRef="#br0" timeOffset="52635.08">16185 8817 17503 0,'-3'2'768'0,"2"-2"176"15,0 1-752-15,1 1-192 0,0-2 0 0,0 0 0 16,1 0 2240-16,0 0 400 0,-1 0 96 0,0 0 16 0,0 0-608 16,0 0-112-16,32-3-32 0,-32 3 0 15,23-9-1008-15,-23 9-208 0,27-10-32 0,-27 10-16 16,27-6-528-16,-27 6-208 0,0 0 176 0,33-1-176 15,-33 1 0-15,0 0-256 0,0 0 16 0,0 0 16 16,41 12-1184-16,-41-12-256 0,0 0-32 0,0 0-12928 0</inkml:trace>
  <inkml:trace contextRef="#ctx0" brushRef="#br0" timeOffset="52785.04">16153 8954 24879 0,'-2'5'1088'0,"2"-2"256"0,1-1-1088 15,0-1-256-15,1 0 0 16,-1-1 0-16,-1 0 1616 0,0 0 272 0,0 0 48 0,35-4 16 16,-35 4-336-16,32-6-64 0,-32 6-16 0,32-4 0 15,-32 4-1008-15,0 0-208 0,36-2-32 16,-36 2-11552 0,0 0-2304-16</inkml:trace>
  <inkml:trace contextRef="#ctx0" brushRef="#br0" timeOffset="53401.39">16742 8687 9215 0,'4'-5'816'0,"-2"2"-656"0,1 1-160 0,0-1 0 0,-1 1 2480 0,-1 0 464 16,-1 2 80-16,3-4 32 0,1 0 416 0,1-2 96 15,0-2 16-15,0 2 0 0,-2 0-1744 0,-2 3-352 16,0 0-64-16,-1 0-16 0,-1 1-576 0,-1 2-112 16,-2 2-16-16,-3 1-16 0,1 0-480 0,-3 3-80 15,-2 1-128-15,1 1 176 0,0 0-176 0,0 2 0 16,1 0 0-16,1-1 0 0,4 0 0 0,-1 1 0 15,5-10 0-15,0 0 0 0,0 26 0 0,0-26 0 16,0 0 0-16,0 0 0 0,28 31 0 0,-28-31 128 0,0 0-128 16,34 21 192-16,-34-21-32 0,0 0 0 0,42 23 0 15,-42-23 0-15,0 0-160 0,42 27 192 16,-42-27-192-16,0 0 192 0,34 29-192 0,-34-29 0 0,0 0 0 0,0 0 0 16,25 40 0-16,-25-40 0 0,0 0 0 15,-1 31 0-15,-3-22 0 0,-1 1 0 0,-3 1 0 0,-1-1 0 16,-1 0 0-16,-2-1 0 0,-2-2 0 15,-1 1 0-15,-2-2 0 0,1-1-176 0,2-2 176 0,-1-3-192 16,1 0-64-16,1-5 0 0,2 1-16 0,0-2 0 0,0-3 272 0,2-3 0 16,2 0 0-16,1-2 0 0,3 0-256 15,2 2 48-15,3 0 16 0,1 0 0 0,3 3 0 16,0 1 16-16,2-1 0 0,1 0 0 0,0 1 176 0,2-1 0 16,1-1 160-16,0-1-160 0,1 1 240 15,0-2-48-15,2 0-16 0,0-2 0 16,0 2-176-16,-1-2 0 0,-1 2 0 0,0 0 0 15,0-4 0-15,-1 1 0 0,-1 0-128 0,-3-2 128 0,0 2-320 16,-5-1 16-16,-1 0 0 0,-4 1 0 0,-2 0 176 16,-5 4 128-16,-2 3-192 0,-4 4 192 0,-2 2-384 0,-5 4 16 15,-3 2 16-15,-1 6-16496 0</inkml:trace>
  <inkml:trace contextRef="#ctx0" brushRef="#br0" timeOffset="54545.29">9401 10595 4607 0,'-1'17'400'0,"0"-10"-400"0,0-8 0 0,1-3 0 16,-1-1 1040-16,1 5 128 0,-2 0 32 0,0 3 0 0,-1 0 336 0,0-2 80 16,1-1 16-16,1 0 0 0,-1-1 32 15,1 1 16-15,0-1 0 0,1 1 0 0,0-2-160 0,0 2-48 16,0-2 0-16,0 1 0 0,1-1-352 0,1 0-80 16,-1 1-16-16,2 1 0 0,2-2-336 0,0 2-80 15,1-1-16-15,-6 1 0 0,0 0-160 0,0 0-48 16,40-6 0-16,-40 6 0 15,0 0 144-15,40-6 32 0,-40 6 0 0,0 0 0 0,42-5-256 0,-42 5-48 0,0 0-16 16,38-5 0 0,-38 5-240-16,0 0 0 0,0 0 0 0,39 0 0 0,-39 0 0 15,0 0-128-15,0 0 128 0,0 0-160 0,0 0-480 16,0 0-112-16,36-1-16 0,-34 1-9408 16,-1 0-1872-16</inkml:trace>
  <inkml:trace contextRef="#ctx0" brushRef="#br0" timeOffset="54865.84">9441 10781 11967 0,'-5'3'528'0,"4"-2"112"0,-1 1-512 0,0-1-128 0,1 1 0 0,0-2 0 15,0 0 1536-15,0 2 256 0,-1 0 64 0,0 0 16 16,1 1 448-16,0-1 96 0,1 1 16 0,-1-1 0 16,2 0-880-16,0 1-160 0,0-3-48 0,1 2 0 15,0-1-448-15,1 1-80 0,0-2-32 0,0 2 0 16,0-2-192-16,1 0-32 0,1-2-16 0,0 2 0 16,-5 0 0-16,0 0 0 0,0 0 0 0,0 0 0 15,43-10-128-15,-43 10-32 0,0 0 0 0,39-7 0 16,-39 7-240-16,0 0-144 0,42-7 160 0,-42 7-160 0,0 0 0 15,42-5 0-15,-42 5 0 0,0 0 0 16,0 0-848-16,47 0-224 0,-47 0-32 0,0 0-15856 16</inkml:trace>
  <inkml:trace contextRef="#ctx0" brushRef="#br0" timeOffset="56036.35">10406 10202 9215 0,'-2'-5'816'0,"1"2"-656"0,1 1-160 0,0 0 0 16,0 0 1184-16,0 1 208 0,0 1 32 0,0-2 16 15,0-1 1296-15,0 0 256 0,0 2 48 0,0-1 16 16,-1 4-816-16,1-2-144 0,0 4-48 0,-1 1 0 15,2 2-800-15,-1 5-160 0,0 2-48 0,0 3 0 0,0 4-592 16,0 1-128-16,-1 4-32 0,0 1 0 16,-1-1-160-16,0 1-128 0,0-1 144 0,-1 0-144 15,1-2 0-15,0-2 0 0,2-4 0 0,0-18 0 16,5 27-320-16,-5-27-176 0,0 0-16 0,0 0-15792 0</inkml:trace>
  <inkml:trace contextRef="#ctx0" brushRef="#br0" timeOffset="56289.66">10598 10194 3679 0,'0'0'320'0,"0"0"-320"0,0 0 0 0,0 0 0 16,-1 0 3072-16,1 0 528 0,-1 2 112 16,0-2 32-16,0 1-224 0,-1 2-64 0,0 2 0 0,-1-1 0 15,0 1-1408-15,0 1-304 0,0 2-48 0,0-2-16 16,1 2-656-16,0 2-144 0,1 1-32 15,-1 1 0-15,0 5-432 0,1-1-96 16,0 3 0-16,1-2-16 0,0-1-144 0,1 1-32 16,0 0 0-16,-1-17 0 0,5 28-128 0,-5-28 0 0,5 24 0 0,-5-24 0 15,0 0-192-15,0 0-128 0,0 0-32 0,0 0-17216 16</inkml:trace>
  <inkml:trace contextRef="#ctx0" brushRef="#br0" timeOffset="56625.35">10753 10243 14735 0,'0'1'640'0,"0"-1"160"0,0 0-640 0,0 0-160 0,0 2 0 15,0-2 0-15,0 0 2528 0,0 1 480 0,0 1 80 0,-1 1 32 16,0 1-688-16,-1 0-128 16,-1 2-16-16,0-2-16 15,0 3-1488-15,1 0-288 0,-2 4-64 0,1 0-16 0,0 1 32 0,2 0 0 16,0 0 0-16,1-1 0 0,0-11-304 0,0 0-144 15,10 27 160-15,-10-27-160 0,0 0 128 0,0 0-128 0,0 0 0 0,37 20 0 16,-37-20 144-16,0 0-144 16,33-6 128-16,-33 6-128 0,23-15 192 0,-11 4-64 0,0 1 0 15,-2-3 0-15,0 0-128 0,-1-1 128 16,-1-1-128-16,-3-1 128 0,0 2-128 0,-3 1 0 0,-2 2 0 0,-3-1 128 16,-2 3-128-16,-2-1 0 0,-2 3 0 15,-2 1 128-15,-2 1-128 0,-1 2 0 0,-1 3 0 0,-2 2 0 16,2 3 0-16,0-1 0 0,2 6 0 15,3-3 0-15,1 2-176 0,2 1-64 0,1 0-16 0,2-1 0 32,2 0-1088-32,2 1-208 0,2-3-48 0,-2-7-13632 0</inkml:trace>
  <inkml:trace contextRef="#ctx0" brushRef="#br0" timeOffset="56888.36">11055 10310 13823 0,'-3'1'1216'0,"2"-1"-960"0,0 0-256 0,0 2 0 15,1-2 2800-15,-1 0 512 0,1 2 96 0,-1 1 32 0,-1 0 176 0,2 3 32 16,-1-1 16-16,1 2 0 0,0-7-2576 0,0 0-528 15,0 0-112-15,11 26 0 0,-11-26-448 0,0 0 0 16,0 0 0-16,0 0 0 16,0 0-304-16,35 23-144 0</inkml:trace>
  <inkml:trace contextRef="#ctx0" brushRef="#br0" timeOffset="57196.98">11327 10128 16575 0,'1'-7'736'0,"-1"4"160"0,1-1-720 0,-1 1-176 0,1 1 0 0,-1 2 0 15,1-2 2880-15,-1 1 560 0,2-1 96 0,-1 1 32 0,1 2-576 0,-2 2-112 16,0-3-32-16,0 19 0 0,-2-5-1840 0,0 4-368 16,-1 4-80-16,0 2-16 15,-2 4-336-15,0 1-64 0,2 2-16 0,-1-3 0 16,1-2-128-16,2-2 0 0,0-5 0 0,1 0 0 16,0-19-368-16,4 30-96 0</inkml:trace>
  <inkml:trace contextRef="#ctx0" brushRef="#br0" timeOffset="57657.86">11541 10260 11055 0,'-1'1'976'0,"0"-1"-784"0,0 2-192 0,1-2 0 0,-1 0 1856 0,0 1 336 16,0 1 64-16,-1 0 16 0,0 0 1008 0,-2 3 208 16,1-3 32-16,1 1 16 0,2-1-1232 0,0-2-256 15,1 2-64-15,1-2 0 0,1 0-1168 0,0 1-240 16,-3-1-64-16,0 0 0 0,0 0-288 0,0 0-64 15,36 2-16-15,-36-2 0 0,0 0-144 0,0 0 0 16,41 0 0-16,-41 0 0 0,0 0 0 0,0 0 0 16,40 2 0-16,-40-2 0 0,0 0 0 0,0 0 0 15,0 0 0-15,33-4 0 16,-30 3-784-16,0-1-96 0</inkml:trace>
  <inkml:trace contextRef="#ctx0" brushRef="#br0" timeOffset="58420.29">12038 10150 8287 0,'0'-1'736'16,"0"1"-592"-16,0-2-144 0,0 2 0 0,0 0 1136 16,0 0 192-16,0 0 32 0,-1-2 16 0,0 2 1248 0,0 2 240 0,0 0 48 0,-1 1 16 31,0 1-784-31,0 1-160 0,0 0-16 0,0 0-16 0,0 2-384 0,0 2-80 15,1 0-16-15,0 0 0 0,-1 2-592 0,2-1-128 16,-1 1-32-16,-1 1 0 0,1 0-464 0,-1 2-112 0,0 0-16 0,1 0 0 16,-1 1-128-16,1 1 0 0,0 1 0 0,-1-1 0 15,1-1 0-15,0-1 0 0,1 0 0 0,0-1 0 16,0-13-240-16,3 23-16 16,-3-23-16-16,0 0-11152 0,0 0-2224 0</inkml:trace>
  <inkml:trace contextRef="#ctx0" brushRef="#br0" timeOffset="58673.93">12236 10140 20271 0,'0'0'896'0,"0"0"192"0,-1 0-880 0,1 0-208 16,-1 0 0-16,1 0 0 0,0 1 2176 0,-1 0 400 15,0 2 80-15,0 1 16 0,-1 1-960 0,0 0-192 16,-1 2-48-16,1-3 0 15,1 4-1072-15,-1-1-208 0,0 2-64 0,0 2 0 16,0 0 96-16,0-1 16 0,1 3 0 0,-1-1 0 16,1 3-112-16,0-1-128 0,-1 0 176 0,1 0-176 0,1 0 192 0,0-3-64 15,0 0 0-15,0-11-128 0,0 0 0 0,0 0-272 16,7 23 16-16,-7-23-16064 16</inkml:trace>
  <inkml:trace contextRef="#ctx0" brushRef="#br0" timeOffset="59090.43">12423 10126 5695 0,'2'0'128'0,"-2"-2"16"0,1 2 16 0,0 0 0 0,-1 0-160 0,0 0 0 15,0 2 0-15,0-2 0 0,0 2 2368 0,-1 0 448 16,0 3 96-16,0 0 16 0,-1-1-224 0,-1 1-32 16,1 0-16-16,-1-2 0 0,2 4-320 0,-2-3-64 15,0 3-16-15,0-2 0 0,1 0-944 0,0 2-192 0,2 0-32 0,-1 0-16 16,1 3-432-16,0-1-64 16,0-9-32-16,1 24 0 0,-1-24-336 0,5 26-64 0,-5-26-16 0,6 29 0 15,-6-29-128-15,8 28 128 0,-8-28-128 0,0 0 128 16,0 0-128-16,26 31 0 0,-26-31 0 0,0 0 0 15,0 0 0-15,0 0 0 0,44 0 0 0,-44 0 0 16,24-17 0-16,-12 5-176 0,-1-2 176 0,1-2-128 16,0-1 128-16,0-2 0 0,-2-2 0 0,0 2 0 15,0 4 0-15,-3-2 128 0,1-1-128 0,-2 1 128 0,-1 3 16 16,-2-1 16-16,-1-1 0 0,-1 4 0 0,-2 0-32 0,-2 3 0 16,-1 2 0-16,-4 0 0 15,-2 4 0-15,-4 3-128 0,-2 2 192 0,-4 1-64 16,-1 4-128-16,-2 0 0 0,-3 0 0 0,0 3-12384 15,2-3-2464-15</inkml:trace>
  <inkml:trace contextRef="#ctx0" brushRef="#br0" timeOffset="60024.49">10189 10759 5519 0,'-8'-3'496'0,"4"2"-496"0,0 0 0 0,-1-1 0 0,3 2 896 16,1 0 96-16,0-2 16 0,-2 1 0 0,-1-1 560 0,0 0 112 15,1 1 32-15,0 1 0 0,3 0 80 0,1 1 32 16,2 0 0-16,-3-1 0 0,0 0-48 0,0 0-16 16,0 0 0-16,0 0 0 0,0 0-272 0,0 0-48 15,0 0-16-15,44 15 0 0,-44-15-544 0,0 0-112 16,0 0-32-16,0 0 0 0,45 6-352 0,-45-6-64 15,0 0 0-15,40-1-16 0,-40 1 48 0,0 0 16 16,47-7 0-16,-47 7 0 0,33-7-32 0,-33 7 0 0,39-10 0 0,-39 10 0 16,39-7-64-16,-39 7-16 15,45-6 0-15,-45 6 0 0,51-6-80 0,-51 6-32 16,56-5 0-16,-56 5 0 0,59-4-144 0,-59 4 160 0,56-7-160 16,-56 7 160-16,54-5-160 0,-54 5 128 0,51-7-128 15,-51 7 128-15,52-7-128 0,-52 7 0 0,55-8 0 16,-55 8 0-16,56-12 0 0,-56 12 0 0,59-11 0 0,-59 11 0 15,52-12 128-15,-52 12-128 0,51-12 0 0,-51 12 128 16,46-9-128-16,-46 9 192 0,48-12-192 0,-48 12 192 16,53-15-192-16,-53 15 0 0,55-13 144 0,-55 13-144 15,57-12 0-15,-57 12 0 0,54-10 0 0,-54 10 0 0,48-8 0 0,-48 8 0 16,51-6 0-16,-51 6 0 0,47-5 0 0,-47 5 0 16,47-2 0-16,-47 2 0 0,51-1 0 15,-51 1 0-15,51 3 0 0,-51-3 0 0,47 2 0 16,-47-2 0-16,42 3 0 0,-42-3 0 0,42 2 0 0,-42-2 0 15,40 2 0-15,-40-2 0 0,41 2 0 16,-41-2 0-16,46 1 0 0,-46-1 0 16,48 0 0-16,-48 0 0 0,53 2 0 0,-53-2 0 0,54 1 0 0,-54-1 0 0,53 4 0 15,-53-4 0-15,52 2 0 0,-52-2 0 16,53 5 0-16,-53-5 0 0,57 3 0 0,-57-3 0 0,61 2 0 16,-61-2 0-16,64 2 0 0,-64-2 0 0,60 0 0 0,-60 0 0 15,55 0 0-15,-55 0 0 0,50 0 0 0,-50 0 0 16,53-2 0-16,-53 2 0 0,55-3 0 15,-55 3 0-15,54-2 0 0,-54 2 0 0,55-2 0 16,-55 2 0-16,50 0 0 0,-50 0 0 0,46 2 0 16,-46-2 0-16,40 0 0 0,-40 0-160 0,37 0 160 15,-37 0-12560 1,0 0-2400-16</inkml:trace>
  <inkml:trace contextRef="#ctx0" brushRef="#br0" timeOffset="62910.03">10416 11011 11967 0,'0'0'1072'0,"-1"1"-864"16,1-1-208-16,0 0 0 0,0 0 736 0,0 0 96 0,1 0 32 0,0 2 0 15,1-2 928-15,1-2 192 0,2 2 48 0,-5 0 0 16,0 0-128-16,0 0-32 0,0 0 0 0,37-6 0 15,-37 6-464-15,0 0-112 0,0 0-16 0,39-8 0 16,-39 8-336-16,0 0-80 16,36-4-16-16,-36 4 0 0,0 0-400 0,45-6-64 0,-45 6-32 0,34-4 0 15,-34 4-160-15,35-5-16 0,-35 5-16 0,36-5 0 16,-36 5-160-16,38-6 0 0,-38 6 0 0,39-6 0 0,-39 6 0 0,44-4 0 16,-44 4 0-16,43-5 0 0,-43 5 0 0,45-2 0 15,-45 2 0-15,51-1 0 0,-51 1 0 0,52 0 0 16,-52 0 0-16,47 3 0 15,-47-3 0-15,41 1 0 0,-41-1 0 0,0 0 0 0,51 1 0 0,-51-1 0 16,0 0 0-16,44-2 0 0,-44 2 0 0,0 0 0 16,34-5 0-16,-34 5 0 15,0 0 0-15,26-9 0 0,-26 9 0 0,11-7 0 16,-7 4-864-16,-2-2-256 0</inkml:trace>
  <inkml:trace contextRef="#ctx0" brushRef="#br0" timeOffset="63855.19">10414 11061 13823 0,'0'0'1216'0,"0"0"-960"15,0 1-256-15,0-1 0 0,0 0 1248 16,0 0 208-16,0 2 32 0,0-2 16 15,0 3-272-15,0-1-48 0,0-2-16 0,0 3 0 0,1-3-416 0,-1 0-96 16,0 0-16-16,-1 0 0 0,2 0-64 0,-1 0-32 16,1 0 0-16,-1-2 0 0,0 1-32 0,0 1-16 0,0 0 0 0,0 0 0 15,0 0 128-15,0 0 16 0,0 0 16 0,-1 0 0 16,1 0 176-16,-1 0 48 16,2-2 0-16,-1 2 0 0,1 0-304 0,-2-2-64 15,1 1-16-15,0 1 0 0,1-2-304 0,0 0-48 0,0-1-16 0,0-1 0 16,0 1-128-16,1-1 0 15,-1 1 0-15,1-2 0 0,0 1-240 0,-1-1 80 0,1 2 16 0,-1 0 0 16,0 0 16-16,-1 1 0 16,0 1 0-16,0 1 0 0,0-2 128 0,-1 2 0 0,1 2 0 0,-1-1 0 15,0 0 176-15,-1 2 16 0,1-1 0 0,0 0 0 16,0-1 176-16,0 3 32 0,0-1 16 0,-1 1 0 0,1 1-48 0,0 0-16 16,0 2 0-16,0 0 0 0,1 5-128 0,-1 1-32 15,1 0 0-15,0 3 0 16,0 1-192-16,0 1 0 0,0-2 0 0,0 2 0 0,1 1 0 15,1 3 0-15,-1 4 0 0,0-2 0 0,1 2 0 0,-1 0 0 16,0-2 0-16,-1-1 0 0,1-2 0 16,-2-4-160-16,1-3 160 0,-1-2-192 15,-1 0 192-15,0-2 0 0,1 0 0 0,-2-2 0 0,1-3 0 16,-1 0 0-16,1 0 0 0,0-3 0 0,0-2 0 16,-1 0 0-16,1 0 0 0,-1-2 128 0,1-1-128 0,-2-1 192 15,1-1-64-15,-1-2 0 16,2 0-128-16,-2-1 192 0,0 1-64 0,-1-4 0 0,1 1-128 15,-2-3 0-15,0 0 0 0,-2-1 128 0,0-3-128 16,0 3 0-16,-3 0 0 0,2 1 0 0,2 4 0 0,0 2 0 16,2 3 0-16,-2 2 0 0,2 2 0 0,-2 2 128 15,2 0-128-15,-2 2 0 0,2-1 128 0,-1 4-128 16,0-2 128-16,3 4-128 0,-1-1 0 0,0 3 0 16,2 2 0-16,-2 1 128 0,1 0-128 0,0 1 0 15,1-1 0-15,0-1 0 0,0-1 0 0,0 0 0 16,1-3 0-16,0-1 0 15,2-1-432-15,-1-1 0 0,1-2 0 0,-1-4 0 16,0 0-2240-16,0 0-448 0</inkml:trace>
  <inkml:trace contextRef="#ctx0" brushRef="#br0" timeOffset="64276.84">10586 11216 11679 0,'-1'0'512'0,"1"-1"128"0,-1 0-512 0,0 1-128 0,1 0 0 0,-1 0 0 16,0 0 1408-16,0-2 256 0,-2 2 48 0,0 0 16 0,0 0 416 0,-1 2 96 16,1-2 0-16,1 2 16 15,0 0-656-15,1 1-144 0,-1 0-32 0,-1 1 0 0,1 1-528 0,-1 2-128 16,1 0 0-16,-2 0-16 0,1 3-352 0,0 0-64 15,0 3-16-15,2-1 0 0,-2 1-48 0,2 1-16 16,0 0 0-16,1 0 0 16,1-2-256-16,1 0 160 0,-2-12-160 0,0 0 128 0,13 23-128 0,-13-23 0 15,0 0 0-15,0 0 0 0,0 0-144 0,42-2-16 0,-42 2 0 16,25-17 0 0,-12 4-224-16,-1 0-32 0,-2 1-16 0,-1 0 0 0,0-2-48 15,-1 0-16-15,0-2 0 0,-2 1 0 0,-1 1 256 0,-2-1 48 16,0 2 16-16,-3 1 0 0,-2 2 176 0,-1 1-128 0,-2 1 128 15,-3 4-128-15,0-1 128 0,-3 5 256 16,0 0-64-16,-2 5-16 0,-2-1 336 0,0 4 80 0,2 1 16 16,0 0 0-16,3 1-608 0,0 2 0 0,3-3 0 0,1 1 0 31,2-2-1440-31,1-2-208 0</inkml:trace>
  <inkml:trace contextRef="#ctx0" brushRef="#br0" timeOffset="64537.22">10786 11290 9215 0,'-2'0'400'0,"1"-2"96"0,0 2-496 16,0 0 0-16,1 0 0 0,0 0 0 15,-1 0 2880-15,1 2 464 0,-1 0 112 0,-1 1 0 0,2 4-320 0,-1-1-80 16,1 4-16-16,-1 0 0 16,2 2-1424-16,0-1-272 0,0 1-64 0,1-2-16 0,-2-10-880 0,6 21-192 15,-6-21-16-15,0 0-16 16,0 0-816-16,0 0-176 0</inkml:trace>
  <inkml:trace contextRef="#ctx0" brushRef="#br0" timeOffset="64911.69">10961 11189 14735 0,'-2'0'1312'15,"1"0"-1056"-15,0 1-256 0,0-1 0 0,1 0 1088 0,-1 2 176 0,-2 1 16 0,-2 0 16 16,0 3-208-16,-2 0-32 0,1 2-16 0,1 0 0 15,0 1-752-15,2 1-160 0,0 2-128 0,1 0 192 16,1 1 64-16,0-1 32 0,2 2 0 0,-1-2 0 16,2-2 160-16,0 2 48 0,-2-12 0 0,0 0 0 15,0 0 96-15,0 0 32 0,22 26 0 0,-22-26 0 16,0 0-176-16,0 0-16 0,32-12-16 0,-32 12 0 16,17-14-64-16,-8 4-16 0,-1-1 0 0,-1 1 0 15,0 1-192-15,-2-3-144 0,0 0 192 0,-1 0-192 0,-1-1 0 0,-2 1 0 16,-1-1 0-16,-1 0 0 0,-2 0 0 15,-3 1 0-15,0 0 0 0,-3 3 0 0,0 2 0 0,-1 2 0 16,-1 3 0-16,0 4 0 0,-1 5 128 0,2-2 64 16,2 4 0-16,-1 1 16 0,1-1-208 15,2 3 176-15,-1-2-176 0,3 1 160 0,0 0-448 0,1 0-96 16,2-2 0-16,3-3-13664 0</inkml:trace>
  <inkml:trace contextRef="#ctx0" brushRef="#br0" timeOffset="65293.61">11171 11169 18431 0,'-1'-2'816'0,"0"1"160"0,0 1-784 0,0 0-192 0,0 0 0 0,0 0 0 16,-1 0 2240-16,0 0 416 0,-1 1 80 0,-3 1 16 15,1 0-1888-15,-2 1-368 0,2 1-80 0,0 1-16 16,0 0-400-16,2-1 0 0,-1 4 0 0,1-2 0 0,-1 2 192 0,2 1 128 15,-1 1 0-15,1-1 16 0,-1 3 16 0,2 0 0 16,1 2 0-16,0-2 0 0,2 1 352 0,1-2 64 16,0 1 0-16,-3-12 16 15,0 0-368-15,0 0-80 0,27 26-16 0,-27-26 0 16,0 0-320-16,0 0 0 0,38-7 0 0,-38 7-192 16,20-13-368-1,-11 5-80-15,-9 8 0 0,19-20-16 0,-11 9 0 0,-1 1 0 0,-1-2 0 0,-2 0 0 0,0 1 224 16,-3 1 48-16,-1-2 16 0,-1 2 0 0,-3 1 368 15,-1 0 0-15,-2 1 0 0,-1 1 0 0,1 2 0 0,-1 3 192 16,-3 0 0-16,2 2 0 0,0 2 224 0,0 1 48 16,0 1 16-16,1-1 0 0,1-1-480 0,3 3 0 15,0-3 0-15,1 3 0 16,1-3-896-16,2 0-64 0</inkml:trace>
  <inkml:trace contextRef="#ctx0" brushRef="#br0" timeOffset="65587.67">11357 11065 14735 0,'0'0'1312'0,"-1"0"-1056"0,1 0-256 0,-1 2 0 16,0-2 2640-16,-1 2 480 16,0 1 80-16,-2 0 32 0,-3 3-864 0,1 1-160 0,0 1-32 0,-2 1-16 15,2 0-1488-15,-3 3-288 0,1 2-64 0,0 1-16 16,0 1-144-16,1 1-32 0,1 1 0 0,2 0 0 0,-1 0-128 0,2-1 0 15,1-3 0-15,2 0 0 16,0-14 272-16,0 0 32 0,11 25 0 0,-11-25 0 0,0 0 0 0,0 0 0 16,0 0 0-16,41 14 0 15,-41-14-48-15,0 0-16 0,41-8 0 0,-41 8 0 16,31-7-240-16,-31 7 128 0,29-9-128 0,-29 9 0 16,29-11 0-16,-29 11 0 0,0 0 0 0,36-15 0 15,-36 15-800-15,21-10-48 0,-21 10-16 0,0 0 0 16,22-17-1184-16,-22 17-256 0</inkml:trace>
  <inkml:trace contextRef="#ctx0" brushRef="#br0" timeOffset="65760.69">11505 11105 18431 0,'-5'-2'816'0,"2"1"160"0,0 1-784 0,1 0-192 16,0 0 0-16,1 1 0 0,-1 1 2048 0,-2 3 384 15,-1 1 64-15,-3 3 0 0,0 4 32 0,1 1 0 16,0 3 0-16,1 2 0 0,-1 2-1120 0,1 0-240 15,2 2-32-15,-1 0-16 0,1 3-816 0,1-3-176 0,0 1-128 0,-1-3 192 16,1-2-192-16,3-2 0 0,-1-3 0 0,2-2-18208 16</inkml:trace>
  <inkml:trace contextRef="#ctx0" brushRef="#br0" timeOffset="66377.39">11213 10962 9215 0,'-3'1'400'0,"1"1"96"0,0-2-496 0,0 0 0 16,0 2 0-16,1-2 0 0,1 0 1504 0,-2 0 208 0,2 1 32 0,-3 1 16 15,1-2 512-15,0 0 96 16,1 0 32-16,0 0 0 0,2 0-528 0,-1 0-96 0,1-2-32 0,-1 2 0 16,1 0-544-16,0-1-112 0,-1-1-32 0,1 2 0 15,-1-2-112-15,0 1-32 0,0 1 0 0,0 0 0 16,0 0-240-16,0-2-48 16,-1 2-16-16,0 0 0 0,0 0-288 0,0 0-64 15,-1 0-16-15,1 0 0 0,-1 0-240 0,1 0 144 0,-1 0-144 0,1 0 128 16,0-1-128-16,1 1 0 15,0-1 144-15,0 1-144 0,0 0 0 0,1 0 128 0,0 0-128 0,1 0 0 0,-1 0 0 0,0 0 0 16,1 0 0-16,0 0 128 16,1 0-128-16,1 0 0 0,-3 0 0 0,3-2 0 0,-1 2 192 0,1 0-48 15,-4 0 0-15,0 0 0 16,0 0-144-16,0 0 192 0,0 0-192 0,0 0 192 0,42 4-192 0,-42-4 128 16,0 0-128-16,0 0 128 15,49 3-128-15,-49-3 0 0,0 0 0 0,51-7 0 16,-51 7 0-16,38-9 0 0,-38 9 0 0,34-11 0 0,-34 11 0 15,29-12 0-15,-29 12 0 0,0 0 0 0,40-9-432 0,-40 9-16 16,0 0 0-16,0 0-17856 16</inkml:trace>
  <inkml:trace contextRef="#ctx0" brushRef="#br0" timeOffset="67850.59">11983 10834 8287 0,'-1'-2'736'0,"0"2"-592"0,0-1-144 0,0 1 0 16,1 0 1264-16,0 0 208 0,-1 1 64 0,1-1 0 15,-2 3 832-15,0 2 160 0,-1 1 32 0,-1 5 16 16,1 2-752-16,-1 3-160 16,1 4-16-16,-1 3-16 0,-1 4-544 0,-1 3-96 0,0 4-32 0,-3 1 0 15,0 5-400-15,-2-2-96 0,-1 3-16 0,-2-3 0 16,0 0-128-16,0-1-48 0,1-1 0 0,2-5 0 16,1-1-272-16,2-4 0 0,1 0 0 0,2-4 0 15,0-3 240-15,0-2-64 0,2-3-16 0,1-2 0 0,0-3-160 16,1-2 0-16,1-2 0 0,1-4-10608 15,1-2-2032-15</inkml:trace>
  <inkml:trace contextRef="#ctx0" brushRef="#br0" timeOffset="68351.36">12270 10955 6447 0,'-2'3'576'0,"0"-3"-576"15,1 1 0-15,1 0 0 0,-1-1 1840 16,0 0 256-16,-1 2 48 0,-1 1 16 16,0-1 784-16,-1 1 176 0,2-1 16 0,0-2 16 0,2 0-1104 0,2-2-240 15,0 0-32-15,2-1-16 0,0 0-496 0,1 1-112 16,-5 2 0-16,0 0-16 15,0 0-176-15,33-9-48 0,-33 9 0 0,0 0 0 16,36-1-400-16,-36 1-64 0,0 0-32 0,47 5 0 0,-47-5-240 16,0 0-48-16,56 5-128 0,-56-5 192 0,41 3-192 0,-41-3 0 0,43 2 128 15,-43-2-128-15,41-2 0 16,-41 2 0-16,35-3 0 0,-35 3 0 16,34-5 0-16,-34 5 0 0,32-8 0 0,-32 8 0 0,25-11 0 15,-25 11 0-15,22-9-144 0,-22 9 144 16,0 0-752-16,23-12-48 0,-23 12-16 0,0 0-16592 0</inkml:trace>
  <inkml:trace contextRef="#ctx0" brushRef="#br0" timeOffset="69004.17">12260 10984 10127 0,'0'-2'896'0,"-1"0"-704"0,1 1-192 0,0 1 0 0,-1 0 1664 0,0 0 320 0,0 0 48 0,-2 0 16 15,0 0 656-15,-1 1 144 16,0 3 32-16,0-2 0 0,0 3-768 0,1 1-160 16,-1 0-32-16,0 1 0 0,1 2-528 0,0 3-112 15,1 3-32-15,-1 1 0 0,2 1-672 0,-1 2-144 16,1 2-32-16,0-1 0 0,0 3-272 0,0-2-128 16,0 0 128-16,-1 3-128 0,2-3 0 0,-1 3 0 15,1 0 128-15,-1-1-128 0,0 0 0 0,0-2 0 16,1 0 0-16,0-2 0 0,0-3 0 0,1-2 0 15,-1 0 0-15,-1-4 0 0,1-3 0 0,0-2 0 16,-1-3 0-16,1-2 0 0,-1 0 0 0,0-2 0 0,1-3 0 16,0-4 0-16,0-1 0 0,-1-3 0 0,1-2 0 0,-2-2 0 15,0-2 0-15,-3 0 0 0,2 2 0 0,-4-1 0 16,-1 2 0-16,-2 1 0 0,-1 3 0 0,-1 0 0 16,-1 3 0-16,0 1 0 0,-1 4 0 0,1 1 0 15,2 4 0-15,1 2 0 0,1 5 0 0,0-1 0 16,2 4 0-16,1 0 0 0,-1 3 0 0,1 0 0 15,1 2 0-15,0 2 0 0,3 0 0 0,-1 1 0 16,0-2 0-16,2-3 0 0,2-2 0 0,0-4 0 16,-1-8-464-16,0 0 16 0</inkml:trace>
  <inkml:trace contextRef="#ctx0" brushRef="#br0" timeOffset="70018.3">12528 11154 9215 0,'0'0'816'0,"-1"0"-656"0,0 0-160 16,1 0 0-16,-1 0 2016 0,0 0 368 0,0-2 80 0,-3 2 16 15,0 0 560-15,-2-2 112 0,1 0 32 0,1 0 0 16,-1 1-1200-16,0-2-256 15,2 1-32-15,-1 0-16 0,1 0-816 0,0-1-160 0,1-1-48 0,-1 3 0 16,1-1-384-16,0 2-80 0,1 0 0 0,-1 0-16 16,1 2-176-16,0-1 0 0,-1 3 0 15,0-1 128-15,0 1 0 0,0 1-128 0,1 1 192 0,-1 0-64 16,1 1 128-16,0 0 0 0,1-1 16 0,-1 0 0 16,1 1-64-16,0 0-16 0,0-7 0 0,0 0 0 15,0 0-64-15,0 0 0 0,0 0-128 0,29 26 192 16,-29-26-192-16,0 0 176 0,0 0-176 0,46 17 160 0,-46-17-160 0,0 0 0 15,36 19 144-15,-36-19-144 16,0 0 0-16,31 29 128 0,-31-29-128 0,0 0 0 0,23 30 0 0,-23-30 0 16,9 22 0-16,-7-11 0 15,-1-1 0-15,-1-1 0 0,-2 1 0 0,-1-5 0 0,-1 2 0 16,-1-3 0-16,-2 1 0 0,1 0 0 16,-2-3 0-16,-2 0 0 0,0-1 0 0,-1-1 0 0,-1-1 0 0,-1 1 0 15,1-2 0-15,0 0 0 0,2-2 0 0,-1-1-128 16,1 2 128-16,2-4-192 15,-1 2 192-15,1-2-128 0,3 0 128 0,-1-2-128 0,3 4 128 16,2-3 0-16,1-1-144 0,1 2 144 0,1 0 0 0,0-2 0 16,2 1 0-16,0-1 0 0,1 2 0 0,1-3 0 15,1 0 0-15,1 1 0 0,1 0 0 0,1-1 0 16,2-1 0-16,0-1 0 0,2 0 0 0,0 0 0 16,1 0 0-16,-1-2 0 0,0 2 0 0,-1-3 0 15,1 1 0-15,-2 0 0 0,-2 2 0 0,0 1 0 0,-2 1 0 0,-1-1 0 16,-2 2 0-16,-2 0 0 0,-1 1 0 15,-2 0 0-15,-2 4 0 0,-3 1 0 0,-2 0 0 16,-3 4 0-16,-3 3 0 0,-4 1 0 0,-1 2 0 0,-2 2 0 16,-2 4-352-16,-1 1 0 15,-1 2 0-15,5-4-17520 0</inkml:trace>
  <inkml:trace contextRef="#ctx0" brushRef="#br0" timeOffset="72015.78">13440 10630 8287 0,'-2'1'736'0,"0"1"-592"0,1 0-144 16,1-1 0-16,-1 1 1600 0,0 0 272 15,-3 1 64-15,-1 4 16 0,1 0 48 0,-1 0 16 0,1-2 0 0,2-1 0 16,2-3-176-16,0 1-48 0,2-4 0 0,1 1 0 0,3-3-384 0,-1 0-64 31,2 0-32-31,0 0 0 0,1 1-96 0,-8 3-32 0,0 0 0 0,0 0 0 16,34-7-480-16,-34 7-112 0,0 0-16 0,0 0 0 15,43 3-272-15,-43-3-64 16,0 0-16-16,0 0 0 0,51 11-224 0,-51-11 0 0,0 0 0 0,0 0 0 0,49 5 0 16,-49-5-208-16,0 0 16 0,33-10-17824 0</inkml:trace>
  <inkml:trace contextRef="#ctx0" brushRef="#br0" timeOffset="72394.72">13481 10796 1839 0,'-5'3'0'0,"2"-1"160"0,2 1-160 0,-1-1 0 15,1-2 0-15,0 0 0 0,-1 2 1216 0,0-2 192 0,-1 3 64 0,1-1 0 16,-2 1-192-16,0-1-48 16,1-1 0-16,1 0 0 0,0-1 48 0,0-1 16 15,1 1 0-15,0-1 0 0,0 1 256 0,0 0 48 16,1 0 16-16,-1 0 0 0,0 0 240 0,1 0 32 16,-1 0 16-16,1 0 0 0,0 0-32 0,0 1 0 15,0 0 0-15,0 1 0 0,1-1-656 0,1 1-144 16,-2-2-32-16,0 0 0 0,0 0-464 0,0 0-112 0,39 6-16 0,-39-6 0 15,0 0-192-15,48-3-32 16,-48 3-16-16,44-6 0 0,-44 6-208 0,48-6 0 0,-48 6 0 0,46-10 0 16,-46 10 0-16,41-9 0 0,-41 9 0 0,33-10-18592 15</inkml:trace>
  <inkml:trace contextRef="#ctx0" brushRef="#br0" timeOffset="72888.09">14261 10536 11967 0,'-2'0'1072'0,"1"-2"-864"0,0 2-208 0,1 0 0 0,0 0 1680 0,-1 0 304 16,1 0 48-16,-1-1 16 0,0 1 1280 0,0 0 272 15,0 1 48-15,-1 1 16 0,0 0-1664 0,0 0-336 16,0 1-64-16,1 2 0 0,-1-2-896 16,1 3-160-16,-2 0-32 0,1 2-16 0,0 2-272 15,0 1-48-15,-1 6-16 0,2 0 0 16,-2 4-160-16,0 0 0 0,0 3 0 0,-1 2 128 0,2-2-128 0,-1 0 0 15,-1 3 0-15,0-1 0 16,2-6 0-16,-1-1 0 0,1 3 0 0,1-3 0 0,0 0 0 0,0-4 0 0,0-2 0 0,2-6-12048 31,0 0-2416-31</inkml:trace>
  <inkml:trace contextRef="#ctx0" brushRef="#br0" timeOffset="73095.81">14286 10839 5519 0,'-2'3'496'0,"1"-1"-496"16,1-1 0-16,0 0 0 0,0-1 4304 0,0 2 768 0,1-2 160 15,1 3 16-15,-2-3-1504 0,0 0-304 16,0 0-64-16,0 0-16 0,0 0-1936 0,36 19-384 16,-36-19-80-16,0 0 0 0,0 0-512 0,0 0-80 15,38 17-32-15,-38-17 0 0,0 0-336 0,0 0 0 16,0 0 0-16,0 0 128 15,0 0-448-15,0 0-96 0</inkml:trace>
  <inkml:trace contextRef="#ctx0" brushRef="#br0" timeOffset="73420.28">14587 10586 15663 0,'-2'3'1392'0,"1"-2"-1120"0,0-1-272 0,0 2 0 0,0-2 3072 15,0 1 576-15,1 1 96 0,-2-2 32 0,0 2-1568 0,-1 2-304 16,1-1-64-16,-2 3-16 16,-1-1-1360-16,2 1-272 0,-1 0-48 0,0 2-16 0,0 2-128 0,1 1 0 15,-2 4 0-15,-1-1 0 0,1 4-128 16,-1-1-16-16,2 1 0 0,0-1 0 16,2-2-464-16,1-1-96 0,1-14 0 0,3 25-16 15,-3-25 720-15,0 0 0 0,10 28 240 0,-10-28-64 16,0 0 720-16,0 0 128 0,0 0 48 0,41 21 0 0,-41-21-400 0,0 0-80 15,35 0-16-15,-35 0 0 0,32-2-240 0,-32 2-48 16,32-4-16-16,-32 4 0 0,35-4-144 0,-35 4-128 16,29-4 144-16,-29 4-144 0,0 0 0 0,35-5 0 15,-35 5 0-15,0 0 0 0,23-8 0 0,-23 8 0 16,0 0-208-16,13-9 64 16,-10 5-1488-16,-2-1-288 0</inkml:trace>
  <inkml:trace contextRef="#ctx0" brushRef="#br0" timeOffset="73636.19">14748 10656 13823 0,'-6'4'1216'0,"3"0"-960"0,2-2-256 0,-1 0 0 0,0 1 2864 0,1 0 528 15,-1 3 96-15,-1 2 32 0,0 4 16 0,-4 5 16 16,0 3 0-16,-1-1 0 0,1 1-2464 0,-1 0-512 16,2 0-80-16,-2-1-32 0,2 0-240 0,-1-1-48 15,0 1-16-15,1-4 0 16,0 0-160-16,0 0 0 0,2-3 0 0,-1 2 128 15,2-2-128-15,2-2 0 0,0 0 0 0,1-10 0 16,0 0-320-16,0 0 16 0,0 0 0 0,0 0-17856 16</inkml:trace>
  <inkml:trace contextRef="#ctx0" brushRef="#br0" timeOffset="73951.64">15036 10519 13823 0,'-4'-5'608'0,"3"3"128"0,-1 0-592 16,1-1-144-16,1 3 0 0,0 0 0 15,0 0 3024-15,0 0 576 0,-1 1 112 0,1 1 32 0,0 3-496 0,0 5-112 32,0 3 0-32,-1 3-16 0,1 4-1968 0,-2 4-384 15,1 4-64-15,-2 0-32 0,1 3-480 0,-3 1-192 0,1-2 128 0,0-1-128 16,0-3 0-16,1-1 0 0,1-6 0 0,0 0 0 16,1-4 0-16,1-3-192 0,0-12 0 0,0 0-17936 15</inkml:trace>
  <inkml:trace contextRef="#ctx0" brushRef="#br0" timeOffset="74319.23">15391 10519 14735 0,'-1'-2'640'0,"0"0"160"0,0 1-640 0,-1 1-160 16,1 1 0-16,-1 1 0 0,0 0 2240 0,-2 1 400 16,-2 1 96-16,-3 6 16 0,-2 0-128 0,-2 4-32 15,1 2 0-15,0 0 0 0,0 4-1040 0,0-1-208 16,-1 4-32-16,2 1-16 0,2-2-816 0,1-2-160 16,4 0-48-16,1-4 0 0,2-2-128 0,1-14-16 0,3 26-128 0,-3-26 192 15,0 0-32-15,0 0-16 0,20 31 0 0,-20-31 0 16,0 0-16-16,0 0-128 0,38 12 192 0,-38-12-64 15,0 0-128-15,37 1 160 0,-37-1-160 0,0 0 160 16,41 2-160-16,-41-2 128 16,32-2-128-16,-32 2 128 0,0 0-128 0,42-3 0 15,-42 3 0-15,0 0 0 0,34-3 0 0,-34 3 0 0,0 0 0 0,22-9 0 16,-22 9 0-16,0 0-192 0,12-12 32 0,-12 8 16 31,0 1-880-31,-2 1-192 0,-1-1-16 0,0-2-15728 0</inkml:trace>
  <inkml:trace contextRef="#ctx0" brushRef="#br0" timeOffset="74454.42">15467 10688 16815 0,'-3'-8'368'0,"1"6"80"0,1 2 0 0,1 0 32 0,0 0-480 0,-1 0 0 0,0 1 0 0,-2 1 0 0,0 5 4512 0,-3-1 800 15,0 4 176-15,-1 2 16 0,0 1-3232 0,-2 0-656 16,1 6-128-16,-2 0-16 0,0 2-832 0,2 0-176 16,-1 2-16-16,0 0-16 0,0 0-432 15,2-1 128-15,-1-2-128 0,2-2-12864 0,0 1-2624 0</inkml:trace>
  <inkml:trace contextRef="#ctx0" brushRef="#br0" timeOffset="81265.81">4430 11926 16575 0,'0'0'1472'0,"0"2"-1168"15,0-2-304-15,0 2 0 0,-1-2 480 0,1 2 32 0,0 3 16 0,-1 0 0 16,0 4 320-16,-1 1 64 16,0 1 16-16,0-1 0 0,1 2-96 0,0-2 0 0,0 1-16 0,1-2 0 0,0 3-240 0,0 0-64 15,0 2 0-15,-1 1 0 0,-1-1-160 0,1 5-32 16,-1-3-16-16,1 4 0 15,-1-1-128-15,0 2-32 0,0-2 0 0,0 0 0 16,1-3-144-16,1-2 0 0,0-2 0 0,0-2 128 31,0-3-800-31,1-4-160 0,1-1-48 0,-1-4-10832 0</inkml:trace>
  <inkml:trace contextRef="#ctx0" brushRef="#br0" timeOffset="81549.89">4413 11943 14735 0,'-3'-9'640'0,"1"5"160"15,1 0-640-15,0 3-160 0,0-1 0 0,1 1 0 0,0 1 2192 0,-1 0 416 16,1 0 80-16,1 0 0 0,0 1-208 0,2 1-48 16,1-1-16-16,-4-1 0 15,0 0-944-15,0 0-176 0,0 0-32 0,0 0-16 0,44 6-624 0,-44-6-128 16,0 0-32-16,0 0 0 0,47 7-320 0,-47-7-144 16,0 0 128-16,0 0-128 0,51 19 0 0,-51-19 0 15,0 0 0-15,41 40 0 0,-41-40 0 0,19 34 0 16,-14-17 0-16,-2 4 0 0,-3 0 0 0,-3 0 0 15,-1 2 0-15,-4 0 0 0,-1 1 0 0,-4 1 0 16,-1-3 0-16,-3 1 0 0,-2-1 0 0,0 1 0 0,-2-2 0 16,2-1 0-16,-1-2-288 0,1 0 64 0,1-1 16 15,1-4 0-15,3 0 48 0,1-5 16 16,3-3 0-16,2-5 0 16,0-1-608-16,2-5-112 0,2-3-32 0,4-6-15120 0</inkml:trace>
  <inkml:trace contextRef="#ctx0" brushRef="#br0" timeOffset="81948.19">4667 12240 6447 0,'1'1'576'0,"-1"1"-576"0,1-2 0 0,0 0 0 16,-1 0 2096-16,0 0 304 0,1 0 64 0,0 0 16 0,2-2-48 0,0-1 0 16,1 1 0-16,0-1 0 15,1 1-1344-15,0-1-288 0,2-1-48 0,-7 4-16 16,0 0-256-16,0 0-48 0,30-10-16 0,-30 10 0 0,0 0-96 0,28-12-32 15,-28 12 0-15,0 0 0 16,26-15 80-16,-18 9 16 0,-1-2 0 0,0-1 0 16,0 0-32-16,0 2 0 0,-2-3 0 0,1 1 0 0,-3 0-224 0,0-1-128 15,-1-2 128-15,-1 2-128 0,-1 1 0 16,-2 0 0-16,-1-1 0 0,-1 4 0 0,-2 0-144 0,-1 4 144 16,-2 0-160-16,0 4 160 0,0 0-144 15,-1 3 144-15,-1 2-128 0,0 4 128 0,1 3 0 0,-1 1 176 0,1 2-16 16,0 1 0-16,0 2 512 0,3-2 96 15,0 0 32-15,2-1 0 0,1-1-80 0,2-6-16 16,1 1 0-16,1-4 0 0,2-1-448 0,0-2-112 0,-2-4-16 0,0 0 0 16,0 0-128-16,0 0 0 0,0 0 0 0,0 0 0 15,45 5 128-15,-45-5-128 0,0 0 128 0,0 0-128 16,37-4 0-16,-37 4 0 0,0 0 128 0,0 0-128 16,35-5-192-16,-35 5-64 0,0 0 0 15,0 0-10944-15,30-13-2176 0</inkml:trace>
  <inkml:trace contextRef="#ctx0" brushRef="#br0" timeOffset="82399.99">4958 12126 15311 0,'-2'8'320'0,"0"-6"80"0,2 3 16 0,-1 0 32 0,0-3-448 0,0 0 0 0,1 1 0 0,-2 4 0 0,0 5 3248 0,0-2 544 0,1 1 112 0,1-2 32 31,1-3-1856-31,-1-6-368 0,0 0-80 0,0 0-16 0,0 0-960 15,0 0-192-15,29-10-32 0,-22 0-16 0,1 1-160 16,0-1-16-16,-1-1-16 0,0 1 0 16,-2-2-224-16,1 3 0 0,-2 0 0 0,-2 1 0 0,1 3 0 0,-2-2 128 0,-1 1-128 0,-1 2 0 15,0 0 0-15,-1 0 0 0,0 3 0 0,-2-1 0 16,-1 2 0-16,0 0 0 0,-2 3 0 0,0 1 0 16,-1 0 0-16,1 2 0 0,-2 0 0 0,1-1 0 15,1 2-336-15,-1 1 32 0,3-2 16 0,-1 2 0 16,2-1 128-16,0 1 32 0,1-1 0 0,0-1 0 0,2 1 128 0,1-2-192 15,2 0 192 1,0-2-192-16,-2-3 192 0,0 0 0 0,0 0 0 16,0 0 0-16,0 0 0 0,40 4 144 15,-40-4-144-15,0 0 0 0,0 0 256 0,37-2-48 0,-37 2-16 16,0 0 0-16,0 0-64 0,0 0 0 0,42 26-128 0,-42-26 192 0,8 24-192 0,-6-8 128 16,-3 3-128-16,-2 0 0 15,0 0 144-15,-4 4-144 16,0 1 128-16,-3 0-128 0,-1-2 0 0,0-2 0 0,-2 2 128 0,-2-3-128 15,0 1 0-15,-3-4 0 0,-1 0 0 0,1-6 0 16,1 1-240-16,1-6-80 0,3-4 0 0,0-2-16 31,2-1-560-31,1-4-96 0,3-3-32 0,0-4-14096 0</inkml:trace>
  <inkml:trace contextRef="#ctx0" brushRef="#br0" timeOffset="82757.24">5085 12220 6447 0,'-2'2'576'0,"1"0"-576"15,0-2 0-15,1 0 0 0,0 0 1776 0,0 0 240 16,0-2 48-16,1 0 16 0,1-2-96 0,2 0-32 16,0-3 0-16,0 0 0 0,3-1-624 0,-2 2-128 15,2-2-32-15,-1 1 0 0,3 0 64 0,-9 7 16 16,0 0 0-16,25-12 0 0,-25 12-480 0,0 0-80 15,0 0-32-15,0 0 0 0,45 15-336 0,-45-15-80 16,0 0-16-16,22 28 0 0,-22-28 352 0,10 23 80 16,-10-23 16-16,7 24 0 0,-6-10-224 0,-2-4-32 15,0 2-16-15,-1-2 0 0,0-4-272 0,0 2-128 0,-3 1 0 0,-1-3 128 16,1 0-128-16,-1-1 0 16,1-1 0-16,0-3 0 0,0-1 0 0,1-3 0 15,0 1 128-15,1-5-128 0,0 2 0 0,3-4 128 0,-1 1-128 16,2-3 128-16,0-4 128 0,3-1 0 0,2-1 16 15,0-2 0-15,2 0-272 0,2 0 0 16,0 0 0-16,0 3 0 0,1 1 0 0,0 1-144 0,1 3 144 0,-2 1-192 0,1 0 0 16,-2 3-16-16,-9 7 0 0,0 0-10864 15,25-12-2176-15</inkml:trace>
  <inkml:trace contextRef="#ctx0" brushRef="#br0" timeOffset="83116.23">5377 12200 13823 0,'1'0'1216'0,"0"0"-960"16,0 0-256-16,0 0 0 0,1-1 2112 0,0 1 368 15,1-1 80-15,2-2 0 0,-5 3-304 0,0 0-64 0,25-11-16 0,-25 11 0 16,17-10-1152-16,-8 3-224 16,-1 1-48-16,0-2-16 0,-1 1-480 0,0-1-112 15,-2 1-16-15,0 0 0 16,-1 1-512-16,-1 0-96 0,-1 2-32 0,-2-3 0 15,0 2-640-15,-3 0-128 0,1 2-16 0,-3-1-16 16,0-1 224-16,-1 1 64 0,-2 1 0 0,1 1 0 0,-1 2 496 0,2 1 96 16,-1 0 32-16,0 4 0 0,1 0 1296 0,-1 1 272 15,1 3 48-15,-1-1 16 0,2 2 80 0,0 4 16 16,-1 0 0-16,3 3 0 0,-1 2-208 0,0 1-32 0,1 0-16 0,1-3 0 16,0-1-176-16,1-1-16 0,2-1-16 15,2-5 0-15,-3-9-400 0,0 0-80 0,0 0 0 0,0 0-16 16,0 0-368-16,41 19 0 0,-41-19 0 15,0 0 0-15,34-16-608 0,-23 7-192 0,2-1-32 0,0-4-16048 16</inkml:trace>
  <inkml:trace contextRef="#ctx0" brushRef="#br0" timeOffset="83463.64">5631 12152 10127 0,'-1'3'896'0,"1"-2"-704"16,0 1-192-16,0 0 0 0,0-2 2576 0,0 0 496 0,0 2 80 0,1 1 32 15,2-1-304-15,-3-2-64 16,0 0-16-16,0 0 0 0,0 0-1072 0,33-9-192 16,-33 9-64-16,0 0 0 0,33-15-816 0,-33 15-160 15,22-12-48-15,-12 7 0 0,-10 5-448 0,21-13 0 16,-12 8 0-16,-1-2 0 0,0 2 0 0,-2-3 0 16,0 2 0-16,-2-1 0 0,-1 2 0 0,-1-2 0 15,-1 2 0-15,-1 0-160 0,-2 0-416 0,-2 1-96 0,0-1-16 0,-3 0 0 16,-1 3-304-16,-2 2-64 0,0-2-16 0,-2 2 0 31,2 2-512-31,-1 0-96 0,1 1-32 0,0 2 0 0,0-1 1712 0,1 3 352 16,2 0 64-16,1 3 16 0,2-1 864 0,-1 3 176 15,2 3 48-15,0 3 0 0,2 1 128 0,1 0 16 16,0 3 16-16,0-4 0 0,3 0-880 0,-3-18-176 16,11 30-48-16,-11-30 0 0,0 0-352 0,0 0-80 15,39 28-16-15,-39-28 0 0,0 0-128 0,41-2 0 0,-41 2 0 0,29-13 0 31,-29 13-384-31,30-23-64 0</inkml:trace>
  <inkml:trace contextRef="#ctx0" brushRef="#br0" timeOffset="84446.04">6203 12056 15663 0,'0'0'1392'0,"1"0"-1120"16,0 0-272-16,-1-2 0 0,1 2 2000 0,-1 0 352 15,2-1 64-15,0 1 16 0,0-2-128 0,0 2 0 0,-1-2-16 16,-1 2 0-16,0 2-1056 0,-1-2-208 16,0 2-32-16,-1 1-16 0,0 1-480 0,0 1-112 0,-1 0 0 0,0 2-16 15,0 2-368-15,-1 2 0 16,2 2 0-16,0-1 128 0,2 2-128 0,0 0 0 0,2 0 0 0,1-2 0 16,-3-12 160-16,0 0-32 0,0 0-128 0,22 29 192 15,-22-29-192-15,0 0 176 0,0 0-176 0,37-12 160 16,-27 3 96-16,-1-3 0 0,0-2 16 0,0-1 0 15,-1-2-32-15,-1-1-16 0,-1-1 0 0,-2 2 0 16,-2 3-224-16,-1-2 0 0,-2 4 128 0,-2 0-128 16,-2 2 0-16,-2 3 0 0,-2 1 0 0,-1 3 0 0,3 1 0 15,-4 2 0-15,-2 4 0 0,-2 3 0 0,0 2-240 0,2 2 64 16,2 1 16-16,1 1 0 0,2 0 160 16,1 0-128-16,2 0 128 0,3-1-128 0,2-3-48 0,1-2 0 15,-1-7 0-15,0 0-17088 16</inkml:trace>
  <inkml:trace contextRef="#ctx0" brushRef="#br0" timeOffset="84783.38">6570 11852 23039 0,'0'-5'1024'0,"0"2"192"0,0 1-960 0,-1 0-256 16,1 0 0-16,-1 1 0 0,-1-1 2640 0,-2-1 496 0,0-1 80 0,-4-1 32 15,-1 0-1376-15,-1 3-272 0,1 2-48 16,-1 3-16-16,2 4-1072 0,-1-1-208 16,1 4-64-16,2 0 0 0,0 0-192 0,2 3 144 0,2 2-144 0,-1 1 128 15,2 3-128-15,0 0 0 0,1 1 0 0,1 0 128 16,1 2-128-16,0 0 0 0,1 3 0 0,2-1 0 16,1 4 0-16,-1 1 0 0,2 1 0 0,-1 0 0 0,2 0 0 15,-3-2 0-15,1 1 0 0,-3-3 0 16,1-2 0-16,-2 1 0 0,0 1 0 0,-3-4 0 15,0-3 0-15,-2 0 0 0,0 0 0 0,-1-2 0 0,-2-8 0 0,-1 3 0 16,-2 2 0-16,-1 0 0 16,-2-2 0-16,-2-3 0 0,-1-1 0 0,-4-6 0 15,1-2-560-15,0-2 16 0,0 2 0 16,1-5-17184-16</inkml:trace>
  <inkml:trace contextRef="#ctx0" brushRef="#br0" timeOffset="84918.04">6318 12122 6447 0,'3'-4'576'0,"0"1"-576"0,0 3 0 0,-2 0 0 15,2 2 3328-15,0-2 544 16,-3 0 112-16,0 0 32 0,0 0 208 0,48 19 64 16,-48-19 0-16,0 0 0 0,45 26-2528 0,-45-26-496 15,0 0-112-15,50 10 0 0,-50-10-832 0,36-8-144 0,-36 8-48 0,36-16-12176 16,-17 4-2448-16</inkml:trace>
  <inkml:trace contextRef="#ctx0" brushRef="#br0" timeOffset="85368.58">7248 11911 12895 0,'2'-5'1152'0,"-2"3"-928"0,0-2-224 0,0 1 0 15,-1 2 2160-15,0-1 384 0,-1 1 80 0,-1-2 0 0,-2-2 720 0,-5 0 144 16,-1 1 32-16,-1 1 0 0,0 0-1840 0,-1 3-352 15,2 0-80-15,1 1-16 0,2 3-656 0,1 1-144 16,1 5-32-16,1-1 0 0,1 0-272 0,0 3-128 16,3 2 128-16,0 3-128 0,1 1 0 0,1 2 128 15,1 4-128-15,0 0 0 0,0 4 128 0,0 1-128 16,2 0 0-16,-2 1 128 0,1 3-128 0,0-2 160 16,-1 0-160-16,-1-3 160 0,0 0-160 0,-1-4 0 15,-1 0 0-15,0-8 0 0,-1-1 0 0,-1-4 0 16,0-1 0-16,0-5 0 0,-1 2-224 0,0-6 32 15,0-2 0-15,0-1 0 16,-2-1-1376-16,1-4-272 0</inkml:trace>
  <inkml:trace contextRef="#ctx0" brushRef="#br0" timeOffset="85532.72">7019 12181 15663 0,'0'0'1392'16,"0"-2"-1120"-16,1 0-272 0,0 1 0 15,-1 1 2912-15,0 0 528 0,3-3 96 0,1-1 32 16,2-1-336-16,1 1-64 0,-7 4-16 0,0 0 0 15,28-14-1952-15,-28 14-400 0,0 0-80 0,39-14-16 16,-39 14-416-16,34-10-96 0,-34 10 0 0,41-14-16 16,-41 14-176-16,42-14 0 0,-42 14 0 0,36-17 0 31,-36 17-400-31,32-18-64 0,-17 8-16 0,-1 2-11968 0,-14 8-2400 0</inkml:trace>
  <inkml:trace contextRef="#ctx0" brushRef="#br0" timeOffset="85879.13">7391 12065 11055 0,'0'2'976'0,"0"-1"-784"0,0-1-192 16,0 0 0-16,1-1 1984 0,-1 1 336 15,1 0 80-15,1-2 16 0,1 0-400 0,0-1-80 0,2-1-16 0,1-4 0 16,0 4-1024-16,0-3-192 0,-6 7-64 16,0 0 0-16,22-13-240 0,-22 13-48 15,0 0-16-15,0 0 0 0,0 0-336 0,40 13 0 16,-40-13 0-16,0 0 0 0,19 30 0 0,-19-30 0 0,7 27 0 15,-5-11 0-15,0 0 0 0,-3 1 0 0,0 0 0 16,-1-1-128-16,-1-1 0 0,0-1 0 0,1-5 0 16,0 1 0-16,1-3 128 0,1-2 0 0,0-4 0 15,0-1 0-15,0-1 240 0,1-2 80 0,0-5 0 16,0-2 16-16,1-3 1264 0,-1-2 240 0,3-3 48 0,0-3 16 16,0-1-1072-16,2-1-192 0,1-3-64 0,1 2 0 15,1 3-416-15,1 2-160 0,1 1 0 0,2 3 144 0,0 1-144 0,-2 4 0 16,-1 0 0-16,-1 3 0 0,-9 7 0 0,0 0-224 15,0 0 80-15,0 0 16 16,0 0-1728 0,39 4-320-16,-39-4-80 0,0 0-12928 0</inkml:trace>
  <inkml:trace contextRef="#ctx0" brushRef="#br0" timeOffset="86184.04">7705 12065 16575 0,'0'0'736'0,"0"0"160"15,0 0-720-15,0 0-176 0,0 0 0 0,0 0 0 0,0 0 2496 16,0 0 448-16,0 0 112 0,31-12 16 0,-31 12-368 0,0 0-64 15,0 0-16-15,0 0 0 16,41-5-1392-16,-41 5-272 0,0 0-64 0,0 0-16 16,0 0-624-16,42-7-128 0,-42 7-128 0,0 0 176 0,25-14-176 0,-18 7 0 15,-7 7 0-15,13-14 0 0,-8 4 0 0,-1 3-144 16,0-2 144-16,-3-1-160 16,0 1-624-16,-2 0-128 0,-1 0-32 0,-3 0 0 15,-2 3-272-15,-2 3-48 0,-2-1-16 0,-2 4 0 16,0 4 64-16,1 1 0 0,0 2 0 0,-1 2 0 15,1 5 320-15,1 1 64 0,2-1 0 0,1 3 16 0,3 1 1600 0,1 2 320 16,1 1 64-16,1 0 16 0,1 3 816 0,2 0 176 0,0-2 16 16,2-2 16-16,1-3-976 0,-4-17-192 0,0 0-32 15,21 27-16-15,-21-27-640 0,0 0-128 0,0 0-32 0,40 8 0 16,-40-8-192-16,0 0 0 0,35-14 0 0,-23 5-18384 16</inkml:trace>
  <inkml:trace contextRef="#ctx0" brushRef="#br0" timeOffset="86526.08">7976 12011 25391 0,'-6'11'560'0,"3"-6"112"0,1 1 32 0,0-2 0 0,1 0-560 0,1-1-144 0,0-1 0 0,-1 5 0 0,1 0 2752 0,1 4 528 16,-1-11 112-16,0 0 0 0,0 0-2176 0,0 0-448 15,0 0-96-15,32 23-16 0,-32-23-304 0,0 0-64 16,32-14-16-16,-32 14 0 0,19-13-272 15,-19 13 128-15,19-14-128 0,-19 14 0 16,17-14 0-16,-11 8 0 0,0 0 0 0,-1-1-192 16,-1 0-528-16,0 0-112 0,-1-1 0 0,-1-1-16 15,0 0-304-15,-3 1-64 0,1-1-16 0,-3-2 0 16,-1 2-80-16,-2-2-16 0,0 4 0 0,-1 0 0 16,2 2 624-16,-3 3 112 0,3 0 16 0,-1 6 16 15,1 1 1584-15,1 2 320 0,-1 3 64 0,0 4 16 0,2 2 160 0,0 1 16 16,0-1 16-16,0 4 0 0,2-1-544 0,-2 3-112 0,2-1-32 15,1-1 0-15,1-2-592 0,1-2-112 16,1-1-32-16,-3-15 0 0,0 0-192 0,15 30 128 0,-15-30-128 16,0 0 0-16,0 0 0 0,0 0 0 15,48 3 0-15,-48-3 0 0,26-18-624 0,-11 5-112 0</inkml:trace>
  <inkml:trace contextRef="#ctx0" brushRef="#br0" timeOffset="87215.97">8470 12015 27647 0,'-3'0'1216'0,"1"0"256"15,2 0-1168-15,-1 0-304 16,1 0 0-16,-1 0 0 0,1-2 1600 0,0 0 256 0,0-1 48 0,-1 1 16 16,1-3-624-16,0 0-112 0,-1 1-32 0,1-1 0 15,0 0-864-15,0 0-288 16,0-2 160-16,-1 0-160 0,0 0 0 0,-1 0 128 15,0-2-128-15,-2 0 0 0,-1-1 0 0,-2 2 0 0,0 0 0 0,-1 0 0 16,-2 3 0-16,2 1-192 16,-1 3 64-16,0 4 128 0,1-1-144 0,-1 2 144 15,1 4 0-15,1 2 0 0,1 1-176 0,-2 1 176 16,2 2-160-16,-1 0 160 0,1 3 0 0,-1-1 0 16,2 2 0-16,1 2 0 0,0 0 0 0,0-1 0 15,2 3-128-15,-1 1 128 0,2 0 0 0,0-4 0 0,2 0 0 16,1-4 0-16,-2-15 0 0,0 0 0 0,0 0 0 0,0 0 0 15,29 24 0-15,-29-24 0 0,18-13 0 0,-7-1 0 16,2-5-176-16,0-4 176 0,0 1-192 0,0-4 192 16,-1 2-208-16,1-2 64 0,1-5 16 0,-1 3 0 15,-1-1-32-15,1-4 0 0,0 0 0 0,-2-2 0 16,-1-1 160-16,-4 3-208 0,-2 4 80 0,-2 1 128 16,-2 0 0-16,0 4 0 0,-1 2 0 0,-3 6 0 15,0 4 384-15,0 3 208 0,-2 6 48 0,0 1 0 0,1 4-48 16,0 0 0-16,1 3 0 0,-1 2 0 0,1 3-304 0,1-1-64 15,0 3-16-15,0 2 0 0,1 3-80 0,0-1 0 16,2 6-128-16,-1-1 192 0,2 0-64 0,1 2 0 16,1 0-128-16,1 0 192 0,-1 1-192 0,2-3 0 15,0 3 0-15,-1-2 0 0,2-1 0 0,-1 0 0 16,-5-21 0-16,15 40 0 0,-15-40 0 0,15 32 0 16,-15-32 0-16,0 0 0 0,21 34 0 0,-21-34-208 0,0 0 32 15,0 0 16 1,0 0-1008-16,0 0-208 0,45 0-32 0,-38-9-15680 15</inkml:trace>
  <inkml:trace contextRef="#ctx0" brushRef="#br0" timeOffset="88080.58">8703 11908 1839 0,'0'5'160'0,"0"-4"-160"0,0 1 0 0,0 0 0 16,-1-2 3136-16,0 2 608 0,1 0 112 15,-2 4 32-15,0 0 368 0,0 4 80 16,-2 2 16-16,0 0 0 0,0-3-2320 0,1 1-464 0,-2 2-96 0,2 2 0 0,0 3-752 0,-1-1-144 15,2 3-16-15,1-2-16 0,1 1-384 0,1-3-160 16,2 1 128-16,-3-16-128 0,10 27 0 0,-10-27 0 16,0 0 128-16,0 0-128 15,35 21 0-15,-35-21 0 0,0 0 0 0,32-14 0 0,-21 2 0 0,-1-2 0 16,-1-1 0-16,1-1 0 16,-2-4-320-16,-1 2 0 0,-1-3 0 0,-2 4 0 15,-2 0-112 1,-1 0-16-16,-1 1 0 0,-2 0 0 0,-3 2 288 0,-2 2 160 0,-3 2-192 0,-2 0 192 15,-3 4 0-15,-1 1 224 0,-1 4-16 0,-1 4 0 0,3 4 304 0,-2 3 48 16,0 6 16-16,0 3 0 16,5-2-208-16,-1 4-48 0,2 2 0 0,1 1 0 0,3 0-176 0,2 0-144 15,2-5 192-15,2-3-192 16,1-16 0-16,9 24 0 0,-9-24 0 0,0 0 0 0,0 0-192 0,47 17-80 16,-47-17-32-16,37-10 0 0,-37 10-1184 15,43-23-240-15,-22 10-64 0,-1-3 0 16,-1 3-256-16,-2 0-48 0,-1-4-16 0,-2 3 0 0,0 2 640 15,-1-2 128-15,0 0 32 0,-3 2 0 0,2 1 1440 0,-4 3 272 0,-8 8 64 16,12-13 16-16,-9 10 2480 0,-2 1 496 0,0 1 112 0,-1 2 16 0,-1 0-1984 0,0 2-384 16,-1-1-64-16,-1 3-32 15,2 0-336-15,-2-1-64 16,1 2-16-16,-1 2 0 0,-1 1-432 0,1 0-80 16,1 2-32-16,0-1 0 0,0 2-160 0,0 1 0 15,0 2 144-15,1-1-144 0,0 0 0 0,-1 1 0 0,1 0 0 16,1 0 0-16,0-1 0 0,0-4 0 0,0 2 0 0,0-5 0 15,2 0 0-15,0-5 0 16,-2-2 0-16,0 0 0 0,0 0 0 0,0 0 0 0,22-12 0 0,-18 4 0 0,2-2 0 16,0-2 0-16,3-5-128 0,-2 0 128 0,1-1-256 0,0-2 48 0,0 4 0 0,0-3 0 15,0 0 208-15,0 1-144 16,-1 3 144-16,-1 3-128 0,0 0 128 0,-2 4 0 16,0 2 0-16,-1 3 0 15,-3 3 0-15,0 0 0 0,0 0 128 0,0 0-128 0,0 0 256 0,10 32 0 0,-9-21-16 0,0 4 0 16,0 0-64-16,-1 1-16 0,2 2 0 0,-1 1 0 31,0 0-160-31,0-2 0 0,0-3 144 0,0 1-144 16,-1-15 0-16,4 26 0 0,-4-26 0 0,3 19 0 15,-3-19 0-15,0 0 0 0,0 0 0 0,0 0 0 0,0 0 0 0,0 0 0 16,9-12 0-16,-7-3 0 0,1 1-368 0,0-3 16 16,1-3 0-16,1 0 0 15,-1 1-128-15,2-2-32 0,0 0 0 0,-1 2 0 0,1 0 128 0,0 2 32 16,2-4 0-16,-2 3 0 0,0 3 352 0,0 1 0 15,1 4 0-15,-2 3 0 0,0 3 224 0,-5 4 64 16,0 0 16-16,0 0 0 0,0 0 144 0,0 0 16 16,0 0 16-16,31 30 0 0,-31-30-160 0,10 24-16 15,-10-24-16-15,7 26 0 0,-7-26-112 0,7 23-32 16,-7-23 0-16,9 34 0 0,-5-16-144 0,1 1 128 16,-1-1-128-16,-1-2 128 0,-1 0-128 0,-1-1 0 0,0-1 0 0,0-2 0 15,-1-3-144-15,-1-3-16 0,1 0 0 0,-2-4-18672 16</inkml:trace>
  <inkml:trace contextRef="#ctx0" brushRef="#br0" timeOffset="88494.37">9414 12016 16575 0,'-2'2'736'0,"1"0"160"0,1-2-720 0,0 0-176 0,-1 0 0 0,1 0 0 15,0 0 2608-15,1 1 480 0,0 0 112 16,-1-1 0-16,0 0-224 0,0 0-48 0,0 0-16 0,0 0 0 16,34-6-1840-16,-34 6-368 0,0 0-80 0,29-8-16 15,-29 8-384-15,0 0-80 0,33-9-16 0,-33 9 0 16,0 0-128-16,0 0 0 15,35-9 0-15,-35 9 128 0,0 0-128 0,0 0-144 16,0 0 144-16,0 0-18400 0</inkml:trace>
  <inkml:trace contextRef="#ctx0" brushRef="#br0" timeOffset="88679.18">9438 12100 11967 0,'-1'3'1072'0,"0"-1"-864"15,1-1-208-15,0 1 0 0,0-2 2944 16,-1 2 528-16,0 0 112 0,0 4 32 0,1 0-192 0,1 1-32 16,-1-7-16-16,0 0 0 15,0 0-1856-15,0 0-368 0,0 0-80 0,40 3-16 0,-40-3-672 0,26-11-128 16,-26 11-16-16,29-13-16 0,-29 13-224 16,28-12 0-16,-28 12 128 0,27-16-18704 15</inkml:trace>
  <inkml:trace contextRef="#ctx0" brushRef="#br0" timeOffset="91844.34">10046 11899 9215 0,'2'-3'816'15,"-1"1"-656"-15,-1 2-160 0,0-1 0 0,0 0 1280 0,1-1 208 16,1-1 48-16,1-4 16 0,1 0 496 0,-1-2 112 16,1 0 16-16,-1 1 0 0,0 2-496 0,-1 0-80 15,-1 1-32-15,0 1 0 0,-1 1-384 0,0 1-80 16,0 2-16-16,-1-2 0 0,0 4-256 0,-1 0-48 16,-1 1-16-16,-2 1 0 0,2 3-240 0,-3 0-48 15,0 1-16-15,1 1 0 0,-3 3-240 0,1-2-48 16,0 3-16-16,-1-3 0 0,3 2-32 0,-2-2-128 15,3-1 192-15,-1 0-64 0,2 1 80 0,0-3 16 16,1 2 0-16,2-1 0 0,-1-3-32 0,1 2 0 16,1 0 0-16,-1 1 0 0,0-8-192 0,0 0 128 15,0 0-128-15,19 32 0 0,-19-32 240 0,0 0-48 0,25 31-16 0,-25-31 0 16,0 0 0-16,37 40 0 16,-37-40 0-16,26 28 0 0,-26-28-176 0,28 31 0 15,-28-31 0-15,24 26 128 0,-24-26-128 0,0 0 0 0,26 33 0 0,-26-33 128 16,0 0-128-16,0 0 128 0,9 29-128 0,-11-24 128 15,0 2-128-15,-3-2 0 0,-1 2 0 0,-3-2 0 0,1 1 0 16,-1-1 0-16,-1-2 0 0,-1 1 0 16,-3-1 0-16,0 0 0 0,1 1 0 0,-1-3 0 0,-2 0 0 15,0-1 0-15,2 0 0 0,1-2 0 0,1-3-384 16,3-2-16-16,0 2 0 0,3-3 0 16,1 0 400-16,2 1-160 0,3-1 160 0,0 0 0 0,4 0 0 15,1 1 0-15,2-2 0 0,1 1 0 0,1 1 272 16,0-2 16-16,2-1 0 0,0 1 0 15,0 0-32-15,1-1 0 0,1-1 0 0,0-1 0 0,0-1-128 0,1 0-128 16,0 0 144-16,0-3-144 0,1 1 0 0,-2-2 0 16,-1 1 0-16,-1 0 0 0,0 1 0 0,-2-2 0 0,-2 3 0 0,-2-1 0 15,0 0 0-15,-5-2 0 16,1 0 0-16,-2 1 0 0,-1-3 0 0,-4 2 0 16,-1 3 0-16,-4 1 0 0,-1 2 0 0,-3 2 0 0,-4 4 0 0,1 0 0 15,0 6-320 1,-1 3-128-16,1 6 0 0,2 4-16 0,2 1-1520 0,3 3-288 0,4-1-64 0,3-2-13088 15</inkml:trace>
  <inkml:trace contextRef="#ctx0" brushRef="#br0" timeOffset="92140.7">10303 12034 1839 0,'-2'2'160'0,"0"-2"-160"0,1 0 0 0,0 0 0 16,1 0 1984-16,-1 0 352 0,0 0 80 0,-1 0 16 0,1 0 1456 0,1-2 288 16,2 2 64-16,2-1 16 0,1 0-992 0,-5 1-208 0,0 0-48 15,0 0 0-15,0 0-1520 16,42-2-304-16,-42 2-64 0,0 0-16 0,0 0-800 0,49 3-176 0,-49-3-128 0,0 0 192 15,0 0-192 1,48 0 0-16,-48 0 0 0,0 0-12160 16,0 0-2432-16</inkml:trace>
  <inkml:trace contextRef="#ctx0" brushRef="#br0" timeOffset="92395.33">10802 11868 11055 0,'-2'-1'976'0,"0"0"-784"16,1 1-192-16,0 0 0 0,0 0 2624 0,-1 0 464 0,-1 1 112 0,-4 0 0 16,0 2-784-16,-2 4-176 0,1-2-16 0,1 5-16 15,2 1-752-15,-1 1-160 0,3 2-16 16,0 2-16-16,1-4-336 0,0 5-64 0,1 3-16 0,0 3 0 15,0 1-400-15,0 1-96 0,1 0-16 0,0 1 0 16,0 0-80-16,0-1-32 0,0-1 0 0,1-3 0 16,1-2-224-16,-1-4 0 0,-1-15 0 0,5 23-17888 15</inkml:trace>
  <inkml:trace contextRef="#ctx0" brushRef="#br0" timeOffset="92658.08">10867 11999 10127 0,'0'0'896'0,"1"0"-704"15,1 2-192-15,-1-2 0 0,0 0 3456 0,2 0 640 0,-3 0 144 0,0 0 32 16,0 0-768-16,0 0-160 0,43 10-16 0,-43-10-16 15,0 0-2128-15,0 0-416 16,43 4-96-16,-43-4-16 0,0 0-512 0,0 0-144 16,42-7 0-16,-42 7 0 15,0 0-416-15,25-14-160 0,-25 14-16 0,11-12-16512 0</inkml:trace>
  <inkml:trace contextRef="#ctx0" brushRef="#br0" timeOffset="92815.33">10873 12146 22111 0,'0'0'976'0,"0"0"208"0,0 0-944 0,0 0-240 0,0 0 0 0,0 0 0 15,0 0 2032-15,0 0 352 0,0 0 80 0,38 4 16 0,-38-4-368 0,0 0-64 16,41-1 0-16,-41 1-16 0,0 0-1200 0,39-3-224 16,-39 3-48-16,0 0-12256 0,31-12-2448 15</inkml:trace>
  <inkml:trace contextRef="#ctx0" brushRef="#br0" timeOffset="93237.99">11196 11876 17503 0,'0'2'1552'0,"1"-2"-1232"15,0 1-320-15,-1-1 0 16,1 0 2496-16,0 0 448 0,1 1 96 0,-2-1 16 16,0 0-512-16,0 0-112 15,0 0 0-15,40 3-16 0,-40-3-1392 0,0 0-256 0,36-4-64 16,-36 4-16-16,0 0-416 0,40-9-80 0,-40 9 0 0,0 0-16 0,38-9-176 15,-38 9 0-15,0 0 0 0,0 0 0 0,0 0 0 0,40 0 0 0,-40 0 0 16,0 0 0 0,0 0 0-16,0 0 0 0,0 0 0 0,0 0 0 15,7 31 160-15,-10-23-160 0,-1 3 192 0,-1-1-192 16,1 1 192-16,-2 3-64 0,1-2 0 0,0 2-128 16,1-2 160-16,0 3-160 0,0 4 128 0,-1-1-128 15,2 2 128-15,-2 1-128 0,0 2 128 0,1 1-128 16,-1 3 128-16,0 1-128 0,0 0 0 0,-1-1 128 0,1 1-128 15,-1-4 0-15,2-3 0 0,-1 0 0 0,2-2-192 0,-1-2 0 16,3-1-16-16,-1-5-18128 16</inkml:trace>
  <inkml:trace contextRef="#ctx0" brushRef="#br0" timeOffset="93445.16">11256 12153 4607 0,'-2'3'400'0,"2"-1"-400"0,0 0 0 0,1-2 0 16,0 1 5440-16,0-1 1024 15,-1 0 192-15,0 0 32 0,0 0-2800 0,0 0-560 16,42-3-128-16,-42 3 0 0,35-12-2240 0,-17 2-448 0,2 0-96 0,-1-3-16 16,0 0-400-16,1-1 0 0</inkml:trace>
  <inkml:trace contextRef="#ctx0" brushRef="#br0" timeOffset="101795.7">13517 11878 9215 0,'-1'0'816'0,"0"1"-656"0,0 0-160 0,0-1 0 16,1 0 1168-16,-1 2 208 0,0-2 32 0,-2 3 16 15,1 0 224-15,-1 1 32 0,0-2 16 0,2 0 0 16,1-1-336-16,-1 1-64 0,2-2-16 0,-1 1 0 16,1-2-368-16,2 1-80 0,0-2 0 0,1 1-16 15,0-1 304-15,1 0 64 0,-5 2 16 0,0 0 0 16,0 0-160-16,0 0-16 0,34-9-16 0,-34 9 0 15,0 0-384-15,0 0-80 0,43-3-16 0,-43 3 0 0,0 0-224 0,44-2-48 16,-44 2-16-16,36-3 0 0,-36 3-112 16,37-2 0-16,-37 2-128 0,35-3 192 0,-35 3-192 0,0 0 0 15,48-6 0-15,-48 6 0 0,0 0 0 0,36-12 0 16,-36 12-192-16,21-12 192 16,-21 12-1728-16,16-14-256 0</inkml:trace>
  <inkml:trace contextRef="#ctx0" brushRef="#br0" timeOffset="102135.89">13769 11683 911 0,'-2'-5'0'0,"2"3"0"0,0-2 0 0,0 1 0 16,0 1 4288-16,0 1 768 0,1-1 144 0,0 1 48 15,0-2-1792-15,1-2-336 0,-1 2-80 0,0 0-16 16,-1 2-1488-16,0 1-288 0,-1 0-64 0,0 2-16 0,-1 1-544 0,0 2-112 15,-1 1-32-15,-1 0 0 16,0 3-352-16,0 2-128 0,-1 4 0 0,-2 2 0 0,2 3 128 16,-2 4-128-16,1 2 0 0,-2 3 0 0,-1 4 0 15,0-4 0-15,0 4 0 0,-2-5 0 16,1 0 0-16,1-1-128 0,2-1 128 0,-1-3-208 16,3 0 32-16,1-5 16 0,1 1 0 0,2-5 0 15,1-14-352-15,4 19-80 0,-4-19-16 0,0 0 0 16,0 0 112-16,0 0 32 0,0 0 0 0,46 7 0 0,-46-7 656 0,32-12 144 15,-32 12 32-15,38-14 0 16,-19 4 192-16,1 3 32 0,-1-2 16 0,1-1 0 0,-2 1-416 0,0 0-64 0,-1 0-128 16,-1-2-15792-1</inkml:trace>
  <inkml:trace contextRef="#ctx0" brushRef="#br0" timeOffset="119975.55">14041 12074 5519 0,'0'-2'496'0,"0"2"-496"0,0-1 0 0,0 1 0 15,0 0 1344-15,0-1 160 0,1 1 32 0,-1-3 16 0,1 1 1088 16,-1-1 224-16,0 1 32 0,1 1 16 16,-1 1-800-16,0 0-144 0,-1 0-48 0,1 1 0 0,0 1-832 0,-1-1-192 15,0 3-16-15,-1-1-16 0,1-1-544 0,0 3-96 16,-1 0-32-16,2-2 0 0,-2 1-192 0,0 1 128 15,-1 1-128-15,1 2 0 0,-1-3 0 0,1 4 0 16,-2 0 0-16,2-1 0 0,0 2 0 0,0-1 0 16,2 0 0-16,-1-3 0 0,2 2 128 0,-1-3-128 15,1-1 0-15,0 1 0 0,0-2 0 0,1-1 0 16,-1 1 0-16,1-1 0 0,0-2 0 0,0 0 0 0,1 0 0 16,0 0 0-16,0-2 0 0,0-1 0 0,0 1 0 0,1-1 0 15,0-1 0-15,-2 0 128 0,3 1-128 0,-1-4 0 16,0 2 0-16,1-3 128 15,0 2-128-15,-1-2 0 0,0 1 128 0,1-1-128 0,-1-1 0 16,1 0 0-16,-1 0 0 0,0-1 0 0,1 0 0 0,-1-1 0 16,-1-1-192-16,0 0-16 0,0 1-16 15,-1 1 0-15,0 0-144 0,-1 1-16 0,0 2-16 0,-1-1 0 16,-1 4 176-16,-1-1 32 0,-1 5 16 0,-1 0 0 16,0 3-192-1,-2 1-32-15,0 4-16 0,-1 1 0 0,0 0 48 0,-1 1 16 0,1-1 0 16,0 1 0-16,2-1 208 0,0-1 144 0,1-2-192 0,3-1-11808 15</inkml:trace>
  <inkml:trace contextRef="#ctx0" brushRef="#br0" timeOffset="120306.4">14231 12030 7359 0,'-1'2'656'0,"0"-2"-528"16,1 1-128-16,0-1 0 0,0 1 1792 0,0-1 320 15,-1 3 64-15,0 1 0 0,1 1 848 0,-1 2 176 16,0-1 16-16,0 0 16 0,1 1-1216 0,-1 0-240 16,1 0-48-16,0-1-16 0,1 0-736 0,0-1-144 15,-1-5-16-15,0 0-16 0,0 0-544 0,0 0-128 16,0 0 0-16,10 26-128 16,-10-26-560-16,0 0-208 0,0 0-64 0,0 0-14480 0</inkml:trace>
  <inkml:trace contextRef="#ctx0" brushRef="#br0" timeOffset="121193.61">14423 12007 3679 0,'0'-1'320'0,"0"1"-320"0,0 0 0 0,0 0 0 16,1-2 1040-16,-1 2 144 0,1-1 32 0,0-1 0 16,0-1 1072-16,1-1 208 0,-1 2 64 0,0-1 0 15,-1 1 96-15,0 0 32 16,0 1 0-16,0 1 0 0,1 0-1152 0,-2 0-208 15,1 1-48-15,0 1-16 0,-1 0-720 0,-1 1-144 16,0 1-16-16,0 1-16 0,-1 2-240 0,0 3-128 16,0-1 128-16,-2 1-128 0,1 4 0 0,-2 0 0 15,-1 1 0-15,2 1 128 0,0-2-128 0,2 2 0 16,0-3 0-16,1-2-128 0,0 1 128 0,1-4 0 16,1-1 0-16,1 0 0 0,-1-7 0 0,0 0 0 0,0 0 0 15,0 0 0-15,0 0 0 0,0 0 0 16,0 0 0-16,32-10 0 0,-26 1 176 0,1-1 16 15,1-2 0-15,0 0 0 0,0-2 80 0,0 0 32 0,-1-1 0 0,-1-1 0 16,1 2-304-16,-1-2 0 0,0-1 0 0,-2 2-144 16,1 1-208-16,-2 2-32 0,-1 1-16 0,-1 3 0 31,-1 1-112-31,-1 3-32 0,-1-1 0 0,-2 5 0 16,-1 0-208-16,0 2-32 0,-3 1-16 0,0 1 0 0,1 2-208 15,0 0-32-15,1-1-16 0,-1 2 0 0,2-2-816 16,2 0-176-16</inkml:trace>
  <inkml:trace contextRef="#ctx0" brushRef="#br0" timeOffset="121628.21">14622 11940 9215 0,'1'-1'816'0,"-1"-1"-656"16,0-1-160-16,1 1 0 0,0 2 1792 0,0-1 320 0,0 0 64 0,1-4 0 15,0 0 544-15,2-1 96 16,-2 0 32-16,0 0 0 0,0 3-848 0,-1 0-160 16,0 1-48-16,-2 1 0 0,-1 2-768 0,0 1-176 0,0 2-16 0,-3 2-16 15,-1 1-432-15,1 1-64 16,-2 2-32-16,1 1 0 0,-1 1-80 0,1 0-16 16,0 0 0-16,2-1 0 0,1-2-32 0,1 0-16 0,0-1 0 15,2-1 0-15,1-2 144 0,-1-5 32 0,0 0 0 0,0 0 0 16,0 0-80-16,0 0-16 0,35 19 0 0,-35-19 0 15,0 0-96-15,0 0 0 16,45 3-128-16,-45-3 192 0,0 0-192 0,0 0 0 0,46 11 128 0,-46-11-128 16,0 0 0-16,0 0 0 0,34 22 0 0,-34-22 0 15,0 0 0-15,10 26 0 0,-12-17 0 0,-1 3 0 16,-2 0 0-16,-2 0 0 0,-1 0 0 0,-3 2 0 16,0-2 144-16,-2 0-144 0,2-1 128 0,-2 1-128 15,-1-2 0-15,1-1 0 0,0 0 128 0,2-3-128 16,1-2 0-16,-1 1 0 0,1-5 0 0,-1 0 0 15,0-2-384-15,1-2-64 0,3-2-16 16,0-6-17648-16</inkml:trace>
  <inkml:trace contextRef="#ctx0" brushRef="#br0" timeOffset="121793.05">14625 11897 18431 0,'-1'2'816'0,"1"-1"160"0,1-1-784 0,0 0-192 0,-1 0 0 0,0 0 0 16,0 0 1984-16,0 0 336 16,0 0 80-16,35-8 16 0,-35 8-496 0,32-12-112 0,-32 12-16 0,34-13 0 15,-34 13-2048 1,31-11-400-16</inkml:trace>
  <inkml:trace contextRef="#ctx0" brushRef="#br0" timeOffset="131161.98">14891 12228 16575 0,'0'-2'1472'0,"0"1"-1168"0,1 0-304 16,-1 1 0-16,0 0 1808 0,1-2 304 0,0-1 64 0,-1 0 16 15,1-1 496-15,0 2 80 0,-1 2 32 0,0 0 0 0,0 0-1200 0,0 0-256 16,2 19-32-16,-2-19-16 0,-2 23-720 0,0-11-160 16,0 2-32-16,0 0 0 15,-2 1-256-15,1-4-128 0,-1-1 128 0,2 0-12176 16,-1-3-2448-16</inkml:trace>
  <inkml:trace contextRef="#ctx0" brushRef="#br0" timeOffset="154172.47">15114 11887 911 0,'0'3'0'0,"0"-3"0"0,0-2 0 0,0 2 0 0,0 0 640 0,0 0 64 15,0 0 0-15,0 0 0 16,0 0 608-16,1-1 128 0,-1 1 32 0,0 0 0 0,1 0-16 0,-1 0 0 16,0 0 0-16,0 0 0 15,0 3-96-15,0-3-16 0,-1 2 0 0,1-2 0 0,0 2-80 0,0 0-32 16,0 1 0-16,1-2 0 15,0 1-160-15,1 0-48 0,0-2 0 0,1 0 0 0,0 0-320 0,2-2-64 16,-1 0 0-16,2 1-16 16,1-2-32-16,1 1 0 0,-8 2 0 0,0 0 0 0,0 0-208 0,31-6-64 0,-31 6 0 0,0 0 0 31,0 0-320-31,0 0-240 0,41-1 48 0,-41 1 0 16,0 0-192-16,0 0-48 0,0 0 0 0,0 0 0 0,0 0 1104 0,41 3 224 0,-37-3 32 0,-2 0 16 15,1 0-1584 1,-1 0-320-16,-1 2-64 0,0-2-16 0,-1 2 880 0,1-2 160 0,-1 0 0 0,0 0 128 15,0 0 960-15,0 0 208 0,-1 2 48 0,1-2 0 16,0 3-1344-16,-1-3-272 0,1 0-48 0,0 1-16 16,0-1 528-16,0 1 128 0,0-1 0 15,0 0 16-15,0 1-336 0,0-1 128 0,0 0-128 0,0 0 0 16,0 2 144-16,0-2-144 0,0 0 192 0,-1 1-192 16,1 2 240-16,0-2-64 0,-1 1-16 0,1 1 0 15,-1 1-16-15,0-2 0 0,0 3 0 0,0 1 0 16,-1 0-144-16,1 3 128 0,-1 2-128 0,0 0 128 15,1 1-128-15,-1 0 0 0,1 2 0 0,-1 0 0 16,1 2 0-16,0 1 128 0,-2 1-128 16,0 0 0-16,0 1 0 0,0-3 0 0,0 1 0 15,0-3 0-15,0 0 0 0,0-2 0 0,2 0-192 0,-2-3 192 32,0 1-512-32,0-3 32 0,1-1 0 0,0 0-15264 0</inkml:trace>
  <inkml:trace contextRef="#ctx0" brushRef="#br0" timeOffset="154619.48">15198 12056 7359 0,'-2'-3'320'0,"0"3"80"0,1 0-400 0,0 0 0 0,0 0 0 0,0 0 0 16,0 1 1344-16,-1 1 192 0,0 0 48 0,0 0 0 15,-1 0 1088-15,1 1 208 0,1-1 64 0,1-1 0 0,0 1-656 0,1-1-128 16,0 0-32-16,1-1 0 16,-2 0-720-16,0 0-128 0,0 0-48 0,0 0 0 0,0 0-304 0,33-4-64 15,-33 4-16-15,0 0 0 16,0 0-464-16,37-8-112 0,-37 8-16 0,0 0 0 15,33-6-256-15,-33 6 0 0,0 0 0 0,31-10 0 16,-31 10-1216 0,0 0-256-16</inkml:trace>
  <inkml:trace contextRef="#ctx0" brushRef="#br0" timeOffset="154989.34">15592 11798 13823 0,'-1'2'1216'0,"1"-2"-960"16,0 0-256-16,0 0 0 16,0 0 1632-16,1 0 288 0,0 0 48 0,0 0 16 15,1 0 288-15,2 0 64 0,1-2 16 0,0 1 0 16,-5 1-896-16,0 0-176 0,0 0-48 0,33-9 0 16,-33 9-448-16,0 0-80 0,30-10-32 0,-30 10 0 15,0 0-384-15,0 0-80 0,0 0-16 0,41 0 0 0,-41 0-192 0,0 0 0 0,0 0 0 0,0 0-160 47,40-5-1104-47,-40 5-208 0</inkml:trace>
  <inkml:trace contextRef="#ctx0" brushRef="#br0" timeOffset="155206.85">15654 11920 18143 0,'-4'5'384'0,"2"-5"96"0,0 1 16 0,1 1 16 0,1-2-512 0,0 0 0 16,1 2 0-16,-1-2 0 0,1 0 2432 0,1 1 368 16,0-1 80-16,1 1 0 0,0-1-912 0,0-1-192 15,-3 1-48-15,0 0 0 0,0 0-480 0,0 0-96 16,0 0-32-16,35-10 0 0,-35 10-656 0,0 0-128 16,0 0-16-16,36-10-16 0,-36 10-304 0,0 0-224 15,0 0 32-15,42-9-17376 0</inkml:trace>
  <inkml:trace contextRef="#ctx0" brushRef="#br0" timeOffset="174800.34">16131 11698 911 0,'0'6'0'16,"-1"-3"0"-16,0-1 0 0,0-1 0 16,1 1 1216-16,0-1 144 0,0 0 48 0,-1 1 0 0,1 1 576 0,-1 0 112 15,0 2 16-15,0-2 16 0,0 3-400 0,0-3-64 0,1 0-32 0,-1 2 0 16,0-2-176-16,0-1-48 0,0 3 0 16,1-2 0-16,-1 3-256 0,0-1-64 0,1 2-16 0,-1 1 0 15,0 3-256-15,0-1-48 0,0 4-16 16,-1 2 0-16,0 1-352 0,-1 0-64 0,0 4-16 15,-2 3 0-15,0-1-112 0,0 1-16 16,0 2-16-16,1 0 0 0,-1 0-48 0,0-2-128 0,2-1 192 0,-1-3-64 16,1-4 0-16,0-2-128 15,2-2 192-15,1-1-64 0,0-3 0 0,0-3-128 16,0 0 192-16,2-3-64 0,0-2-368 0,1 0-80 0,2-5 0 0,-1 1-14528 16</inkml:trace>
  <inkml:trace contextRef="#ctx0" brushRef="#br0" timeOffset="175012.93">16194 12046 22111 0,'1'-2'976'0,"-1"0"208"0,1 1-944 0,0 1-240 16,0 0 0-16,-1 0 0 0,1 0 2048 0,1 0 384 0,1 0 64 0,0 1 0 15,-3-1-448-15,0 0-112 0,0 0-16 0,0 0 0 31,0 0-1120-31,0 0-224 0,30 28-64 0,-30-28 0 16,0 0-352-16,0 0-160 0,0 0 128 0,0 0-128 16,0 0-432-16,36 26-160 0</inkml:trace>
  <inkml:trace contextRef="#ctx0" brushRef="#br0" timeOffset="175628.91">16510 11797 1839 0,'-3'5'160'0,"2"-5"-160"16,0 1 0-1,0 0 0-15,1-1 6144 0,0 0 1184 16,-1 0 240-16,1 2 48 0,-1-2-5264 0,0 0-1072 0,1 1-192 0,-1-1-64 0,-1 0-304 0,1 0-64 31,-1 0-16-31,0 0 0 0,0 0-160 0,-1 2-32 16,2-2-16-16,-3 2 0 0,-1-1-272 0,1 3-160 0,-2-2 192 0,-1 4-192 15,1 0-192-15,0 1-128 0,0 0-48 0,0 1 0 16,2-2 16-16,1 0 0 0,2 0 0 0,2-1 0 16,0-1 608-16,1-1 128 0,-2-3 32 0,0 0 0 15,0 0 160-15,0 0 48 0,0 0 0 0,0 0 0 16,42 12-16-16,-42-12 0 0,0 0 0 0,0 0 0 16,40 19-400-16,-40-19-80 0,0 0 0 0,32 26-128 15,-32-26 128-15,0 0-128 0,27 31 0 0,-27-31 0 16,0 0 128-16,16 33-128 0,-16-33 0 0,5 21 0 15,-5-11 0-15,-1-2 0 0,-2 1 0 0,-1 0 0 16,-1 1 0-16,-1-1 160 0,-3 0-160 0,-1 0 128 16,0 2-128-16,-3-2 0 0,-2 0 144 0,-2 1-144 0,3 0 0 15,-1-4 0-15,1 0 0 0,0-2 0 0,3-2 0 0,1-2 0 16,1-2-176-16,2-2 176 0,0-3 0 0,3 0 0 16,-1-3 0-16,2-2 0 0,1 0 0 0,1-2 0 15,2-3 144-15,2-2-144 0,1 3 128 0,1 0-128 16,0 1 0-16,2 1 144 0,0 2-144 0,1-2 128 15,1 4-128-15,-1-2 128 0,-1 4-128 0,2-3 160 16,1 2-160-16,2-1 160 0,-1 1-160 0,-11 9 0 16,22-14 0-16,-22 14 0 0,22-14 0 0,-22 14 0 15,20-12 0-15,-20 12 0 0,16-12 0 0,-16 12 0 0,12-12 0 0,-7 5 0 16,-3 2 0-16,0-2 0 0,-3 2 0 0,0-4 0 16,-1 2 0-16,-2-1 0 0,-2 1 0 0,0 0 0 15,-2 2 0-15,0-2 0 0,-4 3 0 0,1-3 0 16,0 4-192-16,1-1 16 0,0 1 16 0,2 3 0 31,1 0-240-31,1 2-48 0,1 1-16 0,2-1 0 16,0 3-1568-16,3 2-304 0</inkml:trace>
  <inkml:trace contextRef="#ctx0" brushRef="#br0" timeOffset="176112.74">16757 11745 32255 0,'-2'0'1424'0,"1"0"304"15,0 0-1392-15,0 2-336 0,1-2 0 0,0 0 0 0,0 0 1104 16,0 0 160-16,0 1 16 0,1 1 16 0,0-2-640 0,2-3-128 16,-1-2-16-16,1 1-16 0,2-4-240 0,-2-1-64 15,3 0 0-15,0-3 0 0,0 0-192 0,0-1 128 16,-1 1-128-16,1-1 0 0,-2 1 0 0,0 2 0 15,-1 1 0-15,0 1 0 0,-2 2 0 0,-2 1 128 0,0 1-128 0,-1 1 0 16,-2-1 0-16,0 3 0 0,-1-1 128 0,-2 1-128 16,1 2 0-16,-2 2 0 0,-2 2 128 15,0 3-128-15,0 0 224 0,0 1 0 0,-1 1 0 0,1 1 0 16,2-1-224-16,0 2 0 0,1-2 0 0,1 1 0 16,1 1 0-16,1-3 0 0,1 1 0 0,2 0 0 15,1-1 0-15,0-9 0 0,0 0 0 0,0 0 0 16,0 0 0-16,0 0 0 0,21 29 0 15,-21-29 0-15,0 0 0 0,0 0 0 0,0 0 176 0,42-5-176 16,-42 5 192-16,0 0-64 0,30-7 0 0,-30 7-128 16,0 0 160-16,0 0-160 0,0 0 128 0,37-3-128 0,-37 3 0 15,0 0 0-15,0 0 0 0,0 0 0 0,0 0 0 0,11 36 0 16,-14-22 128-16,-1 3-128 16,-1 1 128-16,-2 5 0 0,-1 2 0 0,-2 4 0 0,0 2-128 0,0 1 128 15,1-1-128-15,-1 0 128 0,3 0-128 16,0-5 0-16,2 0 0 0,0-5 128 0,3-3-128 15,2-4 0-15,0-3 0 0,0-4 0 16,0-1-768-16,0-6-128 0</inkml:trace>
  <inkml:trace contextRef="#ctx0" brushRef="#br0" timeOffset="176578.28">17036 11738 23951 0,'1'-7'1056'0,"-1"6"224"0,0-1-1024 0,0 2-256 0,0-1 0 0,0 0 0 15,-1 1 1456-15,0 0 224 0,0 0 48 0,-1 0 16 16,0 1-288-16,0 0-64 0,-1 1-16 0,2-1 0 0,-1 4-416 0,-1-2-64 16,0 3-32-16,1-1 0 15,0 2-400-15,0 2-80 0,0 2 0 16,-1 2-16-16,3-13-112 0,-3 26 0 0,1-13-16 15,1 0 0-15,1 0 0 0,0-13 0 0,0 21 0 0,0-21 0 16,0 0-112-16,0 0-128 0,0 0 176 0,19 30-176 16,-19-30 160-16,0 0-160 0,0 0 128 0,0 0-128 0,38 8 192 0,-38-8-32 0,0 0-16 0,0 0 0 31,36 4-144-31,-36-4 0 0,0 0 144 0,0 0-144 16,41 4 0-16,-41-4 0 0,0 0 0 0,0 0 0 0,42 17 0 0,-42-17 0 15,0 0 0-15,0 0 0 16,27 29 0-16,-27-29 0 0,0 0 0 0,8 28 0 15,-9-18 0-15,0-1 0 0,-2 3 0 0,-1-3 0 16,-1 1 0-16,-1 0 0 0,-2-1 0 0,-1 0 0 16,-1 1 0-16,-1-3 128 0,-1 2-128 0,1-3 0 0,0 0 192 15,-1-1-16-15,0 2-16 0,0-2 0 0,-1-3 112 0,-1 1 32 16,0 1 0-16,0-3 0 0,0 1-128 16,1-4-32-16,0 1 0 0,0-2 0 0,2 0-144 0,-1-3 0 15,1 2 0-15,1-5-176 16,0 2-624-16,1-2-128 0</inkml:trace>
  <inkml:trace contextRef="#ctx0" brushRef="#br0" timeOffset="176757.72">17021 11721 35007 0,'0'0'1552'0,"0"0"320"0,0 0-1488 0,0 0-384 0,0 0 0 0,0 0 0 16,0 0 1280-16,0 0 192 15,37 24 48-15,-37-24 0 0,0 0-880 0,50 5-192 0,-50-5-16 0,36-5-16 16,-36 5-272-16,34-9-144 16,-34 9 160-16,33-12-160 0,-33 12 0 0,28-14-160 0</inkml:trace>
  <inkml:trace contextRef="#ctx0" brushRef="#br0" timeOffset="181232.79">18533 10519 8287 0,'0'0'736'0,"-1"1"-592"0,0-1-144 0,1 0 0 15,0 0 1216-15,0 0 224 0,-1 2 32 0,0-2 16 16,0 2 496-16,3 0 112 0,-1 0 16 0,1-1 0 16,2 1-736-16,1 0-144 0,0-1-16 0,3 1-16 15,-1-2-192-15,-7 0-48 0,0 0 0 0,0 0 0 16,42 0-96-16,-42 0-32 0,0 0 0 0,43-5 0 16,-43 5-128-16,32-7-48 0,-32 7 0 0,30-5 0 0,-30 5-448 0,39-12-80 15,-19 5-128-15,0 0 176 0,-1 0-176 0,-1-2 0 16,-3 1 0-16,-1 1 0 15,-2 1-768-15,-2 1-128 0,-2 2-16 0,-2-1-16 16,-2 3-1248-16,-2 1-240 0</inkml:trace>
  <inkml:trace contextRef="#ctx0" brushRef="#br0" timeOffset="181576.75">18728 10351 17503 0,'0'-7'768'0,"0"4"176"0,0-1-752 0,0 1-192 0,-1 2 0 0,1 0 0 16,0 1 1408-16,0-2 256 0,0-1 64 0,0 0 0 15,0 1 288-15,0 1 64 0,0 1 16 0,0 1 0 0,1 1-944 16,0 4-176-16,0 0-32 0,-1 2-16 16,1 1-640-16,-1 3-128 0,0 2-32 0,0-1 0 0,-1 3-128 0,1 0 0 15,-2 6 0-15,0 1 0 0,-1 4 0 0,-2-1 0 16,0-2-144-16,-1 1 144 15,0-1 0-15,0-1 0 0,-1-1-128 0,2-3 128 0,-1-2-192 0,2-1 32 16,1-4 0-16,1 1 0 0,1-2-64 0,2-4-16 16,1 0 0-16,1-4 0 0,-3-3 240 0,0 0-176 15,0 0 176-15,0 0-160 16,38 0 160-16,-38 0 0 0,0 0 0 0,39-12 0 0,-39 12 0 0,34-10 224 0,-34 10-48 0,37-11-16 16,-37 11-160-1,35-9 0-15,-35 9-160 0,34-12-14704 0</inkml:trace>
  <inkml:trace contextRef="#ctx0" brushRef="#br0" timeOffset="182228.08">19433 10365 11967 0,'3'-2'528'0,"-2"1"112"16,1 1-512-16,-1-2-128 0,0 2 0 0,-1 0 0 0,1 0 1872 0,0-1 352 16,1 0 64-16,0 1 16 0,0-2 272 0,0 2 64 15,-1 0 16-15,-1-2 0 16,0 4-832-16,0-2-160 0,0 0-48 0,-2 0 0 16,0 0-752-16,-1 2-160 0,-1 0-16 0,-2 1-16 15,-2 2-352-15,-2 1-80 0,-2 4-16 0,-3 0 0 16,-2 4-224-16,-5 0 0 0,-3 2-192 0,-2 2 192 15,0 0-704-15,0-1-16 0,1 0-16 0,1-1 0 16,2-2-192-16,4-2-32 0,3-2-16 0,2-4 0 0,4-1 752 0,3-2 224 16,1-1 0-16,2-2 0 0,3-4 0 0,0 1 0 15,1 0 0-15,2-1 0 0,1-1 768 0,1 0 112 0,-1 3 16 0,0-3 16 16,1 1 32-16,1 1 0 0,-1 1 0 0,1-1 0 16,-1 3-496-16,-1 0-80 0,1 3-32 0,-1-1 0 15,-1 1-192-15,-1 2-144 0,0 1 192 0,-1 0-192 16,-1 0 144-16,1 1-144 0,-1-2 0 15,0 3 144-15,1-2-144 0,-1 1 0 0,1-2 0 16,1-2 0-16,-1 1 0 0,1 1 0 0,1-4 0 0,-1 2 0 16,0-2 0-16,2 1 0 0,0 1 0 0,1-3 0 15,-4 0 0-15,0 0 0 0,0 0 0 0,0 0 0 0,0 0 0 16,52 9 0-16,-52-9 128 0,0 0-128 16,50 7 0-16,-50-7 160 0,39 14-160 0,-39-14 160 0,0 0-160 0,53 31 0 15,-53-31 0-15,0 0 0 0,44 39 0 0,-44-39-192 16,0 0 0-16,38 42-17984 15</inkml:trace>
  <inkml:trace contextRef="#ctx0" brushRef="#br0" timeOffset="183693.72">19958 10208 10127 0,'-1'-3'896'0,"0"2"-704"0,1-3-192 0,0 3 0 16,0-1 832-16,0 1 128 0,1-1 16 0,-1 1 16 0,1-2 1312 0,-1-2 256 15,0-1 48-15,1 0 16 0,0 0-464 0,0 1-96 16,0 2-16-16,-1 0 0 0,1 1-544 0,-1 2-112 16,0 0-32-16,0 2 0 0,-1 1-672 0,0 4-144 15,-1 2-32-15,-1 3 0 0,0 1-256 0,0 5-64 0,-2 6-16 16,0 2 0-16,0 2-176 0,-1 3 0 16,1 0 0-16,-1-1-176 0,0 2-48 0,1-2-16 15,-1 4 0-15,3-4 0 0,-1-1 96 0,2-1 16 0,0-4 0 0,2-1 0 16,0-23 128-16,2 34 0 0,-2-34 0 15,0 0-128 1,10 36-240-16,-10-36-32 0,0 0-16 0,0 0 0 16,0 0-256-16,0 0-48 0,0 0-16 0,40 6 0 15,-31-12 144-15,-1-2 16 0,1-1 16 0,1-1 0 0,1 1 560 0,-2-3 0 16,0 0 128-16,0 2-128 0,0-1-304 16,-1 1-144-16,-1 1-48 0,-2 2 0 15,1 0-912-15,-2 2-176 0,0 0-32 0,-2 3-9472 0</inkml:trace>
  <inkml:trace contextRef="#ctx0" brushRef="#br0" timeOffset="183921.2">19789 10426 16575 0,'-2'5'1472'0,"1"-2"-1168"0,1 1-304 0,0-1 0 0,0 0 1680 16,1 1 288-16,0-2 48 0,1 3 16 0,-2-5 432 15,0 0 96-15,0 0 0 0,30 33 16 0,-30-33-864 0,0 0-176 0,41 8-48 0,-41-8 0 16,32-8-592-16,-13-1-112 16,1 0-16-16,2-3-16 0,0 0-432 0,1-2-64 15,-1 0-32-15,0 1 0 0,-1-1-224 0,-2 3 0 0,-1 1 0 0,-2 2-12432 16,-16 8-2496 0</inkml:trace>
  <inkml:trace contextRef="#ctx0" brushRef="#br0" timeOffset="184786.69">20299 10614 11055 0,'-3'-5'976'0,"2"3"-784"0,0-1-192 0,0 3 0 0,0-2 960 0,0 2 160 16,0 0 32-16,-1 0 0 15,-1-1 1168-15,0 1 240 0,-2 1 64 0,-1 1 0 0,2 1-592 0,-1 0-112 0,0 2-32 0,2 1 0 16,-2 1-1136-16,1 0-240 15,1 3-32-15,-1-1-16 0,0 2-272 0,1 0-48 0,-1 3-16 16,1-2 0-16,0 2-128 16,1-2 192-16,2 2-192 0,0-2 192 15,0-2 16-15,0-10 16 0,0 0 0 0,0 0 0 0,0 0-96 0,0 0 0 16,27 29-128-16,-27-29 192 0,18-9-192 0,-7 0 0 16,0-3 0-16,1-2 0 0,0-2-752 15,0-1-32-15,-1-2-16 0,-2 0 0 16,-2 0-816-16,-1 0-176 0,-2 1-16 15,-3 3-16-15,-2 0 736 0,-2 2 160 0,-2 3 32 0,-1 1 0 0,-3 1 896 0,-1 2 0 0,0 3 240 16,0 0-48-16,-1 4 896 0,-1 1 192 16,-1 5 48-16,2 0 0 0,2 5-352 0,0 0-64 0,1 2-16 15,4 0 0-15,2-2-768 0,3-2-128 0</inkml:trace>
  <inkml:trace contextRef="#ctx0" brushRef="#br0" timeOffset="184993.31">20456 10697 26719 0,'-4'0'1184'0,"2"0"240"0,1 0-1136 0,1 0-288 0,0 0 0 0,0 0 0 16,0 0 1152-16,0 0 192 0,1 0 16 0,1 2 16 15,-1 1-592-15,1-1-112 0,-2-2-32 0,0 0 0 16,0 0-304-16,0 0-64 0,0 0-16 0,12 29 0 15,-12-29-256-15,0 0 128 0,0 0-128 0,0 0-15504 16</inkml:trace>
  <inkml:trace contextRef="#ctx0" brushRef="#br0" timeOffset="185346.13">20603 10633 11055 0,'0'-2'480'0,"0"1"112"0,0 1-464 0,0-2-128 16,0 2 0-16,0-1 0 0,1 0 960 0,-1-1 192 0,1-1 16 15,-1 0 16-15,1 0 80 0,-2 2 16 16,0-1 0-16,0 4 0 0,0-1 704 0,-1 3 128 0,-1 3 48 16,0 0 0-16,1 2-272 0,0 1-48 15,-1 2-16-15,1 0 0 0,0 0-1152 0,1-1-224 16,1-1-64-16,1-3 0 0,-1-7-160 0,0 0-32 0,0 0-16 0,0 0 0 15,0 0-176-15,0 0 128 0,0 0-128 0,37 16 128 16,-29-19 128-16,-2-3 32 0,2 0 0 16,1-2 0-16,0-2-288 0,-1-1-256 0,1 1 64 0,-2-2 0 15,1 0 32-15,-4 1 16 0,0 3 0 0,-2-1 0 0,-1 1 144 0,-3 0 0 16,0 2 0-16,-3 2 0 0,0 1 0 16,-2-1 0-16,0 3 128 0,-1-1-128 0,2 2 464 0,-2 0 32 15,0 2 0-15,-1 1 0 0,0 0-304 0,0 1-64 16,1-2-128-16,2 1 192 15,2 0-1376-15,0-1-288 0</inkml:trace>
  <inkml:trace contextRef="#ctx0" brushRef="#br0" timeOffset="185864.06">20849 10540 911 0,'1'-2'0'0,"0"1"0"0,0 0 0 0,0 1 0 15,-1 0 1920-15,1-2 320 0,0 1 48 0,1-1 16 0,0-1 64 0,0-1 0 16,0 2 16-16,-1 0 0 16,-1 1-416-16,0 1-96 0,-2 1-16 0,0 1 0 15,0 1 80-15,-1 0 16 0,-1 2 0 0,-1 0 0 0,0 3-416 0,-1 0-64 16,1 0-32-16,-2 1 0 16,3-1-624-16,-1 1-128 0,1-2-32 0,1 0 0 15,3 0-336-15,-1-1-80 0,1 0-16 0,0-6 0 16,0 0-224-16,0 0 0 0,0 0 128 0,0 0-128 15,0 0 0-15,0 0 0 0,30 32 0 0,-30-32 0 16,0 0 0-16,0 0 0 0,0 0 0 0,40 33 0 16,-40-33 0-16,0 0 0 0,22 32 0 0,-22-32 0 0,0 0 0 0,0 0 0 15,21 37 0-15,-21-37 0 0,0 0 0 0,0 0 0 16,6 27 0-16,-8-22 0 0,1 0 0 16,-4-1 0-16,0 1 0 0,-2 0 0 0,-2-2 0 0,0 1 0 15,-3 1 0-15,-1-3 0 0,-1 0 0 0,-1 1 0 16,-1-3 0-16,-1 0 0 0,1-3 0 0,0 1 0 15,2-2 0-15,-1-3 0 16,2 2-2000-16,1-3-304 0,2 2-48 0,0-3-12960 0</inkml:trace>
  <inkml:trace contextRef="#ctx0" brushRef="#br0" timeOffset="186021.03">20781 10597 12895 0,'5'-5'576'0,"-2"2"112"0,0 0-560 0,-1 0-128 0,0 3 0 16,0-2 0-16,2 2 2736 0,1-3 512 0,-5 3 96 0,22-7 32 15,-22 7-1024-15,30-9-208 0,-30 9-32 0,32-8-16 16,-32 8-1360-16,31-8-272 0,-31 8-48 0,0 0-16 16,39-6-400-16,-39 6-272 0,0 0 32 0,0 0-14672 15</inkml:trace>
  <inkml:trace contextRef="#ctx0" brushRef="#br0" timeOffset="186509.37">21112 10711 11967 0,'0'0'1072'0,"0"0"-864"0,0 0-208 0,0 0 0 0,0 0 2384 16,0 0 432-16,0 0 96 0,0 0 16 0,0 1 592 0,0 1 128 16,0 0 32-16,1-1 0 0,-1 2-1808 0,0 2-352 15,0-5-80-15,0 0-16 0,0 17-1024 0,0-10-208 0,0 0-32 16,-1 3-16-1,0-1-144-15,-2 0 0 0,0 0 0 0,-1 0 0 16,-1 2 0-16,0-2-176 0,-1 1 48 0,-1 0 0 16,2-1-1280-16,-3 0-240 15</inkml:trace>
  <inkml:trace contextRef="#ctx0" brushRef="#br0" timeOffset="186960.11">21357 10502 14735 0,'1'-4'640'0,"-1"0"160"15,1 1-640-15,-1 2-160 0,0-1 0 0,-1 2 0 0,1 0 2464 0,0 0 464 0,0 0 80 0,0 0 32 16,-1 0-352-16,1 0-64 0,-1 2 0 0,2 1-16 16,1-2-1136-16,0 3-208 0,2-3-48 0,0 0-16 15,1-1-848-15,-5 0-160 0,0 0-48 0,0 0 0 16,31-2-144-16,-31 2 0 0,0 0 0 0,35-11 0 16,-35 11 0-16,27-11 0 0,-27 11 0 0,28-12 0 15,-28 12 0-15,25-11 0 0,-25 11 0 0,21-7 0 16,-21 7 0-16,0 0 0 0,0 0 0 0,0 0 128 15,0 0-128-15,0 0 0 0,0 0 0 0,0 0 0 16,0 0 256-16,24 30-48 0,-28-20 0 0,-2 2 0 16,-1 0-64-16,1 2-16 0,-1 2 0 0,-1 1 0 15,0 2-128-15,0 0 0 0,1 2 0 0,-1 2 0 0,0 0 0 16,1 3 0-16,-1 0 0 0,2 0 0 0,0 0 0 0,2-2 0 16,0 2 128-16,0-3-128 0,1-2 0 0,-1-3 0 15,2-1 0-15,-1-3 0 16,1-3-640-16,0-4-128 0,1-1 0 0,1-3-16832 0</inkml:trace>
  <inkml:trace contextRef="#ctx0" brushRef="#br0" timeOffset="187169.92">21381 10737 26719 0,'-6'5'1184'0,"2"-1"240"0,2 0-1136 0,2-2-288 0,-1-2 0 0,1 0 0 15,1 0 2288-15,-1 0 400 0,1 0 64 16,2-2 32-16,1 1-1312 0,-4 1-272 0,0 0-48 0,24-17-16 0,-12 9-688 16,2 0-128-16,3-4-16 0,0 0-16 15,3 0-128-15,-1 1-32 0,1 1 0 0,-1 1 0 0,-19 9-128 0,37-15 0 16,-37 15 0-16,32-11 0 0,-32 11-320 16</inkml:trace>
  <inkml:trace contextRef="#ctx0" brushRef="#br0" timeOffset="193866.01">18060 11574 9215 0,'0'0'816'0,"0"-1"-656"0,0 1-160 0,0 0 0 15,1 0 1152-15,-1-1 192 0,1 1 32 16,0 0 16-16,0 0 688 16,1 0 144-16,0 1 16 0,0 2 16 0,1 0-592 0,-3 2-112 15,0-5-16-15,0 0-16 0,0 0-624 0,0 0-112 0,0 0-16 0,16 30-16 16,-16-30-448-16,0 0-96 15,0 0-16-15,0 0 0 16,0 0-528-16,0 0-112 0</inkml:trace>
  <inkml:trace contextRef="#ctx0" brushRef="#br0" timeOffset="194032.71">18350 11567 911 0,'-3'9'0'0,"2"-3"0"16,0 0 0-16,0-1 0 0,1-2 4480 0,0 0 832 0,0 1 144 0,1 3 48 16,1 2-3520-16,0 3-704 0,1 0-144 15,-3-12-32 1,0 0-2384-16,15 28-496 0,-15-28-80 0,0 0-32 0</inkml:trace>
  <inkml:trace contextRef="#ctx0" brushRef="#br0" timeOffset="194212.05">18099 11309 25791 0,'-1'-1'2304'0,"1"-1"-1856"16,1 1-448-16,1 1 0 0,0 0 1552 0,0 1 224 16,3-1 32-16,0 2 16 0,-5-2-272 0,0 0-48 15,0 0-16-15,36 29 0 0,-36-29-1184 0,0 0-304 16,27 31 0-16,-27-31-16704 15</inkml:trace>
  <inkml:trace contextRef="#ctx0" brushRef="#br0" timeOffset="195132.6">18788 11354 1839 0,'0'0'160'0,"0"1"-160"0,0 0 0 0,0-1 0 15,0 0 224-15,0 0 16 0,1 0 0 0,0 2 0 16,0 1 64-16,0-1 16 0,1-2 0 0,-1 1 0 16,0 1 320-16,1-2 80 0,-1 0 16 0,0 0 0 15,0-2 288-15,0 2 48 0,0-1 16 0,0 1 0 16,0 0 320-16,0-2 80 0,0 2 16 0,-1 0 0 16,1-2 608-16,0 1 112 0,-1 1 16 0,0-2 16 15,0 2-240-15,1-2-48 0,-1-1-16 0,1-1 0 16,-1 1-624-16,1-1-128 0,0-3-32 0,0 2 0 15,-1 0-496-15,0-2-96 0,0 2-32 0,0-2 0 16,0 2-96-16,0 0-32 0,-1 2 0 0,-1-1 0 0,-2 2-176 16,0 0-48-16,-1 1 0 0,-2 1 0 0,0 3-192 0,-2-1 0 15,1 3 128-15,-3 2-128 0,-1 3 0 0,-2 4 0 16,0 3 0-16,-1 1 0 0,2 2 0 0,0 1-160 0,0 2 160 16,2 0-128-16,0 2 128 0,3-1-128 0,0-1 128 15,2-2-128-15,2 2 128 0,2-3-128 0,3-3 128 16,-1-17-128-16,0 0 128 0,16 34 0 0,-16-34 0 15,0 0-128-15,0 0 128 0,44 8-192 0,-44-8 192 16,29-14-192 0,-15 7-256-16,1-5-64 0,2-2-16 0,0-5 0 0,2-2-1216 15,0 0-240-15</inkml:trace>
  <inkml:trace contextRef="#ctx0" brushRef="#br0" timeOffset="195600.09">18970 11380 10127 0,'-1'0'896'0,"0"1"-704"0,0-1-192 0,1 0 0 0,0 0 2432 0,0-1 448 16,-1 1 80-16,0-4 32 0,0 1-112 0,0 0 0 16,0-1-16-16,0-3 0 15,0 2-1936-15,0 0-384 0,0-2-80 0,0 2-16 16,-1-2-304-16,1 5-144 0,0-3 128 0,-2 3-128 0,-1 2 128 0,0 0-128 16,0 2 0-16,-1 0 128 0,0 1 64 0,0 1 16 15,-1 2 0-15,1 0 0 0,0 1 128 0,1 1 32 16,0 1 0-16,-1-2 0 0,1 3-32 0,1 1 0 15,0 0 0-15,0 0 0 0,1-1-176 0,0 2-32 0,-1 1-128 16,2-1 192-16,-1-2-192 16,0 1 0-16,1-1 0 0,0 0 0 0,1-1 0 0,-1-2 0 0,1-7 0 15,0 0 0-15,0 0 0 0,5 26 0 0,-5-26 0 0,0 0 0 16,0 0 0-16,0 0 0 0,0 0 0 0,0 0-160 16,0 0 0-16,0 0 0 0,40-2 0 0,-33-6 0 15,1-1-96-15,-1-2 0 0,1-1-16 0,-2 0 0 16,1-2 128-16,-3 0 144 0,1-1-208 0,-1 0 80 15,-1 1 128-15,0 0 176 16,-1 0-48-16,-2 5 0 0,0 0 352 0,0 3 64 16,0 4 16-16,0 0 0 0,-2 2 16 0,1 2 16 0,0 2 0 15,0 4 0-15,1 1-192 0,-1 1-32 0,0 4-16 0,1 3 0 16,1-1-224-16,0-1-128 0,-1-15 160 16,4 31-160-16,-4-31 128 0,6 26-128 0,-6-26 0 0,0 0 144 15,13 29-144-15,-13-29 0 0,0 0 0 0,0 0 0 16,0 0 0-16,0 0 0 0,39 9 0 0,-30-15 0 15,1-3-1424-15,-1-2-272 0</inkml:trace>
  <inkml:trace contextRef="#ctx0" brushRef="#br0" timeOffset="195863.45">19170 11309 16575 0,'0'2'736'0,"0"-2"160"15,1 0-720-15,-1 0-176 0,0 0 0 0,0 0 0 0,1 0 2656 16,0 0 496-16,0 0 112 0,1 0 0 15,0 1-592-15,-1 0-128 0,1 2-32 0,-1 1 0 16,-1 1-1456-16,0 2-288 0,0 1-64 0,-2 1-16 0,1 3-432 0,-2 0-96 16,0 4-16-16,0 1 0 0,-2-1-144 0,0 1 0 15,1 2 0-15,-2-3 0 0,1-1 0 0,0 0 0 16,0-2 0-16,3-3 0 0,0-1-288 0,0-3 64 16,1-1 16-16,1-2 0 15,0-2-464-15,0-1-96 0,1 0 0 0,0-3-16 16,1 1-560-16,-1-3-96 0,2 0-32 0,-1-1 0 15,1 0 64-15,0-3 0 0,-1 2 0 0,1-4-7056 16,0 0-1408-16</inkml:trace>
  <inkml:trace contextRef="#ctx0" brushRef="#br0" timeOffset="196215.62">19154 11380 11119 0,'1'-2'0'0,"0"-1"0"0,0 3 704 0,0-2 160 16,-1 1 32-16,1-1 0 15,0-2 2720-15,2-3 544 0,2 0 96 0,-1-1 32 0,1-2-1664 16,1 1-320-16,0 0-64 0,0-1 0 0,1 1-1184 15,0 0-224-15,0 1-64 0,0-1 0 0,1 4-512 0,0-2-96 16,0 1-32-16,-8 6 0 0,0 0 0 0,0 0 0 16,0 0 0-16,0 0 0 0,39 11-128 0,-39-11 0 15,0 0 0-15,12 40 128 0,-11-19-128 0,-1 3 0 16,0 3 0-16,-1 3 0 0,-1-3 0 0,0-2 0 0,0 1 0 16,0-7 0-16,0-2 0 0,1-3-176 0,0-4 176 0,1-10-128 31,0 0-384-31,0 0-80 0,0 0-16 0,0 0-10912 15,0 0-2192-15</inkml:trace>
  <inkml:trace contextRef="#ctx0" brushRef="#br0" timeOffset="196710.73">19448 11294 24879 0,'-2'5'1088'0,"1"-5"256"0,0 1-1088 0,1 1-256 16,0-2 0-16,0 0 0 15,0 0 1824-15,0-2 304 0,0 2 64 0,1-1 16 16,0-1-768-16,-1-1-160 0,0 1-16 0,-1 0-16 0,1 0-848 0,-1 1-160 16,1-1-48-16,-1 2 0 0,1-2 80 0,-1 2 16 15,0 0 0-15,1 2 0 0,-1 1-288 16,0 1 160-16,0 1-160 0,-1 2 128 16,0 3 80-16,-1 2 16 0,0 2 0 0,-1 2 0 0,0 1-32 0,-2 4 0 15,2 0 0-15,-2-2 0 0,2 0-192 0,-1-2 176 16,1-3-176-16,1-2 160 0,-1-2-160 0,1-4 0 15,1 2 0-15,-1-6 0 16,3 1 0-16,-2-1 0 0,0-4 0 0,1 1 0 16,-1-1 0-16,1-3-224 0,0 0 48 0,0-1 16 15,0 0-352-15,0-2-80 0,1 2-16 0,0-1 0 0,0 0 416 0,1 0 192 16,0 0-192-16,0 0 192 0,2-2-128 0,-1-1 128 0,2 0 0 0,0-2 0 16,1-1 0-16,1 0 160 0,2-1-16 15,0-1 0-15,1 2 240 0,1-1 32 0,-1 3 16 16,0 0 0-16,-1 4-176 0,1 0-48 0,0 0 0 15,-1 4 0-15,-2 0-64 0,-6 3-16 0,0 0 0 0,0 0 0 16,0 0-128-16,0 0 160 16,0 0-160-16,35 27 160 0,-35-27-160 0,3 22 192 15,-3-8-192-15,0 0 192 0,-2 3-192 0,0 2 0 16,0-3 0-16,0 3 128 0,0-6-128 0,1 1 0 0,0-2 0 16,1-1 0-16,0-11 0 0,0 0 0 0,0 0 0 0,0 0 0 31,0 0-960-31,0 0-64 0,0 0 0 0,31-6-16512 0</inkml:trace>
  <inkml:trace contextRef="#ctx0" brushRef="#br0" timeOffset="197026.16">19699 11254 15663 0,'-1'5'688'0,"0"-3"144"0,0 1-656 0,0 0-176 0,1-1 0 0,-1 0 0 16,0 1 2512-16,-2 3 480 0,-2 2 80 0,-1 4 32 15,-2 2-96-15,0 0 0 0,1 1-16 0,0-2 0 0,2 0-1744 0,-1 0-352 16,3-1-64-16,-1 1 0 15,2-2-640-15,0 1-192 0,1-3 0 0,0 0 0 16,1-9 0-16,0 17 0 0,0-17 0 0,0 0 0 16,0 0 0-16,0 0 0 0,0 0 0 0,0 0 0 15,31 24 0-15,-31-24 0 0,0 0 0 0,30-14 0 0,-30 14 128 16,22-17-128-16,-9 5 0 0,-2 0 0 0,0-3 0 16,0 0-144-16,-1 0 16 0,0-2 0 0,-2 1-48 0,-2 2 0 15,-1 0 0-15,-2 2 0 0,-3 2 176 0,-2-1-128 16,-3 3 128-16,-3 1-128 0,-1 3 128 0,-4 1-128 0,0 4 128 0,-2 4-128 15,-1 3 128-15,-2 2 0 16,1 4 0-16,0 0 0 0,2 1-160 0,0-1 160 0,3 0-192 0,3 0 192 31,3-2-944-31,1-5-80 0,2 0 0 0,4-2-15168 0</inkml:trace>
  <inkml:trace contextRef="#ctx0" brushRef="#br0" timeOffset="197334.14">19906 11244 28559 0,'2'-2'1264'0,"-1"2"272"0,1-1-1232 0,-1 0-304 0,-1-1 0 0,0 2 0 0,1 0 2432 0,-1-2 448 16,1-1 64-16,-1 0 32 0,1 1-1872 0,0 0-368 15,-2-1-80-15,1 1-16 16,0 0-416-16,0 1-96 0,-1 2 0 0,1 1-128 16,-1 1 0-16,0 1 0 0,1-1 0 0,-1 4 0 15,-2 2 0-15,-1 3 0 0,-1 2 0 0,-1 4-144 0,0-1-64 0,-1 7-16 16,-1 3 0-16,-1 6 0 15,1-3 224-15,2-1-192 0,2-5 192 0,2-5-192 16,2-19 192-16,3 28 0 0,-3-28 0 0,0 0 0 0,0 0 0 0,0 0 0 0,0 0-128 0,40 17 128 16,-40-17 0-1,22-10 0-15,-22 10 0 0,25-20 0 0,-11 9 0 16,-1-1 0-16,-1 0 0 0,0-2 0 0,0 2-288 0,-3 0-64 16,1 1-16-16,-3 1 0 0,-2 1-656 0,-2 2-128 0,-2 2-16 0,-3 0-16 15,0 1-976 1,-4 3-192-16,0-1-32 0,-3 2-10736 0</inkml:trace>
  <inkml:trace contextRef="#ctx0" brushRef="#br0" timeOffset="197508.88">19822 11306 20319 0,'-3'0'448'0,"2"0"80"0,1 0 32 0,0 0 16 0,0 2-448 0,-1-2-128 0,2 1 0 16,1 2 0-16,-2-3 4064 0,0 0 800 15,0 0 144-15,0 0 48 0,0 0-3152 0,33 32-624 16,-33-32-128-16,0 0-32 0,0 0-672 0,0 0-144 15,47 3-32-15,-47-3 0 0,25-9-272 0,-25 9 0 0,30-17 128 0,-12 7-128 16,0-2-144-16,3-2-96 0,3-1-16 0,-1 1-18880 16</inkml:trace>
  <inkml:trace contextRef="#ctx0" brushRef="#br0" timeOffset="197965.92">20438 11247 11055 0,'-6'1'976'0,"3"0"-784"15,0 0-192-15,1 1 0 0,0-2 2688 0,1 0 512 16,0 2 80-16,-1 0 32 0,-1 1 400 0,0 0 96 15,2 1 16-15,0-1 0 0,2 1-2192 0,-1-4-432 16,0 0-96-16,0 0-16 0,0 0-640 0,0 0-144 16,33-3-32-16,-33 3 0 0,0 0-272 0,29-9 0 0,-29 9 128 0,0 0-128 15,27-8 0-15,-27 8 0 0,0 0 0 0,0 0 0 16,33-3 0-16,-33 3 0 0,0 0 0 16,0 0 0-16,0 0 0 0,0 0 0 15,35 32 0-15,-35-32 0 0,2 24 0 0,-3-12 0 0,-2 3-160 0,0 1 160 16,-2-1-320-16,-1 1 0 0,1-2 0 0,-1-1 0 15,2-1 64-15,-2-3 32 0,2-1 0 0,0-2 0 16,0-2 224-16,1-2 0 0,0-2 0 0,2-3 0 16,-1 0 0-16,1-2 128 0,0-2 0 0,2-1-128 15,0-1 288-15,2-3-48 0,0 0-16 0,3-2 0 16,0 0-224-16,2 0 144 0,0 0-144 0,1 1 128 16,1 1-128-16,-1 1 0 0,2 1 0 0,-2-1 0 0,1 3 0 0,-1-1 0 15,1-1 0-15,0 1 0 16,0-1-944-16,1 1-112 0,0 0-32 0,0-1-15968 15</inkml:trace>
  <inkml:trace contextRef="#ctx0" brushRef="#br0" timeOffset="198281.78">20745 11273 34095 0,'-2'7'1504'0,"1"-5"320"0,1 1-1456 0,0-1-368 0,0-1 0 0,1-1 0 15,-1 0 1408-15,0 0 224 16,0 0 32-16,0 0 16 0,31-1-1104 0,-31 1-240 15,27-7-32-15,-27 7-16 0,30-12-288 0,-30 12 0 0,28-15 0 0,-14 6 0 16,0 0 0-16,-2 0 0 16,0-1 0-16,-1 0 0 15,-2-1-752-15,-2 1-96 0,-1-1-32 0,-3 3 0 16,-3 1-720-16,0 0-160 0,-4 1-32 0,-1 3 0 16,-2 2 128-16,-2 1 32 0,-2 0 0 0,0 3 0 15,-2 3 816-15,0 0 176 0,-1 3 16 0,1 1 16 0,-1 0 1312 0,2 1 272 16,0 1 48-16,1 0 16 0,1 0 1056 0,2 0 208 15,0 0 32-15,2 1 16 0,1 2-784 0,1-3-160 0,2 0-16 16,2-12-16-16,1 23-896 0,-1-23-176 16,0 0-48-16,0 0 0 0,22 34-128 0,-22-34-128 0,0 0 192 0,0 0-192 0,41 14 0 15,-41-14-144-15,0 0-16 0,37-8-18272 16</inkml:trace>
  <inkml:trace contextRef="#ctx0" brushRef="#br0" timeOffset="198599.7">21022 11264 12895 0,'-2'4'1152'0,"-1"1"-928"15,1-2-224-15,1-1 0 0,1-1 3104 0,-1 2 576 0,-1 2 112 0,-2 2 32 32,-1 5-1728-32,1-1-352 0,1-3-64 0,1-3-16 0,2-5-368 0,0 0-80 15,0 0 0-15,0 0-16 0,0 0-288 0,17-10-48 16,-10 1-16-16,2 0 0 0,1-3-608 0,0 0-240 0,2 0 176 0,0 0-176 15,0 2 0-15,0 2 0 0,-12 8 0 0,22-10 0 0,-22 10 0 16,0 0 0 0,0 0 0-16,37 2 0 0,-37-2 0 0,0 0 0 15,0 0 0-15,19 42 0 0,-19-42 0 0,2 44 0 0,-4-16 0 16,-1 5 0-16,0 7 0 0,-1 1-192 16,-1 0 192-16,0-2-208 15,-2 1-320-15,0-4-64 0,0-2-16 0,0-5 0 0,-1-4 352 0,1-4 80 16,-1-2 16-16,1-5 0 0,0-2 160 0,-1-2 224 0,1-5-48 0,-2-1-16 31,0-4-608-31,-1-5-112 0</inkml:trace>
  <inkml:trace contextRef="#ctx0" brushRef="#br0" timeOffset="198775.18">21065 11078 21183 0,'1'1'944'0,"0"1"192"0,-1-2-912 0,0 0-224 0,0 0 0 0,0 0 0 16,0 0 3136-16,0 0 576 0,0 0 112 0,0 0 16 16,33 32-1712-16,-33-32-336 0,0 0-80 0,0 0-16 0,40 23-1248 15,-40-23-240-15,0 0-48 0,0 0-18608 16</inkml:trace>
  <inkml:trace contextRef="#ctx0" brushRef="#br0" timeOffset="199165.88">21343 11266 12207 0,'-1'2'256'0,"1"-2"64"0,0 0 16 0,0 0 16 0,0 0-352 0,0 0 0 16,0 1 0-16,0-1 0 0,1 1 1856 0,-1 0 320 15,1 1 48-15,1-2 16 0,-1 0 1056 0,1 1 224 16,-2-1 32-16,0 0 16 0,0 0-1392 0,0 0-256 0,0 0-64 0,0 0-16 15,33-6-1312-15,-33 6-256 16,0 0-48-16,22-9-16 0,-22 9-208 0,17-11-160 0,-17 11 32 0,18-13 0 31,-10 6-848-31,0-3-176 0,-3 1-16 0,1 2-16 16,-3-2-560-16,-1 2-112 0,-2 1-32 0,-1 0 0 16,-2-1 688-16,-2 4 144 0,1-1 32 0,-1 3 0 0,-1 1 1184 0,1 3 240 0,-2 2 48 0,1 2 16 0,-1-1 880 0,1 3 192 15,-2 2 16-15,0 1 16 16,0 2 0-16,-2 0 0 0,2-1 0 0,2 2 0 15,0-1-736-15,0-1-128 0,4 0-48 0,0-1 0 0,1-2-416 0,1-10-96 16,0 0-16-16,0 0 0 16,0 0-128-16,17 29 128 0,-17-29-128 0,0 0 128 0,0 0-128 0,0 0 0 15,39-3 0-15,-39 3 0 16,26-10-784-16,-26 10-144 0</inkml:trace>
  <inkml:trace contextRef="#ctx0" brushRef="#br0" timeOffset="199414.27">21835 11112 22111 0,'-3'0'1968'0,"0"0"-1584"0,2 0-384 0,-1 1 0 15,0-1 3072-15,-1 1 544 0,-2-1 96 0,-1 2 32 16,-3 1-2032-16,-3-1-416 0,-2-1-80 0,0 1 0 16,1 0-992-16,0 0-224 15,2 1 0-15,0 0 0 0,1 1 0 0,3-2 0 0,-1 3 0 16,3 0 0-16,-1 0 0 0,2 4 0 15,0 1 0-15,2 1 0 0,0-1 0 0,2-10 0 16,0 26 192-16,0-26-192 0,3 31 272 0,-3-31-48 0,8 30-16 16,-8-30 0-16,11 27-208 0,-11-27 144 15,0 0-144-15,27 34 128 0,-27-34-128 0,0 0 0 0,0 0 0 0,46 18 0 16,-46-18-1376 0,0 0-256-16</inkml:trace>
  <inkml:trace contextRef="#ctx0" brushRef="#br0" timeOffset="199678.07">22111 10994 13823 0,'10'-18'608'0,"-5"7"128"0,0 0-592 16,-2 5-144-16,-2 4 0 0,-1 2 0 0,0 0 3264 0,-1 0 640 0,0-2 112 0,0 2 16 0,-1 0-704 0,-2 4-128 15,-1 4-48-15,-3 3 0 16,1 2-2112-16,-2 3-416 0,0 0-96 0,0 4-16 0,-1 3-304 16,0-2-64-16,0 3-16 0,1 0 0 0,1 2-128 0,-1-2 0 0,2-3 0 15,1 0 0 1,4-2 0-16,0-2 0 0,2-17 0 0,1 28 0 0,-1-28 0 0,4 25 0 15,-4-25 0-15,0 0 0 0,0 0-272 16,17 30 16-16,-17-30 0 0,0 0 0 16,0 0-656-16,0 0-128 0,37 7-32 15,-37-7 0-15,0 0 16 0,21-10 0 0,-21 10 0 0,13-12 0 16,-6 6-352-16,-3-2-64 0,1 2 0 0,-1-2-16 16,-1 1-480-16,0 0-80 0,-1-1-32 0,0 2-8288 0</inkml:trace>
  <inkml:trace contextRef="#ctx0" brushRef="#br0" timeOffset="199864.11">21861 11204 36863 0,'-7'8'1632'0,"5"-4"336"0,0-1-1584 0,1 1-384 0,1-4 0 0,0 0 0 16,0 0 992-16,0 0 112 0,0 0 32 0,0 0 0 15,0 0-464-15,44 5-96 0,-44-5 0 0,42-5-16 16,-42 5-304-16,52-17-64 0,-23 6-16 0,1-1 0 15,2-2-176-15,0-1 0 0,-1 1 0 0,1 0-19376 16</inkml:trace>
  <inkml:trace contextRef="#ctx0" brushRef="#br0" timeOffset="200437.26">22697 10998 7359 0,'0'-2'656'0,"0"2"-528"15,0 0-128-15,0 0 0 0,0 0 1888 0,-1 0 352 16,0 0 64-16,0-2 0 15,0 2 1264-15,0-1 240 0,-1 2 48 0,0 1 16 0,0 0-1232 0,0 1-240 16,-1 1-48-16,0 2-16 0,0 1-1232 0,0 4-240 16,0 0-48-16,-1 4-16 0,-1 4-512 0,0 0-96 15,-1 2-32-15,1 1 0 0,-1 2-160 0,0 2 0 16,-2 4 0-16,2 1 0 0,-1-2 0 0,1-1 0 0,0 0 0 0,2-2 0 31,1-3-896-31,2-5-48 0</inkml:trace>
  <inkml:trace contextRef="#ctx0" brushRef="#br0" timeOffset="200674.9">22930 10946 29487 0,'-1'2'1296'0,"0"-2"288"0,1 3-1264 0,-1 0-320 0,0 1 0 0,-1-2 0 15,1 1 1392-15,-1 4 208 0,-3 3 64 0,0 4 0 16,-4 6-832-16,0 4-144 0,1-2-48 0,0 0 0 15,0 1-512-15,2 0-128 0,1 0 0 0,0 0 0 16,3-2 0-16,1 0 0 0,-1-1 0 0,1 0 0 16,1 2 0-16,0-3 0 0,0 2 0 0,0 1 0 15,0-3 0-15,-1 2 0 0,1-21 0 0,-1 33 0 16,1-33 0-16,-2 26 0 0,0-17-176 0,2-9-10976 16,-3 12-2208-16</inkml:trace>
  <inkml:trace contextRef="#ctx0" brushRef="#br0" timeOffset="200899.44">22664 11292 12895 0,'-7'5'576'0,"2"-3"112"0,2-1-560 0,1 1-128 16,2-2 0-16,0 0 0 0,1 0 2112 0,-1-2 400 15,2 1 80-15,0-1 16 0,-2 2-160 0,9-7-16 16,-9 7-16-16,14-11 0 0,-14 11-496 0,18-11-112 15,-18 11-16-15,22-11 0 0,-22 11-800 0,25-8-160 16,-25 8-48-16,29-8 0 0,-29 8-496 0,28-6-96 16,-28 6-32-16,30-7 0 0,-30 7-320 0,28-5-64 15,-28 5-16-15,27-7-17680 0</inkml:trace>
  <inkml:trace contextRef="#ctx0" brushRef="#br0" timeOffset="201392.02">23156 11058 11055 0,'-2'-1'976'0,"0"1"-784"0,1-2-192 0,0 2 0 0,0 2 2576 0,0-2 480 16,0 0 80-16,-1 3 32 0,-1-2 176 0,-1 2 48 16,-2 2 0-16,-1 0 0 0,1 0-1648 0,-2 2-320 0,2 0-64 0,-2 0-16 15,3 0-768-15,-1 0-144 0,1 3-48 0,-1-1 0 16,1 1-384-16,1 1 128 15,-1 1-128-15,1 2 0 0,2-1 0 0,-1 1 0 16,3-14 0-16,-4 31 0 0,4-31 0 0,-4 31 0 16,4-31 0-16,1 30 0 0,-1-30 160 0,0 0-160 15,11 31 192-15,-11-31-192 0,0 0 256 0,0 0-64 0,37 4-16 16,-37-4 0-16,26-14-16 0,-12 3 0 0,0-1 0 0,2-3 0 16,-1-1-160-16,2-3 128 0,-1-2-128 0,-1-1 128 15,-1 1-128-15,-3 2 0 0,-1 0 144 0,-1 0-144 16,-2 0 0-16,-2 0 0 0,-3 5 0 0,-3 0 128 15,-4 2-128-15,-4 4 0 0,-4 4 0 0,-4 4 0 16,-2 5 0-16,-2 4 0 0,-1 3-128 0,-1 2 128 16,0 3-256-16,0 0 48 0,3-2 0 0,1-1-12352 15,5-1-2480-15</inkml:trace>
</inkml:ink>
</file>

<file path=ppt/ink/ink8.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6T09:22:43.637"/>
    </inkml:context>
    <inkml:brush xml:id="br0">
      <inkml:brushProperty name="width" value="0.05292" units="cm"/>
      <inkml:brushProperty name="height" value="0.05292" units="cm"/>
    </inkml:brush>
  </inkml:definitions>
  <inkml:trace contextRef="#ctx0" brushRef="#br0">16301 6420 11967 0,'-1'-5'1072'0,"0"2"-864"0,1 1-208 0,0 2 0 15,0-1 704-15,1 0 112 0,-1 1 16 0,1 0 0 16,-1 0 0-16,1-2 0 0,0 2 0 0,0 2 0 16,0-1 48-16,0 0 16 0,-1 2 0 0,1 1 0 0,-1 0-608 0,0 0-112 15,0 1-32-15,0 0 0 0,-1 1 64 16,0 0 16-16,0 2 0 0,0-1 0 0,-2 5 160 15,0 0 48-15,0 2 0 0,-3 3 0 0,1 0-208 16,-2 4-32-16,-1 2-16 0,-1 0 0 0,0 2-176 16,-1-4 128-16,1 1-128 0,-1-1 128 0,2-1-128 0,1-1 0 15,1-3 0-15,0 0 0 16,2-2-704-16,1-2 0 0,0-2-16 0,2-2-6192 16,0-4-1216-16</inkml:trace>
  <inkml:trace contextRef="#ctx0" brushRef="#br0" timeOffset="459.64">16322 6398 13823 0,'0'0'608'0,"0"-2"128"0,0 2-592 0,0 2-144 0,0-2 0 0,0 1 0 16,0 1 832-16,0 0 144 0,0 3 32 0,0-1 0 16,0 4 48-16,0-8 16 0,0 0 0 0,0 0 0 0,0 0-624 0,8 31-128 15,-8-31-32-15,0 0 0 0,0 0-288 0,0 0 128 16,0 0-128-16,0 0 0 0,0 0 192 0,0 0-64 15,0 0 0-15,0 0-128 0,20 35 416 0,-20-32-32 16,0 1 0-16,0-1 0 0,-1 2 48 0,1 2 0 16,0-7 0-16,0 0 0 0,3 30 16 15,-3-30 0-15,3 32 0 0,-3-32 0 16,2 37-192-16,-2-37-48 0,1 36 0 0,-1-36 0 16,1 37-208-16,-1-37 0 0,1 29 0 0,-1-29 0 15,0 0 0-15,2 35 0 0,-2-35 0 0,0 0 0 16,0 0 0-16,0 0 0 0,0 0 128 0,0 0-128 15,0 0 848-15,0 0 80 0,0 0 16 0,0 0 0 0,0 0 0 0,0 0 0 16,0 0 0-16,0 0 0 0,0 0-112 16,0 0-32-16,6-4 0 0,-5-5 0 0,1 2-240 0,-1-1-48 15,0-2-16-15,2 1 0 0,1-2-176 0,0-1-48 16,1-2 0-16,1-1 0 0,0-1-112 16,2-1-32-16,1-2 0 0,-1-2 0 0,1 1-128 15,-1 2 160-15,0-4-160 0,1 1 160 0,-1 2-160 0,0-2 0 0,1 2 0 0,-2 2 0 16,1 0 0-16,-3 5 0 0,1 1 0 0,-3 4 0 15,0 2 0-15,-1 2-176 0,-1 3 176 0,0 1-192 32,-1 3-1280-32,1-1-272 0,-1 1-48 0,1 1-14720 0</inkml:trace>
  <inkml:trace contextRef="#ctx0" brushRef="#br0" timeOffset="1571.95">16629 6612 8111 0,'0'0'720'0,"0"0"-576"16,0 0-144-16,0-2 0 0,0 2 0 0</inkml:trace>
  <inkml:trace contextRef="#ctx0" brushRef="#br0" timeOffset="2181.31">16627 6598 6367 0,'0'-2'576'0,"0"2"-576"0,1 0 0 0,-1-1 0 15,0 1 864-15,0 0 64 0,0 0 16 0,1 0 16 16,-1 0 768-16,0 0 176 0,1 0 16 0,1 0 32 16,-1 0-192-16,0-2-32 0,0 2-16 0,0 0 16 15,0 0-512-15,1 0-80 0,-1-2-32 0,-1 1 16 16,1-1-160-16,-1 1-16 0,0 0-16 0,0 1 16 16,0-2-288-16,-1 1-48 0,1 1-16 0,-1 0 16 0,1-2-384 0,0 2-80 15,-1 0-16-15,1 0 16 0,-1 0-144 16,1-2 0-16,0 1 0 0,0 4 0 15,0-3-176-15,0 0 176 0,0 0-160 0,0-3 160 0,0 1-128 16,0 2 128-16,-1 0-128 0,1 0 128 0,0 0 0 0,0 0 0 16,-1 2 0-16,0-2 0 15,0 0 0-15,-1 1 0 0,1 1 0 0,0-2-144 0,-2 2 144 0,1-1 0 16,-1 1-144-16,1 0 144 0,-1 0 0 16,0 1 0-16,0-1 0 0,-1 1 0 0,1 0 0 15,1 0 0-15,-2 0 0 0,1 0 0 0,-1 1 0 0,2-1-128 0,-1 1 128 0,-1 1 0 16,1-2 0-16,0 2 0 0,0 0 0 15,-1 1 0-15,1 0 0 0,0 0 0 16,0 1 0-16,0 0 0 0,0 0 0 0,2 0 128 16,-1 0-128-16,0-1 0 0,1 0 0 0,1-6 0 0,-2 12 0 15,2-7 0-15,1 0 0 0,0-1 0 16,0 1 0-16,-1-5 0 0,0 0 0 0,0 0 0 16,0 0 0-16,0 0 0 0,0 0 0 0,0 0 0 15,0 0 0-15,0 0 0 0,0 0 0 0,0 0 0 0,36 5 0 16,-31-10 0-16,0 0 0 0,0-1-128 0,1 0 128 0,0-2 0 15,0 0 0-15,0-1 0 0,0 1 0 0,-1-1 0 16,0-1 0-16,-2 1-128 0,0 0 128 16,-2 1 0-16,0 1 0 0,-1 0 0 0,-1 2 0 0,-2 0 0 15,1 3 0-15,-3 0 0 0,0 2 0 0,1-2 0 16,-2 4 0-16,1-2 0 0,-1 2 0 0,-1-2 0 16,2 2 0-16,0-1 0 0,1 1 0 0,0-2 0 15,1 0 0-15,-1-2 0 0,3 2 0 0,0-1 0 16,0-1-128-16,0 1-32 0,1-2 0 0,1 0-13840 0</inkml:trace>
  <inkml:trace contextRef="#ctx0" brushRef="#br0" timeOffset="2629.19">16750 6587 10127 0,'0'0'896'0,"1"0"-704"16,-1 0-192-16,1 0 0 0,-1 0 384 0,0 0 32 15,1-1 16-15,1 1 0 0,0 0 560 0,0-3 112 16,2 3 32-16,0-2 0 0,0-1-112 0,2 0-32 0,-1 0 0 0,1 0 0 16,0 1 416-16,-1-1 96 0,1 1 16 0,-1 0 0 15,0 2-256-15,-5 0-48 0,0 0-16 0,0 0 0 0,0 0-592 0,0 0-112 16,0 0-32-16,0 0 0 0,0 0-176 0,30 31-32 15,-30-31-16-15,0 0 0 0,-1 25-112 0,-1-15 0 16,0 0-128-16,-2-1 192 0,1 0-192 0,-3 1 0 16,1-3 0-16,0 2 0 0,-1-1 0 0,2-3 0 0,0 2 0 15,0-3-160-15,1-1 160 0,1-1 0 16,0 0 0-16,1-1 0 0,1 1 0 0,0-4 0 0,0 1 0 16,0-1 176-16,1 0 64 0,1-1 16 0,-1-1 0 0,1-1 0 15,1 0-32-15,1-2 0 0,0 0 0 0,0-3 0 16,2 1-96-16,-1-3 0 0,1 0-128 0,0 0 192 15,1 1 192-15,-2-3 48 0,3 1 0 0,-1 2 0 16,0-1 48-16,-1 2 16 16,0 3 0-16,0 0 0 0,0 2-352 0,-1 0-144 15,0 3 128-15,0 1-128 16,-5 1 0-16,0 0 0 0,0 0 0 0,0 0-11200 16,0 0-2192-16</inkml:trace>
  <inkml:trace contextRef="#ctx0" brushRef="#br0" timeOffset="3264.65">17045 6529 22111 0,'-1'0'1968'0,"1"0"-1584"16,0 0-384-16,0 0 0 0,0 0 1376 0,0 2 192 15,0-2 32-15,-1 0 16 0,0 3 176 0,0-1 16 0,1 0 16 0,-2 4 0 16,2-6-1408-16,0 0-288 0,-4 26-128 0,0-15 128 15,0 3-128-15,-1 1 0 0,0 1 0 0,0-2 0 16,-3 5 0-16,1-1 0 0,-1-3-128 0,1 0 128 16,-1 1-224-16,2-3 32 0,1 0 0 0,2-5 0 15,0 1-80-15,0-4-16 0,2 2 0 0,0-5 0 16,0 1 288-16,2-1 0 0,-1-2-128 0,2-2 128 16,0-1 0-16,1-1 0 0,0-2 0 0,3-2 0 15,0-2-464-15,-1-1-96 0,1 0-16 0,0-1 0 31,0 0 32-31,0-2 0 0,1 0 0 0,-1 0 0 0,1 0 992 0,-1 0 192 0,1 2 32 0,-1 1 16 16,2 0 144-16,-2 2 48 0,1 2 0 0,-2 2 0 16,2 0-112-16,-7 5 0 0,0 0-16 0,0 0 0 0,0 0-352 0,0 0-64 15,0 0-16-15,28 31 0 0,-28-31-64 16,0 0 0-16,4 33-16 0,-4-33 0 0,-1 24-240 0,1-24 0 16,-4 26 128-16,1-14-128 0,-1 0 0 0,0 0 0 15,1-3 0-15,-1-2 0 0,0 3 0 0,0-5 0 16,1 0 0-16,0-3 0 0,1 0 0 0,1-2-160 15,0 0 160-15,1-4-128 0,1-1-48 0,1 0 0 16,1-5 0-16,0 1 0 16,1-1-592-16,1-3-112 0,0 0-16 0,2-1-16 0,-1-1 400 0,2-3 96 15,-2-1 16-15,2 0 0 0,0 0 400 0,0 0 176 0,-1 3-16 0,0 2 0 16,0 4 144-16,-1 0 16 0,1 5 16 16,-3 1 0-16,1 3 240 0,-5 1 32 0,0 0 16 0,0 0 0 15,0 0-96-15,0 0-16 0,17 39 0 16,-17-39 0-16,0 28-304 0,0-28-64 0,-1 29-16 0,1-29 0 15,-3 29-128-15,3-29 0 0,-3 27 0 0,3-27 128 16,-3 29-128-16,3-29 0 0,-4 24 0 0,2-13 0 16,0-3 0-16,1-1 0 0,0 0 0 0,0-5 0 15,0 1-512-15,1-1-16 0,0-2-16 0,0 0 0 16,1-2-1568-16,0-1-304 16,1-1-64-16,2-1-11840 0</inkml:trace>
  <inkml:trace contextRef="#ctx0" brushRef="#br0" timeOffset="3725.54">17344 6652 19343 0,'0'0'848'0,"0"0"192"0,0 0-832 0,0 0-208 16,0 0 0-16,0 0 0 0,0 0 1712 0,0 0 288 16,0 0 64-16,0 0 16 0,31-5-608 0,-31 5-112 15,0 0-16-15,26-11-16 0,-19 4-688 0,-7 7-128 0,17-10-16 0,-10 3-16 16,-2-3-288-16,0 1-48 0,0-1-16 0,-3-1 0 15,1 1-128-15,-3-2 128 0,0 0-128 0,-2 1 128 16,-1 1-128-16,0 1 128 0,-1 1-128 0,-2 4 128 16,-1 1-128-16,1 1-144 0,-2 5 144 0,0 1-208 15,0 3-560 1,0 2-128-16,1 4 0 0,-1 3-16 0,1 1 576 0,-1 1 112 0,2 0 32 0,0 0 0 16,0 4 192-16,0-4 0 0,1 2 0 0,1-2 0 15,4-18 0-15,-3 31 0 0,3-31 0 0,0 0 0 0,8 30-192 16,-8-30 48-16,0 0 16 0,0 0 0 15,0 0-800-15,32 3-160 0,-23-7-16 0,1-6-16 16,1 0 240-16,-1-1 48 0,2-3 16 0,0 0 0 31,0 1-288-31,-2-3-64 0,0 2-16 0,0-3 0 0,-3 1 608 0,-1 1 128 0,-1-1 32 0,-1 2 0 0,-1 0 544 0,-2 4 128 16,0 2 0-16,-1 4 16 0,0 4 880 0,-2 1 192 16,-1 3 16-16,-1 5 16 0,1 3 240 0,-1 0 48 15,-2 4 16-15,3 2 0 0,-1 0-672 0,4-18-144 16,-5 33-32-16,5-33 0 15,-2 33-432-15,2-33-80 0,0 0-32 0,9 38 0 0,-9-38 96 0,0 0 32 16,0 0 0-16,0 0 0 16,36 24-704-16,-36-24-144 0,18-5-16 0,-6-2-9408 15,1-2-1856-15</inkml:trace>
  <inkml:trace contextRef="#ctx0" brushRef="#br0" timeOffset="3977.96">17830 6256 11055 0,'-1'-2'976'0,"0"0"-784"0,0 2-192 0,0 0 0 0,-1 2 2768 0,1-1 512 16,-1 0 112-16,-1 4 0 0,-2 2-688 0,-2 0-144 15,0 2-16-15,-1 1-16 0,-1 2-1504 0,2-2-288 16,-2-1-64-16,3 0-16 0,-1 2-208 0,0 0-32 16,1 1-16-16,-1 3 0 0,2 0 176 0,-1 3 48 15,-1 3 0-15,0 5 0 0,1 2-224 0,-3 3-32 16,1 0-16-16,-1 2 0 0,1-2-208 0,2-1-144 15,2-6 192-15,2-3-192 0,2-21 0 0,5 34 0 16,-5-34 0-16,0 0 0 0,0 0 0 0,28 33 0 0,-28-33 0 16,0 0 0-16,30 0 160 0,-18-6-160 15,2-2 128-15,2-2-12032 0,1-2-2400 16</inkml:trace>
  <inkml:trace contextRef="#ctx0" brushRef="#br0" timeOffset="5852.56">18454 6360 17503 0,'2'-2'1552'0,"-2"1"-1232"15,1 0-320-15,-1 1 0 0,0 0 1504 16,0 0 240-16,0-2 48 0,1 1 16 0,-1-1 0 0,1-1 0 16,-2 1 0-16,0 0 0 0,0 2-560 15,-2 0-112-15,0 2-32 0,-2 0 0 0,0 1-576 0,-2 2-112 16,0 2-32-16,-1 0 0 0,0 0-240 0,1 0-144 16,0 1 160-16,0 3-160 0,-1 2 192 0,2 3-48 15,-2 2-16-15,0 4 0 0,1 2 176 0,-2 2 16 16,1 2 16-16,1 1 0 0,1-1-32 0,1-4-16 15,3-3 0-15,2-21 0 0,1 36-288 0,-1-36 160 16,0 0-160-16,18 40 128 0,-18-40-128 0,0 0 0 16,0 0 0-16,42 19-176 0,-42-19-128 0,29-2-16 0,-14-2-16 0,1-2-10992 15,1-1-2176 1</inkml:trace>
  <inkml:trace contextRef="#ctx0" brushRef="#br0" timeOffset="6382.04">18635 6420 17503 0,'-3'0'768'0,"1"0"176"0,1 0-752 0,0 0-192 0,1 0 0 0,-1 0 0 0,0 0 944 0,0 0 144 15,0 0 48-15,0 0 0 0,0 0 368 0,1 0 80 16,-1 0 16-16,1-2 0 0,1 2 128 0,0 2 16 15,1-2 16-15,1 0 0 0,0 0-400 0,1 0-80 16,1 1 0-16,-5-1-16 0,0 0-704 0,0 0-144 16,31 0-32-16,-31 0 0 0,0 0-384 0,28 0 0 15,-28 0 128-15,0 0-128 0,26-1 0 0,-26 1 0 16,0 0 0-16,0 0 0 0,33 2 0 0,-33-2 0 0,0 0 0 0,0 0 0 16,0 0 0-16,0 0 0 15,0 0 0-15,0 0 0 0,34 15 0 0,-32-13 0 0,0 0 0 16,-1 1 0-16,0-1 0 0,-1-1 0 0,0 0 0 15,0 2 0-15,-1 1 128 0,-1-1 0 0,0-1 0 16,-1 1 0-16,1 1-128 0,0 1 192 0,-1-1-192 0,0 2 192 16,0 0-192-16,0 2 0 0,-1 1 0 0,-1 1 0 15,0 1 0-15,-2 1 0 16,3 0 0-16,-4 0 0 0,2 2 0 0,-1 0 0 0,0 0 0 16,1-2 0-16,1-2 0 0,5-10 0 0,-6 19 128 0,4-12-128 15,2-7 0-15,0 0 0 0,0 0 0 16,0 0 0-16,0 0 0 0,0 0 0 0,0 0 0 0,0 0 0 15,34 22 0-15,-34-22 0 0,0 0 0 0,21-3 0 0,-21 3 0 0,14-5 0 16,-14 5-144-16,0 0 144 16,19-4-320-16,-19 4-16 0,0 0 0 0,0 0 0 15,0 0-368 1,0 0-64-16,29-3 0 0,-29 3-16 0,0 0-624 0,0 0-112 0,0 0-16 0,0 0-16 16,25-2-1200-16,-21-1-256 15</inkml:trace>
  <inkml:trace contextRef="#ctx0" brushRef="#br0" timeOffset="6633.25">18689 6515 15663 0,'-5'-1'688'0,"1"1"144"0,1-2-656 0,1 2-176 15,1 2 0-15,0-2 0 0,1 1 1664 0,-1 1 288 0,-1 3 64 16,0-1 16-16,-1 1-288 0,1 2-48 0,2-7-16 0,0 0 0 15,0 0-32-15,0 0-16 0,0 0 0 0,21 36 0 16,-21-36-432-16,0 0-96 0,32 1-16 16,-32-1 0-16,26-6-448 0,-26 6-112 0,32-9-16 0,-15 1 0 15,2 2-384-15,-3-2-128 0,2 1 0 0,-2-1 0 32,-1 0-432-32,-1 3-192 0,-14 5-32 0,27-8-11024 15,-27 8-2208-15</inkml:trace>
  <inkml:trace contextRef="#ctx0" brushRef="#br0" timeOffset="6908.42">19077 6401 2751 0,'-1'-2'256'0,"1"1"-256"0,0 1 0 0,0 0 0 16,0 0 4752-16,0 0 912 0,1 0 176 0,0 0 48 15,1 0-1920-15,0-2-384 0,2 2-80 0,1 0-16 16,1-2-2240-16,0 2-448 0,-6 0-96 0,0 0 0 0,0 0-128 0,0 0-32 16,43 16 0-16,-43-16 0 15,0 0-224-15,31 36-32 0,-31-36-16 0,20 39 0 16,-20-39-80-16,13 47-32 0,-13-47 0 0,3 51 0 0,-5-27-160 0,-2 0 192 16,-4-1-192-16,-2-1 192 0,-2-5-192 0,-3 2 0 15,-3-1 0-15,-4-1-19008 0</inkml:trace>
  <inkml:trace contextRef="#ctx0" brushRef="#br0" timeOffset="8981.42">16348 7368 23039 0,'1'-2'2048'0,"0"-1"-1648"15,0 1-400-15,-1 2 0 0,0 0 1312 0,0 0 176 0,0 0 48 0,0-3 0 16,-1 3 384-16,0-2 64 0,0 2 32 0,1 2 0 15,-2 1-1168-15,-1 2-224 0,0 2-48 0,0 0-16 16,-1 6-272-16,-1 0-48 0,-1 3-16 0,0 1 0 16,-1-2-224-16,1 1 128 0,0-2-128 0,-1 3 0 15,1 0 0-15,0-2 0 0,1-1 0 0,2-3 0 16,1-2 0-16,1-2 0 0,-1-2 0 0,2 0 0 16,0-3 0-16,1 0 0 0,0-2 0 0,1 0 0 15,-1 0-208-15,0 0 16 0,2-3 0 0,-1 2 0 16,0-3-960-16,1-1-176 0,0 2-32 0,0-4-16 15,1 1-656-15,0-2-128 0,0 1-16 0,1-4-16 16,0 0 976 0,-1 0 192-16,2-2 32 0,-2-1 16 0,1-1 720 0,0 0 256 0,-3-2-192 0,2-1 192 15,0 1 576-15,0 2 224 0,-1 3 32 0,1 0 16 16,-1 4 512-16,0 2 112 0,-1-1 0 0,0 3 16 0,0 1-96 0,-1 0-32 16,0 1 0-16,-1 2 0 0,1 0-320 0,-1 0-64 15,0 2-16-15,0 3 0 0,1-1-448 16,-1 2-112-16,0-6-16 0,0 0 0 0,0 0-256 0,4 31-128 15,-4-31 128-15,0 0-128 0,6 35 0 0,-6-35 0 0,5 26 0 0,-5-26 0 16,0 0 0-16,8 36 0 0,-8-36 0 0,0 0 0 16,0 0 0-16,12 31 0 0,-10-27-144 15,1 1 144-15,-1-2 0 0,0-1 0 0,0-2-128 0,1 0 128 16,-1 0 0-16,0-2 0 0,-1 2 0 0,1-3 0 16,0 1 0-16,1-3 0 0,-1 3 128 0,0-5-128 15,0 2 0-15,-1-2 176 0,2 2-176 0,0-5 160 16,1 1 48-16,0-2 16 0,1-1 0 0,0-3 0 15,1-2-224-15,1-1 0 0,0-4 128 0,1 1-128 16,1-2 0-16,-2 3 144 0,1 4-144 0,-2 4 128 16,-1 2-128-16,-1 6 0 0,0 1 0 15,-1 3-12176-15,-2 0-2352 0</inkml:trace>
  <inkml:trace contextRef="#ctx0" brushRef="#br0" timeOffset="9417.19">16648 7449 5519 0,'1'2'496'0,"0"-2"-496"0,1 0 0 0,-1 0 0 0,0-2 2368 0,-1 2 368 0,1 0 80 0,0 0 0 16,2 0-640-16,0-2-128 15,-1 1-16-15,1 1-16 16,-3-2-448-16,1 2-96 0,-1 0 0 0,-1 0-16 0,1 0-112 0,-3 0-32 15,0 3 0-15,-1 1 0 0,0 3-640 0,-1 0-128 16,-1 0-32-16,2 3 0 0,-1-2-352 16,1 3-160-16,1-1 128 0,-1 1-128 0,2 1 0 0,0 0 0 15,2-12 128-15,0 0-128 0,3 22 0 0,-3-22 0 16,0 0 0-16,0 0 0 0,0 0 0 0,0 0-144 0,0 0 144 0,0 0 0 16,36-1 0-16,-29-4 0 15,-1-1 160-15,0-2-32 0,-1 2 192 0,2-2 32 0,-1-2 16 0,0 1 0 16,-1 0-368-16,0-1 144 15,0 0-144-15,-1-3 0 0,1 3 128 0,-2-4-128 0,0 2 0 0,-2 0 0 0,0-2 0 16,-2 4 0 0,1 1 128-16,-3 1-128 0,-1 4 0 0,-2 2 128 0,0 2-128 15,-2 2 0-15,-2 1 384 0,0 4-16 0,-1 2-16 0,0 0 0 16,0 1-352-16,2-1 0 0,1-1 0 0,2 1 128 16,0-1-128-16,2 0 0 0,2 0-128 0,2-4 128 31,0-4-624-31,0 0-32 0,0 0-16 0,0 0-10224 0,0 0-2048 0</inkml:trace>
  <inkml:trace contextRef="#ctx0" brushRef="#br0" timeOffset="9794.44">16807 7388 17503 0,'1'0'768'0,"-1"-1"176"15,2 1-752-15,-1-2-192 0,1 0 0 0,-1 1 0 16,1 1 1856-16,1-2 320 0,0-2 80 0,3-1 16 0,1 1-784 0,1-1-144 15,-1 1-48-15,0 0 0 16,-1-1-640-16,1 1-128 0,-2 1-16 0,-5 3-16 0,0 0 384 0,0 0 80 16,0 0 0-16,0 0 16 0,0 0-272 0,0 0-48 15,37 25-16-15,-37-25 0 0,0 0-304 0,6 32-64 16,-6-32-16-16,0 23 0 0,0-23-256 0,-2 29 160 0,0-15-160 16,0-2 128-16,0 0-128 0,0 0 0 0,-1 0 0 0,-1-1 0 15,1 1 0-15,0-2 0 0,0-3 0 0,0-1 0 16,1-2 0-16,1 0 0 0,0-1 0 0,0-3 0 15,1 0 0-15,0-3 0 0,0-2 0 0,0 1 0 16,0-4 304-16,0 2 16 0,0-1 16 0,0-1 0 16,2 0-80-16,-1-3-32 0,1-1 0 0,1 1 0 15,1-1-224-15,-1 2 176 0,1-1-176 0,2-1 160 16,-1 2-160-16,1 0 0 0,0 1 0 0,1 0 0 16,0 1 0-16,1 0 0 0,-1 2 0 0,1-1 0 0,2 0 0 0,-2 2 0 15,0 0 0-15,0-1 0 0,0 1-288 0,0 0-32 16,-8 5-16-16,15-7-17712 15</inkml:trace>
  <inkml:trace contextRef="#ctx0" brushRef="#br0" timeOffset="10460.95">17138 7361 1839 0,'3'-5'160'0,"0"3"-160"0,-1-2 0 0,0 1 0 0,-1 3 2144 0,0-2 400 16,-1 1 80-16,1 1 0 0,1-2 320 0,-1 0 64 0,1 0 16 0,-2 1 0 16,0 4-560-16,-1 1-112 0,-1 1-32 0,0 2 0 15,-3 4-960-15,0 2-192 16,0 0-32-16,-1 2-16 0,1 2-800 0,-1 0-144 16,1-1-48-16,-1-1 0 0,1 1-128 0,2-2 0 15,-1-4 0-15,1 1 0 0,0-3 0 0,2-3 0 16,0 2 0-16,0-4 0 0,0-2-128 0,1 1 128 0,0-2 0 15,2 0 0-15,-1-3-304 0,1-2 16 16,1-1 0-16,2-1 0 16,-2-1-464-16,3-2-80 0,0 0-32 0,0-4 0 0,1 0 640 0,0 1 224 15,1-3-144-15,0 0 144 0,-1 1 0 0,1-2 0 0,-1 1 0 16,0 3 176-16,1 0 480 0,-3 1 112 0,1 5 0 0,0 0 16 16,-1-1 272-16,0 4 48 0,-2 2 16 0,0-1 0 15,0 3-416-15,0 0-96 0,-3 0-16 0,0 0 0 0,0 0-208 0,0 0-64 0,0 0 0 0,13 31 0 16,-13-31-160-16,0 0-32 0,3 28-128 0,-3-16 192 15,-1 0-192-15,-1-1 128 0,-1 2-128 16,-1 1 0 0,1-2 0-16,-2 1 128 0,-1 0-128 0,0-1 0 0,0-2 0 0,1 1 0 0,1-4 0 0,0 1 0 15,2-2 0-15,0-1 0 0,1-2 0 0,0-1 0 32,2-2 0-32,0 0 0 0,1-2 0 0,1-3 0 15,2 0-384-15,0-2 16 0,0-2 16 0,2-3 0 0,-1 1-80 0,2-2-16 0,1-1 0 0,-1-3 0 16,0 0 176-16,1 0 16 0,-1 0 16 0,0 2 0 15,1 1 240-15,-2 2 0 16,0 3 0-16,-2 3 0 0,0 2 0 0,0 0 0 16,-5 4 0-16,0 0 0 0,0 0 320 0,0 0-32 15,0 0-16-15,0 0 0 0,0 0 288 0,0 0 48 16,0 0 16-16,24 32 0 0,-24-32-400 0,0 0-80 16,0 0-16-16,0 0 0 0,12 31-128 0,-12-31 0 15,0 0 0-15,0 0 0 0,2 31 0 0,-5-22 0 16,0 1 0-16,-2 0 0 0,0 1 0 0,-1-1-176 0,1 2 176 0,-1-3-192 15,2 0 0-15,-1-1 0 0,1 1 0 16,1-2 0 0,2-2-256-16,0 0-48 0,1-3-16 0,1-2-16912 0</inkml:trace>
  <inkml:trace contextRef="#ctx0" brushRef="#br0" timeOffset="10950.93">17496 7428 11055 0,'0'2'976'0,"1"-1"-784"0,-1-1-192 0,0 0 0 0,0 0 1632 0,0 0 288 16,0 0 48-16,0 0 16 15,0 0-336-15,0 0-64 0,21-8-16 0,-15 3 0 0,1 0-864 0,0-3-192 16,0 0-16-16,-1 1-16 0,1-3 320 0,-2-2 64 16,0 2 16-16,-1-1 0 0,-1 1-112 0,-2 1-32 15,-1-1 0-15,-2 3 0 16,0 2-560-16,-2 2-176 0,-1 2 0 0,0 2 0 15,-1 2 464-15,0 2-16 0,-1 2 0 0,1 1 0 0,-2 3 48 16,1-1 0-16,-1 2 0 0,0 2 0 0,2 0-192 16,-2 1-48-16,3-1 0 0,-1 0 0 0,1 0-256 0,3-2 0 15,0-3 128-15,2-9-128 0,0 0 0 0,0 0 0 16,6 27 0-16,-6-27 0 0,0 0 0 0,0 0 0 16,0 0 0-16,0 0 0 15,0 0-384-15,0 0-64 0,39 4-32 0,-34-5 0 16,0-2-48-16,-5 3-16 0,0 0 0 0,13-8 0 0,-8 6 384 0,0-3 160 15,0 1-128-15,0-1 128 0,0 0-240 0,0-2 48 0,2 0 0 16,-1-2 0-16,1-1-32 0,0 0 0 0,0 1 0 16,-1-1 0-16,0-1 224 0,-1 1 0 0,0 0 0 0,-2 2 160 15,1 2 336-15,-2 2 64 0,-1 1 16 0,-1 1 0 0,0 4 368 16,-1-1 80-16,-1 3 0 0,-1 0 16 0,1 4-144 16,-2-1-16-16,0 2-16 0,1 1 0 15,0 0-496-15,1 1-112 0,-1-1 0 0,3-10-16 16,-2 21-240-16,2-21 0 0,0 0 128 0,0 0-128 0,9 28 0 0,-9-28 0 15,0 0 0-15,0 0 0 16,0 0-768-16,0 0-112 16</inkml:trace>
  <inkml:trace contextRef="#ctx0" brushRef="#br0" timeOffset="11216.3">17853 7150 29487 0,'-4'2'1296'0,"1"3"288"0,0-2-1264 16,1 1-320-16,-1-2 0 0,1 1 0 0,0 2 848 0,-2-1 112 16,-2 6 32-16,-2 2 0 0,-1 2-608 0,-1 3-112 15,1 2-16-15,0-3-16 0,2 3-240 0,0 0 0 0,0 3 0 16,1-4 0-16,0 4 192 0,0-4 0 0,-1 3 0 0,1-1 0 16,0 1 304-16,1-1 48 0,3-2 16 15,2-18 0-15,-1 34 64 0,1-34 16 0,0 0 0 16,13 38 0-16,-13-38-352 0,0 0-64 0,0 0-16 0,43 14 0 15,-43-14 48-15,32-12 0 0,-16 4 0 0,0-1 0 16,1-3-384-16,1-2-80 16,-1-3-16-16,2 1-17600 0</inkml:trace>
  <inkml:trace contextRef="#ctx0" brushRef="#br0" timeOffset="11653.52">18500 7205 22111 0,'-5'-1'976'0,"3"-1"208"0,0 1-944 0,-1 1-240 16,1 0 0-16,1 0 0 0,-1 1 1776 0,-1-1 304 15,-2 2 64-15,-2 1 16 0,-3 4-592 0,0 1-112 0,-2 3-32 0,2 3 0 16,0 3-1040-16,0-1-192 0,1 6-64 16,2-3 0-16,-1 4 144 0,2-1 32 0,1-1 0 0,3 0 0 15,2-21 0-15,2 36 0 0,-2-36 0 0,0 0 0 16,21 38 112-16,-21-38 32 0,0 0 0 0,38 24 0 16,-38-24-448-16,0 0 0 0,40 12 0 0,-40-12 0 31,0 0-1504-31,41 4-224 0</inkml:trace>
  <inkml:trace contextRef="#ctx0" brushRef="#br0" timeOffset="12049.76">18645 7294 19343 0,'-1'0'848'0,"0"0"192"0,1 1-832 0,0 1-208 0,0-2 0 0,0 1 0 0,0 0 2560 0,1 2 480 15,0-1 96-15,-1-2 0 16,0 0-784-16,0 0-176 0,0 0-16 0,0 0-16 0,0 0-1408 0,0 0-288 15,40 14-48-15,-40-14-16 0,0 0-256 0,29-9-128 16,-29 9 128-16,19-6-128 0,-19 6 0 0,21-6 0 16,-21 6 128-16,0 0-128 0,30-6 0 0,-30 6 0 0,0 0 0 0,0 0 0 15,31 1 0-15,-31-1 0 0,0 0 0 0,0 0 0 16,0 0 0-16,0 0 0 0,0 0 0 16,11 32 0-16,-13-24 0 0,-2 0 0 0,-1 1 0 0,-1-2 0 15,-1 3 0-15,-1 0 0 16,1 1 0-16,-2 1 0 0,2 0 0 0,-1 0 0 0,2 0 128 0,-1-1-128 15,3-1 160-15,-1 2 0 16,1 0 0-16,1 0 0 0,1-1-160 0,2-11 192 0,-2 21-192 16,2-21 192-16,0 0-192 0,0 0 0 15,7 29 144-15,-7-29-144 0,0 0 0 0,0 0 0 16,0 0 0-16,0 0 0 0,38 5 0 0,-38-5-128 16,0 0 128-16,27-7-192 0,-27 7-96 0,19-7-32 0,-19 7 0 15,18-10 0 1,-10 6-704-16,-1-2-128 0,-7 6-48 0,12-9 0 0,-8 4-1744 15,0 1-336-15</inkml:trace>
  <inkml:trace contextRef="#ctx0" brushRef="#br0" timeOffset="12317.59">18689 7425 10127 0,'-3'0'896'0,"0"0"-704"0,1 1-192 0,1 0 0 16,0-1 2352-16,0 1 432 0,-3 1 96 0,0 0 0 0,-2 0 368 0,0 3 64 0,0-2 16 0,1 1 0 31,1 1-1936-31,1-2-384 0,1-1-80 0,2 0-16 16,0-2 32-16,0 0 0 0,0 0 0 0,0 0 0 15,0 0-272-15,26-4-48 0,-26 4-16 0,21-8 0 0,-21 8-240 0,24-9-48 0,-24 9-16 0,26-9 0 0,-26 9-176 0,30-6-128 16,-30 6 192-16,32-4-192 31,-32 4 128-31,0 0-128 0,44 0 0 0,-44 0 0 0,0 0 0 0,38 4 0 16,-38-4 0-16,0 0 0 15,0 0-384-15,42 1-64 0,-42-1-32 0,0 0-18080 16</inkml:trace>
  <inkml:trace contextRef="#ctx0" brushRef="#br0" timeOffset="12568.21">19082 7283 22111 0,'1'0'1968'0,"0"0"-1584"0,1 0-384 0,-1 0 0 16,-1 2 2768-16,1-2 480 0,-1 0 80 0,0 0 32 15,0 0-1184-15,0 0-256 0,0 0-32 0,29 33-16 16,-29-33-1376-16,0 0-288 0,21 38-48 0,-21-38-16 0,15 34-144 0,-15-34 192 16,10 35-192-16,-10-35 192 0,7 38-192 0,-7-38 0 15,-1 38 0-15,-3-21 128 0,-2 1-128 16,-2-1 0-16,-3-2 0 0,-2 1 0 15,-1-3 0-15,-4 1 0 0</inkml:trace>
  <inkml:trace contextRef="#ctx0" brushRef="#br0" timeOffset="25488.4">17721 8260 2751 0,'-5'-3'256'0,"2"-1"-256"0,0 1 0 0,1 2 0 0,1 0 896 16,0-2 128-16,0 2 16 0,0-2 16 0,-1-1 640 0,-1-2 128 0,0 1 32 0,-1 1 0 15,1-1 32-15,0 2 16 0,0 0 0 0,0 2 0 16,1 1 208-16,0-2 32 16,1 4 16-16,-1-2 0 0,1 1-592 0,0 0-112 0,0 1-32 15,2 1 0-15,0-1-480 0,0-1-112 0,2 2 0 0,0 0-16 16,-3-3-368-16,0 0-64 0,0 0 0 0,0 0-16 16,44 12-48-16,-44-12 0 0,32 2 0 15,-32-2 0-15,37-2 48 0,-37 2 0 0,40-2 0 0,-20-3 0 16,-2 1-48-16,0 1-16 0,0-2 0 0,-2 0 0 15,-1 1-176-15,-2 0-128 0,-1 0 192 16,-2 2-192-16,1 0 128 0,-3 0-128 0,-2 2 0 0,-1 2 0 16,-1-2 0-16,-2 2 0 15,-2 0 0-15,-1 2 0 0,-2 1-784 0,-2 1-176 0,-1-1-16 16,-2 0-16336-16</inkml:trace>
  <inkml:trace contextRef="#ctx0" brushRef="#br0" timeOffset="25788.03">17906 8089 21183 0,'-1'-7'944'0,"0"2"192"0,2 0-912 0,-1 3-224 0,0 2 0 0,0 0 0 16,0-2 2432-16,0 2 432 0,0-2 80 0,-1 1 32 0,0 1-720 0,-1 1-144 16,-1 3-16-16,0-2-16 15,1 3-1408-15,-2 1-288 0,0 0-48 0,0 3-16 0,-1 1-192 0,0 2-128 16,-1 0 160-16,-1 3-160 0,1 3 0 0,-2 1 0 15,1 2 0-15,0 0 0 0,1-2 0 0,-1 2 0 16,2 6 0-16,-1-1 0 16,2 0 0-16,1-5 0 0,3-21 0 0,1 38 0 0,-1-38 0 0,0 0 0 15,0 0 0-15,22 37 0 0,-22-37 0 0,0 0 0 0,31-1 0 16,-18-6 0-16,0 0 272 0,1-4 16 0,0 0 0 16,0-1 0-16,-1 3-128 0,0 0-32 15,-1 0 0-15,-1 1 0 0,-1 3-128 0,-2 1-224 0,0 1 48 16,-2 3-18448-16</inkml:trace>
  <inkml:trace contextRef="#ctx0" brushRef="#br0" timeOffset="27860.44">16512 9081 8287 0,'-3'-1'736'0,"0"-1"-592"15,1 2-144-15,0-2 0 0,1 2 832 0,0-1 128 0,-2-1 16 0,-3-1 16 16,0 1 880-16,-2-3 176 0,0 0 48 16,1 2 0-16,0 0-112 0,2 1-32 15,1 1 0-15,0 1 0 0,0 1-416 0,3 1-96 16,-1 0-16-16,0 0 0 0,2 0-288 0,1 1-64 0,2 0-16 0,0-1 0 16,3 0-224-16,1-2-64 0,3 0 0 0,2-2 0 15,1-1-64-15,2-1-32 0,2 0 0 0,1-2 0 16,-2 1-400-16,1-1-80 0,1 1 0 0,-3 0-16 15,0 1-176-15,-1 1 0 0,-1 0 144 0,-2 1-144 0,0-2 0 0,0 3 0 16,-4-3 0-16,0 1 0 0,0 2 0 16,-2 0 0-16,-2-2 0 0,-1 3 0 15,0-2-1408 1,-2 2-208-16</inkml:trace>
  <inkml:trace contextRef="#ctx0" brushRef="#br0" timeOffset="28160.93">16650 8914 14735 0,'-2'0'640'0,"1"-2"160"0,0-1-640 0,1 3-160 16,0-2 0-16,0 2 0 15,0 0 2608-15,-1-2 480 0,1 1 112 0,-2-1 0 0,1 1-192 0,1 0-32 0,-2 1-16 0,1 0 0 16,-1 0-1776-16,1 1-352 16,0 0-80-16,-1 1-16 0,1-1-480 0,-1 1-80 15,1 3-32-15,0-3 0 0,-1 5-144 0,-1 0 0 16,0 3 0-16,-1 0 128 0,1 4-128 0,-2 0 0 15,0 0 0-15,0 0 0 0,-1 6 0 0,0 3 0 16,-2 3 0-16,2 2 0 0,-1-3 0 0,-1 1 0 16,2 0 0-16,0-3 0 0,1-2 0 0,2-4 0 15,2-3 0-15,1-2 0 0,0-12 0 0,0 0 0 0,0 0 0 0,0 0 0 16,0 0 0-16,40 7 0 0,-29-12 0 0,1-4 0 16,0-1 0-16,0 1 0 0,1-1 224 15,0-1-64-15,-1 1-160 0,0 1 0 0,0 1-160 16,-1 1-17824-16</inkml:trace>
  <inkml:trace contextRef="#ctx0" brushRef="#br0" timeOffset="29489.21">17454 8871 16575 0,'3'-9'1472'0,"-1"1"-1168"15,0 4-304-15,-1-1 0 0,0 3 1664 0,-1 2 256 16,0-2 64-16,1-1 16 0,1 1 752 0,-1-3 128 16,1 2 48-16,-1-1 0 0,-1 2-1264 0,0 2-240 15,-1 2-48-15,-1-1-16 0,0 2-784 0,-1 2-144 0,0 0-48 0,0 3 0 16,-2 3-240-16,1 1-144 0,-1 2 160 0,0 4-160 15,0 2 0-15,0-1 128 0,0-2-128 0,-1 6 0 0,-2 4 0 0,-1 4 0 16,-1 4 0-16,0-2 0 16,1-2 0-16,2-3 0 0,1-4 0 0,0-3 0 0,2-4 0 0,1-5 0 15,1-1 0-15,0-3 0 16,0-3 0-16,1-1 0 0,0-3 0 0,1-2 0 0,1 1 0 0,-1-2 0 16,1-4 0-16,0 0 0 0,1-1 0 0,0-2 0 15,0 1 0-15,1-3 0 0,0 1 0 0,1-4 0 16,0 2 0-16,1-2 0 0,1-2 0 15,0 3 0-15,2-1 0 0,2 2 0 0,-1 3 0 16,0-1 0-16,2 3 0 0,0 1 0 0,-1 3 0 0,-1 0 0 16,1 3 0-16,-10 0 0 0,0 0 0 0,0 0 0 15,0 0 128-15,36 29-128 0,-36-29 0 0,0 0 128 16,0 0-128-16,15 41 0 0,-15-41 0 0,1 21 0 16,-3-10 0-16,-1-1 0 0,-2 1 0 0,-2-1 0 0,0 0 0 15,-1-1 0-15,-3-2 0 0,1 0 0 16,-1-2 0-16,-1-1 0 0,-2 0 0 0,-1 0-192 0,0-2 192 0,2 0-208 31,1-2-224-31,0 0-32 0,5 0-16 0,1-4 0 0,4 2 208 0,2-1 32 0,1-2 16 0,1 3 0 16,2-3-288-16,2 0-64 0,1 1-16 15,2-3 0-15,4 0-416 16,1-3-80-16,2 0 0 0,2-1-16 0,-1 1-784 0,1-2-160 16,0-1-16-16,2 0-16 0,0 0-784 0,1 0-144 0,-1 1-48 0,-3 3 0 15,-2 1 2080-15,-1 0 400 0,-1 2 96 0,-1 0 16 16,-1 0 464-16,-3 3 0 0,-1 2 0 0,-1-1 0 15,-1 0 192-15,-3 1 144 0,1 2 32 0,-2 1 0 16,0-2 1504-16,-1 2 304 0,-1 0 64 0,-2 0 16 16,1 1 352-16,-1 0 64 0,0 1 16 0,-1-2 0 15,1 1-624-15,0 0-112 0,-1 1-32 0,1 0 0 16,1-1-1008-16,-2 2-208 0,1 0-32 0,-1 2-16 16,1 0-336-16,-1 2-80 0,0 1-16 0,0 0 0 15,-2 4-96-15,0 0 0 0,-1 1-128 0,1 0 192 16,-1-1-192-16,1-1 0 0,2-1 0 0,1-1 0 15,3-3 0-15,2-2 0 0,-2-6 0 0,0 0 0 16,0 0 0-16,0 0 0 0,32-3 0 0,-20-5 0 0,2-1 0 0,1-3-160 16,3-2 160-16,-1-1-192 0,1-2-32 0,1-1-16 15,-2 0 0-15,0 0 0 0,-1 2 0 0,-2-1 0 16,-1 2 0-16,-1 1 0 0,-2 4 240 16,-2-1 0-16,-1 4 0 0,-2 2 0 0,-2 2 0 15,-2 3 0-15,0 0 0 0,-4 5 0 0,1-2 240 16,-2 4-16-16,-1 2 0 0,-2 2 0 0,-1 2 128 0,-1 1 32 15,1 3 0-15,-1-1 0 0,1 3-240 0,0-2-144 16,4-2 192-16,0-1-192 0,2 0 128 0,2-14-128 16,0 0 0-16,0 0 0 0,0 0 0 0,0 0 0 15,0 0 0-15,0 0 0 0,35 23 0 0,-24-28 0 0,-1-1 0 16,1-4 0-16,2-3 0 0,1 0 0 0,0-3 0 16,0 1 0-16,0-1-208 0,2-1 0 0,1-2 0 0,0 0 0 31,-1 0-544-31,1-2-96 0,2-1-32 0,-3 1 0 0,1 2-352 0,-3 0-80 15,0 2-16-15,-4 3 0 0,-1 2 624 16,-2 3 128-16,-2 2 32 0,-2 2 0 0,-1 0 544 0,-3 5 0 0,-1 0 192 0,-1 2-48 16,-1 2 1136-16,-3 1 240 0,0 1 32 0,-1 1 16 15,-2 1-480-15,1 1-80 0,0 2-32 0,-1 0 0 16,3-2-576-16,0 2-112 0,0 1-32 0,2-2 0 16,0 1-128-16,1 1-128 0,1 0 144 0,0 0-144 0,1 0 0 0,0-3 0 15,1 3 0-15,0-3 0 0,1 3 0 0,0-2 0 16,0-10 0-16,1 24 0 0,-1-24 0 0,0 0 0 15,2 28 0-15,-2-28 0 16,0 22 0-16,0-22 0 0,1 23 0 0,-1-23 0 0,0 0 0 0,0 0 0 16,0 0 0-16,0 0-160 15,0 0-208-15,0 0-32 0,0 0-16 0,43 12 0 16,-32-24-1376-16,0-2-288 0</inkml:trace>
  <inkml:trace contextRef="#ctx0" brushRef="#br0" timeOffset="29676.7">17953 8988 13823 0,'-11'9'1216'0,"3"-4"-960"16,4-1-256-16,1 1 0 0,2-5 3328 0,2 1 608 0,0 1 128 15,1-2 32-15,0 3-512 0,4-2-80 16,-6-1-32-16,0 0 0 0,37 0-2352 0,-18-2-480 0,2-3-80 0,1 0-32 16,1 1-272-16,2-3-64 15,-1 3-16-15,0-2 0 0,0-1-176 0,-2 2 0 0,-1-3 0 16,1 0-19376-16</inkml:trace>
  <inkml:trace contextRef="#ctx0" brushRef="#br0" timeOffset="30913.01">18560 8940 911 0,'-2'0'0'0,"-1"2"0"16,1-2 0-16,1 0 0 0,0 1 816 0,0-1 80 0,1 2 0 0,-1-2 16 0,-1 2 576 0,0 1 112 31,-1-1 32-31,0-1 0 0,0 0-96 0,0 1-32 0,2-2 0 0,-1 1 0 16,1 1 208-16,-1-2 32 0,1 0 16 0,0-2 0 16,0 2 224-16,-1-1 64 0,1 1 0 0,0 0 0 15,1 0-400-15,-1-2-80 0,0 2-16 0,-1 0 0 0,2-1-448 0,-1 0-80 16,1 1-32-16,0 0 0 0,0-2-384 0,0 2-80 0,1 0-16 0,1-2 0 15,0 1-240-15,1-1-48 0,1 2-16 0,2 0 0 32,1 0-80-32,0 0 0 0,1 0-128 0,0 0 192 0,1 0-192 15,-9 0 0-15,0 0 128 0,0 0-128 0,37 3 0 16,-37-3 0-16,0 0 0 0,0 0 0 0,38 2 128 16,-27-2-128-16,0-2 0 0,0 1 144 15,0-3-144-15,-1 1 128 0,1 1-128 0,0-1 128 0,-4 1-128 16,0-1 192-16,2 0-192 0,-2 0 192 0,1 1-192 15,-3 1 160-15,0 1-160 0,-1 0 160 0,-1 0-160 0,-1 3 0 16,-1-1 0-16,-1 2 0 0,0 1 0 0,-2 0 0 0,-2 3 128 16,0 3-128-16,-3-1 0 0,-1 4 0 0,0 3 0 15,-3 1 0-15,-2 4 0 0,0 1 0 0,1 1 0 16,-1 0 0-16,0 2 0 0,-1-3 0 16,1 3 0-16,0-2 0 0,1-2 0 0,0-4 0 15,4 0 0-15,-1-2 0 0,1-4 0 0,0-2 0 16,3-1 0-16,0-1 0 0,2-2 0 0,1 1 0 15,2-5 0-15,0 1 0 0,3-1 0 0,1-1 0 0,0 1 0 0,2-2 0 16,0 0-128-16,1-3 128 0,1 3 0 0,2-4 0 16,0 1 0-16,1-1 0 0,1-1 0 0,0 1 0 15,1-2 0-15,0 0-176 0,-1 0 176 16,0-1-128-16,1 2-16 0,-3 0 0 0,0 1 0 0,0-1 0 16,-2 0-112-16,0 3 0 0,-2-3-16 0,-1 1 0 31,-1 1-688-31,0-1-128 0,-1 1-16 0,-1-2-10288 0,-1 1-2064 0</inkml:trace>
  <inkml:trace contextRef="#ctx0" brushRef="#br0" timeOffset="31109.8">18499 9182 29487 0,'-2'0'1296'0,"1"0"288"0,2 1-1264 15,-1-1-320-15,1 1 0 0,0-1 0 16,0 0 1616-16,2 0 272 0,-3 0 48 0,0 0 16 0,0 0-640 15,37-2-128-15,-37 2-32 0,33-10 0 0,-14 4-672 0,0-2-144 16,3 1-16-16,-1-2-16 0,1 1-304 0,0 0 0 16,-1 1 128-16,-1 1-128 0,0-1 0 0,-1 3-272 0,1-1 48 0,-20 5-12064 15,36-5-2400-15</inkml:trace>
  <inkml:trace contextRef="#ctx0" brushRef="#br0" timeOffset="31723.27">19220 9139 22111 0,'-1'0'1968'0,"1"1"-1584"0,1-1-384 0,-1 0 0 16,1 0 1744-16,0-1 272 0,-1 1 48 0,2 0 16 0,1 0-176 0,0-2-48 0,1-1 0 0,-1 0 0 16,2-1-1088-16,-1-1-240 0,0-1-32 0,1-2-16 31,0 1-480-31,-1-2 128 0,1-1-128 0,-2 1 0 15,0-1 0-15,-2 1 0 0,0-1 0 0,-1 3 0 16,0 0 0-16,-3 0 0 0,1 2 0 0,-3 1 0 0,-1 1 0 0,0 1-128 0,-1 2 128 16,-1 2 0-16,1 1 0 0,-4 3 0 0,1 2 0 0,-2 4 0 15,1 0-352-15,0 3-16 16,1 0 0-16,1 4 0 0,0-2 368 0,2 2-144 16,0 2 144-16,1 1 0 0,2-4 0 0,2-1 0 15,2-17 160-15,4 31-32 0,-4-31 192 0,0 0 64 16,0 0 0-16,40 28 0 0,-40-28 0 0,30-2 0 0,-14-3 0 0,1-4 0 15,0-1-384-15,1-4 128 16,1 0-128-16,-1-5 0 0,0 0 0 0,-2 0-128 0,-3 0 0 16,0 0 0-16,-2 2-192 0,-2 1-48 0,-2 2 0 15,-1 2 0-15,-2 1 368 0,-2 3-144 16,-1 1 144-16,-1 2 0 0,-1 3 0 0,0 2 0 0,-1 2 0 0,-1 3 0 0,0 0 512 0,-1 4 16 16,2 0 0-16,-1 3 0 15,1 0-80-15,1 2-32 0,0-1 0 0,1-13 0 16,2 26-224-16,-2-26-32 0,0 0-16 0,10 33 0 0,-10-33-144 15,0 0 0-15,0 0 0 0,0 0 128 16,37 23-128-16,-37-23 0 0,0 0 0 0,27-7 0 0,-17 1-176 0,0-2-16 16,-1-2 0-16,1-1-18224 15</inkml:trace>
  <inkml:trace contextRef="#ctx0" brushRef="#br0" timeOffset="31928.71">19634 8947 23039 0,'-3'0'1024'0,"0"1"192"15,1 1-960-15,-1-2-256 0,2 2 0 0,-1 0 0 0,1 0 2384 16,-1 1 432-16,-3 3 96 0,-1 2 16 0,0 2-1072 0,-1 1-224 16,0 2-32-16,1 1-16 15,0 0-992-15,0 0-192 0,1 3-32 0,-1-1-16 0,3 4-352 0,-3 1 0 16,0 2 0-16,1 1 0 0,-1 1 0 0,1 2 0 16,-2 2 0-16,1 5 0 0,-2 1-208 0,2-2 32 15,1 0 16-15,2-3 0 16,0-1-400-16,2-3-80 0,1-26 0 0,2 35-16 15,-2-35-1776-15,0 0-368 0,0 0-64 0,0 0-10896 0</inkml:trace>
  <inkml:trace contextRef="#ctx0" brushRef="#br0" timeOffset="32191.84">19543 9038 7359 0,'-5'4'656'0,"1"-4"-528"0,0 3-128 0,3 1 0 15,0-3 3168-15,1 1 608 0,0 0 112 0,-1 0 16 16,2 3-208-16,0 0-48 0,-1-5-16 0,0 0 0 15,0 0-2064-15,0 0-416 0,38 12-64 0,-24-15-32 0,2-2-400 0,1-2-80 16,1-1 0-16,0 0-16 0,-1-1-304 0,-2 1-48 16,-2 4-16-16,-2-2 0 15,-11 6-192-15,0 0 0 0,0 0 128 0,0 0-128 0,0 0 0 0,0 0 0 16,0 0 0-16,8 44 0 0,-19-27 0 0,-4 1 0 16,-2 2 0-16,-2 1 0 15,-2-1 0-15,2 0-240 0,0-2 80 0,1-1 16 0,3-3-128 16,2-2-32-16,3-5 0 0,3 1 0 15,3-4 48-15,1-2 16 0,2-1 0 0,2-2 0 16,2-5-1728-16,2-2-336 0</inkml:trace>
  <inkml:trace contextRef="#ctx0" brushRef="#br0" timeOffset="32428.24">19864 8992 18431 0,'-1'2'1632'0,"1"-1"-1312"16,0 1-320-16,-1-2 0 0,0 2 3008 0,0-1 512 15,-1 2 128-15,-1 0 0 0,-1 3-896 0,0 0-176 16,-2 2-32-16,1-1-16 0,0 2-1760 0,0-2-336 16,2 0-80-16,-2 0-16 0,1 1-336 0,1 2 0 0,2 1 0 15,-3 1 128-15,0 0-128 0,0 2 0 0,0 1 0 16,-2 3 0-16,1 3 0 0,-1 1 0 16,0 1 0-16,-1-1-128 0,1 1 128 0,0-1 0 15,0-1 0-15,3-2 0 0,0 0-256 0,3-19 16 0,-2 26 16 0,2-26 0 31,0 0-1504-31,0 0-320 0,0 0-48 0,0 0-13984 0</inkml:trace>
  <inkml:trace contextRef="#ctx0" brushRef="#br0" timeOffset="32724.18">19835 9090 15663 0,'-3'-12'688'0,"1"4"144"0,0 1-656 0,1 3-176 0,0 3 0 0,0 1 0 0,1 0 2336 15,-1 0 432-15,0 0 96 0,0 0 16 0,0 0-96 0,0 0-16 16,3 3 0-16,0-1 0 0,3-2-1440 0,2 0-304 15,-7 0-48-15,0 0-16 0,25-4-544 0,-15 1-112 16,2-1-32-16,1-1 0 0,1 0-272 0,0-2 0 16,0 0 128-16,-1 2-128 0,-2 0 0 15,-11 5 0-15,18-2 0 0,-12 2 0 0,-6 0 0 0,0 0 0 16,0 0 0-16,0 0 0 0,0 26 0 0,-8-18 0 0,-1 3 0 0,-2 1 0 16,1 0 0-16,-3 0 0 15,-1 2 0-15,-2-2 0 16,-2 2-384-16,1 0-48 0,0-2 0 0,2 0 0 15,2-3-64-15,3-1-16 0,2-2 0 0,2-1 0 0,1 0 512 0,2-3 0 16,1 0-128-16,2-2 128 16,2 0-544-16,2-2-64 0,0 0-16 0,3-3 0 15,0-2-1088-15,2 0-208 0</inkml:trace>
  <inkml:trace contextRef="#ctx0" brushRef="#br0" timeOffset="33204.39">20169 9006 7951 0,'1'-3'352'0,"-1"2"80"0,1-2-432 0,-1 3 0 15,0 0 0-15,-1 0 0 0,1 0 2016 0,-1 0 320 16,0 0 64-16,1 1 16 0,-3 1 560 0,0 0 112 0,-1 1 32 16,1 2 32-16,-3 1-992 0,0 2-208 15,0 1-32-15,-1 3 16 0,-1 2-736 0,0 0-160 16,-1 3-16-16,2 0-16 0,0 1-496 0,3-1-112 15,0-1-16-15,4-16 48 0,-1 26-272 0,1-26-160 16,0 0 192-16,0 0-192 0,0 0 0 0,19 34 0 16,-19-34-160-16,0 0 160 0,21-8-352 0,-12 0 16 15,2-1 0-15,0-4 32 0,1 0 160 0,1-2 144 16,0-2-208-16,0-2 80 0,1 0-96 0,-3 2-16 16,-1 1 0-16,-2-1 48 0,-1 3 192 0,-1-1-144 15,-1-1 144-15,-3 4 0 0,-1 0 0 0,-4 5 0 0,-2 0 0 0,-2 3 0 16,-2 4 0-16,-3 2 0 0,-1 5 0 0,-1 2 0 0,0 2 240 15,0 2 16-15,1 1 0 16,1 0 0-16,2 1-800 0,1-1-160 0,3 0-16 0,0-2-15600 16</inkml:trace>
  <inkml:trace contextRef="#ctx0" brushRef="#br0" timeOffset="33527.21">20268 8999 9215 0,'2'-4'816'0,"-2"3"-656"16,1 1-160-16,0 0 0 0,0 1 3552 0,0 1 672 0,1-2 144 15,2 2 32-15,-4-2-608 0,0 0-112 16,0 0-32-16,0 0 0 0,40 29-2256 0,-40-29-464 16,0 0-96-16,30 28 0 0,-30-28-512 0,0 0-112 0,33 31-16 0,-33-31 0 15,0 0-192-15,35 31 0 16,-35-31 0-16,0 0 0 0,38 30 0 0,-38-30 0 16,0 0 0-16,0 0 0 15,42 29-464-15,-42-29-96 0,0 0-16 0,0 0-17408 0</inkml:trace>
  <inkml:trace contextRef="#ctx0" brushRef="#br0" timeOffset="33709.79">20577 8945 17503 0,'-2'0'1552'0,"-1"2"-1232"0,1-1-320 0,0 1 0 16,0 0 2560-16,0 0 448 0,-2 4 80 0,-4 2 32 16,-1 2-496-16,-4 6-80 0,-2 1-32 0,0 4 0 15,-2-1-1440-15,-1 3-304 0,-1-1-48 0,-1 1-16 16,2 1-368-16,0-3-80 0,0-2 0 0,3-4-16 15,3-2-112-15,0-3 0 0,2 0-128 0,2-5 192 16,1 0-192-16,3-3 0 0,0 0 0 0,2-4-12336 16,2-1-2432-16</inkml:trace>
  <inkml:trace contextRef="#ctx0" brushRef="#br0" timeOffset="33910.87">20648 8924 26719 0,'-1'2'1184'0,"1"0"240"0,0 0-1136 0,0 1-288 16,0-1 0-16,0-1 0 0,0 1 2704 0,1 0 496 16,0 3 80-16,0 0 32 0,-1-5-1904 0,0 0-368 15,0 0-80-15,0 0 0 0,0 0-736 0,29 33-224 0,-29-33 128 16,0 0-128-16,0 0 0 0,0 0 0 0,37 3 0 16,-30-4 0-16,-7 1-160 0,0 0-144 15,0 0-16-15,0 0-12016 16,0 0-2384-16</inkml:trace>
  <inkml:trace contextRef="#ctx0" brushRef="#br0" timeOffset="34063.58">20621 9113 20271 0,'0'1'896'0,"0"1"192"0,0-2-880 0,0 2-208 16,1-2 0-16,0 1 0 16,-1 0 2752-16,1 1 496 0,0 1 96 0,-1-3 32 0,0 0-1200 0,0 0-256 15,1 33-32-15,-4-22-16 0,-1 2-1312 16,0-3-272-16,-3 2-48 0,1-1-16 15,1-1-224-15,-1-1 0 0,2-1 0 0,1 0-11840 16,2-2-2352-16</inkml:trace>
  <inkml:trace contextRef="#ctx0" brushRef="#br0" timeOffset="34798.81">20968 9030 10127 0,'-1'0'896'0,"0"0"-704"0,1 0-192 0,-1 2 0 0,0-2 2272 0,0 1 416 16,-1 3 96-16,0-1 16 0,-3 1 640 0,0 4 128 15,-1 1 16-15,-1 1 16 16,1 3-1440-16,-1-1-304 0,1 0-48 15,0 2-16-15,1-2-1216 0,1 1-240 0,0 0-48 0,2-3-16 16,2-10-272-16,-4 20 0 0,4-20 0 0,0 0 0 0,-3 23 0 0,1-18 0 0,2-5 0 0,0 0 0 31,0 0-304-31,-4 11-64 0,4-10-16 0,-1-1 0 32,2-1-416-32,-2-3-96 0,0 1 0 0,1-1-16 15,-1-1 272-15,1 0 48 0,1-2 16 0,0 1 0 0,0-2 576 0,1-1 0 0,2 0 0 0,0-2 0 16,1 0 448-16,2-2 48 0,0-1 16 0,1 0 0 15,1-2 80-15,0 1 32 0,1-2 0 0,2 3 0 16,-2 0-128-16,0 2-32 0,0 0 0 0,0 3 0 16,1 0-128-16,-1 1-16 0,-2 2-16 0,0 3 0 15,0 0-128-15,-2 1-32 0,1 2 0 0,-3 0 0 0,-4 0 16 0,0 0 0 16,0 0 0-16,0 0 0 0,0 0-160 0,0 0 160 16,20 38-160-16,-20-38 160 0,0 0-32 0,-1 29-128 15,1-29 192-15,-3 23-64 0,0-11-128 0,0 0 0 16,-1 1 0-16,-1 0 0 0,1 0 0 0,-1-1 0 15,1 1 0-15,-2-3 0 0,1-1 0 0,2-2 0 16,0 0 0-16,0-4 0 0,2 0 0 0,0-2 0 0,1-2 0 0,2 0 0 16,1-4 0-16,1-2 0 0,1 2 0 0,1-4 0 15,1-3 0-15,1 0 0 0,2-2-128 16,0 0 128-16,0-3-272 0,1 0 16 0,1-1 0 0,1 1 0 16,-2 2 256-16,1 4-192 0,-1-1 192 0,0 3-160 15,-1 1 160-15,-2 4 0 0,1 1 0 0,-3 1 0 16,0 0 0-16,-2 2 0 0,-4 0 0 0,0 0 0 15,0 0 0-15,0 0 144 0,0 0-144 0,0 0 0 16,0 0 304-16,19 37-48 0,-19-37-16 0,0 0 0 16,0 0-240-16,5 31 176 0,-5-31-176 0,0 0 160 15,0 0-160-15,0 33 0 0,0-33 0 0,0 0 0 0,-2 24 0 0,2-24 0 16,-4 17 0-16,4-17 0 0,-5 16 0 0,5-16 0 16,-5 17 0-16,2-12 0 0,1 2 0 0,1-5 0 15,1-2 0-15,0 0 0 16,0 0-528-16,0 0-48 0,0 0 0 15,0 0-17728-15</inkml:trace>
  <inkml:trace contextRef="#ctx0" brushRef="#br0" timeOffset="35690.87">21391 9082 11279 0,'1'-2'0'0,"0"2"0"16,-1 0 0-16,0 0 0 15,0 1 0-15,0-1 128 0,0 1-128 0,0-1 0 16,0 2 0-16,0-1 0 0,-1 4 0 0,0-3 0 16,0 2 0-16,0 1 0 0,-1 0 2560 0,1-2 592 0,0 2 112 0,0 0 64 15,0-2 336-15,1 2 64 16,0-2 16-16,0-1 32 0,0 1-1168 0,2-1-240 15,0-2-32-15,0 0 32 0,1 0-1632 0,0-3-320 16,2 1-64-16,0-3 16 0,-2 0-368 0,2-1 0 0,0-1 0 0,-1-1 0 16,1 0-192-16,-1-1 192 15,-1 0-208-15,1 1 208 0,-2-1-208 0,-1 1 64 0,0 0 16 0,-2 1 128 0,-1 0-192 0,0 2 64 16,-2-1 128-16,0 3-176 16,-1 0 48-16,0 1 0 0,-2 0 0 0,1 2 128 0,-1 2-208 0,1 0 64 15,-2 1 16-15,2 1 128 0,-1 1-192 16,1 2 192-16,-1 1-208 0,0 3 208 15,1-1-208-15,0 4 64 0,0-2 16 0,1 2 128 0,-1 0 0 0,1 1-144 16,0 1 144-16,1-2 0 0,1 0 0 0,1 0 0 16,2-14 0-16,-3 24 0 0,3-24 0 0,0 0 0 15,0 0 0-15,4 36 0 0,-4-36 0 16,0 0 0-16,0 0 0 0,0 0 0 0,0 0 0 0,0 0 0 16,0 0 0-16,0 0 0 0,39 16 0 0,-31-20 0 15,-1-1-128-15,1 2 128 0,-2-3-208 0,2-1 16 16,1 0 0-16,0-3 0 0,0 0 192 0,1-2-144 15,-2 0 144-15,1 1-128 0,0-3 128 0,-2 1 0 16,0 0 0-16,-1 0 0 0,0 0 0 16,-3 1 0-16,1 2 0 0,-1 1 0 0,-1 1 0 0,0 2 0 15,-2 3 0-15,0 1 0 0,0 2 0 0,-1 2 0 0,0 3 0 16,0-1 128-16,-1 4-128 0,2-8 0 16,-3 21 0-16,3-21 0 0,-2 26 0 0,2-26 0 15,0 26 0-15,0-26 0 0,0 0 0 0,8 35 0 16,-8-35 0-16,0 0 0 0,0 0 0 0,0 0 0 15,23 32 0-15,-23-32 0 0,0 0 0 0,0 0 0 0,28-3 0 0,-19-4 0 16,0 0-160-16,2 0 160 0,0-4-192 16,2-2 192-1,-2 1-1584-15,0 0-208 0,0-2-32 0,0 0-16 16,-1 2-1872-16,0-2-384 0,0-2-80 0,-1 1-16 16,0 1 992-16,0 0 208 0,-1 1 48 0,-1-3 0 0,1 2 1968 15,-2 0 400-15,1 2 64 0,-3 0 32 0,2 0 1296 0,-2 2 256 0,1-1 48 0,-1 1 16 16,1 1 1680-16,-2-1 320 0,1 3 80 0,-1-1 16 15,1 0-528-15,-1 1-96 0,1 0-32 0,-1 2 0 16,-1 2-1360-16,-1-1-288 0,1 3-48 0,-2-1-16 16,1 2-96-16,-2 2-32 0,-1-1 0 0,1 4 0 0,-3 1-48 0,0 4-16 15,0 2 0-15,-2 3 0 0,-1 3-368 16,1 2-80-16,-1 1-16 0,-1 2 0 0,1 1-48 0,0 1-16 16,1-1 0-16,0 0 0 0,2-2 32 0,2-3 0 15,2-19 0-15,-3 35 0 0,3-35-176 0,0 0 0 16,4 38 0-16,-4-38 0 0,0 0 0 0,0 0-224 0,0 0 48 0,0 0 16 31,0 0-1184-31,0 0-224 0</inkml:trace>
  <inkml:trace contextRef="#ctx0" brushRef="#br0" timeOffset="35889.04">21657 8921 16575 0,'-7'3'1472'0,"2"-1"-1168"0,2 2-304 0,1-1 0 16,1 0 2480-16,1-1 432 15,0 0 96-15,0 3 0 0,0-5 256 0,0 0 32 16,0 0 16-16,11 40 0 0,-11-40-2096 0,0 0-432 0,0 0-80 16,39 26 0-16,-39-26-400 0,29-2-80 0,-14-1-16 0,1-1 0 15,0-3-208-15,2 0 0 16,1-3 128-16,-1-2-128 0,2 2-144 0,-2-1-80 0,1 1-16 0,-3 1-18512 16</inkml:trace>
  <inkml:trace contextRef="#ctx0" brushRef="#br0" timeOffset="36225.26">21896 9085 26719 0,'-2'2'1184'0,"1"-1"240"0,2 1-1136 0,-1-2-288 0,0 2 0 0,1-2 0 0,0 0 1712 0,1 0 272 0,1 0 64 0,-3 0 16 15,0 0-496-15,21-4-96 0,-10 0-32 0,0 0 0 16,0-1-1056-16,0 0-192 15,0 1-64-15,0-4 0 0,-1 4-128 0,0-3 0 16,0 0 0-16,-2 2 0 0,-1-1-560 16,-1 0-32-16,-1 1-16 0,-2-2 0 15,0 2-2128-15,-1-1-416 0,-2 0-96 0,-3 0-16 0,0 1 720 16,-2 0 144-16,-1 3 32 0,-1-3 0 16,-1 2 1392-16,-2 3 272 0,1 0 64 0,0 3 16 0,-1 2 2256 0,1 0 448 0,-1 5 96 0,0-1 0 15,1 2 640-15,-2 2 112 0,2 3 16 16,0 0 16-16,0 6-1296 0,-1-1-256 0,2 0-48 15,0 3-16-15,1 0-800 0,1-3-160 16,6-21-48-16,-3 33 0 0,3-33 0 0,0 0 0 16,7 32 0-16,-7-32 0 0,0 0-336 0,0 0-160 0,0 0 16 0,38 11-11856 15,-25-18-2368-15</inkml:trace>
  <inkml:trace contextRef="#ctx0" brushRef="#br0" timeOffset="36493.19">22239 8985 23951 0,'-6'3'2128'0,"-1"1"-1696"0,3 1-432 0,0-3 0 16,1 2 2688-16,-1 0 448 0,-6 5 80 0,-4 3 32 15,-6 5-1216-15,-4 4-240 0,0 0-64 0,2-2 0 0,2-2-1264 0,4-3-256 16,4-2-48-16,3-3-16 16,2-2-144-16,3-2 0 0,4-5 0 0,0 0 0 15,0 0 0-15,0 0 0 0,0 0 0 0,0 0 0 0,35 12 192 0,-35-12-64 16,31 5 0-16,-31-5 0 15,35 9-128-15,-35-9 0 0,35 12 144 0,-35-12-144 0,35 16 0 0,-35-16 0 16,0 0 0-16,38 29 0 0,-38-29 0 0,0 0 0 16,0 0 0-16,4 43 0 0,-11-34 0 0,-4 0 0 15,-2 0 0-15,-5 0 128 0,-4 0-128 0,-6 0 0 16</inkml:trace>
  <inkml:trace contextRef="#ctx0" brushRef="#br0" timeOffset="38235.58">16635 9867 10127 0,'3'-4'896'0,"-1"3"-704"15,0-1-192-15,-2 2 0 0,0 0 1728 0,1 0 320 16,1-4 64-16,1 1 16 0,1-2 768 0,-2 3 160 16,1-2 16-16,-1 3 16 0,-1-2-768 0,-1 1-144 0,0 2-48 15,-1 2 0-15,-1-2-992 0,0 3-208 16,0 2-32-16,-2-1-16 0,0 4-544 0,-1 2-96 16,0 3-32-16,-1 2 0 0,-2 1-208 0,1 3 144 15,-2 0-144-15,0 0 128 0,-1 2-128 0,-2-1 0 16,1 1 0-16,0 0 0 0,0-2 0 0,1 0 0 0,1 0 0 0,1-4 0 0,0-1-192 15,3-3 48-15,2-2 0 0,1-1 0 16,0-4-704-16,2-1-144 0,0-1-32 0,2-2 0 31,0-4-1088-31,1-1-240 0,2-5-32 0,2-2-16 0,3-3-784 0,1-5-144 16,2-3-48-16,2-3-5584 0</inkml:trace>
  <inkml:trace contextRef="#ctx0" brushRef="#br0" timeOffset="38504.07">16620 9936 10127 0,'32'-90'448'0,"-30"85"96"0,-2 5-544 0,0 0 0 0,0-3 0 0,1 0 0 0,1-2 2080 16,1-3 304-16,0 1 64 0,0 2 16 0,-2 1 640 0,1 4 128 0,-1 3 32 0,-1-3 0 31,0 0-1536-31,0 26-320 0,0-26-48 0,-1 28-16 0,1-28-944 0,-1 31-192 16,1-31-32-16,0 33-16 15,0-33-160-15,0 33 0 0,0-33 0 0,0 30 0 0,0-30 0 0,1 29 0 0,-1-29 0 16,1 26 0-16,-1-26 0 0,0 0 0 16,0 33 0-16,0-33 0 0,0 0 0 0,0 0 0 15,0 0 0-15,6 31 0 0,-5-29 256 16,-1-2-48-16,0 0 0 0,0 0 0 0,0 0 352 0,9-5 64 15,-6-1 16-15,1-2 0 0,0-1-128 0,2-2-32 16,0-4 0-16,2 0 0 0,-1-1-160 0,0-5-16 16,3 0-16-16,0-1 0 0,0-2-160 0,1 0-128 15,-1 3 144-15,1 2-144 0,-2 3 0 0,-1 2 0 16,0 4 0-16,-1 0 0 0,0 3 0 0,-1 0-208 0,0 3 32 0,-2 1-18448 16</inkml:trace>
  <inkml:trace contextRef="#ctx0" brushRef="#br0" timeOffset="38951.37">16870 9983 6447 0,'1'0'272'0,"0"0"80"0,0 0-352 16,0 0 0-16,1 0 0 0,-1 0 0 15,0-2 2176-15,0 2 384 0,2-3 64 0,0 1 0 16,0 1 64-16,1 0 16 0,-1-1 0 0,-2-1 0 15,0 3-576-15,-1 0-112 0,-1 0-32 0,-1 1 0 0,-1 3-704 0,-1-2-128 16,1 3-48-16,-2 0 0 16,0 0-640-16,1 2-128 0,-2 0-16 0,1 2-16 15,-1 3-304-15,0-2 0 0,4 1 0 0,-1-1 0 0,1-1 128 0,2-9-128 16,0 0 0-16,1 24 0 0,-1-24 0 0,0 0 0 16,0 0 0-16,0 0 0 0,0 0 0 0,0 0 0 15,0 0 0-15,0 0 0 0,0 0 160 0,0 0-160 0,0 0 128 0,41 2-128 16,-36-6 192-16,2-4-64 15,1 1 0-15,0-1 0 0,1-2-128 0,0 2-176 0,0-1 48 0,-1-1 0 16,-1-1 128-16,0 3-192 16,-2-1 192-16,0-1-192 0,-2 3 192 0,-1-1 0 0,-2-1 0 15,-1 3 0-15,-2-2 0 0,-1 1 0 0,-1 0 128 16,0 1-128-16,-1 3 0 0,-2 3 128 0,-1 0-128 0,-1 2 0 16,-2 1 192-16,0 1-48 0,2 3 0 0,0-2 0 15,2 2-144-15,-2-1 0 0,2 3 0 0,1-2 128 16,1 0-128-16,1-2 0 0,3 2 0 0,1-4 0 15,1-3-816-15,0 0-80 0,0 0-32 0,0 0-15392 16</inkml:trace>
  <inkml:trace contextRef="#ctx0" brushRef="#br0" timeOffset="39368.05">17042 9953 25791 0,'0'0'1152'0,"0"0"224"16,-4 13-1104-16,4-13-272 0,0 0 0 0,0 0 0 15,0 0 2064-15,-3 9 368 0,3-9 64 0,-3 6 0 16,3-6-784-16,0 0-176 0,0 0-16 0,0 0-16 0,0 0-1008 0,0 0-208 16,0 0-32-16,0 0-16 0,0 0-240 0,0 0 0 0,0 0 128 0,0 0-128 15,0 0 0-15,0 0 0 16,0 0 0-16,2 33 0 0,-6-19 0 0,-1 0 0 16,0 1 0-16,-1-1 0 0,0 0 0 0,-2 1 0 15,1-1 0-15,0-2 0 0,-1-1 0 0,3-1-128 0,-1-3 128 0,2-2 0 16,2 0 0-16,0-3 0 0,1-2 0 15,1-2 0-15,1-3-192 0,1 0 64 16,2-2 128-16,1-4-208 16,0 1-544-16,3-5-96 0,-1 1-32 0,1 0 0 0,0-1 464 15,0-2 96-15,2 0 0 0,-1 0 16 0,-1 2 304 0,1 1 0 16,-2-2 0-16,1 4 0 0,-1 0 576 0,0 1 0 16,0 3 16-16,-1 1 0 0,1 2 112 0,-2 2 32 15,-5 3 0-15,0 0 0 0,0 0-288 0,0 0-64 16,0 0-16-16,0 0 0 0,30 34-160 0,-30-34-16 0,0 0-16 15,0 0 0-15,9 40-176 0,-9-40 0 0,0 25 0 0,0-25 0 16,-3 29 0-16,-1-14 0 0,-1 1 0 0,1-1 0 16,-2-1 0-16,1-2 0 0,1-2 0 0,1-2 0 15,-1-2 0-15,1 0-256 0,2-3 48 0,-1-1-12480 16,1-1-2496-16</inkml:trace>
  <inkml:trace contextRef="#ctx0" brushRef="#br0" timeOffset="39700.04">17287 10016 18431 0,'-4'0'816'0,"1"1"160"0,2 1-784 0,-1-2-192 0,1 0 0 16,1 0 0-16,0 2 2336 0,-1-2 416 0,0 3 96 16,1-3 16-16,-1 2-368 0,3-2-64 0,0 0 0 0,-2 0-16 15,0 0-1104-15,0 0-224 0,26-7-32 0,-26 7-16 16,0 0-608-16,37-9-128 0,-37 9-32 0,30-8 0 15,-30 8-272-15,30-4 0 0,-30 4 0 0,27-8 0 16,-27 8-256-16,0 0-128 0</inkml:trace>
  <inkml:trace contextRef="#ctx0" brushRef="#br0" timeOffset="41778.62">17885 9842 11055 0,'0'-1'976'0,"0"1"-784"0,1-2-192 15,-1 1 0-15,0 1 1664 0,0 0 304 0,1-2 48 0,0 0 16 16,0 0-192-16,0-1-48 0,0 1 0 0,0-1 0 15,-1 3-1168-15,1-2-240 0,-1 2-64 0,1 0 0 32,-1 0-640-32,0 0-144 0,0 0-32 0,0 0 0 15,0 0-816-15,-1 0-160 0,1 2-48 0,0-1 0 0,0 1 928 0,0-2 176 0,0 0 32 0,1 0 16 16,-1 0 1008-16,0-2 208 0,0 1 48 0,0 1 0 16,1-2 672-16,-1 2 144 0,1-1 16 0,0 1 16 15,0-1-416-15,-1 1-96 0,1 0-16 0,0-2 0 16,0 2-400-16,-1 0-96 0,0-1-16 0,0 1 0 0,0 1-256 0,0-1-64 15,-1 2-16-15,1-2 0 16,-1 1-96-16,0-1-16 0,0 1 0 0,0-1 0 0,0 2-112 0,1-2-16 16,-1 1-128-16,1-1 192 15,0 2-192-15,0-2 176 0,0 0-176 0,0 0 160 16,0-2-160-16,0 2 0 0,1 0 0 0,-1 0 128 0,0 0-128 0,0 0 0 0,0 0 0 0,0 0 0 16,0 0 0-16,0 0 0 0,0 0 176 15,0 0-176 1,0 2 288-16,-1-2-32 0,1 2-16 0,0-2 0 0,0 1-80 0,0 1-16 0,-1-2 0 0,1 0 0 15,0 0-144-15,0 0 0 16,-1 2 0-16,1-2 128 0,0 0-128 0,0 0 0 0,-1 0 0 0,1 0 0 16,0-2 0-16,0 2 0 15,0 0 144-15,0 0-144 0,0 0 128 0,0 0-128 0,0 0 128 0,0 0-128 16,0 0 128-16,0 0-128 0,0 0 160 0,0 2-160 16,0-2 144-16,1 0-144 0,-1 0 128 0,0 0-128 15,0 0 160-15,0 1-160 16,0-1 192-16,0 1-192 0,0-1 192 0,0 0-192 0,0 2 192 0,0-2-192 15,-1 0 176-15,1 0-176 0,0 1 160 0,0-1-160 16,0 2 128-16,0-2-128 0,0 0 0 0,0-2 0 16,0 2 144-16,0 0-144 0,-1-1 128 0,1 1-128 15,0 0 128-15,1 0-128 0,-1 0 128 0,0 0-128 0,0-2 0 0,0 2 0 16,0 0 128-16,0 0-128 16,0 0 0-16,0 0 0 0,0 0 0 0,0 0 0 0,0 0 0 0,0 0 0 15,0 0 0-15,0 0 0 0,0 0 0 0,0 0 0 0,0 0 0 0,0 0 0 16,0 2 0-1,0-4 0-15,0 2 0 0,0 0 0 0,0 0 0 0,0 0 0 16,0-1 0-16,0 1 0 0,0 0 0 0,0 0 0 0,-1-1 0 0,1 1 0 16,0 0 0-16,0-2 0 0,-1 2 128 0,1 0-128 31,0-2 0-31,-1 2 0 0,1 0 144 0,-1 0-144 16,1 0 128-16,0 0-128 0,-1 2 160 0,1-2-160 0,0 0 128 0,0 0-128 15,-1 2 0-15,1-1 0 0,0 0 0 0,-1 1 128 16,1-1-128-16,-1 2 0 0,0 1 0 0,0-2 0 15,0 3 128-15,-1 2-128 0,-1 0 0 0,-1 2 0 16,1 3 0-16,-2 2 0 0,1 3 0 0,-1 1 128 16,-1 2-128-16,1 2 0 0,-2 1 0 0,0 1 0 15,-1 0 0-15,1-2 0 0,-2 1 0 0,2 0 0 16,0-1 0-16,0-3 0 0,2 0 144 0,2-5-144 16,3-14 128-16,-3 19-128 0,3-19 0 0,0 0 0 0,0 0 0 15,0 0 0-15,0 0 0 0,0 0 0 0,0 0 0 16,16-12 0-1,-12 0-336-15,0 1-112 0,1-1 0 0,-2-2-16 16,2-1-912-16,0-2-176 0,-2 1-48 0,1-3 0 16,-1 0 208-16,0 0 48 0,-2 0 0 0,0 0 0 0,-1 0 944 0,0-3 192 0,0 4 32 15,0-1 16-15,0 2 512 0,0 3 96 16,0 2 32-16,1 5 0 0,0 0 592 0,1 2 112 0,0 0 32 0,1 1 0 16,1 1-480-16,0-1-96 0,2 1 0 15,-1 1-16-15,4-3-64 0,-1 0-16 0,3 1 0 0,-1-1 0 16,2 0-224-16,-12 5-32 0,26-7-16 0,-26 7 0 0,25-7-272 15,-25 7 160-15,0 0-160 0,31-5 128 0,-31 5-128 16,0 0 192-16,0 0-192 0,0 0 192 0,0 0-192 0,32 26 128 16,-33-16-128-16,-3 4 128 0,-3 0 16 0,-2 1 0 15,-3 2 0-15,-2 1 0 0,-1-1-144 0,0-1 128 16,0 0-128-16,-1-3 128 0,2 1-128 16,1-3 0-16,1-3 0 0,2-1 0 0,1-2 0 15,3-3-256-15,0 0 64 0,3-3-12240 0,1-2-2464 0</inkml:trace>
  <inkml:trace contextRef="#ctx0" brushRef="#br0" timeOffset="42275.04">18091 10045 16575 0,'0'0'1472'0,"0"0"-1168"15,0 0-304-15,0 0 0 0,0 0 2704 0,0 0 496 16,0 0 80-16,0 0 32 0,0 0-336 0,0 0-64 0,8-5-16 0,-3-4 0 15,0 0-1920-15,-1-1-384 16,0-2-80-16,0 0 0 0,-1-2-512 0,0 0 128 16,-1-1-128-16,-2 2 0 0,0 1 0 0,-1 2 0 15,-1 0 0-15,-1 6 0 0,0-1 0 0,-2 3 0 0,1 2 0 0,-2 4 0 16,0 1 0-16,-1 2-160 0,0 2 160 0,-1 1-128 16,0 0-16-16,-1 2 0 0,0-1 0 0,1 1 0 15,-1 2 144-15,1-2 0 0,0 0 0 0,0-2 0 16,3 1 0-16,0 0 0 0,1-2 0 0,3 0 128 15,1-9-128-15,0 0 192 0,1 24-64 0,-1-24 0 16,0 0-128-16,0 0 0 0,0 0 0 0,0 0 0 0,25 31 0 16,-25-31 0-16,0 0 0 0,0 0 0 0,39-6 0 15,-39 6 0-15,23-14-176 0,-12 7 176 16,0-2-512 0,-1-1 0-16,0-1 0 0,0 1 0 0,-1-1 64 15,0 1 0-15,0-2 0 0,-2 0 0 0,0 2 320 0,-1 3 128 0,-1-1 0 0,-3 2-144 16,1 1 272-16,-1 3 64 0,-1 2 16 0,-1 1 0 15,-2 0 496-15,0 4 112 0,-1 1 16 0,0 2 0 0,-1-1-336 16,-1 3-64-16,2-1-16 0,-2 1 0 0,2-1-256 16,3-9-160-16,-3 17 192 0,3-17-192 0,0 0 128 0,0 0-128 15,0 0 0-15,0 0 0 0,0 0 0 0,0 0 0 16,0 0 0-16,35 15 0 0,-35-15 0 0,15-9 0 16,-6 1 0-16,-1 1 0 15,1-1-448-15,-1-1 0 0,2-3 0 0,-1 1-17792 16</inkml:trace>
  <inkml:trace contextRef="#ctx0" brushRef="#br0" timeOffset="42618.56">18320 9906 13823 0,'0'0'1216'0,"1"-1"-960"0,0 1-256 0,-1 0 0 16,1-2 2176-16,-1 1 400 0,2 1 80 0,0-2 16 15,0-2-32-15,2 1 0 0,1-2 0 0,-1 1 0 16,1-1-1232-16,-1 2-256 0,1 0-64 0,0 0 0 15,0 0-144-15,1 1-48 0,-6 2 0 0,0 0 0 16,0 0-432-16,0 0-80 0,0 0-32 0,32 26 0 16,-32-26-128-16,0 0-32 0,10 40 0 0,-10-40 0 0,3 31-64 0,-3-31 0 15,-1 28-128-15,1-28 192 16,-4 29-192-16,4-29 0 0,-5 21 0 0,5-21 0 0,-3 14 0 16,3-14 0-16,0 0 0 0,-3 10 0 15,3-10 0-15,0-2 0 0,0-1 0 0,0-4 0 0,1 2 0 16,1-3 0-16,-1-2 0 0,1 2 0 15,1-1 0-15,1-3 0 0,0 0 0 0,1-1 0 0,2 0 0 16,-2-1 0-16,3 0 0 0,-1-1 0 0,0 1 0 0,2 2 0 16,-2 0 0-16,1 1 0 0,2 1 0 15,-2 0 0-15,1 2 0 0,1 0 0 0,-2 3-240 0,-1 0-32 0,-7 5-16 16,0 0-18272-16</inkml:trace>
  <inkml:trace contextRef="#ctx0" brushRef="#br0" timeOffset="43085.48">18651 9936 26719 0,'0'0'1184'0,"0"0"240"0,0 0-1136 0,0 0-288 15,0 0 0-15,0 0 0 0,0 0 2336 0,0 0 416 0,20-10 64 16,-14 4 32-16,2-2-1696 0,-1-2-352 0,0 1-64 0,1-2-16 16,-3 2-400-16,0-1-64 15,0 3-32-15,-3-1 0 0,-1 2-96 0,0 0-128 0,-2 0 176 0,0 1-176 16,-3 2 0-16,-1 2 0 0,0 2 0 0,-3 1 0 0,0 1 0 0,-1 2 0 15,-3 1 0-15,2 2 0 32,-1-1-496-32,1 2-48 0,1 1-16 0,1 0 0 15,1 1 80-15,1 1 16 0,2 0 0 0,0 0 0 0,4-12 464 0,-3 23 0 0,3-23 0 0,0 0 0 16,0 0 0-16,8 34 0 0,-8-34 0 0,0 0 0 0,0 0 240 0,0 0-16 0,0 0 0 0,31 21 0 31,-31-21-80-31,0 0-16 0,0 0 0 0,24-5 0 16,-24 5-128-16,13-9-224 0,-6 4 48 0,-1-2 16 15,1 2-544-15,-2-2-128 0,2 0 0 0,-2-3-16 16,1 3 16-16,-1-1 16 0,-1 0 0 0,0-1 0 0,0 1 576 0,-2 1 240 0,1 0-192 0,-1 0 192 16,-1 2 0-16,1 0 0 15,-1 0 0-15,-1 1 192 0,1-1 624 0,-1 3 128 0,0 2 16 16,0 0 16-16,0 3 272 0,0 1 48 16,0-4 16-16,0 0 0 0,0 0-656 0,1 28-128 15,-1-28-16-15,0 0-16 0,5 31-336 0,-5-31-160 16,0 0 160-16,0 0-160 0,14 35 0 0,-14-35 0 0,0 0 0 15,0 0 0-15,0 0 0 0,0 0-160 16,36 20 32-16,-36-20 0 16,0 0-896-16,26-11-192 0,-26 11-16 0,21-13-15984 0</inkml:trace>
  <inkml:trace contextRef="#ctx0" brushRef="#br0" timeOffset="43716.39">18964 9794 12815 0,'2'-3'1136'0,"-1"-1"-912"0,0 3-224 0,-1 1 0 16,-1 0 2368-16,1 0 448 0,1 0 64 0,0 0 32 0,-1 0 896 0,0 0 176 16,0 0 48-16,0 0 0 0,0 0-1488 0,1 36-304 15,-1-36-48-15,-3 28-16 0,3-28-1408 0,-5 31-304 16,5-31-48-16,-7 36 0 15,7-36-416-15,-6 33-144 0,6-33 0 0,-6 31 0 0,6-31-48 0,-2 23-16 16,2-23 0-16,0 0 0 16,0 0-48-16,0 0 0 0,0 0 0 0,0 0 0 15,0 0-384-15,0 0-96 0,0 0-16 0,33-6 0 16,-27-4 48-16,1-4 16 0,-1-2 0 0,2-2 16 16,0 0 96-16,-1-2 32 0,-1 2 0 0,1-3 0 0,-2 4 192 15,1-2 32-15,-1 1 16 0,1 3 0 0,-1 1 304 0,-1 2 0 16,0 2 0-16,0 3 144 0,-1 1 592 0,0 3 112 0,0 3 32 0,-1 2 0 15,-2-2-368-15,0 0-80 0,0 0-16 0,0 0 0 16,8 38-64-16,-8-38-16 0,2 28 0 0,-2-28 0 16,0 36-208-16,0-36-128 0,-3 35 128 0,3-35-128 15,-3 36 0-15,3-36 0 0,-1 28 0 16,1-28 0-16,0 0 0 0,-2 29 0 0,2-29 0 0,0 0 0 16,0 0 0-16,0 0 0 0,0 0 0 0,0 0 0 15,0 0 0-15,0 0-128 0,0 0 128 16,4-8-128-16,-1 2-128 0,1-4-32 0,0 0 0 0,0-1 0 0,2-3 96 0,-2 2 0 15,2 0 16-15,-1-2 0 0,2-3-48 0,-1-1-16 16,2 0 0-16,-1 0 0 16,0 1 240-16,0 0 0 0,1 2-160 0,-1 3 160 0,0 2 0 15,0 5 0-15,-1 2 0 0,-6 3 0 16,0 0 0-16,0 0 0 0,0 0 0 0,0 0 0 16,0 0 224-16,27 36 16 0,-27-36 0 0,5 28 0 0,-5-28 64 0,3 34 16 15,-3-34 0-15,0 38 0 0,0-38-128 0,-1 43 0 16,1-43-16-16,-2 39 0 0,2-39-176 15,-1 31 160-15,1-31-160 0,0 0 160 0,1 34-160 16,-1-34 0-16,0 0 0 0,0 0 0 0,0 0 0 0,0 0-272 0,0 0 64 0,0 0-18736 16</inkml:trace>
  <inkml:trace contextRef="#ctx0" brushRef="#br0" timeOffset="45582.99">19387 9931 23039 0,'0'0'2048'0,"0"0"-1648"16,0 0-400-16,0 0 0 0,0 1 1408 0,0-1 208 0,0 0 48 15,0 0 0-15,0 0 256 0,0 0 48 0,0 0 16 0,0 0 0 16,0 0-848-16,38 4-176 0,-38-4-16 0,0 0-16 16,0 0-480-16,35-2-112 0,-35 2-16 0,0 0 0 15,27-7-192-15,-27 7-128 0,17-8 128 0,-9 3-128 16,-1-1 0-16,1 0 0 0,-1-3 0 16,0 2 0-16,-1-2 0 0,0 0-160 15,-2 1 160-15,0-4-208 16,-1 3-320-16,-2 0-64 0,-1 1-16 0,-2 3 0 15,-3-2-16-15,0 3 0 0,-3 1 0 0,0 1 0 0,0 2-80 16,-4 0 0-16,0 3-16 0,0 2 0 0,-1 1 544 0,1 0 176 16,1 3 0-16,0 0 0 0,2 2 448 0,-1 1 192 0,1 0 32 15,1 2 16-15,0 0 16 0,1 1 16 0,1 2 0 0,1-3 0 16,1 0-96-16,0-1-32 0,4-13 0 0,-1 27 0 0,1-27-208 16,0 0-64-16,6 34 0 0,-6-34 0 15,0 0-64-15,0 0-32 0,25 29 0 0,-25-29 0 16,0 0-224-16,0 0 0 0,39 12 128 0,-39-12-128 0,0 0 0 15,39-8 0-15,-24 3 0 0,0-4-160 16,0 1-480 0,4-3-112-16</inkml:trace>
  <inkml:trace contextRef="#ctx0" brushRef="#br0" timeOffset="45863.4">19852 9771 20271 0,'-2'-3'896'0,"1"0"192"0,1-1-880 0,-1 3-208 0,0-1 0 0,0 2 0 15,1-1 2576-15,-1 0 480 0,-1-2 80 0,-1 1 32 16,0-1-928-16,1 0-176 0,-2 2-32 0,0 1-16 16,1 2-1168-16,0 0-224 15,-1 4-48-15,-1 1-16 0,1 4-304 0,-2 1-64 0,1 2-16 16,-2 3 0-16,1 2-176 0,-2 2 0 16,1 3 0-16,-2 0 0 0,2 2 0 0,0-3 0 15,2 0 0-15,-1-3 0 0,6-20 0 0,-3 33 0 0,3-33 0 0,0 0 0 16,8 31 0-16,-8-31 0 15,0 0 0-15,0 0 0 0,0 0 0 0,42 9 0 16,-29-15 144-16,2-1-144 0,0-1 160 0,0-1-32 16,0-1-128-16,0 1 192 0,-1-3-192 0,-1 0-192 0,-1 0 48 0,-2 1 0 31,-2 1-1152-31,-2-2-240 0</inkml:trace>
  <inkml:trace contextRef="#ctx0" brushRef="#br0" timeOffset="46045.52">19637 9929 5519 0,'-6'2'496'0,"2"-1"-496"0,1 1 0 0,2 0 0 16,1-1 2800-16,0 0 464 0,0-1 80 0,0 0 32 0,0 0 992 0,0 0 208 15,0 0 32-15,0 0 16 0,36 19-2192 0,-36-19-448 16,0 0-96-16,44 0-16 0,-44 0-1200 16,35-7-240-16,-16 2-48 0,0-3-16 0,1 0-368 0,-2-1 128 15,1-1-128-15,-2 0 0 0,0-1 0 0,0 1-208 16,0-2 16-16,1-2-12288 15,0 2-2480-15</inkml:trace>
  <inkml:trace contextRef="#ctx0" brushRef="#br0" timeOffset="46398.98">19966 9862 14735 0,'1'-2'1312'0,"1"2"-1056"0,0 0-256 0,0-2 0 15,0 2 1808-15,-1-2 304 0,3 1 64 0,2-4 16 16,3 1 448-16,1-4 96 15,1 0 16-15,0 2 0 0,1-1-1072 0,-2 0-208 16,0 3-32-16,-10 4-16 0,19-8-656 0,-19 8-128 0,0 0-16 0,0 0-16 16,0 0-400-16,33 8-80 0,-33-8 0 0,0 0-128 15,0 0 256-15,17 35-48 0,-17-35-16 0,0 0 0 0,2 38-48 16,-2-38-16-16,-4 26 0 0,4-26 0 16,-7 29-128-16,7-29 0 0,-8 24 0 0,8-24 0 15,-6 20 128-15,6-20-128 0,0 0 0 0,-5 18 128 0,5-18-128 0,0 0 0 16,0 0 0-16,0 0 0 0,0 0 0 15,0 0 0-15,9-6 128 0,-6-1-128 0,0-1 0 16,0-3 0-16,1-1 144 0,0-2-144 16,0 0 0-16,0 0 144 0,0-3-144 0,0 0 0 15,1 1 0-15,1-1 0 0,-2 1 0 0,2 1 0 0,-1 2 0 16,0 3 0-16,0 0 0 0,-1 3 0 16,0 3 0-16,1-1 0 0,-1 0 0 0,2 1-144 15,0 1-816-15,-6 3-144 0,0 0-48 0,21-6-16272 0</inkml:trace>
  <inkml:trace contextRef="#ctx0" brushRef="#br0" timeOffset="46564.54">20337 9702 28559 0,'1'2'1264'0,"0"-2"272"0,-1 0-1232 0,0 0-304 0,0 0 0 0,0 0 0 0,0 0 2640 0,0 0 480 32,0 0 80-32,0 0 32 0,0 0-1840 0,0 0-368 15,0 0-80-15,26 31-16 0,-26-31-672 0,0 0-128 16,0 0-128-16,0 0 192 0,0 0-320 0,0 0-64 0,0 0-16 15,0 0-19104-15</inkml:trace>
  <inkml:trace contextRef="#ctx0" brushRef="#br0" timeOffset="46731.59">20309 9860 19343 0,'0'0'1728'0,"0"0"-1392"0,0 0-336 0,0 0 0 0,0 0 2640 0,0 0 464 15,0 0 96-15,0 0 0 16,0 0-320-16,31 22-64 0,-31-22 0 0,0 0-16 15,0 0-1776-15,13 40-368 0,-13-40-64 0,-3 21-16 16,3-21-432-16,-7 23-144 0,1-14 0 0,1 0 0 16,-3 0 0-16,2 0-352 0,-1-2 48 0,1 0 16 15,1-2-1072 1,1 0-224-16</inkml:trace>
  <inkml:trace contextRef="#ctx0" brushRef="#br0" timeOffset="47040.85">20580 9905 29487 0,'0'0'1296'0,"0"0"288"0,0 0-1264 0,0 0-320 15,0 0 0-15,0 0 0 0,0 0 1472 0,0 0 256 16,0 0 32-16,30 0 16 0,-30 0-848 0,0 0-160 16,16-7-48-16,-12 2 0 0,1 0-224 0,-1 2-48 0,-1-1-16 0,0-1 0 15,0 2-272-15,-1-2-160 0,0 2 192 0,-1-2-192 16,-1 0 128-16,-1 0-128 15,-2 2 0-15,-2-2 0 0,-1 4 0 0,-4-1 0 16,-1 4 0-16,0 0 0 0,-1 3 128 0,1 2-128 0,0 1 192 0,2 3-192 16,-2 1 160-16,2 4-160 15,-1 4 128-15,1-1-128 0,0 4 416 0,3-3 0 0,6-20 0 0,-6 37 0 16,6-37 32-16,4 30 0 0,-4-30 0 0,0 0 0 16,19 32-320-16,-19-32-128 0,0 0 128 0,34 15-128 15,-34-15 0-15,29 2 0 0,-29-2 128 0,28-10-128 16,-10 0 0-16,0-2-192 0,1-2 32 0,1 0-19440 15</inkml:trace>
  <inkml:trace contextRef="#ctx0" brushRef="#br0" timeOffset="48855.89">17130 10659 21183 0,'-3'0'1888'0,"1"0"-1504"0,0 0-384 0,1 0 0 16,1 0 1440-16,0 0 224 0,0 0 32 0,0 1 16 0,1-1-192 0,-1 0-48 16,1 0 0-16,1 1 0 15,-2-1-544-15,0 0-112 0,0 0-32 0,0 0 0 0,0 0 144 0,31-5 32 16,-31 5 0-16,0 0 0 0,36-6-400 0,-36 6-80 0,30-5-16 0,-30 5 0 16,33-5-240-16,-33 5-48 0,37-5-16 0,-37 5 0 31,37-5-160-31,-37 5 192 0,33-3-192 0,-33 3 192 0,0 0-192 0,38-1 0 15,-38 1 144-15,0 0-144 0,0 0 0 0,0 0 128 0,0 0-128 0,0 0 0 16,0 0 0-16,25 30 0 16,-30-20 0-16,-2 4 128 0,-1 3-128 0,-3 0 192 0,0-2-64 15,0 0 0-15,-2 2-128 0,-1 2 0 0,-1-2 0 16,-2 4 0-16,1-2 0 0,0 2 0 16,2 1 0-16,1-4 0 0,2 2 0 0,5-5-192 15,0-1 192-15,3-1-192 0,3-13 192 0,0 26 0 16,0-26 0-16,0 0 0 0,0 0 0 0,0 0 0 15,39 26 0-15,-39-26-128 0,26-2 128 0,-26 2 0 16,30-10 0-16,-14 4 0 0,-16 6-128 0,30-10 0 16,-30 10 0-16,28-11 0 0,-28 11 0 0,23-8 0 15,-23 8 0-15,0 0 0 16,28-9-992-16,-28 9-192 0</inkml:trace>
  <inkml:trace contextRef="#ctx0" brushRef="#br0" timeOffset="49059.43">17191 10835 2751 0,'-3'4'256'0,"1"-1"-256"0,1-3 0 0,2 2 0 16,1-2 7904-16,0 0 1536 0,0 0 304 0,-2 0 64 0,0 0-6928 0,0 0-1408 16,35 2-256-16,-35-2-64 15,34 0-704-15,-34 0-128 0,38-1-16 0,-38 1-16 0,43-1-288 0,-43 1 0 16,45-5 128-16,-45 5-128 0,48-9-144 0,-48 9-96 15,50-14-16-15,-22 6-18752 16</inkml:trace>
  <inkml:trace contextRef="#ctx0" brushRef="#br0" timeOffset="50425.66">18138 10763 11055 0,'0'0'976'0,"0"0"-784"15,1 0-192-15,-1 0 0 0,0 0 1280 0,0 0 192 0,0 0 64 0,1-2 0 16,0 2 864-16,1-3 176 0,0 1 48 0,-2 2 0 15,4-2-16-15,-1-2 0 0,0 1 0 0,0 0 0 16,0-1-1056-16,-1 1-208 0,1-2-32 0,-1 2-16 16,1-1-896-16,-2 0-176 0,0 0-32 0,0-1-16 0,-1 2-176 0,-1-2 0 15,0 3 0-15,-2-3 0 0,-1 2 0 16,-1 1 0-16,-2 1 0 0,-1 1 0 16,-1 1-384-16,-1 1-64 0,-2 1-16 0,0 2 0 0,0-1 64 0,-1 2 16 15,1 0 0-15,-1 0 0 0,1 2 192 16,1 0 32-16,2-2 16 0,-1 2 0 15,1 1 144-15,1-1-160 0,0 3 160 0,1-1-160 0,1 2 160 0,0 0 0 16,3 0 0-16,1 0 0 0,1-1 0 16,1-11 0-16,0 0 0 0,4 29 0 0,-4-29 0 0,0 0 0 15,0 0 0-15,20 33 128 0,-20-33 256 16,0 0 64-16,0 0 16 0,0 0 0 0,38 21-160 0,-38-21-48 0,0 0 0 0,29-10 0 16,-20 4-48-16,2-3-16 15,-1-2 0-15,1-3 0 0,1 0-192 0,-1 0 0 16,-1-3 0-16,-1 3 0 0,-3-2-320 0,0 4-64 0,-3 0-16 0,-2 2 0 15,0 2 192-15,-2 2 32 0,0 1 16 0,0 3 0 16,-1 2 160-16,0 0 0 16,1 2 0-16,-1 1 0 0,0 2 0 0,2-5 176 15,-3 16-48-15,3-16 0 0,-2 21 192 0,2-21 48 0,1 26 0 0,-1-26 0 16,0 0-240-16,9 30-128 0,-9-30 160 16,0 0-160-16,0 0 128 0,0 0-128 0,40 21 0 15,-40-21 144-15,0 0-144 0,0 0 0 0,36-10 0 16,-22 0 0-16,1-2-1232 15,0 0-176-15</inkml:trace>
  <inkml:trace contextRef="#ctx0" brushRef="#br0" timeOffset="50647.5">18407 10668 12895 0,'-2'0'1152'0,"2"0"-928"0,0 0-224 0,0-2 0 15,0 2 2912-15,0 0 544 0,-1 2 96 0,0-2 32 16,0 0-208-16,-1 3-48 0,1-1 0 0,0 3 0 15,1-5-2032-15,-1 17-400 0,1-17-96 0,-1 26-16 16,1-26-544-16,-4 37-112 0,2-13-128 0,-4 3 176 16,1 3-176-16,-3 1 0 0,0 7 0 0,-1 0 0 15,0 1 0-15,0-2 0 0,1-4 0 0,0-6 0 16,2-2 0-16,1-6 0 0,1-3 0 0,4-16 0 16,0 0-528-16,0 0-48 0,0 0 0 0,0 0-16992 15</inkml:trace>
  <inkml:trace contextRef="#ctx0" brushRef="#br0" timeOffset="50913.01">18384 10656 24879 0,'-5'8'1088'0,"3"-6"256"0,0 3-1088 0,1-3-256 0,0 1 0 0,1-1 0 16,0 0 2032-16,0-2 336 0,0 0 80 16,0 0 16-16,0 0-672 0,0 0-144 0,22 34-32 0,-22-34 0 15,0 0-912-15,0 0-192 0,45 2-48 0,-45-2 0 16,26-9-272-16,-26 9-48 15,24-8-16-15,-24 8 0 0,18-8-128 0,-18 8 0 0,0 0 0 16,0 0 0-16,0 0 0 0,0 0 0 0,0 0 0 0,11 35 0 16,-18-21-288-16,-3-2-32 0,-2 4-16 0,-1 0 0 15,-2 1 0-15,-2 0 0 0,0 2 0 0,0-2 0 16,3-3 336-16,-1 0 0 0,3-2-144 0,2-3 144 0,2 0 0 16,1-1 0-16,2-4 0 0,1-3 0 0,1 1 0 15,1-5 0-15,2 1 0 0,1-2-11568 16,2-4-2368-16</inkml:trace>
  <inkml:trace contextRef="#ctx0" brushRef="#br0" timeOffset="51198.91">18685 10712 24879 0,'1'-1'2208'0,"-1"1"-1760"16,1-2-448-16,-1 2 0 0,0 0 2176 0,0 0 368 15,0 0 64-15,0 0 16 0,1-2-1088 0,-2 2-192 0,1 2-64 0,-1-2 0 16,-2 5-704-16,0-1-160 16,0 1-32-16,-1 4 0 0,2 1-144 0,-3 0-48 15,0 4 0-15,1 2 0 0,-2 3-192 0,0 2 0 16,0 1 0-16,0 2 0 0,0 2 0 0,0-2 144 0,1 2-144 16,0-3 128-16,3-2-128 0,-1-3 0 15,3-18 0-15,-4 30 128 0,4-30-128 0,0 0 0 0,-2 26-192 0,2-26 192 31,0 0-928-31,0 0-64 0,0 0-16 0,0 0-16208 0</inkml:trace>
  <inkml:trace contextRef="#ctx0" brushRef="#br0" timeOffset="51464.31">18651 10771 14735 0,'2'-10'640'0,"0"1"160"0,0-1-640 0,-1 5-160 0,0 1 0 0,0 1 0 16,0 1 2176-16,1-6 416 0,2-1 80 0,2-3 16 0,0-2-224 0,1 2-32 15,1 3-16-15,-1 1 0 0,2 2-992 16,-9 6-192-16,0 0-32 0,25-7-16 16,-25 7-416-16,0 0-64 0,0 0-32 0,37 11 0 15,-37-11-416-15,0 0-64 0,0 0-32 0,34 28 0 16,-34-28-32-16,0 0-128 0,0 0 192 0,21 34-64 0,-21-34-128 0,0 0 0 16,0 0 0-16,-1 28 0 0,-3-23-256 0,-2 0-48 15,0-1 0-15,-3 1 0 16,-1 0-656-16,-2 0-144 0,-1-2-32 0,-2 1 0 15,-1 0 368-15,-3-1 80 0,1 0 16 0,0-1 0 16,3 0-112-16,2 0-32 0,1 1 0 0,4-3 0 0,1 3 336 0,3 1 64 16,1-2 16-16,3-2-12624 0</inkml:trace>
  <inkml:trace contextRef="#ctx0" brushRef="#br0" timeOffset="51887.58">18870 10764 7359 0,'-5'-3'320'0,"3"0"80"16,-1 1-400-16,2 0 0 0,1 0 0 0,0 0 0 16,1 1 512-16,0-3 0 0,0 1 16 0,2-4 0 15,-1 0 656-15,3-1 128 0,1 2 32 0,-1-1 0 0,-5 7 1120 16,14-10 224-16,-14 10 64 0,16-9 0 15,-16 9 0-15,0 0 16 0,24-7 0 0,-24 7 0 16,0 0-1056-16,0 0-224 0,0 0-32 0,39 21-16 16,-39-21-864-16,0 0-160 0,0 0-32 0,22 36-16 0,-22-36-368 0,0 0 0 15,9 32 0-15,-9-32 128 16,-1 22-128-16,1-22 0 0,-5 21-176 0,0-11 176 16,0-1-416-16,-2 1 16 0,1-4 0 0,-1 2 0 0,1-4 144 0,-2 1 48 15,1-2 0-15,0-1 0 0,2 0 16 0,0 1 16 16,1-3 0-16,0-3 0 0,1 1 176 0,1 0 0 15,3-3 0-15,1 0 0 0,2-2 256 16,2-2 144-16,2-2 32 0,2-1 0 0,1-1-192 0,1 0-48 0,0 0 0 16,2-1 0-16,1 0-192 0,0 2 128 0,-1-2-128 15,2 4 0-15,-1-2 0 0,-1 2 0 0,-1 2 0 0,-13 8 0 16,21-13 0-16,-21 13 0 16,20-9-128-16,-20 9-17472 0</inkml:trace>
  <inkml:trace contextRef="#ctx0" brushRef="#br0" timeOffset="52270.27">19320 10676 12895 0,'0'0'576'16,"0"0"112"-16,1-3-560 0,-1 3-128 0,0 0 0 0,-1-2 0 0,0 2 896 0,-1 0 128 16,0 0 48-16,-1 0 0 15,-1 2-144-15,-2 1-32 0,0 0 0 0,-1 3 0 0,2 1-512 0,-3 1-96 16,2 1-32-16,-2 2 0 0,3 1-256 0,-1 0 0 15,1 2-208-15,5-14 80 16,-7 24 864-16,7-24 176 0,0 0 48 0,2 32 0 0,-2-32 400 0,0 0 96 16,0 0 16-16,0 0 0 15,37 21-320-15,-37-21-48 0,25-5-16 0,-25 5 0 0,29-17-448 0,-16 8-112 16,1-3-16-16,-1-2 0 0,1 0-240 0,-1-1-48 0,0-1-16 16,-2 1 0-16,-2 0-208 15,-2 0 176-15,-3 0-176 0,-1 2 160 0,-3 3-160 0,-2 0 0 0,-2 3 144 0,-3 0-144 0,-2 2 336 16,-2 3 0-1,-1 4 0-15,-1 1 0 0,1 0 384 0,-1 3 80 0,0 3 16 0,0 1 0 0,2-1-576 0,2 3-112 16,1-2-128-16,1 1 176 0,7-11-176 16,-6 18 0-1,6-18 0-15,0 0 0 0,0 0 0 0,0 0 0 16,0 0 0-16,21 32 0 0,-21-32-160 0,0 0-16 16,0 0 0-16,38-2 0 15,-38 2-912-15,23-12-176 0,-11 5-32 0,1 0-9776 16,-1-3-1968-16</inkml:trace>
  <inkml:trace contextRef="#ctx0" brushRef="#br0" timeOffset="52512.05">19518 10645 12975 0,'3'-3'272'0,"0"0"64"0,0 0 16 0,-1 0 32 0,-2 3-384 0,0-2 0 0,1 1 0 0,2-1 0 15,1-2 2800-15,1 1 464 0,-5 3 112 0,0 0 16 16,15-7 320-16,-15 7 80 0,0 0 16 0,0 0 16 15,0 0-1360-15,0 0-272 0,27 40-48 0,-27-40-16 16,0 0-1408-16,12 43-272 0,-12-43-64 0,0 0 0 16,20 43-256-16,-20-43-128 0,0 0 128 0,25 33-128 0,-25-33 0 0,0 0-192 15,29 24 32-15,-29-24 16 16,0 0-80-16,0 0-16 0,34 16 0 0,-34-16 16 16,0 0-288-16,0 0-64 0,27-7-16 0,-27 7-12912 15,11-10-2560-15</inkml:trace>
  <inkml:trace contextRef="#ctx0" brushRef="#br0" timeOffset="52700.53">19754 10592 26719 0,'-1'-6'1184'0,"0"1"240"0,1 2-1136 0,0 1-288 15,-1 2 0-15,0 2 0 0,1-2 2224 0,0 0 384 0,-4 11 80 0,-1 0 0 16,-2 3-1040-16,-2 3-224 0,-3 6-32 0,-2 2-16 16,-2 0-800-16,-1 1-144 0,-3 0-48 15,1-1 0-15,-1 0-80 0,1-4-32 16,0-2 0-16,2-2 0 0,2-2-272 0,2-2 160 0,2-3-160 0,1-1 128 15,2-4-368-15,2-4-80 0,1-2 0 0,2-4-18912 16</inkml:trace>
  <inkml:trace contextRef="#ctx0" brushRef="#br0" timeOffset="52932.97">19912 10678 13823 0,'-2'3'608'0,"0"1"128"0,0-3-592 0,1 1-144 0,0-2 0 0,0 2 0 0,1-2 1536 15,-1 0 288-15,0 0 48 0,1 0 16 16,0 1 1104-16,0-1 208 0,0 0 64 0,0 0 0 16,17-8-960-16,-17 8-176 0,0 0-32 0,27-7-16 15,-27 7-1312-15,0 0-256 0,35-8-48 0,-35 8-16 0,0 0-448 0,32-4 128 16,-32 4-128-16,0 0 0 0,0 0 0 0,0 0-128 15</inkml:trace>
  <inkml:trace contextRef="#ctx0" brushRef="#br0" timeOffset="53099.17">19861 10822 35007 0,'0'0'1552'0,"0"0"320"0,0 0-1488 0,0 0-384 15,0 0 0-15,0 0 0 0,0 0 1120 0,7 29 160 16,-7-29 16-16,0 0 16 0,2 36-800 0,-4-17-144 16,-1-3-48-16,-1 1 0 0,0-2-320 0,-2-2 0 0,2-1 0 15,-1-5-12096-15,1 0-2432 16</inkml:trace>
  <inkml:trace contextRef="#ctx0" brushRef="#br0" timeOffset="54588.58">20183 10682 2751 0,'-1'0'256'0,"1"1"-256"0,0-1 0 0,-1 2 0 15,1-2 672-15,0 0 96 0,0 0 0 0,0 1 16 0,-1 1 384 0,1-2 80 16,-1 2 16-16,1-2 0 0,0 0 464 0,0 0 80 16,0 0 32-16,0 0 0 15,3-4 656-15,-2 3 144 0,1-2 32 0,-1 1 0 16,1 0-368-16,-1 0-80 0,-1-1-16 0,1 3 0 15,-1-2-544-15,0 0-128 0,0 1 0 0,0 1-16 16,0 0-800-16,-1 1-144 0,1 1-48 0,-2 0 0 0,2-2-208 0,0 0-64 16,-5 12 0-16,5-12 0 0,-4 14-128 0,0-6-128 0,0 3 192 0,0 1-192 15,0 0 128-15,0-2-128 16,1 2 0-16,-1 0 0 0,4-12 0 0,-7 25 0 0,7-25 0 16,-5 19 0-16,1-8 0 0,4-11 0 0,-5 17 0 0,5-17 0 15,-5 15 0-15,2-10 0 0,3-5 0 0,-5 9 0 16,4-4 0-16,-2-3 0 0,1 0 0 0,0-1 0 15,1 1 0-15,0-2 0 16,0-2 0-16,0 1 0 0,1-2-320 0,2-2 16 0,0-1 16 0,1-3 0 16,2-2 0-16,1-2 0 0,1-1 0 0,3-3 0 15,0-1 96-15,1-2 0 0,0 0 16 16,1 0 0-16,0 1 176 0,-1 0-160 0,1 3 160 16,-1 2-160-16,-4 4 160 0,1 0 0 0,1 4 0 0,-2 1 0 15,-7 5 0-15,0 0 0 0,0 0 0 0,0 0 0 16,0 0 240-16,0 0-32 0,0 0 0 0,28 33 0 15,-28-33 64-15,-2 27 16 0,2-27 0 0,-6 35 0 16,1-17-160-16,-1 1-128 0,1-2 192 0,-2 0-192 16,3 0 0-16,-1-1 0 0,1-4 0 0,4-12 0 15,-4 18 0-15,4-18 0 0,0 0 0 0,0 0 0 16,0 0 0-16,0 0 0 0,0 0-240 0,0 0 80 16,14-12-160-16,-8 1-16 0,2-3-16 0,-1-1 0 15,0 1-64-15,3-2-16 16,0-3 0-16,-1 2 0 0,2-2 160 0,0 0 16 0,1 1 16 0,-1 0 0 0,0 2 240 0,0 2 0 15,-1 3 0-15,-1 2 0 0,0 3 0 0,-9 6 240 16,0 0-32-16,0 0 0 16,0 0 384-16,0 0 80 0,33 7 16 0,-33-7 0 0,0 0-240 0,0 0-64 15,14 40 0-15,-14-40 0 0,4 27-176 0,-4-27-32 16,2 31-16-16,-2-31 0 0,0 29-160 0,0-29 0 16,-1 29 0-16,1-29 128 0,-4 27-128 0,4-27 0 0,-6 23 0 0,6-23 0 15,-7 17 0-15,7-17 0 0,-7 12 0 0,3-8 0 16,0-2 0-16,1 1 0 15,2-3 0-15,-1 0 0 16,1 0-512-16,1-2 0 0,0-1 16 0,0-1 0 16,2-2-1248-16,0-3-256 0</inkml:trace>
  <inkml:trace contextRef="#ctx0" brushRef="#br0" timeOffset="55086.97">20640 10656 6447 0,'0'0'576'0,"0"0"-576"0,0 0 0 0,0 0 0 15,0 0 1968-15,0 0 272 0,0 0 64 0,0 0 16 0,23 29 1200 0,-23-29 256 16,0 0 32-16,0 0 16 0,31 31-1248 0,-31-31-240 16,0 0-48-16,0 0-16 0,34 5-1056 0,-34-5-192 15,0 0-64-15,26-12 0 16,-26 12-576-16,17-15-128 0,-8 6-32 0,-2-3 0 0,0 1-224 0,-1-1 128 16,-1 1-128-16,-2 0 0 15,-1 1 144-15,-2-1-144 0,-1 2 128 0,-2 1-128 16,-2 1 0-16,-2 2 0 0,-1 1 0 0,-2 1 0 15,1 3 0-15,-2 1 0 0,-1 3 0 0,1 1 0 16,0 3 0-16,1 3 0 0,1 1 0 0,-1 2 0 16,2 2-128-16,0 1 128 0,0 3 0 0,1 0 0 0,-1 2 0 15,2-1 0-15,0 1 0 0,3-2 0 0,3-20 0 0,-3 34 0 16,3-34 0-16,0 0 0 0,7 36 128 0,-7-36-128 0,0 0 0 16,0 0 128-16,0 0-128 0,0 0 0 0,41 16 0 15,-41-16 0-15,21-16-416 0,-9 6 32 0,2-3 16 16,-1 0 0-16,1-3-384 0,0 1-80 0,0-2 0 0,-2 2-16 31,0 0 64-31,-2-2 16 0,-1 3 0 0,-4 2 0 0,0 0 576 0,-1 3 192 0,-2 1 0 0,-1 1-160 16,-1 2 608-16,-1 3 112 0,0 2 16 0,1 0 16 0,0 0 496 15,-8 12 80-15,8-12 32 16,-6 20 0-16,6-20-576 0,-7 28-112 0,7-28-32 0,-5 30 0 16,5-30-256-16,-2 29-48 0,2-29-16 15,0 0 0-15,5 33-160 0,-5-33 0 0,0 0 0 0,0 0 0 16,0 0 0-16,0 0 0 0,36 14 0 0,-36-14 0 15,17-12-480 1,-8 0 32-16,3 0 0 0,0-2 0 0,0 0-1728 0,0-2-320 16,2-3-80-16,0 1-13040 0</inkml:trace>
  <inkml:trace contextRef="#ctx0" brushRef="#br0" timeOffset="55256.38">21061 10540 4607 0,'0'0'400'0,"0"0"-400"0,1-2 0 0,-1 0 0 0,2-3 3344 0,1-4 592 16,1-3 112-16,0 0 32 15,-1 0 128-15,0 2 16 0,-3 4 16 0,0 5 0 16,0 1-2048-16,-4 15-400 0,4-15-96 0,-6 28-16 15,1-11-1088-15,1 4-208 0,0 0-64 0,-1 0 0 16,2 2-320-16,-1-3 128 0,4-20-128 0,-5 38 0 16,5-38 0-16,-4 31 0 0,4-31 0 0,-3 29 0 15,3-29 0-15,-5 23 0 0,5-23 0 0,0 0 0 16,-5 28-448-16,5-28-48 0,0 0-16 0,-6 15 0 16,6-15-1088-16,0 0-240 0</inkml:trace>
  <inkml:trace contextRef="#ctx0" brushRef="#br0" timeOffset="55454.85">20955 10572 33167 0,'-4'4'1472'0,"4"-4"304"0,0 0-1424 0,0 0-352 0,0 0 0 0,0 0 0 16,0 0 1680-16,0 31 272 0,0-31 48 16,0 0 16-16,11 32-1040 0,-11-32-208 0,0 0-32 0,25 29-16 15,-25-29-400-15,0 0-64 0,0 0-32 0,42 10 0 16,-42-10-224-16,23-7 176 0,-23 7-176 0,24-14 160 15,-12 7-160-15,1-3 0 0,-1 0-160 0,0 1 160 32,0-3-848-32,-2 3-80 0</inkml:trace>
  <inkml:trace contextRef="#ctx0" brushRef="#br0" timeOffset="55822.58">21155 10686 21183 0,'0'0'944'0,"0"0"192"0,0 0-912 0,0 0-224 16,0 0 0-16,0 0 0 0,0 0 2304 0,0 0 400 15,0 0 96-15,32 8 16 0,-32-8-960 16,0 0-176-16,34-9-32 0,-34 9-16 0,20-7-896 0,-20 7-176 16,0 0-48-16,26-12 0 0,-26 12-384 0,0 0-128 15,24-10 0-15,-24 10 0 16,14-8 0-16,-14 8 0 0,0 0 0 0,19-10 0 0,-19 10 0 0,10-10 0 16,-10 10-144-16,8-9 144 15,-7 5-432-15,-1-2 0 0,0 1 0 0,-1 1 0 0,-3-3 176 0,-1 2 16 16,1 0 16-16,-2 0 0 0,1-1-96 0,-1 1-32 0,-1 2 0 15,2-1 0-15,-1 2 352 0,2 1 128 16,-1 2 0-16,0 3 0 0,5-4 704 0,-8 10 128 0,8-10 16 0,-8 20 16 16,8-20-304-16,-10 27-64 0,4-8-16 0,0-3 0 15,0 6-352-15,-1-4-64 0,1 2 0 16,1-2-16-16,5-18-48 0,-8 31-128 0,8-31 192 0,-4 24-64 0,4-24 64 0,0 0 16 16,0 0 0-1,4 31 0-15,-4-31-208 0,0 0 0 0,0 0 0 0,0 0 0 16,0 0 0-16,0 0 0 0,38 4-192 15,-38-4 192 1,22-16-656-16,-9 6-32 0,1-2 0 0,1 1-17680 0</inkml:trace>
  <inkml:trace contextRef="#ctx0" brushRef="#br0" timeOffset="56138.48">21593 10586 28559 0,'0'0'1264'0,"0"0"272"0,0 0-1232 0,0 0-304 0,0 0 0 0,0 0 0 0,0 0 2272 0,0 0 400 16,0 0 80-16,0 0 0 15,0 0-1264-15,0 0-256 0,-7 18-48 0,0-13-16 16,0 0-592-16,-3-1-112 0,1 2-16 0,-1 0-16 16,-2 0-288-16,0 0-144 0,-1 2 160 0,1-2-160 15,0 2 0-15,1-1 0 0,1 1 0 0,1-1 0 0,3 1 0 0,-1-2 0 16,7-6 0-16,-8 14 0 0,8-14 128 0,0 0-128 16,0 0 0-16,1 26 0 0,-1-26 0 0,0 0 128 15,0 0-128-15,31 23 0 0,-31-23 0 0,0 0 0 16,40 19 0-16,-40-19 0 0,31 14 0 0,-31-14 0 15,29 15 0-15,-29-15 0 0,0 0 0 0,37 23 0 16,-37-23 0-16,0 0 0 0,0 0 0 0,27 29 0 16,-27-29 0-16,0 0 0 0,0 0 0 0,-8 26 0 15,0-17 0-15,-4 1 0 0,-4-3 0 0,-3 2 128 0,-2 0-128 0,-3-1 144 16,-2 1 32-16,-3-1 0 0,-2-1 0 16,0 0 0-16,0-5-320 0,3 0-64 0</inkml:trace>
  <inkml:trace contextRef="#ctx0" brushRef="#br0" timeOffset="61563.13">16961 11477 5519 0,'0'0'496'0,"-1"0"-496"0,1 0 0 0,0 0 0 16,0 0 1200-16,-1-2 144 0,0 1 16 0,-1 1 16 15,0-2 496-15,1 1 112 0,-1 0 0 0,0-1 16 0,1 2-48 0,1-3-16 16,-1 3 0-16,0-2 0 0,1 2-48 16,-1 0-16-16,1-2 0 0,0 2 0 15,1 0-576-15,-1 0-112 0,0 0-32 0,0 2 0 0,0-2-416 0,0 0-96 16,0 0 0-16,0 0-16 0,0 0-304 0,0 0-48 15,0 0-16-15,0 0 0 0,35 14 0 0,-35-14 0 16,0 0 0-16,38-3 0 16,-38 3 64-16,32-4 0 0,-32 4 0 0,34-7 0 15,-34 7-176-15,33-10-16 0,-33 10-128 0,35-9 192 16,-35 9-192-16,35-10 144 0,-35 10-144 0,29-4 128 16,-29 4-128-16,0 0 0 0,28 0 0 0,-28 0 0 0,0 0 0 15,0 0 0-15,0 0 0 0,0 0 0 0,0 0 0 0,9 31 0 0,-15-20 0 0,-2-1 0 16,-2 2 0-16,-1 2 0 0,-1 0 0 15,0 0 0-15,-2 3-160 0,1 0 160 0,0-2 0 0,-1 2-144 16,0 3 144-16,-1 1 0 0,-2 2 0 0,1 1 0 16,0 0 0-16,1 0 0 0,1 0 0 0,4-6-128 15,2 0 128-15,8-18 0 0,-2 25 0 0,2-25 0 16,0 0 0-16,0 0 0 0,0 0 0 0,39 15 0 0,-39-15 0 0,28-5 0 16,-28 5 0-16,34-5 0 0,-34 5 0 0,39-12 0 15,-17 7 0-15,-22 5 128 0,39-9-128 0,-39 9 0 16,37-11 0-16,-21 5 0 15,2-1-720 1,-1 0-176-16,-2 0-16 0,-2-2-16432 0</inkml:trace>
  <inkml:trace contextRef="#ctx0" brushRef="#br0" timeOffset="61783.88">16988 11650 5519 0,'-9'5'496'0,"4"-3"-496"0,1-1 0 0,1 1 0 0,2-2 3712 0,1 2 656 16,0-2 128-16,-1 0 32 0,0 2-1456 0,1-2-272 16,0 0-64-16,0 0-16 15,0 0-656-15,0 0-128 0,28-4-16 0,-28 4-16 0,24-10-880 0,-10 5-192 16,2 0-16-16,1-1-16 0,1-1-480 0,1 2-80 16,0 0-32-16,2-1 0 0,-1 1-208 0,-20 5 0 15,43-7 0-15,-21 4-18672 16</inkml:trace>
  <inkml:trace contextRef="#ctx0" brushRef="#br0" timeOffset="62782.37">17843 11702 15663 0,'0'0'1392'0,"0"0"-1120"16,0 0-272-16,0 0 0 0,0 0 1920 0,0 0 336 16,0 0 64-16,0 0 16 0,0 0 720 0,22-7 144 15,-16 2 16-15,1-1 16 0,-2-2-1696 0,1 1-320 16,-1-2-80-16,0-1-16 16,0 0-816-16,-3-1-176 0,-2 1-128 0,0-1 192 0,-1 1-192 0,-3 1 0 15,-1 4 0-15,-1 0 0 0,-2 2 0 0,-1 3 0 16,-1 3-176-16,-1 3 176 0,-1 2-320 0,0 1 0 15,0 1 16-15,-1 2 0 0,1 2 304 0,0 0 0 16,0 0-128-16,1 1 128 0,1 0 0 0,2-2 0 16,0 0 0-16,3-1 0 0,5-12 128 0,-7 21 0 0,7-21-128 15,0 0 192-15,0 0 64 0,0 0 16 0,7 30 0 0,-7-30 0 16,0 0-16-16,0 0 0 0,28-2 0 0,-28 2 0 16,22-10-64-16,-12 2-32 0,0 0 0 0,0 1 0 15,2-4-160-15,-2 2 0 0,-1 0-192 0,-2 0 192 16,1-1-576-1,-2 1 16-15,0 0 0 0,-2 1 0 0,-2-1-176 0,0 4-32 0,0-2-16 0,-2 4 0 16,0 0 512-16,-1 2 96 0,0-1 32 0,0 4 0 16,1-2 144-16,0 0 256 0,0 0-64 0,-4 16-16 0,4-16 464 0,0 0 80 15,-1 29 32-15,1-29 0 16,0 0-320-16,3 37-64 0,-3-37-16 0,0 0 0 16,10 39-112-16,-10-39-32 0,0 0 0 0,0 0 0 0,22 33-80 0,-22-33-128 15,0 0 176-15,0 0-176 0,32 0 128 16,-24-7-128-16,0 0 0 0,2-3 0 0,1-3 0 0,0 0 0 15,0-3 0-15,-1-1 0 16,0 2-416-16,0-1-96 0,0 0 0 0,0 1-16 16,-1-2-304-16,0 3-64 0,-1 2-16 0,-1 1 0 0,1 4 704 0,-2-1 208 0,1 2 0 15,-7 6 0-15,0 0 272 16,0 0 176-16,0 0 48 0,0 0 0 0,0 0 368 0,0 0 80 0,0 0 16 0,30 26 0 16,-30-26-448-16,0 0-96 0,3 35-16 0,-3-35 0 15,0 28-256-15,0-28-144 0,-4 29 160 0,4-29-160 16,-4 28 128-16,4-28-128 15,-7 24 0-15,7-24 0 0,-6 21 0 0,6-21 0 16,-8 15 0-16,8-15 0 0,-6 9 0 0,6-9 0 16,-6 5 0-16,4-5 0 0,0 0 0 0,1-2 0 15,-1-1 0-15,2-2 0 0,0-1 0 0,0-2-240 0,2-2 80 0,0 1 16 0,1-3-96 0,3-2-16 16,-1-2 0-16,3 0 0 16,0 1 112-16,1-2 16 0,0 3 0 0,1 0 0 0,1 4 128 0,-1 1 0 15,0 1 0-15,-10 8 0 0,19-11 0 0,-19 11 0 16,0 0 0-16,0 0 0 15,33 2 224-15,-33-2 80 0,0 0 16 0,0 0 0 16,0 0-16-16,24 31 0 0,-24-31 0 0,0 0 0 0,7 38-112 16,-7-38-32-16,0 28 0 0,0-28 0 15,-3 28-160-15,3-28 128 0,-2 24-128 0,2-24 128 0,0 0-128 0,-2 24 0 16,2-24 0-16,0 0 0 0,0 0 0 0,0 0 0 16,0 0 0-16,0 0 0 31,0 0-640-31,15-10-16 0,-9 2 0 0,0 0-18352 0</inkml:trace>
  <inkml:trace contextRef="#ctx0" brushRef="#br0" timeOffset="63367.28">18418 11672 14735 0,'0'0'640'0,"0"0"160"0,0 0-640 0,0 0-160 0,0 0 0 0,0 0 0 16,0 0 2864-16,0 0 528 0,0 0 128 0,0 0 0 0,0 0-464 0,0 0-112 15,35 16 0-15,-35-16-16 0,0 0-1712 0,27-4-352 16,-27 4-64-16,17-8-16 0,-17 8-528 0,19-7-96 15,-19 7-32-15,17-11 0 0,-17 11-128 0,13-9 0 16,-13 9 0-16,10-9 0 0,-10 9 0 0,5-6 0 16,-5 6 0-16,0-8 0 0,-2 6 0 0,-1-3 0 15,-1 3 0-15,-2-3 0 0,1 3 0 0,-2-1 0 16,0 1 0-16,-2-1 0 0,-1 1 0 0,1 1 0 16,0 1 0-16,0 1 0 0,2 1 0 0,0 1 0 15,1-1 0-15,0 3 0 0,1 0 128 0,1 0-128 0,0 1 0 16,4-6 128-16,-6 15-128 0,6-15 192 0,-6 15-192 15,6-15 192-15,0 0 0 0,-4 30 16 0,4-30 0 16,0 0 0-16,-4 26-208 0,4-26 144 16,0 0-144-16,-1 25 128 0,1-25-128 0,0 0 0 0,0 0 0 15,0 0 0-15,0 0 0 0,13 30 0 0,-13-30 0 0,0 0 0 16,0 0 0-16,24-5 0 0,-24 5-144 0,19-16 144 16,-8 7-128-16,0-2 128 0,0-1-192 0,1-2 192 15,1 0-144-15,-1 0 144 0,0-2 0 0,0 1-144 0,-2-2 144 16,-1 1-128-16,0-1 128 0,0 0-128 0,-3-1-64 0,0-4 0 15,-3 3 0-15,0-2 0 0,-1-1 16 16,-2 1 0-16,-1-2 0 0,-1 1 0 0,0 1 176 0,0 4 0 16,-1 2-144-16,1 4 144 0,-1 2 0 0,1 2 0 15,0 2 0-15,2 2 0 0,-1 0 208 0,-1 2-32 16,1 1-16-16,1 0 0 0,0 0 160 0,0 0 48 16,0 0 0-16,-5 26 0 0,5-26-80 15,0 0-16-15,-2 33 0 0,2-33 0 0,-1 31-112 0,1-31-32 16,-1 38 0-16,1-38 0 0,0 43 0 0,0-43-128 15,0 49 192-15,0-24-64 0,0 0-128 0,0 0 0 16,-1 1 144-16,1-26-144 0,1 49 0 0,-1-49 144 0,2 42-144 0,-2-42 0 16,4 36 0-16,-4-36 0 0,0 0 0 0,10 34-13136 15,-10-34-2704 1</inkml:trace>
  <inkml:trace contextRef="#ctx0" brushRef="#br0" timeOffset="64246.82">19091 11573 10527 0,'0'0'944'0,"0"0"-752"15,0 0-192-15,0 0 0 16</inkml:trace>
  <inkml:trace contextRef="#ctx0" brushRef="#br0" timeOffset="64565.66">19139 11567 4607 0,'-1'0'400'0,"0"0"-400"0,1 0 0 0,-1 0 0 0,0 0 1536 15,0 0 208-15,0 0 48 0,-2 0 16 0,-1 3 1328 0,-1-3 256 16,0 2 48-16,0 0 16 15,1 1-1008-15,-1-1-192 0,1 1-32 0,1-1-16 0,2-1-608 16,-1 0-112-16,1 1-16 0,1-2-16 0,0 3-528 16,2-3-96-16,-2 0-32 0,0 0 0 0,0 0-336 0,0 0-64 15,0 0-16-15,35-5 0 0,-35 5-64 0,26-5-32 16,-26 5 0-16,31-7 0 0,-31 7-80 0,37-6-16 16,-37 6 0-16,38-4 0 0,-38 4-192 0,35-3 0 15,-35 3 0-15,32-3 0 0,-32 3 0 0,26-5 0 16,-26 5 0-16,22-7 0 0,-22 7 0 0,18-10-192 0,-18 10 48 15,15-12-12432-15,-9 5-2480 0</inkml:trace>
  <inkml:trace contextRef="#ctx0" brushRef="#br0" timeOffset="64834.44">19350 11396 9215 0,'0'-4'816'0,"0"1"-656"0,0 1-160 0,0 2 0 0,1-2 3632 15,-1 2 688-15,0 0 144 0,0 0 16 16,0 0-640-16,0 0-144 0,0 0-32 0,0 0 0 16,0 0-2288-16,0 0-464 0,0 37-80 0,0-37-32 15,-6 24-464-15,6-24-80 0,-11 31-32 0,3-14 0 16,0 4-224-16,-1 0 128 0,-2 4-128 0,-1 0 0 16,1 1 0-16,-1 2 0 0,1-1 0 0,2-1 0 15,1 0 0-15,3-5 0 0,5-21 0 0,-3 37 0 16,3-37 0-16,0 0 0 0,14 34 0 0,-14-34 0 15,0 0 0-15,33 10 0 0,-33-10 0 0,33-10 0 16,-16 2 224-16,-1-3-48 0,1-1-16 0,0-2 0 0,0 0-416 16,2-2-96-16</inkml:trace>
  <inkml:trace contextRef="#ctx0" brushRef="#br0" timeOffset="72164.95">20027 11638 16575 0,'0'0'1472'0,"0"0"-1168"15,0 0-304-15,0 0 0 0,0 0 1856 0,0 0 320 16,0 0 64-16,-1 22 16 0,1-22 128 0,0 0 32 16,0 0 0-16,0 0 0 0,2 28-752 0,-2-28-160 0,0 0-32 0,0 0 0 15,0 0-720-15,0 0-160 0,0 0-16 0,0 0-16 16,0 0-368-16,15-7-192 15,-11 4 192-15,-2-3-192 0,1 0 0 0,-1 2 0 16,0-3 0-16,-1 0 0 0,0-1 0 0,-1-1-192 16,-1 2 16-16,-2-3 16 15,2 4-208-15,-3-2-32 0,-2 4-16 0,1-1 0 16,-2 0-128-16,0 3-32 0,-1 0 0 0,1 1 0 16,-1 1 128-16,-1 1 0 0,1 2 16 0,0 0 0 0,-1 3 432 0,1 0-128 15,-1 4 128-15,0-1 0 0,1 3 0 0,0 0 0 16,1 3 0-16,1 1 0 0,-1 0 0 0,2 1 0 0,1 2 0 0,1-5 0 15,3-14 0-15,-5 28 0 16,5-28 0-16,0 0-128 0,0 0 128 0,4 32 0 0,-4-32 0 0,0 0 0 16,0 0 0-16,0 0 0 0,0 0 0 0,0 0-128 0,31-2 128 0,-25-4-160 15,3 0 160-15,-2-2-160 0,1 1-176 0,-1 0-48 16,0-2 0-16,0 1 0 16,-1-1-448-16,0-1-112 0,-1 1-16 0,-1 2 0 15,-1-1 512-15,0 2 80 0,-2 1 32 0,0 2 0 16,-1 1 336-16,0 2 0 0,0 0 0 0,-1 0 0 15,1 0 352-15,-2 2 32 0,0 3 16 0,0-2 0 16,2-3 304-16,0 0 64 0,-5 16 16 0,5-16 0 16,0 0-208-16,0 0-64 0,0 26 0 0,0-26 0 0,0 0-128 0,0 0-48 15,0 0 0-15,0 0 0 0,0 0 208 0,41 12 32 16,-41-12 16-16,24-12 0 0,-11 5-160 0,-1-2-48 16,0-1 0-16,0 1 0 15,0 0-704-15,0 1-128 0,-1-2-48 0,-1-1 0 16,-1 4-1856-16,0-3-368 0,-3 1-80 0,1 2-11200 0</inkml:trace>
  <inkml:trace contextRef="#ctx0" brushRef="#br0" timeOffset="72392.78">20196 11562 911 0,'1'-2'0'0,"0"0"0"16,0 0 0-16,0 1 0 0,0 1 2288 0,0-2 368 0,1 0 80 16,0-1 16-16,2 1 704 0,0-2 128 0,0 1 48 0,-2 2 0 15,-2 1-768-15,0 0-160 16,0 0-16-16,0 0-16 0,0 0-896 0,0 0-176 0,0 34-48 0,-3-20 0 15,-1 3-992-15,-2 4-208 0,1 0-32 0,-3 3-16 16,3 2-304-16,-2-2 0 0,1 4 128 0,-1-2-128 16,2-1 0-16,0 0 0 0,1-3 0 0,0 0 0 15,4-22 0-15,-5 34 0 0,5-34 0 0,-2 29 0 16,2-29 0-16,0 0 0 0,0 26 0 0,0-26 0 31,0 0-864-31,0 0-80 0,0 0-16 0,0 0-15920 0</inkml:trace>
  <inkml:trace contextRef="#ctx0" brushRef="#br0" timeOffset="72640.96">20173 11624 18431 0,'1'2'816'0,"0"-2"160"0,-1 0-784 0,0 0-192 0,0 0 0 0,0 0 0 16,0 0 2208-16,0 0 400 15,0 0 80-15,0 0 0 0,41 12-320 0,-41-12-64 16,0 0 0-16,41-2-16 0,-41 2-1360 0,27-10-272 0,-27 10-48 15,27-9-16-15,-27 9-336 0,24-7-64 0,-24 7 0 0,0 0-16 16,0 0-176-16,0 0 0 16,0 0 0-16,0 0 0 0,0 0-272 0,0 0 64 0,1 35 16 15,-15-20 0 1,-2 1-880-16,-4 3-160 0,-1 2-48 0,-2 1 0 0,1-3-256 16,2-2-64-16,1-1-16 0,5-4 0 15,2-2-288-15,3-3-48 0</inkml:trace>
  <inkml:trace contextRef="#ctx0" brushRef="#br0" timeOffset="72989.46">20482 11570 23039 0,'-9'3'1024'0,"2"0"192"0,2 0-960 0,1-1-256 0,2-2 0 0,1 0 0 16,-1 1 640-16,-1 1 64 0,0-2 32 0,-1 1 0 0,0-1-736 0,2-1-160 15,2-1-32-15,0-1 0 16,3 0-32-16,0-1-16 0,-3 4 0 0,0 0 0 0,10-9 576 0,-10 9 112 16,0 0 32-16,0 0 0 15,0 0 1184-15,0 0 256 0,0 0 32 0,0 0 16 0,0 0-96 0,0 0-16 16,0 0 0-16,0 0 0 16,0 0-1088-16,0 0-240 0,0 0-32 0,0 0-16 0,0 0-192 15,11 35-32-15,-11-35-16 0,-4 21 0 0,4-21-240 0,-10 29 176 16,5-11-176-16,-2 2 160 0,1 3-160 0,-2 1 0 15,-1 0 0-15,2-1 0 0,-2 1 0 16,2 0 0-16,0-3-128 0,0-3 128 0,7-18-192 0,-8 27 16 16,8-27 16-16,0 0 0 15,-5 20-416-15,5-20-64 0,0 0-32 0,0 0 0 16,0 0-2256-16,0 0-448 0</inkml:trace>
  <inkml:trace contextRef="#ctx0" brushRef="#br0" timeOffset="73263.37">20414 11594 10127 0,'-2'-6'448'0,"1"3"96"0,2-1-544 0,0 2 0 0,-1 2 0 0,0 0 0 16,0 0 2752-16,0 0 432 0,11-9 80 0,-11 9 32 15,15-12-224-15,-5 4-64 0,2 0 0 0,-1 0 0 16,1 1-1088-16,1 0-208 0,0-3-48 0,1 3-16 16,0 0-880-16,-1 0-160 0,-13 7-32 0,26-7-16 15,-26 7-352-15,0 0-64 0,0 0-16 0,35 12 0 16,-35-12-128-16,0 0 0 0,6 35 0 0,-6-35 0 0,-10 33 0 0,1-14 0 15,-2 0 0-15,-3 0 0 16,0-1 0-16,-3 0-224 0,0-1 48 0,-4 1 16 16,0-1-208-1,-1 0-32-15,-1-2-16 0,4-2 0 0,1-3-272 16,4-3-48-16,3-2-16 0,2-3 0 0,3-2 592 0,2-3 160 0,2-4 0 0,2 0 0 16,3-4-1344-16,1-1-192 0,5-3-32 0,1-2-13024 0</inkml:trace>
  <inkml:trace contextRef="#ctx0" brushRef="#br0" timeOffset="73673.37">20591 11632 7359 0,'-1'4'320'0,"-1"-4"80"0,1 0-400 0,1 0 0 16,1 0 0-16,0-2 0 0,0 2 2016 0,1-3 320 0,2-2 64 16,1 1 16-16,2-4 272 0,0-1 64 0,3 0 16 0,0-1 0 15,-1 1-368-15,0 0-80 0,2 1-16 0,-3-1 0 16,-1 4-736-16,1-2-160 15,-8 7-16-15,12-5-16 0,-12 5-800 0,0 0-144 16,0 0-48-16,0 0 0 0,0 0-128 0,0 0-16 16,0 0-16-16,17 34 0 0,-17-34-64 0,-3 25-16 0,3-25 0 0,-6 29 0 15,6-29-144-15,-6 30 0 0,6-30 0 0,-7 31 0 0,7-31 0 16,-6 24 0-16,6-24 0 0,-6 20 0 16,6-20-144-16,-5 13 144 0,5-13 0 0,-6 12 0 0,3-10 0 15,1 1 0-15,0-1 0 0,-1-2 0 0,1 0 0 0,0 0-128 16,0-2 128-16,1-1 0 0,0 1 0 15,1-5-192-15,1 1 192 0,1-3-160 16,0 1 160-16,3-2-192 0,0-2 192 0,2-2-192 0,2-2 192 0,1-2 0 16,2 2 0-16,2-5 0 0,3 4 0 0,0-2 0 15,1 2 0-15,1 3-128 0,0 2 128 0,-1 0 0 16,-2 3 0-16,-2 0 0 0,-1 1 0 0,-13 8 128 16,23-11-128-16,-23 11 128 0,18-7-128 15,-18 7 0-15,0 0 0 0,22-8 0 0,-22 8-224 0,0 0-112 0,0 0-32 0,0 0-17600 16</inkml:trace>
  <inkml:trace contextRef="#ctx0" brushRef="#br0" timeOffset="74041.46">20986 11515 19343 0,'-2'0'848'0,"2"0"192"0,-2 0-832 0,2 0-208 15,0 0 0-15,-2-2 0 0,2 2 2336 0,-2 0 416 16,2 0 96-16,0 0 16 0,-5 4-672 0,1-1-128 15,0-1-16-15,4-2-16 0,-7 7-1136 0,7-7-240 16,-9 9-32-16,4-1-16 0,5-8-384 0,-10 16-80 16,4-4-16-16,0 0 0 0,1 2-128 0,0 3 0 15,5-17 0-15,-6 31 0 0,6-31 0 0,1 28 0 0,-1-28 0 0,0 0 0 16,14 29 0-16,-14-29 0 0,0 0 0 0,0 0 0 16,37 12 0-16,-37-12 128 0,27-8-128 0,-14 1 0 15,0 0 192-15,0-4-32 0,2 1-16 0,1-4 0 16,-1 0-144-16,0-1 0 0,-1 1 144 0,-2-1-144 15,-1-1 0-15,-3 2 0 0,-2 0 0 0,-3 0 128 16,-3 2-128-16,-2 0 0 0,-3 0 0 0,-3 2 0 16,-2 1 224-16,-1 3-32 0,-1 2 0 0,-2 4 0 15,-2 1 96-15,-2 5 16 0,-1 2 0 0,1 4 0 0,1 2-304 16,2 0 0-16,3-1 0 0,2 0 0 0,3-1 0 16,7-12 0-16,-9 21 0 0,9-21 0 15,0 0-336-15,0 0-32 0,0 0 0 0,0 0-18064 16</inkml:trace>
  <inkml:trace contextRef="#ctx0" brushRef="#br0" timeOffset="80015.61">21262 11574 1839 0,'0'-9'160'0,"0"4"-160"15,2-2 0-15,-2 1 0 0,0 6 640 0,2-6 80 16,-2 6 32-16,1-7 0 0,1-2 368 0,0 1 80 0,1-3 16 16,-2 1 0-16,0 3 640 0,-2 0 144 15,0 4 32-15,-1-1 0 0,-1 3 912 0,1-1 176 16,-1 2 32-16,0 0 16 0,3 0-560 0,-4 5-112 15,4-5-32-15,0 0 0 0,0 0-1088 0,0 0-224 16,-3 21-32-16,3-21-16 0,0 0-720 0,5 29-160 16,-5-29-32-16,0 0 0 0,11 37-192 0,-11-37 176 0,10 30-176 15,-10-30 160-15,10 37-160 0,-10-37 0 0,10 38 0 0,-10-38 0 16,10 36 0-16,-10-36 0 0,9 34 0 0,-9-34-12288 16,0 0-2432-16</inkml:trace>
  <inkml:trace contextRef="#ctx0" brushRef="#br0" timeOffset="80215.82">21438 11472 31327 0,'-4'3'1392'0,"1"1"272"16,0-1-1328-16,0 1-336 0,3-4 0 0,-5 6 0 0,5-6 1392 0,-7 11 208 16,-1 1 32-16,-3 2 16 0,-5 8-496 0,-3 3-112 15,0 1-16-15,-3 1 0 0,2 1-608 0,-1-1-128 16,-2 1-32-16,0-2 0 0,1 0-256 0,0-5 0 15,1 0 0-15,3-4 0 0,3-3 0 0,3-4 0 16,2-3 0-16,3-4 0 16,3-1-400-16,2-3-144 0</inkml:trace>
  <inkml:trace contextRef="#ctx0" brushRef="#br0" timeOffset="80465.27">21529 11536 18431 0,'0'0'816'0,"0"0"160"0,0 0-784 0,0 0-192 0,0 0 0 0,0 0 0 0,0 0 2496 0,0 0 464 15,0 0 96-15,0 0 16 16,0 0-448-16,0 0-96 0,0 0-16 0,0 0 0 15,0 0-1408-15,0 0-272 0,0 0-64 0,34 14-16 16,-34-14-576-16,0 0-176 0,0 0 0 0,0 0 0 31,0 0-752-31,34 22-256 0</inkml:trace>
  <inkml:trace contextRef="#ctx0" brushRef="#br0" timeOffset="80632.13">21520 11663 25791 0,'0'0'2304'0,"0"0"-1856"16,0 0-448-16,0 0 0 0,0 0 2368 0,0 0 368 16,0 0 80-16,0 0 0 0,0 35-1120 0,0-35-224 15,-9 35-64-15,2-16 0 0,-1 2-1152 0,-2-2-256 0,2-2 0 0,0-2-12144 32,0-2-2432-32</inkml:trace>
  <inkml:trace contextRef="#ctx0" brushRef="#br0" timeOffset="81248.63">21697 11658 33167 0,'-7'5'1472'0,"4"-2"304"0,3-3-1424 0,0 0-352 0,0 0 0 0,0 0 0 0,0 0 1312 15,0 0 192-15,0 0 32 0,0 0 16 16,0 0-1040-16,0 0-224 0,0 0-32 0,0 0-16 15,0 0-240-15,5 30 144 0,-5-30-144 0,0 0 128 16,0 0-128-16,-3 28 0 0,3-28 0 0,-7 16-176 16,7-16-464-16,-8 19-80 0,8-19-32 15,-11 15 0-15,11-15 224 0,-10 14 32 0,10-14 16 0,0 0 0 16,-6 6 320-16,6-6 160 0,0-4-160 0,0 4 160 16,4-12-368-16,0 3 32 0,1 0 0 0,0-1 0 0,2-1 336 0,0-1 0 15,2-1-144-15,-2 0 144 16,1 0 0-16,1 3 128 0,-1-1-128 0,0 1 192 0,1 1 448 15,-1 1 96-15,-1 2 16 0,1-2 0 0,1 1 176 0,-9 7 32 16,18-14 16-16,-18 14 0 0,16-9-448 0,-16 9-80 16,0 0-32-16,0 0 0 0,0 0-128 0,0 0-32 15,0 0 0-15,0 0 0 0,32 15-32 0,-32-15-16 16,0 0 0-16,-2 27 0 0,2-27-208 0,-5 25 144 16,5-25-144-16,-10 27 128 0,5-13-128 0,-2 1 0 15,0-1 0-15,0 0 0 0,1-4 0 0,0 1 0 16,6-11 0-16,-8 15 0 0,8-15 0 0,-7 9 0 15,7-9 0-15,0 0 0 0,0 0 0 0,-2-2-224 16,4-3 48-16,1-2 16 16,2 0-224-16,0-4-32 0,0-1-16 0,2-2 0 0,0 1 224 0,1-4 32 0,1 3 16 15,-1-2 0-15,3-3 160 0,-1 2 0 0,1 3 0 16,0 0-128-16,-1 2 128 0,-2 0 0 0,-8 12 0 0,16-12 0 16,-16 12 0-16,0 0 0 0,0 0 0 15,0 0 0-15,0 0 144 0,0 0 16 0,0 0 0 0,19 31 0 16,-19-31 144-16,-4 22 16 0,4-22 16 0,-3 26 0 15,3-26-144-15,-5 28-16 0,5-28-16 0,-3 26 0 16,3-26-160-16,-2 24 160 0,2-24-160 0,0 0 160 0,0 31-160 0,0-31 0 16,0 0 0-16,0 0 0 15,1 28 0-15,-1-28-144 0,0 0 144 0,0 0-160 16,0 0-736-16,0 0-128 0</inkml:trace>
  <inkml:trace contextRef="#ctx0" brushRef="#br0" timeOffset="81730.45">22076 11709 20271 0,'0'0'1792'0,"0"0"-1424"15,0 0-368-15,0 0 0 0,0 0 2944 0,0 0 528 16,0 0 112-16,14-9 0 0,-14 9-1296 0,14-10-272 0,-14 10-48 0,16-12-16 16,-16 12-1472-16,13-14-288 0,-7 5-64 0,0 0-128 15,-1 1 144-15,-1-2-144 0,0 2 0 16,-1-1 144-16,-2 0-144 0,0 3 0 0,-2-2 0 0,0 4 0 15,0-1 0-15,-3 2 0 16,0 1 128-16,-1 1-128 0,0 2 176 0,-1 4 0 0,-2 0 0 0,0 2 0 16,0 1-176-16,0 3 0 0,0-1 0 15,-2 4 0-15,2 0 0 0,-1 2 0 16,0-1 0-16,1 1 0 0,2-1 0 0,-1 1 0 0,7-16 0 16,-9 24 0-16,9-24 0 0,-5 23 0 0,5-23 0 0,0 0 0 15,0 0 0-15,2 24 0 0,-2-24 0 0,0 0 0 16,0 0 0-16,0 0 0 0,0 0-160 0,0 0 160 15,31-9-304-15,-31 9 48 0,14-15 0 0,-14 15 0 16,16-16 32-16,-7 7 16 0,-2 0 0 0,0-2 0 16,0 4 208-16,-2-4 0 0,2 1-160 0,-1 0 160 15,-2 1 0-15,0 0 0 0,-1 1 0 0,-1 2 0 0,0 1 0 0,-2 5 192 16,1-4-192-16,-1 4 192 0,0 0 80 16,0 0 32-16,0 0 0 0,0 0 0 0,-7 15-144 0,7-15-32 15,-7 20 0-15,7-20 0 16,-6 26 0-16,6-26-128 0,-7 30 192 0,7-30-64 0,-2 26-128 0,2-26 0 15,0 0 0-15,5 31 128 16,-5-31-128-16,0 0 0 0,0 0 0 0,0 0 0 0,0 0 0 16,34 12 0-16,-34-12 0 0,19-15-176 15,-9 4-976-15,2-4-208 0,2-1-48 0,1-5-15744 16</inkml:trace>
  <inkml:trace contextRef="#ctx0" brushRef="#br0" timeOffset="81903.17">22369 11503 17503 0,'23'-42'768'0,"-16"29"176"0,-7 13-752 0,0 0-192 16,0 0 0-16,0 0 0 0,5-11 2816 0,-5 11 544 15,6-9 96-15,-6 9 32 0,0 0-352 0,0 0-64 16,0 0 0-16,-1 25-16 0,1-25-1952 0,-8 31-384 16,1-9-80-16,1-1 0 0,-3 3-384 0,3 1-64 15,-2 1 0-15,0-2-16 0,1 0-176 0,1 0 0 16,1-3 144-16,0-2-144 0,0 1 0 0,5-20 0 16,-7 34 0-16,7-34-128 15,-7 27-576-15,7-27-96 0,-4 19-32 0,4-19 0 16,0 0-1728-16,0 0-336 0</inkml:trace>
  <inkml:trace contextRef="#ctx0" brushRef="#br0" timeOffset="82111.69">22299 11536 11055 0,'0'0'976'0,"-8"10"-784"0,8-10-192 0,0 0 0 15,0 0 4032-15,0 0 768 0,0 0 160 0,-4 17 32 16,4-17-1280-16,0 0-240 0,0 0-48 0,3 28-16 0,-3-28-2128 0,0 0-448 15,0 0-64-15,0 0-32 0,0 0-304 0,38 12-64 16,-38-12-16-16,24-12 0 16,-24 12-208-16,26-17-144 0,-13 6 192 0,0 1-192 0,0-1-128 0,-13 11-144 15,25-18-32-15,-25 18-19648 16</inkml:trace>
  <inkml:trace contextRef="#ctx0" brushRef="#br0" timeOffset="82477.64">22422 11650 27647 0,'0'0'2448'0,"0"0"-1952"0,0 0-496 15,0 0 0-15,0 0 2400 0,0 0 384 16,0 0 80-16,0 0 16 0,0 0-1472 0,32 14-272 0,-32-14-64 0,34 2-16 16,-34-2-704-16,39-2-144 0,-39 2-16 15,40-7-16-15,-40 7-176 0,40-11 128 0,-40 11-128 0,39-14 128 16,-39 14-128-16,35-15 0 0,-35 15 0 0,29-15 0 15,-29 15-384-15,22-16 0 0,-22 16 0 0,10-16 0 32,-10 16-352-32,-2-15-80 0,-3 8-16 0,-3 0 0 0,-3 2-464 0,-3 1-112 0,-1 1 0 0,0 1-16 15,0 2 736 1,-2 3 160-16,0 2 16 0,0 1 16 0,0 3 1328 0,0 2 272 0,2 1 48 0,-1 0 16 16,2 3-16-16,1 2 0 0,1 0 0 0,2 1 0 15,1-1-464-15,3 2-112 0,6-19 0 0,-8 29-16 0,8-29-48 16,0 25 0-16,0-25 0 0,0 0 0 15,0 0-128-15,24 29-16 0,-24-29-16 0,0 0 0 0,0 0-192 0,39 12-32 16,-39-12-128-16,0 0 192 0,38 0-192 16,-38 0-128-16,26-3 128 0,-26 3-208 0,26-7-640 0,-26 7-128 15</inkml:trace>
  <inkml:trace contextRef="#ctx0" brushRef="#br0" timeOffset="82810.75">23030 11512 24879 0,'0'0'2208'0,"0"0"-1760"16,0 0-448-16,0 0 0 0,-6 5 3392 0,6-5 576 15,0 0 128-15,-7 5 32 0,7-5-2464 0,-13 12-480 0,4-7-96 0,-2 3-32 16,-1 0-672-16,0-2-128 16,0 1-16-16,-1-1-16 0,0 1-224 0,0 0 0 15,-1-1 0-15,2 0 0 0,1-1 0 0,1 0 0 0,1 0 0 0,2 2 0 16,7-7 0-16,-10 12 0 0,10-12 0 0,0 0 0 15,0 0 0-15,1 23 0 0,-1-23 0 0,0 0 0 16,0 0 0-16,35 15 0 0,-35-15 0 0,0 0 0 16,40 6 0-16,-40-6 0 0,33 3 0 0,-33-3 0 15,34 5 0-15,-34-5 0 0,31 9 0 0,-31-9 0 16,0 0 0-16,29 19 0 0,-29-19 0 0,0 0 0 16,-4 26 0-16,-7-14 0 0,-3-2 0 0,-5 1 0 15,-5 1 0-15,-4 1 0 0,-4 1 0 0,-3 0 144 16,-2 0 48-16,-1 0 16 0,0-1 0 0,2-2 0 0,5-4-48 0,5 0-16 15,5-5 0-15,5-2-13632 16,5-2-2720-16</inkml:trace>
</inkml:ink>
</file>

<file path=ppt/ink/ink9.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6T09:25:05.429"/>
    </inkml:context>
    <inkml:brush xml:id="br0">
      <inkml:brushProperty name="width" value="0.05292" units="cm"/>
      <inkml:brushProperty name="height" value="0.05292" units="cm"/>
    </inkml:brush>
  </inkml:definitions>
  <inkml:trace contextRef="#ctx0" brushRef="#br0">5023 9739 16575 0,'-1'0'1472'0,"0"-2"-1168"16,1 1-304-16,0 0 0 0,-1 0 1344 0,0 1 192 15,0-2 64-15,0 0 0 0,-1-1 480 0,1 1 96 16,-1 0 32-16,0 4 0 0,0 3-944 0,1 4-192 16,-1 3-48-16,0 2 0 0,1 3-560 0,1 2-112 15,-1 7-32-15,0 3 0 0,-2 4-80 0,-2 2-32 0,0-2 0 16,-2-2 0-16,1 0-208 0,-2-5 176 16,3-6-176-16,0-4 160 0,1-2-160 0,2-3 0 15,0-1 0-15,2-3 0 16,0-4-304-16,0-1-144 0,2-2-16 0,-1-4-15152 0</inkml:trace>
  <inkml:trace contextRef="#ctx0" brushRef="#br0" timeOffset="206.62">5152 9825 16575 0,'-2'-1'736'0,"1"1"160"0,0 0-720 0,0 0-176 0,1 0 0 0,-1 0 0 0,0 1 1584 0,0 1 272 16,-1 1 64-16,-2 1 16 15,0 0 288-15,1 1 48 0,1 0 16 0,0 2 0 0,0 0-1456 0,1 3-304 16,1-1-48-16,-1 4-16 16,2 3-464-16,-1 1 0 0,-1 4 0 0,1-2 0 0,0 2 0 0,0 3 0 15,0 2 0-15,0-2 0 0,0-1 0 0,0-8 0 16,0-4 0-16,0 1 0 16,0-2-480-16,1 2-144 0</inkml:trace>
  <inkml:trace contextRef="#ctx0" brushRef="#br0" timeOffset="427.26">4985 10083 6447 0,'-7'0'576'0,"4"0"-576"16,1 2 0-16,0-2 0 0,2 0 4224 0,0-2 752 0,0 2 144 15,1 0 16-15,1-2-1808 0,1 1-384 0,-3 1-64 0,0 0 0 16,24-12-1408-16,-14 4-288 0,1 0-48 0,2-2-16 0,0 1-592 15,0 0-112-15,0-3-32 0,-1 2 0 16,-1 1-240-16,-1 0-144 0,0 1 160 0,-2 2-160 0,-8 6 0 0,0 0 0 16,24-13 0-16,-24 13-18208 0</inkml:trace>
  <inkml:trace contextRef="#ctx0" brushRef="#br0" timeOffset="893.25">5373 9867 13823 0,'0'0'1216'0,"-1"-2"-960"15,1 2-256-15,-1 0 0 0,0 0 1696 0,0 0 288 16,-2 0 64-16,-2 2 16 0,-1 1 608 0,-2 0 112 16,1 3 32-16,0 1 0 0,-1 5-1360 0,1-2-272 0,0 1-48 15,2 1-16-15,0 0-752 0,1-2-160 16,3 1-16-16,0 0-16 0,1-11 32 0,0 0 16 15,0 0 0-15,16 34 0 0,-16-34-224 0,0 0 144 0,0 0-144 0,40 29 128 16,-40-29 48-16,0 0 0 0,0 0 0 0,47 14 0 16,-47-14-48-16,0 0-128 0,38-5 192 0,-38 5-64 15,23-11-128-15,-14 3 0 0,0 1 0 0,-1-2 0 16,-3-1-144-16,0-1 144 0,-1 1-192 0,-3-2 192 16,-2 1-464-16,-4 1 16 15,-2 0 0-15,-3 4 0 0,0 0-48 0,-2 4 0 16,-2 0 0-16,1 2 0 0,0 2 128 0,-1 0 32 0,1 4 0 0,1 2 0 0,4 0 192 0,0-1 144 15,3 2-192-15,2 1-14416 16</inkml:trace>
  <inkml:trace contextRef="#ctx0" brushRef="#br0" timeOffset="2012.8">5356 9924 12895 0,'0'0'1152'0,"0"0"-928"0,0-2-224 0,1 2 0 15,-1-2 1216-15,0 1 208 0,1-1 48 0,0-3 0 16,0-1 400-16,0 0 96 0,1-1 16 0,0 2 0 16,-1 2-496-16,1-1-80 0,1 2-32 0,-1-1 0 15,1 0-160-15,0 2-48 16,1-1 0-16,-1 0 0 0,2 2-400 0,-1 0-96 15,0-1-16-15,1 1 0 0,0 0-144 0,-2 1-16 0,1 1-16 0,-1 0 0 16,1-2-144-16,-1 1-16 0,1-1-16 0,-1 0 0 16,0 0-96-16,1-1-16 0,1-1 0 0,-1 2 0 15,-1-2-32-15,1 1-16 0,0 1 0 0,-2-2 0 0,2 2-144 0,-1 2 160 16,1 1-160-16,-2 1 160 0,0 1-160 0,0 2 0 16,-1 3 144-16,-1-1-144 15,0 3 0-15,-2 2 0 0,-1 0 0 0,-1 1 0 16,-1 0 0-16,1-2 0 0,0 1 0 0,1-3 0 15,0 0-704-15,2-4-224 0</inkml:trace>
  <inkml:trace contextRef="#ctx0" brushRef="#br0" timeOffset="2748.98">5772 9844 20271 0,'1'2'1792'0,"-1"-2"-1424"0,1 0-368 0,-1 0 0 16,1 1 1952-16,0 0 320 0,1 1 64 0,1 1 16 15,-3-3-416-15,0 0-80 0,0 0 0 0,0 0-16 16,0 0-1152-16,0 0-240 0,26 31-32 0,-26-31-16 16,0 0-400-16,0 0 128 0,0 0-128 0,0 0 0 31,0 0-512-31,0 0-176 0,0 0-32 0,0 0-14960 0</inkml:trace>
  <inkml:trace contextRef="#ctx0" brushRef="#br0" timeOffset="2927.6">5770 9995 10127 0,'-1'0'448'0,"0"1"96"0,0 1-544 0,0-2 0 0,1 2 0 0,-1-2 0 15,1 2 1888-15,-1 0 272 0,0 1 48 0,1 3 16 0,0 0 80 16,1 1 32-16,0-5 0 0,-1-2 0 0,0 0-640 0,0 0-128 0,0 0-32 15,0 0 0-15,0 0-112 0,0 0-16 0,0 0-16 16,36 26 0-16,-36-26-752 0,0 0-128 0,0 0-48 0,0 0-11728 16,0 0-2368-16</inkml:trace>
  <inkml:trace contextRef="#ctx0" brushRef="#br0" timeOffset="4196.45">6120 10206 8287 0,'-3'2'736'0,"1"-1"-592"0,1 1-144 16,1-2 0-16,-1 2 1072 0,0-2 176 15,1 1 32-15,-2 1 16 0,1 0 1136 0,-1 0 208 0,0-1 48 0,1 1 16 16,1-2-464-16,1 0-80 0,3 0-32 16,-1-3 0-16,0 1-576 0,2-3-112 0,1 0-32 0,1-1 0 15,1-2-512-15,0-1-96 0,0 2-32 0,0-3 0 16,-1 3-432-16,0-4-80 0,2 1-32 0,-1-2 0 15,2-2-224-15,0-2 0 0,0 1 128 0,0-2-128 16,0-1 0-16,1-1 0 0,1 0 0 0,-1-3 0 16,-1-4 0-16,-1 1 0 0,-1-1-192 15,0 1 192-15,-2 2-848 16,-1 1-64-16,0-1-16 0,-3 4 0 0,1 4 304 0,-1 2 64 0,0 2 16 0,-1 2 0 16,-1 4 544-16,0 3-128 0,-1 0 128 0,0 0 0 0,-1 4 0 0,0 0 256 15,-1 2-64-15,2 1 0 16,-3 2 320-16,0 3 64 0,0 2 16 0,1 2 0 15,-1 0-176-15,-1 3-32 0,3 0-16 0,-1-1 0 0,0 3-160 0,0-2-16 16,2-1-16-16,0 1 0 0,0 0 16 0,1-1 16 16,0-2 0-16,0 0 0 0,1 1-208 15,-1-15 176-15,4 24-176 0,-4-24 160 0,0 0-160 16,9 25 0-16,-9-25 0 0,0 0 0 16,0 0 0-16,0 0-176 0,0 0 176 0,0 0-192 15,0 0-432-15,46-2-80 0,-40-5-32 0,1 0 0 16,0-3-528-16,1 1-96 0,-1-1-32 0,0 1 0 15,0-1-320-15,0-2-64 0,0 0-16 0,-2-2 0 16,1 2-304-16,0-4-64 0,-3 2-16 0,1-5 0 16,0 0 1328-16,-2 2 256 0,1 1 48 0,-1 4 16 0,1 0 528 0,-2 3 0 0,0 2 0 0,0 4 0 15,-1 1 800-15,0 0 224 0,0 2 32 0,-1 2 16 16,1 0 672-16,-2 3 144 0,1 2 32 0,-1 2 0 16,-1 3-192-16,1 0-48 0,-1 5 0 0,0-1 0 15,-1 3-368-15,1 0-80 16,0 3-16-16,0-4 0 0,2-1-400 0,-1-2-96 15,2-1-16-15,0-2 0 0,1-1-256 0,-1-11-48 16,5 19-16-16,-5-19 0 0,0 0-208 0,0 0-48 0,21 28-128 16,-21-28 192-16,0 0-192 0,0 0 0 0,0 0 0 15,42 20 0-15,-42-20-720 16,0 0-96-16,0 0-16 0,38-5-16304 0</inkml:trace>
  <inkml:trace contextRef="#ctx0" brushRef="#br0" timeOffset="4714.18">6667 10014 12895 0,'-4'5'1152'0,"1"-2"-928"0,0 1-224 0,1-2 0 0,0 0 2416 16,1 1 432-16,-1-2 96 0,0 3 0 0,-3 1 32 0,-1 2 0 15,0 0 0-15,1 0 0 0,2 0-1392 0,0-1-288 16,1 0-48-16,1 3-16 0,1-1-624 0,0 1-128 16,1 1-32-16,0 3 0 0,0-1-256 0,0 0-64 15,0 2-128-15,0-1 192 0,-1-13-192 0,4 28 0 16,-4-28 0-16,4 23 0 0,-4-23 0 0,0 0 0 16,6 20 0-16,-6-18 0 0,2-1-160 0,-1-2-80 15,1-3-16-15,0-2 0 16,-1 0-1120-16,-1-2-224 0,1-1-64 0,-2-1 0 15,0-1-560-15,0-1-112 0,-1 0-32 0,0 1 0 16,0-2 736-16,0 1 144 0,0-1 16 0,0 0 16 0,0 1 1216 0,-1 1 240 0,2 3 0 0,0 0 0 16,0 2 1616-16,1 1 224 0,0 3 32 0,1-2 16 15,0 1 304-15,1 0 64 0,1 1 16 16,-3 2 0-16,0 0-864 0,0 0-192 0,0 0-16 0,0 0-16 16,0 0-624-16,32-7-128 0,-32 7-32 0,0 0 0 15,0 0-256-15,0 0-144 0,0 0 160 0,42 20-160 16,-42-20 0-16,0 0 128 0,0 0-128 15,0 0 0-15,26 33 0 0,-26-33 0 0,0 0 0 0,4 23 0 0,-6-15 0 0,-2 3 0 16,1-2 0-16,-3 0 0 0,0 1 0 0,-2 0 0 16,1-1 0-16,-2-2 0 15,1 1 0-15,0-2-160 0,0-1 160 0,1 0-128 16,1-3-576-16,2-2-96 0,0-2-32 0,1 0-16528 16</inkml:trace>
  <inkml:trace contextRef="#ctx0" brushRef="#br0" timeOffset="5865.87">6807 9986 5519 0,'0'0'496'0,"-1"0"-496"0,1 0 0 0,0 0 0 16,-1 0 1216-16,0 0 160 0,1 0 32 15,-2 0 0-15,0 0 720 0,-1 0 160 16,0 2 16-16,1-2 16 0,1 0-304 0,0 0-64 16,0 0-16-16,1 2 0 0,0-2-720 0,-1 0-128 0,1 0-48 0,0 0 0 15,0 0-96-15,0 0-32 16,0-2 0-16,0 2 0 0,1 0-16 0,0 2 0 0,0-2 0 0,0 0 0 0,2 1-240 15,-3-1-48-15,0 0-16 0,0 0 0 0,0 0-144 0,0 0-48 16,42 5 0-16,-42-5 0 16,0 0-128-16,0 0-16 0,39 4-16 0,-39-4 0 15,0 0-240-15,0 0 176 0,0 0-176 0,40 0 160 0,-40 0-160 16,0 0 0-16,0 0 0 0,0 0 0 0,0 0 0 16,0 0 0-16,0 0 0 0,0 0 0 0,0 0-160 0,0 0-64 15,0 0-16-15,36-2-17696 0</inkml:trace>
  <inkml:trace contextRef="#ctx0" brushRef="#br0" timeOffset="6117.7">6826 10121 6447 0,'-6'3'576'0,"3"-1"-576"16,2-2 0-16,0 2 0 0,0-2 1744 0,1 0 240 0,0 1 64 0,0-1 0 0,2 1 912 0,-1-1 192 31,-1 0 48-31,0 0 0 0,0 0-688 0,0 0-128 0,0 0-16 0,38 0-16 16,-38 0-816-16,0 0-144 15,0 0-48-15,0 0 0 0,46-1-816 0,-46 1-160 16,0 0-48-16,0 0 0 0,0 0-320 0,40 6 0 16,-40-6 0-16,0 0 0 15,0 0-304-15,0 0-128 0,0 0-16 0,38 0-16784 0</inkml:trace>
  <inkml:trace contextRef="#ctx0" brushRef="#br0" timeOffset="6554.95">7324 9919 911 0,'-2'0'0'0,"1"0"0"16,0 0 0-16,-1 0 0 0,1 0 3744 0,0 0 672 16,0 0 128-16,-1 0 16 0,-1 3-608 0,-2-1-128 15,0 0-32-15,0 1 0 0,-1 0-1968 0,2 2-400 0,-2-2-80 16,2 3 0-16,0 0-688 0,-1 2-128 15,2-2-16-15,-2 3-16 0,1 0-272 0,0 0-48 16,1 2-16-16,-1 1 0 0,2-2-160 0,-1 2 0 0,3 1 0 16,-1 1 128-16,2-1-128 0,-1-13 0 0,4 25 0 0,-4-25 128 15,0 0 64-15,0 0 16 16,22 29 0-16,-22-29 0 0,0 0-80 0,0 0-128 0,45 5 176 0,-45-5-176 16,27-11 304-16,-12 1-48 0,0-3-16 0,0 0 0 15,0-5-48-15,0 1-16 0,-3 2 0 0,-1-1 0 0,-2 1-176 16,-2-1 0-16,-2 1 144 0,-4 1-144 0,0 2 0 15,-4 0 0-15,-4 1 0 0,-3 1 0 0,-3 1 0 0,-3 2 0 16,-4 3 0-16,-2 3 128 0,-1 5-128 0,0 5 0 16,1 4 0-16,1-1-12224 15,4 0-2432-15</inkml:trace>
  <inkml:trace contextRef="#ctx0" brushRef="#br0" timeOffset="8575.4">9451 9782 23039 0,'-1'0'2048'0,"0"-2"-1648"0,1 2-400 0,-1 0 0 16,1 2 1408-16,0-2 208 0,-1 1 48 0,-2 0 0 0,-1 2 256 16,0 2 48-16,-1 1 16 0,-1 0 0 0,2 2-960 0,-1 1-176 15,1 2-32-15,0 0-16 16,0 2-352-16,0 1-80 0,1 2-16 0,-2 3 0 15,0 2-160-15,0 1-16 0,-2-1-16 0,1-2 0 16,-2 3-160-16,1-2 0 0,-1 1 0 0,2-1 0 0,0-3 0 0,3-3 0 16,0-4 0-16,2-1 0 15,0-1 0-15,2-4 0 0,1-1 0 0,1-3-18112 16</inkml:trace>
  <inkml:trace contextRef="#ctx0" brushRef="#br0" timeOffset="8821.84">9640 9787 23039 0,'0'-1'1024'0,"0"-1"192"0,-1 2-960 0,1 0-256 16,0-1 0-16,-1 1 0 0,1 1 1696 0,-1-1 288 16,0 0 64-16,0 2 16 0,-1 1-736 0,1 0-160 0,0 1-16 0,0 1-16 15,0 2-896-15,0-2-240 0,1 2 0 0,1 2 0 16,-1-2 0-16,-1 5 0 0,1 0 0 0,-1 4 0 15,0-1 0-15,-2 2 0 16,0 2 0-16,-1 2 0 0,1 0 0 0,-2 1 0 0,0 0 0 0,1-2 0 16,0-2 0-16,0-1-192 15,2-2 64-15,-1-5 128 16,2 1-1104-16,0-4-112 0,1-2 0 0,1-5-12720 0</inkml:trace>
  <inkml:trace contextRef="#ctx0" brushRef="#br0" timeOffset="9092.26">9469 10009 18431 0,'-9'3'816'0,"4"-2"160"0,1 0-784 0,1-1-192 0,2 0 0 0,0 0 0 15,-1 0 1312-15,0 0 224 0,-2 0 32 0,1 0 16 16,-1-1 80-16,1 0 0 0,1-2 16 0,2-1 0 0,1 1-576 15,2-1-112-15,-1 1-32 0,2-2 0 0,1 1 64 0,1 1 0 0,-6 3 0 0,0 0 0 16,22-9-192-16,-22 9-48 16,0 0 0-16,0 0 0 0,41 4-400 0,-41-4-96 0,0 0-16 0,0 0 0 15,40 22-272-15,-40-22 128 0,0 0-128 0,0 0 0 16,38 13 0-16,-38-13 0 16,0 0 0-16,33-6-18352 15</inkml:trace>
  <inkml:trace contextRef="#ctx0" brushRef="#br0" timeOffset="9875.39">9922 9789 10127 0,'0'-2'896'0,"0"1"-704"0,0 1-192 0,0 0 0 15,0 0 1504-15,0 0 272 0,0 0 48 0,0-2 16 0,0 1 944 16,0 0 192-16,0 1 32 0,-1 0 16 0,1 0-480 0,0 1-112 15,-1 0 0-15,-1 2-16 0,2 1-1024 0,-1-1-208 16,-1 2-32-16,0 2-16 0,1 2-736 0,-1 0-144 16,0 5-16-16,1 1-16 0,-1 2-224 0,-1 1 0 0,1 4 0 0,-1-3 0 15,2 2 0-15,-1-2 0 16,0 0 0-16,-1 2 0 0,1-3 0 0,-1 0 0 0,1-1 0 16,-1-2 0-16,-2 0 0 0,1-1 0 0,-1-2 0 15,1 0 0-15,0-2-208 0,1-1-48 0,0-4 0 0,1 2-11776 16,1-4-2368-1</inkml:trace>
  <inkml:trace contextRef="#ctx0" brushRef="#br0" timeOffset="10642.44">10292 9835 13823 0,'0'-1'1216'0,"0"1"-960"15,0 0-256-15,0 0 0 0,0 0 1824 0,0 0 320 0,1 0 64 0,1 0 16 16,0 0 608-16,2 0 128 16,-1 2 32-16,0 0 0 0,0 1-1216 0,-3-3-240 0,0 0-64 0,0 0 0 15,0 0-848-15,0 0-176 16,0 0-48-16,0 0 0 0,28 31-400 0,-28-31 0 15,0 0 0-15,0 0-11600 0,0 0-2368 16</inkml:trace>
  <inkml:trace contextRef="#ctx0" brushRef="#br0" timeOffset="10801.97">10316 9950 25791 0,'0'0'1152'0,"0"0"224"0,0 0-1104 0,0 0-272 0,1 0 0 0,-1 0 0 0,0 0 2208 15,0 0 384-15,2 2 80 0,0-1 16 0,0 1-1024 16,1 0-192-16,0 1-32 0,-1-1-16 0,0 0-1056 16,1 0-224-16,-3-2-144 0,0 0-18048 0</inkml:trace>
  <inkml:trace contextRef="#ctx0" brushRef="#br0" timeOffset="14779.33">10768 9794 3679 0,'1'-8'320'0,"-1"4"-320"0,1-1 0 0,0 0 0 16,0 4 1984-16,-1 0 336 0,1-1 64 0,0-1 16 15,1-2 272-15,-1-1 48 0,1 1 16 0,0 1 0 16,0 1-336-16,-1 1-64 0,-1 2-16 0,-1 2 0 16,1-2-656-16,-1 2-144 0,0 2-32 0,-1 1 0 15,0 0-544-15,0 5-112 0,-1 0-32 0,-1 4 0 16,0 3-384-16,0 1-80 0,-2 5-16 0,1 3 0 16,-3 1-320-16,1 4 0 0,-1-1 0 0,1-1 128 0,0 0-128 15,0-3 0-15,1-2 0 0,2-4 0 16,1-1 0-16,1-4 0 0,2-15 0 0,1 21 0 15,-1-21-336-15,0 0-96 0,0 0-16 0,0 0 0 16,6 26-1696-16,-4-24-352 0,-1-2-64 0,2-4-11904 0</inkml:trace>
  <inkml:trace contextRef="#ctx0" brushRef="#br0" timeOffset="15885.33">10787 9796 1839 0,'-1'0'160'0,"0"-2"-160"15,0 2 0-15,1 0 0 0,0-2 960 16,-1 1 144-16,0-1 48 0,-1-1 0 16,0-1 704-16,1-1 128 0,-1 0 48 0,1 1 0 0,0-1 32 0,1 0 16 15,0 0 0-15,1 0 0 0,1 2-144 0,-1-2-16 16,1 1-16-16,-1 0 0 16,1 0-304-16,0 1-48 0,-1 1-16 0,0 1 0 15,0-1-496-15,-1 2-96 0,0-1-32 0,0 1 0 16,0 0-336-16,-1 0-80 0,0 1-16 0,0-1 0 15,0 2-208-15,-1 1-32 0,1 0-16 0,0 2 0 16,0-1-96-16,0 3-128 0,0 0 176 0,0 2-176 0,1 2 176 0,0 2-176 16,0 3 160-16,1 2-160 0,0 2 160 0,0 2-160 15,1-1 160-15,1 3-160 0,-3-24 0 0,9 45 128 16,-6-23-128-16,-3-22 0 0,7 40 0 0,-7-40 0 16,5 33 0-16,-5-33 0 0,5 24 0 0,-5-24 0 15,0 0 0-15,0 0 0 0,0 0 0 0,0 0-128 0,0 0 128 16,0 0 0-16,0 0-320 0,0 0 0 0,0 0 0 15,35-3 0 1,-30-4-144-16,-1-4-48 0,2 1 0 0,-1-2 0 16,0-1-192-16,0 0-32 0,-1 1-16 0,1-2 0 0,0 0 880 0,-1-3 192 0,0 0 16 0,0-1 16 15,-2-1-1568 1,1 2-320-16,-1-2-64 0,0 2-16 0,-1 1 1104 0,0 0 240 0,0 3 32 0,-1 1 16 16,0 4 224-16,-1 2 160 0,0 1-32 0,-1 2 0 15,1 2 784-15,-1 1 160 0,0 0 16 0,1 1 16 16,-1 0-224-16,0 1-48 0,0 1-16 0,-1-1 0 0,1 3-336 15,0-3-64-15,2 1-16 0,-2 1 0 0,1-1-64 0,-1-1-16 16,2 3 0-16,-1-2 0 0,0 1-128 0,1-2-48 16,-1 3 0-16,1 1 0 15,0 2-16-15,1 2-128 0,-1-10 192 0,3 26-64 0,-2-9-128 0,0 1 192 16,0 2-192-16,0 1 192 0,0 0-192 0,1-2 128 16,-2-19-128-16,5 33 128 0,-5-33-128 15,0 0 0-15,11 31 0 0,-11-31 0 16,0 0 0-16,0 0 0 0,0 0 0 0,0 0 0 15,0 0-1280-15,37 6-192 0</inkml:trace>
  <inkml:trace contextRef="#ctx0" brushRef="#br0" timeOffset="16406.93">11062 9978 9215 0,'0'-2'400'0,"0"2"96"0,0-1-496 0,0 1 0 31,0 0 0-31,0 0 0 0,0 0 2512 0,0-1 416 16,0 1 80-16,0 1 0 0,0 0 384 0,0 1 80 16,-1-1 16-16,1 1 0 0,0 1-1312 0,0 1-272 15,0 1-48-15,0 2-16 0,0 0-1168 0,1 2-224 0,-1 1-64 16,0 2 0-16,0 0-256 0,1 0-128 0,-1-1 128 0,0 1-128 15,1 0 0-15,0-3 0 0,0 1 0 0,0-2 0 16,-1-8 0-16,0 0 0 0,4 20 0 0,-3-14 0 0,0-2 0 0,0-1-256 0,-1-1 64 0,1 0 16 31,-1-4-704-31,0 1-144 0,0-1-16 0,0-2-16 32,1-3-384-32,-2 2-80 0,0-3-16 0,0-1 0 0,0-2 320 0,0 1 64 0,-1-2 16 0,0 0 0 15,0 2 704-15,-1-1 144 0,0 1 32 0,2 1 0 16,-2-1 640-16,1 3 144 0,1 0 32 0,-1 2 0 15,1 0 1056-15,1 1 224 0,0 2 32 0,1-1 16 0,1 1-576 16,1-1-112-16,0 1-32 0,1 0 0 0,-4 2-528 0,0 0-128 16,20-11 0-16,-20 11-16 0,0 0-240 0,25-13-32 15,-25 13-16-15,0 0 0 0,0 0-208 0,34-7 0 16,-34 7 128-16,0 0-128 0,0 0 0 0,0 0 0 16,0 0 0-16,37 28 0 0,-37-28 0 0,0 0 0 15,7 26 0-15,-9-16 0 0,-2 4 0 0,-2-2-192 16,-3 5 192-16,-1-2-208 15,-1 0-192-15,0-1-48 0,0-1 0 0,-1 0 0 16,0-1-288-16,-1 0-64 0,2-4-16 0,1-2 0 16,2-3-128-16,1-3-16 0,3-2-16 0,0-1-14288 0</inkml:trace>
  <inkml:trace contextRef="#ctx0" brushRef="#br0" timeOffset="16847.43">11393 9865 20271 0,'-3'-2'896'0,"2"1"192"0,0 1-880 0,0 0-208 0,0 0 0 0,1 0 0 16,-1 0 1680-16,0 1 304 0,-2 1 48 16,1 0 16-16,1 1 80 0,-1-1 32 0,1 2 0 0,2-1 0 15,1-1-848-15,-2-2-160 0,0 0-48 0,0 0 0 16,0 0-528-16,0 0-128 0,42 5 0 0,-42-5-16 15,0 0-224-15,39-4-32 0,-39 4-16 0,0 0 0 16,44-6-160-16,-44 6 0 0,0 0 144 0,38-4-144 16,-38 4 0-16,0 0 0 0,28-5 0 15,-28 5 0-15,0 0 0 0,26-7 0 0,-21 3 0 0,-1 1 0 16,0 0-224-16,-4 0-64 0,0 0-16 0,0 0-17904 16</inkml:trace>
  <inkml:trace contextRef="#ctx0" brushRef="#br0" timeOffset="17100.16">11418 9986 8287 0,'-5'2'736'0,"2"-2"-592"16,0 2-144-16,1-2 0 16,0 1 2304-16,2 1 416 0,-2-2 96 0,0 2 0 0,-2 1 128 0,0 0 32 15,1 0 0-15,0 0 0 0,1-1-1312 0,0 1-272 0,2-1-48 0,1 0-16 31,-1-2-496-31,0 0-112 0,0 0-16 0,0 0 0 0,0 0 32 0,0 0 0 16,0 0 0-16,47 3 0 0,-47-3-208 0,0 0-32 0,33-9-16 0,-33 9 0 16,0 0-272-16,37-10-48 0,-37 10-16 0,0 0 0 15,38-10-144-15,-38 10 0 0,0 0 0 0,29-7 0 16,-29 7 0-16,0 0 0 0,0 0 0 0,0 0 0 16,0 0-160-16,34-7-112 0</inkml:trace>
  <inkml:trace contextRef="#ctx0" brushRef="#br0" timeOffset="17417.22">11533 9666 14735 0,'-1'0'640'0,"1"-2"160"0,0 1-640 0,0 1-160 0,0 0 0 0,0 0 0 16,0 0 2944-16,-1 1 576 0,1 3 96 0,-2 0 32 16,-1 4-432-16,-2 2-80 0,1 4 0 0,-2 0-16 15,0 1-2016-15,-1 3-400 0,-1 3-64 0,-2 3-32 16,0 4-416-16,1-1-64 0,-1 6-128 0,0-3 176 15,0 4-176-15,1-3 0 0,1 0 0 0,0-3 0 16,3-6 0-16,0-1 0 0,1 0 0 0,3-7-12384 16,0-2-2400-16</inkml:trace>
  <inkml:trace contextRef="#ctx0" brushRef="#br0" timeOffset="17878.86">11871 9836 12895 0,'1'0'576'0,"-1"0"112"0,0 2-560 15,-1-2-128-15,1 0 0 0,-1 1 0 0,0 1 2112 0,-1-1 384 16,-1 3 64-16,0-2 32 0,-1 3-80 0,-1 2-16 16,1-4 0-16,-2 4 0 0,2-3-752 0,-1 3-144 15,0 0-48-15,0 3 0 0,-1 0-608 0,1 1-128 16,-1 4-32-16,0-1 0 0,2 2-336 16,-1 3-64-16,0-2 0 0,3 0-16 15,-1 2-368-15,3-19 0 0,1 26 0 0,-1-26 128 0,0 0-128 0,0 0 0 16,25 33 0-16,-25-33 0 15,0 0 0-15,34 0 0 0,-34 0 0 0,30-15 0 0,-14 3 0 0,-2-1 0 16,3-2 0-16,-1-1 0 0,1-1 0 16,-2 0 0-16,-1-1 0 0,-2 1 0 0,0 2 0 15,-2-1 0-15,-3 2 0 0,-3 2 0 0,-1 0 0 0,-3 2 0 0,-3 1 0 0,-4 0 0 16,-1 1 0-16,-5 1 0 16,-3 2 0-16,-1 2 0 0,-2 2 0 0,-2-1 0 0,-2 0 0 0,-1 2 0 15,3 2 0-15,1 0-160 0,3 0 160 0,3 3-18208 16</inkml:trace>
  <inkml:trace contextRef="#ctx0" brushRef="#br0" timeOffset="31850.58">5064 10918 5519 0,'0'-2'496'0,"1"1"-496"0,-1 1 0 0,0-2 0 0,0 2 1776 0,1-1 256 15,-1-1 48-15,0 0 16 0,1 0 272 16,0-1 64-16,0 1 16 0,-1 0 0 0,0 1-656 0,0 1-128 16,-1 1-16-16,0 1-16 0,0 1-608 0,-1 1-112 15,-1 1-16-15,1 2-16 0,-1 0-480 0,1 0-80 16,-1 3-32-16,0 0 0 0,1 3-112 0,-3 4-32 0,1 2 0 16,-2 4 0-16,2 4 16 0,-2 1 0 15,1-2 0-15,1 0 0 0,1-4 16 0,0 1 0 16,1 1 0-16,2-5 0 0,1-2-16 0,2-3 0 15,-3-14 0-15,9 24 0 0,-9-24-160 0,0 0 0 0,0 0 144 0,0 0-144 0,34 26 0 0,-34-26 0 16,0 0 0-16,0 0 128 0,35-10 256 0,-35 10 64 31,0 0 16-31,31-12 0 0,-31 12-240 0,18-10-48 16,-18 10-16-16,0 0 0 0,26-11-304 0,-26 11-64 0,0 0-16 0,26-14-15888 16</inkml:trace>
  <inkml:trace contextRef="#ctx0" brushRef="#br0" timeOffset="32231.06">5256 11126 20159 0,'-2'2'448'0,"1"1"80"0,0-1 32 0,1-1 0 0,-1 1-560 0,1 0 0 0,0 0 0 0,1 3 0 0,0 1 2672 16,1 2 416-16,-2-8 96 0,0 0 16 15,0 0-1808-15,0 0-368 0,28 26-64 0,-28-26 0 16,0 0-512-16,0 0-80 0,42-2-32 0,-42 2 0 15,0 0-160-15,32-19-48 0,-23 12 0 0,-1-2 0 16,-1 1-272-16,-1 1-64 0,0-2-16 0,-1-1 0 16,-3 1-880-16,0 0-176 0,-1 0-48 0,-2 0 0 15,-1 1-1008-15,0 0-208 0,-3 3-32 0,-1-3-16 16,0 2 800-16,-2-1 176 0,1 2 16 0,-1 0 16 0,-2 5 1456 0,1 0 272 16,0 1 64-16,-1 3 16 0,-1 1 1072 0,1 3 224 15,1 1 32-15,0 2 16 0,1 1 288 0,1 0 64 16,0 0 16-16,2 2 0 0,0 3-336 0,1 0-64 15,0 1 0-15,0-1-16 0,1 0-688 0,1-2-144 0,2 0-32 16,0-1 0-16,0-1-304 0,0-1-64 0,0-12-16 16,0 0 0-16,13 25-112 0,-13-25-32 15,0 0 0-15,0 0 0 0,0 0-128 0,0 0 128 0,49 3-128 0,-49-3 128 16,0 0-128-16,39-15-256 0,-39 15 64 0,28-14 16 31,-28 14-1840-31,33-14-368 0</inkml:trace>
  <inkml:trace contextRef="#ctx0" brushRef="#br0" timeOffset="32549.84">5646 10944 28559 0,'-3'-5'1264'0,"2"3"272"0,0 1-1232 0,1-1-304 0,-1 2 0 0,0 0 0 15,-1 2 2096-15,0-2 352 0,-2 3 80 0,0 2 16 0,-1-1-1328 0,0 4-256 16,1 1-48-16,0-1-16 0,0 1-576 0,2 0-112 15,-1 1-16-15,0 1-16 16,2 0-176-16,-1 0 192 0,2 3-192 0,-2-2 192 0,1 2-192 0,0-1 0 16,1 2 0-16,-2 2 0 15,1-3 0-15,-1 3 0 0,0-1 0 0,1 1 0 0,0 0 0 0,1-2 0 16,0-15 0-16,4 21 0 0,-4-21 0 0,0 0 0 16,0 0 0-16,0 0 0 0,0 0 0 0,0 0 0 15,0 0 0-15,0 0 0 0,37 13 0 0,-34-15-176 0,0-3 176 16,1 3-128-16,0-3-64 0,-2 0 0 15,1 3 0-15,-2-2 0 0,1 1-608 16,-1 0-128-16,0 3-32 0,-1-2 0 16,0 2-1840-16,0-1-368 0</inkml:trace>
  <inkml:trace contextRef="#ctx0" brushRef="#br0" timeOffset="32751.54">5479 11100 24879 0,'-5'0'1088'0,"3"2"256"0,0-2-1088 0,1 1-256 0,0 1 0 0,1-2 0 0,1 2 2896 0,0 1 528 16,0 1 96-16,-1-4 32 0,0 0-1856 0,0 0-368 16,0 0-80-16,0 0-16 0,35 28-752 0,-35-28-160 15,0 0-16-15,0 0-16 0,44 3-96 16,-44-3-32-16,0 0 0 0,46-9 0 16,-46 9-160-16,36-8 0 0,-36 8 144 0,38-7-144 0,-38 7 0 0,41-5 0 0,-41 5 0 0,38-4 0 15,-38 4 0-15,36-7 0 16,-36 7 0-16,35-7-19520 0</inkml:trace>
  <inkml:trace contextRef="#ctx0" brushRef="#br0" timeOffset="33616.91">6347 11117 27647 0,'-3'2'1216'0,"3"0"256"0,-1-1-1168 0,0 1-304 0,0-1 0 0,0 0 0 16,0 1 2000-16,0 1 352 0,-1 2 64 0,0 1 16 16,1 2-880-16,0-4-160 0,1 1-48 0,1 0 0 15,-1-3-992-15,1-2-208 0,0 0-144 0,0 0 192 16,1-4-192-16,-1-1 0 0,1 0 0 0,-1-2 0 16,-1 0 0-16,-1 0 0 0,0-2 0 0,-2 1 0 15,0 1 0-15,0 0-144 0,-1 2 144 0,-1 1-160 0,-1 1 160 0,-2 1 0 16,1 0 0-16,-1 2-128 0,0 2 128 0,0-1 0 15,1 3 0-15,1 3 0 0,0 0 0 0,1 1 0 16,-1 3 0-16,0-2 0 16,1 3 0-16,0 0 128 0,1 0-128 0,0 2 0 15,1-2 128-15,0 2-128 0,2-2 160 0,1 0-160 0,0 2 128 0,0-2-128 16,2 0 0-16,-1-1 144 0,-1-11-144 16,6 20 0-16,-6-20 0 0,0 0 0 0,0 0 0 0,0 0 0 15,0 0 0-15,0 0 0 0,0 0 0 0,41 6 0 0,-34-12 0 16,0-2 0-16,1-1 0 0,-2 0 0 0,2-1 0 15,-1-3 0-15,2 2 0 0,-3-3 0 0,1 2 0 0,-2 0 0 16,1-2 0-16,-2-2 0 0,2-1-144 0,-2-1 144 16,-1-2 0-16,-1-1-160 0,1-3 160 0,-2 0-128 15,1 0 128-15,-2 3-192 0,1 1 192 0,0 2-192 16,-1 4 192-16,0 0 0 0,1 2 0 0,-1 1 0 16,1 3 0-16,-1-2 0 0,0 1 0 0,0 3 0 15,0 0 0-15,-1 1 0 0,1 3 0 16,-1-2 0-16,1 1 0 0,-2 0 0 0,1 0 0 0,0 0 128 15,0 0 96-15,0 0 32 0,-1 0 0 0,0 0 0 0,1 0-16 0,-1-1 0 16,1 1 0-16,0-1 0 0,-1 1-112 0,1-2-128 16,0 3 176-16,-1 0-176 0,2-1 128 0,-1 1-128 15,1 2 0-15,0 0 0 0,0 0 0 16,0 2 0-16,0-1 0 0,0 3 0 0,0 0 128 16,0 4-128-16,0 1 0 0,1 0 0 0,-1 1 0 0,0 2 0 15,2 2 0-15,-1 3 0 0,-1 2 128 0,1 0-128 16,-1 1 0-16,1 3 0 0,1-2 0 0,-1 2 0 15,2 1 0-15,1 1 0 16,0-4 0-16,-1-1 0 0,2 2 0 0,-1-3 0 0,-4-19 0 0,10 38 0 16,-5-19 0-16,-5-19 0 0,10 36 0 0,-10-36 0 15,8 30 0-15,-8-30 0 0,8 24 0 0,-8-24 0 16,0 0 0-16,0 0 0 0,0 0 0 0,0 0 0 0,0 0 0 0,0 0 0 16,0 0-336-16,37-12 16 0,-31-2 16 0,2-5-18704 31</inkml:trace>
  <inkml:trace contextRef="#ctx0" brushRef="#br0" timeOffset="33982.39">6189 10583 18431 0,'-2'0'1632'0,"0"0"-1312"0,1 0-320 0,0 0 0 16,0 1 2432-16,0 1 400 0,-2 0 96 0,0 2 16 0,-2 2 16 0,1 1 16 15,2 2 0-15,2-4 0 0,1 2-1920 0,-1-7-384 16,0 0-80-16,0 0-16 0,0 0-288 0,39 17-64 16,-39-17-16-16,0 0 0 15,43 2-208-15,-43-2 0 0,0 0 128 0,54-3-128 0,-54 3 0 0,43-3 0 16,-43 3 0-16,49-3 0 16,-49 3 0-16,49 2 0 0,-49-2-128 0,47 0 128 15,-47 0-656-15,44 0-80 0</inkml:trace>
  <inkml:trace contextRef="#ctx0" brushRef="#br0" timeOffset="35957.78">6813 10972 17503 0,'0'0'1552'0,"0"-2"-1232"15,0 2-320-15,0 0 0 0,0 0 1648 0,0-2 272 0,-1 1 48 0,1-3 16 16,-1 1 624-16,1 1 128 15,-1-2 16-15,0 3 16 0,0-2-1056 0,0 3-224 16,1-2-32-16,-1 2-16 0,0-1-864 0,1 2-160 0,-1-1-32 16,1 2-16-16,0 1-224 0,0 3-144 15,0 2 192-15,1 1-192 0,0 4 0 0,0 6 0 0,0 2 0 0,0 2 0 16,1 3 0-16,-1 1 0 0,1 1 0 0,0-2 0 16,-1-2 0-16,0-1 0 0,1-1 0 15,-1-5 0-15,0-1 0 0,-1-3 0 0,1-2 0 0,-1-4 0 16,1-2 0-16,-1-2 0 0,0 1 0 0,0-4 0 0,0 0 0 0,0-2 0 15,1-3-128-15,-1 0 128 0,2 0 0 0,0-4-144 16,-1-1 144-16,1 1-128 16,1-1-64-16,0 1 0 0,0-3 0 0,0 0 0 0,1 2 192 0,1-1 0 15,0 1 0-15,2-1 0 0,-1 3 0 0,2 1 0 16,-8 7 0-16,0 0 0 0,0 0 0 0,0 0 0 16,0 0 0-16,40 7 0 0,-40-7 128 0,0 0-128 15,15 29 128-15,-13-15-128 0,-2-14 0 0,3 26 128 16,-4-16-128-16,-1 1 0 0,-2 1 0 0,1-2 128 15,-2-1-128-15,0-1 0 0,0 1 0 0,-2-4 0 0,1 2 0 0,-2-2 0 16,0 2 0-16,0-5 0 0,-2 2 0 0,2-1 0 16,0-2 0-16,0-2 0 0,2 1-176 15,-1-2 176 1,4 0-864-16,0-1-80 0,3-2-16 0,3-2-16064 0</inkml:trace>
  <inkml:trace contextRef="#ctx0" brushRef="#br0" timeOffset="36297.87">7093 11121 7359 0,'2'0'656'0,"-1"-2"-528"0,0 2-128 0,-1 0 0 15,1 0 3536-15,-1 0 688 0,1 0 128 0,1 0 16 0,1 0-864 16,-3 0-176-16,0 0-48 0,0 0 0 0,0 0-2128 0,0 0-416 16,42 6-96-16,-42-6 0 0,0 0-480 0,0 0-160 15,44-1 0-15,-44 1 144 0,0 0-288 0,35-11-64 16,-35 11-16-16,19-13 0 31,-11 3-992-31,-1 1-208 0,-1 0-48 0,-2-1 0 16,-1 1-320-16,-2 2-80 0,-1-3-16 0,-1 3 0 15,-2 1-304-15,-2 1-64 0,0 1-16 0,-3 1 0 0,1 2 1312 16,-2 1 256-16,-1 0 48 0,-2 0 16 0,2 0 1632 0,0 2 336 0,0 4 64 0,0 2 16 0,1 2 864 0,1 2 176 16,1 1 48-16,1 2 0 15,1-1-336-15,2 3-64 0,0 1-16 0,0 0 0 0,2 3-752 16,1-5-160-16,2 1-16 0,0-4-16 15,-2-13-576-15,0 0-112 0,18 28-32 0,-18-28 0 0,0 0-416 0,0 0 128 0,49 21-128 0,-49-21 0 16,0 0 0-16,49-7-176 16,-49 7 16-16,38-21-18016 15</inkml:trace>
  <inkml:trace contextRef="#ctx0" brushRef="#br0" timeOffset="36589.65">7762 10842 18143 0,'-7'-2'384'0,"3"1"96"0,2 1 16 0,-1-2 16 0,0 2-512 0,1 0 0 0,-1 0 0 0,-1 0 0 15,-3 0 3104-15,0 2 512 0,-2 1 96 0,2 1 32 16,1 2-2016-16,3 2-416 0,0 2-80 0,1 4-16 0,1 1-560 0,2 7-112 15,1 3-32-15,2 3 0 0,-1 6-368 0,0-3-144 16,2 4 0-16,-1-4 144 0,0 0-144 16,2-3 0-16,-1-4 0 0,0-6 128 15,-5-18-128-15,10 27 0 0,-10-27 0 0,0 0-176 16,0 0-912-16,0 0-176 0</inkml:trace>
  <inkml:trace contextRef="#ctx0" brushRef="#br0" timeOffset="36768.5">7589 11029 23039 0,'-2'7'1024'0,"1"-3"192"0,2 2-960 0,0-2-256 15,0-1 0-15,1 1 0 0,-2-4 2368 0,0 0 416 16,0 0 96-16,30 33 0 0,-30-33-896 0,0 0-192 0,53 20-48 16,-53-20 0-16,39 0-1152 0,-39 0-224 0,40-10-48 0,-40 10-16 15,37-14-304-15,-37 14 128 0,36-16-128 0,-21 6 0 16,2-1 0-16,-1-2 0 0,0 3-240 0,-2-4 80 31,1 2-1680-31,-1 0-336 0</inkml:trace>
  <inkml:trace contextRef="#ctx0" brushRef="#br0" timeOffset="37280">7978 10704 17503 0,'-9'-13'768'0,"5"7"176"0,0 1-752 0,1 3-192 0,2 2 0 0,0 0 0 0,-1 2 3280 0,0 3 624 15,-2 4 128-15,-2 6 32 0,1 6-1440 0,0 3-304 16,1 4-48-16,2 1-16 0,-1 2-1568 0,1-1-320 15,0 1-64-15,1 2-16 0,0 1-288 0,1-1 128 16,1-2-128-16,2-5 0 16,2 0 0-16,0-5 0 0,-5-21 0 0,12 32 0 15,-12-32 0-15,0 0 0 0,21 30 0 0,-21-30 0 16,0 0 0-16,0 0 0 0,0 0 0 0,35-5 0 16,-27-5-160-16,1-2 160 0,0-4-160 0,-1-2 160 15,1 3-224-15,-3-2 48 0,2 2 16 0,-3 2 0 16,2-1 0-16,-1 3 0 0,1 2 0 0,-2 5 0 15,0-1 160-15,-1 5 0 0,-4 0 0 0,0 0 0 16,0 0 0-16,0 0 0 0,0 0 0 0,24 36 0 0,-24-36 0 16,8 29 0-16,-8-29 160 0,9 30-160 0,-9-30 192 15,12 33-64-15,-12-33-128 0,14 31 192 0,-14-31-192 0,0 0 144 0,25 33-144 16,-25-33 128-16,0 0-128 0,0 0 0 16,48 13 0-16,-48-13 128 0,0 0-128 0,39-15 0 15,-39 15 0-15,26-19 0 0,-11 5 0 0,-1-2 0 0,-1 1 0 0,-2-2 0 16,-1 1-368-16,-1-1 48 0,-4 0 16 0,-1 1 0 15,-2-1 80-15,-3 0 16 0,-1 1 0 0,-3 2 0 16,1 0 208-16,-5-1 0 0,0 1 0 16,-2 5-144-16,2 1 144 0,0 4 0 0,0 2 128 0,3 4-128 15,-1 2 384-15,3 4 0 0,0 2 0 16,0 6 0-16,2 2-192 0,0 4-48 0,2 2 0 0,0 2 0 16,2 0-144-16,1-4 0 0,1 1 144 0,-4-23-144 15,12 35 0-15,-12-35 0 0,0 0 0 0,26 34 128 16,-26-34-128-16,0 0 0 0,0 0 0 0,47 14 0 15,-47-14 0-15,0 0 0 0,39-13 0 0,-26 4 0 32,1-2-800-32,0-1-128 0</inkml:trace>
  <inkml:trace contextRef="#ctx0" brushRef="#br0" timeOffset="37768.85">8856 10854 19007 0,'2'-3'416'0,"-1"1"96"0,-1 1 0 0,0 1 16 0,1 0-528 0,-1 0 0 16,-1 0 0-16,0 0 0 0,0 3 3984 0,-2 0 688 0,-1 1 144 0,0 3 32 16,-2-2-2960-16,0 2-592 0,-2 0-112 15,0 1-32-15,-1 1-704 0,-1-2-160 16,0-2-32-16,1 2 0 0,0-3-256 0,0-1 0 16,2 2 0-16,0-3 0 0,3 3 0 0,1-3 0 0,1 3 0 0,1-1 0 15,0-1 0-15,2 2 0 0,1 0 0 0,-2-5 0 16,0 0 0-16,0 0 0 0,18 30 0 0,-18-30 0 15,0 0 0-15,0 0 0 0,33 27 0 0,-33-27 0 16,0 0 0-16,0 0 0 0,39 24 0 0,-39-24 0 0,0 0 0 0,0 0 0 16,33 23 0-16,-33-23 0 0,0 0 0 0,0 0 0 15,0 0 0-15,0 0 0 0,15 31 0 0,-18-24 0 16,1 0 0-16,-4 0 0 0,0 2 0 0,-3 1 0 16,0 0 0-16,-2-1 0 0,-1 1 0 0,-1 1 0 15,0-1 0-15,1-3 0 0,0 1 0 0,1-2 0 16,2-1 0-16,2-3 0 0,2-2 0 15,2 0 0-15,2 0 0 0,3-4-12336 0,4-1-2384 0</inkml:trace>
  <inkml:trace contextRef="#ctx0" brushRef="#br0" timeOffset="38923.29">9148 11034 13823 0,'-3'4'1216'0,"2"-3"-960"0,0 1-256 0,0 0 0 15,0-2 3264-15,0 0 592 0,-1 0 128 0,-1 0 32 16,-1 0-1728-16,0-4-352 16,-2 1-64-16,1-2-16 0,2-2-1392 0,0-3-272 0,0 1-64 0,1-3-128 15,1-2 560-15,1 2 0 0,0 0 0 0,1 3 0 16,0 2-272-16,0 2-48 0,-1 1-16 0,-1 1 0 16,1 3-224-16,-2 0 0 0,1 0 128 15,-2 5-128-15,-1-1 224 0,-1 4 0 0,1 1 0 0,-2 3 0 0,2-1 0 0,-2 2 0 16,1 3 0-16,0 1 0 15,-1-1-224-15,2 1 128 0,-1 0-128 0,2-3 0 16,0-2 0-16,2-5 0 0,0 1 0 0,1-4 0 16,0 0 0-16,1-3 0 0,-1 1 0 0,3-4 0 15,0 1 0-15,2-3 0 0,-5 4 0 0,13-10 0 16,-6 3 0-16,1-3 0 0,3 1 0 0,0-3 0 16,0 1 0-16,-2 1-160 0,1 0 160 0,-2 1-192 15,0 0-16-15,-1 1-16 0,-1 2 0 0,0 0 0 16,-2 3 16-16,0-1 0 0,-1 2 0 0,-1-1 0 0,0-1 48 0,-2 2 16 15,0-1 0-15,0-1 0 16,0 3 144-16,0 1 0 0,0-1 160 0,0 2-160 0,0-1 576 0,0 2 0 16,0 1 16-16,0 2 0 0,1-1-288 15,0 1-64-15,1 2-16 0,0 1 0 0,-2-8-64 0,0 0-16 16,9 31 0-16,-9-31 0 0,7 25-144 0,-7-25 0 16,0 0 144-16,12 31-144 0,-12-31 0 0,0 0 0 15,0 0 0-15,0 0 0 0,0 0 0 0,0 0 0 0,0 0 0 0,39 10 0 16,-32-20 0-16,0 1 0 0,-1-2 0 0,2-2 0 15,-1 0-144-15,0-4-48 0,1 0-16 16,-1 0 0 0,0 3-352-16,-2 0-64 0,1 0-16 0,-1 2 0 0,-2 4 448 0,1 1 192 0,0 2-160 15,-1 3 160-15,-3 2 0 0,0 0 0 0,0 0 0 0,0 0 0 16,0 0 256-16,0 0 112 0,16 33 16 0,-15-21 0 16,0 3 0-16,0-1 16 0,0 1 0 0,-1 0 0 15,0-1-272-15,0 1-128 0,0-3 0 0,0-3 128 16,1-1-128-16,0-4 0 0,0-1 0 0,-1-3 0 15,0 0 0-15,0 0 0 0,0 0 0 0,0 0 0 16,0 0 0-16,7-5 0 0,-5 0 0 0,0-2 0 0,1-3 0 16,-2 1 0-16,3-2 0 0,-1 1 0 0,1-2 0 15,-1 0 0-15,1-1 0 0,0 2 0 0,-1 2-384 16,2-1 64-16,0 1 0 0,-1 1 0 0,1 2 80 0,0 1 32 16,-1 2 0-16,0 0 0 15,0 2 208-15,-1-2 0 0,1 3 0 0,-2 0 0 0,1 0 0 0,-1 0 160 16,0 1-160-16,-2-1 192 0,0 0 64 15,0 0 32-15,0 0 0 0,0 0 0 16,0 0-288-16,0 0 160 0,14 32-160 0,-14-32 128 16,0 0-128-16,0 0 0 0,8 26 0 0,-8-26 0 0,0 0 0 15,0 0 0-15,9 30 0 0,-9-30 0 0,0 0 0 0,0 0 0 16,10 28 0-16,-10-28 0 0,0 0 0 0,0 0 0 16,0 0 0-16,0 0 0 0,0 0 0 0,0 0 0 0,0 0 0 0,40-3 0 15,-32-4-352-15,-2-5 48 0,1 2 16 16,2-1 0-16,-1-3-272 0,0 1-48 15,-2 2-16-15,1-1 0 16,-1 0 48-16,0-2 16 0,-2 2 0 0,0 0 0 0,0 0 400 0,-2 3 160 0,1-1-128 0,-1 3 128 16,-1 0 0-16,0 3 0 0,-1 1 0 0,0 0 128 15,0 3 288-15,0-2 64 0,0 4 16 0,1-2 0 16,0 3 32-16,0-2 16 0,0 3 0 0,0-3 0 16,-1 0-224-16,2 1-32 15,0 1-16-15,-1-3 0 0,1 2-144 0,0-2-128 0,0 3 144 0,0-3-144 16,-2 0 128-16,0 0-128 0,0 0 0 0,0 0 0 15,0 0 192-15,0 0-48 0,0 0-16 0,0 0 0 16,15 28 16-16,-15-28 0 0,4 19 0 0,-2-7 0 16,-2-12-16-16,6 29-128 0,-6-29 192 0,6 33-64 0,-4-16-128 15,1 1 128-15,-3-18-128 0,5 31 128 0,-5-31-128 16,8 26 0-16,-8-26 0 0,0 0 0 16,0 0 0-16,0 0 0 0,26 26 0 0,-26-26 0 0,0 0 0 0,0 0 0 15,0 0 0-15,29-14 0 0,-23 8-224 0,-1-2 32 16,1 1 0-16,-1-1 0 0,0-3-1104 15,1 1-224-15,-3 1-32 0,2-3-16 16,-1 0-1072-16,-2-1-224 0,1 2-32 0,-2 0-16 16,0 1 256-16,-1-1 48 0,-2-1 16 0,0 2-5952 0</inkml:trace>
  <inkml:trace contextRef="#ctx0" brushRef="#br0" timeOffset="39421.19">9736 10887 5519 0,'-3'-1'240'0,"1"1"64"0,0-2-304 0,1 2 0 0,0 0 0 0,0 0 0 16,0 0 1600-16,-1 0 272 0,-1-1 48 0,0 1 16 16,-1-1 1312-16,0 1 256 0,0 0 48 0,2-2 16 15,0 2-752-15,-1-2-160 0,1 1-32 0,-1-1 0 0,1 0-944 16,1 1-192-16,-1-1-32 0,0 2-16 0,0-2-816 0,0 0-176 15,1 1-16-15,-1 1-16 0,1 0-80 0,1 0-16 16,-1 0 0-16,1 0 0 0,0 0-128 0,0 5-16 16,0 0-16-16,0-5 0 15,4 21-160-15,-4-21 0 0,8 40 0 0,-3-16 128 16,1 5-128-16,0 2 0 0,0 2 0 0,-1 0 0 16,1 0 0-16,-2-2 0 0,-1-1 0 0,1-3 0 0,-1-1 0 0,-1-2 0 15,0 1 0-15,-1-5 0 0,0-2 0 0,0-5 0 16,-1-2 0-16,0-1 0 0,0-5-240 0,-1-1 80 0,0-1 16 15,1-3 0 1,-2-2-736-16,1 1-144 0,0-4-16 0,1-1-16 16,0 0-2592-16,-1 0-528 0,1-2-112 0,-1-1-4624 0,0 3-944 0</inkml:trace>
  <inkml:trace contextRef="#ctx0" brushRef="#br0" timeOffset="39706.19">9663 10894 6447 0,'-2'1'272'0,"1"-1"80"0,0 1-352 0,0-1 0 0,0 0 0 0,1 0 0 16,0 0 2768-16,0 0 496 0,0 0 80 0,0-1 32 0,1-2 128 15,1 0 16-15,0-2 16 0,1 1 0 0,0-1-1504 0,2 0-304 16,0-2-64-16,1 1-16 0,1 0-608 0,-1 1-112 16,-6 5-32-16,0 0 0 0,26-12-448 0,-26 12-112 15,0 0-16-15,0 0 0 16,42 12-192-16,-42-12-128 0,0 0 160 0,27 34-160 15,-27-34 0-15,13 28 0 0,-13-28 0 0,6 34 0 16,-5-16 0-16,-2 1 0 0,1-4 0 0,-2-1 0 16,1 0 0-16,-1-4 0 0,-1 1 0 0,-2-2 0 0,0 1 0 0,-1-2 0 0,0-2-144 0,0-1 144 31,1 0-816-31,0-5-64 0,-1 0-16 0,2-2-16688 0</inkml:trace>
  <inkml:trace contextRef="#ctx0" brushRef="#br0" timeOffset="40071.97">10014 10647 21183 0,'-2'-2'1888'0,"1"0"-1504"0,1 2-384 0,-1 0 0 16,1 2 2912-16,-2-2 512 0,0 2 96 0,-2 3 32 0,-1 2-1504 0,-1 5-320 15,1 5-48-15,3 1-16 0,-1 6-1216 0,2 4-256 16,0 4-64-16,0 0 0 0,2 3-128 0,-1 0 0 15,2 3 0-15,2-1 128 0,-1-4-128 0,1-1 0 16,1-3 0-16,0-4 0 16,-5-25-432-16,12 35-16 15,-12-35 0-15,0 0-17072 0</inkml:trace>
  <inkml:trace contextRef="#ctx0" brushRef="#br0" timeOffset="40404.42">10082 10979 15663 0,'1'5'1392'0,"0"-3"-1120"15,0 0-272-15,0-1 0 0,0-1 2176 0,0 2 368 16,-1-2 80-16,0 0 0 0,0 0-896 0,0 0-192 16,40 14-48-16,-40-14 0 0,0 0-16 0,36-7 0 15,-36 7 0-15,26-10 0 0,-26 10-400 0,27-11-96 0,-27 11-16 0,23-10 0 16,-15 3-624-16,-1 2-128 15,1 0-16-15,-3-1-16 0,1-1-176 0,-2 2 0 16,-2-2 0-16,-1 2 0 0,0-2 0 0,-3 2 0 0,1 0 0 0,-4-2 0 16,-2 2-368-16,-2 0 0 0,0 1 0 0,-2-1 0 31,0 3-96-31,-2-1-32 0,0 1 0 0,-1 4 0 0,1 3 496 0,2 2 0 0,1 3-128 0,3 0 128 16,0 1 0-16,3 3 256 0,0 3-48 0,1 4-16 15,2 0 432-15,1 2 80 0,3 0 0 0,2-2 16 16,-5-21-352-16,16 33-80 0,-16-33-16 0,0 0 0 0,45 25-272 15,-45-25 0-15,43-3 0 0,-43 3 0 0,45-15-160 0,-23 1-144 16</inkml:trace>
  <inkml:trace contextRef="#ctx0" brushRef="#br0" timeOffset="41057.79">9564 10996 11055 0,'-1'2'976'0,"1"0"-784"0,-1-1-192 0,0 1 0 15,0-2 1344-15,0 2 240 0,-1 3 32 0,-1-1 16 0,-1 2-656 0,1 0-128 16,1-3-16-16,-1 0-16 0,2-1-592 0,0-2-224 16,0-2 176-16,0 1-176 0,1-1 640 0,0-1 16 15,0 0 16-15,-1 0 0 16,1 1 288-16,0 1 48 0,0 1 16 0,0-2 0 0,0 2 256 0,0 2 48 0,0-2 16 0,0 1 0 15,-1 1-480-15,0 0-96 16,0 0 0-16,1-2-16 0,-1 2-480 0,1-2-80 0,0-2-32 0,1 0 0 0,1-1-16 16,0-2 0-1,0 1 0-15,2-5 0 0,1 1 512 0,-1 0 112 16,0-1 0-16,1 0 16 0,-2 0-240 0,3-1-48 16,-1 1-16-16,-1 2 0 0,1-1-144 0,-1 4-16 15,1-1-16-15,-1 3 0 0,-1 2-160 0,-1 2-16 16,-2-2-128-16,0 0 192 0,8 24-64 0,-7-12 0 15,0 7-128-15,-2 2 192 0,1 0-192 0,0 5 128 16,0-2-128-16,0 2 0 0,0-2 0 0,0-3 0 0,0 0 0 16,1-4 0-16,-1-17 0 0,4 19 0 15,-4-19 0-15,0 0 0 0,0 0-224 0</inkml:trace>
  <inkml:trace contextRef="#ctx0" brushRef="#br0" timeOffset="42669.11">10798 10865 20271 0,'0'-2'1792'0,"0"2"-1424"16,0-2-368-16,0 2 0 0,0 0 2000 0,0-1 336 0,0 1 64 15,0-2 16-15,-1 2 256 0,1 0 48 16,-1 2 16-16,-1 1 0 0,1 0-1648 0,-2 3-336 0,2 2-64 0,-1 1-16 16,-2 1-368-16,0 6-80 0,1 1-16 0,-1 1 0 15,-1 2-208-15,0 1 0 0,0 3 0 0,-2 0 0 16,0 2 0-16,0-3 0 0,-1 1 0 0,2-7 0 15,-1-1 0-15,3-6 0 0,1-1 0 0,0-4 0 16,1 0 0-16,1-5 0 0,1 0 0 0,0-2 0 16,2-3 0-16,0-2 0 0,1-3 0 0,1-4 0 15,1-3 0-15,0-2 0 0,0-2 0 0,1-1 0 16,-1-1 0-16,0 1 0 0,0-1 0 0,-1 2-160 0,1 3 160 0,0 1-208 16,-1 2 80-16,1 3 128 15,0 1 0-15,0 2 0 0,0 5 0 0,-1 0 0 0,-4 4 0 0,0 0 0 16,0 0 0-16,0 0 0 15,0 0 0-15,26 28 0 0,-26-28 0 0,7 31 0 0,-5-9 0 16,-1 1 128-16,0 1-128 0,-2 1 128 0,-1-1-128 16,-1-3 0-16,0-2 0 0,-1-2 0 0,3-4 0 0,-2-2 0 0,2-2 0 15,1-4 128-15,0-3-128 0,-1 0 0 0,2-4 0 0,-1 1 0 16,1-2 0-16,0-3 0 0,1 0 0 16,-1-2 0-16,2-1 0 0,-1-2 0 15,0-1 0-15,1 0 0 0,0-3-272 0,-1 1 16 0,1-2 0 0,0 1 0 16,0-1 32-16,-1-3 16 0,0 2 0 15,2 1 0-15,-1 2 80 0,1 2 128 0,1 2-208 0,0 0 80 16,-1 4 128-16,2 0 0 0,-6 6 0 16,0 0 128-16,18-11 64 0,-18 11 0 0,0 0 16 0,0 0 0 15,0 0 16-15,0 0 0 0,31 31 0 0,-31-31 0 16,0 0-80-16,11 30-16 0,-11-30 0 0,4 26 0 16,-3-12-128-16,-1 1 0 0,0 0 0 0,-1 1 0 15,-1 0 0-15,1 1 0 0,0-2 128 0,1-2-128 16,-1-1 0-16,1-2 0 0,0-10 0 0,0 0 0 0,0 0 0 15,6 25 0-15,-6-25 0 0,0 0 0 0,0 0-192 0,0 0-80 16,0 0-16-16,0 0-18080 0</inkml:trace>
  <inkml:trace contextRef="#ctx0" brushRef="#br0" timeOffset="43052.4">11078 10994 21535 0,'-1'6'464'0,"0"-3"112"0,1 0 0 0,0 1 48 0,0-3-496 0,1 0-128 16,0 1 0-16,1-1 0 0,-2-1 3008 0,0 0 592 16,0 0 112-16,0 0 32 0,0 0-2400 0,41 11-464 15,-41-11-112-15,0 0 0 0,27-12-272 0,-19 6-48 16,-1 1-16-16,1-2 0 0,-1-1-432 0,1 2 0 16,-2-2 128-16,1 1-128 0,-3 0 0 0,1 2 0 15,-2 0-192-15,-2 1 192 0,1-1-432 0,-2 0 48 16,-1 1 0-16,0 1 0 15,-2-2-272-15,-1 1-48 0,-1-1-16 0,0-1 0 16,-1 1 144-16,-1-1 48 0,-2 2 0 0,2-1 0 0,1 3 528 0,-1 1 0 16,0 1 192-16,-1 5-48 0,2 0 496 0,-1 2 80 15,1 2 32-15,-1 3 0 0,2 1 48 0,-2 3 16 16,3 1 0-16,-1 1 0 0,1 2-304 0,1 1-64 16,1 0-16-16,1 1 0 0,0-6-240 0,2 1-32 0,-1-17-16 0,4 23 0 15,-4-23 16-15,0 0 0 0,0 0 0 16,0 0 0-16,0 0-160 0,31 27 160 0,-31-27-160 15,0 0 160-15,0 0-160 0,28-12 128 0,-28 12-128 0,17-12 128 0,-8 5 1536 0,-9 7 320 16,18-17 48-16,-8 8 16 16,-2-1-3776-1,0 1-736-15,1 0-160 0,-2 0-16832 0</inkml:trace>
  <inkml:trace contextRef="#ctx0" brushRef="#br0" timeOffset="44034.46">11391 11000 1839 0,'0'1'160'0,"0"1"-160"16,1-2 0-16,0 0 0 0,0 0 5312 0,0 0 1040 0,0-2 208 0,1 1 32 15,2-2-2000-15,0-1-416 0,1-1-80 0,0 1 0 0,-2-4-2864 0,1 2-560 16,-1-1-112-16,0 0-32 0,-1-1-288 15,0-1-64-15,0 2-16 0,-2-3 0 16,0 0-160-16,-1-1 0 0,-1 1 0 0,-1-1 128 16,-1 1-128-16,-2 1 0 0,0 2 0 0,-2-1 0 15,0 4 0-15,1 1 0 0,-1 3 0 0,1 0 0 16,-2 5 0-16,1 0 0 0,1 4 0 0,-2 1 0 16,3 4 0-16,-1 0 0 0,2 2-144 0,0 1 144 0,0 2 0 15,2 0 0-15,-1 2 0 0,1 1 0 16,1-3 0-16,2 0 0 0,0-19 0 0,5 27 0 0,-5-27 0 15,0 0 0-15,0 0 0 0,0 0 0 0,0 0 0 0,31 25 0 16,-31-25 0-16,0 0 0 16,20-14 0-16,-13 4-128 0,1-2 128 0,0 0 0 15,1-4-144-15,-1 2 144 0,-1 0-208 0,0-1 80 0,-2 2-96 0,0 0-16 16,0 0 0-16,-3 1 0 0,1 2 240 0,-1-1-144 16,-1 2 144-16,0 3-128 0,0 1 128 0,0 2 0 15,0 3 0-15,-1 0 0 0,1 3 0 0,-1 2 0 16,1-1 160-16,0 6-160 0,-1-1 288 0,0-9-32 15,4 27-16-15,-2-10 0 0,1 1-112 0,-3-18-128 16,6 33 176-16,-6-33-176 0,9 28 144 0,-9-28-144 16,0 0 0-16,15 29 144 0,-15-29-144 0,0 0 0 0,0 0 0 0,0 0 0 15,0 0 0-15,0 0 0 0,0 0 0 0,33-9 0 16,-28-2 0-16,2-2 0 0,-1-3-192 0,2 1 192 31,-1-2-560-31,1-1 16 0,-1-2 0 0,1 2 0 16,-1-1 80-16,0 2 16 0,1-2 0 0,-2 0 0 0,0 3 448 0,-1 4 0 0,2 0 0 0,-3 5 0 15,0 3 240-15,-4 4 144 0,0 0 16 0,0 0 16 16,0 0-16-16,0 0 0 0,9 27 0 0,-9-13 0 16,-1 1-112-16,-1 4-32 0,-1 3 0 0,-1 1 0 15,1 3-256-15,-1-3 128 0,1 1-128 0,0 0 0 16,1-3 128-16,2-4-128 0,-1-3 0 0,1-14 0 0,1 19 0 0,-1-19 0 16,0 0 0-16,0 0 0 0,0 0 0 0,0 0 0 15,0 0 0-15,0 0 0 0,15-12 0 0,-11 1 0 16,1-4 0-16,-2-2-144 0,2-1-48 15,0-2-16-15,0-1 0 0,0 0 0 0,-1 2 80 0,1-2 128 16,1-1-208-16,-2 1 80 0,1 2 128 0,0 3 0 16,-1 4 0-16,0 4 0 0,1 2 0 0,-5 6 0 15,0 0 0-15,0 0 0 0,0 0 0 0,0 0 176 16,0 0-48-16,0 0 0 0,30 35 64 0,-30-35 0 16,0 0 0-16,12 38 0 0,-12-38-192 0,7 35 192 15,-7-35-192-15,5 37 192 0,-5-37-192 0,7 30 128 16,-7-30-128-16,4 26 128 0,-4-26-128 0,0 0 0 0,5 26 0 0,-5-26 0 15,0 0 0-15,0 0 0 0,0 0-192 16,0 0-18960-16</inkml:trace>
  <inkml:trace contextRef="#ctx0" brushRef="#br0" timeOffset="45769.28">13090 11029 22111 0,'0'2'1968'0,"0"-1"-1584"0,0 1-384 0,0-2 0 15,0 0 2016-15,1 2 320 0,-1-2 64 0,0 0 16 16,0 0 16-16,0 0 0 0,0 0 0 0,0 0 0 16,0 0-1520-16,0 0-288 0,0 0-64 0,0 0-16 15,0 0-288-15,0 0-64 0,35-2-16 0,-31-5 0 16,1 2-176-16,0-2 0 0,-2 2 144 0,2-4-144 0,-1 2 0 0,-2-1 0 15,1 1 0-15,-1-2 0 0,-2 1 0 0,0 0 0 16,-2 2 0-16,-1-1-128 0,-1 0-128 16,-4-2-32-16,0 2 0 0,-2-1 0 15,0 2 48-15,-2 0 16 0,-1 2 0 0,0 1 0 16,0 3 224-16,0 3 0 0,0 1 0 0,1 4-144 16,0 2 144-16,2 3-192 0,1 0 192 0,0 4-192 0,0 3 192 0,3 1 0 15,1 5 0-15,1-2 0 0,0 2 0 0,2-2 0 16,0 1 0-16,2-5 0 0,1-1 0 0,-1-19 0 15,5 29 0-15,-5-29 0 0,0 0 0 0,10 31 0 0,-10-31 0 16,0 0 0-16,0 0 0 0,0 0 0 0,0 0 0 0,44-1 0 16,-44 1 0-16,21-21 0 15,-10 8 0-15,1-2 0 0,1-2 0 0,-1-2 0 0,1 0 0 0,0-4 0 16,0 1-272-16,-1-4-80 0,0 0-16 16,-1-3 0-1,-2 1-368-15,-2-1-80 0,-1 2-16 0,-3 0 0 0,0 1 576 0,-3 0 96 0,-2 0 32 0,0 4 0 16,0 1 128-16,-1 6 256 0,1 6-64 0,0 4-16 15,1 3 608-15,0 4 128 0,-1 3 32 0,1 2 0 16,0 1-384-16,-1 3-80 0,0 1-16 0,1 3 0 16,0-1-304-16,1 2-160 0,0 1 160 0,1 0-160 15,-1-17 128-15,3 30-128 0,-3-30 0 0,5 31 144 0,-5-31-144 0,7 29 0 16,-7-29 0-16,6 30 128 0,-6-30-128 16,7 34 0-16,-4-16 0 0,-2 4 0 0,2 0 0 15,0-1 128-15,-3-21-128 0,5 40 0 0,-5-40 0 16,5 29 0-16,-5-29 0 0,0 0 0 15,0 0-336-15,15 26-112 0</inkml:trace>
  <inkml:trace contextRef="#ctx0" brushRef="#br0" timeOffset="46087.2">13031 10571 7359 0,'-3'-2'320'0,"1"2"80"0,1-2-400 0,-1 2 0 0,1 0 0 15,0 0 0-15,-1-1 2848 0,-1 1 480 16,0 0 112-16,-3-2 16 0,-1 2 256 0,2 0 64 15,-1-1 16-15,2 0 0 0,0-1-1872 0,2 2-368 0,1-2-80 0,0 1 0 16,2 1-832-16,1 0-144 0,3-2-48 0,-5 2 0 16,0 0-176-16,0 0-32 0,40 5-16 0,-40-5 0 15,0 0-224-15,50 6 176 0,-50-6-176 0,42 6 160 0,-42-6-160 0,43 6 0 0,-43-6 0 0,47 3-18400 32</inkml:trace>
  <inkml:trace contextRef="#ctx0" brushRef="#br0" timeOffset="46520.19">13436 10809 10127 0,'-5'0'448'0,"1"0"96"0,1 2-544 0,1-2 0 16,0 0 0-16,1 2 0 0,-1-2 1504 0,-1 3 192 0,-2-1 32 0,1 2 16 16,-1 1 592-16,1-1 112 0,3-1 32 0,-1 0 0 15,3-1-96-15,0-1-16 0,1 1 0 0,1-2 0 0,-3 0-816 0,0 0-160 16,0 0-48-16,0 0 0 16,36-10-672-16,-36 10-144 0,0 0-16 0,31-10-16 15,-31 10-304-15,0 0-64 0,38-9-128 0,-38 9 192 16,0 0-192-16,35-5 0 0,-35 5 0 0,0 0-18160 0</inkml:trace>
  <inkml:trace contextRef="#ctx0" brushRef="#br0" timeOffset="46669.89">13388 10963 21183 0,'1'2'1888'0,"0"-2"-1504"16,1 2-384-16,-1-2 0 0,1 1 2608 0,-2-1 448 0,0 0 80 0,0 0 32 15,0 0-848-15,45 6-160 16,-45-6-48-16,35-2 0 0,-35 2-1536 0,35-9-320 16,-35 9-64-16,35-13-18240 15</inkml:trace>
  <inkml:trace contextRef="#ctx0" brushRef="#br0" timeOffset="47155.95">13992 10512 20271 0,'-1'0'1792'0,"0"0"-1424"16,0 0-368-16,0 0 0 0,1 0 2160 0,-1 0 352 16,0 0 80-16,-1 0 16 0,-1 0-112 0,0 0 0 0,1 2-16 0,1-2 0 15,1 0-1408-15,0 1-288 0,0-1-48 0,0 0-16 16,0 0-496-16,0 0-96 16,0 0-128-16,39 16 176 0,-39-16-176 0,0 0 0 0,47 7 0 0,-47-7 0 15,0 0 0-15,50 8 0 0,-50-8 0 0,0 0 0 16,44 4 0-16,-44-4 0 0,0 0 0 0,33-2 0 15,-33 2-288-15,0 0-96 0,17-8 0 16,-15 4-17680-16</inkml:trace>
  <inkml:trace contextRef="#ctx0" brushRef="#br0" timeOffset="47540.91">13914 10589 31327 0,'1'-3'1392'15,"0"1"272"-15,1 1-1328 0,-1-1-336 0,0-1 0 0,-1 3 0 16,2-2 1600-16,2 2 240 0,-4 0 48 0,0 0 16 0,0 0-880 0,30-7-192 16,-30 7-16-16,0 0-16 0,0 0-608 0,0 0-192 15,42 23 128-15,-42-23-128 16,0 0 0-16,0 0 0 0,32 32 0 0,-32-32 0 0,0 0 0 0,0 0 0 16,21 32 0-16,-21-32 0 0,0 0 0 0,1 29 0 15,-4-20 0-15,-2 0 0 0,-1 0 0 0,-2-1 0 0,0 1-192 0,-4-1 192 16,-1-1-400-1,-1 1 16-15,-2-2 0 0,1 2 0 0,2-4-720 16,-2 2-144-16,1 0-32 0,0-1 0 0,3 0 176 16,1-1 16-16,3 1 16 0,1-2 0 0,1 1 928 0,2-1 144 15,1 0 0-15,0-1 160 0,2 0 416 0,0-2 64 0,0 0 32 0,0 0 0 16,0 0 352-16,0 0 80 0,0 0 16 16,44 2 0-16,-44-2-240 0,0 0-48 0,46-2-16 0,-46 2 0 15,41-2-496-15,-41 2-112 0,43-2-16 0,-43 2 0 16,41-1-192-16,-41 1 0 0,36-2 128 0,-36 2-128 15,0 0 0-15,43-3 0 16,-43 3 0-16,0 0 0 0,35-9 0 0,-35 9 0 0,20-11 0 0,-20 11-18496 16</inkml:trace>
  <inkml:trace contextRef="#ctx0" brushRef="#br0" timeOffset="48058.27">14429 10612 30399 0,'0'2'1344'0,"0"-2"288"0,0 0-1312 0,0 0-320 0,0 0 0 0,0 0 0 16,0 0 1904-16,0 0 304 0,0 0 64 0,0 0 16 15,0 0-1456-15,0 0-272 0,0 0-64 0,27-10-16 16,-22 4-288-16,0-2-48 0,0 1-16 0,-1-2 0 16,1-1-128-16,-3 0 0 0,-1 2 0 0,0-1 128 15,-2 1-128-15,-1 3 0 0,-2-2 0 0,-2 2 0 16,0 3 0-16,-2-1 0 0,-3 3 0 0,1 0 0 15,-1 3-144-15,0 1 144 0,1 4-192 0,-1-1 192 0,2 2-192 0,0 3 64 16,1 1 128-16,0 2-208 0,1 2 208 16,1 2 0-16,2 0 0 0,0 0 0 0,2-2 0 0,2-17 0 15,0 30 128-15,0-30-128 0,0 0 0 0,12 30 128 16,-12-30-128-16,0 0 0 0,0 0 0 0,0 0 0 16,34 6 0-16,-34-6 0 0,0 0 0 0,25-17 0 15,-14 8 0-15,-2-3 0 0,2 0-384 0,-1-4 0 16,0 1 16-16,1 0 0 15,-1-2-400-15,-1-1-64 0,-2 2-32 0,2-1 0 16,-2-2 160-16,0-2 48 0,-1 0 0 0,1-2 0 16,-2-2-272-16,-1-1-48 0,0-2-16 0,-2 0 0 0,-2 1 672 0,-1-2 128 0,0 1 16 0,0 5 16 15,-1 6 992-15,1 3 208 0,-1 4 48 0,0 6 0 16,1 2 416-16,-1 4 96 0,2 1 0 0,-2 3 16 16,0 4-736-16,0 3-160 0,1 7-16 0,1-2-16 15,0 4-432-15,-1 2-96 0,1 4-16 0,-1 3 0 16,1 1-144-16,0 0 160 0,2-3-160 0,0 1 160 0,2-2-32 15,1-1 0-15,3-1 0 0,-8-26 0 0,17 45-128 0,-17-45 0 16,17 28 0-16,-17-28 0 16,0 0 0-16,0 0-304 0,0 0 48 0,35 22-18560 15</inkml:trace>
  <inkml:trace contextRef="#ctx0" brushRef="#br0" timeOffset="48473.18">13847 10959 7359 0,'-3'-5'320'0,"1"2"80"0,0 2-400 16,1-1 0-16,0 1 0 0,0 0 0 16,1 1 1680-16,-1-2 256 0,-1 0 48 15,0 1 16-15,1-1 608 0,0 2 112 0,0 2 32 0,0 1 0 0,2-1-384 0,-1-2-64 16,0 0 0-16,0 0-16 16,0 0-832-16,15 29-176 15,-15-29-16-15,0 0-16 0,0 0-272 0,45 22-48 0,-45-22-16 0,44 3 0 16,-44-3-528-16,63 0-96 0,-27-3-32 0,1 0 0 0,1 0-256 15,0-2 128-15,2 1-128 0,-1-3 0 16,2 2 0-16,2-3 0 0,3 2 0 0,-3-2 0 16,0 4 0-16,-6-1 0 0,-2 0 0 0,1 0 0 15,1 0 0-15,-2 1 0 0,-1-3 0 0,-1 2 0 16,0 0 0-16,-33 5 0 0,56-7 0 0,-56 7-144 0,39-4 144 16,-39 4 0-16,0 0 0 0,39-3-18432 0</inkml:trace>
  <inkml:trace contextRef="#ctx0" brushRef="#br0" timeOffset="49975.03">14324 11283 23039 0,'0'0'2048'0,"0"0"-1648"0,0 0-400 0,0 0 0 16,0 0 1376-16,0 0 192 0,10-9 32 0,-10 9 16 15,9-8 64-15,-9 8 16 0,12-12 0 0,-12 12 0 16,6-10-336-16,-6 10-64 0,3-6-16 0,-3 4 0 16,0 1-640-16,-2-1-144 0,0 2-32 0,-2 0 0 15,1-2-112-15,-2 4-32 0,-1-2 0 0,0 2 0 16,0-2-176-16,-1 3-144 0,-1-1 192 0,-1 0-192 16,0 3 0-16,-1-2 0 0,0 1 0 0,0 1 0 0,2 2 0 0,0-4 0 15,1 4 0-15,2-3 0 0,0 3 0 0,1-2 0 16,1 0 0-16,2 0 0 0,-1-2 0 0,1 0 0 15,1 0 0-15,0-3 0 16,0 0 0-16,0 0 0 0,0 0 0 0,0 0 0 0,0 0 0 0,0 0 0 16,33 29 0-16,-33-29 0 0,0 0 0 0,0 0 0 15,45 21 0-15,-45-21 0 0,0 0 0 0,37 24 0 16,-37-24 0-16,0 0 0 0,32 30 0 0,-32-30 0 16,0 0 0-16,20 31 0 0,-20-31 0 0,0 0 0 0,5 28 0 15,-5-28 0-15,-4 17 0 0,-1-10 0 0,-1 1 0 16,-4-1 0-16,0 2 0 0,-1-2 0 0,0 0 0 0,-2 0 0 15,1-2 0-15,-2 0 0 0,-2 0 0 0,0-1-144 16,1-2-112-16,3-2 0 16,1-2-16-16,2 0 0 0,2-3 144 0,0-2 128 0,2-2-192 0,0 2 192 15,0-3 0-15,3 1 0 0,1 2 0 16,2-1 0-16,1 2 0 0,1 0 0 0,-1 2 0 0,3-1 0 16,-5 5 176-16,13-12-176 0,-13 12 192 15,18-12-192-15,-18 12 192 0,20-16-64 0,-20 16 0 16,25-15-128-16,-25 15 128 0,26-16-128 0,-26 16 0 15,30-19 0-15,-13 7 0 0,-1 0 0 0,1-2 0 0,-1 2 0 16,-2-2 128-16,-2 2-128 0,-2 1 0 0,-1 1 0 0,-4-1 0 0,-1 0 0 16,-2 0 0-16,-1 1 0 15,-2 1 0-15,-3-1 0 0,-3 5 0 0,-1-2 0 0,-4 3 0 16,-4 4 0-16,-2 2 0 0,-3 0 0 0,1 5 0 16,0 0-272-16,4 3 48 0,-1-3-12192 0,1 2-2432 0</inkml:trace>
  <inkml:trace contextRef="#ctx0" brushRef="#br0" timeOffset="51292.07">15180 10903 1839 0,'-1'0'160'0,"0"0"-160"16,0 0 0-16,1 0 0 0,-1 0 320 0,0 0 16 0,0 0 16 0,-1 0 0 15,1-2 96-15,-1 2 32 16,0-3 0-16,0 1 0 0,0 2-336 0,0-2-144 0,1 0 128 0,0 1-128 15,-1-1 192-15,-1 0-32 0,1 1-16 0,-1 1 0 16,1-2-144-16,0 2 0 16,-1 0 0-16,0 0 128 0,1 0-128 0,-1 0 0 15,1 2 0-15,-1-2 128 0,1 0 256 0,0 1 32 16,0 1 16-16,1-2 0 0,0 0 80 0,0 0 32 0,0 2 0 16,1-2 0-16,-1-2-96 0,1 2 0 15,0 0-16-15,0 0 0 0,0-2-240 0,-1 1-32 0,1 1-16 0,0 0 0 16,-1 0-416-16,1-2-96 0,-1 2-16 0,0 0 0 15,1 0 128-15,-1 0 0 0,0 0 16 0,-1 0 0 16,1 0 240-16,0 0 0 0,0 0 0 0,-1 0 0 16,1 0 128-16,0 0 80 0,0 2 16 0,1-2 0 0,-1 0 464 0,0 0 80 15,1 0 32-15,-1 0 0 16,0 0 80-16,1 0 16 0,-1 0 0 0,0 0 0 16,1 0 0-16,-1 0 16 0,0 0 0 0,0 0 0 0,0 0 112 0,1 0 0 15,-1 0 16-15,1 0 0 16,-1-2 304-16,0 2 64 0,0 0 16 0,1 0 0 15,0 0 16-15,0 0 0 0,-1 0 0 0,0 0 0 16,1 0-352-16,0 0-64 0,-1 0 0 0,1 0-16 16,0 2-368-16,0-2-64 0,1 3 0 0,0-3-16 15,-1 0-288-15,0 0-48 0,0 0-16 0,0 0 0 16,0 0-208-16,0 0 0 0,0 0 128 0,47 14-128 16,-47-14 128-16,0 0-128 0,38-2 176 0,-38 2-176 0,28-5 272 0,-28 5-48 15,0 0-16-15,36-7 0 0,-36 7-80 0,0 0-128 16,0 0 176-16,31-5-176 0,-31 5 0 0,0 0 0 15,0 0 0-15,0 0 0 0,0 0 0 0,0 0 0 16,0 0 0-16,0 0-144 16,0 0-1216-16,0 0-240 0</inkml:trace>
  <inkml:trace contextRef="#ctx0" brushRef="#br0" timeOffset="51515.79">15107 11022 6447 0,'-4'2'576'0,"2"0"-576"0,1-2 0 0,0 1 0 16,0 1 2672-16,1 0 416 0,0-2 96 0,0 0 16 16,0 3 320-16,0-3 64 0,0 0 0 0,0 0 16 15,0 0-1744-15,0 0-336 0,0 0-80 0,37 15-16 16,-37-15-512-16,0 0-96 0,37 3-32 0,-37-3 0 16,0 0-400-16,40 5-96 0,-40-5-16 0,0 0 0 15,40 3-272-15,-40-3 128 0,0 0-128 0,35-2 0 0,-35 2 0 0,0 0-352 16,32-12 48-16,-32 12-17200 15</inkml:trace>
  <inkml:trace contextRef="#ctx0" brushRef="#br0" timeOffset="51962.33">15814 10502 21183 0,'-4'-4'1888'0,"0"2"-1504"16,1-1-384-16,1 1 0 0,1 2 2016 0,-1 0 336 0,1 0 64 0,-1 2 16 16,-3-2-736-16,0 3-144 0,-2 0-16 0,-1 3-16 15,0 1-864-15,2 3-160 0,0 1-48 0,2 2 0 16,-1 3 784-16,1 1 160 15,1 4 16-15,2-2 16 0,-1 2-1120 0,0-1-304 0,2 1 0 16,0-21 0-16,5 37 176 0,-5-37-176 16,0 0 192-16,13 38-192 0,-13-38-528 15,0 0-224-15,0 0-32 0,31 26-16 0,-31-26 800 0,0 0 0 0,30-2 0 0,-30 2 0 16,23-13 256-16,-11 2-32 0,1 0-16 0,-1-1 0 16,2-1-208-16,-3-1 176 0,0 0-176 15,-1-2 160-15,-1-1-160 0,-3 0 0 0,0 1 0 0,-3-3 0 0,-2 2 0 16,-1-2 0-16,-1 2 128 0,-3-1-128 0,-1 1 0 15,-3 1 0-15,-1 1 0 0,-3 3 0 16,0 3 0-16,-2 6 0 0,1 3 0 0,1 5 0 0,0 2 0 0,1 3 0 16,1 2 0-16,0 2 0 0,2 3 0 0,2 0 0 15,1 1 0-15,3-4 0 0,2-14-256 0,0 0 64 16,6 34 0-16,-6-34-17840 16</inkml:trace>
  <inkml:trace contextRef="#ctx0" brushRef="#br0" timeOffset="52151.52">16031 10647 28559 0,'0'-2'2544'0,"0"2"-2032"16,1-2-512-16,0 2 0 0,-1 2 1440 0,1-2 192 15,1 0 32-15,-2 0 16 0,0 0-992 0,0 0-208 16,0 0-32-16,0 0-16 0,0 0-432 0,0 0 0 0,26 33 0 15,-26-33 0 1,0 0-352-16,0 0-160 0</inkml:trace>
  <inkml:trace contextRef="#ctx0" brushRef="#br0" timeOffset="52532.89">16322 10434 25791 0,'-4'-2'1152'0,"1"1"224"0,1 0-1104 16,0 0-272-16,1 1 0 0,0-2 0 0,-1 2 1504 0,-1-1 240 15,-1 1 48-15,-2-2 16 0,-1 2-864 0,0 2-176 16,-1 1-48-16,2 3 0 0,0 2-224 16,1 1-48-16,0 6-16 0,1 0 0 15,-1 2-176-15,1 3-16 0,0 2-16 0,2 3 0 0,0 1-224 16,1-2 0-16,2 0 128 0,-1-24-128 0,7 43 0 15,-7-43 0-15,15 29 0 0,-15-29 0 0,0 0 0 0,0 0 0 0,42 13 0 0,-42-13 0 16,23-11 0-16,-11 1-160 16,0-2 160-16,0-4-128 0,1-1 128 0,0-3 0 0,-1-1 160 15,-2 1-160-15,-1 3 192 0,-2-2-64 16,1-2-128-16,-3 2 192 0,0-3 80 0,-3 3 16 0,-2-1 0 16,-3 2 0-16,-2-1 160 0,-2 4 16 0,-2 2 16 0,-3 3 0 15,1 4-224-15,-1 3-32 0,0 5-16 0,0 4 0 16,-1 5-208-16,1 1 0 0,2 2 128 15,0-1-128-15,2 2-192 0,4 0-64 0,0-1-32 16,4-14-17808-16</inkml:trace>
  <inkml:trace contextRef="#ctx0" brushRef="#br0" timeOffset="52999.23">16593 10499 22111 0,'0'0'976'0,"0"0"208"0,0 0-944 0,0 0-240 0,0 0 0 0,0 0 0 0,0 0 1616 16,0 0 288-16,0 0 48 0,0 0 16 15,0 0-432-15,33-3-64 0,-26-6-32 0,1-2 0 0,0 0-288 0,0-2-48 16,1-3-16-16,-1 0 0 0,-2-1-480 0,0-2-96 0,-1 0-32 16,-3 2 0-16,-1 1-288 0,-2 0-48 15,1 1-16-15,-3 4 0 0,-1 3 0 0,-2 1 0 0,0 5 0 0,-2 4 0 31,-1 3 0-31,-3 2 0 0,-1 5 0 0,-1 2 0 0,2 1-128 0,1 1 0 16,1 2 0-16,1-1 0 0,0 2 0 0,4-2 0 16,0 0 0-16,5-17 0 0,-3 28 0 0,3-28 0 15,0 0 0-15,6 30 0 0,-6-30-144 0,0 0 144 16,0 0 0-16,0 0 0 0,38 17-128 0,-38-17 128 0,23-7 0 0,-23 7 0 16,24-10-208-16,-24 10 64 0,23-13 16 15,-23 13 0-15,21-12-16 0,-21 12 0 16,16-10 0-16,-16 10 0 0,13-7 144 0,-13 7 0 15,0 0 0-15,0 0 0 0,13-10 0 0,-13 10 0 0,0-2 0 0,0 1 0 16,0 0 0-16,0-1 0 0,-2 2 0 16,0 0 0-16,-1 2 320 0,0-1-16 0,0 0 0 15,-1 4 0-15,-1 2-80 0,0 0-16 0,-2 3 0 0,1 4 0 16,-1 1-32-16,0 5-16 0,-2 3 0 0,0 4 0 16,0 2-160-16,0 2 0 0,-1-3 144 0,3-2-144 15,0-4 0-15,2-4 0 0,0-1 0 0,1-6-18944 16</inkml:trace>
  <inkml:trace contextRef="#ctx0" brushRef="#br0" timeOffset="53531.85">15680 10950 8287 0,'-7'4'736'0,"4"-3"-592"16,-1 2-144-16,1-3 0 0,1 1 1936 0,1 0 368 0,0-1 64 0,-1 2 0 0,-2-1 544 0,-1 1 96 16,1 1 32-16,-1 1 0 0,1-3-896 0,1 0-176 15,1 1-48-15,-1-1 0 16,1 1-528-16,1-2-112 0,0 0-32 0,0 1 0 15,0-1-544-15,1 2-128 0,1-2 0 0,1 2-16 0,-2-2-224 0,0 0-32 16,0 0-16-16,0 0 0 16,41 14-288-16,-41-14 128 0,37 5-128 0,-37-5 0 15,52 3 176-15,-20-4-176 0,5 1 160 0,2 0-160 16,5 0 128-16,-2-2-128 0,-2 2 0 0,0-3 144 0,2 1-144 0,4-3 128 16,4 0-128-16,1-4 128 0,2 2-128 0,-2-3 160 15,-3 1-160-15,-5 0 160 16,-7 1-160-16,2-1 0 0,1 0 0 0,-1 1 128 0,-3 1-128 0,-2 0 0 15,-3 2 0-15,-30 5 0 0,48-9 0 0,-48 9-176 16,34-7 48-16,-34 7-19104 0</inkml:trace>
  <inkml:trace contextRef="#ctx0" brushRef="#br0" timeOffset="55080.01">16311 11174 16575 0,'0'0'1472'0,"0"0"-1168"0,0 0-304 0,0 0 0 16,0 0 1600-16,0 0 272 0,0-3 48 0,0 3 16 0,0-2 544 0,-2-1 96 15,2 1 32-15,-3 2 0 0,1-2-880 0,-1-1-160 16,-1-1-32-16,0 1-16 0,-1 1-688 0,-1 0-144 16,-1-1-32-16,-1 0 0 0,-1 1-352 0,0 1-80 15,-1 1-16-15,0 0 0 0,0 3-64 0,-1 0-16 16,1 2 0-16,0 0 0 0,2 2-128 0,-1 0 0 16,3 0 0-16,-1 2 128 0,3-2-128 0,0 1 0 15,1-2 0-15,3-6 0 0,0 0 0 0,0 0 0 16,7 25 0-16,-7-25 0 0,0 0 0 0,0 0 0 15,0 0 0-15,38 28 0 0,-38-28 0 0,0 0 0 16,33 23 0-16,-33-23 0 0,0 0 0 0,34 24 0 16,-34-24 0-16,0 0 0 0,26 29 0 0,-26-29 0 0,0 0 0 0,12 28 0 15,-12-28 0-15,0 0 0 0,0 29 0 0,-4-20 0 16,0 0 0-16,-2 0 0 0,0-1 0 0,-1-2 0 16,-2 0 0-16,2-1 0 0,-3-1 0 15,-1-1 0-15,-1-1 0 0,2-2 0 0,0 0 0 16,0-2 0-16,0-1 0 0,-1-1 0 0,1 0 0 0,0 0 0 15,1 0-160-15,2-1 160 0,1-2-208 0,1 2 80 0,0-2 128 16,2 0-208-16,0 0 80 0,1 3 128 0,1-1-176 0,1 0 176 16,0 0-128-16,2-2 128 15,1 2-144-15,1-3 144 0,0 0-160 0,2 1 160 0,1-3-128 0,2-2 128 16,3 2 0-16,0-1-144 0,2-1 144 0,-1 0 0 16,3 0 0-16,0 1 0 0,1 1 0 0,-2-2 0 15,3 2 0-15,-2-1 0 0,-16 11 0 0,28-18 0 16,-28 18 128-16,23-15-128 0,-23 15 0 0,16-14 144 15,-16 14-144-15,0 0 0 0,8-9 128 0,-8 9-128 16,-2-3 0-16,-2 1 0 0,0 1 0 0,-4 1 0 0,-2 0 0 16,-3 0 0-16,-2 1 0 0,-4 1 0 0,-2-2 0 0,1 0 0 31,1-2-448-31,0 1-128 0,0-1-48 0,3-1-16960 0</inkml:trace>
  <inkml:trace contextRef="#ctx0" brushRef="#br0" timeOffset="55783.96">17029 10873 11055 0,'0'0'976'0,"-1"-1"-784"0,1 1-192 0,-1 0 0 15,1 0 1216-15,-1 0 192 0,0-2 32 0,-1 2 16 16,-1 0 720-16,0 0 160 0,-1 0 32 0,1 0 0 16,0 0-624-16,0 2-112 0,0-2-32 0,1 3 0 15,2-1-256-15,-1-2-64 0,0 3-16 0,2-3 0 16,-1 0-272-16,0 0-48 0,0 0-16 0,0 0 0 16,0 0-352-16,0 0-64 0,34 4 0 0,-34-4-16 15,0 0-256-15,0 0-48 0,37-2-16 0,-37 2 0 16,0 0-176-16,33-5 0 0,-33 5 0 0,0 0 128 0,31-2-128 15,-31 2 0-15,0 0 0 0,0 0 0 0,0 0 0 0,30-3-256 16,-30 3 64-16,0 0-17856 16</inkml:trace>
  <inkml:trace contextRef="#ctx0" brushRef="#br0" timeOffset="56000.83">16960 11031 25791 0,'0'0'1152'0,"0"0"224"0,0 0-1104 0,0 0-272 0,0 0 0 0,0 0 0 16,0 0 1808-16,0 0 304 0,0 0 64 0,36 13 16 15,-36-13-464-15,0 0-112 0,43-1-16 0,-43 1 0 16,0 0-928-16,41-7-192 0,-41 7-32 0,0 0-16 16,34-5-432-16,-34 5 128 0,0 0-128 0,0 0 0 15,33-5-864-15,-33 5-256 0</inkml:trace>
  <inkml:trace contextRef="#ctx0" brushRef="#br0" timeOffset="56398.13">17386 10854 17503 0,'-1'-2'1552'0,"1"1"-1232"0,1 1-320 0,-1-2 0 0,0 2 2704 16,1-1 496-16,-1 1 80 0,0-2 32 0,0 0-752 0,-1 0-128 16,-1 2-48-16,1 0 0 15,-1 2-1488-15,-2 2-288 0,0 4-64 0,0 1-16 0,-2 3-272 0,0 3-64 16,0 3-16-16,0 1 0 0,2 2-176 0,-1 1 0 16,1 2 0-16,2 2 0 0,-1-2 0 0,2-1 0 15,1-23 0-15,2 36 0 0,-2-36 0 0,0 0 0 0,14 34 128 0,-14-34-128 16,0 0 0-16,0 0 0 0,33 13 0 0,-33-13 128 15,0 0 32-15,35-14 0 0,-22 2 0 0,1 0 0 16,0-2 0-16,0-5 0 0,-2 0 0 0,-1 0 0 16,-1-2-160-16,-3-1 0 0,-1 1 0 0,-3 0 128 0,-1-1-128 0,-4 1 0 15,-2 2 0-15,-1 1 0 0,-2 3 0 0,-2 4 0 16,-2 3 0-16,-1 3 0 0,0 5 0 0,-1 1 0 16,-1 5 128-1,2 2-128-15,0 1 0 0,2 0 160 0,1 3-160 0,3 0 160 0,0 1-160 0,4-2 0 16,2-11 0-1,0 19 0-15,0-19-688 0,0 0-64 0</inkml:trace>
  <inkml:trace contextRef="#ctx0" brushRef="#br0" timeOffset="56601.59">17706 10982 23951 0,'0'0'2128'0,"0"0"-1696"0,0 0-432 0,0 0 0 16,0 0 2800-16,0 0 464 0,0 0 112 0,0 0 16 16,12 30-1504-16,-12-30-288 0,0 0-64 0,0 0-16 15,30 31-1120-15,-30-31-208 0,0 0-64 0,0 0 0 0,31 22-128 0,-31-22 0 16,0 0 0-16,0 0 0 0,0 0-192 0,0 0-64 16</inkml:trace>
  <inkml:trace contextRef="#ctx0" brushRef="#br0" timeOffset="56946.84">17977 10887 21183 0,'-1'2'1888'0,"0"-2"-1504"0,0 2-384 16,0-2 0-16,0 0 2000 0,0 1 336 0,-1 2 64 0,-2 0 16 15,-2 2-432-15,0 0-96 0,-2 3-16 0,1 1 0 16,1 2-960-16,0 3-192 0,0 1-32 0,1 2-16 15,0 1-352-15,1 2-80 0,0 3-16 0,1-2 0 16,0 1-64-16,3-22-16 0,0 33 0 0,0-33 0 16,0 0-16-16,12 35 0 0,-12-35 0 0,0 0 0 15,0 0-128-15,34 20 0 0,-34-20 0 0,0 0 0 0,35-10 128 0,-35 10-128 16,29-18 0-16,-14 8 128 16,0-2-128-16,1-2 128 0,-1 0-128 0,0-1 128 0,-1-1-128 0,-2 0 0 15,-1-1 0-15,-3-1 128 0,0 2-128 0,-4 0 0 16,-1 1 144-16,-4-2-144 0,-1 3 160 15,-3 0-32-15,-3 4-128 0,-1 1 192 0,0 2 16 16,-3 2 0-16,-1 3 0 0,-1 0 0 0,0 6-48 0,0 0-16 16,1 4 0-16,0-1 0 0,1 5-144 0,2-1-272 15,1 0 64-15,3-1-12496 16,3 1-2496-16</inkml:trace>
  <inkml:trace contextRef="#ctx0" brushRef="#br0" timeOffset="57585.46">18394 10894 9215 0,'-1'-2'816'0,"1"2"-656"16,0 0-160-16,0 0 0 0,0 0 1888 0,0 0 352 0,0 0 64 0,0 0 0 16,0-1 1376-16,0 1 272 15,0 1 48-15,-1-1 16 0,1 2-1520 0,-1 0-288 16,0 0-64-16,-1 1-16 0,1 2-1344 0,-1-1-272 0,0 4-48 0,-1 1-16 15,2 0-144-15,-1 3-48 0,0 2 0 0,0 4 0 16,-1 2-256-16,-1 2 160 0,2 2-160 0,-1 0 128 16,0 2-128-16,-1-1 0 15,0-3 0-15,-1-1 0 0,1 0 0 0,1-4 0 0,-1-1 0 16,0-1 0-16,4-15-176 0,-4 17-64 0,4-17-16 0,0 0-18352 16</inkml:trace>
  <inkml:trace contextRef="#ctx0" brushRef="#br0" timeOffset="57816.91">18541 10852 18431 0,'1'-3'1632'0,"0"2"-1312"0,-1 1-320 0,0 0 0 16,0 0 2736-16,0 0 464 0,0 0 112 0,0 0 16 15,0 0-1056-15,0 0-208 0,0 0-32 0,0 0-16 0,0 0-1152 0,0 0-224 16,0 0-64-16,0 0 0 0,0 0-192 0,3 30-32 15,-7-17-16-15,-2 2 0 0,1 3-336 0,-2 2 128 16,1 3-128-16,-1-1 0 0,1 4 0 0,-1-1 0 16,2 2 0-16,-2-4 128 0,2-3-128 0,2-2 0 15,3-18 0-15,-5 31 0 16,5-31-512-16,0 24-128 0</inkml:trace>
  <inkml:trace contextRef="#ctx0" brushRef="#br0" timeOffset="58325.73">18716 10846 13823 0,'0'-2'608'0,"0"0"128"0,0 2-592 0,-1-2-144 0,1 2 0 0,0 0 0 16,-1 0 3216-16,0 0 624 0,0 2 112 0,0-2 16 0,-1 2-560 0,0 0-112 15,0 0-32-15,0-1 0 0,2-1-1984 0,0 0-416 16,0 0-80-16,0 0-16 0,0 0-432 16,0 0-80-16,0 0-32 0,0 0 0 15,28-5-224-15,-28 5 144 0,18-10-144 0,-18 10 128 16,20-7-128-16,-20 7 0 0,0 0 0 0,32-5 0 0,-32 5 0 0,0 0 0 0,0 0 0 0,39 12 0 15,-39-12 0-15,0 0 0 16,0 0 0-16,20 34 0 0,-20-34 0 0,0 0 0 0,-1 31 0 0,1-31 0 16,-7 21 0-16,1-11 0 15,-1 1 0-15,0-2 0 0,0 1 0 0,-2 0 0 0,0 0 0 16,0 1 0-16,-1 1 0 0,0-1 0 0,-1 2 0 0,1 0 0 16,2-1 0-16,-1 1 0 0,3 0 0 0,-1-3 0 15,4 2 0-15,-1-4 0 16,4-8 0-16,0 0 0 0,-1 23 0 0,1-23 0 0,0 0 0 15,0 0 0-15,0 0 0 0,0 0 0 0,36 11 0 16,-36-11 0-16,25-6 0 0,-25 6 0 0,29-12 0 16,-29 12 0-16,32-14 0 0,-32 14 0 0,33-15 0 0,-16 6 0 31,-17 9-496-31,32-17 32 0,-18 8 0 0,0-1 0 16,0 1-1072-16,0-1-224 0</inkml:trace>
  <inkml:trace contextRef="#ctx0" brushRef="#br0" timeOffset="58750.41">19172 10813 11967 0,'1'-2'1072'0,"0"0"-864"0,0 1-208 0,-1 1 0 16,0 0 3696-16,0 0 688 0,0 0 144 0,4-4 16 0,-4 4-1536 16,4-7-320-16,-3 3-64 0,1 1-16 0,-1 0-1536 0,0 0-304 15,-1 1-64-15,0 1-16 0,0 1-352 0,-3 3-64 16,1 0-16-16,2-3 0 0,-7 12-128 0,2-3-128 15,1 2 144-15,-2 2-144 0,2 3 128 0,-1 1-128 16,0 0 0-16,1-1 0 0,1 1 160 0,-1 0-160 16,4-17 160-16,-2 28-160 0,2-28 128 0,0 0-128 15,7 37 0-15,-7-37 144 0,0 0-144 0,0 0 0 16,19 29 0-16,-19-29 0 0,0 0 0 0,0 0 0 16,37 22 0-16,-37-22 0 0,0 0 0 0,34 16 0 15,-34-16 128-15,0 0-128 0,0 0 0 0,33 24 0 16,-33-24 144-16,0 0-144 0,0 0 128 0,0 0-128 15,21 33 160-15,-21-33-160 0,0 0 256 0,0 0-64 16,1 29 0-16,-1-29 0 0,0 0-192 0,0 0 128 0,-8 19-128 0,8-19 0 16,-8 8 0-16,2-4 128 0,0 0-128 15,-3 0 0-15,0 0 0 0,-1 0 0 0,0 1 0 0,-1-3 0 16,-1 1 0-16,0-1 0 0,1 1 0 0,0-3 0 16,0 0 0-16,-1-2 0 0,1-2 0 0,1 0 0 15,-1-3-192-15,0-3 32 0,2-4 0 0,2 0-12608 16,0-3-2528-16</inkml:trace>
  <inkml:trace contextRef="#ctx0" brushRef="#br0" timeOffset="58899.5">19166 10801 18431 0,'0'0'816'0,"0"0"160"0,0 0-784 0,0 0-192 16,0 0 0-16,0 0 0 0,0 0 2096 0,0 0 368 15,40 12 80-15,-40-12 16 16,46 0 208-16,-14-5 48 0,0-2 16 0,2-2 0 0,1-3-1728 0,-1-2-336 0,0 0-80 0,-2 0-12304 31,-4 1-2464-31</inkml:trace>
  <inkml:trace contextRef="#ctx0" brushRef="#br0" timeOffset="64381.32">6222 11909 12895 0,'0'-1'1152'16,"0"1"-928"-16,0-2-224 0,1 2 0 0,-1 0 1728 0,1 0 288 16,0-2 64-16,2 0 16 0,0-1 544 0,3 1 112 0,0 1 32 0,-6 1 0 15,0 0-1232-15,0 0-240 0,0 0-48 0,45 4-16 16,-45-4-672-16,0 0-144 0,0 0-32 0,49 6 0 16,-49-6-400-16,0 0 128 0,44-2-128 0,-44 2 0 15,0 0 0-15,40-10 0 0,-40 10-144 0,24-12 144 16,-13 6-1520-16,-2 0-192 0,0 0-32 0</inkml:trace>
  <inkml:trace contextRef="#ctx0" brushRef="#br0" timeOffset="64596.94">6381 11908 12895 0,'-5'-2'576'0,"3"2"112"16,0-1-560-16,1 0-128 0,1 1 0 0,0-2 0 0,0 1 2112 0,0 0 400 0,0 0 80 0,0-1 16 0,1 2-80 0,0 2-16 15,1 4 0-15,-1 2 0 16,0 5-1280-16,0 4-256 0,0 0-48 0,-2 5-16 16,-1 2-496-16,0 2-96 0,-2 0-32 0,2 2 0 15,-2-1-288-15,0 1 0 0,0-2 0 0,1-5 0 16,2-4 0-16,0-3 0 0,2-5-144 0,1-4 144 16,2-5-1328-16,1-4-176 0</inkml:trace>
  <inkml:trace contextRef="#ctx0" brushRef="#br0" timeOffset="64949.19">6669 11730 20271 0,'0'3'1792'0,"-1"0"-1424"16,1 0-368-16,-1 0 0 0,1 2 1840 0,-2 3 288 16,0 8 64-16,-2 10 16 0,-2 9-352 0,-1 11-80 0,-1-1-16 0,2 1 0 15,0-2-1264-15,0 1-256 0,0-2-48 0,1-1-16 16,0-4-176-16,0-7 0 15,3-3 0-15,0-8 0 0,1-4 0 0,1-8 0 16,1-3 0-16,0-4 0 16,1-1-496-16,-1-4 32 0,1-4 0 0,0-1 0 15,1-3-944-15,0-2-176 0,0-3-32 0,-1 1-16 16,1-1 864-16,0-2 160 0,1 3 32 0,-2-1 16 0,3 0 736 0,-2 3 144 0,0 1 16 16,2 1 16-16,1 1 1696 0,0 4 320 0,0 2 80 0,-1 2 16 15,1 2-1632-15,-6 1-320 0,0 0-64 0,0 0 0 16,0 0 192-16,30 38 64 0,-30-38 0 0,10 31 0 15,-10-31-448-15,7 42-96 0,-6-21-16 0,0 1 0 16,0 0-144-16,-2-4 0 0,1-3 0 0,0-3 0 16,1-1 0-16,0-3 0 0,0-2 0 0,1-3 0 15,-1-1-144-15,0-4-64 0,1 0-16 0,0-1-17424 16</inkml:trace>
  <inkml:trace contextRef="#ctx0" brushRef="#br0" timeOffset="65316.15">6894 12134 17503 0,'-2'7'768'0,"1"-2"176"0,0-2-752 0,0-1-192 15,1 0 0-15,0 0 0 0,0 1 2336 0,1 0 432 16,-1-3 96-16,0 0 16 0,0 0-960 0,0 0-192 16,0 0-48-16,41 18 0 0,-41-18-1072 0,0 0-224 15,39-14-32-15,-39 14-16 0,29-15-336 0,-16 4 128 16,1 1-128-16,-1-2 0 0,-1-2 0 0,-3 0-208 0,2 2 16 0,-4 0 16 31,0 3-464-31,-3-1-112 0,-2 1-16 0,0 2 0 16,-2 1-384-16,-3 0-96 0,-2 1-16 0,-2 2 0 15,-1 1 384-15,-3 2 80 0,1-1 16 0,-1 1 0 0,-2 1 784 0,0-1 176 16,0 3 16-16,1 2 16 0,3 1 1184 0,0 2 224 0,-2 3 48 0,1 1 16 16,0 3-16-16,2 3 0 0,1 1 0 0,3 2 0 15,1 2-576-15,1 2-128 0,1-1-32 0,2 0 0 16,2-3-624-16,-1 0-128 0,-2-21-32 0,12 31 0 15,-12-31-144-15,0 0 0 0,22 31 0 0,-22-31 0 0,0 0 0 0,0 0 0 16,0 0 0-16,39 24 0 0,-39-24 0 0,0 0 0 16,0 0 0-16,34-12 0 0,-25 4-224 15,1-1-80-15,1-3-16 0,2-2-17632 16</inkml:trace>
  <inkml:trace contextRef="#ctx0" brushRef="#br0" timeOffset="65829.64">7705 12008 18431 0,'2'-4'1632'0,"-1"1"-1312"16,1 0-320-16,-1 1 0 0,-1 0 1312 0,1 0 192 16,1 0 32-16,0-1 16 0,0-2 352 0,0 0 64 0,1 0 16 0,-3 1 0 15,0 2-672-15,-1 1-128 0,-1 2-32 16,-2 1 0-16,-1 2-480 0,-3 2-96 16,0 0-32-16,-3 2 0 0,-2 1-368 0,-3 0-176 15,-1 3 160-15,0 0-160 0,-1 0 192 0,1-2-64 0,1 1-128 0,3-4 192 16,1 3 176-16,2-3 16 0,2-1 16 0,2 0 0 15,2 1-128-15,0-4-16 0,2 4-16 0,2-3 0 16,1 1-240-16,0-2 0 0,-1-3 0 0,0 0 0 16,0 0 0-16,0 0 0 0,34 28 0 0,-34-28 0 15,0 0 0-15,41 16 0 0,-41-16 0 0,0 0 0 16,50 15 0-16,-50-15 0 0,0 0 0 0,47 9 0 16,-47-9 0-16,0 0 0 0,0 0 0 0,48 7 0 0,-48-7 0 15,0 0-128-15,0 0 128 0,0 0 0 0,0 0 0 0,0 0 0 16,0 0 0-16,0 0 0 0,0 0 0 0,16 29 0 15,-25-22 0-15,-3 1 0 0,-3 3 0 16,-1 1 0-16,-4 0 0 0,1 2 0 0,-1-2 0 16,2-2 0-16,0-1 0 0,2 0 0 0,3-1 224 0,0-2 0 15,4-1 0-15,1 0 0 0,2-3-224 16,2 0 128-16,3-1-128 0,2-2-12112 16,4-2-2480-16</inkml:trace>
  <inkml:trace contextRef="#ctx0" brushRef="#br0" timeOffset="66819.45">8068 12150 6447 0,'-2'11'576'0,"0"-5"-576"16,0 0 0-16,1-2 0 0,0 0 3904 0,0-3 656 16,-1 3 144-16,0 1 32 0,-2 3-1136 0,0 0-208 0,0-1-64 0,1-2 0 15,1-4-1904-15,1-1-384 0,0-1-80 0,2-4 0 16,1-1-320-16,0-2-64 0,0-2-16 0,1-4 0 15,0 2-400-15,-1-2-160 0,0 0 128 0,-1 2-128 16,0 0 0-16,-3 1 0 0,0 1 0 0,-2 1 0 16,0 2 0-16,0 2 0 0,-2 2 0 0,0 1 0 15,-2 4 0-15,-1 3 0 0,0 3 0 0,-1 3 0 16,-1 3 0-16,1 1 0 0,0 3 0 0,0 2 0 16,1 1 0-16,0-1 0 0,4 0 0 0,0-2 0 15,-1 0 0-15,2 1 0 0,1-3 0 0,0 1 0 0,3-6 0 16,1 1 0-16,0-4 0 0,-1-8 0 15,0 0 0-15,0 0 0 0,0 0 0 0,0 0 0 0,0 0 0 0,37 2 0 16,-29-9 0-16,2 0 0 0,1-4 0 16,-2-2 0-16,1 1 0 0,0-2 0 0,-1 0 0 15,-1 0 0-15,0 0 0 0,-2 0 0 16,1 1 0-16,-4 2 0 0,1 1 0 0,-1 1 0 0,0 4 0 0,-1 0 0 16,-1 5 0-16,0 0 0 0,-1 2 0 0,2 1 0 15,0 4 0-15,0 0 0 0,0 2 0 0,0 1 0 0,-1 2 0 16,1 2 0-16,-2-14 0 0,7 27 0 0,-7-27 0 15,5 26 0-15,-5-26 0 0,8 25 0 0,-8-25 0 16,0 0 0-16,10 26 0 0,-10-26 0 0,0 0 0 0,0 0 0 16,0 0 0-16,0 0 0 0,0 0 0 0,0 0 0 15,26-9 0-15,-22-1 0 0,0 1 0 0,1-3 0 16,1 0 0-16,1-4 0 0,0 0 0 0,1-1 0 16,0 2-448-16,-1-2-32 0,3 1 0 0,-2-1 0 15,0 1-160 1,1 4-48-16,-3 3 0 0,1 3 0 0,-3 4 496 0,0 2 192 0,-1 2-128 0,-3-2 128 15,0 0 0-15,6 23 304 0,-6-23-48 0,3 30-16 16,-2-11 144-16,-2-3 48 0,1 3 0 0,-1-1 0 16,-1 0-176-16,1 1-48 0,-1-3 0 0,0-1 0 15,1-1-208-15,1-5 176 0,0-1-176 0,0-4 160 0,1-1-160 0,0-1 0 16,0-2 144-16,1-3-144 0,-1 1 0 0,1-2 0 16,0-4 0-16,0 1 0 0,1-4 0 0,0-1 0 0,0 0 0 0,1-2 0 31,1 0-480-16,0-1-16-15,0-1 0 0,0 0 0 0,1 1-544 0,-1-1-112 0,-1 1-32 0,0 3 0 16,1 0 576-16,-3 3 112 0,2 1 32 0,0 4 0 0,-1 1 464 0,-2 3 240 16,2 0-32-16,-1 3 0 0,1-1 416 0,-2 1 80 15,-1-3 0-15,0 0 16 0,4 21-16 0,-2-12 0 16,-2-9 0-16,4 19 0 0,-4-19-288 0,0 0-64 0,7 34-16 0,-7-34 0 16,0 0-192-16,8 28-144 0,-8-28 192 0,3 19-192 15,-2-10 0-15,-1-1 0 16,1 1 0-16,-2-2 0 0,1 0 0 0,-1-2 0 0,1 0 0 0,-1 2 0 15,0-2 0-15,0 2 0 16,0-3 0-16,1 2 0 0,0-2 0 0,0-4 0 16,0 0 0-16,0 0 0 0,0 0 0 0,0 0 0 0,0 0-176 15,0 0 176 1,0 0-896-16,32-17-80 0,-23 6-16 0,-1-4 0 16,1 1-256-16,1-3-48 0,-1 1-16 0,0 2 0 15,0 0 592-15,-1 4 112 0,-2 2 32 0,0 4 0 0,-2 2 704 0,-4 2 160 0,0 0 32 0,0 0 0 16,0 0 848-16,0 0 176 0,18 33 48 0,-18-21 0 15,1 2-336-15,-1 3-64 0,0 1-16 0,1 0 0 16,0 0-400-16,0-1-96 0,0 4-16 0,0-2 0 16,0 2-208-16,1-2-64 0,1-2 0 0,-3-17 0 15,9 24-192-15,-9-24 0 0,0 0 128 0,0 0-18352 16</inkml:trace>
  <inkml:trace contextRef="#ctx0" brushRef="#br0" timeOffset="67363">8716 12074 20271 0,'-1'-2'1792'0,"0"2"-1424"0,1 0-368 0,0 0 0 16,0 0 2240-16,-1 0 384 0,0 2 80 0,-2-1 16 15,1 3 16-15,-2 1 0 0,1 2 0 0,0 3 0 0,1 4-1808 0,2 3-352 16,0 3-80-16,0 4-16 0,0 0-320 0,3 2-160 16,-1 2 160-16,1-1-160 0,-1-1 0 15,-1-2 0-15,-1 2 0 0,0-1 0 16,0-1 0-16,-1-2 0 0,0-1 0 0,1-3 0 16,0-3 0-16,1-3-240 0,-1-2 80 0,1-6 16 15,0-3-896-15,-1-2-176 0,3-1-48 0,0-3-15824 0</inkml:trace>
  <inkml:trace contextRef="#ctx0" brushRef="#br0" timeOffset="67615.35">8721 12115 11055 0,'-6'-17'480'0,"2"8"112"0,1 4-464 0,1-2-128 16,1 4 0-16,1 3 0 0,-1-2 2400 0,0 1 464 0,0-2 80 0,0 0 32 16,2 0-272-16,1 0-48 15,1 2-16-15,-3 1 0 0,0 0-896 0,0 0-176 0,36-9-32 0,-36 9-16 16,0 0-672-16,38-10-128 15,-38 10-16-15,28-12-16 0,-28 12-432 0,27-7-64 16,-27 7-32-16,0 0 0 0,0 0-160 0,39 2 0 0,-39-2 144 0,0 0-144 0,10 26 0 0,-14-9 0 16,-3 2 0-16,-3 2 0 15,-4 5 0-15,-2 3 0 0,-2-1-128 0,-2 3 128 16,-2 0-304-16,0-5 32 0,2-1 0 0,-1-2 0 0,5-5 48 16,1-4 16-16,2-2 0 0,3-6 0 15,3-2-608 1,3-4-112-16</inkml:trace>
  <inkml:trace contextRef="#ctx0" brushRef="#br0" timeOffset="67861.91">9129 11679 25791 0,'-6'7'1152'0,"1"-5"224"0,1 3-1104 15,0-3-272-15,1 1 0 0,0-1 0 0,0 2 2288 0,-6 1 400 16,-3 5 64-16,-3 2 32 0,0 2-1248 0,2-2-240 15,1-1-48-15,2-1-16 0,3 0-816 0,1 0-160 16,3 1-48-16,0-1 0 0,1 4-48 0,0 0-16 16,2 3 0-16,0-2 0 0,0-1-144 0,-1 4 0 15,1 3 0-15,1 1 0 0,-1 1 0 0,0 1 0 16,1-3 0-16,0 1 0 0,1-4 0 0,0 0 0 16,-2-18 0-16,6 28 0 0,-6-28 0 0,0 0-224 15,0 0 48-15,0 0-18128 0</inkml:trace>
  <inkml:trace contextRef="#ctx0" brushRef="#br0" timeOffset="68183.87">9160 12044 26367 0,'-3'5'576'0,"1"-1"128"0,1-1 32 0,1-1 0 0,0-2-592 0,0 1-144 0,0 0 0 0,1 1 0 15,1 1 2880-15,-2-3 528 0,0 0 112 0,0 0 32 16,0 0-2464-16,40 7-512 0,-40-7-80 0,0 0-32 0,34-7-336 0,-34 7-128 15,20-7 0-15,-12 0 144 16,2 0-144-16,-2-3 0 0,-1 3 0 0,0-2 0 16,-3 1 0-16,-1-1 0 0,-1 2 0 0,0-3 0 15,-2 3 0-15,0-2-176 0,-2-1 48 0,-2-1 0 16,-1 3-112-16,-3-1-16 0,-1 0 0 0,0 4 0 16,1 0 256-16,-2 2-192 0,-5 1 192 0,-1 4-192 15,-1 6-64-15,1 1 0 0,3 5 0 0,3-1 0 0,3 1 256 16,0 4 0-16,2 2 0 0,0 4 0 0,1 4 640 15,3 0 0-15,2 0 16 0,3 1 0 0,3-1-256 16,-7-28-48-16,21 43-16 0,-21-43 0 0,29 28-192 0,-29-28-144 0,0 0 192 16,55 18-192-16,-55-18 0 0,40-7-192 0,-17-4 0 15,1-5-18496-15</inkml:trace>
  <inkml:trace contextRef="#ctx0" brushRef="#br0" timeOffset="68635.27">9996 11931 28559 0,'-4'1'1264'16,"2"1"272"-16,0-1-1232 0,1 1-304 0,0-2 0 0,1 2 0 0,-1-1 1952 0,1 2 336 16,0 3 64-16,0 1 16 0,0 1-960 0,1 0-192 15,0 2-48-15,1 0 0 0,0 2-816 0,0 0-160 16,1 4-48-16,-1 0 0 0,1 1-144 0,-1 2 0 15,0 0 0-15,-1 0 0 0,-1 0 0 0,0 2 0 0,-1-2 0 0,1-1 0 16,-1-3 0-16,2-5 0 16,0-1 0-16,-1-9 0 0,0 0 0 0,0 0 0 15,0 0 0-15,0 0 0 0,0 0 0 0,29-8 0 16,-22-2 0-16,2-2 0 0,1-4 0 0,1-4 0 16,-1 1 0-16,1-5 128 0,0 3-128 0,0-3 0 0,0 1 144 15,0 0-144-15,-2 1 0 0,0 5 128 16,0 0-128-16,-2 5 0 0,-2 5 0 0,-2 3 0 15,-2 2 0-15,-1 4 0 0,-1 0-176 0,0 3-96 16</inkml:trace>
  <inkml:trace contextRef="#ctx0" brushRef="#br0" timeOffset="69131.8">10443 12103 12895 0,'2'5'576'0,"-2"-5"112"0,1 2-560 0,0-2-128 0,0 0 0 0,0 0 0 16,0 0 2368-16,1-2 432 0,2 0 80 0,0-3 32 15,1 0-256-15,0-3-48 0,0-1-16 0,1-2 0 0,-2 1-1104 0,0-4-208 16,-1 2-64-16,-1-2 0 16,-1 0-832-16,-2 0-160 0,-1 1-32 0,-2 0-16 15,-1 3-176-15,0 0 0 0,-3 5 0 0,-1 3 0 16,0 2-192-16,-1 2 48 0,0 3 0 0,0 3 0 15,0 4-368-15,-1 4-80 0,0 0-16 0,1 3 0 0,0 2 208 16,2 1 32-16,1 2 16 0,0-3 0 0,2 0 352 16,3-4-144-16,1-2 144 0,1-15 0 0,3 21 0 0,-3-21 0 15,0 0 0-15,0 0 144 0,0 0-144 0,0 0 0 16,0 0 0-16,45 7 128 0,-45-7 192 0,18-10 16 16,-9 3 16-16,1 0 0 0,1-3-96 0,0-1-32 0,0 3 0 0,0-3 0 15,-1 1-224-15,0 0 0 0,0-1 0 0,0 1 0 16,-2 2-224-16,-2-1-96 0,0 3 0 0,-2 1-16 31,-2 2-160-31,-1 1-16 0,-1 2-16 0,-1-2 0 0,0 4 368 0,0-2 160 0,-1 2-128 0,-1 1 128 16,0 2 0-16,0 1 224 0,0 2-32 0,-1-1 0 15,1 2 208-15,0 3 48 0,2 0 0 0,-1 2 0 16,1 0-176-16,0-1-16 0,1 3-16 0,0-16 0 0,3 24-240 0,-3-24 144 16,0 0-144-16,0 0 128 0,0 0 16 0,23 29 0 15,-23-29 0-15,0 0 0 0,0 0-144 0,33-5 0 16,-33 5 0-16,22-16-10752 15,-8 3-2240-15</inkml:trace>
  <inkml:trace contextRef="#ctx0" brushRef="#br0" timeOffset="69598.64">10685 12016 13295 0,'-3'4'288'0,"1"-4"64"0,0 0 16 0,1 0 16 0,0 0-384 0,1 0 0 15,0-2 0-15,-1 0 0 0,1-1 4096 0,-1-2 736 0,1 0 160 0,0 0 16 16,1 1-2416-16,1-1-480 16,1 0-112-16,1 3-16 0,0-2-1120 0,1 3-224 0,-5 1-64 0,0 0 0 15,0 0-384-15,0 0-192 16,0 0 160-16,39 13-160 0,-39-13 0 0,0 0 0 0,0 0 0 0,20 37 0 0,-20-37 0 16,5 26 0-16,-4-14 0 0,-1 2 0 15,-2-1 0-15,-2 0 0 0,0-1 0 16,-1 0-160-16,1-3-64 0,-1-1-16 0,1-2 0 0,0-2 0 0,0 0 48 0,0-4 0 15,1 0 0-15,1-5 0 16,0 1 192-16,-1-1 0 0,2-2 0 0,0 0 0 16,0-1 0-16,2-1 0 0,0 0 0 0,1-1 0 15,1 0-176-15,0-1 176 0,3 1-192 0,-1-1 192 16,3 1-592-16,0-2-16 0,2 0 0 0,1-1 0 16,-1 1-848-16,2-1-160 0,0 1-48 0,1-2-8128 15,0 0-1648-15</inkml:trace>
  <inkml:trace contextRef="#ctx0" brushRef="#br0" timeOffset="69746.55">10969 11858 8287 0,'0'10'736'0,"-1"-3"-592"15,1-2-144-15,0-2 0 0,0-1 2928 0,1 0 544 16,-1 1 112-16,0-3 32 0,0 0-256 0,0 0-48 16,0 0-16-16,25 28 0 0,-25-28-2096 0,0 0-432 15,0 0-64-15,0 0-10944 16,0 0-2176-16</inkml:trace>
  <inkml:trace contextRef="#ctx0" brushRef="#br0" timeOffset="69903.31">10914 12039 27071 0,'-2'5'592'0,"1"-3"128"0,0 3 32 0,0-3 0 0,1 1-608 0,0 0-144 0,0 0 0 0,0 5 0 16,0-8 2384-16,1 27 448 0,-1-9 96 0,-1 2 16 15,0 0-2112-15,-1-2-432 0,1-1-80 0,-1 0 0 16,1-4-320-16,0-2-192 0,0-2 16 0,1-9-16896 16</inkml:trace>
  <inkml:trace contextRef="#ctx0" brushRef="#br0" timeOffset="70929.17">11172 12041 24879 0,'1'5'1088'0,"-1"-5"256"0,0 2-1088 0,0-1-256 16,0 1 0-16,0-2 0 0,1 0 2496 0,0 2 432 15,0-2 80-15,1 1 32 0,1-1-1472 0,-1-1-288 16,1-3-64-16,0 1-16 0,1-2-832 0,0-3-176 0,-1-1-16 0,0 0-16 16,1-2-160-16,-2-1 0 15,0 0 0-15,-1-2 128 0,-2 2-128 0,-1 2 0 0,-1 0 0 0,-1 4 0 16,0 1 0-16,-3 2 0 0,1 3 0 0,-3 1 0 15,0 4 784-15,-1 3 176 0,-1 2 48 0,-1 3 0 16,2-1-1744-16,0 1-352 0,0 4-64 0,1 4 0 16,0 0 768-16,1 1 144 0,1 1 48 15,3 1 0-15,1-5 192 0,1-2 0 0,2-1 0 0,0-16 0 16,5 24 0-16,-5-24 0 0,0 0-128 0,0 0 128 16,0 0 0-16,0 0 0 0,0 0 0 0,42 7 0 15,-34-12 0-15,-1-1-144 0,2 0 144 0,-1-1-128 16,-1-1 0-16,1 0 0 0,-1 3 0 0,-1-2 0 15,-2 1-272-15,0 0-48 0,0 1-16 16,-1-1 0-16,-1 3-48 16,-1-2 0-16,0 5 0 0,0-2 0 0,0 2 320 0,-1 0 192 0,-1 0-208 0,1 0 80 15,-1 2 128-15,0-2 176 0,0 3-48 0,0-1 0 0,0 0 272 0,0 1 48 16,-1-1 16-16,1 0 0 16,-1 1-16-16,0 1-16 0,0-1 0 0,1-1 0 0,0 0-80 15,1-1-16-15,0 1 0 0,-1-2 0 0,1 2-208 0,0-2-128 16,0 1 128-16,0 1-128 15,0 0 0-15,1-2 0 0,-1 1 0 0,0 0 0 0,0 0 0 0,1 0 0 16,-1 2 0-16,0-3 0 0,0 1 832 16,0 1 160-16,0-2 32 0,0 2 0 0,0-2-1616 0,0 0-320 0,0 0-64 0,1-2-16 15,1 2 1696-15,-1-3 320 0,0 3 80 16,1-3 16 0,-1 2-1616-16,0 0-320 0,1-1-64 0,-1 0-16 0,-1 2 736 0,1 0 160 0,-1 0 0 0,0 0 0 15,0 0 0-15,0 0 0 0,0 0 0 0,0 0 0 16,0 0 0-16,0 0 0 0,0 2 0 15,-1-2 0-15,1 1 0 0,-1 0 0 0,0 0 0 0,1 0 0 16,-1 0 0-16,1-1 0 0,0 2 0 0,0-2 0 16,-1 0 0-16,1 0 0 0,0 0 0 0,0 0 0 15,0 0 0-15,0 0 0 0,0 0 0 0,0 0 0 16,0 0 0-16,0-2 0 0,0 2 0 0,0-1 0 16,0 0 0-16,0 1 0 0,0 0 0 0,0 0 0 15,0 0 0-15,0 0 0 0,0-1 0 0,0 1 0 16,0-1 0-16,1 0 0 0,-1 1 0 0,1-2-144 15,0-1-416 1,0 1-80-16,0-1 0 0,1 1-16 16,0 0-432-16,0-3-64 0,1 2-32 0,-1-1 0 0,0-1-2224 0,0 1-448 0,1 1-96 15,0-2-16-15,-1 0 1888 0,0 2 368 16,-1 0 80-16,0 0 16 0,0 1 1616 0,-1 1 368 0,0 1 48 0,0 0 16 0,-1-2 1744 0,1 2 368 0,-1 2 64 0,1-2 16 31,-1 0 16-31,0 1 16 0,1 1 0 0,-1-1 0 16,0 1-1088-16,0 0-224 0,1-2-32 0,0 1-16 15,0-1-688-15,0 0-144 0,0 1-16 0,0-1-16 0,0 0-432 16,0 0 0-16,1-1 128 0,-1 0-128 0,1-1 0 0,1-1 0 16,-1 0 0-16,-1 1 0 0,2-2 0 0,-1 1 0 15,1-2 0-15,-1 2 0 0,1-1 0 0,-1 2 0 16,0-1 128-16,0 1-128 0,0 1 0 0,-1 1 160 16,1 1-160-16,0-1 160 0,0 3-160 0,0 2 0 15,0 1 0-15,0-1 128 0,-1-5 0 0,0 0-128 16,7 26 192-16,-7-26-64 0,0 0-128 0,0 0 0 15,16 30 0-15,-16-30 0 0,0 0 0 0,0 0 0 0,0 0 0 0,0 0 0 16,41 15 0-16,-41-15-192 0,19-11 64 0,-8 3 128 31,1-1-896-31,0-3-48 0,0 0-16 0,1 0-16400 0</inkml:trace>
  <inkml:trace contextRef="#ctx0" brushRef="#br0" timeOffset="71380.73">11429 11832 11055 0,'-3'3'976'0,"2"-3"-784"0,0 2-192 0,0 1 0 0,0-2 2688 15,0 0 512-15,1 4 80 0,-2 2 32 0,0 5 208 0,0 2 64 16,-1 7 0-16,-1 0 0 0,1 3-2384 0,1-2-480 16,-2 0-80-16,-1 1-32 15,1-2-416-15,0 1-64 0,-1-3-128 0,2 2 176 16,0-2-176-16,0 0 0 0,2-4 0 0,0-3 128 15,1-12-128-15,0 0 0 0,0 0 0 0,0 0 0 0,0 0-192 0,0 0 48 16,0 0 0-16,0 0 0 16,0 0-1376-16,33-20-272 0,-26 5-48 0,-1-1-16 15,-1 0-1904-15,0-3-384 0,-1 2-80 0,0-2 0 16,0 4 816-16,-2-1 160 0,-1 0 48 0,0-3 0 0,-1 2 3440 0,0 1 688 0,-1 1 144 0,0 3 16 16,-1 3 2832-16,1 1 560 0,-1 4 128 0,0-1 0 15,1 1-992-15,1 3-208 0,0 1-32 16,0 0-16-16,0 1-1888 0,2 1-384 0,-2-2-80 15,0 0-16-15,0 0-624 0,0 0-128 0,0 0-32 16,0 0 0-16,0 0-208 0,40 24 0 0,-40-24 128 0,0 0-128 16,0 0 0-16,0 0 0 0,33 21 0 15,-33-21 0-15,0 0 0 0,0 0 0 0,13 33 0 0,-13-23 0 16,1 1 0-16,-3 1 0 0,0 2 0 0,-2 3 0 16,0-3 0-16,0 1 0 0,0-1 0 0,0-2 0 15,1 0 0-15,2-3 0 0,0 0 0 16,1-4 0-16,0-5-256 0,0 0-32 0,0 0-16 0,0 0-17856 15</inkml:trace>
  <inkml:trace contextRef="#ctx0" brushRef="#br0" timeOffset="71659.62">11708 11949 14735 0,'0'0'1312'0,"1"0"-1056"0,-1 0-256 0,1-2 0 15,-1 1 3456-15,0 1 640 0,0-3 128 0,1 0 32 0,0-2-1248 0,0 0-240 0,-1 0-48 0,0 0-16 16,-1 1-1824-16,0 1-368 16,0-1-80-16,0 3-16 15,-1-1-224-15,-1 2-64 0,-1 2 0 0,0-1 0 16,-1 3-128-16,-2 1 0 0,2 2 0 0,-3 2 128 0,2 1-128 0,0 3 0 16,1 2 0-16,-1 3 128 0,2 2-128 0,0 0 0 15,1-2 0-15,1 2 0 0,1 1 0 16,2 0 0-16,-1-21 0 0,9 33 0 0,-9-33 0 0,0 0 0 15,25 31 0-15,-25-31 0 0,0 0 0 0,38 5 0 16,-38-5 0-16,32-10 0 16,-32 10-1120-16,34-19-96 0</inkml:trace>
  <inkml:trace contextRef="#ctx0" brushRef="#br0" timeOffset="72016.13">11929 11973 23039 0,'0'2'1024'0,"0"-2"192"0,0 0-960 0,0 0-256 0,0 2 0 0,0-2 0 15,0 0 2368-15,0 3 416 0,1-1 96 0,-1-2 0 16,0 0-640-16,0 0-144 0,0 0-32 0,0 0 0 16,0 0-1424-16,28 26-304 0,-28-26-48 0,0 0-16 15,0 0-272-15,0 0 0 0,45 2 0 0,-45-2 0 16,0 0 0-16,28-11 0 0,-28 11 0 0,18-12 0 16,-11 5 0-16,0-1 0 0,-2 0 0 0,-1 0 0 0,-1-2-160 15,-1 1-32-15,-2-2-16 0,-2 3 0 16,-1-2-336-16,-1 1-64 0,-3 2-16 15,-1 0 0-15,-2 0-192 0,-2 2-32 0,0 0-16 16,0 3 0-16,1 2 400 0,1 1 80 0,0 2 0 0,1 3 16 0,2 1 672 16,0 3 128-16,1 1 16 0,0 1 16 0,2 3 448 0,0 1 96 15,1 2 16-15,2 4 0 0,2-1-400 0,1 4-80 16,2 0-16-16,-1-1 0 16,2-1-144-16,-5-23-48 0,15 41 0 0,-15-41 0 0,20 33-128 15,-20-33-16-15,0 0-16 0,37 33 0 0,-37-33-176 0,0 0 0 16,42 14 0-16,-42-14 0 15,35-2-368-15,-35 2-48 0,40-17-16 0,-16 3-18448 0</inkml:trace>
  <inkml:trace contextRef="#ctx0" brushRef="#br0" timeOffset="73862.17">13099 11928 4607 0,'1'0'400'0,"0"0"-400"15,0 0 0-15,-1 0 0 0,1 0 704 0,0 2 64 16,2-2 16-16,-3 0 0 0,0 0-144 0,0 0-16 15,0 0-16-15,0 0 0 0,0 0 928 0,0 0 192 16,35-5 48-16,-29 0 0 0,-1 1 1088 0,0-1 208 16,1-2 64-16,-2 0 0 0,2 2-480 0,-1-4-96 15,-1 2 0-15,1-1-16 0,-1 2-1200 0,-2 0-224 16,0-1-48-16,-1 0-16 0,-1 2-624 0,-2 0-128 16,-1 1-32-16,0 0 0 0,-3 1-80 0,-2 1 0 15,-1 4-16-15,-3 0 0 0,0 1-48 0,-2 3 0 16,-5 4 0-16,-1 3 0 0,-3 2-128 0,0 2 0 15,0 2 0-15,0 0 0 0,2-2 0 0,3-2 0 0,1 0 0 0,4-3 0 16,1-1 0-16,0 0 0 0,2-2 0 0,1 0 0 16,2-1 0-16,1-1 0 0,3 0 0 15,1 0 0-15,2-2 0 0,0-5 128 0,0 0-128 0,0 0 0 16,18 30 128-16,-18-30-128 0,0 0 128 0,0 0-128 0,43 34 0 0,-43-34 128 16,0 0-128-16,39 24 0 0,-39-24 0 0,0 0 0 15,34 23 0-15,-34-23 0 0,0 0 0 16,0 0 0-16,29 26 0 0,-29-26 0 15,0 0 0-15,0 0 0 0,0 0 0 0,0 0 0 0,0 0 0 0,0 0 0 16,3 24 0-16,-6-21 0 0,-1 0 0 0,-1 0 0 16,-1 2 0-16,-2 0 0 15,-2 0 0-15,-1 2 0 0,-3-2 128 0,-1 3-128 0,0-2 0 16,-3 3 0-16,-3 1 0 0,1-3 0 0,0-1 0 0,4-3 0 16,2-2 0-16,2-2 0 15,4-2-480-15,2-3-32 0,2 1 0 0,4-6-17984 16</inkml:trace>
  <inkml:trace contextRef="#ctx0" brushRef="#br0" timeOffset="74492.61">13293 12245 7823 0,'0'0'160'0,"0"0"32"0,0 0 16 0,0 0 48 0,0 0-256 0,-1 0 0 0,0 0 0 0,0 1 0 15,0-1 3008-15,-2 2 544 0,1 0 112 0,-1-2 32 0,1 0-176 0,-1 0-16 16,1 0-16-16,0 0 0 0,0 0-1280 0,1-2-256 0,-1 2-48 0,1-2-16 31,0 1-1248-31,0-1-256 0,0-1-64 0,0 1 0 0,0 1-192 0,0-2-128 16,1 2 128-16,-1-3-128 15,0 1 0-15,-1 1 0 0,2 0 0 0,-3-1 0 0,1-1 0 0,-1 1 0 16,-1 3 0-16,0-2 0 16,-2 0 0-16,1 2 0 0,-2 2 0 0,1 0 0 15,0 1-160-15,1 2 160 0,-1 1-192 0,0 1 192 0,0-2-192 0,0 3 192 0,2 0-192 0,-2 0 192 32,2-3 0-32,1 4 0 0,0-2 0 0,0 2 0 15,1-1 0-15,0 1 0 0,2-2 0 0,0 1 0 0,0-8 0 0,0 0 0 16,0 0 0-16,9 26 0 0,-9-26 224 0,0 0-48 15,0 0-16-15,0 0 0 0,0 0-160 0,25 29 0 16,-25-29 144-16,0 0-144 0,0 0 0 0,0 0 0 16,0 0 0-16,36-1 0 0,-36 1 0 0,13-13 0 15,-7 4 0-15,2-2 0 0,-1-3 0 0,1 1-240 16,0-3 64-16,-1 0 16 16,0-1-224-16,0 0-64 0,-1-2 0 0,0 0 0 15,-2-1 32-15,0 0 0 0,-1-2 0 0,-1 1 0 0,-2 2 240 0,0 3 176 16,-2 2-208-16,0 2 80 0,0 2 128 0,0 4 144 0,-1 1-16 0,1 4-128 15,0-1 624-15,0 4 16 0,0 1 0 0,-1 2 0 16,1 1-272-16,0 3-48 0,1 4-16 0,0 3 0 16,0 2-112-16,1 5 0 0,0 0-16 0,1 3 0 15,1-1-176-15,-1 0 0 0,3-2 0 0,-1-2 128 16,-3-21-128-16,9 40 0 0,-9-40 0 0,10 28 128 16,-10-28-128-16,0 0 0 0,0 0 0 0,24 30 0 31,-24-30-368-31,0 0-48 0</inkml:trace>
  <inkml:trace contextRef="#ctx0" brushRef="#br0" timeOffset="74978.61">13373 11458 7359 0,'-5'7'656'0,"1"-4"-528"16,0 1-128-16,2-1 0 0,1 1 3216 0,0-3 624 16,0 2 112-16,-1 1 16 0,-1 3 16 0,-1 2 0 0,3-2 0 0,-1 0 0 15,1-2-2288-15,1 0-464 16,1-3-80-16,1-1-32 0,0 1-544 0,3-4-96 0,0 1-32 15,0-1 0-15,2-1-80 0,-7 3-32 0,0 0 0 0,0 0 0 0,29-4-144 0,-29 4-48 16,0 0 0-16,0 0 0 0,0 0-144 0,37 14 0 16,-37-14 0-16,0 0 0 15,0 0 0-15,0 0 0 0,29 29 0 0,-29-29 0 0,0 0 0 0,0 0 0 16,0 0 0-16,5 31 0 16,-8-25 0-16,-3 0 0 0,0 2 0 0,-2 0 0 0,-2-1-128 0,0 2 128 15,0-2-160-15,-1 0 160 0,-1 1-320 0,0-2 16 16,0-2 16-16,1 1 0 15,2-2 128-15,1 0 32 0,2-1 0 0,2 1 0 16,1-1 128-16,2 0 0 0,1-1 0 0,1 1 0 0,3 0 0 0,-4-2 0 16,0 0 0-16,0 0 0 0,0 0 192 0,44 15-16 15,-44-15-16-15,0 0 0 0,45 3-32 0,-45-3 0 16,37-4 0-16,-37 4 0 16,41-7-128-16,-41 7 0 0,37-9 0 0,-37 9-12608 15,37-10-2560-15</inkml:trace>
  <inkml:trace contextRef="#ctx0" brushRef="#br0" timeOffset="75478.33">13792 11887 4607 0,'-2'3'192'0,"0"-3"64"16,0 2-256-16,1-2 0 0,0 0 0 0,0 0 0 15,0 0 768-15,-1 0 128 0,1 0 0 0,-2 0 16 0,-1 0 1312 0,0 0 256 16,1 0 48-16,-2 0 16 16,2 0 240-16,0 1 48 0,-1 0 16 0,0 1 0 15,1-1-912-15,1 1-176 0,0 0-32 0,0 1-16 0,1-2-528 0,1 0-96 16,0 1-32-16,0-1 0 0,2 1-352 0,0-2-64 15,-2 0 0-15,0 0-16 0,0 0-288 0,0 0-48 16,0 0-16-16,38 5 0 0,-38-5-112 0,0 0-32 16,32-8 0-16,-32 8 0 0,0 0-128 0,37-8 0 15,-37 8 144-15,0 0-144 0,35-8 0 0,-35 8 0 16,0 0 0-16,26-7 0 0,-26 7 0 0,0 0 0 16,0 0 0-16,0 0-12192 15,0 0-2400-15</inkml:trace>
  <inkml:trace contextRef="#ctx0" brushRef="#br0" timeOffset="75673.53">13698 12020 30399 0,'-2'4'1344'0,"2"-3"288"0,0 2-1312 0,1-1-320 0,0 0 0 0,0-2 0 0,2 0 1680 15,-3 0 272-15,0 0 48 0,0 0 16 0,0 0-848 0,45 14-160 16,-45-14-48-16,0 0 0 15,39 5-528-15,-39-5-112 0,0 0-32 0,41 0 0 16,-41 0-288-16,0 0 0 0,37-3 0 0,-37 3-12464 16,0 0-2512-16</inkml:trace>
  <inkml:trace contextRef="#ctx0" brushRef="#br0" timeOffset="76023.42">14278 11640 21183 0,'-7'5'944'0,"3"-2"192"0,2-2-912 0,1 0-224 16,0 1 0-16,1-2 0 0,0 0 2624 0,0 0 464 0,2 1 112 0,-2-1 0 16,0 0-1088-16,0 0-240 0,29-3-32 0,-29 3-16 15,30-5-1104-15,-30 5-208 0,37-8-64 0,-37 8 0 16,43-6-288-16,-43 6-160 0,43-5 160 0,-43 5-160 0,44-6 0 0,-44 6 0 16,38-6 0-16,-38 6 0 0,30-4 0 0,-30 4 0 15,0 0 0-15,33-7 0 31,-27 4-768-31,-1 2-160 0,-3 0-32 0,-2 1-16352 0</inkml:trace>
  <inkml:trace contextRef="#ctx0" brushRef="#br0" timeOffset="76432.17">14340 11626 17503 0,'-5'5'768'0,"3"-2"176"15,0-1-752-15,0-1-192 0,2 0 0 0,0 1 0 16,-1 1 2816-16,0 2 544 0,-1 2 96 0,-1 1 32 15,0 3-864-15,1-2-192 0,1 1-16 0,0-2-16 0,1-8-1328 0,0 0-272 16,0 0-48-16,0 0-16 0,0 0-384 0,9 29-80 16,-9-29-16-16,0 0 0 0,0 0-96 0,0 0-32 15,0 0 0-15,35 24 0 0,-35-24-128 16,0 0 0-16,0 0 0 0,0 0 0 0,30 36 0 0,-30-36 0 16,0 0 0-16,0 0 0 0,6 26 0 0,-6-26 0 15,-4 13 0-15,-1-7 0 0,-1-1 0 0,-2 0 0 16,0 2 0-16,-1-3 0 0,-3 1-272 0,-1 0 16 15,-1-3 0-15,-1 3 0 16,0-3-192-16,-1 1-48 0,1-1 0 0,2 0 0 16,2-2 0-16,2 1 0 0,1-1 0 0,1 2 0 0,2-2 496 0,2 0 0 0,1 0 0 0,1 0 160 15,1 0 128-15,0 2 32 0,0-2 0 0,2 1 0 16,-2-1 16-16,0 0 16 0,0 0 0 0,0 0 0 16,0 0-64-16,44 23-16 0,-44-23 0 0,0 0 0 15,43 10-64-15,-43-10-16 0,37 2 0 0,-37-2 0 16,45-3-64-16,-45 3-128 0,48-7 176 0,-48 7-176 15,48-11 0-15,-24 5 0 0,0-2 0 0,-1 2 0 16,-23 6 0-16,43-11 0 0,-43 11 0 0,32-7 0 0,-32 7 0 0,0 0 0 16,37-9 0-16,-37 9 0 15,0 0-512-15,24-8-96 16</inkml:trace>
  <inkml:trace contextRef="#ctx0" brushRef="#br0" timeOffset="76960.05">14908 11610 11055 0,'-2'0'480'0,"1"0"112"0,0 0-464 15,1 0-128-15,0-2 0 0,0 2 0 0,0 0 528 0,-1 0 96 16,1 0 16-16,0-1 0 0,-1-1 0 0,1 0 16 16,0 1 0-16,1-1 0 15,-1 0 1072-15,0 0 224 0,1-1 32 0,-1 1 16 16,0 2 640-16,0-2 128 0,-1 2 32 0,1 0 0 0,-1 2-736 0,-1 0-144 16,0-1-16-16,-1 3-16 15,0 0-1152-15,0 0-224 0,-2 2-64 0,-1 2 0 0,0 1-192 0,0 2-64 0,-2-1 0 0,2 4 0 31,-2 0-64-31,2 4-128 0,-1 0 176 0,2 4-176 16,0 1 128-16,2-1-128 0,2 1 0 0,1-23 0 0,3 34 0 16,-3-34 0-16,0 0 0 0,19 35 0 0,-19-35 0 15,0 0 0-15,0 0 0 0,40 12 0 0,-40-12-192 16,27-10-64-16,-14 2 0 0,0-2-18352 0</inkml:trace>
  <inkml:trace contextRef="#ctx0" brushRef="#br0" timeOffset="77517.57">15062 11771 3967 0,'4'-5'176'0,"-2"4"32"0,0 0-208 0,-2-1 0 16,1 0 0-16,-1 2 0 0,1 0 2048 0,1-1 384 15,-2 1 64-15,0 0 0 0,0 0 1024 0,0 0 192 0,0 0 32 0,0 0 16 16,0 0-1056-16,0 0-208 0,32-2-32 0,-32 2-16 15,0 0-1024-15,0 0-208 0,9-7-32 0,-7 2-16 16,0 0-688-16,0 1-144 0,-1-2-16 0,0-2-16 16,-1 2-304-16,0-1 0 0,-2 0 0 0,1 1 0 15,-2-2 0-15,-2 3 0 0,1-2 0 0,-2 2 0 16,1 1 0-16,-1 1 0 0,-1 2 0 0,1 1 0 16,-1 1 0-16,1 4 0 0,-1 1 0 0,1 2 0 15,-1 0 0-15,1 5 0 0,-1 0 0 0,-1 4 0 16,2 1 128-16,0 3-128 0,0-2 0 0,1 1 0 0,1-2 0 15,0 1 0-15,3-4 0 0,1-15 0 16,-1 23 0-16,1-23 0 0,0 0 0 0,0 0 0 0,0 0 0 16,0 0 0-16,0 0 0 0,0 0 0 0,42 10 0 0,-31-17 0 15,-2-3 0-15,1 0 0 0,1-2 0 0,0-1 0 16,0-2 0-16,1 1 0 0,0-2-320 0,-2-1-32 16,0 0 0-16,-1-1 0 15,0 0-160-15,-2 2-16 0,0-2-16 0,-3 1 0 0,0 2 288 0,-2-3 64 0,0-1 16 0,-1 0 0 16,-1-1 176-16,0 0 0 0,-1 0 0 0,-1 2 0 15,-1 0 464-15,0 3 32 0,0 1 0 0,2 2 0 16,-1 1 80-16,2 4 0 0,-1 2 16 0,1 3 0 16,1 2-352-16,-1 0-80 0,0 0-16 0,0 0 0 15,3 33 16-15,-3-33 0 0,4 36 0 16,-4-13 0-16,0 2-160 0,0 0 128 0,0-2-128 16,-1 2 128-16,0-1-128 0,1 2 0 0,-1-3 0 0,1 1 128 15,2-3-128-15,-2-21 0 0,7 36 0 0,-7-36 0 0,7 28 0 0,-7-28-144 16,0 0 144-16,0 0-12560 15,0 0-2400-15</inkml:trace>
  <inkml:trace contextRef="#ctx0" brushRef="#br0" timeOffset="77740.67">15326 11742 11967 0,'0'0'1072'15,"-1"-2"-864"-15,1 2-208 0,0 0 0 0,0 0 2816 0,0 0 528 16,1 0 112-16,-1 0 0 0,0 2-704 0,0-2-160 16,0 0-32-16,0 0 0 0,0 0-768 0,0 0-176 15,0 0-16-15,38 12-16 16,-38-12-864-16,0 0-160 0,0 0-48 0,38-2 0 16,-38 2-304-16,0 0-64 0,31-10-16 0,-31 10 0 0,20-8-128 0,-20 8 0 15,18-8 0-15,-18 8-12320 16,13-7-2496-16</inkml:trace>
  <inkml:trace contextRef="#ctx0" brushRef="#br0" timeOffset="82420.11">15603 11809 11055 0,'0'0'976'0,"0"-2"-784"0,0 2-192 0,0 0 0 16,0 0 1328-16,0 0 208 0,0 0 64 0,0 0 0 0,0 0 688 0,8-7 144 16,-8 7 16-16,0 0 16 0,0 0-1088 15,0 0-224-15,0 0-32 0,0 0-16 0,13-9-576 0,-12 8-112 16,1-3-32-16,0 1 0 15,1-2 160-15,-2 1 32 0,1-2 0 0,1 0 0 0,1-1 64 0,-1-1 0 16,0-1 16-16,1-1 0 16,1 1-32-16,-2-1-16 0,1 1 0 0,0-1 0 0,-1 1-32 0,-2-2-16 15,0 1 0-15,0-2 0 0,-1 2-176 0,-1 0-48 16,-1 2 0-16,0 2 0 0,-2 2-112 0,-2-1-32 0,0 3 0 0,-2 1 0 16,-1 2-64-16,-1 1-128 0,1 1 176 0,-1 1-176 15,-1 1 0-15,2 0 0 16,0-1 0-16,-1 2 0 0,2 0 0 0,0 1 0 0,0-2 0 0,2 2 0 15,-1-1-144-15,2 2 144 0,1 2-128 16,0 0 128-16,4-10 0 0,-3 26-128 16,3-26 128-16,-1 30 0 0,1-30 0 0,3 31 0 15,-3-31 0-15,4 26 0 0,-4-26 0 0,0 0 0 0,10 33 0 0,-10-33-128 16,0 0 128-16,0 0 0 0,0 0 0 0,0 0 0 16,0 0 0-16,25 27-128 0,-25-27 128 15,0 0-128-15,14-12-16 0,-7 4 0 0,0-3 0 0,2-1 0 16,-2-3 144-16,1-1-192 0,2-3 192 0,-1 0-192 0,-1 3 192 15,0-4-208-15,0-1 80 0,-1 0 128 0,-1-1-160 16,0-1 160-16,-4-1 0 0,1 0-144 0,0 1 144 0,-1-1 0 16,0 0 0-16,-1 5 0 0,0 2 0 0,-1 1 0 15,1 2 0-15,-2 2 0 16,0 0 0-16,1 5 0 0,0 0 0 0,-1 2 0 0,1 3 0 0,-1 0 0 16,1 2 0-16,0 0 0 0,0 2 352 0,-1-2 0 15,1 2 0-15,0-2 0 0,-1 0-32 0,0 0 0 16,1 0 0-16,-1 0 0 0,0 0-48 0,1 0-16 15,-1 0 0-15,1-2 0 0,-1 2 768 0,1 0 160 16,0 0 32-16,0 2 0 0,-1-2-912 0,1 3-176 16,-1 1-128-16,1-4 144 15,0 0-928-15,-1 24-192 0,1-24-48 0,-1 28 0 0,1-28 816 0,-2 34 208 16,1-13 0-16,-1 0 0 0,0 4 0 0,-1 0 0 16,1 3 0-16,0-1 0 0,1 1 0 0,1 1 0 0,2-3 0 0,-1 0 0 15,-1-26 0-15,5 44 0 0,-5-44 0 16,8 39 0-16,-8-39 0 0,0 0 0 0,16 38 0 0,-16-38-128 15,0 0 128-15,0 0 0 0,0 0 0 0,0 0-128 32,0 0-272-32,0 0-48 0,0 0-16 0,35 9-18560 0</inkml:trace>
  <inkml:trace contextRef="#ctx0" brushRef="#br0" timeOffset="82838.11">15479 11294 4607 0,'-7'3'400'0,"3"-1"-400"16,1-2 0-16,0 1 0 0,2-1 1696 0,1 0 256 15,0 0 48-15,0 0 16 0,-1 2 1776 0,1-2 368 0,1 0 64 0,2-2 0 16,-3 2-960-16,0 0-192 15,0 0-32-15,34 0-16 0,-34 0-1584 0,32 0-320 16,-32 0-64-16,37-1-16 0,-37 1-528 0,39-2-96 16,-39 2-32-16,42-5 0 0,-42 5-256 0,41-5-128 0,-41 5 0 0,39-5 128 15,-39 5-272-15,36-4-64 0</inkml:trace>
  <inkml:trace contextRef="#ctx0" brushRef="#br0" timeOffset="83306.3">15816 11532 1839 0,'-1'-5'160'0,"1"0"-160"0,0 1 0 0,0 1 0 16,0 1 4720-16,1 1 912 0,-1 1 176 0,1-3 32 0,1 0-1440 0,1-3-304 15,1 3-48-15,-4 3-16 16,0 0-2320-16,0 0-480 16,0 0-80-16,0 0-32 0,40 20-672 0,-40-20-144 15,0 0-32-15,28 41 0 0,-28-41-272 0,15 31 0 16,-15-31 128-16,11 33-128 0,-11-33 0 0,7 33 0 15,-7-33 0-15,4 41 0 0,-5-18 0 0,-3 0 0 16,1 0 0-16,-5 0 0 0,0-4 160 0,-1 0-160 0,-1-3 128 0,-2-2-128 16,-1-3 0-16,-1-2 0 0,0-3 0 15,-1-1-19008-15</inkml:trace>
  <inkml:trace contextRef="#ctx0" brushRef="#br0" timeOffset="83753.59">16000 11524 23039 0,'0'-2'1024'0,"0"2"192"0,0 0-960 0,0-2-256 0,1 2 0 16,0 0 0-16,0 0 2784 0,-1 0 512 0,0 0 96 0,0 0 32 16,13-8-1456-16,-13 8-304 0,0 0-48 0,0 0-16 15,27-4-1136-15,-27 4-224 0,0 0-48 16,0 0-16-16,35 4-176 0,-35-4 0 16,0 0 0-16,0 0 128 0,0 0-128 0,27 29 0 15,-27-29 0-15,0 0 0 0,0 22 0 0,-4-12 0 0,0 1 0 0,-2-2 0 16,-3 1 0-16,1 1 0 0,0-3 0 15,-3 1 0-15,1-2-160 0,-1 0-16 0,1-2 0 16,0-2 0-16,2 1 48 0,3-4 0 0,0 1 0 0,2-1 0 16,1 0 128-16,1 0 0 0,2 0 0 0,0 0 0 15,-1 0 0-15,0 0 0 0,0 0 128 0,0 0-128 16,33 0 320-16,-33 0-16 0,0 0 0 0,39-1 0 0,-39 1-80 16,31-4-16-16,-31 4 0 0,36-3 0 0,-36 3-208 15,38-5 144-15,-38 5-144 0,37-7 128 0,-37 7-128 0,31-7 0 16,-31 7 0-16,28-7-19168 0</inkml:trace>
  <inkml:trace contextRef="#ctx0" brushRef="#br0" timeOffset="84523.07">14232 12106 11055 0,'2'-3'976'0,"-1"0"-784"0,0 1-192 15,-1 2 0 1,0-1 1280-16,0 0 224 0,0-3 32 0,0-2 16 16,-1 2 32-16,-1-1 0 0,-1 0 0 0,0 4 0 0,-2 1-224 0,0 1-32 15,0 1-16-15,0 1 0 0,0 2-480 0,2-1-80 16,-1-1-32-16,0 2 0 0,1-2-464 0,2 0-80 15,-1-2-32-15,2 1 0 0,-1-2-144 0,1 0 160 16,1 0-160-16,-1 0 160 0,2 0 224 0,-1-3 64 16,0 1 0-16,2 1 0 0,-1 0 512 0,1-1 128 15,1 0 0-15,1 1 16 0,-5 1-80 0,0 0 0 16,0 0-16-16,0 0 0 0,42 5-480 0,-42-5-80 16,0 0-32-16,46 9 0 0,-46-9-256 0,42 5-160 15,-42-5 192-15,51 5-192 0,-51-5 160 0,57 2-160 0,-24-2 128 16,0-2-128-16,1 2 128 0,2-5-128 0,4 3 128 15,2-3-128-15,6 0 0 0,0-1 0 0,2 2 128 0,0 0-128 16,-2 4 0-16,1-2 192 0,1-1-192 0,3 1 192 16,4 2-64-16,0 0 0 0,0 2 0 0,-3 1 0 15,1-1 1600-15,1-1 320 0,5 0 64 0,2-1 16 16,0 2-3328 0,-4-2-656-16,-1 0-144 0,2 0-32 0,3-2 1616 0,0 1 416 0,1-2 0 0,-9 0 0 15,-6 1 0-15,4-3 0 0,3 4 0 0,1 0 0 16,-4 1 0-16,-2 0 0 0,-2 1 0 0,-5 0 0 0,-4 4-144 0,-3-2 144 15,-2 2 0-15,-35-5-12848 16,58 9-2480-16</inkml:trace>
  <inkml:trace contextRef="#ctx0" brushRef="#br0" timeOffset="86089.5">14900 12182 27647 0,'1'-1'2448'15,"0"-1"-1952"-15,0 0-496 0,-1 2 0 0,0 0 1568 0,0 2 224 16,0-2 32-16,0 0 16 0,-1 3-624 15,-2 3-112-15,-1 4-16 0,-1 2-16 0,-2 3-624 0,0 1-128 16,-1 2-32-16,1 1 0 0,-1 1-288 0,0 0 0 0,0 0 0 16,0 1 0-16,0-1 0 0,1 0 0 0,-1-1 0 0,2-2 0 15,1-2 0-15,0-2 128 16,5-13-128-16,-3 17 0 0,3-17 256 0,0 0-48 0,0 0-16 0,0 0 0 16,0 0-192-16,0 0 0 0,13-14 0 0,-8 0-160 15,1-1-560 1,0-4-112-16,1 3-32 0,-2-4 0 0,2 2-1584 15,-1-1-320-15,1 0-64 0,-1 2-16 0,2-2 1040 16,-1 3 208-16,0 2 32 0,-2 2 16 0,1 2 1744 0,-2 5 368 16,1 0 64-16,-2 3 16 0,-3 2 1328 0,0 0 272 0,0 0 48 0,0 0 16 15,0 0-208-15,0 0-48 0,0 0 0 0,0 0 0 16,0 0-1136-16,0 0-224 0,0 0-48 16,34 17-16-16,-34-17-352 0,0 0-64 0,0 0-16 0,0 0 0 0,0 0-192 0,0 0 128 15,36 7-128-15,-36-7 0 16,0 0 128-16,0 0-128 0,0 0 0 0,0 0 144 0,0 0-144 15,0 0 0-15,28 36 0 0,-28-36 0 16,-2 21 0-16,-1-9 0 0,1 4 0 0,-3-1 0 0,0 1 0 16,0 0 0-16,0-1 0 0,2-3 0 15,0-1 0-15,0 1 128 0,1-2-128 0,0-5 0 0,2-5 0 0,0 0 0 16,0 0 0-16,0 0-18784 16</inkml:trace>
  <inkml:trace contextRef="#ctx0" brushRef="#br0" timeOffset="86330.64">15091 12295 27871 0,'-3'2'608'0,"1"-2"128"0,1 0 32 0,1 0 16 0,0 0-624 0,0 0-160 15,0 0 0-15,0 0 0 0,0 0 1728 0,0 0 320 16,0 0 64-16,0 0 16 0,33-4-848 0,-33 4-192 0,0 0-16 0,33 2-16 15,-33-2-496-15,0 0-112 0,43 5 0 0,-43-5-16 16,31 0-304-16,-31 0-128 16,34-2 0-16,-34 2 128 0,34-3-128 0,-34 3 0 0,33-3 0 0,-33 3 0 15,30-3 0-15,-30 3 0 16,28-5 0-16,-28 5 0 0,0 0-480 0,29-6-80 0</inkml:trace>
  <inkml:trace contextRef="#ctx0" brushRef="#br0" timeOffset="86584.34">15621 12200 11055 0,'0'0'976'0,"8"-7"-784"15,-8 7-192-15,0 0 0 0,0 0 3264 0,0 0 592 16,0 0 128-16,0 0 32 15,0 0-352-15,0 0-64 0,0 0-16 0,0 0 0 0,0 0-2160 0,0 0-432 16,0 0-96-16,14 32 0 16,-20-20-400-16,0 2-80 0,-2 1-16 0,0 5 0 0,-1-1-208 0,-1 3-64 15,0 1 0-15,1 0 0 0,0 1-128 0,1-3 0 0,3-2 0 0,5-19-12880 32,-5 31-2576-32</inkml:trace>
  <inkml:trace contextRef="#ctx0" brushRef="#br0" timeOffset="87239.76">16905 11887 19343 0,'-1'0'1728'0,"0"0"-1392"0,1 0-336 0,0 0 0 15,0 0 2000-15,0 0 336 0,0 0 64 0,0 0 16 16,0 0 48-16,0 0 16 0,0 0 0 0,0 0 0 16,0 0-1408-16,0 0-288 0,35 19-48 0,-35-19-16 15,0 0-304-15,41 0-64 0,-41 0-16 0,34-4 0 16,-34 4-336-16,34-5 128 0,-34 5-128 0,29-4 0 0,-29 4 0 16,27-5 0-16,-27 5 0 0,0 0 0 15,29-6-144-15,-29 6-48 0,0 0-16 0,0 0-11760 16,0 0-2368-16</inkml:trace>
  <inkml:trace contextRef="#ctx0" brushRef="#br0" timeOffset="87440.25">16968 12010 21183 0,'-4'5'944'0,"2"-2"192"0,1-1-912 0,1-2-224 0,-1 1 0 15,1 0 0-15,0-1 2432 0,0 0 432 0,0 0 80 0,0 0 32 16,0 0-736-16,0 0-128 0,0 0-48 0,0 0 0 15,41 10-1184-15,-41-10-240 0,0 0-64 0,40-4 0 16,-40 4-240-16,32-4-48 16,-32 4-16-16,29-6 0 0,-29 6-272 0,29-5 0 15,-29 5 0-15,32-9-18816 0</inkml:trace>
  <inkml:trace contextRef="#ctx0" brushRef="#br0" timeOffset="91028.7">17786 11562 15663 0,'0'-4'1392'0,"0"-1"-1120"0,1 2-272 0,-1 1 0 0,0 2 1456 16,1-2 224-16,0 0 48 0,-1 0 16 0,1-2 928 0,0 0 176 15,-1-1 32-15,0 0 16 0,0 3-1216 0,-1 0-240 16,1-1-48-16,-2 1-16 0,1 0-800 0,-1 1-176 16,1-1-16-16,0 2-16 0,-1 0-368 0,0 0 0 15,-1 3 0-15,-1 2 0 0,-2 1 0 0,1 4 0 16,-3-2-192-16,0 5 64 0,1 2-64 0,-2 1-16 16,2 3 0-16,0 0 0 0,0 2 80 0,1-3 128 0,2 2-208 15,4-20 80-15,-4 31 128 0,4-31 0 0,0 0 0 0,5 31 0 16,-5-31 0-16,0 0 0 15,0 0 0-15,31 2 0 0,-31-2 0 0,25-14 0 0,-11 5 0 16,1-5 0-16,0 2 0 0,1-3 0 0,-1 1 0 16,-2-2 128-16,1 1-304 0,-1 1-48 0,-1-4-16 15,0 1 0 1,-3 2-880-16,-3-1-176 0,0 1-48 0,-3 1 0 16,-3 2 704-16,-2 1 144 0,-1 1 32 0,-4 0 0 0,-1 3 464 0,-2 0 0 0,-1 3 0 0,-2 1 0 15,0 3 368-15,-3 3 64 0,0 1 16 0,1 3 0 16,0 0-144-16,1 3-32 0,2 0 0 0,1-1 0 15,3 0-976-15,2 1-192 0,1-2-32 16,5-8-12624-16</inkml:trace>
  <inkml:trace contextRef="#ctx0" brushRef="#br0" timeOffset="91251.43">17949 11629 25791 0,'0'0'2304'0,"0"0"-1856"16,0 0-448-16,0 0 0 0,0 0 2112 0,0 0 336 15,0 0 64-15,0 0 16 0,0 0-928 0,0 0-192 0,0 0-48 0,0 0 0 16,19 35-992-16,-19-35-208 16,0 0-32-16,0 0-128 15,0 0-240-15,0 0-144 0</inkml:trace>
  <inkml:trace contextRef="#ctx0" brushRef="#br0" timeOffset="91750.2">18208 11489 1839 0,'0'0'0'0,"0"0"160"0,0 0-160 0,0 0 0 0,0 0 0 0,0 0 0 0,0 0 128 0,0 0 0 16,0 0 0-16,0 0 0 16,-7 5-128-16,7-5 0 0,-3 2 0 0,3-2 128 15,-3 0 1424-15,3 0 288 0,-2 1 48 0,2-1 16 0,-2 0 624 0,2 0 128 0,-2 1 32 16,2-1 0-1,0 0-128-15,-3 3-32 0,3-3 0 0,-4 5 0 0,4-5-608 0,0 0-112 16,-7 9-16-16,7-9-16 0,-7 10-784 0,7-10-160 16,-10 14-16-16,4-5-16 0,1 1-368 0,-1 2-80 15,0 2-16-15,0 1 0 16,1 0-192-16,-1 0-144 0,0 4 192 0,2-5-192 0,4-14 128 0,-5 29-128 0,5-29 0 16,0 0 0-16,-1 30 256 0,1-30 0 15,0 0 0-15,0 0 0 0,0 0-64 0,0 0 0 0,0 0-16 16,0 0 0-16,33 13-48 0,-33-13 0 15,14-8 0-15,-8 1 0 0,2 0-128 0,-1-3 128 16,1 3-128-16,-1-4 128 0,-1 1-128 0,1-2 0 16,-2 0 0-16,-1-2 0 0,0 0 0 0,-2-2 0 15,1 1 0-15,-3 0 0 0,-1-1 0 0,-2 2 0 0,-2 2 0 0,-3 2 0 16,-2 3-128-16,-1 0 128 0,-3 6 0 0,1 2 0 16,0 2-288-16,0 4 16 0,1 0 0 0,1 2 0 31,1 1-112-31,3 0-32 0,0 1 0 0,2-1 0 15,5-10-784-15,0 0-144 0</inkml:trace>
  <inkml:trace contextRef="#ctx0" brushRef="#br0" timeOffset="92432.39">18368 11561 17503 0,'0'0'768'0,"0"0"176"0,0 0-752 0,0 0-192 0,0 0 0 15,0 0 0-15,0 0 2432 0,0 0 448 16,0 0 80-16,0 0 32 0,0 0-176 0,0 0-16 15,0 0-16-15,0 0 0 0,0 0-1616 0,0 0-320 16,0-1-64-16,0-1-16 0,-1 0-480 0,0 1-96 16,1 1-32-16,-1-2 0 0,0 2-160 0,-1 0 0 15,1 0 0-15,-1 0 0 0,1 2 0 0,0-2 0 16,0 0 0-16,0 1 0 0,0 1 0 0,1-2 0 16,0 0 0-16,0 0 0 0,0 0 0 0,0 0 0 15,0 0 0-15,0 0 0 0,0 0 0 0,0 0 0 0,0 0 0 0,0 0 0 16,0-3 0-16,0 1 0 0,1 0 0 0,-1-1 0 15,1 1 0-15,-1-1 0 0,0 1 0 0,0-1 0 16,0 1 0-16,0 2 0 0,0-2 0 0,-1 2 0 16,1 0 128-16,-1 0-128 0,1-2 0 0,-1 2 128 0,0 2 0 0,0-2 0 15,0 0 0-15,-1 0 0 0,0 2-128 0,-1 0 128 16,1 1-128-16,-1 0 128 0,-1 1-128 0,4-4 0 16,-7 12 0-16,2-4 0 0,0 3 0 0,1 1 0 15,-2 2 0-15,1 3 0 0,-2 1 0 0,2 0 0 16,-2 2 0-16,1-2 0 0,2 2 128 0,4-20-128 15,-8 34 128-15,8-34-128 0,0 0 128 0,2 35-128 16,-2-35 0-16,0 0 128 0,0 0-128 0,0 0 0 16,0 0 0-16,34 7 0 0,-34-7 0 0,19-15 0 0,-7 4 0 15,-1-1 0-15,0 1 0 0,1-2 0 16,1-1 0-16,-2-1 128 0,0 0-128 0,0-1 0 16,-1-1 0-16,-2 0 0 0,0 3 0 0,-3-3 0 15,0 3 0-15,-4-1 0 0,-2 2 0 0,-3 1 0 0,-3 3 0 0,-2 2 0 16,-1 2 0-16,-3 2 0 0,-1 5 0 15,-2-1 0-15,-1 4-144 0,1 1 144 0,2 3-192 0,0-1 192 16,1 2-512 0,2 1 0-16,0-1 0 0,2 1 0 15,3-3-688-15,6-8-128 0,-6 12-16 0,6-12-15456 0</inkml:trace>
  <inkml:trace contextRef="#ctx0" brushRef="#br0" timeOffset="92860.14">18463 11522 27647 0,'-2'0'1216'0,"1"0"256"0,0 0-1168 0,1 0-304 0,0 0 0 0,0 0 0 0,0 0 1696 0,0 0 288 0,0 0 48 16,0 0 16-16,0 0-896 0,0 0-192 0,0 0-16 16,33 2-16-16,-33-2-560 0,0 0-112 15,33-2-32-15,-33 2 0 16,0 0-224-16,34 0 0 0,-34 0 0 0,0 0 0 15,0 0 0-15,0 0-128 0,33 19 128 0,-33-19-160 16,0 0-176-16,-6 21-48 0,-1-11 0 0,-1-1 0 16,-3 1-576-16,-1-1-128 0,-1 1-32 0,-1-3 0 15,1 2 432-15,1-1 96 16,0-2 16-16,3 0 0 0,1-3 336 0,1 0 80 0,3-2 16 0,0 1 0 0,2-2 1040 0,2 0 224 16,0 0 32-16,0 0 16 0,0 0-416 0,0 0-96 15,25-7-16-15,-25 7 0 0,0 0-224 0,32-7-48 16,-32 7-16-16,0 0 0 0,36-3-144 0,-36 3-16 15,0 0-16-15,32 5 0 0,-32-5-176 0,0 0 192 16,0 0-192-16,0 0 192 0,34 21-192 0,-34-21 0 16,0 0 0-16,0 0 0 0,0 0 0 0,0 0 0 0,8 31 0 0,-8-31 0 15,-7 14 0-15,2-7 0 0,-3 1 0 0,-1-1 0 16,-2 2 0-16,-3 1 128 0,-1-1-128 0,0 0 0 16,1 1-144-16,1 0-112 0,3-4-32 0,3 0 0 31,1-2-1056-31,6-4-192 0</inkml:trace>
  <inkml:trace contextRef="#ctx0" brushRef="#br0" timeOffset="93183.12">18840 11472 17503 0,'0'0'1552'0,"0"0"-1232"15,0 0-320-15,3-2 0 16,-3 2 2752-16,0 0 480 0,0 0 96 0,-1-2 32 0,1 0-1104 0,0 2-208 15,-3 0-64-15,1 2 0 0,-2 0-1296 0,0 0-272 16,0 1-48-16,-2 2-16 16,1 1-352-16,-2 2 144 0,0 1-144 0,-2 3 0 0,1 2 0 0,-1-1 0 15,-2 5-160-15,2-2 160 0,2 1-192 0,-1-2 192 0,3 3-192 0,5-18 192 16,-7 27 0-16,7-27 0 0,0 0 0 0,0 0 128 16,10 31-128-16,-10-31 0 0,0 0 144 0,0 0-144 15,38 4 448-15,-38-4 0 0,30-5 16 0,-30 5 0 16,36-12-160-16,-36 12-48 15,38-11 0-15,-18 4 0 0,-20 7-256 0,34-10 160 16,-34 10-160-16,28-9 128 0,-28 9-128 0,20-8 0 0,-20 8 0 16,0 0 0-16,20-9-1024 0,-20 9-144 0,0 0-32 0,9-9-15648 15</inkml:trace>
  <inkml:trace contextRef="#ctx0" brushRef="#br0" timeOffset="93381.49">18967 11432 16575 0,'0'0'1472'0,"-5"1"-1168"0,5-1-304 0,0 0 0 0,0 0 3136 0,0 0 576 16,-8 11 128-16,8-11 0 0,-15 17-960 0,5-4-192 15,0 4-32-15,0 0-16 0,0 0-1872 0,1 2-368 16,-1 0-80-16,1 3 0 0,0-1-96 0,-1 0-16 16,2 2 0-16,0-2 0 0,1 1-80 0,1-3 0 0,6-19-128 0,-9 33 192 15,9-33-192-15,-5 28-160 16</inkml:trace>
  <inkml:trace contextRef="#ctx0" brushRef="#br0" timeOffset="95635.11">19252 11422 12895 0,'3'-3'1152'0,"0"-1"-928"0,-1 2-224 0,-1-1 0 0,-1 3 2224 0,2-4 400 16,2-1 64-16,2-2 32 0,-1-3 576 0,2 1 112 15,-3 2 32-15,0 2 0 0,-1 0-1632 0,-3 5-320 16,0-2-64-16,0 2-16 0,-4 0-832 0,-1 3-160 16,1 2-32-16,-3 0-16 0,0 2-240 0,-1 1-128 15,-3 2 160-15,1 0-160 0,0 1 0 0,-2 1 0 16,0 0 0-16,0 0 0 0,1 0 0 0,0-1 0 15,3-1 0-15,1 0 0 0,0-3 0 0,7-7 0 0,-6 16 0 16,6-16 0 0,0 0 0-16,0 0 0 0,0 0 0 0,0 0 0 0,0 0 0 0,0 0 0 0,0 0 0 0,30 24 0 15,-30-24 0 1,0 0 0-16,31 5 0 0,-31-5 0 0,0 0 0 0,34 12 0 16,-34-12 0-16,0 0 0 0,0 0 0 0,35 30 0 0,-35-30 0 0,0 0 0 15,0 0 0-15,12 36 0 0,-12-36 0 0,0 0 0 16,-5 31 0-16,5-31 0 0,-10 17 0 0,3-8 0 15,1-2 0-15,-1 0 0 0,0-1 0 0,-2 0 0 0,1-1 0 0,-1-1 0 16,-1-1 0-16,-1 2 0 16,1-3 0-16,-2 0-128 0,0 0 128 0,-1-2-160 15,-1 3-112-15,1-3-32 0,1 1 0 0,2-2 0 0,1 1 0 16,1-3 0-16,3 1 0 0,0 0 0 0,1-2 304 0,3 1 0 16,0-3 0-16,2 0 0 0,0 0 0 0,3-2 0 15,2-1 0-15,0-1 0 0,4-1 176 0,2 0-176 16,0-1 192-16,1 1-192 0,0 1 320 0,3-2-32 15,2-1-16 1,0 0 0-16,1 0-32 0,-1 1-16 0,1 2 0 16,-1-2 0-16,-2 0-96 0,0 0 0 0,-1 2-128 15,-3 1 192-15,-1 0-192 0,-3-2 128 0,0 0-128 16,-3 0 0-16,0 1 0 0,-3-2 128 0,-2 1-128 0,-2 2 0 16,-1-1 128-16,-3 3-128 0,-3 1 176 0,-1 2-176 15,-3-1 144-15,-2 2-144 0,-2 3 0 0,-1 3 144 16,1 0-336-16,1 1-80 0,2-1-16 0,2 1-12176 15,4-3-2432-15</inkml:trace>
  <inkml:trace contextRef="#ctx0" brushRef="#br0" timeOffset="96063.74">19504 11358 1839 0,'0'-7'0'0,"-1"2"160"0,0 1-160 0,0-1 0 16,0 3 0-16,-1 1 0 0,0 0 1024 0,-1-2 160 0,0 1 32 0,-3-3 16 15,0 2 256-15,-2 1 48 16,3 2 16-16,-1 0 0 0,1 2 800 0,5-2 144 16,-4 5 48-16,4-5 0 0,0 0 16 0,0 0 16 15,0 0 0-15,0 0 0 0,0 0-720 0,0 0-128 16,0 0-48-16,34 5 0 0,-34-5-576 0,17-5-112 15,-17 5-32-15,18-7 0 0,-18 7-576 0,19-7-112 16,-19 7-16-16,19-5-16 0,-19 5-240 0,0 0 144 16,23-1-144-16,-23 1 128 0,0 0-128 0,0 0 0 0,0 0 0 15,0 0 0-15,0 0 128 0,14 32-128 0,-14-32 0 0,0 0 128 16,-7 31 0-16,7-31-128 0,-7 24 192 0,7-24-64 16,-8 26-128-16,8-26 192 0,-7 24-192 0,7-24 192 15,-6 21-64-15,6-21 0 0,0 0 0 0,-5 34 0 0,5-34-128 16,0 0 0-16,-7 35 0 0,7-35 128 0,-7 26-128 0,7-26 0 15,-11 33 0-15,4-17 0 16,7-16 0-16,-15 34 0 0,7-12 0 0,-1-2 0 0,1-1-256 16,1-2 32-16,7-17 0 0,-10 28 0 15,10-28-1216 1,0 0-240-16</inkml:trace>
  <inkml:trace contextRef="#ctx0" brushRef="#br0" timeOffset="96287.02">19476 11548 6447 0,'0'0'576'0,"0"0"-576"0,-9 12 0 0,9-12 0 15,0 0 3808-15,0 0 656 0,0 0 128 0,0 0 16 16,0 0-1008-16,0 0-208 0,0 0-32 0,0 0-16 16,0 0-1504-16,0 0-304 15,38 7-64-15,-38-7-16 0,24-11-832 0,-11 3-176 0,1 1-16 0,3-2-16 16,0-1-288-16,0 0-128 0,2 1 128 0,-1 0-128 15,-1-1-160-15,-1 3-112 0,1 0-32 0,-4-2-11984 32,-13 9-2416-32</inkml:trace>
  <inkml:trace contextRef="#ctx0" brushRef="#br0" timeOffset="96637.31">19877 11274 16575 0,'0'0'1472'0,"0"0"-1168"0,0 0-304 0,0 0 0 16,0 0 3008-16,0 0 528 0,-11 17 112 0,11-17 32 0,-14 17-864 0,4-5-192 15,-1 2-16-15,0 1-16 0,0-1-1760 0,0 1-368 0,2-1-64 16,9-14-16 0,-14 26-176-16,14-26-32 0,-6 22-16 0,6-22 0 15,0 0-160-15,0 0 0 0,3 34 0 0,-3-34 0 16,0 0 0-16,0 0 0 0,0 0 0 0,35 20 0 0,-35-20 0 0,0 0 0 15,0 0 0-15,36 9 0 0,-36-9 0 0,0 0 0 16,0 0 0-16,29 17 0 16,-29-17 0-16,0 0 0 0,0 0 0 0,0 0 0 0,13 30 0 0,-13-30 0 15,0 0 0-15,0 0 0 0,-7 29 0 0,7-29 0 16,-9 14 0-16,9-14 0 0,-13 12 0 0,5-5 0 16,-2 0 128-16,1 0-128 0,-2-1 0 0,0 0 0 15,-2 1 0-15,1 0 128 0,0-2-128 0,0 0 0 16,0-1 0-16,-1-1 128 0,1 0-320 0,-1-1-80 0,2-2-16 15,1-3-17856-15</inkml:trace>
  <inkml:trace contextRef="#ctx0" brushRef="#br0" timeOffset="96802.95">19765 11328 27647 0,'0'0'1216'0,"0"0"256"0,0 0-1168 0,0 0-304 0,0 0 0 0,31 7 0 0,-31-7 592 0,0 0 64 15,34-5 16-15,-10-2 0 16,6 0-320-16,2-3-64 0,1-2-16 0,-3 0 0 0,0 1-400 0,-3 1-96 16,-3 2-16-16,-3 0 0 0</inkml:trace>
  <inkml:trace contextRef="#ctx0" brushRef="#br0" timeOffset="97566.13">17538 11934 15663 0,'0'0'1392'0,"0"0"-1120"0,0 0-272 0,0 0 0 15,0 0 976 1,0 0 144-16,0 0 32 0,0 0 0 0,35 8-112 0,-35-8-16 15,0 0 0-15,35 1 0 16,-35-1 704-16,0 0 128 0,33-3 16 0,-33 3 16 0,29-6-48 0,-29 6-16 0,32-6 0 16,-32 6 0-16,30-7-608 0,-30 7-112 15,32-3-16-15,-32 3-16 0,31 0-656 0,-31 0-128 0,32 0-32 0,-32 0 0 16,32 3-112-16,-32-3-16 16,35 4-128-16,-35-4 192 0,39 3-192 0,-39-3 0 15,45 2 0-15,-45-2 0 0,45 0 0 0,-45 0 0 0,54-2 0 0,-23-1 0 16,2 0 0-16,1-1 0 15,2 2 0-15,-1-3 0 0,0-1 0 0,-1 0 0 0,1 0 0 16,2 0 0-16,2 1 0 0,3 1 0 0,1-1 0 0,1 0 0 16,-2 3 144-16,0-3-16 0,1 0 0 0,-1 1 0 15,-1-1 80-15,2 2 16 16,1 3 0-16,2-2 0 0,0 1-96 0,0 0-128 0,-1-2 176 0,1 1-176 16,-4 0 128-16,3 2-128 0,0 0 0 0,2 0 0 15,0 0 0-15,0-1 0 0,0 1 0 0,-1-3 0 16,-2 2 0-16,2-1 0 0,2-1 0 0,2-2 0 15,1-1 0-15,-1 0 0 0,-1 2 0 0,-2-4 0 16,-2 2 0-16,-2-1 0 0,-1 2 0 0,-2 0 0 16,-1 2 0-16,-2-1 0 0,-5 2 0 0,-6 2 0 15,-26 0-240-15,44 0-48 0</inkml:trace>
  <inkml:trace contextRef="#ctx0" brushRef="#br0" timeOffset="98933.38">18854 12046 5519 0,'-8'5'496'0,"2"-2"-496"0,3-1 0 0,0 0 0 0,2-2 1984 0,1 0 288 16,0 0 64-16,-1 0 16 0,-1 1-80 0,0-1-16 16,1 0 0-16,1 0 0 15,1-1-240-15,-1 1-48 0,0 0-16 0,0 0 0 16,0 0-272-16,28-5-48 0,-28 5-16 0,0 0 0 0,34-2-160 0,-34 2-48 15,0 0 0-15,40 0 0 0,-40 0-848 0,29 0-176 16,-29 0-48-16,31-3 0 0,-31 3-144 0,32-2-16 16,-32 2-16-16,34-7 0 15,-34 7-160-15,31-9 0 0,-31 9 144 0,28-8-144 16,-28 8 0-16,21-4 144 0,-21 4-144 0,0 0 0 0,0 0 128 0,0 0-128 16,0 0 0-16,0 0 0 0,0 0 128 0,0 0-128 0,24 31 0 15,-28-17 0-15,-1 2 0 0,-1 1 0 0,-2 4 128 0,-1 5-128 16,-1 0 0-16,-2 4 0 0,0 0 0 0,-1 1 0 15,1-1 0-15,-2 1 0 16,1 0 0-16,1-1 0 0,1-1 0 0,1-3 0 0,3 0 0 16,1-5 0-16,2 1-288 0,4-22-64 0,-5 28-16 0,5-28-18112 15</inkml:trace>
  <inkml:trace contextRef="#ctx0" brushRef="#br0" timeOffset="99181.04">18922 12236 17503 0,'-3'0'1552'0,"1"-2"-1232"0,2 2-320 0,0 0 0 0,0 0 1728 0,0 0 272 16,0 0 64-16,0 0 16 0,0 0 32 0,10-8 0 0,-10 8 0 0,0 0 0 31,0 0-320-31,27-7-48 0,-27 7-16 0,0 0 0 0,38-5-832 0,-38 5-192 15,37-7-16-15,-37 7-16 0,47-13-352 0,-21 6-64 16,1-3 0-16,0 2-16 0,-1-1-240 0,1-1 0 0,-1 1 128 0,3-1-128 16,2-1-240-1,-1 1-80-15</inkml:trace>
  <inkml:trace contextRef="#ctx0" brushRef="#br0" timeOffset="99837.92">20402 11745 3679 0,'-2'0'320'0,"2"0"-320"16,0 0 0-16,0 0 0 0,0 0 1664 0,0 0 256 0,0 0 48 0,0 0 16 15,0 0 1136-15,0 0 224 16,0 0 48-16,0 0 16 0,0 0-496 0,0 0-96 15,0 0-32-15,0 0 0 0,0 0-992 0,32 7-208 0,-32-7-48 16,0 0 0-16,0 0-720 0,29 0-160 0,-29 0-16 0,0 0-16 16,0 0-352-16,34 5-64 0,-34-5-16 0,0 0 0 0,0 0-192 0,36 2 128 15,-36-2-128-15,0 0 0 16,32-4 0-16,-32 4 0 0,21-5-208 0,-21 5-12112 16,18-11-2416-16</inkml:trace>
  <inkml:trace contextRef="#ctx0" brushRef="#br0" timeOffset="100083.01">20408 11905 26719 0,'0'0'1184'0,"0"0"240"0,0 0-1136 0,-3 0-288 15,3 0 0-15,0 0 0 0,0 0 1296 0,0 0 208 0,0 0 32 0,0 0 16 16,0 0-208-16,0 0-64 15,0 0 0-15,0 0 0 0,0 0-432 0,0 0-80 0,0 0-32 0,35 20 0 16,-35-20-416-16,0 0-96 16,35 0-16-16,-35 0 0 0,27-4-80 0,-27 4-128 15,28-3 176-15,-28 3-176 0,0 0 0 0,35-7 0 0,-35 7 0 0,0 0 0 16,30-6-736-16,-30 6-208 0</inkml:trace>
  <inkml:trace contextRef="#ctx0" brushRef="#br0" timeOffset="100555.62">21218 11614 2751 0,'-6'0'256'16,"1"0"-256"-16,2 0 0 0,3 0 0 0,-1 0 1984 0,0 0 336 15,-3 0 80-15,-3 0 16 0,1 0 912 0,-2-2 192 0,2 2 48 0,1 0 0 32,1 0-912-32,1 0-176 0,0 2-48 0,3-2 0 15,-4 5-1040-15,1-2-224 0,3-3-32 0,0 0-16 0,-10 15-672 0,10-15-144 16,-8 20-32-16,8-20 0 0,-9 26 16 0,9-26 0 0,-9 36 0 0,9-36 0 0,-9 47-160 0,6-22-128 31,0 0 192-31,3-25-192 0,-3 42 304 0,3-42-48 16,4 36-16-16,-4-36 0 0,0 0-240 0,18 34 128 15,-18-34-128-15,0 0 0 0,34 6 144 0,-34-6-144 16,30-11 128-16,-14 1-128 0,1 1 160 0,-2-5-160 16,0-1 192-16,0-1-192 0,0-1 144 0,-1-2-144 15,-2-1 0-15,-1 0 144 0,-2 1-144 0,-1 0 160 16,-3 1-160-16,-2 0 160 0,-2 2-160 0,-3-1 0 0,-2 3 0 0,-2 1 0 15,-2 2 0-15,-3 1 0 0,-1 4 0 16,-1 1 0-16,-1 2 0 0,1 4 0 0,-1 3 0 0,0 3 0 31,1 1-512-31,3 3 32 0,1-1 0 0,4 1-11488 0,5-11-2288 16</inkml:trace>
  <inkml:trace contextRef="#ctx0" brushRef="#br0" timeOffset="100985.41">21509 11757 25791 0,'0'0'2304'0,"0"0"-1856"0,0 0-448 0,0 0 0 16,0 0 2304-16,0 0 384 0,0 0 64 0,0 0 0 0,17 37-1056 0,-17-37-224 15,0 0-32-15,0 0-16 16,29 34-1040-16,-29-34-192 0,0 0-64 0,0 0 0 0,0 0-128 0,30 16-272 16</inkml:trace>
  <inkml:trace contextRef="#ctx0" brushRef="#br0" timeOffset="101502.99">21839 11626 20271 0,'-1'-2'1792'0,"1"-2"-1424"0,0 1-368 0,0 1 0 15,0 1 1872-15,0 1 304 16,0 0 64-16,-1 0 16 0,1 0 528 0,-1-2 96 0,-1 4 32 0,-2-1 0 16,0 4-1952-16,-2 1-400 0,0 5-80 0,-3 2-16 0,1 4-304 0,-2 4-160 15,1 3 160-15,-1 0-160 0,2 2 0 0,0-2 0 16,1 1 0-16,1-3 0 0,6-22 0 15,-3 37 0-15,3-37 0 0,0 0 0 16,11 34 0-16,-11-34 0 0,0 0 0 0,0 0 0 16,39 0-176-16,-24-10-80 0,0-2 0 0,3-2-16 31,0 0-592-31,-1-3-112 0,1-2-32 0,-2-2 0 0,-1 2-160 0,-2 0-48 0,-2 0 0 0,-4 3 0 16,-1 1 896-16,-5 1 160 0,-3 2 160 0,-5 1-208 0,-2 3 64 15,-3 4 16-15,-4-1 0 0,-1 2 0 16,-2 3-816-16,0 1-144 0,2 3-48 0,1 1-7344 15,2-1-1472-15</inkml:trace>
  <inkml:trace contextRef="#ctx0" brushRef="#br0" timeOffset="102135.88">22215 11632 20271 0,'1'-1'896'0,"0"1"192"0,0-2-880 0,-1 2-208 16,0 0 0-16,0 0 0 16,0 0 2032-16,0 0 352 0,1-1 80 0,-1 1 16 0,0 0-560 0,0 0-128 15,0 0 0-15,0 0-16 16,0 0-1152-16,0 0-240 0,2-2-32 0,-2 2-16 15,-1 0-32-15,0-2-16 0,0 2 0 0,-1-2 0 0,0 0 80 0,0 1 16 0,0-1 0 16,-1 2 0-16,1-2 0 0,-1 2 0 0,0 0 0 0,0 2 0 16,0 0-208-16,-1-1-48 15,1 3 0-15,-1-2 0 0,0 3-128 0,0 0 0 16,-2 2 144-16,-1 2-144 0,7-9 0 0,-13 22 0 0,6-6 0 0,-1 6 0 16,-1-1 0-16,1 1 0 15,1 3 0-15,0-2 0 0,7-23 0 0,-7 44 0 0,7-44 0 0,-2 35 0 16,2-35 0-16,0 0 0 0,8 36 0 0,-8-36 0 15,0 0 0-15,0 0 0 0,0 0 0 0,34 14 0 16,-34-14 0-16,17-9 128 0,-8 2-128 0,3-5 0 16,-2 1 144-16,-1-2-144 0,1-1 192 0,0-2-192 15,-2 3 128-15,-1-5-128 0,-1 1 0 16,-2 0 0-16,-2-2 0 0,-2 3 0 0,-2 2 0 0,-3 0 0 16,-2 4 0-16,-3 0 0 0,-1 3 0 0,-3 0 0 15,1 7 0-15,-2 0 0 0,0 2 0 0,-1 3 0 0,0 2 0 0,3 0 0 16,2 0-144-16,3-1 144 31,0 0-896-31,8-6-112 0</inkml:trace>
  <inkml:trace contextRef="#ctx0" brushRef="#br0" timeOffset="103674.89">22472 11662 5519 0,'1'-4'496'0,"-1"3"-496"0,0-1 0 0,0 2 0 0,0 0 1024 0,0 0 96 16,1-3 32-16,-1 1 0 0,1-2 560 0,0 1 112 16,-1 0 32-16,0 1 0 0,0 1 496 0,0 0 96 15,0-1 32-15,0 2 0 0,0 0-208 0,0 0-32 16,0 0-16-16,0 0 0 0,0 0-528 0,-4 2-96 16,4-2-32-16,0 0 0 0,0 0-832 0,-6 5-160 0,6-5-48 0,0 0 0 15,-10 11-320-15,10-11-64 16,-9 11-16-16,9-11 0 0,-12 20-128 0,12-20 0 15,-14 29 0-15,14-29 128 0,-14 40-128 0,7-18 0 16,1 1 0-16,6-23 0 0,-9 43 0 0,9-43 0 0,-2 33 0 0,2-33 0 16,0 0 0-16,0 0 0 15,16 33 0-15,-16-33 0 0,0 0 0 0,26-1 0 16,-26 1 0-16,23-15 0 0,-9 4 0 0,-2-2 0 16,1 1 0-16,-2-1 0 0,-2 1 0 0,1-1 0 0,-3-1 0 15,0-2-176-15,-2 3 176 0,-1-3 0 0,-2 4-144 16,-3-2 144-16,-1 2 0 0,-3 2 0 0,-3 1 0 0,-1-1 0 15,-2 3 0-15,-2 0 0 0,1 3 0 0,-1 2 0 16,0 1 0-16,0 1-144 0,0 0 144 0,3 0-160 16,3 0-720-1,0 1-144-15</inkml:trace>
  <inkml:trace contextRef="#ctx0" brushRef="#br0" timeOffset="104461.01">22784 11565 8287 0,'0'0'736'0,"0"0"-592"0,0 0-144 0,0 0 0 15,0 0 1536-15,0 0 288 0,0 0 48 0,0 0 16 16,0 0 1168-16,0 0 224 0,0 0 48 0,0 0 16 15,0 0-688-15,0 0-144 0,0 0-16 0,0 0-16 0,0 0-1280 0,0 0-256 16,0 0-48-16,0 0-16 0,0 0-432 0,0 0-64 16,-5 2-32-16,5-2 0 0,0 0-176 0,0 0-48 15,0 0 0-15,0 0 0 0,0 0-128 0,0 0 128 16,0 0-128-16,-5 3 128 0,5-3-128 0,0 0 128 16,0 0-128-16,0 0 128 0,0 0-128 0,0 0 128 15,0 0-128-15,-9 11 128 0,9-11-128 0,0 0 0 16,0 0 0-16,0 0 0 0,0 0 0 0,0 0 0 0,-9 12 128 0,9-12-128 15,0 0 0-15,-8 7 0 0,8-7 0 16,-10 10 0-16,10-10 0 0,-12 12 0 16,5-3 0-16,-1 0 0 0,0 3 0 0,0 0 0 15,-1 2 0-15,0 3 0 0,0 1 0 0,-1 0 0 0,0 3 0 0,2-2 0 16,0 1 0-16,-1 0 0 0,9-20 0 16,-12 36 0-16,12-36 0 0,-7 28 0 0,7-28 0 0,0 0 0 15,0 0 0-15,3 33 0 0,-3-33 0 16,0 0 0-16,0 0 0 0,0 0 0 0,37 5 0 0,-37-5 0 15,26-9 0-15,-11 1 0 0,-15 8 0 0,33-13 0 0,-17 8 160 16,-16 5-160-16,30-12 192 0,-30 12-192 0,28-9 224 0,-28 9-64 16,22-3-16-16,-22 3 0 0,0 0-144 0,26 0 0 15,-26 0 0-15,0 0 0 0,0 0 0 0,0 0 0 16,0 0 0-16,0 0-12672 16,0 0-2480-16</inkml:trace>
  <inkml:trace contextRef="#ctx0" brushRef="#br0" timeOffset="104961">22798 11701 9215 0,'0'0'816'0,"0"0"-656"0,0-3-160 0,0 3 0 16,0 0 992-16,0 0 160 0,0 0 48 0,0 0 0 15,0 0 176-15,0 0 32 0,0 0 16 0,0 0 0 16,0 0 944-16,0 0 192 0,0 0 48 0,0 0 0 0,0 0-192 0,0 0-48 16,0 0 0-16,0 0 0 15,0 0-992-15,-7 26-208 0,7-26-32 0,0 0-16 0,0 0-624 0,-11 18-128 0,11-18-32 0,0 0 0 16,-12 22-144-16,12-22-48 15,-10 24 0-15,10-24 0 16,-12 30-144-16,12-30 0 0,-14 38 0 0,14-38 128 0,-15 41-128 0,8-20 0 16,7-21 0-16,-14 39 0 15,14-39 0-15,-11 35 0 0,11-35 0 0,-5 30 0 0,5-30 0 16,0 0 0-16,-1 31 0 0,1-31-12608 0,0 0-2464 0</inkml:trace>
  <inkml:trace contextRef="#ctx0" brushRef="#br0" timeOffset="105534.16">23042 11757 22111 0,'0'0'1968'0,"0"0"-1584"0,0 0-384 0,0 0 0 15,0 0 1760-15,0 0 272 0,0 0 48 0,0 0 16 16,25-3-160-16,-25 3-16 0,21-9-16 0,-10 2 0 16,0-3-1008-16,0 1-192 0,0-3-32 0,-1 0-16 15,0 0-320-15,-1-2-64 0,0-2-16 0,-1 1 0 16,-1 1-96-16,-1-3-32 0,-1 1 0 0,-3-1 0 15,0 1-128-15,-2 0 0 0,-1 1 0 0,-2 0 0 0,-1 1 0 16,-2 2 0-16,1 1 0 0,-3 4 0 16,1 0 0-16,-2 4 0 0,-2 5 144 0,0 1-144 0,0 4 0 0,0 2-288 15,1 3 48-15,-1 0 16 0,1 2 64 0,0 3 16 16,2-1 0-16,-1 1 0 0,9-17 144 0,-12 31 0 16,12-31 0-16,-6 29 0 0,6-29 0 0,0 0 0 15,6 37 0-15,-6-37 0 0,0 0 0 0,0 0 0 16,0 0 0-16,34 20 0 0,-34-20 128 0,0 0-128 0,25-6 160 0,-25 6-160 15,16-8 128-15,-16 8-128 0,14-10 0 0,-14 10 144 16,11-10-144-16,-11 10 0 0,9-10 0 0,-9 10 128 16,5-6-128-16,-5 6 0 0,0 0 144 0,0 0-144 15,0 0 160-15,0 0-32 0,0 0-128 0,0 0 192 16,-12 18 0-16,12-18-16 0,-9 22 0 0,9-22 0 16,-9 27-48-16,9-27 0 15,-11 37 0-15,5-15 0 0,0 1-128 0,-1 3 160 0,0-2-160 0,0 1 160 16,1-1 16-16,6-24 0 0,-9 43 0 15,9-43 0-15,-6 33-176 0,6-33 0 0,-3 27 0 0,3-27 128 16,0 0-448-16,0 0-80 16</inkml:trace>
  <inkml:trace contextRef="#ctx0" brushRef="#br0" timeOffset="106156.71">23416 11620 24879 0,'0'0'1088'0,"0"-3"256"0,0 3-1088 16,0 0-256-16,2-3 0 0,-2 3 0 0,0 0 1616 0,0 0 272 15,0 0 48-15,0 0 16 0,6-6-320 0,-6 6-64 16,0 0-16-16,0 0 0 0,0 0-608 0,2-3-128 16,-2 3-32-16,0 0 0 15,0 0-512-15,0 0-96 0,-11 10-32 0,11-10 0 0,-8 13-144 0,8-13 0 16,-11 17 144-16,11-17-144 0,-12 21 224 0,12-21-32 15,-10 24 0-15,10-24 0 0,0 0 16 0,-7 26 0 0,7-26 0 0,0 0 0 16,0 0-208-16,0 0 0 0,0 0 0 0,20 31 0 16,-20-31 0-16,0 0 128 15,0 0-128-15,31 7 0 0,-31-7 0 0,0 0 0 16,0 0 0-16,35 19 0 0,-35-19 0 0,0 0 0 16,0 0 0-16,22 34 0 0,-22-34 0 0,0 0 0 0,2 33 0 15,-2-33 0-15,-7 21 0 0,7-21 0 16,-12 21 0-16,12-21 0 0,-16 20 0 0,16-20 0 15,-17 16 0-15,6-8 0 0,2 0 0 0,-2-2 0 0,0 0 0 0,0 2 0 0,0-4 0 0,1 1 0 16,1 0 0-16,2-3 0 0,-1 0 0 0,8-2 0 16,-10 3 0-16,10-3 0 0,-6-3 0 0,6 3 0 15,-4-6 0-15,4 0 0 0,-1 0 0 0,1-2 0 16,1-1 0-16,1-3 0 16,0-2-176-16,1 2 176 0,0-2-160 0,1-1 160 15,-1 3 0-15,1 1 0 0,1 2 0 0,-1 1 0 16,-1 1 0-16,-3 7 0 0,9-9 0 0,-9 9 0 15,8-8 0-15,-8 8 0 0,12-9 160 0,-12 9-160 16,15-11 128-16,-7 5-128 0,2-1 0 0,1-2 128 0,2-3-128 0,2 0 0 16,0-2 0-16,1-2 0 15,0 1 0-15,-1-1 0 0,1 1 0 0,-1-1 0 0,-1-1 0 0,-3 1 0 0,-1 1 0 0,-3 1 0 16,-3 2 0-16,-3 0 0 0,-3 5 0 0,-4 0 0 0,-3 2 0 16,-3 3 0-16,-3 0 0 0,-4 4 0 0,-1-1 0 0,-1 3 0 15,0 0 0-15,1 1 0 16,2 0 0-16,1-1 0 15,2 2 0-15,3-3 0 0,1 0 0 0,3-2 0 16,2 1 0-16,1-4-12656 16,5 2-2464-16</inkml:trace>
  <inkml:trace contextRef="#ctx0" brushRef="#br0" timeOffset="106657.75">23700 11598 28559 0,'0'0'1264'0,"1"-5"272"0,-1 5-1232 0,0 0-304 0,0 0 0 0,0 0 0 16,0 0 0-16,11-7 0 0,-11 7 0 0,0 0 0 0,20-5 144 0,-20 5 128 15,17-5 32-15,-17 5 0 0,0 0 1184 0,26 1 240 16,-26-1 64-16,0 0 0 16,30 9-896-16,-30-9-160 0,0 0-32 0,29 19-16 0,-29-19-128 0,0 0-32 15,0 0 0-15,26 35 0 0,-26-35-128 16,0 0-16-16,8 31-16 0,-8-31 0 0,0 0-240 0,-8 33-128 0,8-33 128 0,-17 26-128 15,6-11 0-15,-2-3 128 0,-1 2-128 16,-1 0 0-16,2-2 128 0,-2-2-128 0,-2 2 128 16,1-1-128-16,2 0 144 0,0-3-144 15,14-8 192-15,-17 12-192 0,17-12 192 0,0 0-64 0,0 0 0 0,0 0-128 16,0 0 224-16,0 0-64 0,0 0-16 0,0 0 0 16,27 3 64-16,-27-3 16 0,33-5 0 15,-33 5 0-15,42-5 16 0,-17 3 0 16,2-1 0-16,0 1 0 0,-1 0-96 0,-1 1-16 0,0-2 0 15,-1 2 0-15,0-2-128 0,-1-1 0 0,-3 0 144 16,0-1-20448-16</inkml:trace>
</inkml:ink>
</file>

<file path=ppt/ink/ink10.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6T09:27:04.725"/>
    </inkml:context>
    <inkml:brush xml:id="br0">
      <inkml:brushProperty name="width" value="0.05292" units="cm"/>
      <inkml:brushProperty name="height" value="0.05292" units="cm"/>
    </inkml:brush>
  </inkml:definitions>
  <inkml:trace contextRef="#ctx0" brushRef="#br0">5267 3944 16575 0,'2'-2'1472'0,"-2"0"-1168"0,0 0-304 0,0 2 0 16,0 0 704-16,0-1 96 0,0 1 16 0,0-2 0 15,1-1 672-15,-1 1 144 0,0 0 32 0,0 2 0 16,0-2-736-16,1 2-144 0,0 0-16 0,0 0-16 0,1 0-416 16,0-2-80-16,0 2 0 0,0 0-16 0,-1-1 208 15,0 1 64-15,1 0 0 0,-1 0 0 16,-1 1-288-16,0 1-48 0,0 2-16 0,-1 3 0 15,0 3 48-15,-1 2 16 0,-2 7 0 0,0-1 0 0,0 2-64 16,-1 1-16-16,-1 2 0 0,1 1 0 16,-1-1-144-16,1 0 0 0,-1-4 0 0,1 4 128 0,0 1-128 0,0 0 0 15,1-3 0-15,0 0 0 0,2-2 0 16,1-2 0-16,1-1 0 0,2-4 0 0,0-1 0 0,-2-11 0 16,0 0 0-16,0 0 0 0,0 0 0 0,0 0 0 0,29 29 0 0,-29-29 0 15,0 0 0-15,0 0 192 0,0 0-192 0,0 0 192 16,43 8-16-16,-43-8 0 0,0 0 0 0,0 0 0 15,32-5-48-15,-25 2 0 0,1-1 0 0,0-1 0 16,-1-1-128-16,0 0 0 0,-2 1 0 0,0-1 0 16,0 0-1360-16,-3 2-208 0</inkml:trace>
  <inkml:trace contextRef="#ctx0" brushRef="#br0" timeOffset="300.2">5181 4186 11967 0,'-6'-6'1072'0,"2"3"-864"16,1 0-208-16,2 1 0 0,2 2 1888 0,-1-1 336 15,-1 1 64-15,1 0 16 0,-1-1 304 0,0 1 64 16,1-2 16-16,-1 1 0 0,2 1-1280 0,0 0-240 16,1 3-48-16,-1-3-16 0,2 1-848 0,0 0-256 15,1-1 128-15,0 2-128 16,1-2 384-16,1 0 16 0,1-2 0 0,0 1 0 0,3 0 256 0,-1-4 48 15,0 2 16-15,1 0 0 16,1 0-272-16,-1-2-48 0,2 2-16 0,0-1 0 0,0 1-256 0,-1 1-128 16,-1-1 128-16,0 1-128 0,-1 2 0 0,-9 0 0 15,0 0 128-15,0 0-128 0,0 0 0 0,38 0 0 0,-33 2 0 16,1-2 0-16,0 1 0 0,-3-1-176 0,1 2 176 0,-1-2-17648 16</inkml:trace>
  <inkml:trace contextRef="#ctx0" brushRef="#br0" timeOffset="632.4">5653 3940 4607 0,'-2'-5'400'0,"1"2"-400"15,1 0 0-15,0 2 0 16,0-1 3456-16,0 2 592 0,-1-2 128 0,1 1 32 0,-1-1-1968 0,0-1-400 16,0 1-80-16,0 2-16 0,-1-2-528 0,1 4-128 0,0 1 0 0,0 4-16 15,-1-1-592-15,1 6-112 0,-1 3-32 0,0 4 0 31,0 3 144-31,0 3 32 0,0 1 0 0,-2 3 0 0,-1 2-288 0,1 4-48 16,-3 3-16-16,2 1 0 0,-1 0-160 16,0-1 160-16,2 0-160 0,1-7 160 0,1-5-160 0,2-5 0 0</inkml:trace>
  <inkml:trace contextRef="#ctx0" brushRef="#br0" timeOffset="1081.64">4833 3847 12895 0,'0'-5'1152'0,"-1"2"-928"16,1 2-224-16,-1 1 0 0,1 1 1408 0,0 0 224 16,-1 1 48-16,0-1 16 0,0 3 768 15,-1 3 160-15,0 7 16 0,1 3 16 0,0 7-992 0,-1 5-208 16,-1 3-48-16,-1 4 0 0,1 1-672 0,-3 0-144 16,2-9-16-16,-1 8-16 0,-2 5-368 0,-1 0-192 15,0 2 192-15,1-2-192 0,0-6 0 0,0-2 0 16,3-2 0-16,2-5-10656 15,0-2-2080-15</inkml:trace>
  <inkml:trace contextRef="#ctx0" brushRef="#br0" timeOffset="2072.04">5982 4095 10127 0,'-1'0'896'0,"-1"0"-704"16,1 1-192-16,1-1 0 0,-1 0 1168 0,1 0 208 15,-1 0 32-15,-1 0 16 0,1 2 368 0,-1-2 80 16,0 0 16-16,1 0 0 0,0 1-224 0,1-1-64 0,1-1 0 0,0 1 0 16,0 0-224-16,1-2-48 15,0 1-16-15,0 0 0 0,2-1-272 0,-1 2-48 16,0 0-16-16,1-2 0 0,1 1-336 0,1 1-80 0,1 0-16 15,-7 0 0-15,0 0-224 0,0 0-32 16,36-3-16-16,-36 3 0 0,0 0-128 0,39-4-16 0,-39 4-128 0,29-5 192 16,-29 5-192-16,28-5 0 0,-28 5 128 0,0 0-128 15,36-4 0-15,-36 4 0 0,0 0 0 0,0 0 0 16,0 0 0-16,36 0 0 0,-32 0-128 0,-1 1 128 16,0 0-288-16,-2 1 0 0,0 1 0 0,-1-1 0 15,0 1-1952 1,-1-1-400-16</inkml:trace>
  <inkml:trace contextRef="#ctx0" brushRef="#br0" timeOffset="2383.34">6031 4175 7359 0,'-2'0'320'0,"0"0"80"0,0 0-400 0,1 0 0 0,1 0 0 0,-1 2 0 16,1-2 1472-16,-1 0 192 0,-1 0 64 0,-1 2 0 16,2-1 400-16,-2 1 96 0,1 0 16 0,1-2 0 15,0 2-688-15,1 0-128 0,1-1-16 0,0 1-16 16,1-2-176-16,1 0-48 16,1 0 0-16,0 0 0 0,2 0 80 0,1-3 16 15,3 1 0-15,0 0 0 0,1 0-368 0,0-1-64 0,-11 3 0 0,0 0-16 16,36-7-496-16,-25 6-112 0,0 0-16 0,-11 1 0 15,0 0-192-15,0 0 0 0,35-3 0 16,-35 3 0-16,0 0-192 0,0 0-16 0,0 0-16 0</inkml:trace>
  <inkml:trace contextRef="#ctx0" brushRef="#br0" timeOffset="6408.89">7001 3556 2751 0,'-2'-3'256'0,"1"-1"-256"0,1 1 0 0,0 2 0 16,1 0 2208-16,-1 1 400 0,0-2 80 0,1-1 0 0,0 0-432 0,-1 0-80 16,1-2-32-16,0-1 0 15,-1 2-240-15,0 1-48 0,0 1-16 0,0-1 0 0,0 1 256 0,0 2 48 0,0 0 16 0,-1 0 0 16,0 3-1968-16,0 1-400 15,-1 3-80-15,0 3-16 0,1 6 528 0,-1 4 96 16,0 3 32-16,-2 3 0 16,0 1-112-16,0 3-32 0,-2 4 0 0,1 4 0 15,-2 4-208-15,0 1 144 0,0 2-144 0,2-5 128 0,0-2-128 0,2-5 0 16,1-7 0-16,1-7-10672 0,2-2-2000 16</inkml:trace>
  <inkml:trace contextRef="#ctx0" brushRef="#br0" timeOffset="7353.25">7285 3836 13823 0,'0'0'1216'0,"0"-2"-960"15,0 2-256-15,0-1 0 0,0 1 1216 0,0 0 208 16,1-2 48-16,-1 1 0 0,1-1 928 0,0 0 192 15,0 0 32-15,-1 0 16 0,2 1-1136 0,-1-1-224 16,1-1-64-16,-1 0 0 0,1 2-688 0,-1-2-144 16,1-1-16-16,0 1-16 0,-1-1-176 0,0-1-48 15,1 0 0-15,-2 1 0 0,0-1-128 0,0 1 0 16,0-1 144-16,-1-1-144 0,-1 2 0 0,1-3 0 0,-1 2 0 0,-1 0 0 16,0 0 0-16,-1 1 0 15,1-2 0-15,-3 3 0 0,1 0 0 0,0 1 0 16,-1 1 0-16,-1 1 0 0,0 1 0 0,1 1 0 0,-1 2 192 0,0-1-64 15,0 2 16-15,-1 1 16 0,-1 0 0 0,0 3 0 16,-2-1-160-16,3-1 0 0,2-1 0 0,0 1 0 16,0-2 0-16,1 2 0 0,1 0 0 0,1 0 0 15,-1 0 0-15,0 3 0 0,0 0 0 0,1 1 0 16,-1 1 0-16,1 0 0 0,0 2 0 0,0 1 128 0,1-1-128 16,0 2 0-16,1-1 144 0,2 1-144 15,0-4 0-15,1 0 0 0,-2-12 0 0,0 0 0 0,0 0 0 0,0 0 0 16,0 0 0-16,0 0 0 15,44 11 0-15,-34-19 0 0,2 0 0 0,-1-2 0 16,1-2 0-16,-1 1 192 0,-1-1-32 0,1 0-16 16,0 0-144-16,1-2 128 0,-1-2-128 0,-2 1 128 0,1 1-128 15,-2 0 0-15,0 0 0 0,0-5 0 16,1 0 0-16,-1-4-176 0,-1 0 16 0,0-3 0 16,-1 0-304-16,-1-2-64 0,0 0-16 0,-2 2 0 15,0 4 32-15,-2 6 0 0,0 1 0 0,-1 4 0 16,0 3 512-16,-1 1-128 0,0 2 128 0,-1 3 0 0,1 0 304 0,-1-1 112 15,1 4 32-15,-1 1 0 0,0-1 144 0,0 0 48 0,1 1 0 0,-1 1 0 16,0 0-240-16,1 1-32 0,0-3-16 0,1 2 0 16,-1 0-160-16,1 2-48 0,0-1 0 0,0 4 0 15,0-1-144-15,1 4 160 0,0 4-160 0,0 2 160 16,0 1-160-16,0 4 160 16,-1-4-160-16,0 4 160 0,-1 2-160 0,0 2 128 0,0 0-128 0,-1 0 128 15,1 0-128-15,-1 0 0 0,0 3 0 16,0-3 0-16,2-3 0 0,1-3 0 0,0-2-192 15,1-6 192-15,-2-12-2000 16,0 0-288-16,0 0-48 0,0 0-12384 0</inkml:trace>
  <inkml:trace contextRef="#ctx0" brushRef="#br0" timeOffset="7809.5">7231 3349 8287 0,'-4'-2'736'0,"1"-1"-592"16,0 1-144-16,1 2 0 0,1 0 1152 0,0-1 208 15,0 1 48-15,0 0 0 0,-2-1 1264 0,1 1 256 0,-2 0 48 0,1-2 16 16,1 2-880-16,1 0-192 15,0 0-16-15,1 0-16 0,0 0-1008 0,1 0-208 0,2-2-32 16,2 1-16-16,1 1 144 0,4-2 16 16,0-1 16-16,2 1 0 0,-1 0-16 0,3-1 0 0,-14 3 0 0,33-5 0 15,-33 5-576-15,36-4-208 0,-36 4 144 0,42-5-144 16,-42 5 0-16,42 0 0 0,-42 0 0 0,44 3 0 16,-44-3-976-1,46 9-128-15,-46-9-32 0,39 14-15040 0</inkml:trace>
  <inkml:trace contextRef="#ctx0" brushRef="#br0" timeOffset="8786.07">7663 3737 3679 0,'-3'-1'320'0,"2"1"-320"0,0-2 0 0,0 2 0 16,0 0 1952-16,1 0 320 0,-1 0 64 0,0 0 16 15,0 0 112-15,0-2 32 0,-1 2 0 0,1-1 0 0,1 1-528 0,0 0-112 16,0 0 0-16,0-2-16 16,1 2-688-16,0-1-128 0,1 1-16 0,0-1-16 15,2 2-80-15,-1-1-16 0,2-1 0 0,0 1 0 0,0-1-256 16,2 1-64-16,1-1-16 0,1 0 0 0,1-1-176 15,-10 2-16-15,0 0-16 0,37-8 0 0,-37 8-80 0,30-6-16 16,-30 6 0-16,0 0 0 0,36-8-112 0,-36 8-16 16,28-4-128-16,-28 4 192 0,0 0-192 0,37-3 0 15,-37 3 128-15,0 0-128 0,0 0 0 0,37 3 0 16,-32-1 0-16,-3 0-11648 16,-2 1-2288-16</inkml:trace>
  <inkml:trace contextRef="#ctx0" brushRef="#br0" timeOffset="16467.03">8437 3612 9215 0,'1'-2'816'0,"0"0"-656"0,-1 0-160 0,0 2 0 0,0 0 1008 0,0-2 160 15,0 1 48-15,0-4 0 16,0 3 640-16,-1-3 128 0,-1 1 16 0,0 1 16 15,0 1-288-15,-1 2-64 0,1-2-16 0,0 1 0 0,-1 1-304 0,0 0-64 16,0 1-16-16,0 1 0 16,-1-1-432-16,0 2-96 0,0 0-16 0,0 2 0 15,-1-1-432-15,0 2-96 0,-1 2 0 0,0 0-16 0,1 1-32 0,-2 0 0 0,2 1 0 0,-2 4 0 16,1 0-16-16,-1 1-128 16,1-1 192-16,0 1-64 15,3 1-128-15,1-4 0 0,1-2 0 0,2 1 0 16,1-4 0-16,0 0 0 0,-2-7 0 0,0 0 0 0,0 0 0 0,0 0 0 15,40 9 0-15,-27-13 0 0,1-1 0 16,1-3 0-16,-1-1 0 0,0 0 0 0,0 0 0 16,0-3 128-16,0 0-128 0,0-1 192 0,-1 0-192 15,0 0 0-15,-2 0 0 0,-1-1 128 0,-1 0-128 0,-2 0 0 16,0 1 0-16,-3-1 0 0,-2 2 0 0,-2 0 0 0,-3 1 128 16,-2 1-128-16,0 5 0 0,-2-2 0 0,-2 3 0 0,-2 2 0 15,-3 4 0-15,-2 0 0 0,-1 3 0 16,1 2 0-16,0 2-304 0,3-2-144 15,2 3-16-15,2-3-9936 16,3 1-1984-16</inkml:trace>
  <inkml:trace contextRef="#ctx0" brushRef="#br0" timeOffset="17201.47">8849 3417 10127 0,'0'-3'896'16,"0"0"-704"-16,1 1-192 0,-1 1 0 15,0 1 832-15,0 0 128 0,0-2 16 0,0 0 16 0,0-3 1152 0,0 0 224 16,0 1 64-16,0 1 0 16,1 1-448-16,-1-1-96 0,0 1-16 0,0 2 0 0,0-1-544 0,0 0-112 15,0 1-32-15,0 0 0 16,1 0-384-16,-1 0-80 0,1 0-16 0,-1 1 0 15,0 0-304-15,0 4-64 0,0 0-16 0,0 2 0 0,0 2 48 0,-1 2 0 16,0 3 0-16,-1 4 0 16,1 2-192-16,-1 5-48 0,-1 3 0 0,0 3 0 0,-1 5-128 15,1 0 192-15,0 1-192 0,-1-1 192 0,0-5-192 0,2 0 0 16,-1-1 0-16,2-1 0 0,0-1 0 0,0-2-272 16,2-2 64-16,0-2-17072 0</inkml:trace>
  <inkml:trace contextRef="#ctx0" brushRef="#br0" timeOffset="43577.53">6511 4295 5519 0,'-1'-2'496'0,"1"0"-496"0,0 1 0 0,0-1 0 0,0 2 704 15,0-1 32-15,0 0 16 0,0-1 0 0,0 0 768 0,1-1 144 16,0 1 48-16,0 1 0 0,1-1-576 0,-1 2-112 0,1 0-32 15,1 0 0-15,-1 0-432 16,2 2-96-16,0-1-16 0,1 3 0 16,2-3-192-16,-1 1-32 0,3 0-16 0,-1-1 0 0,2 0-16 0,1-1-16 15,2-1 0-15,1 0 0 0,-1 1 336 0,2-4 80 16,1 1 16-16,0 0 0 0,1-1 160 0,1-1 16 0,2 0 16 0,1-1 0 0,-2 2 16 16,2 1 0-1,1 0 0-15,2 0 0 0,0-1-64 0,-1 3-16 16,0-1 0-16,2 0 0 0,1 0-288 0,-1 1-48 15,-25 1-16-15,52 0 0 0,-24 0-80 0,2 0-32 16,2 0 0-16,2-2 0 0,-2 2-96 0,3 0-32 16,2-2 0-16,1-1 0 0,0-1-144 0,0-1 0 15,-1 0 0-15,1-2 128 0,4 1-128 0,0 0 128 0,-6 1-128 16,4-1 128-16,3 0 0 0,1 0 0 0,2 0 0 0,0 0 0 16,2-1 80-16,0 4 16 0,1-1 0 0,-2 3 0 15,-2-1-32-15,0-1-16 0,3 3 0 0,3 0 0 16,-1 3-176-16,1 0 0 0,-4 1 0 0,2 1 128 15,1 0-128-15,0-1 0 0,-2 1 0 0,2 0 0 16,2 0 0-16,1 0 0 0,4-1 0 0,-1-2 0 16,-2-2 0-16,0 0 0 0,0-2 0 0,1-2 0 0,3 1 176 0,-1-3-48 15,2 0-128-15,-2-3 192 0,0 1 80 16,0 1 16-16,-2-1 0 0,1 2 0 0,-2 0-144 16,-3 1-16-16,-4 0-128 0,-6 2 192 0,-6 2-192 15,-3 1 0-15,-1 3 0 0,-31-3-17248 16</inkml:trace>
  <inkml:trace contextRef="#ctx0" brushRef="#br0" timeOffset="45469.38">6918 4538 12895 0,'-1'-1'1152'15,"0"1"-928"-15,1-2-224 0,0 2 0 0,1-2 1376 16,0 1 224-16,0-1 64 0,0 0 0 0,3-1 112 0,1-2 16 16,0 1 16-16,2 0 0 0,-1 3-800 0,3-1-176 15,-1 0-16-15,1 2-16 0,0 2-400 0,3 0-80 16,-12-2 0-16,0 0-16 0,37 5-176 0,-37-5-128 15,0 0 144-15,44 5-144 0,-44-5 0 0,0 0 0 16,49 4 0-16,-49-4 0 0,47 0 0 0,-19-2 128 16,2-1-128-16,1 1 0 0,0 0 128 0,-1-3 0 15,-3 1-128-15,-1 1 192 0,3 1 288 0,1-3 48 16,3 3 16-16,1-1 0 0,1 2 64 0,1 0 16 0,2-1 0 0,0-1 0 16,2 0-96-16,-1-1-16 0,-2-1 0 0,3 0 0 15,4 1-192-15,1-1-32 0,3 2-16 0,-2-3 0 16,-2 1-272-16,0-4 160 0,-1 1-160 0,0-2 128 15,3 2-128-15,0 0 0 0,2 3 144 0,0-3-144 16,-2-1 144-16,-1 0-144 0,-1 1 192 0,-2-1-192 16,-2 1 240-16,-1 2-64 0,-1 0-16 0,0 0 0 15,0 3-32-15,-2-2 0 0,-2 4 0 0,-2-3 0 16,-4 3 0-16,-2-1 0 0,0 2 0 0,-1-2 0 16,-25 2-128-16,45 0 0 0,-45 0 0 0,43 0 0 0,-43 0 0 0,39-3 0 15,-39 3 0-15,38-4 0 16,-38 4-432-1,33-3-16-15,-33 3 0 0,29-1 0 0,-16 0-1792 0,-1 1-352 0,-2-2-80 16,-1 2-11376-16</inkml:trace>
  <inkml:trace contextRef="#ctx0" brushRef="#br0" timeOffset="46410.98">6868 4587 4607 0,'2'-3'400'0,"-1"0"-400"16,0 2 0-16,-1-1 0 16,0 2 1088-16,0 0 128 0,1-3 16 0,1 1 16 0,-1-3 848 0,1 3 160 0,0-3 48 0,-1 2 0 15,1 1-64-15,-1 0-16 0,1 0 0 16,-1 2 0-16,2-3-576 0,-1 3-112 0,-1-2-32 0,1 1 0 15,-1 1-928-15,2 0-192 16,-1-2-48-16,0 2 0 0,-1 0-336 0,1-1 0 16,-2 1 0-16,2-1 0 0,-1 1 0 0,1-2 0 15,-1 2 0-15,1 0 0 0,-1 0 0 0,0 0 0 16,0 0 0-16,0 0 0 0,0 0 0 0,-1 0 0 16,0 2 128-16,1-2-128 0,-1 0 576 0,0 0 32 15,0 1 16-15,0 0 0 0,0-1 64 0,0 0 16 16,0 2 0-16,0-2 0 0,0 1-432 0,0 1-80 15,0-1 0-15,-1 1-16 0,1 1-48 0,0 0-128 16,0 2 192-16,-1 2-64 0,0 3 32 0,0 2 0 16,2 2 0-16,-2 2 0 0,0 4-160 0,0 3 128 0,0 3-128 15,-1 1 128-15,0 1-128 0,0-1 0 0,0 1 0 16,-1 0 0-16,0 1 0 0,-1 0 0 0,1 0 0 0,0 0 0 16,0 2 0-16,0-1 0 0,1 2 0 0,0-2 0 15,1 2 0-15,-1-1 0 0,0-4 0 0,0-1 0 16,-1 0 0-16,1-2 0 0,-1 0 0 0,0 1 0 0,0-2 0 0,0-2 0 15,1-1 0-15,-1-2 0 0,0-1 0 0,0-1 0 16,1-4-144-16,0-3 144 0,1 0 0 16,-1-3 0-16,0-2 0 0,0-2 0 0,1-2 0 0,-1-2 0 15,1 0 128-15,-1-5-128 0,-1-2 240 16,1-1 0-16,0-2 0 0,0 0 0 0,0-1 16 0,-1-2 0 16,-1 0 0-16,-1-1 0 0,-1 1-256 0,-1-1 0 15,-2-3 0-15,1 2 0 0,-1 3 0 0,0 1 0 16,1 2 0-16,0 4 0 0,2 2 0 0,1 2 0 15,2 2 0-15,-1 3 0 0,0 0 0 0,0 3 0 0,0 0 0 0,0 2 0 16,-1-2 0-16,1 2 0 0,0 0 0 0,0 0 0 16,-1 1 0-16,0 1 0 0,0 0 0 0,0 1 0 15,0-1 0-15,2 1-160 0,-1-3 160 0,2 0-12016 16,1 0-2320-16</inkml:trace>
  <inkml:trace contextRef="#ctx0" brushRef="#br0" timeOffset="47694.89">7494 4901 12895 0,'0'-1'1152'16,"-2"1"-928"-16,0 0-224 0,1 0 0 0,0-2 1536 0,0 2 256 16,-1-2 48-16,-2-1 16 0,-1 0 192 0,-2-1 64 15,0-1 0-15,-1-1 0 0,0 1-1200 16,-2 0-224-16,-1 2-48 0,-2-1-16 15,-1 3-496-15,-2 1-128 0,0 1 0 0,-1 3 0 0,1-2 0 0,0 3-256 16,1 2 32-16,2-1 16 0,1 0 560 0,2 2 112 0,0-1 32 16,2 2 0-16,0-2 464 0,2-1 80 0,1 2 32 15,1-1 0-15,3-1-368 0,2 0-64 0,2 1 0 0,1-2-16 16,2 2-368-16,-6-7-64 16,0 0 0-16,0 0-16 0,42 21-176 0,-42-21 0 0,0 0 0 15,39 22 0-15,-39-22 0 0,0 0 0 0,41 31 0 0,-41-31 0 16,0 0 0-16,32 40 0 0,-32-40 0 0,0 0 0 15,23 41 0-15,-23-41-144 0,0 0 144 0,10 38 0 16,-8-27 0-16,-2 1 0 0,-1-2 0 0,-2 1 0 16,0-1 0-16,-1-3 0 0,-2 0 0 0,-2 0 0 15,-3 2 0-15,-1-1 128 0,-1-3-128 0,-2 4 0 16,-3-2 128-16,0-1-128 0,0-2 0 16,0 0 0-16,3-1 128 0,1-1-128 0,-1-2 0 0,3-2 144 15,0 0-144-15,4-1 0 0,3 0 0 0,2 0-16688 0</inkml:trace>
  <inkml:trace contextRef="#ctx0" brushRef="#br0" timeOffset="48295.91">7626 5234 7359 0,'1'0'320'0,"-1"0"80"0,1 2-400 0,-1-2 0 0,0 1 0 0,0-1 0 0,0 2 2128 0,-1-1 352 15,1 1 64-15,0 1 16 0,-1 0-256 0,0-2-64 0,0 3 0 0,0-4 0 16,0 1-1056-16,0-1-224 0,-1-1-32 0,1-1-16 0,-1-1-320 16,0-1-64-16,0 0-16 0,0-2 0 0,0 0 0 0,-1-2 0 15,-1 1 0-15,-1-2 0 16,1 1 64-16,-2-1 16 0,0 3 0 0,-2 2 0 15,1-1-256-15,-1 3-48 16,-2 1-16-16,2 1 0 0,0 3-128 0,1 2-16 16,1-1-128-16,0 2 192 0,1 1-192 0,1 0 0 15,-1 2 0-15,1 1 0 0,2 2 0 0,-1 0-160 0,1-2 160 0,1 1-128 16,1-4 128-16,1 0 0 0,1 0 0 16,0 1 0-16,1-2 0 0,0 2 0 0,1-3 0 0,0 2 0 0,0-3 0 15,1 1 0-15,0 0 0 0,-1-3 0 0,1-2 0 0,0 0 0 16,2 0 0-16,-1-4 128 15,1-1 0-15,0 0 16 0,0-2 0 0,0 0 0 16,1-3 176-16,-1 1 16 0,0-3 16 0,0 1 0 16,-2-1-208-16,1 0-144 0,-1 0 192 0,-1 0-192 15,1-4 0-15,-1 1 0 0,-1-2 0 0,0 1 0 16,0 0-224-16,-1 1-48 0,0 0-16 0,-1 1 0 16,0 3-80-16,-1 2-16 0,0 3 0 0,0 4 0 15,0-2 384-15,0 3-176 0,0 1 176 0,0 1-128 0,-1 1 128 16,0 0 144-16,1 0-16 0,-1 0-128 0,0 1 512 0,0 2-16 15,1 0 0-15,1 4 0 0,-1-2 16 0,0 2 0 16,1 3 0-16,-1 0 0 0,2 2-192 0,-1 1-48 16,-1 1 0-16,1 1 0 0,1 2-96 0,0-2-32 15,0-3 0-15,0 2 0 0,1 3-144 0,-3-19 0 16,7 36 0-16,-7-36 128 0,0 0-128 0,16 35 0 16,-16-35 0-16,0 0-17792 0</inkml:trace>
  <inkml:trace contextRef="#ctx0" brushRef="#br0" timeOffset="48783.25">7629 4682 7359 0,'-6'-9'320'0,"4"4"80"16,-1 0-400-16,1 2 0 0,1 1 0 0,1 1 0 0,-1 0 2688 0,1-1 448 16,-1 0 80-16,-1-2 32 0,1 2 288 0,0 2 64 15,2 0 16-15,-1 2 0 0,2 1-1840 0,0 2-368 16,1-1-80-16,1 2-16 0,-1 0-416 16,2 0-96-16,0 0-16 0,1-1 0 15,-6-5-464-15,0 0-80 0,0 0-32 0,0 0 0 16,43 9-208-16,-32-11 128 0,0 0-128 0,0-3 0 15,0 2 0-15,-1 1 0 0,1 0 0 0,-2 2 0 16,-1 0 0-16,-2 2 0 0,-2 1 0 0,-2 4 0 0,-2 0 0 16,-2 2-160-16,-2 1 160 0,-2-1-192 15,-1 3-400-15,-2-3-96 0,0 1-16 0,-2 2 0 16,0-4 128-16,-3 3 0 0,0-2 16 0,-1 1 0 16,1-3-384-16,3-1-80 0,2-2 0 0,2 0-16 0,1-3 608 0,1 1 128 15,2-2 32-15,1 2 0 0,1-2 880 0,1 1 176 0,1-1 48 0,2-1 0 16,1 1-256-16,3 0-32 15,1-2-16-15,0 0 0 0,3 1 112 0,0-1 32 16,2-1 0-16,0 1 0 0,1 1-368 0,0 0-80 0,3-2-16 0,0 1 0 16,-17 2-208-16,34 0 128 0,-34 0-128 15,34-3 0-15,-34 3 0 0,37 1-336 0,-37-1 48 16,40 2-16800-16</inkml:trace>
  <inkml:trace contextRef="#ctx0" brushRef="#br0" timeOffset="49198.54">8328 4653 21183 0,'0'-2'944'0,"-1"0"192"0,0 1-912 0,0-1-224 16,1 2 0-16,0 0 0 0,-1 0 1408 0,1-1 224 16,-1 0 48-16,-1-1 16 0,0 2 64 0,1 0 16 15,-1 0 0-15,1 0 0 0,0 2-976 0,0 0-192 16,-1 0-32-16,1-1-16 0,-1 2 16 0,1-1 16 15,-1 1 0-15,0 0 0 0,0 0-64 0,-1 2-16 16,2-1 0-16,-3 2 0 0,1 2-160 0,-1 2-32 16,-1 4-16-16,-1 0 0 0,0 3-160 0,-2 1-16 0,2 2-128 15,-2 2 192-15,-3 8-192 0,-1 3 128 0,-1 7-128 0,-2 7 0 16,-2 6 128-16,-2 5-128 0,0-2 0 16,1-6 144-16,2-7-144 0,-1 4 0 0,-2 4 0 0,1 1 0 15,1 1 0-15,3-5 0 0,1-6 0 0,4-6-12288 16,1-5-2464-16</inkml:trace>
  <inkml:trace contextRef="#ctx0" brushRef="#br0" timeOffset="50282.49">8472 5006 11967 0,'0'-3'1072'0,"0"2"-864"16,1-1-208-16,-1 0 0 0,0 2 1984 0,0-1 336 0,0-1 80 0,0-1 16 15,0-1 464-15,0-1 112 0,0 0 16 0,0 1 0 16,-1 1-1184-16,1-1-224 0,0 3-64 0,0 1 0 16,-1 0-784-16,0 5-176 0,0 1-16 0,0 3-16 15,-1 7-352-15,0 3-64 0,-2 7 0 0,0 1-128 16,-1 3 0-16,0 0 0 0,-1 2 0 0,2-2 0 16,0-7 0-16,0-3 0 0,2-1 0 0,0-6 0 0,1-2 0 15,2-6 0-15,0-1 0 0,0-3 0 0,-1 1 0 0,1-4 0 16,1-1 0-16,1-2 0 15,1-5 0-15,-1-3 0 0,3-2 0 0,-1 1 0 0,-1-3-128 0,1 0 128 16,-1 0 0-16,-1-1-144 0,1-1 144 0,0 0 0 16,-1-2 0-16,-1 0 0 0,0 2 0 0,0-3 0 15,0 1 0-15,-1 4 128 0,1 3 16 16,0 0 16-16,-1 2 0 0,1-2 0 0,1 2 112 0,1 0 32 16,-1 5 0-16,1 0 0 0,2 0-160 0,-1 3-16 0,2 1-128 15,-1 0 192-15,1 3-192 0,-1 0 0 0,1 1 0 16,0 3 0-16,-7-4 0 0,0 0 128 0,0 0-128 0,38 26 0 15,-38-26 0-15,0 0 0 0,29 41 0 0,-29-41 0 16,16 39 0-16,-16-39 0 0,12 48 0 0,-12-48 0 16,6 50 128-16,-6-50-128 0,3 43 0 0,-4-21 0 15,0-2 0-15,0-1 0 0,-1 0 0 16,2-2-18384-16</inkml:trace>
  <inkml:trace contextRef="#ctx0" brushRef="#br0" timeOffset="51719.68">10166 4144 3679 0,'-1'0'320'0,"0"0"-320"0,1 0 0 0,-1 0 0 15,1 0 1232-15,-1 0 176 0,0 0 48 0,-1 2 0 16,-1-2 624-16,0 0 128 0,1 0 32 0,-1 0 0 15,1 0 128-15,-1 0 16 0,2 2 16 0,0-2 0 16,0 0-400-16,1 0-80 0,0 0 0 0,1 0-16 16,1 0-896-16,1-2-176 0,1 2-48 0,0 0 0 15,4 0-336-15,1-2-64 0,1 2 0 0,1-2-16 0,3 1-160 16,1 1-16-16,3-2-16 0,0 0 0 0,-18 2-176 0,38-1 0 16,-20 1 144-16,-1 0-144 0,-17 0 0 0,36 0 0 15,-22 0 0-15,-2 0 0 0,2 0 0 0,-3 0 0 16,0 0 0-16,-3 0-128 0,0 0-48 0,-3 1 0 15,0 1 0-15,-2 0-10736 16,-2 1-2144-16</inkml:trace>
  <inkml:trace contextRef="#ctx0" brushRef="#br0" timeOffset="52002.22">10214 4338 5519 0,'-5'2'240'0,"1"-2"64"0,2 3-304 0,1-3 0 0,1 0 0 0,-1 0 0 15,1 0 2112-15,0 0 384 0,-1 2 64 0,1-2 0 16,0 0 176-16,1 0 16 0,0 0 16 0,2 0 0 16,1 0-720-16,1 0-128 0,1-2-48 0,2 2 0 15,1 0-448-15,1-2-80 0,3 1-32 0,-13 1 0 16,30-3-688-16,-14 2-144 0,1-2-32 0,1 1 0 15,0-1-288-15,2 0-160 0,0 0 160 0,0 0-160 16,-1 1 0-16,1-1 0 0,-1 2 0 0,0-2 0 16,0 0-1536-1,0-1-192-15</inkml:trace>
  <inkml:trace contextRef="#ctx0" brushRef="#br0" timeOffset="52983.57">11906 3532 12895 0,'-1'0'1152'16,"-1"0"-928"-16,1 0-224 0,0 0 0 0,1 0 1344 0,-2 1 208 0,-1-1 48 0,-1 1 16 16,-1 1-16-16,-1-1-16 0,0 1 0 0,0 1 0 15,0 1-768-15,2-1-160 0,0 1-16 0,-1 1-16 0,1 3-368 16,-1 1-80-16,2 3-16 0,-1 2 0 16,-1 2 80-16,1 1 16 0,-1 2 0 0,0 1 0 0,2-4-64 0,-3 5 0 15,1 3 0-15,1 0 0 16,0-1-32-16,2-3-16 0,2-2 0 0,0-18 0 0,0 0-144 0,0 0 0 15,0 0 0-15,28 35 0 16,-18-37 208-16,2-3 16 0,2-3 0 0,0-3 0 0,1-3 384 0,1 0 80 16,0-5 16-16,0 0 0 0,-3 2-432 0,0-2-80 15,0-1 0-15,-2 0-16 0,-1 1-176 0,-1-2 0 16,-2-1 0-16,-2 1 128 0,-3 0-128 0,-2 2 0 16,-2 0 0-16,-3 0 0 0,0 0 0 0,-2 5 0 0,1 0 0 15,-2 5 0-15,1 3 0 0,-1 1 0 0,-1 5 0 0,1 1 0 16,-1 4 320-16,1 1-32 0,1 4 0 0,-1-1 0 15,3 1-288-15,1 1 0 0,3-1 0 0,3 0-15296 16</inkml:trace>
  <inkml:trace contextRef="#ctx0" brushRef="#br0" timeOffset="53203.68">12149 3753 32255 0,'5'2'1424'0,"-2"-2"304"0,-1 0-1392 0,0 0-336 0,0 0 0 0,-1 2 0 0,1-2 816 0,0 1 80 16,2 1 32-16,2 2 0 16,0-1-608-16,2 1-112 0,-8-4-16 0,0 0-16 15,0 0-1072-15,0 0-192 0,0 0-64 0,35 31 0 0</inkml:trace>
  <inkml:trace contextRef="#ctx0" brushRef="#br0" timeOffset="53716.64">12486 3496 5519 0,'-3'0'496'0,"1"0"-496"0,1 0 0 0,0 0 0 15,0 0 1120-15,1 0 128 0,-1 0 32 0,0 0 0 0,0 0 1312 0,-1 0 272 16,0 1 48-16,-1-1 16 16,0 1-256-16,1 2-48 0,-1-3-16 0,-1 3 0 15,1-1-1008-15,1 0-208 0,-2 3-48 0,1 0 0 16,-1 2-768-16,0 2-144 0,0 1-48 0,-1 2 0 16,1 3-256-16,0 0-128 0,1 0 128 0,0 1-128 15,3-1 0-15,0-15 0 0,0 26 0 0,0-26 0 16,0 0 0-16,0 0 0 0,9 38 0 0,-5-34 0 15,1 1 0-15,2-2 0 0,0-1 0 0,1-2 0 0,1-4 160 16,1 0-160-16,2-2 192 0,0-2-192 0,1-1 272 16,-1-3-48-16,0 0-16 0,-2 0 0 0,0-2-208 0,-4 0 0 15,0-1 128-15,-3 1-128 0,-1 2 0 0,-1-1 0 16,-3 0 128-16,-1 1-128 0,-3-1 0 0,-1 3 128 16,-1 1-128-16,-2-1 0 0,0 3 0 0,-2 0 0 15,1 2 0-15,0 2 0 0,0 3 0 0,2 0 0 16,0 0 0-16,2 3 0 0,2 0-208 0,0 1 16 0,1 1 0 0,1 2-16448 15</inkml:trace>
  <inkml:trace contextRef="#ctx0" brushRef="#br0" timeOffset="58130.88">12840 3506 16575 0,'2'-5'1472'0,"-1"1"-1168"0,0 3-304 0,0-1 0 16,-1 0 1376-16,0-1 224 0,1-2 32 16,0-4 16-16,2-2 448 0,-1 1 80 0,-1 0 32 0,0 3 0 15,0 0-768-15,-1 2-160 0,1 0-16 0,-2 2-16 16,1 0-368-16,0 2-80 0,-1 1-16 0,0 1 0 16,1 1-352-16,-1 0-80 0,0 3-16 0,0 2 0 0,0 0-336 0,-1 5 144 15,0 2-144-15,-1 3 0 16,-1 4 128-16,0 5-128 0,-3 3 0 0,-1 4 0 15,0 0 128-15,-1-2-128 0,-1 0 0 0,1-3 0 0,1-2 0 16,0-2 0-16,0 0 0 0,1-5 0 0,1-2 0 16,3-1-144-16,-1-4 16 0,1-3-11456 15,3-2-2304-15</inkml:trace>
  <inkml:trace contextRef="#ctx0" brushRef="#br0" timeOffset="59005.16">13170 3466 10303 0,'0'0'0'0,"0"-2"0"15,0 2 0-15,0-1 0 0,0 1 928 0,0 0 240 0,0-2 48 0,1 0 16 16,-1-1 560-16,1 1 128 0,0-1 0 0,0-2 16 16,1 3-144-16,-1-2-48 0,1 1 0 0,-2-1 16 15,2 3-288-15,-1-1-48 0,1 0-16 0,-1-1 0 16,0 1-352-16,0 0-80 0,0 1-16 0,-1 1 0 15,0-2-336-15,0 2-80 0,0 0-16 0,0 0 16 0,0 0-224 0,0 0-64 16,0 0 0-16,-1 0 0 0,1 2-256 0,-1-2 128 16,1 0-128-16,-1 1 0 15,0 1 0-15,0 0 0 0,0-1 0 0,-1 3 0 0,1-2-144 0,0 1 144 16,-2 4-128-16,1-2 128 0,-1 4 0 0,-1 1 0 16,2 4 0-16,-3 0 0 0,0 2 0 15,1 2 0-15,-3 2 0 0,2 2 0 0,-2-3 0 16,1 1 0-16,0-2 0 0,1-2 0 0,0-1 0 15,-1-3 0-15,2 0 0 0,-2 0 0 0,2-1 0 0,-1-1 0 16,0 1 0-16,2-3 0 0,-1-1 0 0,1 0 0 16,1-3 0-16,0 1 0 0,2-2 0 0,1-3-240 0,1 0 80 0,2-3-16624 15</inkml:trace>
  <inkml:trace contextRef="#ctx0" brushRef="#br0" timeOffset="59489.71">13408 3502 18431 0,'0'-1'1632'0,"1"-1"-1312"16,0 0-320-16,0 1 0 0,1-1 1472 0,-1 2 240 0,1-2 32 0,1-1 16 15,1-4 400-15,2 2 80 16,1 0 0-16,0-1 16 0,0 1-960 0,1 0-192 0,0 3-32 0,-1-1-16 31,1 1-560-31,0 0-112 0,1 2-32 0,0 0 0 16,-9 0-96-16,0 0 0 0,0 0-16 0,37 9 0 16,-37-9-64-16,0 0-16 0,0 0 0 0,36 17 0 15,-36-17-160-15,0 0 0 0,0 0 0 0,0 0 128 16,35 28-128-16,-33-22 0 0,-2-6 0 0,0 0 0 15,-4 21 0-15,-3-13 0 0,-3 2-176 0,-2 2 176 16,-3 0-816 0,-3 1-80-16,1 0 0 0,-1 0-16 0,1 0-960 0,1-1-192 0,1 0-48 15,1-2 0-15,4 1 128 0,2-4 0 0,3 0 16 16,0-2 0-16,3 0 2496 0,1 0 496 0,1-3 112 0,3-2 16 0,2-2-512 0,1-1-80 16,2-1-32-16,0 0 0 0,1-2 640 0,2 1 128 15,0-2 32-15,2 1 0 0,1 0-224 0,0 1-32 16,2 2-16-16,1-1 0 0,-1 2-416 0,-16 2-64 15,31-2-32-15,-31 2 0 0,28 2-352 0,-28-2-64 0,0 0 0 16,37 6-128 0,-37-6-320-16,0 0-160 0</inkml:trace>
  <inkml:trace contextRef="#ctx0" brushRef="#br0" timeOffset="59863.16">13928 3428 27071 0,'-4'-2'592'0,"2"1"128"0,0-1 32 0,2 2 0 0,0 0-608 0,0 0-144 16,0 0 0-16,-1 0 0 0,0-2 2288 0,0 2 416 15,-1 0 96-15,0 0 16 0,0 2-1664 16,0 0-336-16,0-1-64 0,-1 3-16 0,1-1-464 0,-1 2-80 16,0 3-32-16,2 0 0 15,1-8-160-15,0 0 192 0,-2 31-192 0,2-31 192 0,0 0-192 0,5 38 0 16,-5-38 0-16,0 0 128 0,0 0-128 15,23 45 0-15,-23-45 0 0,0 0 0 16,0 0 0-16,41 32 0 0,-41-32 128 0,0 0-128 16,35 17 0-16,-35-17 0 0,0 0 0 0,0 0 128 0,34 21-128 0,-34-21 0 15,0 0 0-15,0 0 128 0,0 0-128 0,0 0 0 0,0 0 0 0,0 0 0 16,8 36 0-16,-13-29 0 16,-2-2 0-16,-1 0 0 0,-1 0 0 0,0-2 0 0,-2 1 0 15,-2 0 0-15,-1 1 0 0,-1 0 0 0,0-3 0 0,-1 3 0 16,4-3 0-16,-2 0 0 0,0 1 0 0,0-2 0 15,-1 1 0-15,0-2 0 0,2 0 0 16,0-5 0-16,3 1-384 0,0-4 0 0</inkml:trace>
  <inkml:trace contextRef="#ctx0" brushRef="#br0" timeOffset="60043.09">13897 3319 23039 0,'2'-3'2048'0,"1"1"-1648"0,2 0-400 0,-2-1 0 0,0 1 1504 16,0 1 224-16,1-1 32 0,4 0 16 16,4-2 48-16,6-1 16 0,4 0 0 0,5-3 0 0,0 2-1072 0,0-1-192 15,1 2-64-15,-2 2 0 16,-3 1-512-16,0 0 0 0,-4 4 0 0,-19-2-11136 0,33 5-2304 0</inkml:trace>
  <inkml:trace contextRef="#ctx0" brushRef="#br0" timeOffset="60862.88">11135 4208 6447 0,'-4'2'576'0,"1"0"-576"0,2-2 0 0,0 0 0 0,1 0 1712 0,0 0 224 15,-1 1 48-15,-2 1 16 0,2-2 368 16,-2 2 80-16,2-1 16 0,0-1 0 0,2 0-816 0,1-1-176 16,1 1-16-16,0-2-16 15,2 2-480-15,1-3-112 0,2 3-16 0,0-2 0 0,0 2-240 0,3 0-48 0,2 0-16 0,-13 0 0 16,28 0-224-16,-28 0-48 16,33 2-16-16,-33-2 0 0,34 5-240 0,-34-5 176 0,41 5-176 15,-41-5 160-15,49 2 64 0,-49-2 16 0,55 2 0 16,-27-2 0-16,0 1 144 0,1 1 16 0,-1-4 16 0,3 2 0 15,1-1-32-15,1 1 0 16,3-2 0-16,1 2 0 0,4 0 16 0,0 0 0 0,-1 0 0 16,-1 2 0-16,-3-2-160 0,2 0-48 0,4 0 0 15,1 0 0-15,1 0 48 0,2 0 0 0,1 0 0 0,1-2 0 16,0 0-240-16,-1-3 176 0,0 1-176 16,1-1 160-16,2 0-160 0,1-2 0 0,3-1 0 15,-2-1 128-15,-5 2-128 0,2-2 0 0,5 0 0 0,4 1 128 16,0-2-128-16,-1 2 0 0,-1 0 0 0,-2 1 0 15,-2 0 0-15,2 2 0 0,1 2 0 0,-1 0 0 0,2 0 0 16,-2 0 0-16,-4 0 128 0,3 1-128 16,3 2 0-16,2 0 0 0,0 0 0 0,1 0 0 0,-1 0 0 0,1-2 0 15,0 4 128-15,-1-2-128 0,-2 3 0 16,-2-1 0-16,0-2 0 0,-2 0 0 0,2 0 0 16,1 0 0-16,0 3 0 0,-1-1 0 0,1-1 0 0,-2 0 0 15,-2-1 0-15,-5 0 0 0,-2 2 0 16,0 1 0-16,-2 2 0 0,2-1 0 0,-2 1 0 15,-4-2 0-15,1-1 0 0,-2 0 0 0,-4 0 0 16,-2-2 0-16,-4 3 0 0,-1-3-18304 0</inkml:trace>
  <inkml:trace contextRef="#ctx0" brushRef="#br0" timeOffset="62559.48">11649 4448 9215 0,'-1'-1'816'0,"1"1"-656"16,0 0-160-16,0 0 0 0,0 0 848 0,0 1 144 0,0-1 32 15,1 2 0-15,0-2 640 0,2 2 144 0,1 0 32 0,0 1 0 16,2 1-656-16,0-1-128 15,2-1-32-15,-8-2 0 0,0 0-144 0,0 0-48 0,42 13 0 0,-42-13 0 16,28 3-112-16,-12-3-16 0,1-2-16 0,0 1 0 16,0 0-112-16,1-3 0 0,1 1-16 0,2 0 0 15,0-1-144-15,-1 1-32 0,2 1 0 0,0-1 0 16,3 1-192-16,1 1-32 0,1 1-16 0,1 0 0 16,0 0-144-16,3 1 128 0,1-1-128 0,2 0 128 15,-5 0 96-15,1 0 16 0,3-1 0 0,0 1 0 16,1-1 48-16,2 1 16 0,3 1 0 0,3-1 0 0,1 0-48 15,-2-1 0-15,-2-4 0 0,2 1 0 16,5 1-16-16,2-2-16 0,-1 0 0 0,2 1 0 16,2 2-64-16,1-3-16 0,-2 1 0 0,-1-2 0 15,-2 1 32-15,0 1 0 0,2 1 0 0,2 1 0 0,2-1 48 0,-2-1 16 16,-1 2 0-16,0-3 0 0,-1 2-32 0,3-1 0 16,0 1 0-16,4-1 0 0,0-1-64 0,-2-2-16 15,-3 0 0-15,1-3 0 0,1 0-128 0,1-1 0 16,2 1 144-16,-4-2-144 0,-3 3 176 0,-2-1-48 15,1-2 0-15,-1 3 0 0,-2 0-128 0,0-1 160 16,-5 3-160-16,-2 2 160 0,-2 1-160 0,-3 1 0 0,0-1 0 16,-2 1 128-16,-1 3-128 0,-2 0 0 15,-1 0 0-15,-27 0 0 0,50 5 0 0,-50-5 0 16,41 7 0-16,-41-7 0 0,36 5 0 0,-36-5-192 0,0 0 64 0,42 8 128 16,-42-8-1392-1,0 0-144-15,35 1-48 0,-35-1-14752 0</inkml:trace>
  <inkml:trace contextRef="#ctx0" brushRef="#br0" timeOffset="63377.76">11676 4518 9215 0,'1'-2'816'0,"-1"-2"-656"0,0 3-160 0,0-1 0 16,0 2 1536-16,0 0 256 0,0-2 64 0,0-1 16 16,-1 1 1136-16,1-1 208 0,-1-1 48 0,1 3 16 15,-1-1-1040-15,0 0-192 0,1 2-64 0,0 0 0 16,-1 0-1056-16,1 0-224 0,0 0-32 0,0 1-16 15,-1 0-480-15,1-1-176 0,0 2 0 0,0-1 144 16,-1 3-144-16,0-1 128 0,-2 1-128 0,1 4 128 16,0-2 96-16,0 4 16 0,0 2 0 0,-1 4 0 15,0 4-112-15,0 4-128 0,0 5 176 0,-1 3-176 16,-1 6 0-16,1-2 0 0,0-1 0 0,-1-2 0 0,0 2 0 16,-1 1 0-16,1 4 0 0,-2-1 0 0,1 3 0 0,-2-1 0 15,2 1 0-15,-1-4 0 0,1-5 0 0,-2 0 0 16,1-2 0-16,-1-1 0 0,2-5 0 0,-2 1 0 15,2-2 0-15,-1-3 0 0,1 0 0 0,0-6 0 16,1-1 0-16,0-3 0 0,1-2 0 0,0-3 0 0,1-1 0 0,0-3 0 16,1-2 256-16,0-2-64 0,0-1-16 0,-2-4 0 15,1 0 176-15,0-4 32 0,-1-2 16 16,-1-4 0-16,0 0-208 0,-1 0-64 16,0 4 0-16,-3-4 0 0,-3-1-128 0,-4-2 0 0,-2 3 0 0,-2 0 0 15,-2 2 0-15,0 3 0 0,2 5 0 0,0 5 0 16,3 4 0-16,1 2-144 15,2 6 144-15,2 2 0 0,0 5-160 0,1 2 160 0,1-3-128 0,2 1 128 16,2 2-128-16,3-3 128 0,-1 3-128 16,2-2 128-16,2-1-896 0,0-16-80 0</inkml:trace>
  <inkml:trace contextRef="#ctx0" brushRef="#br0" timeOffset="64592.4">11865 4916 17503 0,'0'-2'1552'0,"0"1"-1232"16,0 0-320-16,0 1 0 0,0 0 1888 0,0 0 320 15,0-2 64-15,-1-1 16 0,1 1-400 0,-1-1-80 16,1 1-16-16,-2 0 0 0,2 0-896 0,-2 1-176 16,0 1-32-16,-1 0-16 0,1 0-160 0,0 1-16 0,-1 1-16 0,-2 2 0 15,1-1-192-15,-1 4-32 16,0 2-16-16,-1 3 0 0,0 3-32 0,0 3 0 0,-2 2 0 16,1 4 0-16,-1 4-208 0,1 0 144 15,2-2-144-15,3-1 128 0,2-5-128 0,0-20 0 0,0 0 0 0,13 38 0 16,-13-38 0-16,0 0 0 0,0 0 0 0,39 0-176 15,-26-7 0-15,0-5 0 0,2-2 0 0,0-3 0 16,0 0 176-16,-1-1-192 0,-2-2 192 16,-2 3-192-16,0 0 192 0,-3 0-208 0,-2 4 80 15,-1-1 128-15,-1 3-128 0,-2-1 128 0,-1 0 0 0,-2 0 0 16,-1 0 0-16,-1 0 0 0,-2 1 0 0,-1 1 128 16,-1 0-128-16,-1 2 0 0,-1 2 0 0,0 4 0 0,2 2 160 15,1 0-160-15,-1 1 192 0,2 2-192 0,1 1 0 0,2 1 0 16,2-2 0-16,0 2-16400 0</inkml:trace>
  <inkml:trace contextRef="#ctx0" brushRef="#br0" timeOffset="64825.76">12083 5026 14735 0,'1'-2'1312'0,"0"1"-1056"16,0 1-256-16,0 0 0 0,-1 1 1280 0,0 1 208 15,2-2 48-15,0 2 0 0,0 3 576 0,-2-5 112 16,0 0 16-16,0 0 16 0,7 40-1328 0,-7-40-272 16,1 24-48-16,-1-24-16 0,0 0-592 0,3 29 0 15,-1-23 0-15,0-1-13472 0</inkml:trace>
  <inkml:trace contextRef="#ctx0" brushRef="#br0" timeOffset="65221.69">12383 4896 13823 0,'2'-1'1216'0,"0"-1"-960"0,-2 0-256 0,0 2 0 16,0 0 1744-16,0 0 304 0,1 0 64 0,0-1 16 16,1 1 704-16,-1-2 144 0,-1 4 32 0,0-2 0 15,-2 3-1664-15,0 2-336 0,-1 0-64 0,-2 4-16 16,1 0-592-16,-2 3-112 0,-1 2-32 0,0 1 0 16,-1 3-192-16,0-1 128 0,0 2-128 0,1 1 0 15,2-3 256-15,2-2-32 0,1-3-16 0,1-2 0 16,1-10-16-16,0 0-16 0,0 0 0 0,0 0 0 15,0 0-176-15,0 0 0 0,0 0 0 0,40 7 0 16,-32-16 0-16,2 0 0 0,0-2 0 0,0-1 0 16,-1 1 0-16,0-1-144 0,-1 0 144 0,-1 0-160 0,-1 0 160 15,-1 3-208-15,-1-3 80 0,-2 0 128 0,0 2-272 0,-2-1 64 0,-2 1 16 16,-1 1 0-16,-2-1 48 0,-1 3 16 16,-1 0 0-16,-1 2 0 0,1 3 128 0,1 0 0 15,-2 4 0-15,2 0 0 0,-3 3 0 0,2-1 176 16,-1 4-176-16,1-1 192 0,1 2-192 0,2 1 128 15,0-2-128-15,3 0-10752 16,1-2-2240-16</inkml:trace>
  <inkml:trace contextRef="#ctx0" brushRef="#br0" timeOffset="65605.49">12661 4883 23951 0,'-4'-2'1056'0,"2"-1"224"0,0 1-1024 0,1 2-256 16,0 0 0-16,0 0 0 0,0 0 1888 0,0 0 320 16,-1 0 64-16,-1 2 16 0,0 1-1216 0,-1 0-240 15,-1 3-64-15,1 0 0 0,-2 2-592 0,1 2-176 16,1 2 0-16,-2 0 0 0,1 2 0 0,0 0 0 0,0 3 0 0,-1 2 0 16,1-3 0-16,0 4 0 15,1-1 0-15,0 0 0 0,3-3 128 0,0-4 0 16,1-2 0-16,0-10 0 0,0 0 32 0,0 0 16 15,0 0 0-15,0 0 0 0,0 0-176 0,0 0 0 16,39 9 0-16,-30-16 0 0,-1-3 320 16,0 1-32-16,0-1 0 0,-1-3 0 0,1 1-144 15,-1-1-16-15,0 2-128 0,-2-3 192 0,1 1-64 0,-2-1 0 16,-2 0-128-16,-1 2 192 0,1 1-192 0,-2 1 128 0,-2-2-128 16,-1 0 0-16,-1 3 0 0,-1 2 128 0,-1 1-128 15,-1 3 0-15,0 2 192 0,-2 2-16 16,0 2 0-16,0 3 0 0,-1 0-176 0,0 2 128 0,1 1-128 15,1-2 128 1,1 3-1280-16,2-3-272 0</inkml:trace>
  <inkml:trace contextRef="#ctx0" brushRef="#br0" timeOffset="66026.66">12859 4902 3679 0,'2'-2'320'0,"1"-2"-320"0,-1 3 0 0,-1-1 0 15,0 2 992-15,0 0 128 0,2-3 32 0,0 0 0 16,2-2 736-16,0 1 160 0,0 0 16 0,-1 2 16 0,-1 0-928 0,-2 1-176 16,-1 4-32-16,0-1-16 0,-2 0-64 0,-1 3-16 15,0 0 0-15,-2-1 0 16,1 4 16-16,-2-1 0 0,-1 4 0 0,-1-1 0 15,2 4 32-15,-1-2 16 0,-2 2 0 0,3 1 0 16,1 1 320-16,-1-2 64 0,3 1 16 0,0 0 0 16,1 0-800-16,2-15-176 0,0 0-16 0,0 0-16 0,8 38-304 0,-8-38 0 15,0 0 0-15,0 0 0 0,0 0 0 0,0 0 0 16,42 6 0-16,-32-12 0 0,1-1 192 0,-2-2 64 16,0-1 32-16,0 1 0 0,1-1-32 0,-3-1-16 15,1-1 0-15,-1 0 0 0,-1 2 32 0,-2-1 16 0,0 1 0 0,-2-2 0 16,-1 0-112-16,-2-1-32 15,-1 3 0-15,-2-2 0 0,0 0 80 0,-3 1 16 0,-1 0 0 0,-2 3 0 16,-1 2-80-16,-1 4-16 0,1 2 0 0,-1 0 0 16,0 4-144-16,1 0-144 15,2 2 144-15,0-1-11488 0,2 3-2176 16</inkml:trace>
  <inkml:trace contextRef="#ctx0" brushRef="#br0" timeOffset="66328.92">13145 4793 2751 0,'-3'0'256'0,"2"0"-256"0,0 0 0 0,0 0 0 0,1 0 5616 0,-1 0 1072 16,0 0 224-16,-1 1 32 0,0 1-4400 0,-2 0-880 16,1 1-192-16,-1 1-16 15,0-1-1168-15,1 1-288 0,-1-1 0 0,0 4 0 0,0-2 0 16,1 4 0-16,-1-1-128 0,-1 3 128 0,1 1-240 15,-1 2 48-15,0-2 16 0,1 2 0 16,0 3-176-16,-1 1-32 0,-1 0-16 0,1 0 0 16,2-1 400-16,3-17 176 0,0 26-16 0,0-26 0 15,0 0 368-15,0 0 80 0,0 0 16 0,30 32 0 16,-30-32-336-16,0 0-64 0,34-3-16 0,-20 0 0 0,-1-2-80 16,3-2 0-16,0 0-128 0,1-2 192 0,-2 1-384 0,1 1-96 15,-1 1-16-15,-2 0 0 0,-2 2-80 0,-1-3 0 0,-1 4-16 16,-3-1-9296-16,-1 2-1856 0</inkml:trace>
  <inkml:trace contextRef="#ctx0" brushRef="#br0" timeOffset="66512.89">13189 4798 31327 0,'-2'0'1392'0,"0"2"272"0,0 1-1328 0,0 0-336 0,0 1 0 0,2 0 0 16,-2 1 1424-16,0 2 224 0,-3 7 32 0,0 4 16 15,-1 5-736-15,-2 3-160 0,-1 3-32 0,0 1 0 16,0 1-560-16,1-2-208 0,2-2 144 0,-1-2-144 16,3-4 0-16,1-4 0 0,0-1 0 0,1-4-11952 15,2-12-2384-15</inkml:trace>
  <inkml:trace contextRef="#ctx0" brushRef="#br0" timeOffset="66959.24">13383 4954 27647 0,'2'0'1216'0,"1"0"256"0,0-2-1168 0,-1 2-304 16,0-1 0-16,0 0 0 0,1-3 1104 0,2 0 176 0,2 0 16 0,3-6 16 16,4-2-352-16,1-2-80 0,1-1-16 0,-2 0 0 15,-1 0-320-15,-1-1-64 0,-2 1-16 0,-2-1 0 16,-4-1-96-16,-1 3-32 15,-2-2 0-15,-3 3 0 0,-1 4-336 0,-2 2 128 0,-3 2-128 0,-1 3 0 16,-1 4 192-16,-3 3-16 0,-1 3-16 0,0 3 0 16,1-2-160-16,1 3 0 0,0 2 0 0,1 1 0 15,1-1 0-15,0 1 0 0,2 1 0 16,1-2 0-16,4-2 0 0,0-4 0 0,1 0 0 0,2-3 0 16,0 0 0-16,2-1 0 0,2-1 0 0,-1 0 0 0,3-3 0 15,0 0 0-15,0-2 0 16,0 1 0-16,3-3 0 0,-1 2 0 15,1-1 0-15,-1 0 0 0,-1 1 0 0,0 2 0 0,-1 0 0 0,-1 0 0 16,-2 0 0-16,-1 3 0 0,0 2 0 0,-1 1 0 0,-1 1 0 16,-2 3 0-16,0 2 0 0,-3 0 0 15,-1 4 0-15,-2 1 0 0,-2 4 0 0,-1 3 0 0,-2 0 128 0,-1 2-128 16,1 0 192-16,0-3-64 16,2-1 192-16,1-3 48 0,4-3 0 0,1-3 0 0,3-2-368 0,0-2 0 15,1-1 0-15,2-1 128 16,1-3-1424-16,1-2-288 15</inkml:trace>
  <inkml:trace contextRef="#ctx0" brushRef="#br0" timeOffset="67490.22">13728 4774 19343 0,'1'-2'848'0,"-1"-2"192"0,2 3-832 15,-1-1-208-15,-1 0 0 0,-1 1 0 0,1 1 2720 0,-1-2 496 0,1 1 112 0,-1 0 0 16,-3-2-1056-16,-1 3-224 0,0 1-32 16,-2 2-16-16,1 0-1296 0,-2 3-272 0,1 0-48 0,-1 2-16 15,2 1-240-15,0-2-128 16,2 0 160-16,0 0-160 0,2 1 128 0,1-1-128 16,1 0 0-16,1-1 0 0,-1-6 128 0,0 0-128 15,0 0 0-15,0 0 144 0,0 0-144 0,31 39 0 16,-31-39 0-16,0 0 0 0,0 0 0 0,0 0 0 0,35 37 0 0,-35-37 0 15,0 0 0-15,0 0 0 0,26 46 0 16,-26-46 0-16,0 0 0 0,10 38 0 0,-10-38 0 0,0 0 0 16,0 35 0-16,-2-26 0 0,-1 1-144 0,0 0 144 15,-3-3 0-15,-1 2 0 0,-1-1 0 0,-1-1 0 16,-2 2 0-16,-2-4-128 0,-2 2 128 0,-1 0 0 16,1-2-736-16,1-2-32 0,1-2-16 0,3-1 0 31,0-1 208-31,3-2 64 0,0-2 0 0,2-2 0 0,1-3 848 0,1-4 176 0,2 1 48 0,1-2 0 15,3-4 0-15,1 2 0 0,2-2 0 0,2 0 0 0,1 5-208 0,2-2-32 16,0 3-16-16,-1 4 0 0,2-1-176 16,-2 1-128-16,2 2 192 0,0-3-192 0,3 3 0 15,1 0 0-15,-3 0 0 0,0 0 0 0,-1 0 0 16,-2 2 0-16,0-2 0 0,0 1 0 0,-2 0 0 0,-1-1 0 16,-1 0 0-16,-1 0 0 0,-1-1 0 0,-2 2 0 15,-3-2 0-15,-2 2 0 0,-3 1 0 0,-1 1 0 16,-3 1 0-16,-1 0 0 0,0 0 0 0,-2 3 0 0,0 0 0 0,1 1 0 15,3 4 0-15,2-2-256 0,1 0 64 0,2 3-17776 32</inkml:trace>
  <inkml:trace contextRef="#ctx0" brushRef="#br0" timeOffset="67978.57">13920 4822 13823 0,'-10'2'1216'0,"5"0"-960"0,1 1-256 0,0-3 0 0,2 2 1184 0,2-2 192 16,0 0 32-16,0 0 16 0,-1 0 1328 0,0 0 256 0,1 0 48 15,2-2 16 1,1-1-896-16,2 0-160 0,1 0-32 0,1 0-16 16,0 0-1152-16,2 1-240 0,0 0-32 0,1 2-16 0,0 0-256 0,-10 0-48 15,0 0-16-15,0 0 0 16,41 12-80-16,-41-12-128 0,0 0 176 0,0 0-176 0,0 0 0 0,34 38 0 15,-34-38 0-15,0 0 0 0,0 0 0 0,5 35 0 16,-8-26 0-16,0 1 0 0,-4 1 0 0,1 0 0 0,-4-1 0 0,0 1 0 0,-3 0 0 16,-2 1 0-16,-1 0 0 0,0 0 0 0,0 2 0 0,1-2 0 31,4-2-176-31,3-3 176 0,3 0-192 0,2 0 192 16,3-2-192-16,2-1 192 0,1-1 0 0,2 0 0 15,1-1 0-15,1-2 0 0,-7 0 0 0,0 0 0 0,33-5 0 0,-20 2 0 16,2 0 0-16,-1 0 0 0,1 0 0 0,-1 1 0 15,1 0 0-15,-1-1 0 0,-14 3-192 0,26-1-17280 0</inkml:trace>
  <inkml:trace contextRef="#ctx0" brushRef="#br0" timeOffset="68345.77">14499 4646 13823 0,'0'-2'1216'0,"0"0"-960"16,0-1-256-16,0 3 0 0,0 0 2384 0,-1 0 432 15,1 0 96-15,-1-2 16 0,1-1 464 0,-1 1 112 16,0 1 16-16,1 1 0 0,-2 1-2272 0,1 4-448 0,-1-2-96 0,0 2 0 16,1 1-320-16,-1 1-48 0,1 0-16 0,-1 1 0 15,-1 3-320-15,-1 1 128 0,-1 4-128 0,-1 1 0 16,-2 4 0-16,-3 1 144 16,-1 4-144-16,-3 3 0 0,-3 6 144 0,-1-4-144 15,2 0 0-15,-4 4 144 0,-3 8-144 0,0 2 0 0,1-2 0 16,2-1 0-16,2-4 0 0,2-1 0 0</inkml:trace>
  <inkml:trace contextRef="#ctx0" brushRef="#br0" timeOffset="69727.77">14732 4819 8287 0,'-1'-4'736'0,"1"1"-592"0,0 2-144 0,-1 1 0 0,0 0 688 16,-1-1 96-16,1 1 32 0,-2-4 0 0,-4 1 1152 0,0 0 224 0,-2 1 48 0,-2 2 16 15,1 2-208-15,-1 1-32 0,0-1-16 0,-1 3 0 16,2-1-624-16,-2 2-128 0,2 0-32 0,0 2 0 16,1-2-320-16,0 0-80 0,4 0-16 0,-1-1 0 15,1 0-256-15,1 0-48 16,0 2-16-16,1 0 0 0,0 2-256 0,1-1-48 16,2 1-16-16,0-2 0 0,0-7-160 0,0 0 0 0,0 0 0 0,18 40 0 15,-18-40 0-15,0 0 0 0,31 41 0 0,-31-41 128 16,0 0-128-16,35 49 0 0,-35-49 144 0,24 39-144 0,-24-39 0 0,19 40 0 15,-19-40 0-15,0 0 0 16,20 52 0-16,-20-52 0 16,0 0-176-16,7 38 176 0,-7-29-144 0,-2 1 144 0,-3-2-128 0,-1 1 128 15,-1 0 0-15,-4 1 0 0,2-3 0 0,-3 1 0 16,-1 0 0-16,-1-2 0 0,-2 0 0 0,1-3 128 0,2 0-128 0,-1-2 0 16,-1-2 0-16,0-2 0 15,1-3 0-15,2 0 0 0,2-5 0 0,1 0 0 16,3-3 0-16,1-2 144 0,3-1-16 0,1-1-128 0,3 0 192 15,3-2-192-15,4 2 192 0,2-1-192 0,1 3 224 16,1-3-64-16,2 4-16 0,-1 0 0 0,-1 2-144 16,0 1 128-16,-1 3-128 0,2-1 128 0,0-1-128 15,0 1 192-15,0 1-192 0,-2 2 192 16,1-1-32-16,0 1 0 0,0-2 0 0,-1 1 0 16,-2 0-160-16,-1 1 0 0,-1-1 0 0,-3 2 128 15,-2 0-128-15,-1-1 0 0,-2 0 0 0,-2 2 128 0,-1-2-128 0,-2 0 0 16,-3 0 0-16,0 3 0 15,-2-1 0-15,-1 4 0 0,-1-1 0 0,-1 2-11424 16,0 0-2320-16</inkml:trace>
  <inkml:trace contextRef="#ctx0" brushRef="#br0" timeOffset="70658.22">15451 4253 6447 0,'-4'-1'576'0,"1"-1"-576"15,1 2 0-15,1-1 0 0,0 1 1168 0,0 0 128 0,0 1 32 0,0-1 0 16,-2 0 1104-16,0 2 208 0,0-1 48 0,0 1 16 16,1 1-272-16,0-1-64 0,3 0-16 0,1 1 0 15,2-1-944-15,1 0-192 16,4-1-48-16,3-1 0 0,2-1-304 0,4-3-64 0,2 1-16 0,2-1 0 15,-1-1-320-15,-2 2-64 16,-1-1-16-16,0 1 0 0,0-1-384 0,0 1 128 16,0 1-128-16,-3-1 0 0,1 1 0 0,-3 0 0 0,-3 1 0 0,0 1 0 15,-4-2-272-15,-1 2-48 0,-3 0 0 0,-2 2-16176 16</inkml:trace>
  <inkml:trace contextRef="#ctx0" brushRef="#br0" timeOffset="70861.66">15510 4376 20271 0,'-1'0'1792'0,"0"0"-1424"0,1 2-368 0,0-2 0 16,1 0 2096-16,0 0 336 0,0 0 80 0,1 1 16 16,2-1 48-16,1 0 16 0,3-1 0 0,1 1 0 0,1-2-1520 0,0 0-304 15,2 0-64-15,1 1-16 0,2-1-432 16,0-1-64-16,0 3-32 0,1-2 0 0,0 2-160 0,1 0 0 15,-3 0 0-15,-1 2 0 16,-2-2-160-16</inkml:trace>
  <inkml:trace contextRef="#ctx0" brushRef="#br0" timeOffset="71845.92">16540 4133 6447 0,'0'-3'576'0,"0"0"-576"0,1 0 0 0,0 1 0 0,0 1 1200 0,-1 0 128 16,1 1 16-16,0-2 16 0,0-3 1264 0,1 0 240 0,0 1 48 0,0-2 16 15,0 2-240-15,0 2-32 16,-1-1-16-16,0 0 0 0,0 2-912 0,0 1-192 0,-1 2-48 0,-1 1 0 16,0 3-704-16,0 4-144 0,-1 4-16 0,0-2-16 15,2-12-352-15,-4 33-64 0,-2-7 0 0,0 7-16 16,-3 5-176-16,0 2 0 0,0-1 144 0,-1 1-144 16,-2-2 128-16,3-1-128 0,1-2 160 0,1-5-160 15,3-5 0-15,4-25 0 0,-3 42 0 0,3-42-17728 16</inkml:trace>
  <inkml:trace contextRef="#ctx0" brushRef="#br0" timeOffset="72012.25">16676 4405 24879 0,'-3'7'1088'0,"1"-3"256"0,1 1-1088 0,0 0-256 0,1-3 0 0,1 0 0 0,0 1 1984 0,1 0 352 0,-2-3 64 0,0 0 16 15,0 0-1232 1,0 0-240-16,33 37-48 0,-33-37-16 0,0 0-704 0,0 0-176 16,38 7 0-16,-29-7-16304 15</inkml:trace>
  <inkml:trace contextRef="#ctx0" brushRef="#br0" timeOffset="72340.03">17097 4127 7359 0,'-1'-3'656'0,"1"0"-528"15,0 0-128-15,0 0 0 0,1 3 5120 0,-1-2 976 0,0 2 208 16,1-3 32-16,0 1-3616 0,0-2-736 0,0 1-128 0,0 0-48 16,-1 1-976-16,-1 2-192 0,0 2-32 0,-1 3-16 15,-2 2-256-15,-1 3-48 16,-2 3-16-16,1 2 0 0,-3 4-272 0,-2 2 128 15,-1 1-128-15,-1 4 0 0,-2 5 0 0,0 0 0 0,1-1 0 0,2-1 0 16,2-2 0-16,4-4 0 0,6-23 0 16,0 38 0-16,0-38 0 0,0 0 0 0,23 37 0 0,-23-37 0 15,32 13 0-15,-11-11 0 0,2-2 0 0,0-5-144 0,-2 1 144 0,1-4-128 0,1-1 128 16,-1-1-128-16,-1 1 128 16,-2-1 0-16,0-1 0 0,-2 2-128 15,-2 1 128-15,-1 1 0 0,-2 0 0 0,-2 2 0 16,0 0-1184-16,-5 3-160 0,0-3-16 0,-2 3-14752 15</inkml:trace>
  <inkml:trace contextRef="#ctx0" brushRef="#br0" timeOffset="72498.67">17188 4210 14735 0,'-2'-4'1312'0,"1"3"-1056"16,1 1-256-16,0 1 0 0,0 1 2528 0,-1-2 448 15,-1 2 96-15,0 1 0 0,-1 4-256 0,-2 4-64 16,-1 4-16-16,-1 3 0 0,-1 6-1616 0,-2 2-320 15,0 1-64-15,-2 3-16 0,0-3-464 0,-1 1-112 16,1-2-16-16,0-2 0 0,3-1-128 0,-1-4 0 16,3 0 0-16,1-2-11456 15,2-5-2304-15</inkml:trace>
  <inkml:trace contextRef="#ctx0" brushRef="#br0" timeOffset="72910.61">17383 4220 23951 0,'1'-2'2128'0,"0"1"-1696"0,0 1-432 0,0 0 0 0,0 0 1104 16,0 0 144-16,2-2 32 0,0-1 0 0,3 1 32 0,1-2 16 16,2 1 0-16,0-2 0 15,1 1-544-15,0 1-96 0,-1 0-32 0,0 1 0 0,0 1-48 0,1 1-16 16,-10 0 0-16,0 0 0 15,0 0-224-15,36 13-48 0,-36-13-16 0,0 0 0 16,0 0-176-16,29 36-128 0,-29-36 144 0,0 0-144 0,0 0 128 0,7 47-128 16,-7-47 0-16,-8 26 0 0,1-13 128 15,0 0-128-15,-3-3 0 0,1 1 144 0,-1-1-144 0,-2 0 160 16,-1-1-160-16,-3 0 160 0,0 1-160 0,-2 0 192 0,0 0-192 16,4-1 192-16,3 0-192 0,2-4 128 0,2 3-128 0,0-2 128 15,1 0 48-15,5 0 0 0,-1-3 0 0,2 1 0 16,2-2-176-16,2 0 0 0,3-2 0 15,2 0 0-15,4 0 0 0,1-3 0 16,2 0 0-16,0 0 0 0,3-2 0 0,-1 1 0 0,-1-1 0 0,0 0 0 16,-1 3 0-16,-2-3 0 0,2 0 0 0,-2 3 0 15,0-2-512 1,-1 1-96-16,-1 0-16 0,-1 1-16960 0</inkml:trace>
  <inkml:trace contextRef="#ctx0" brushRef="#br0" timeOffset="73483.77">18105 3873 11055 0,'2'-5'976'0,"-1"2"-784"16,0 2-192-16,-1-1 0 0,0 2 2080 0,0 0 368 16,-1 0 80-16,0 0 16 0,-2 2 624 0,-1-1 128 0,-2 2 32 0,-3 2 0 15,-1 3-1360-15,-2 2-272 0,-1 1-48 0,-1 3-16 16,0 0-864-16,-1 5-192 15,-3 3-16-15,-1 4-16 0,1 2-224 0,-1 3-32 16,-1 3-16-16,1 1 0 0,3-2-144 0,-3 3-128 0,0 8 192 0,-2 4-192 16,3 2 128-16,2-5-128 0,4-4 0 0,3-4 0 15,3-4 0-15,6-33 0 0,-3 46 0 0,3-46 0 16,0 0 0-16,17 44 0 0,-17-44 0 0,0 0 0 16,34 12 0-16,-20-14 0 0,0-3 0 0,0-4-144 15,-1 1 144-15,0-4 0 0,3-4 0 0,-2-3-128 0,-1 0 128 0,-4 0 0 16,-3 0 0-16,-4 0 0 15,-2 0 0-15,-4 3 0 0,-5-1 0 0,-3 3 128 0,-3 4-128 0,-3 3 0 16,-2 3 0-16,-2 6 0 16,-1 0-1184-16,1 5-160 0</inkml:trace>
  <inkml:trace contextRef="#ctx0" brushRef="#br0" timeOffset="77062.17">3571 6520 7359 0,'0'-5'656'0,"0"2"-528"0,0-1-128 16,0 2 0-16,0 1 880 0,0-1 144 15,0-1 16-15,0-4 16 0,0-2 864 0,0-1 160 0,0 3 32 0,0 0 16 16,0 5-80-16,-1-3-32 16,1 3 0-16,-1 2 0 0,0 0-544 0,0 2-128 15,0 1 0-15,-1 1-16 0,1 4-832 0,-1 1-176 16,1 2-16-16,-1 3-16 0,1 3-288 0,-2 2 0 0,0 5 0 0,-1-3 0 15,0 3-192-15,-1 0 48 16,0-1 16-16,-1 0 0 0,1-2-144 0,1-3-32 0,0-2 0 16,1-1 0-1,0-1-400-15,1-2-64 0,0-3-32 0,0 1 0 16,1-3-304-16,0-2-64 0,0-1-16 0,1-1 0 0,0-3 32 16,-1-2 0-16,2-1 0 0,0-1 0 0,1-3-304 15,1-1-48-15,-1-3-16 0,2-1 0 16,-1-3-32-16,0-1-16 0,0-1 0 0,-1 1 0 0,0-1 800 0,-1 0 144 0,-2-2 48 0,0 1 0 15,-1 1 704-15,0-4 160 0,-2 2 32 0,0 2 0 0,1 2 896 16,1 1 192-16,1 3 48 0,0 1 0 16,1 1 544-16,1 1 112 0,1-1 32 0,1 3 0 0,1 0 192 15,1 1 32-15,1 1 16 0,2 1 0 0,2 1-1024 16,1 0-208-16,-11 2-32 0,0 0-16 16,0 0-704-16,48 12-144 0,-48-12-16 0,0 0-16 15,0 0-224-15,48 31 144 0,-48-31-144 0,0 0 128 0,0 0-128 0,36 40 0 0,-36-40 0 0,0 0 0 31,14 31 0-31,-14-18 0 0,-1-1 0 0,-2 2 0 0,-2-2 0 0,0-2-176 16,-3 3 176-16,-1-2-128 0,0-2-64 0,-3 0 0 16,0 1 0-16,-2 0 0 0,0-1 48 0,-1 0 0 15,-1 0 0-15,1-1 0 0,1 0-48 0,0 1-16 0,1-2 0 0,2 0 0 16,3-2 208-16,1-2 0 16,2 1 0-16,2-4 0 0,1 1-384 0,3-2 32 0,2-1 0 0,3-3-13088 31</inkml:trace>
  <inkml:trace contextRef="#ctx0" brushRef="#br0" timeOffset="77409.64">3702 6680 11967 0,'1'3'1072'0,"0"-3"-864"16,0 2-208-16,0-2 0 0,0 0 1472 0,0 1 256 0,1 1 64 16,0 0 0-16,3 0 736 0,2 1 160 0,-7-3 16 0,0 0 16 15,0 0-1504-15,41 0-320 0,-27-3-48 0,1-3-16 16,0 0-528-16,0-2-112 15,0 0-32-15,0-2 0 0,0 1-160 0,-1-2 0 0,-1 3 0 0,-2-2 0 16,0 1 0-16,-2 2 0 0,-2-3 0 0,-1 3 0 16,-3 0 0-16,0 0 0 0,-3 0-144 0,-1 2 144 15,-2-2 0-15,-3 3-160 0,-1-2 160 0,-4 0-128 16,2 3 128-16,-3 1 0 0,-1 2 0 0,0 2 0 16,1 3 0-16,1-1 0 0,0 4 0 0,1 1 128 15,2 1 176-15,1 1 32 0,1 1 16 0,2 0 0 16,1 0 32-16,1 0 16 0,1 2 0 0,2 0 0 15,0 0-192-15,1-4-32 0,0 0-16 0,1 0 0 0,-3-10-160 16,0 0 160-16,0 0-160 0,20 34 160 0,-20-34-160 16,0 0 0-16,0 0 144 0,0 0-144 0,42 17 0 0,-31-17 0 15,1-4 0-15,1 0 128 0,0-2-320 16,2-1-48-16,0-2-16 0,0 1-15168 0</inkml:trace>
  <inkml:trace contextRef="#ctx0" brushRef="#br0" timeOffset="78356.83">4159 6583 12895 0,'-3'1'1152'0,"1"-1"-928"16,2 0-224-16,-1 2 0 0,1-2 1888 0,-1 0 336 0,0 1 64 16,-2 0 16-16,1-1-128 0,-1 2 0 15,1-2-16-15,2 0 0 0,1 0-1632 0,1 0-320 16,0-2-64-16,1 1-16 0,1 0 48 0,-1-1 0 0,0 1 0 0,1-1 0 15,0 0-32-15,0 1 0 0,-2-1 0 0,1 1 0 16,-1 0-144-16,-1 1 128 0,1 0-128 0,-2 0 128 16,1 0 240-16,-1 0 32 0,0 0 16 0,0 0 0 15,0 0 224-15,0 0 32 0,0-2 16 0,-1 2 0 16,1 0 16-16,0-2 16 0,-1 1 0 0,1 1 0 0,-1-2-304 0,1-1-64 16,-1 3-16-16,1-2 0 0,0 0-192 0,0 2-144 15,0-2 192-15,0 1-192 0,0 1 0 0,0 0 0 16,0 1 0-16,0 1 0 0,0 0 0 0,0-2 0 15,0 2 0-15,0-1 0 16,0 1 0-16,0 0 0 0,0-1 0 0,0 1 0 0,0-2 0 0,0 2 0 16,0-2 0-16,0 0 0 0,-1 0 0 0,1 0 0 0,-1 0 0 0,0 0 0 15,1-2 0-15,-1-1 0 0,1 1 0 0,0-1 0 16,0 1 0-16,-1-3 0 0,1 1 0 16,0 1 0-16,0-1 0 0,0 1 0 0,-1 0 0 0,1 1 0 15,0 0 0-15,-1 0 0 0,-1 2 0 0,1-2 0 16,0 4 0-16,-1-2 0 0,1 0 0 0,-1 0 0 15,0 2 0-15,0-2 0 0,0 2 0 0,0-2 0 16,0 2 0-16,0-2 0 0,0 1 0 0,0-1 0 16,1 0 0-16,-1-1 128 0,0 1-128 0,0-2 0 0,1 1 320 0,-1 0-32 15,1-1-16-15,0-1 0 0,0 1-128 0,0 0-16 16,0 1-128-16,0-1 192 0,-1 2-192 0,1-1 0 16,-1 1 128-16,1 0-128 15,0 1 0-15,-1-1 0 0,1 2 0 0,-1-1 0 0,0 1 0 0,-1 0 0 31,1 1 0-31,-1-1 0 0,1 0 0 0,-1 1 0 0,0-1 0 0,0 1 0 16,1-1 0-16,0 0 0 0,-1-2 0 0,1 2 0 0,-1 1 0 0,0-1 0 16,1-1 0-16,-1 3 0 0,0-2 0 0,-1 3 0 0,2-2 0 0,-2 3 0 15,1 0 0-15,0 1 0 16,1 2 0-16,0-1 0 0,0 0 0 16,1 2 0-16,1-3 0 0,-1 2 0 0,2 0 0 0,-1-1 0 0,1 1 0 0,1-1 0 15,1-1 0-15,-1 0-128 0,2-4 128 16,0 1 0-16,0-4 0 0,3 0 0 0,-1-5 0 0,1 1 0 15,0-4 0-15,2 2-128 0,-2-3 128 0,1-1 0 16,1 0-224-16,-2-2 16 0,0 0 0 0,0-1 0 16,-1 1-96-16,-2-1-16 15,1 2 0-15,-2 1 0 16,-1-2 320-16,-2 5-128 0,1 0 128 0,-2 0 0 0,1 4 0 0,-2 1-128 16,0 4 128-16,0-2 0 0,1 3 0 15,-1 2 0-15,0 2 0 0,0 2 0 0,1 5 0 16,0 1 0-16,1 4 0 0,0-4 0 0,0-2 0 0,1 3 0 15,1 1 0-15,1 1 0 0,0-2 0 0,0 0 0 16,0 1 0-16,-1-1 0 0,0-2 0 0,0 1 0 16,0 2 0-16,-2 0 0 0,-1-1 0 0,-1 3 0 15,-1-3 0-15,-1 1 0 0,-3 2 0 0,0-3 0 16,-2 1 0-16,1-3 0 0,-1 1 0 0,-1-3 0 0,-2-1 0 16,0-1 0-16,-1 0 0 0,0-2 128 0,0-1-128 0,-2-1 0 15,0 0 0-15,0-1 0 0,0-2 0 0,0-3 0 16,2 0 160-16,1-3-160 0,0-2 160 0,0-1-160 15,1-3 0-15,2-4 0 0,0-3 0 0,6-2-11440 16,1 1-2256-16</inkml:trace>
  <inkml:trace contextRef="#ctx0" brushRef="#br0" timeOffset="78712.84">4257 6613 11967 0,'4'-8'528'0,"-2"3"112"0,1 0-512 0,0 3-128 16,-1-1 0-16,-1 1 0 0,1 1 2192 0,1-3 416 16,4-1 80-16,2-3 0 0,1 0-896 0,0-1-192 15,1 2-48-15,-2 1 0 0,0 0-1248 16,0 1-304-16,1 0 0 0,-2 4 0 16,0 0 0-16,0 1 128 0,-8 0-128 0,0 0 128 0,0 0-128 0,0 0 0 0,0 0 0 0,31 35 0 15,-29-22 256-15,-2 3 48 0,-1-2 0 0,-2 0 0 16,2 1-96-16,-3-1-16 15,0 0 0-15,1-3 0 0,0-1-64 0,0-2 0 0,0-2-128 16,0-1 192-16,2-2 176 0,0-3 16 0,1-2 16 16,-1-1 0-16,1-2 400 0,1-2 80 0,0-2 16 0,-1-1 0 15,3-3-448-15,1 0-96 0,0-3-16 16,1 1 0-16,1-2-336 0,-1 2 0 0,3-3 0 16,-2 2 0-16,2 1-288 0,-1 0-32 0,1 0 0 0,0 3 0 15,-2 2-128-15,2 3-48 0,-1 0 0 0,0 3 0 16,0 1-384-1,1 3-80-15,-1 0 0 0,0 2-12512 0</inkml:trace>
  <inkml:trace contextRef="#ctx0" brushRef="#br0" timeOffset="79058.11">4554 6593 22111 0,'0'2'976'0,"0"-2"208"0,1 0-944 0,-1 1-240 0,0-1 0 0,1 0 0 0,0 0 1344 0,1 0 240 16,2 0 32-16,1 0 16 15,2 0-496-15,1-1-112 0,2-1 0 0,-2-1-16 0,1 1-656 0,0-3-128 0,1 0-32 0,-2-1 0 32,0-1-192-32,0 2 0 0,-1-3 128 0,0 2-128 0,-2 0 0 0,-1 0 0 15,-1-1-144-15,-1 2 144 16,-1-2-640-16,-2 2-48 0,-1 0 0 0,-2 2 0 16,-1 1-224-16,-1 0-48 0,-1 2-16 0,0-2 0 15,0 2 272-15,-2 0 48 0,2 2 16 0,0-2 0 0,1 3 816 0,-1 1 160 16,1-1 48-16,0 1 0 0,2 1 880 0,-2 2 176 15,2 1 32-15,0 3 16 0,0 1-144 0,0 2-16 16,1 1-16-16,0 2 0 0,1-2-432 0,1 2-96 16,1-2-16-16,1-1 0 0,0-2-400 0,1 0-96 15,-2-12-16-15,0 0 0 0,13 32-256 0,-13-32 0 16,0 0 0-16,0 0 0 0,0 0 0 0,37 24-176 16,-28-26 176-16,1-2-208 0,1-2-992 15,0-1-192-15,0-1-32 0,0-3-14256 0</inkml:trace>
  <inkml:trace contextRef="#ctx0" brushRef="#br0" timeOffset="79396.13">4789 6531 16575 0,'-4'6'736'0,"1"-2"160"0,1 1-720 0,0-2-176 0,0-2 0 0,1 1 0 16,1-1 2048-16,-1 3 368 0,-1 1 80 0,2 2 0 15,0-1-1152-15,0 0-224 0,2-3-48 0,2-1-16 16,2 0-432-16,-1-3-96 0,2 0-16 0,0-2 0 15,2-2-64-15,1 1 0 0,0-3-16 0,0 0 0 16,1-1-160-16,0 2-16 0,1-2-16 0,-1-1 0 16,-1 2-240-16,0-1 128 0,-1 0-128 0,-1 0 0 15,-2 3 0-15,-1-2 0 0,-2 2 0 0,-2-2 0 0,-1 0 0 0,-1 0 0 16,-3 2 0-16,-2-2 0 16,0 1 0-16,-3 1-160 0,-3 3 160 0,2 1-192 15,2 1-176-15,-2 2-32 0,-2 3-16 0,0 4 0 16,-1 1-368-16,2 4-80 0,1 0-16 0,2 3 0 0,0 2 880 0,1 0 288 15,2 2 0-15,1 1 0 0,2-4 128 0,0 0 32 16,3-2 0-16,-1-16 0 0,5 26 288 0,-5-26 64 0,0 0 16 0,0 0 0 16,0 0-592-16,45 24-224 0,-45-24 176 0,32-10-15504 15</inkml:trace>
  <inkml:trace contextRef="#ctx0" brushRef="#br0" timeOffset="79726.73">5282 6384 19343 0,'-5'2'1728'16,"1"-2"-1392"-16,2 1-336 0,1-1 0 15,0 0 2112-15,-1 0 368 0,-3 2 64 0,-2-2 16 0,-3 2-864 0,-3 1-160 16,0-2-48-16,0 0 0 16,1 2-1200-16,2 1-288 0,0 1 0 0,1-1 0 0,0 4 0 0,2-1 0 15,1 0 0-15,2 1 0 0,0 0 0 0,2 0 0 16,2-1 0-16,1 0 0 0,1-2 0 0,2 2-128 15,-4-7 128-15,0 0 0 0,0 0 0 16,0 0 0-16,41 16 192 0,-41-16-64 16,0 0 128-16,38 8 48 0,-38-8 0 0,0 0 0 0,39 7-160 15,-39-7-16-15,0 0-128 0,0 0 192 16,38 19-192-16,-38-19 0 0,0 0 0 0,0 0 0 0,-4 28 176 0,-5-20-176 16,-2 3 192-16,-3-2-192 0,-2 3 464 15,-3 0-16-15,2-2 0 0,-2-1 0 0,-1 0-112 0,0 0-16 16,0-1-16-16,1-1 0 0,3-2-304 0,3-2 0 0,1 0-128 0,4-2-11296 31,1-1-2256-31</inkml:trace>
  <inkml:trace contextRef="#ctx0" brushRef="#br0" timeOffset="80126.5">5600 6626 12895 0,'2'0'1152'0,"-1"-2"-928"16,-1 2-224-16,0-3 0 0,0 1 816 0,1-1 112 0,0-1 32 0,1-3 0 15,1 0 160-15,-1-4 32 0,0 0 16 0,-1 2 0 16,-1 2-304-16,0 0-64 0,0 3-16 0,-1 1 0 16,0 0-256-16,-1 0-48 0,0 3-16 0,-1 0 0 15,-1 3-16-15,-2 0 0 0,0 0 0 0,0 3 0 16,0-1-288-16,1 2-160 0,-1 0 160 0,2 0-160 15,-1 2 848-15,0 1 80 0,3 0 16 0,0-1 0 16,1 0 320-16,1 2 64 0,2-3 16 0,-2-8 0 16,0 0-880-16,0 0-160 0,0 0-48 0,0 0 0 0,36 27-256 15,-36-27 128-15,0 0-128 0,33-6 0 0,-21 2 240 16,1-5-64-16,-1 1-16 0,0-1 0 16,-1-1-160-16,-1-2 0 0,-4 0 0 0,-1 1 0 0,-3 2 0 0,-3 0-224 15,-2 1 80-15,-3 1 16 0,-1 0-208 16,-2 3-48-16,-2 3 0 0,0-1 0 15,-2 2-192-15,0 0-64 0,1 2 0 0,0 0 0 0,2 0 416 0,2 1 80 16,1 0 16-16,3 1 0 0,0-1-208 0,3 1-48 16,2-1 0-16,4-3-13536 0</inkml:trace>
  <inkml:trace contextRef="#ctx0" brushRef="#br0" timeOffset="80462.53">6042 6342 3679 0,'-2'-8'320'0,"0"2"-320"0,1 0 0 15,1 2 0-15,-1-1 5280 0,-1 2 992 0,0 0 192 0,-3-5 32 0,0-2-4240 0,-4-4-848 16,-1-3-160-16,0 3-32 16,0 2-1024-16,1 5-192 0,1 2 0 0,1 3 0 0,1 2 384 0,1 3 160 15,-2 2 32-15,1 1 0 0,1 2-64 16,-1 1-16-16,3 1 0 0,-2 2 0 15,0 1-352-15,1 4-144 0,-1 0 128 0,0 0-128 0,1 1 0 16,1 1 128-16,0 0-128 0,1 3 0 16,1 2 528-16,1 2 32 0,2 2 0 0,2 3 0 0,0-1-304 15,-1 1-64-15,3-1-16 0,-2 2 0 16,0-3-176-16,-1 3 0 0,0 0 0 0,-1 0 0 0,0 0 0 16,-2-3-144-16,0 1 144 0,-2-2 0 0,-1 1-224 15,-2-3 64-15,1-4 16 0,-2-2 0 16,0-1-304-16,-1-4-64 0,1-1-16 15,-1-5 0-15,1-2-736 0,-2-2-144 0</inkml:trace>
  <inkml:trace contextRef="#ctx0" brushRef="#br0" timeOffset="80634.72">5801 6552 25791 0,'4'3'1152'0,"-1"0"224"0,2 1-1104 0,-2-4-272 0,-1 3 0 0,0-1 0 16,1 0 1760-16,-3-2 288 15,0 0 64-15,0 0 16 0,49 17-880 0,-49-17-176 0,40 2-48 0,-40-2 0 16,43-5-368-16,-22-2-80 0,2 0 0 16,-3-2-16-16,1-2-368 0,0 0-192 0,-3 0 192 15,2 1-17680-15</inkml:trace>
  <inkml:trace contextRef="#ctx0" brushRef="#br0" timeOffset="81776.98">6600 6409 12895 0,'-1'-3'1152'0,"1"0"-928"0,0 3-224 0,0 0 0 16,0 0 1824-16,-1 0 320 0,0 0 64 0,-1 0 16 15,0 0 80-15,-1 3 0 0,-1-1 16 0,2 0 0 16,0 3-1232-16,0 0-240 0,0 0-48 0,0 2-16 16,1-3-560-16,1 1-224 0,-1 0 176 0,1-3-176 0,0 1 0 0,0 1 0 15,0-3 0-15,0-1 0 0,0 2 128 0,0-4-128 16,0 4 0-16,0-4 144 15,0 2 240-15,0-1 64 0,0-1 0 0,0 2 0 0,0-2-128 0,0 1 0 16,1-1-16-16,-1 2 0 0,1-2-112 0,0 0 0 16,0-1-16-16,0 1 0 0,1 0-176 0,-1 0 160 15,1 1-160-15,-1-1 160 0,0-1-160 0,0 3 0 16,-1-2 0-16,1 0 0 0,0 1 0 0,-1 1 0 16,1 0 0-16,-1 0 0 0,0 0 0 0,0-2 0 15,0 2 0-15,1 0 0 16,-1 0 0-16,0 0 0 0,0 0 0 0,0 0 128 0,0 0 0 0,0 0 0 0,0 0 0 0,-1 0 0 15,1-1 64-15,-1 1 16 16,2-1 0-16,-1 1 0 0,0 0-64 0,0-2-16 0,0 1 0 0,0-1 0 16,0 0-128-16,1 1 0 0,-1-1 144 0,0 0-144 15,1 0 0-15,-1-1 0 16,0-1 0-16,0 1 0 0,0 1 0 0,-1-3 0 16,0 2 0-16,0-1 128 0,-1-1-128 0,1 0 128 0,-2 1-128 0,0-1 128 15,-1 0 96-15,1 0 32 0,-2 1 0 0,-1 1 0 31,2 1-64-31,-1 0-16 0,0 0 0 0,1 1 0 0,0 4-32 16,0-1 0-16,1-1 0 0,-1 2 0 0,0 2-144 0,0 2 128 16,-1 3-128-16,1 2 128 0,0 1-128 0,1 2 0 0,-1 4 0 0,2 3 0 15,0 3 0-15,2 4 0 16,0 4 0-16,-1 1 0 0,0 1 0 0,-1-3 0 16,1 0 0-16,-1-3 0 0,-1 1 0 0,1-4 0 15,1-4 0-15,0-1 0 0,0 0 0 0,1-1 0 16,-1-4 0-16,1 1 0 0,1-3 0 0,-1 0 0 15,0-5 0-15,0-1 0 0,0-3-224 0,0-1 80 16,0-1 16-16,0-6 0 16,0 1-784-16,1-5-160 0,0-1-16 0,-1-1-16 15,1-2-880-15,-2-1-160 0,0-2-32 0,-3-1-16 16,0 1-1248-16,-1-3-240 0</inkml:trace>
  <inkml:trace contextRef="#ctx0" brushRef="#br0" timeOffset="81930.11">6396 6664 5519 0,'-18'-36'240'0,"15"32"64"0,3 2-304 0,0 4 0 0,0-4 0 0,-1 1 0 16,0 1 2176-16,1 0 368 0,0 0 80 0,2 1 0 15,2 1 64-15,0 0 16 0,-4-2 0 0,0 0 0 16,0 0-368-16,47 10-80 0,-47-10-16 0,35-2 0 16,-35 2-704-16,41-8-160 0,-20-2-32 0,1 1 0 15,1-2-720-15,-2 1-160 0,-1-2-16 0,-2 2-16 0,-2 1-432 0,-2 0 0 16,-1 1 0-16,0 4 0 16,-2 1-848-16,-11 3-112 0,0 0 0 0,0 0-15424 15</inkml:trace>
  <inkml:trace contextRef="#ctx0" brushRef="#br0" timeOffset="82255.25">6740 6534 23951 0,'0'-2'1056'0,"-1"1"224"0,1 1-1024 0,0 0-256 15,1 0 0-15,-1 0 0 0,0 0 2112 0,2 0 352 0,2-2 80 0,1 2 16 16,1-3-1232-16,2 1-240 0,1 1-64 0,0-2 0 15,1 2-768-15,-10 1-256 16,0 0 128-16,34-2-128 0,-34 2 240 0,0 0-16 16,0 0 0-16,41 20 0 0,-41-20-224 0,0 0 144 0,18 35-144 0,-18-35 128 15,4 30-128-15,-4-16 0 0,-1 1 0 0,-2-1 0 16,0-4 0-16,0 0 0 0,0-1 0 0,-1-3 0 0,1 0 0 0,1-2 0 16,1-2 0-1,1-2 0-15,0-2 0 0,-1 0 128 0,1-5-128 0,1 0 128 16,0-3 400-16,1-3 80 0,3 0 16 15,0-4 0-15,2-2-352 0,0 0-64 0,2 0-16 0,-2 1 0 0,2-1-192 0,0 3 0 16,1-1 0-16,-1 2 0 16,2 3-272-16,-1 0-48 0,-1 4-16 0,0 2-17648 0</inkml:trace>
  <inkml:trace contextRef="#ctx0" brushRef="#br0" timeOffset="82572.34">7017 6565 17503 0,'0'4'768'0,"-1"-3"176"0,-1 1-752 15,2-2-192-15,1 0 0 0,1 0 0 0,0 0 2128 16,0-2 400-16,3 1 80 0,2-4 16 0,2 3-528 0,1-3-112 16,2 0 0-16,0 1-16 0,1-1-1264 0,1 0-240 15,0 1-48-15,-1-1-16 0,0 2-144 0,-1-1-16 0,-1-1-16 0,0 0 0 16,-1 1-224-16,0-1 0 0,-3 2 0 0,-1-1 0 0,-3-1 0 16,0 0 0-16,-1 1 0 0,-2 1 0 0,-1-2-176 0,-3 3 176 15,0-3-160-15,-4 1 160 16,-1 1-528-16,-1 3-16 0,-1-1 0 0,0 2 0 15,-1-1-608-15,0 3-128 0,1 2-32 0,1 1 0 0,3 2 800 0,-1 3 176 16,1-1 16-16,1 2 16 0,3 0 496 0,-1 2 112 16,2 0 16-1,1 0 0-15,0 0 544 0,2-2 112 0,-1-12 32 0,0 0 0 0,0 0-128 0,18 34-32 16,-18-34 0-16,0 0 0 16,0 0-464-16,41 14-112 15,-41-14-16-15,30-1 0 0,-30 1-432 0,36-6-80 0,-17-1-32 0,-1-1-15776 16</inkml:trace>
  <inkml:trace contextRef="#ctx0" brushRef="#br0" timeOffset="82930.5">7338 6520 20271 0,'-7'6'896'0,"3"-3"192"0,0 0-880 0,2-1-208 0,1 0 0 0,1-1 0 15,-1 0 2304-15,1-1 432 0,0 3 80 0,1 0 0 16,3 1-1376-16,0-3-288 0,3-1-48 0,1-1-16 15,3-3-416-15,1 0-96 0,1 1 0 0,1-2-16 16,-1-1-240-16,0 0-64 0,-1 0 0 0,0 0 0 16,0 0-256-16,-2 2 0 0,0-1 0 0,-3-2 0 15,1 5 0-15,-4-3 0 0,0 2 0 0,-2 0 0 16,-1 2 0-16,-3-3 0 0,-2 3 0 0,-1-1 0 0,-1 0-240 0,-1 1 48 16,-3 1 16-16,-2 0 0 15,1 0-400-15,-2 1-64 0,0 1-32 0,1-2 0 16,2 3-736-16,1-1-128 0,1 2-48 0,2 1 0 0,0 0 1888 0,3-1 368 15,0 2 80-15,2 0 16 0,1 2 320 0,1-1 80 0,1 1 16 16,-2-8 0-16,0 0-624 0,0 0-128 16,0 0-32-16,28 32 0 0,-28-32-80 0,0 0 0 0,0 0-16 15,0 0 0-15,47 15-160 0,-47-15-16 0,0 0-128 0,35 0 192 16,-35 0-336-16,24-6-80 0,-12 2-16 0,-1-1 0 31,1 0-1936-31,-1-2-384 0</inkml:trace>
  <inkml:trace contextRef="#ctx0" brushRef="#br0" timeOffset="83713.39">7809 6485 15663 0,'-1'1'1392'0,"1"-1"-1120"0,0 0-272 0,0 0 0 0,0 0 2128 0,0 0 368 15,1 0 80-15,-1 0 16 0,1 0 480 0,0 0 112 16,1-1 16-16,-1-2 0 16,2 0-1904-16,-1-2-368 0,0 3-80 0,0-3-16 15,0-2-512-15,-1 2-96 0,1-2-32 0,-2 0 0 0,1 0-192 0,-1 0 0 16,-1 0 128-16,-1-3-128 0,0 3 0 0,-3-1 0 16,-1 2 0-16,0 0 0 15,-1 1 0-15,0 4 0 0,-1 1 0 0,-1 3 0 16,2 0 0-16,-1 3 0 0,0 1-128 0,-1 3 128 0,1 1 0 0,1-1-192 15,2-3 192-15,1 1-160 16,-2 3 160-16,0 4 0 0,-1 5 0 0,1 3 0 0,-1 2 0 0,3-6 0 16,2 0 0-16,1-5-128 0,1-14 128 15,0 0 0-15,0 0 0 0,0 0 0 0,0 0 0 0,0 0 0 16,41 12 0-16,-30-22 0 0,1-2 0 16,1-4 0-16,1 0 0 0,1-4 0 0,-1-1-256 0,2-2-64 15,1 1 0-15,0-3-16 0,0-1-864 0,0-1-160 0,-1 1-48 0,-2-2 0 16,-2 1 592-1,-2-4 112-15,-3 3 32 0,-3-3 0 0,-2 2 480 0,-4 1 192 0,0 9-128 0,-2 0 128 16,0 5 0-16,-3 5 224 0,2 4-32 0,-2 3 0 16,2 4 896-16,-1 2 160 15,0 6 32-15,-1 4 16 0,1 5-464 0,0 5-80 16,1 7-32-16,2 2 0 0,-1-1-384 0,0 2-80 16,1 4 0-16,2-2-16 0,0 2-16 0,2-2 0 0,0 1 0 0,3-3 0 15,2-4-96-15,-6-30 0 0,16 49-128 0,-16-49 192 16,0 0-192-16,28 39 0 0,-28-39 0 15,0 0-18144-15</inkml:trace>
  <inkml:trace contextRef="#ctx0" brushRef="#br0" timeOffset="84596.74">8121 6436 19343 0,'-1'2'1728'0,"1"1"-1392"0,0-3-336 0,0 1 0 0,0 1 2112 15,-1-2 368-15,1 2 64 0,-1 0 16 16,0 0-288-16,-1 3-48 0,1-2-16 0,-1-1 0 16,1 0-1520-16,-1 1-304 0,0-1-64 0,1 1-16 0,-1 0 48 0,0 1 16 15,1 4 0-15,0 0 0 0,0 0-224 16,0 3-144-16,1 0 192 0,1 0-192 0,-1-11 0 0,0 0 0 16,8 28 0-16,-8-28 0 0,0 0 0 0,0 0 0 15,0 0 0-15,40 12 0 0,-28-17 0 0,0-2 0 16,-1-3 0-16,0-2 0 0,-1 1 160 0,0-1-160 15,-1-2 128-15,-1 0-128 0,-2 1 0 16,-1 0 0-16,-2 0-144 0,-2 1 144 0,-1 3-208 0,-3-2 64 16,-3 2 16-16,-1 1 0 0,-1 2-64 0,-3 0 0 0,0 1 0 0,-1 1 0 15,-1 4 192-15,-1 0-160 0,3 3 160 16,0 0-160-16,2 3 160 0,0 1 176 0,-1 4-48 0,2 0 0 16,0 0 16-16,1-1 0 0,2 1 0 0,2-2 0 15,1 1-144-15,1-3 0 0,1-2 0 0,3-1 128 16,-1-1-128-16,4-3 0 0,1-3 0 0,1 0 0 15,2-3 0-15,2-1 0 0,1-3 0 0,1 1 0 16,0-2-448-16,1 1 48 0,0 0 0 0,0 0 0 16,3-1-320-16,-1 2-64 15,0 1-16-15,-1 2 0 0,-1 2 464 0,-15 4 80 0,28-2 32 0,-28 2 0 0,0 0 224 0,0 0 0 16,0 0 0-16,0 0 0 0,37 29 288 0,-37-29 48 16,2 21 16-16,-2-9 0 0,-1-2 528 15,-2 1 96-15,-1 1 32 0,1 0 0 0,-3-2-352 0,0 1-64 16,1-1-16-16,-1-1 0 0,2-2-368 15,-1-1-80-15,0 0 0 0,3-3-128 0,0-1 144 16,1 1-144-16,1-3 0 0,0 0 144 0,0 0-144 16,1-3 0-16,2 0 0 0,0-3 0 0,2-1 0 0,0 0 0 15,2-2 0-15,-1-1 0 0,2 0 0 16,0-2-176-16,1-2 176 0,1 0-192 0,-1 1-16 16,-1 2-16-16,2-1 0 0,-1 0 0 0,1 3 224 15,-2-1 0-15,1 4-160 0,-3 0 160 0,0 4 0 0,-1 0 0 16,0 0 0-16,-1 4 0 0,0 1 0 0,-2 0 0 0,1 1 176 0,-1 2-176 15,-1 1 192-15,0 3-48 16,0 1-16-16,-2-1 0 0,1 4 0 0,-2-2-128 0,0 2 192 0,-1-2-64 16,1 0-128-16,1 0 160 0,-1-4-160 15,0 0 160-15,1-2-160 0,0 0 0 0,1-3 0 0,0-1 128 16,0 1-128-16,1-3 0 0,0 0 0 0,1-3 0 16,1 1 0-16,-1-4 0 0,3 0 0 0,0-1 0 0,-1-2 0 15,2 1 0 1,1-4 0-16,1-1 0 0,-1 0-192 0,2-4 0 0,1-1-16 15,0-1 0-15,0 0-336 16,0 0-64-16,0 2-16 0,1 3 0 0,-2 2 240 0,-1 2 64 0,0 6 0 0,-1-1 0 16,-1 5 320-16,-1 0 0 0,0 3 0 0,-1 1 0 0,-4-4 192 15,0 0 64-15,7 31 16 0,-6-17 0 16,-1 1 160-16,-1 1 16 0,-1 3 16 0,0 0 0 16,0 3-208-16,-1-1-32 0,-1 0-16 0,0-1 0 15,1-2-48-15,1-2-16 0,1-3 0 0,0-2 0 16,1-1-144-16,0-3 0 0,1-2 0 0,1-4-12160 15,-1 0-2448-15</inkml:trace>
  <inkml:trace contextRef="#ctx0" brushRef="#br0" timeOffset="88000.14">9355 6332 20271 0,'3'-2'1792'0,"-2"-1"-1424"0,1 1-368 15,-1 2 0-15,0 0 1984 0,0 0 336 0,2-2 64 0,1 1 16 16,2-1-256-16,2 2-48 0,0 2-16 0,-8-2 0 15,0 0-1056-15,0 0-224 0,0 0-32 0,0 0-16 16,36 34-480-16,-36-34-80 0,0 0-32 0,0 0-11840 16,0 0-2368-16</inkml:trace>
  <inkml:trace contextRef="#ctx0" brushRef="#br0" timeOffset="88178.81">9352 6506 20271 0,'-5'8'896'0,"3"-2"192"0,0-2-880 0,0 1-208 0,1-3 0 0,0 1 0 0,1-1 1904 0,0 2 336 15,-1 2 64-15,0 3 0 0,0 0-688 16,1 1-144-16,1-3-16 0,1 0-16 16,0-2-1440-16,2-3-400 0,-4-2-32 0,0 0 0 0</inkml:trace>
  <inkml:trace contextRef="#ctx0" brushRef="#br0" timeOffset="88744.72">9754 6334 24879 0,'6'-6'1088'0,"-2"1"256"16,0 2-1088-16,-3 1-256 16,0 2 0-16,-1 0 0 0,0-2 2432 0,-1 2 448 15,1-2 64-15,-1 1 32 0,-1 1-1296 0,-3 1-256 0,-1 3-48 0,0-2-16 0,-1 5-976 0,-1-2-208 16,-1 2-48-16,0 0 0 0,-1 1-128 0,1-1 128 15,0 3-128-15,0-3 128 16,3-1-128-16,1 1 0 0,2-2 0 0,0 2 0 0,1-2 0 0,2 0 0 16,2 0 0-16,0-1 0 0,0 3 0 0,-2-7 0 15,0 0 0-15,0 0 0 0,0 0 0 0,30 31 0 16,-30-31 0-16,0 0 0 0,0 0 0 0,38 31 0 16,-38-31 0-16,0 0 0 0,0 0 0 15,36 33 0-15,-36-33 0 0,0 0 0 16,0 0 0-16,0 0 0 0,26 40 0 0,-26-40 0 0,0 0 0 15,2 26 0-15,-2-18 0 0,-2-2 0 0,-1 3 0 16,1-3 0-16,-2 1 0 0,-1 0 0 0,2-2 0 16,-1-1 0-16,-2 2 0 0,0 0 0 0,-1-1 0 15,0 0 0-15,-1-1 0 0,-2-1 0 0,1 2-304 0,0-3 16 16,1 0 0-16,3-2 0 0,-1 0 288 0,3-2-160 16,-2 2 160-16,2-1-128 0,1 0 128 0,0 1 0 0,1-2 160 0,1 2-160 15,-1 0 192-15,0 0-64 0,1 0-128 0,0 0 192 16,-1 0-192-16,1 2 0 0,0-2 0 0,0 2 0 15,-1-2 0-15,1 2 0 0,-1 1 0 0,1-1 0 16,0-1 0-16,0 1 0 0,0 0 0 0,-1-2 0 16,1 0-192-16,0 2 192 0,0-2-192 0,0 0 192 0,1 0-416 15,-1 0 32-15,1-2 0 0,0 2 0 16,0-4 80-16,1 1 32 0,-2 0 0 0,2 0 0 16,-1 0 272-16,0-2 0 15,0 2 0-15,-1-1 144 0,0 2 176 0,0 1 16 0,0-1 16 16,-1 0 0-16,1 1-32 0,-1 1-16 0,0 0 0 0,-1 0 0 0,1 0-304 0,-1 0 0 15,0 0 0-15,0 0-17840 16</inkml:trace>
  <inkml:trace contextRef="#ctx0" brushRef="#br0" timeOffset="89628.36">10681 6280 8287 0,'2'-5'736'0,"-1"0"-592"0,1 3-144 0,-1 0 0 15,0 0 2960-15,-1 1 560 0,0 1 128 0,0-2 0 0,1 0-128 16,-1-1-16-16,-1 1-16 0,0 0 0 0,-1 0-1696 0,-2 1-320 15,1 1-80-15,-1 0-16 16,0 0-704-16,-1 0-144 0,0 1-16 0,0 1-16 16,0-2-272-16,0 2-48 0,-2-1-16 0,1 2 0 15,-1-2-160-15,1 3 0 0,0 1 0 0,1-2 128 0,0 2-128 0,0 1 0 16,3-1 0-16,-1 0 0 16,1 2 0-16,1 2 0 0,1-9 0 0,0 0 0 0,0 0 0 0,11 38 0 15,-11-38 0-15,0 0 0 0,0 0 0 0,36 37 0 0,-36-37 0 0,0 0 0 16,0 0 0-16,48 27 0 15,-48-27 0-15,0 0 0 0,43 24 0 0,-43-24 0 16,0 0 0-16,39 25 0 0,-39-25 0 0,0 0 0 0,0 0 0 16,30 35 0-16,-30-35 752 0,0 0 208 15,0 0 64-15,4 35 0 0,-8-26-1648 0,-2 2-320 16,-1 0-64-16,-2 1-16 0,-2 0 832 16,-1 2 192-16,-1-2 0 0,-1 0 0 0,-1 0 0 0,0-1 0 0,-1 1 0 0,0-3 0 15,2 1 0-15,1-6 0 0,0-1 0 16,0-1-144-16,1-4 144 0,3-3-160 0,2-2 160 15,0-2-160-15,4-3 160 0,0-4-128 0,2-2 128 0,1 0-128 16,3-2 128-16,0 0 0 0,2 2-144 0,1 0 144 0,2 4 0 0,1-1 0 16,1-1 0-16,2 2 0 0,-1 1 0 15,1 1 0-15,-1-1 128 0,2 1-128 0,2 0 0 16,-1 0 0-16,0-2 0 0,0 2 0 0,-3 2 0 0,1-1 0 16,-2-1 0-16,0 0 0 15,0 0 0-15,-1 0 0 0,-4 0 0 0,-1 0 0 0,-2 3 848 16,-4-2 144-16,-1 3 32 0,-3 1 0 0,-5 1-1632 15,-1 2-320 1,-3 2-64-16,-2 2-16 0,-2 2 800 0,1 1 208 0,-2 4 0 0,3 1 0 16,0 1-288-16,2 2 32 0,2 2 0 0,4 0-17616 15</inkml:trace>
  <inkml:trace contextRef="#ctx0" brushRef="#br0" timeOffset="89966.34">10968 6430 1839 0,'-3'4'160'0,"1"-3"-160"0,2 0 0 0,0-1 0 16,0 0 2000-16,1 0 368 0,-1 1 80 0,0 1 16 16,1 3 1104-16,2-3 208 0,1-1 64 0,3-1 0 15,0-1-640-15,2-1-112 0,2-1-16 0,0 0-16 16,1 1-1520-16,1-2-288 0,1 1-64 0,-1-2-16 16,0 2-832-16,0-1-160 0,-1 2-48 0,-1-3 0 0,1 3-128 15,-2 0 0-15,1-1 0 0,-2 3 0 31,-2-2-512-31,0 2-64 0,1 0-32 0,-1 0-16624 0</inkml:trace>
  <inkml:trace contextRef="#ctx0" brushRef="#br0" timeOffset="90251.05">11455 6228 4607 0,'-1'-5'400'0,"0"3"-400"0,1 1 0 0,-1 1 0 15,1 0 2448-15,0 0 416 0,-1 3 80 0,0-1 0 16,0 3 880-16,-2 2 160 0,1 5 48 0,0 2 0 16,0 3-1984-16,-1 2-384 15,-1 2-64-15,1 1-32 0,0 2-1056 0,0-1-224 16,-1 3-32-16,0 0-16 0,2 0 80 0,-2 0 0 15,1 0 16-15,0-1 0 0,2 0-208 0,1-1-128 0,0-24 128 16,3 38-128 0,-3-38-592-16,0 0-192 0</inkml:trace>
  <inkml:trace contextRef="#ctx0" brushRef="#br0" timeOffset="90559.23">11831 6349 16415 0,'-4'2'352'0,"2"-2"80"0,1 0 16 0,0 0 16 0,1 0-464 16,1 0 0-16,0 0 0 0,-1 0 0 0,3 0 2656 0,2 0 432 16,2-2 96-16,3 1 16 0,0-1-1408 0,1 1-256 15,1 0-64-15,1-1-16 0,-13 2-480 0,28-3-80 16,-28 3-32-16,28-2 0 0,-28 2-592 0,26 0-112 16,-26 0-32-16,0 0 0 0,34 0-128 0,-25 0-176 15,-1 0 48-15,0 0-10688 16,-3 0-2144-16</inkml:trace>
  <inkml:trace contextRef="#ctx0" brushRef="#br0" timeOffset="90763.51">11872 6496 12895 0,'-5'2'1152'0,"3"0"-928"0,1 0-224 0,0-1 0 15,1-1 2992-15,0 2 544 0,0-2 112 0,1 0 32 16,2 1-592-16,1-1-112 0,1 0-32 0,2 0 0 15,-7 0-1568-15,0 0-320 0,28-3-64 0,-17 1-16 16,-11 2-592-16,26-3-128 0,-26 3-32 0,27 0 0 16,-27 0-224-16,28-5 0 0,-28 5 0 0,28-7-12160 15,-13 3-2432-15</inkml:trace>
  <inkml:trace contextRef="#ctx0" brushRef="#br0" timeOffset="91332.17">12490 6161 8287 0,'-2'-2'368'0,"1"0"80"0,0 1-448 0,0 1 0 0,1 0 0 0,0 0 0 15,0 0 2368-15,-1 0 400 0,1 0 80 0,-1 3 16 16,0-1 416-16,0-1 96 0,0 2 16 0,1 0 0 16,-1 2-1024-16,1-2-208 15,1 0-48-15,0 0 0 0,0-2-1136 0,1 1-224 16,1 0-48-16,0-1-16 0,-3-1-432 0,0 0-64 0,20-2-32 0,-11-1 0 0,0 0-160 16,3 1 160-16,0-3-160 0,0 1 160 15,0 1-160-15,0 1 0 0,-1-1 0 0,1 1 0 16,1-1 0-16,-1 1 0 0,1 0 0 0,-2 0 0 0,-11 2 0 0,21-3 0 15,-11 3 0-15,0-3 0 0,-4 2 0 0,2 0 0 16,-2 0 128-16,0 0-128 0,-1-1 0 0,-2 2 0 16,0 0 144-16,0 0-144 0,-1 0 192 0,-2 0-48 15,1 0 0-15,-1 0 0 16,-1 0-144-16,1 0 0 0,-1 0 144 0,0 2-144 16,0-1 0-16,0 0 128 0,0 0-128 0,-1 1 0 0,1 0 0 0,-1 1 0 15,0 0 0-15,0 0 0 0,0 2 0 0,-1 0 0 0,1 2 0 0,-1 0 0 16,1 1 0-1,-2 1 0-15,1 1 0 0,0 1 0 0,0 1 0 0,0 2 0 16,-3 0 0-16,2 1 0 0,-1-1 0 0,0 3 0 16,0-1 0-16,-3 4 0 0,1 0 0 0,0 2 0 15,-1-1 0-15,0-2 0 0,0 5 0 0,0-3 0 0,0 3 0 0,-2 2 0 16,1 0 0-16,1-2 0 0,0 2 0 0,-1-3 0 16,1 1 0-16,-1-2-128 0,1-4 128 0,0 2-128 15,1-4-304 1,0-1-48-16,1-2-16 0,2-1-11792 0,0-4-2368 15</inkml:trace>
  <inkml:trace contextRef="#ctx0" brushRef="#br0" timeOffset="91574.92">12483 6450 11055 0,'-1'-2'976'0,"0"2"-784"0,1 0-192 0,0 0 0 16,1 0 2000-16,0 0 368 0,0 0 64 0,0-1 0 16,2 0 736-16,0-1 144 0,4-1 16 0,0 1 16 15,2-1-1344-15,1 1-272 0,2 0-48 0,1-1-16 16,2-1-736-16,0 1-160 0,2 1-16 0,2-3-16 16,1 0-512-16,1 1-96 0,2-1-128 0,-1 0 176 15,-3 3-176-15,2-3 0 0,-2 0 0 0,1 1-18176 16</inkml:trace>
  <inkml:trace contextRef="#ctx0" brushRef="#br0" timeOffset="95601.54">4646 7859 13823 0,'-2'0'1216'0,"1"2"-960"15,0-2-256-15,0 1 0 0,1-1 1312 0,-1 2 224 16,-1-2 32-16,-1 2 16 0,0 0 528 0,1 1 96 16,0-1 32-16,2-2 0 0,2 0-592 0,1 0-112 15,3-4-32-15,1 1 0 0,4-1-416 0,-1-1-96 16,3 0-16-16,0 0 0 0,2 0-576 0,-1 1-112 0,1 1-32 16,0-1 0-16,-15 4-256 0,31-1 0 15,-31 1 128-15,32-2-128 0,-32 2 0 0,0 0 0 0,46 2 0 0,-46-2 0 16,0 0 0-16,41 1 0 15,-41-1 0-15,0 0 0 16,36-4-896-16,-26 1-64 0</inkml:trace>
  <inkml:trace contextRef="#ctx0" brushRef="#br0" timeOffset="95933.57">4870 7643 14735 0,'-6'-9'1312'16,"3"1"-1056"-16,0 2-256 0,1 1 0 0,2 2 1920 0,0 3 320 16,-1-2 64-16,0 0 0 15,-1-3 64-15,0 0 16 0,0 0 0 0,-2 1 0 0,1 4-688 0,-1 4-144 16,0 1-16-16,-1 5-16 0,0 4-896 0,1 2-176 16,-3 4-48-16,1 3 0 0,-1 1-160 0,0-1-48 15,0 3 0-15,-1-2 0 0,1 2-192 0,-1-2 0 16,1 0 0-16,0 0 0 0,1 2 176 0,0 0-176 15,1 2 192-15,-1 1-192 0,2 1 256 0,3-3-48 16,1-1-16-16,0-26 0 0,7 36-192 0,-7-36 128 16,0 0-128-16,0 0 0 0,34 37 0 0,-34-37 0 0,0 0 0 0,37-2 0 15,-22-3 176-15,0-5-176 0,3 1 192 0,-2-5-192 16,2-1 0-16,-1 1 0 0,1-2 0 0,0 0-12016 16,0 1-2512-1</inkml:trace>
  <inkml:trace contextRef="#ctx0" brushRef="#br0" timeOffset="97597.17">5082 8132 13823 0,'0'-3'1216'0,"0"-1"-960"16,1 3-256-16,-1-1 0 0,0 2 1184 0,0-1 192 16,1 0 32-16,-1-2 16 0,0-1 800 0,0 1 144 15,0 1 48-15,-1 2 0 0,1 2-1008 0,-1 1-208 16,-1 2-48-16,1 1 0 0,-2 2-864 0,0 1-288 16,-1 0 160-16,1 3-160 0,-1-1 0 0,-1 1 0 15,1 1 0-15,1 1 0 0,-1 0 0 0,1-2-176 16,1 0 176-16,1 2-192 0,-1 0 192 0,2-2 0 15,0 0 0-15,2-2 0 0,0-3 0 0,3 0 0 16,0-4 128-16,1-1-128 0,1-3 0 0,1-1 0 0,0-2 0 0,1-4 0 16,-1-1 128-16,-1-2-128 0,2-4 160 0,-1 0-160 15,0-1 160-15,-1 0-160 0,-1-1 160 0,-2 2-160 16,0-1-144-16,-2 2-128 0,-1 0-32 0,-1 0 0 16,-3 4 176-16,-2 0 128 0,0 3-192 15,-2 0 192-15,-1 3 0 0,-1 4-128 0,-1 2 128 0,1 0 0 16,1 5-320-16,-1 3-16 0,3-1 0 0,1 1 0 15,1 2-176-15,2-3-16 0,0 0-16 0,3 0-12096 16</inkml:trace>
  <inkml:trace contextRef="#ctx0" brushRef="#br0" timeOffset="97816.71">5281 8253 33167 0,'-3'-1'1472'0,"2"1"304"0,1-2-1424 0,0 2-352 0,0 0 0 0,0 0 0 15,0 2 1072-15,1-2 144 16,2 3 16-16,-1-1 16 0,2 1-736 0,-4-3-128 16,0 0-48-16,0 0 0 0,0 0-672 15,0 0-144-15,0 0-32 0,33 30-16256 0</inkml:trace>
  <inkml:trace contextRef="#ctx0" brushRef="#br0" timeOffset="98185.7">5475 8162 20271 0,'0'0'1792'0,"0"0"-1424"0,-1 0-368 0,1 0 0 0,0 0 1840 0,0 0 288 15,0 1 64-15,-1-1 16 0,0 2-256 16,-1 1-48-16,0 1-16 0,-1 0 0 0,0 1-1280 16,-1 2-256-16,0-1-48 0,-1 3-16 0,0 2-32 0,0-1-16 15,0 2 0-15,0 0 0 0,2-3-240 0,0 3 128 0,1 0-128 0,1-3 0 16,1 1 128-16,2-5-128 0,1 0 0 0,3-3 0 16,-6-2 0-1,0 0 0-15,0 0 0 0,31-8 0 16,-23 4 0-16,0-3 0 0,1-2 0 0,0-1 0 0,1 0 0 0,-2-1 0 0,0 1 0 0,-2-1 0 15,-1 1 0-15,-1 0-192 0,-2 0 192 0,-2 2-208 16,0 0 208-16,-2 1 0 0,-2 0-160 0,-3 0 160 0,0 2 0 16,-2-2 0-16,-1 2 0 0,-2 3 0 0,0 2-144 0,-1 0 144 15,2 0 0-15,0 0 0 16,2 2-192-16,1 0 64 16,1 1 128-16,2-1-208 15,3-1-1200-15,0 1-224 0</inkml:trace>
  <inkml:trace contextRef="#ctx0" brushRef="#br0" timeOffset="98756.72">5651 8110 14735 0,'-2'-2'640'0,"1"-2"160"0,0 3-640 0,0-1-160 16,1 0 0-16,0 1 0 0,-1 1 1648 0,0-2 288 16,0 0 64-16,0-1 16 0,0-1 512 0,0 3 96 15,1-1 32-15,0 1 0 0,1 0-1136 0,0 1-240 16,3 0-32-16,0-2-16 0,1 2-752 0,2-2-160 16,-7 2-16-16,0 0-16 0,0 0-48 0,39-4-16 15,-39 4 0-15,0 0 0 0,0 0-80 0,41 8-16 16,-41-8 0-16,0 0 0 0,0 0-128 0,0 0 0 0,0 0 0 0,33 33 0 15,-31-27 0-15,-2 0 0 0,-1-1 0 0,-2 1 0 16,-1 0 0-16,0 1 0 0,-2 2 0 0,-1-2 0 16,-2 2 0-16,0-1 0 0,0-1-144 0,-1 0 144 15,-1 0-240-15,-1 0 16 0,-1 0 0 0,1-2 0 16,3 2-336 0,3-2-64-16,0-1-16 0,3 0 0 0,1 0 464 0,2-2 176 0,0 0-128 0,1 1 128 15,2-1 0-15,1-1 0 0,1 1 144 0,-5-2-144 16,0 0 576-16,0 0 16 0,0 0 0 0,42-3 0 0,-42 3-144 0,25-5-48 15,-25 5 0-15,25-7 0 0,-15 3-400 0,3 1 0 16,-2-1 128-16,0-1-128 31,-1 0-624-31,0 0-144 0,-1 0-48 0,0 2-15568 0</inkml:trace>
  <inkml:trace contextRef="#ctx0" brushRef="#br0" timeOffset="99166.56">5993 8010 23039 0,'-3'-2'1024'0,"2"2"192"0,0-1-960 0,0 1-256 0,1 0 0 0,0 0 0 16,0-1 1008-16,-1 1 144 0,1 0 48 16,0 0 0-16,-1 0-592 0,0 0-112 15,0 1-32-15,0 0 0 0,-1 2 48 0,1 2 16 16,-1 1 0-16,1 0 0 0,-1 2 144 0,0 2 32 0,0 2 0 0,-1 2 0 15,0 0-336-15,0-1-64 0,2 1-16 0,1 0 0 16,-1-3 144-16,1-11 16 0,1 22 16 0,-1-22 0 16,0 0 112-16,0 0 32 15,0 0 0-15,0 0 0 0,23 36-352 0,-23-36-64 16,0 0 0-16,0 0-16 0,0 0-176 0,38 16 0 16,-38-16 0-16,0 0 0 0,0 0 0 0,0 0 0 15,37 24 0-15,-37-24 0 0,0 0 0 0,0 0 0 0,0 0 0 0,0 0 0 16,0 0 0-16,20 38 0 0,-21-33 0 15,-1 2 0-15,-1 0 0 0,-2 0 0 0,0 0 0 0,-2-1 0 0,0 0 0 0,-2-1 0 0,0 0 128 0,-1 0-128 32,-2-1 0-32,-3-2 0 0,0 1 0 0,0 1 0 0,2-3 0 0,-2-1 0 15,0-1 0-15,0-1 0 32,2-1-640-32,0-3-48 0,2-2-16 0,1-4-15920 0</inkml:trace>
  <inkml:trace contextRef="#ctx0" brushRef="#br0" timeOffset="99311.8">5942 8042 26719 0,'1'-3'1184'0,"1"0"240"15,1 1-1136-15,-1 0-288 0,1 0 0 0,0 0 0 0,1 1 1728 0,2-4 272 16,6 1 64-16,6-6 16 0,2 3-1152 0,3-2-224 16,1 1-64-16,-2 0 0 15,-1 2-2048-15,0 2-432 0,0-1-80 0,-1 0 0 0</inkml:trace>
  <inkml:trace contextRef="#ctx0" brushRef="#br0" timeOffset="100312.69">6360 8211 22111 0,'3'0'1968'0,"-1"0"-1584"0,-1 0-384 0,0 1 0 15,-1-1 1088-15,0 2 144 0,2 3 32 0,-2-1 0 16,2 2 336-16,-1 3 64 0,-2 1 0 0,-1 0 16 16,0 1-848-16,-4-1-160 0,1 4-32 0,-4-3-16 15,2 1-624-15,-2 0-208 0</inkml:trace>
  <inkml:trace contextRef="#ctx0" brushRef="#br0" timeOffset="101789.84">6653 7984 11055 0,'-1'0'976'0,"0"-2"-784"0,1 2-192 0,0 0 0 0,0 0 1392 0,0 0 224 16,-1 0 48-16,1-1 16 0,0 0 432 0,0 1 64 0,-1 0 32 0,1-2 0 15,1 4 304-15,-1-2 64 0,2 0 16 0,1 0 0 16,1 0-2192-16,1 0-400 0,1 0-144 0,0 0 0 15,1 0 688-15,1-2 144 0,2-1 16 0,0 1 16 16,-1-1-256-16,0 1-48 0,2-2-16 0,-2 1 0 16,0-2-16-16,0 3-16 0,0-2 0 0,-2 1 0 15,1 2-160-15,-3-1-16 0,0 2-16 0,-2 2 0 16,1-2-176-16,-1 3 128 16,0-2-128-16,-1 1 128 0,-1 2-128 0,-1-1 0 0,1 2 0 0,-1-1 128 15,-1 3-128-15,0-2 0 0,1 2 0 0,-3 2 0 16,1 2 0-16,-2 1 0 0,1 1 128 0,-1 3-128 15,-1 1 0-15,1 2 0 0,-1 0 0 0,0 0 128 16,1 1-128-16,-1 1 0 0,0 2 0 0,1 1 0 16,-2-2 0-16,1 1 0 0,-1-2 0 0,0 1 0 15,0-3 0-15,0 0 0 0,0-1 0 16,0-3 0-16,1-1 0 0,1-4-224 0,0-1 80 0,2-2-11760 16,0-2-2336-16</inkml:trace>
  <inkml:trace contextRef="#ctx0" brushRef="#br0" timeOffset="102006.96">6655 8217 23039 0,'-5'-2'1024'0,"0"1"192"0,2 1-960 0,1-2-256 15,1 2 0-15,1 0 0 0,0 0 2112 0,0 0 368 16,2-1 80-16,1 0 0 0,3-1-512 0,2-1-128 15,-8 3 0-15,25-6-16 0,-25 6-1136 0,35-8-240 16,-13 3-32-16,3-2-16 0,1 2-288 0,-1-2-48 16,1 0-16-16,-1-3-12320 0,1 2-2464 0</inkml:trace>
  <inkml:trace contextRef="#ctx0" brushRef="#br0" timeOffset="102734.7">7304 7838 5519 0,'-4'2'496'0,"0"-2"-496"0,1 0 0 0,1 0 0 16,1 0 1968-16,1 0 288 0,-1-2 64 0,1 2 16 16,-1 0 1024-16,-1-2 208 0,0 1 32 0,2-3 16 15,3 3-992-15,-1-3-208 0,2 1-48 0,2-2 0 16,0 2-1072-16,3 0-208 0,1 0-64 0,0 1 0 16,2 0-576-16,-12 2-128 0,0 0-32 0,40 0 0 15,-40 0-288-15,0 0 128 0,38 5-128 0,-38-5 0 16,0 0 0-16,41 9 0 0,-41-9 0 0,0 0 0 0,0 0 0 0,45 9-304 15,-45-9 64-15,0 0 16 16,0 0-1376-16,35-4-288 0</inkml:trace>
  <inkml:trace contextRef="#ctx0" brushRef="#br0" timeOffset="102985.98">7373 7935 4607 0,'-3'2'400'0,"1"-2"-400"0,1 1 0 0,0 1 0 16,1-2 1664-16,-1 2 240 0,-1-1 48 0,-2 2 16 15,-1 0 784-15,1 0 144 16,0 0 48-16,1-2 0 0,1 1-448 0,1-1-64 0,1-1-32 16,1 0 0-16,2 0-576 0,0-1-112 0,3 1-32 0,0-2 0 15,3 0-592-15,2 0-128 0,-11 2-32 0,26-5 0 0,-26 5-560 0,34-3-112 16,-34 3-32-16,37-1 0 15,-37 1-224-15,36 1 0 0,-36-1 128 0,36 3-128 16,-36-3 0-16,0 0 0 0</inkml:trace>
  <inkml:trace contextRef="#ctx0" brushRef="#br0" timeOffset="185281.44">7957 7800 10127 0,'-2'0'896'0,"1"-3"-704"15,0 3-192-15,1 0 0 0,0 0 1568 0,-1-2 288 0,-1-1 48 0,0 1 16 16,-1-2 768-16,1-1 144 15,0 1 48-15,2 1 0 0,-1-2-592 0,1 2-112 16,0 0-32-16,1 0 0 0,0 2-944 0,1-3-192 16,0 1-48-16,2 1 0 0,-1-3-496 0,3 1-96 0,1 1-32 0,0-2 0 0,1 3-208 0,2-1-128 15,0 1 160-15,1 1-160 16,-11 1 0-16,0 0 0 16,35 3 0-16,-35-3 0 0,0 0 0 0,0 0 0 0,0 0 0 0,43 32 0 15,-43-32 0-15,0 0 0 0,11 35 0 0,-11-21 0 16,-1 0 0-16,-3 1 0 0,1 1 0 0,-4-1 0 15,2-1 0-15,-3 2 0 0,-1-1 0 0,-2 3 0 0,0-1 0 0,-1 0 128 16,0-1-128-16,0 1 144 0,-1 0-144 0,-1-1 0 16,1 0 0-16,0-1 0 0,0-1 0 15,1 0 0-15,3-4 0 0,2 1 0 0,2-3 0 0,1-4 0 16,3 1 0-16,1 0 0 0,0-3 0 16,3-2 0-16,0 2 0 0,2-2 0 0,1 0 0 0,1-2 0 15,1 2 0-15,0-2 0 0,3 0 224 0,-1-1 16 16,1-1 0-16,-1 3 0 0,-10 1-80 0,0 0-16 15,31-4 0-15,-22 2 0 0,-1 2-144 0,0 0 192 16,-8 0 0-16,0 0-192 0,0 0 0 16,0 0 0-16,41 6 0 0,-41-6 0 0,0 0 0 15,0 0 0-15,0 0 0 0,0 0 0 0,0 0-192 16,40 1 32-16,-34-2-18368 16</inkml:trace>
  <inkml:trace contextRef="#ctx0" brushRef="#br0" timeOffset="185500.12">8265 7987 21183 0,'-1'0'1888'0,"0"2"-1504"0,2-1-384 0,-1 1 0 16,1 0 1920-16,-1 0 304 15,0 3 64-15,0 2 16 0,1 5-256 0,-1-12-64 0,0 0 0 0,8 36 0 16,-8-36-1344-16,0 0-256 0,0 0-64 0,22 33-16 15,-22-33-304-15,0 0 0 0,0 0 0 0,0 0 0 32,41 14-512-32,-41-14 0 0</inkml:trace>
  <inkml:trace contextRef="#ctx0" brushRef="#br0" timeOffset="186086.02">8516 7724 17503 0,'-5'0'1552'0,"2"-2"-1232"0,0 1-320 0,1 1 0 0,2 0 1936 0,-1 0 336 15,0 0 64-15,0 0 16 0,0 0-368 0,-1-1-64 0,2 0 0 0,1-1-16 16,1 1-800-16,2-3-144 16,2 2-48-16,0-3 0 0,2 2-544 0,0 1-112 15,1 0-32-15,-9 2 0 0,0 0-224 0,0 0 0 0,41 4 0 0,-41-4 0 16,0 0 0-16,0 0 0 0,34 31 0 0,-34-31-160 16,0 0 160-16,0 0 0 0,12 38 0 0,-13-29-128 15,-1 0 128-15,-2 0 0 16,0 2 0-16,-2-4 0 0,0 3 0 0,0-3 0 0,-1 1 128 0,-1-1-128 15,0 1 176-15,0 0-48 0,2-3 0 16,-1 2 0-16,2-3 112 0,-2 1 16 0,1 0 0 0,-1-1 0 0,2-1 0 16,0 2 0-16,1-2 0 0,0-2 0 0,0 2-256 0,1 2 176 15,1-3-176-15,1 2 160 16,0-1-160-16,0 2 0 0,0-3 0 0,1 1 0 16,1 2 0-16,1-1 0 0,1-2 0 0,1 1 0 0,1-1 0 15,-5-2 0-15,0 0 0 0,0 0 0 0,0 0 0 0,44 5 0 0,-44-5 0 16,0 0 0-16,43 0 0 0,-43 0 0 0,0 0 144 0,44 2-16 15,-44-2 16-15,0 0 16 0,0 0 0 0,45 12 0 16,-45-12-160-16,0 0 0 0,0 0 0 0,0 0 128 16,0 0-128-16,11 36 0 0,-17-27 0 0,-4 3 0 15,-2-1 192-15,-3 2-64 16,0 1 0-16,-2-3 0 0,0 2-128 0,-1-1 0 0,0 1 144 0,1-3-144 16,3 0 0-16,-1-1 0 15,1-2 0-15,0 1 0 0,3-2 0 0,1-1 0 0,3-2 0 0,1-1-12096 16,4-4-2464-16</inkml:trace>
  <inkml:trace contextRef="#ctx0" brushRef="#br0" timeOffset="186545.88">9014 7611 22111 0,'0'-5'976'0,"-1"2"208"0,1 1-944 0,-1 1-240 0,0 1 0 0,0 0 0 15,-1 3 1552-15,-1-1 272 0,-1 3 48 0,-2 0 16 16,-2 4-1008-16,-3 3-208 0,1 2-32 0,0 3-16 15,1-2 432-15,-1 2 96 0,2-2 0 0,-1 4 16 16,-1 2-1520-16,-1 3-304 0,0 2-64 0,0 3-16 0,2-1 736 16,1 1 240-16,1 1 0 0,2-1 0 0,1 0-32 0,3-6 0 15,2-1 0-15,-1-22 0 0,7 35-208 16,-7-35 0-16,0 0 0 0,0 0 0 0,0 0 0 0,45 22 0 16,-35-25 0-16,2-4 0 0,0-3 784 15,-1 1 112-15,0-3 32 0,0 0 0 0,0-2-480 0,-2 0-80 16,-2 0-32-16,0 2 0 0,-3 2-208 0,-1-2-128 15,-1 1 128-15,-2 0-128 0,-2 0 160 0,-1 1-32 16,-2 1-128-16,-2 2 192 0,0 0 64 0,-2 2 0 16,-2 3 0-16,-1 2 0 0,0 1-64 0,-1 3 0 0,1 3 0 0,-1 2 0 15,1 3-192-15,1 0 0 0,2 2 0 0,2-4 0 16,2 2-208-16,1-1-48 0,2 0 0 0,3-2-17728 16</inkml:trace>
  <inkml:trace contextRef="#ctx0" brushRef="#br0" timeOffset="186975.9">9306 7717 13823 0,'1'-5'608'0,"0"0"128"15,-1 1-592-15,0 1-144 0,0 3 0 0,-1 0 0 0,0 0 1008 0,-1-1 160 16,-2 1 48-16,-1 0 0 0,0 1 832 0,-3 1 192 15,0 1 16-15,-1 2 16 16,0 2-848-16,-1 1-160 0,2 0-48 0,-2 2 0 16,1 1 64-16,0-1 0 0,2 2 0 0,0-2 0 15,2 1-480-15,1-1-96 0,0-3 0 0,2 0-16 16,1-1-416-16,1 0-80 0,1-1 0 0,1-2-16 0,2 1 0 0,0 1 0 16,1-3 0-16,-5-2 0 0,0 0 48 0,0 0 16 15,0 0 0-15,42 14 0 0,-42-14-240 0,0 0 144 0,0 0-144 0,43 14 128 16,-43-14-128-16,0 0 0 0,38 14 0 0,-38-14 0 15,0 0 0-15,0 0 0 0,47 24 0 16,-47-24 0-16,0 0 0 0,0 0 0 16,0 0 0-16,40 29 0 0,-40-29 0 0,0 0 0 0,0 0 0 0,0 0 0 0,0 0 0 0,12 35 0 15,-14-28 0-15,-2 0 0 0,0 1 0 0,-3-2 0 16,-2 3 0-16,-3-1 0 0,-2 4 0 0,-3-3 0 16,-1 3 0-16,-3 0 128 0,2 0 16 0,-2 0 0 15,1 0 0-15,1-3 0 0,2-2-144 0,1-1 0 16,3-1 0-16,1-4 128 0,1-3-128 0,2-3 0 15,0-3 0-15,3-5-18192 0</inkml:trace>
  <inkml:trace contextRef="#ctx0" brushRef="#br0" timeOffset="187149.6">9245 7719 31327 0,'-1'0'1392'0,"1"0"272"0,2 0-1328 0,0 0-336 0,1-2 0 0,0 1 0 0,0-1 1456 0,5 1 208 0,5-4 64 0,6-1 0 16,5-3-752-16,5-3-144 0,2 0-16 16,-1-1-16-1,1 1-656-15,-2 2-144 0,-1-2 0 0,-1 2-11968 16,-2 3-2384-16</inkml:trace>
  <inkml:trace contextRef="#ctx0" brushRef="#br0" timeOffset="194765">7073 7309 6447 0,'1'0'576'0,"-1"-2"-576"0,0 1 0 0,1 1 0 15,-1 0 960-15,0-2 96 0,0 1 16 0,1-2 0 16,0 0 848-16,0 0 192 0,0 1 16 0,-1 2 16 16,1 0-192-16,-1 0-32 0,0 3-16 0,0 2 0 15,0 1-432-15,1 6-96 0,0 0-16 0,0 7 0 16,1 0-608-16,-2 6-128 0,1 7-32 0,-1 4 0 15,-1 2-272-15,1 11-48 0,-3 8-16 0,-1 5 0 16,0 2 48-16,-1 0 0 0,0 0 0 0,0 2 0 16,1 3-176-16,2-5-128 0,0-5 192 0,3-6-15360 15</inkml:trace>
  <inkml:trace contextRef="#ctx0" brushRef="#br0" timeOffset="195414.23">4238 7370 7359 0,'-2'-9'656'0,"1"4"-528"16,1 1-128-16,1-1 0 0,0 3 4160 0,-1 1 816 0,1 1 144 0,0-2 48 15,0 0-1936-15,0 0-384 0,-1 1-80 0,0 4-16 16,0 4-1264-16,-2 5-256 0,2 9-48 16,-2 3-16-16,0 4-800 0,-1 10-176 0,-1 10-16 0,-2 11-16 15,-1 10-160-15,-3 7 128 16,-1 4-128-16,-1 0 128 0,-1 4-128 0,0 1 0 16,0 2 0-16,1-8 0 0,1-5-192 0</inkml:trace>
  <inkml:trace contextRef="#ctx0" brushRef="#br0" timeOffset="196431.49">6073 9000 11967 0,'-1'0'1072'0,"0"0"-864"0,1-1-208 0,-1 1 0 0,1 1 1152 0,0-1 176 0,0 2 32 0,0-2 16 16,-1 2 1056-16,0 3 224 0,-1 0 32 0,0-1 16 15,1 4-896-15,-1 1-176 0,0 3-32 0,-1 2-16 16,0 3-704-16,0 4-144 16,-1 0-32-16,0 5 0 0,-1 5-176 0,-1 0-32 0,1-2-16 0,-1 1 0 0,-1-1-96 0,1-1 0 31,-2 3-16-31,2 0 0 0,0-1-128 0,2-5-32 16,1-2 0-16,2-4 0 0,2-4-208 0,-1-15-128 15</inkml:trace>
  <inkml:trace contextRef="#ctx0" brushRef="#br0" timeOffset="196673.35">6191 9370 29487 0,'0'2'2624'0,"1"-2"-2112"0,1 2-512 0,0-2 0 16,-1 0 704-16,1 0 16 0,2 0 16 0,-4 0 0 15,0 0-160-15,0 0-48 0,43-10 0 0,-43 10 0 16,31-12 96-16,-31 12 16 0,32-14 0 0,-32 14 0 16,34-11-288-16,-34 11-48 0,32-7-16 0,-32 7 0 0,0 0-288 0,40-8 128 15,-40 8-128-15,0 0 0 16,0 0 0-16,35-4 0 0,-35 4 0 0,0 0 0 0,0 0-240 0,0 0-96 16,20-11-32-16,-19 7-15936 15</inkml:trace>
  <inkml:trace contextRef="#ctx0" brushRef="#br0" timeOffset="196942.3">6430 9061 31327 0,'-2'0'1392'0,"1"0"272"0,0 0-1328 0,0 0-336 0,0 2 0 0,0-1 0 16,-1 2 1680-16,-1 1 272 0,-4 6 48 0,-1 3 16 16,-2 2-912-16,-1 2-176 15,0 1-32-15,1 1-16 0,-1 0-560 0,0 0-128 0,3-2 0 16,-1-1-16-16,2 0-176 0,0 4 0 15,2-4 0-15,-1 3 128 0,3-4-128 0,2-1 0 16,0 2 0-16,1-1 0 0,0-15 0 0,4 25 0 16,-4-25 0-16,0 0 0 0,0 0 0 0,23 32 0 15,-23-32 0-15,0 0 0 0,0 0 0 0,42 7 0 0,-42-7 0 0,27-7 0 16,-11-1 0-16,-1 1 0 0,-1-2 160 0,0-1-160 16,1 0 0-16,-1-1 0 0,1-1 0 15,-1-2 0-15,0 2-832 0,-1 0-64 0</inkml:trace>
  <inkml:trace contextRef="#ctx0" brushRef="#br0" timeOffset="197195.34">6845 8954 4607 0,'0'-2'400'0,"0"2"-400"0,0 0 0 16,0 0 0-16,-1 0 3440 0,1 0 592 15,-1 1 128-15,0 0 32 16,0 1 144-16,-2 4 16 0,0-2 16 0,-1 3 0 0,1-2-2256 0,-1 2-464 16,0 0-96-16,0 3-16 0,1-1-896 0,0 3-176 0,-1 0-32 0,2 2-16 31,-2 5-224-31,0 5-32 0,-1 4-16 0,1 3 0 16,-3 4-144-16,2 1 0 0,-2 1 0 0,2 0 128 0,-1-4-128 0,2 0 0 15,1 0 0-15,2-4 0 0,2-3-144 0,1-2-16 16</inkml:trace>
  <inkml:trace contextRef="#ctx0" brushRef="#br0" timeOffset="198115.51">7748 9092 4607 0,'1'-7'400'0,"0"4"-400"0,1 1 0 0,0-2 0 0,-1 3 1712 0,-1-1 256 16,1 2 48-16,0-3 16 0,2-1 1296 15,-1 1 272-15,-1-2 48 0,1 3 16 0,-2 0-720 0,-1 2-160 16,-1 1-32-16,0 2 0 0,-2 0-1104 0,-1 2-240 15,1 0-32-15,-2 2-16 16,0-1-912-16,-1 2-176 0,-1-1-32 0,-1 0-16 16,-1 1-224-16,1 0 0 0,0-2 128 0,-2 0-128 15,1-1 0-15,-1 0 0 0,0-1 0 0,-1 2 0 0,-1-2 0 0,0 1 0 16,0 0 0-16,-1 0 0 0,0 2-240 16,0-1 64-16,1 0 16 0,0 1 0 0,0 0 160 0,2-1 0 15,1 2 0-15,0-4 0 0,1 1 0 0,-1-1 0 16,2 0 0-16,0 0 0 0,2-1 0 0,0 0 0 15,1-2 0-15,0 1 0 0,2-2 0 0,0 0 176 0,1 0-176 16,0 0 192-16,1 0-16 0,0 0 0 0,2-2 0 0,0 2 0 16,-1 0-16-16,2 2 0 0,-1-2 0 0,1 1 0 15,0 1-160-15,1 1 0 0,0-1 144 0,0 2-144 16,1-1 0-16,-4-3 128 0,0 0-128 0,0 0 0 16,0 0 144-16,0 0-144 0,45 31 192 0,-45-31-192 15,0 0 144-15,39 24-144 0,-39-24 0 16,0 0 144-16,50 28-144 0,-50-28 0 0,0 0 0 0,56 21 0 15,-56-21-128-15,0 0-16 0,50 15 0 0,-50-15-18592 16</inkml:trace>
  <inkml:trace contextRef="#ctx0" brushRef="#br0" timeOffset="199147.36">8307 8897 8287 0,'-2'-5'736'0,"1"2"-592"0,1 0-144 0,-1 0 0 0,1-1 1072 16,0 3 176-16,0-1 32 0,0 0 16 0,1-3 1312 0,-1-1 256 16,0 0 48-16,0 1 16 0,0 3-512 15,0-2-112-15,-1 3 0 0,1 2-16 0,0 1-848 0,-1 2-160 16,1 4-48-16,-1 3 0 0,0 6-608 0,1 2-128 0,1 2-32 0,-2 3 0 15,1 0-256-15,-1 9-48 16,-1 12-16-16,-1 9 0 16,-2 6-16-16,2-1-128 0,-2-2 192 0,0-7-64 0,2-9-128 0,2-2 0 15,0-1 0-15,2-5 0 16,0-6-368-16,1-8-144 0</inkml:trace>
  <inkml:trace contextRef="#ctx0" brushRef="#br0" timeOffset="199823.43">8697 8960 14735 0,'2'-3'1312'0,"-1"0"-1056"0,1 2-256 0,-2 0 0 0,0 1 1584 0,0 0 256 16,1-2 48-16,1-1 16 0,-1 1 672 15,0-1 144-15,-1 1 32 0,-1 2 0 16,-1 2-864-16,-1 1-160 0,0 0-48 0,0 3 0 16,0 2-1056-16,-1-1-224 0,1 2-32 0,0 4-16 0,0 0-208 0,0 4-144 15,0 4 192-15,0 0-192 0,1 4 0 0,0 0 0 16,1 2 0-16,1 1 0 0,0-2 0 0,2-2 0 15,0-3 0-15,-2-21 0 0,6 35 0 0,-6-35 0 16,0 0 0-16,15 34 0 0,-15-34 0 16,0 0-144-16,0 0 144 0,0 0 0 0,0 0 0 0,40 14 0 15,-34-16 0-15,1-3 0 0,-1 1-128 16,1-2 128-16,-1-1-128 0,0 2 128 0,-2-2-512 0,1 0 0 0,0 2-16 16,-2-1 0-16,0 1-496 0,-2 0-80 0,0 1-32 15,-2 1 0-15,0 2-768 16,-1 1-144-16</inkml:trace>
  <inkml:trace contextRef="#ctx0" brushRef="#br0" timeOffset="200026.85">8563 9175 21359 0,'-4'0'464'0,"2"-2"112"0,1 2 0 0,1 0 32 0,1 0-480 0,0 0-128 15,1 2 0-15,1-2 0 0,-3 0 3424 0,0 0 672 16,0 0 128-16,0 0 16 0,43 21-2384 0,-43-21-496 15,0 0-80-15,41 12-32 0,-41-12-752 0,0 0-160 0,49 5-16 0,-49-5-16 16,37-1-304-16,-37 1 128 0,35-4-128 0,-35 4 0 16,33-12 0-16,-17 6 0 15,0 0 0-15,-1-1 0 0,-15 7-192 0,26-9-80 0,-26 9-32 0,0 0-12064 16,32-3-2416 0</inkml:trace>
  <inkml:trace contextRef="#ctx0" brushRef="#br0" timeOffset="200881.08">9048 9350 10127 0,'-1'-2'896'0,"1"0"-704"0,1 0-192 0,-1 1 0 0,0-1 1248 0,0 2 224 0,0-2 32 0,0-1 16 0,0 1 1216 0,0-3 240 31,0 2 48-31,-1 0 16 0,-1 2-624 0,0 1-128 0,-1 0-32 0,0 4 0 16,0 1-1024-16,-2 0-208 0,1 7-32 15,-1 0-16-15,1 2-608 0,1-2-128 0,-1 2-32 0,1 3 0 16,1 2-208-16,1-3 0 0,2 3 128 0,1-4-128 16,-2-15 0-16,0 0 0 0,0 0 0 0,0 0 0 15,32 28 0-15,-23-32 0 0,2-2 0 0,0-3 0 16,-1-1 0-16,2-3 0 16,-1 0 192-16,-3-3-48 0,-1 2-16 0,0 1 0 0,-1-3 0 0,-2 0 0 15,0 1-128-15,-3-1 0 0,-1 2 0 0,-4 2 0 0,-1 2 0 0,-2 3 0 16,-3-2 0-16,-2 4 0 15,0 2 0-15,-2 3 0 0,1 3 0 0,-1 1 0 16,2 4-352-16,2 1 0 0,0 0 0 0,4 1 0 16,2 0-336-1,1-1-64-15,3 0-16 0,1-1-15536 0</inkml:trace>
  <inkml:trace contextRef="#ctx0" brushRef="#br0" timeOffset="201060.55">9305 9412 27647 0,'0'2'1216'0,"0"-2"256"0,0 2-1168 0,0 1-304 15,1-2 0-15,-1 1 0 0,1 1 1408 0,0 0 240 16,-1 5 32-16,2-1 16 0,-2-7-688 0,0 0-144 16,8 29-32-16,-8-29 0 0,0 0-704 0,0 0-128 15,0 0 0-15,0 0-10896 16,0 0-2144-16</inkml:trace>
  <inkml:trace contextRef="#ctx0" brushRef="#br0" timeOffset="201425.71">9533 9294 21183 0,'0'0'944'0,"0"0"192"0,0 2-912 0,0-2-224 0,0 1 0 0,-1 0 0 16,0 1 1888-16,0 1 336 0,-2 2 64 0,-1 2 16 15,-2 4-784-15,1-1-160 0,-2 2-16 0,1 0-16 0,0 0-944 16,1-2-192-16,2 1-48 0,0-1 0 0,2 1-16 16,1-3 0-16,2-1 0 0,1 0 0 15,0-3-128-15,-3-4 0 0,0 0 0 0,0 0 0 0,0 0 128 0,0 0-128 16,48 8 192-16,-48-8-64 0,0 0 320 0,32-9 48 16,-21 4 16-16,-2-1 0 0,1 3-320 0,-1-3-64 15,0 1-128-15,0-2 192 0,-3 0-192 0,1 2 128 16,-2-4-128-16,0 1 0 0,-2 0 128 15,-2 0-128-15,0 1 0 0,-2-2 144 0,-3 1-144 0,-2 1 0 16,0-1 0-16,-3 2 0 0,1-1 0 0,-1 2 0 16,0 3 0-16,-1-1 128 0,2 4-128 0,0 3 0 15,2 1 0-15,1-1 128 0,1 2 64 0,1-2 0 16,1 3 0-16,1-2 0 0,1 0-640 16,2 0-128-16,0-1-32 0,2 1-16192 0</inkml:trace>
  <inkml:trace contextRef="#ctx0" brushRef="#br0" timeOffset="201746.56">9716 9312 23039 0,'1'0'2048'0,"-1"0"-1648"0,1 0-400 0,0 0 0 0,1 0 2304 0,0 0 368 16,1 0 80-16,1-1 0 15,-4 1-1040-15,0 0-224 0,0 0-32 0,36-8-16 0,-36 8-1120 0,0 0-320 16,31-5 144-16,-31 5-144 15,0 0 0-15,0 0 0 0,37 3 0 0,-37-3 0 16,0 0 0-16,0 0 0 0,0 0-128 0,0 0 128 31,17 37-432-31,-19-27 0 0,-1 0 0 0,0-1 0 16,-1 0-160-16,-2 2-48 0,-1 0 0 0,0 1 0 16,-3 2 192-16,1 0 16 0,0-2 16 0,2-2 0 0,3-1-544 15,1-1-96-15,2-1-32 0,1 1 0 0,0 0 1312 0,0-8 256 0,0 0 48 0,0 0 16 16,0 0 736-16,0 0 160 0,26 28 32 0,-26-28 0 0,0 0-656 0,0 0-128 15,0 0-32-15,44 2 0 16,-44-2-320-16,0 0-64 0,32-9-16 0,-23 3 0 16,1 0-816-16,1-1-160 15</inkml:trace>
  <inkml:trace contextRef="#ctx0" brushRef="#br0" timeOffset="202699.71">10075 9272 19343 0,'-3'2'848'0,"2"-1"192"0,0 1-832 0,1 0-208 0,0-2 0 15,0 0 0-15,0 0 864 0,0 1 128 0,0-1 32 0,1 0 0 16,1 0 672-16,0-1 144 0,1-3 16 0,1 1 16 16,1 1-544-16,-1-1-112 0,2 1-32 0,-2-1 0 15,1 1-672-15,0 1-144 16,-2 1-32-16,1 0 0 0,-1 1-336 0,-2 1 0 0,1-1 0 0,-1 1 0 15,-1-2 128-15,0 2-128 0,-1-2 128 0,1 1-128 16,0 1 560-16,-1-2 32 0,1 0 16 0,0 0 0 16,0 0-224-16,-1 0-32 0,1 0-16 0,0-2 0 15,0 2-336-15,1 0 144 0,-1 0-144 0,-1 0 0 0,1 0 128 0,0 0-128 16,0-1 0-16,-1 1 0 16,1 0 128-16,-1-2-128 0,1 2 0 0,-2 0 0 15,1 0 0-15,0-2 0 0,0 2 0 0,0-1 0 0,1 1 128 0,-1 0-128 16,1 0 0-16,-1 0 0 15,1 0 240-15,-2 0-64 0,1 0-16 0,0 0 0 0,-1 0 64 0,0 0 16 16,0-2 0-16,0 2 0 0,0-1-112 0,0 1-128 0,-1 0 176 0,1 0-176 16,-1 1 160-16,1 1-160 0,0-2 128 0,-1 1-128 15,1 1 0-15,-1 0 128 16,1 1-128-16,0-1 0 0,-1-2 0 0,0 3 0 0,0 1 128 0,1-1-128 16,-1-1 0-16,-1 0 0 0,0 1 144 0,2-1-144 15,-1 0 176-15,1 1-48 0,0-2 0 0,0 0 0 16,1-1 0-16,0 0-128 0,1 0 192 0,-1 0-64 15,2 0-128-15,-1 0 0 0,0 0 0 16,0 0 128-16,0 0-128 0,1 2 0 0,-1-2 0 0,0 0 0 16,0 1 0-16,0 1 0 0,0-2 0 0,0 2 0 15,0-1 0-15,-1 1 0 16,1 0 0-16,-1 0 0 0,1 0 0 0,-2 1 160 16,0 0-160-16,-1 0 160 0,1 0-160 0,-1 0 192 0,2-1-192 15,-2 1 192-15,0-1-192 0,0 0 192 0,0 1-192 0,1-1 192 0,-1 1-192 0,0-1 0 16,0 0 144-16,1 0-144 0,0-1 0 15,1 1 0-15,0-2 0 0,1 0 0 0,-1 0 0 0,0 0 0 16,2 2 0-16,-1-2 128 0,0 1-128 0,0-1 0 16,1 2 0-16,-1-2 0 0,1 2 0 0,0-2 0 15,0 2 0-15,-1-1 0 16,1 1 0-16,-1 0 0 0,0-1 0 0,1 1 0 0,0-2 0 0,-1 0 0 16,1 2 0-16,-1-2 0 0,1 1 0 0,-1 0 0 0,1-1 0 0,-1 0 0 31,1 2 0-31,0-2 0 0,0 0 0 0,0 0 128 0,1 0-128 0,0 0 0 15,0 0 0-15,1-2 0 0,1 1 0 0,0 0 128 16,1-3-128-16,1 1 0 0,-1 0 896 16,2 0 128-16,0 0 0 0,0 0 16 0,-1 1-1664 0,-6 2-336 0,0 0-64 0,0 0 0 15,0 0 816-15,0 0 208 16,38 5 0-16,-38-5 0 0,0 0 0 0,0 0 0 0,0 0 0 0,0 0 0 16,0 0 0-16,27 35 0 0,-27-35 0 15,0 0 0-15,0 0 0 0,0 0 0 0,0 0 0 0,0 0 0 16,17 31 0-16,-15-29 0 0,0 0 0 15,0 1 0-15,0 0 0 0,-1 1 0 0,0-2 0 0,-1 1 0 16,0 2 0-16,-1-1 0 0,-1 1 0 0,0 0 0 16,-1 2 0-16,-2 0 0 0,-1 1 0 15,-2 1 0-15,0 2 0 0,-3-3 0 0,-2 1 0 16,1-2 0-16,2 0 0 0,1-2 0 0,-1-1 0 16,0-3 0-16,-1 1 0 0,2-5 0 15,0-1 0-15,1-1 0 0,1-2-304 0,1-3-16 0,3 1 0 16,1-2-19008-16</inkml:trace>
  <inkml:trace contextRef="#ctx0" brushRef="#br0" timeOffset="203577.69">10079 9256 13279 0,'-3'-2'0'0,"1"1"0"16,2 1 0-16,-1 0-128 0,1 0 128 0,-2 0-160 15,0-2 816-15,-3 1 176 0,0-1 16 0,-2 0 16 0,2 0 208 0,-1-1 32 31,1-2 16-31,0 3 0 0,1 0-544 0,0-1-96 0,2 1-32 0,-2-1 48 0,2 1-288 0,0 1-48 16,0 0-16-16,2-1 0 0,0 0 448 0,0 1 96 16,0-1 16-16,1 0 32 0,2-1 784 0,0 3 144 0,1-4 48 0,-1 3 0 15,3-1 224-15,-1 2 48 0,1-2 16 0,0 2 0 16,-6 0-800-16,0 0-176 16,0 0-16-16,0 0 16 0,42 9-624 0,-42-9-128 15,0 0-16-15,0 0-16 0,44 13-400 16,-44-13-80-16</inkml:trace>
  <inkml:trace contextRef="#ctx0" brushRef="#br0" timeOffset="204291">10412 9386 11967 0,'0'-2'1072'0,"0"0"-864"0,0 1-208 0,0 1 0 15,1 0 1248-15,-1 0 208 0,0 0 32 16,1 0 16-16,0 1 1616 0,0 3 320 0,0-2 64 0,0 3 16 15,0 0-1408-15,-1 2-288 0,0 0-48 0,0 0-16 0,-1 0-1056 0,0 3-224 16,0-1-32-16,0-2-16 16,-1 3-288-16,-1-3-144 0,0 1 160 0,0 0-160 15,0 0 0-15,-1 1 128 0,1-2-128 0,2-2 0 0,-1-3 0 0,1 1-288 16,0-1 64-16,1-2-16608 16</inkml:trace>
  <inkml:trace contextRef="#ctx0" brushRef="#br0" timeOffset="204732.61">10632 9007 10127 0,'0'0'448'0,"0"0"96"0,0 0-544 0,0 0 0 16,0 0 0-16,0 0 0 0,1 2 2752 0,0-2 432 16,0 2 80-16,0-2 32 0,1 1-96 0,1 1 0 15,2-2-16-15,-1 0 0 0,2-2-1856 0,1 1-368 16,1-3-80-16,0 0-16 0,2-2-480 0,1 1-80 16,1-2-32-16,-2 0 0 0,1 2-272 0,-1-2 128 15,0 3-128-15,0-1 0 0,-1 2 0 0,-2 1 0 16,0 2 0-16,-2-2 0 0,-1 4 128 0,0 0-128 0,-1 0 0 0,-2 4 0 15,0-2 1088-15,-1 4 144 0,0-1 48 0,-1 2 0 32,-1 3-1568-32,0 0-304 0,-1 2-64 0,0 0-16 0,1 3 672 0,0 0 128 0,-1 3 16 0,0-2 16 15,0 2-160-15,1 2 0 0,0-3 0 0,-1 2 0 16,1 3 0-16,-2-3 0 0,1 0 128 0,-1 1-128 16,-1-1 0-16,2 0 0 0,-2 1 0 0,1-3 0 15,1 0 0-15,0-3 0 0,1-1 0 0,-1-3 0 16,1-1-560-16,0-1-80 15,0-3-32-15,2-1-16704 0</inkml:trace>
  <inkml:trace contextRef="#ctx0" brushRef="#br0" timeOffset="204979.99">10647 9294 23039 0,'-2'2'1024'0,"1"-1"192"0,0 0-960 0,0 1-256 0,0-2 0 0,1 1 0 15,-1 1 2336-15,0 1 416 16,0 1 96-16,0 0 16 0,2 2-928 0,0-2-176 16,3-1-32-16,1 1-16 0,0-4-1056 0,-5 0-208 0,0 0-32 15,28-8-16-15,-15 2-176 0,0 0-32 16,2-2-16-16,-1 1 0 0,-14 7-176 0,29-14 0 15,-29 14 0-15,27-12 0 16,-27 12-704-16,23-8-128 0</inkml:trace>
  <inkml:trace contextRef="#ctx0" brushRef="#br0" timeOffset="206262.81">10755 9293 2751 0,'-2'1'256'0,"1"-1"-256"15,1 2 0-15,-1-2 0 0,0 0 1232 0,1 0 208 0,0 0 32 0,-1 0 16 16,1 1 928-16,0-1 176 0,0 0 32 16,1 0 16-16,1-1-272 0,0-1-48 0,2 1-16 0,0-1 0 15,1-1-512-15,1 0-96 0,0 0-32 0,1 0 0 16,-1-1-512-16,2 1-128 0,-8 3 0 0,0 0-16 15,0 0-304-15,0 0-64 0,34-2-16 0,-34 2 0 16,0 0-368-16,0 0-80 0,0 0-16 0,0 0 0 16,0 0-160-16,0 0 0 0,42 18 0 0,-39-15-17088 15</inkml:trace>
  <inkml:trace contextRef="#ctx0" brushRef="#br0" timeOffset="206797.09">11214 8700 26719 0,'0'1'2368'0,"-1"-1"-1888"15,1 0-480-15,-1 2 0 16,1-2 1536-16,0 0 192 0,-1 2 64 0,0 1 0 0,-1-1-240 0,0 3-32 15,0 0-16-15,1 1 0 0,0 2-816 0,0 2-176 16,2 4-16-16,-1 2-16 0,1 4-304 16,-1 5-176-16,-1 6 192 0,0 2-192 0,-1 0 0 0,0 7 0 15,-2 6 0-15,-1 6 0 0,0 7 0 0,-1-2 0 16,0-2 0-16,-1-3 0 0,2-5 0 0,0-4 0 0,1-3 0 0,2-2-17984 16</inkml:trace>
  <inkml:trace contextRef="#ctx0" brushRef="#br0" timeOffset="213721.69">7045 10318 911 0,'0'0'0'0,"0"-2"0"16,-1 1 0-16,0 1 0 0,0 0 512 0,0 0 32 0,2 0 0 0,-1 0 0 15,0 0 0-15,0 0 0 0,-1 0 0 0,2 0 0 16,-1 0-368-16,1 0-176 0,-1 0 160 0,0 0-160 15,0 0 192-15,1-2-64 0,-1 2-128 0,2 0 192 16,-2-2 592-16,0 2 112 0,0-1 32 0,0 1 0 16,1-2 704-16,-1 2 144 0,1 0 16 0,0-1 16 15,-1 0 272-15,0 1 48 0,0-2 16 0,1 1 0 0,-1-1-448 0,0 2-96 16,0-3 0-16,0 1-16 16,0 0-560-16,0 0-96 0,0-1-32 0,-1-1 0 15,0 1-320-15,0-1-80 0,-1 1-16 0,0 0 0 16,-1 1-176-16,-1 0-48 0,0 0 0 0,-2 0 0 0,1 1-80 0,-1 1-32 15,-2 0 0-15,-3 1 0 16,1 1-16-16,-2 1-128 0,-1 1 192 0,-1 3-64 16,0 2-128-16,1 0 0 0,0 3 0 0,0 0 0 0,1 0 0 15,1 2 0-15,1 0 128 0,0-2-128 0,1 1 0 0,2 0 0 0,1-1 0 16,2 2 0-16,1-1 0 0,3 1 0 0,1 0 0 0,2-2 0 16,0-1 0-16,-3-11 0 0,0 0 0 0,0 0 0 15,33 32 0-15,-33-32 0 0,0 0 0 0,0 0 0 16,51 12 0-16,-51-12 0 0,0 0-144 0,44-3 144 15,-44 3 0-15,32-7-128 0,-32 7 128 0,32-12-10544 16,-15 3-2032-16</inkml:trace>
  <inkml:trace contextRef="#ctx0" brushRef="#br0" timeOffset="214182.29">7338 10346 15663 0,'-3'-7'688'0,"2"2"144"0,0-1-656 0,0 2-176 0,1 0 0 0,-1 2 0 16,1-3 1136-16,-2-1 192 0,0-3 32 0,0 0 16 0,-2 0 256 0,-1 1 48 15,0 5 16-15,-2 0 0 16,0 5-288-16,-1 0-64 0,-1 1-16 0,-1 4 0 0,0 0-560 0,-1 4-128 16,-1 1 0-16,-1 2-16 0,1 1-336 0,0-1-64 0,2-1-16 0,1 0 0 31,1 2-208-31,1-1 0 0,2 0 128 0,1 0-128 0,4 0 0 0,0-2 0 15,3-1 0-15,-2-3 0 0,3-1 0 0,-4-7 0 16,0 0 0-16,0 0 0 0,0 0 0 0,0 0 0 16,0 0-128-16,42 12 128 0,-34-14 0 15,0-6-128-15,-1 2 128 0,1-4 0 0,2 0 0 0,-2-3 0 16,0 3 0-16,0-1 0 0,-1-1 128 0,1-1-128 0,-2-1 176 0,-1 2-176 16,-1 0 0-16,-3 3 0 15,0 0 0-15,-2 4 0 0,0 0 0 0,0 2 0 0,-1 1 0 16,0 4 0-16,0 1 192 0,0 2 16 0,1 0 16 0,0 4 0 15,0 0 176-15,1 1 48 0,0 2 0 16,1 2 0-16,2 0-256 0,0 1-32 16,1 1-16-16,-4-16 0 0,10 24 16 0,-10-24 0 15,0 0 0-15,0 0 0 0,0 0 32 0,32 26 0 16,-32-26 0-16,0 0 0 0,0 0-192 0,33-8 0 16,-23 0 0-16,0-1 0 15,3-3-976-15,-1-1-128 0</inkml:trace>
  <inkml:trace contextRef="#ctx0" brushRef="#br0" timeOffset="214597.55">7561 10258 20271 0,'-4'6'896'0,"1"-2"192"0,0 0-880 0,0 1-208 0,1-2 0 0,1-1 0 16,0 0 2144-16,-3 4 384 0,-2 2 80 0,0 2 16 16,-1 2-320-16,2-5-48 0,0 0-16 0,1 0 0 15,3-2-1344-15,0 0-288 0,-1 2-48 0,1-2-16 16,0 3-352-16,0 1-192 0,0 2 192 0,-1-1-192 0,0 2 0 0,0 1 0 15,-1 2 0-15,-1 2 0 16,0-2 0-16,1 0 0 0,0 0 0 0,0-1 0 0,0 0 0 16,2-5 0-16,2-1 0 0,0-6 0 15,1-2-352-15,1-4 32 0,2-4 0 0,0-4 0 16,2 0-1664-16,1-6-336 0,1-4-64 0,1-2-16 16,0 1-256-16,-1-1-48 0,0 1-16 0,0 1 0 15,-1-2 1024-15,-1 5 208 0,0-1 32 0,-1 3 16 0,-1 5 1248 0,-1 2 192 16,-1 5 176-16,0 3-48 0,-1 0 1616 0,0 4 320 0,0 0 64 0,-1 3 16 15,0-1 944-15,-1 2 192 0,1 1 48 16,0 2 0-16,0 3-1664 0,-1 1-320 0,1 1-64 16,-1 1 0-16,1-2-880 0,-1 0-160 15,0-1-48-15,0 0 0 0,0 0-192 0,0 0 0 16,-1 0 128-16,-1-3-128 0,0-2 0 0,1 1 0 0,-3-1 0 16,1 0 0-16,-1-2 0 0,1 0 0 0,-1-1 0 0,2-2 0 15,0-2 0-15,0 0 0 0,2-2 0 16,0 0 0-16,0-3-464 15,1-2-96-15,2-3-16 0,1 1 0 0,1 0-2096 16,0 0-416-16</inkml:trace>
  <inkml:trace contextRef="#ctx0" brushRef="#br0" timeOffset="-214389.78">7798 10261 9215 0,'-1'-3'816'0,"1"1"-656"0,0 0-160 16,0 0 0-16,1 1 2624 0,-2 1 480 0,1 0 96 15,-1-2 32-15,0 2 336 0,-1 0 64 0,0 2 16 0,-1 1 0 0,2 1-2016 0,-2 4-400 16,-1 3-80-16,1 1 0 16,1 2-832-16,1 1-176 15,-1 3-16-15,0-1-128 0,0 2 128 0,0 0-128 0,1-2 0 0,-2-1 0 0,2-1 0 0,-3 1 0 32,1-2 0-32,-1-2 0 0,2-3 0 0,-1-3 0 15,1 0 0-15,-1-1 0 0,1-2 0 0,0-3 0 16,2 0 0-16,-1-3-144 15,0-4-320-15,1 0-64 0,1-2-16 0,0-3 0 16,0 0-320-16,1-5-64 0,2 0-16 0,-1-3 0 0,0-1 736 0,2-2 208 16,1 0 0-16,-2 2 0 0,2-1 128 0,-1 3 128 0,3 3 48 15,-2 1 0-15,1 3 272 0,-1 4 48 0,2 2 16 0,-2 2 0 16,1 4 0-16,-7 0 16 0,0 0 0 0,0 0 0 16,0 0-80-16,33 33-32 0,-33-33 0 0,11 31 0 15,-11-31-352-15,8 38-64 0,-6-19 0 0,-1 2-128 16,0-2 128-16,-1-2-128 0,1-2 0 0,0-4 0 15,-1-1 0-15,1-4 0 0,0-1 0 0,-1-3 0 16,1-1-352-16,1-2-128 0,0-1-32 0,0-3-17200 16</inkml:trace>
  <inkml:trace contextRef="#ctx0" brushRef="#br0" timeOffset="-214054.12">8099 10234 24879 0,'-4'5'1088'0,"2"-2"256"0,0-1-1088 0,0 0-256 0,0-1 0 16,0 1 0-16,0 0 1712 0,-1 1 272 0,-3 1 64 16,0 2 16-16,-2 0-880 0,3 1-176 0,-1-2-48 0,2 2 0 15,2-1-752-15,1 2-208 0,1-1 0 0,1 1 0 16,0 1 0-16,-1-9 0 0,0 0 0 16,0 0 0-16,19 33 0 0,-19-33 0 15,0 0 0-15,0 0 0 0,0 0 0 0,39 22 0 16,-39-22 0-16,0 0 0 0,0 0 0 0,38-10 160 15,-30 3-16-15,1-2 0 0,-1-3 144 0,-1 0 32 0,2-2 0 0,-4 0 0 16,1-1-704 0,-3 1-144-16,-2-1-32 0,-2 1 0 0,-2 2 160 0,-3 1 16 0,0-1 16 0,-3 3 0 15,-2 0 368-15,0 3 0 0,-1 1 0 0,-1 3 0 0,0 4 0 16,0 1 0-16,2 2 128 0,0 1-128 0,2 2 704 0,1 1 48 16,3 1 16-16,0-1 0 0,3 1-544 15,2-3-96-15,3 1-128 0,-3-8-10944 16,0 0-2304-16</inkml:trace>
  <inkml:trace contextRef="#ctx0" brushRef="#br0" timeOffset="-213734.19">8415 10083 28559 0,'-1'-3'1264'0,"0"3"272"16,1-2-1232-16,0 2-304 0,0 0 0 0,-1 2 0 0,0-2 2032 0,0 3 336 15,-2 0 80-15,0 1 16 0,0 3-1296 0,-1-1-256 0,1 0-48 0,0 0-16 16,0 0-656-16,2 1-192 0,-1-3 0 0,1 4 0 16,1-1 0-16,0 0 0 0,0 3 0 15,0 1 0-15,1 4 0 0,-1 0 0 0,1 3 0 0,0 3 0 0,0 3 0 0,-1 0 0 16,1 2 0-16,0 0 0 16,0 0 0-16,0-5 0 0,0-2 0 15,0-2 0-15,-1-17 0 0,5 28 0 0,-5-28 0 16,0 0 0-16,0 0 0 0,0 0 0 15,0 0 0-15,0 0 0 0,0 0 0 0,38 17-160 16,-31-25 160-16,1-3 0 16,1-1-496-16,-1-3 16 0,0 1 0 0,0-2 0 15,-2-1-1056-15,1 0-192 0,-2 0-64 0,-1-1-13504 0</inkml:trace>
  <inkml:trace contextRef="#ctx0" brushRef="#br0" timeOffset="-213561.25">8339 10277 20271 0,'-12'15'896'0,"6"-8"192"15,0 1-880-15,2-2-208 0,2-3 0 0,1-1 0 16,0 0 2688-16,0 2 480 0,1 0 96 0,1 0 32 0,-1-4-688 0,0 0-144 16,0 0-32-16,33-12 0 0,-20 5-1456 15,1-2-288-15,-14 9-64 0,32-15-16 0,-32 15-400 0,35-9-80 16,-35 9 0-16,37-8-128 0,-37 8 0 0,40-4 0 16,-40 4 0-16,43-2-19280 15</inkml:trace>
  <inkml:trace contextRef="#ctx0" brushRef="#br0" timeOffset="-213076.12">9187 10258 20271 0,'-5'0'1792'0,"3"-1"-1424"0,0 1-368 0,0-1 0 0,1 1 2272 16,1 0 384-16,0 0 80 0,-1 0 16 0,1 0-704 0,0 0-128 15,0-2-16-15,2-1-16 16,0-2-1008-16,1 2-208 0,1-1-32 0,2-1-16 15,-1-1-192-15,2-1-48 0,1 2 0 0,0 0 0 0,2 2-224 0,-10 3-160 16,0 0 192-16,0 0-192 16,0 0 0-16,45 12 0 0,-45-12 0 0,0 0 0 15,23 31 0-15,-23-31 0 0,10 31 0 0,-10-31 0 0,4 34 0 16,-4-17 0-16,0-1 0 0,-2 0 0 0,1-2 0 0,0-2 0 16,-2-2 0-16,0 1 0 0,1-3 0 15,-1-2 0-15,2-1 0 0,1-2 0 0,-1 1 0 0,0-4 0 16,0 1 0-16,0-2 0 0,1-1 0 0,0 1 0 15,0-4 0-15,1-1 0 0,1-1 0 16,-1-4 0-16,3-1 0 0,1-3 0 0,1-2 0 0,1 1 0 0,-1 0 0 0,2-1 0 16,0 0 192-16,1 1-64 0,2-1 0 0,-1 3-128 15,0 2 0-15,-1 3 0 0,0 1 0 0,2 4 0 0,-11 4 0 16,0 0-320 0,0 0 32-16,37-3-17824 0</inkml:trace>
  <inkml:trace contextRef="#ctx0" brushRef="#br0" timeOffset="-212760.99">9508 10287 15663 0,'1'2'1392'0,"1"-2"-1120"0,-1 0-272 0,0 0 0 15,0 0 2944-15,1 1 544 0,3 1 96 0,-5-2 32 0,0 0-656 0,0 0-128 0,39 2-16 0,-39-2-16 16,0 0-1808 0,36-2-352-16,-36 2-80 0,0 0-16 15,41-12-416-15,-27 5-128 0,0 0 0 0,-1-3 0 16,1-2 0-16,-1-1 0 0,-1 0 0 0,-2 3 0 0,-2-1-192 0,-1 1-64 15,0-2 0-15,-1-1 0 32,-4 3-784-32,-1-2-176 0,-2 2-16 0,-2 3-16 0,-3-1-528 0,-2 2-96 15,-3 3-32-15,-1 1 0 0,-1 4 240 0,0 3 32 16,0 0 16-16,2 2 0 0,-1 5 1616 0,2 0 160 0,0 3 112 0,1 3 32 16,1 2 1408-16,1 1 272 0,1 2 64 0,2 1 16 15,-1 0-480-15,2-1-112 0,2-4 0 0,1-2-16 16,0-17-512-16,6 26-112 0,-6-26 0 0,0 0-16 0,0 0-432 0,0 0-64 15,32 26-32-15,-32-26 0 0,0 0-288 0,30-11 0 16,-16 3-208-16,1-4-17648 16</inkml:trace>
  <inkml:trace contextRef="#ctx0" brushRef="#br0" timeOffset="-212416.05">9931 10228 22111 0,'0'2'1968'0,"0"-2"-1584"0,0 1-384 0,-1-1 0 16,1 1 2560-16,0-1 448 16,0 2 64-16,0 1 32 0,1-1-1104 0,0-2-208 0,1 0-64 0,1-2 0 15,2-1-1024-15,0-1-224 0,1-1-32 0,1-2-16 16,1 2-240-16,-1-2-64 0,2 3 0 0,-1-2 0 16,0 2-128-16,1-3 0 0,-9 7 0 0,17-10 0 15,-8 5 0-15,-2 1 0 0,0-1 0 0,-2 1 0 16,1 3 0-16,-2-1 0 0,-4 2 0 0,0 0 0 15,0 0 0-15,0 0 0 0,0 0 0 0,0 0 0 16,26 38 0-16,-26-38 0 0,7 36 0 0,-4-15 0 16,0 2 0-16,-1 1 0 0,1 4 0 0,-2-1 0 15,0 4-128-15,-2-3 128 0,0 3 0 0,-1 0 0 0,-1-4 0 16,-1-2 0-16,0-4-144 0,-1-3 144 0,0-2 0 0,-2-2 0 16,2 0 0-16,-3-3 0 15,1-1 0-15,-2 0 0 0,-1-3 0 0,0 0 0 0,0-3-192 16,1-3-96-16,0-1-16 0,1-3-17744 0</inkml:trace>
  <inkml:trace contextRef="#ctx0" brushRef="#br0" timeOffset="-212229.66">10036 10021 23039 0,'0'0'1024'0,"0"0"192"0,0 0-960 0,1 0-256 16,0 0 0-16,0 0 0 0,0 0 2544 0,1 0 464 15,2 0 80-15,0 0 32 0,-4 0-1120 0,0 0-208 0,0 0-64 16,0 0 0-16,35-7-1280 0,-35 7-272 16,0 0-48-16,0 0-128 0,43 0 0 0,-43 0 0 15,0 0 0-15,0 0-12032 16,49 5-2496-16</inkml:trace>
  <inkml:trace contextRef="#ctx0" brushRef="#br0" timeOffset="-211845.5">10309 10154 26719 0,'0'4'1184'0,"0"-1"240"0,1 0-1136 0,0 0-288 0,-1-2 0 0,1 1 0 0,0 1 1792 16,0 2 320-16,1 2 48 0,0 1 16 16,-2-8-736-16,0 0-144 0,0 0-16 0,0 0-16 0,0 0-768 0,34 25-160 0,-34-25-16 15,0 0-16 1,23-10-112-16,-17 4 0 0,2 0-16 0,-2-2 0 15,1 0-176-15,-2-1 0 0,-1 4 0 0,0-4 0 0,0 1 0 0,-3-1-224 16,0 1 48-16,-2-1 16 0,0 0-96 16,-4 1-32-16,-1 0 0 0,0 2 0 0,-2 2 48 0,-2 2 16 0,2 2 0 15,0 2 0-15,-1 2 224 0,0 1 0 16,1 2 0-16,-1 3 0 0,1 2 128 0,-1 0 32 16,0 4 0-16,1 0 0 0,0 1 176 0,0 2 48 15,1 1 0-15,0-2 0 0,2-2-208 0,0-1-48 16,0-3 0-16,3 0 0 0,-1-1-128 0,1-1 0 15,2-5 0-15,0 0 128 0,0-5-128 0,0 0 0 16,0 0 0-16,0 0 128 0,0 0-128 0,0 0 0 16,0 0 0-16,43 18 0 0,-43-18 0 0,0 0 0 15,0 0 0-15,45 0 0 16,-45 0-512-16,0 0-128 0,44-9-16 0,-44 9-16944 0</inkml:trace>
  <inkml:trace contextRef="#ctx0" brushRef="#br0" timeOffset="-211494.66">10760 10102 29487 0,'0'0'1296'15,"0"0"288"-15,0 0-1264 0,-1 0-320 0,0 1 0 0,0-1 0 16,0 1 2128-16,0-1 368 0,-2 2 80 0,0-1 16 16,-2 3-1600-16,0-3-320 0,-1 1-64 0,0-2-16 15,2 1-336-15,-1-1-80 0,0-1-16 0,0 1 0 0,-1 0-160 0,0-2 0 16,-2 2 144-16,0 2-144 0,2-1 0 0,-2 2 0 15,1 2 0-15,-2 2 0 0,2 3 0 0,0 0 0 16,0 1 0-16,2 1 0 0,1 3 0 0,1 1 0 16,1 0 0-16,2 1-128 0,2 2 128 0,1 0 0 15,-3-19 0-15,11 33 0 0,-11-33 0 0,16 31 0 16,-16-31 0-16,0 0 0 0,26 31 0 0,-26-31 0 16,0 0 0-16,0 0 0 0,40 24 0 0,-40-24 0 15,0 0 0-15,0 0-128 0,38 4 128 0,-38-4 0 16,0 0 0-16,27-11 0 0,-18 6 0 0,-2-2-160 0,-1 0 160 15,-1-1-160 1,-1-1-432-16,0-1-96 0,-2 1-16 0,-2-3 0 16,1 0-1856-16,-2 2-368 0,0-1-80 0,-4-1-11088 0</inkml:trace>
  <inkml:trace contextRef="#ctx0" brushRef="#br0" timeOffset="-211335.6">10625 10216 17503 0,'-8'9'768'0,"3"-6"176"0,2 1-752 0,0-1-192 0,1-1 0 0,1 0 0 16,1-2 3040-16,-1 3 576 0,-1-1 112 0,2 0 32 15,1 1-976-15,3-3-192 0,2-2-32 0,1-1-16 0,2-1-1584 0,2-2-304 16,1 0-64-16,2-1-16 0,-14 7-352 0,31-10-80 16,-31 10-16-16,31-7 0 15,-31 7-128-15,35-7 0 0,-35 7 0 0,0 0 0 0,46-1-320 0,-46 1-32 16,0 0-16-16,39 3-18240 16</inkml:trace>
  <inkml:trace contextRef="#ctx0" brushRef="#br0" timeOffset="-210164.92">11460 10022 8287 0,'0'-5'736'0,"0"2"-592"0,0-1-144 0,0 3 0 15,0-1 1440-15,0 2 256 0,1 0 48 0,-1-2 16 16,0 1 1312-16,0-1 272 0,-1 2 48 0,0 0 16 16,0 5-752-16,0 1-160 0,-1 2-16 0,1 2-16 15,-2 4-1408-15,0 3-288 0,-1-1-48 0,2 3-16 16,-2 0-496-16,-1 6-208 0,1 2 176 0,0 1-176 16,-2 2 0-16,2 2 0 0,-1 4 0 0,0-5 0 15,2 0 0-15,-1-8 0 0,1-2 0 0,2-4 0 16,1-5-672-1,0-5-128-15,2 0-32 0,1-6-15424 0</inkml:trace>
  <inkml:trace contextRef="#ctx0" brushRef="#br0" timeOffset="-209946.9">11676 9940 25791 0,'2'-2'1152'0,"-1"1"224"0,0 1-1104 0,0 1-272 0,-1-1 0 0,0 2 0 16,0 3 2048-16,1-1 368 0,-1 4 64 0,0 1 16 15,0 4-1056-15,0 1-208 16,-1 2-32-16,1 1-16 0,-1 2-880 0,0 1-176 16,0 3-128-16,0 3 144 0,-1-2-144 0,0 5 0 15,0 0 0-15,1 5 0 0,-3 2 0 0,1-1 0 16,1-2 0-16,0-5 0 0,1-2 0 0,0-4-144 16,1-5 144-16,-1-3-160 15,1-3-1424-15,0-11-272 0</inkml:trace>
  <inkml:trace contextRef="#ctx0" brushRef="#br0" timeOffset="-209734.11">11472 10252 28559 0,'-7'6'1264'16,"3"-3"272"-16,1 0-1232 0,1 1-304 0,0-3 0 0,2 0 0 15,0 1 2000-15,0 1 352 0,0 4 64 0,0-4 16 0,3 4-1024 0,1-5-208 16,-4-2-48-16,0 0 0 0,0 0-688 0,0 0-144 15,35-7-16-15,-26 2-16 16,2-2-96-16,-1 0 0 0,1 0-16 0,1 0 0 0,2-1-176 0,0 1 0 16,-14 7 0-16,31-13 0 15,-16 5-800-15,-15 8-144 0</inkml:trace>
  <inkml:trace contextRef="#ctx0" brushRef="#br0" timeOffset="-209313.09">11986 10064 6447 0,'-2'-5'576'0,"1"0"-576"0,1 3 0 0,0 2 0 0,0-1 2432 0,-1 0 368 16,0-2 80-16,-1-2 0 16,1-1 832-16,-2 0 144 0,1 2 48 0,-1 2 0 15,0 4-1328-15,1 0-256 0,-2 4-48 0,0 3-16 0,0 5-1424 0,-1 2-272 16,-3 4-64-16,2 5-16 0,0 2-352 0,1 4-128 0,-1 1 0 16,3 0 144-1,0-2-144-15,4-5 0 0,2-4 0 0,-3-21 0 16,12 29 0-16,-12-29 0 0,0 0 0 0,39 11 0 15,-39-11 0-15,37-12 0 0,-16-2 0 0,2-6 0 16,0-3 0-16,1-4 128 0,0 1 0 0,-3-2 0 16,-3 1-128-16,-2-2 0 0,0 0 0 0,-4-2 128 15,-3 5-128-15,-3-2 0 0,-4 4 0 0,-5 0 0 0,-4 2 0 16,-6 4 0-16,-4 2 144 0,-4 8-144 0,-4 6 0 16,-2 7 0-16,-3 8 0 0,2 4-12288 15,1 1-2480-15</inkml:trace>
  <inkml:trace contextRef="#ctx0" brushRef="#br0" timeOffset="-208791.69">10548 10216 8287 0,'-1'0'736'0,"0"-2"-592"16,0 2-144-16,0 0 0 0,0 2 1568 0,0-2 288 15,-2 2 48-15,-2-2 16 0,0 3 576 0,-2 1 128 0,2 1 32 0,1-3 0 16,0 1-448-16,3 1-96 16,0-1 0-16,0-2-16 0,2 2-240 0,0-3-32 0,0 3-16 15,3-3 0-15,1 0-960 0,0 0-192 16,2 0-32-16,0-3-16 0,-7 3-208 0,0 0-32 16,36-7-16-16,-36 7 0 0,34-4-208 0,-34 4-144 0,37-1 192 0,-37 1-192 15,40 5 0-15,-40-5 0 16,44 7 0-16,-44-7-12576 15,49 8-2544-15</inkml:trace>
  <inkml:trace contextRef="#ctx0" brushRef="#br0" timeOffset="-207545.16">12809 10149 11055 0,'3'0'976'0,"-1"0"-784"15,0 0-192-15,-2 0 0 0,1 0 1728 0,0 0 320 0,1 0 48 0,1 0 16 16,2-2 816-16,0 2 160 0,-5 0 48 0,0 0 0 16,0 0-832-16,0 0-144 15,0 0-48-15,0 0 0 0,18-6-944 0,-17 3-192 16,0 0-32-16,0 0-16 0,-1-3-624 0,1 1-128 0,-1-2-32 15,0-3 0-15,0 0-144 0,0 1 0 16,-1 0 0-16,-1-1 0 0,-1-1 0 0,-1 1 0 16,-1 3 0-16,-1-1 0 0,-2 4 0 0,0 0 0 0,-1 6-144 0,-1 0 144 15,1 2-320-15,-1 4 0 0,0 2 0 0,-2 4 0 16,2 1 0-16,-1 1 0 0,1 3 0 0,1 1 0 16,0 2 320-16,2 0 0 0,-2 1-128 0,2-2 128 15,2 3 0-15,2-5-160 0,0-2 160 0,2-5-128 16,2-1 128-16,-1-11 0 0,0 0 0 0,0 0 0 0,0 0 0 0,0 0 0 0,0 0 0 0,0 0 0 15,37-8 0-15,-28-3 0 0,2-1 0 0,1-3 0 16,-1-3-192 0,1 0-16-16,-1 1 0 0,-2 1 0 15,-1 1-256-15,-1-1-48 0,-1 1-16 0,-1 1 0 0,0 2 256 0,-2 2 48 0,-2 4 16 0,0 3 0 16,0 1 208-16,-1 4 0 16,0 4 0-16,-1 2 160 15,0 0 480-15,0 3 80 0,1 4 32 0,0 1 0 0,1 1-160 0,1 1-16 0,-2-18-16 0,7 38 0 16,-7-38-560-16,12 32 0 0,-12-32 0 0,0 0 0 15,29 28 0-15,-29-28 0 16,0 0 0-16,0 0 0 0,49 1 128 0,-38-7-128 16,1-1 0-16,-1-5 0 0,0 2 0 0,0-3 128 15,1-2-128-15,-1-1 0 16,2-1-464-16,-2-2-208 0,0 0-32 0,1-1-16 16,-1-3-1296-16,1 0-256 0,-1-1-48 0,-1-2-16 15,1 0-816-15,-4-2-176 0,-1 1-16 0,-1 1-16 16,-1 0 2064-16,-2 3 400 0,0 4 96 0,-1 2 16 0,-1 5 2064 0,0 5 432 0,-1 2 80 0,0 1 0 15,-1 3 1664-15,1 2 320 16,-1 3 64-16,-1-1 0 0,1 1-1856 0,0 3-368 0,1 3-80 16,-2 2 0-16,1 2-992 0,-1 3-192 0,1 1-32 15,0 0-16-15,0 0-176 0,-1 1-128 0,1 3 192 0,-1 3-192 16,1-1 128-16,0 1-128 0,0-2 0 0,0 0 0 16,1 1 0-16,0-1 0 0,0 1 0 0,0-1 0 15,0-3 0-15,0-6-224 0,1-1 64 0,0-4 16 16,0-9-1808-16,0 0-352 0</inkml:trace>
  <inkml:trace contextRef="#ctx0" brushRef="#br0" timeOffset="-207379.11">12986 10026 32255 0,'-3'4'1424'0,"2"0"304"15,2 1-1392-15,0-2-336 0,0 0 0 0,1-3 0 16,-1 2 1856-16,3 1 320 0,-4-3 48 0,0 0 16 0,0 0-1296 0,43 18-256 15,-43-18-48-15,0 0-16 0,52-4-384 0,-52 4-80 16,38-14-16-16,-17 4 0 0,2-2-144 0,0 0-192 16</inkml:trace>
  <inkml:trace contextRef="#ctx0" brushRef="#br0" timeOffset="-206778.97">13859 9938 1839 0,'0'-4'160'0,"0"-1"-160"0,0 2 0 0,0 1 0 0,1 2 3968 0,-1-2 752 0,0 0 144 0,0 1 48 16,0-4-1088-16,0 2-224 0,1-2-32 0,-1 2-16 16,-1 0-1152-16,0 2-224 15,1 1-64-15,-1 0 0 0,-1 1-1280 0,1 1-272 16,-1 2-48-16,-1 2-16 0,0 2-336 0,0 1-160 0,-1 2 160 0,-1 1-160 16,1 3 0-16,-2 4 0 15,0-1 0-15,1 4 0 0,-2 2 0 0,1-3 0 16,-1 0 0-16,1 2 0 0,-1 2 0 0,2-3 0 15,0 1 0-15,1-4 0 0,4-5 0 0,-1-2 0 16,2-3 0-16,-1-4 0 0,0-5 0 0,0 0 0 16,0 0 0-16,0 0 0 0,0 0 0 0,0 0 0 15,0 0 0-15,0 0 0 0,41-1 0 0,-34-3 0 16,-1 2 0-16,0-3 0 0,-1 3 0 0,1-2 0 0,0 1-128 16,-2 0 128-16,1 1-224 0,-2 0 16 0,1-1 0 0,0 1 0 31,-1-1-528-31,-1 0-96 0,-2 0-32 0,2 0 0 0,-2-2-1792 15,0 1-352-15,0-1-80 0,-2-2-10624 0</inkml:trace>
  <inkml:trace contextRef="#ctx0" brushRef="#br0" timeOffset="-206614.02">13698 10088 1839 0,'-4'2'160'0,"1"-2"-160"16,2 0 0-16,2 2 0 16,-1-2 3216-16,0 1 624 0,0 1 112 0,0 3 16 0,1-1 1168 0,2-1 240 15,-3-3 32-15,0 0 16 0,0 0-3056 0,0 0-592 16,43 11-128-16,-43-11-32 0,0 0-1024 0,45-4-208 15,-45 4-32-15,36-10-16 0,-36 10-336 0,41-14 128 16,-19 7-128-16,0-3 0 0,-1 1 0 0,0-3 0 16,3 2-160-16,-2-4-12496 15,0 0-2496-15</inkml:trace>
  <inkml:trace contextRef="#ctx0" brushRef="#br0" timeOffset="-206211.02">14159 9699 14735 0,'-2'0'1312'0,"1"0"-1056"15,1 0-256-15,0 2 0 0,0-1 2864 0,0 3 512 0,0-2 96 0,0 5 32 16,0 1-240-16,1 5-32 0,0 7-16 0,-1 2 0 16,1 4-2176-16,0 2-432 0,-1 0-96 0,-1 3 0 15,0 0-336-15,-1-3-176 0,-2 3 192 0,0-3-192 16,-2 3 128-16,1-3-128 0,0-4 0 0,-1 2 0 16,3-2 128-16,0-2-128 15,1-6 0-15,2-4 0 0,1-2 0 0,1-4 0 0,1-3 0 0,0-3 0 16,1 0 0-16,1-3 0 0,0 0 0 0,2-3 0 0,-1-1 0 0,2 0 0 15,-1-2 0-15,0 0 0 16,2-1 0-16,-1 2 0 0,0-1 0 0,0 1 0 16,1 2 128-16,0-2-128 0,-1 4 0 0,-1 1 0 0,-7 3 0 0,0 0 0 15,0 0 0-15,0 0 0 0,0 0 128 0,0 0-128 16,0 0 144-16,40 18-144 0,-40-18 192 16,0 0-48-16,0 0-16 0,9 29 0 0,-9-29-128 0,0 0 0 0,0 0 0 15,0 0 0-15,0 0 0 0,27 32 0 0,-27-32 0 16,0 0 0-16,0 0 0 15,39 3 0-15,-39-3 0 0,0 0 0 0,36-3 0 0,-36 3 0 16,27-5 0-16,-27 5 0 0,29-6 0 0,-29 6 0 16,28-9 0-16,-15 5 0 0,0-1-208 0,0-2-32 15,0 0 0-15,-1 1 0 0,-2-2-1632 16,-2 1-336-16</inkml:trace>
  <inkml:trace contextRef="#ctx0" brushRef="#br0" timeOffset="-206026.75">14513 9978 3679 0,'-4'-2'320'0,"3"2"-320"0,1 0 0 15,0 0 0-15,-1 2 3456 0,-2-2 608 0,-1 3 128 16,-3 2 32-16,0 0 736 0,2 4 160 0,0 3 16 0,1 2 16 16,2 0-3248-16,2 3-656 0,0 0-128 0,0-1-32 15,1 0-640-15,0-1-128 0,0 4-16 0,2-2-16 16,-3-17-144-16,7 36-16 16,-7-36-128-16,11 30 192 0,-11-30-192 0,0 0 0 0,22 31 0 0,-22-31 0 31,0 0-352-31,0 0-64 0</inkml:trace>
  <inkml:trace contextRef="#ctx0" brushRef="#br0" timeOffset="-205327.78">14525 10026 1839 0,'0'-4'160'0,"1"3"-160"15,-1-1 0-15,1 0 0 16,-1 1 512-16,0-1 64 0,1 0 0 0,0-6 16 0,0 2 944 0,0-4 192 16,-1 0 48-16,0 1 0 0,-1 3 480 0,-1 0 112 15,0 1 0-15,-2 2 16 0,2 2-48 0,-3-2-16 16,1 3 0-16,0 1 0 0,-1 1-384 0,1 0-80 16,1 0 0-16,-1 1-16 0,2-1-864 0,0 1-160 0,1-1-48 0,2-1 0 15,0 0-480-15,3 1-96 0,1-2-32 16,-5 0 0-16,0 0 128 0,0 0 32 0,38-2 0 0,-38 2 0 15,0 0 192-15,36-2 64 16,-36 2 0-16,0 0 0 0,41 7-320 0,-41-7-64 0,0 0-16 0,0 0 0 16,41 29-176-16,-41-29 0 0,0 0 0 0,5 32 0 15,-9-19 0-15,-4 1 0 0,-3 1 0 0,-1-1 0 16,-1 0 0-16,-3 0 0 0,-3-2-144 0,1-1-12016 16,-1-3-2384-16</inkml:trace>
  <inkml:trace contextRef="#ctx0" brushRef="#br0" timeOffset="-204765.75">15213 9806 7359 0,'-2'-10'656'0,"1"3"-528"0,0 2-128 16,1 1 0-16,0 3 2336 0,0 1 432 0,-1 0 96 0,1-1 16 15,-1 1 1312-15,0 0 272 0,0 2 48 0,0 2 16 16,-2 3-2160-16,1 1-416 0,0 3-96 0,-1 3 0 16,0 0-1344-16,0 3-256 15,0 0-48-15,0-1-16 0,0 2-192 0,0 0 0 0,1-4 128 16,0 0-128-16,2 0 0 0,0-14 0 15,0 0 0-15,0 0 0 0,16 35 0 0,-16-35 0 0,0 0 0 0,0 0 0 16,41 20 0-16,-41-20 0 0,0 0 0 0,47 9 0 16,-47-9 0-16,0 0 0 0,51 10 0 0,-51-10 0 15,0 0 0-15,39 12 0 0,-39-12 0 0,0 0 0 16,0 0 0-16,35 24 0 0,-35-24 0 0,0 0 0 16,0 0 0-16,-1 24 0 0,-6-18 0 0,-2 2 0 15,-2-1 0-15,-4 1 0 0,-2 0 0 0,-3 0 0 16,-1 1 0-16,-3-2 0 0,0-1 0 0,0-2 0 0,0 0 0 15,2-4-128-15,1 0-16 0,4-5-12080 16,0 1-2400-16</inkml:trace>
  <inkml:trace contextRef="#ctx0" brushRef="#br0" timeOffset="-204584.02">15226 9872 10127 0,'5'-7'896'0,"-1"2"-704"15,0 0-192-15,-1 1 0 0,-1 3 3904 0,0 1 736 16,1-2 160-16,0 1 16 0,5-2-1040 0,-8 3-192 15,24-6-64-15,-24 6 0 0,29-4-2496 0,-29 4-496 0,32-7-96 0,-32 7-32 16,38-5-240-16,-38 5-160 16,39-7 192-16,-39 7-192 0,38-9 0 0,-38 9 0 15,38-10 0-15,-38 10-12352 16,32-7-2560-16</inkml:trace>
  <inkml:trace contextRef="#ctx0" brushRef="#br0" timeOffset="-204222.27">15799 9652 11967 0,'-1'-8'528'0,"0"1"112"16,0 0-512-16,0 3-128 0,0 3 0 0,1-1 0 16,-1 2 2176-16,0-3 384 0,-1 0 96 0,0-2 16 0,0 1-16 0,-1 2 0 15,-1 2 0-15,0 2 0 16,1 4-640-16,-2 3-128 0,1 1-32 0,-1 4 0 15,0 5-1136-15,-1-1-224 0,1 4-48 0,0-3-16 0,1 2-160 0,1-1-16 16,1-2-16-16,1-1 0 16,1-17-240-16,5 28 144 0,-5-28-144 0,0 0 128 0,0 0-128 0,0 0 0 15,0 0 0-15,0 0 0 16,45 9-592-16,-34-18-48 0,0-3-16 0,1-4 0 16,1-1-1072-16,-1 1-224 0,0-6-32 0,0 3-16 0,-1-2 400 0,1-3 96 15,-3 3 16-15,-1 0 0 0,-3 2 1344 0,-2 4 272 0,-2 1 48 16,-3 4 16-16,-3 1 1152 0,-2 4 224 0,-2 3 48 0,-4 0 16 15,0 4 336-15,-2-2 64 16,1 5 16-16,-2 0 0 0,0 1-1280 0,1 2-240 0,0-1-48 0,2 0-16 16,3 0-240-16,0 0-48 0,0 3-16 0,3-1 0 15,0 0 672-15,4-1 144 0,1 1 32 0,1-2-20528 16</inkml:trace>
  <inkml:trace contextRef="#ctx0" brushRef="#br0" timeOffset="-203954.26">16030 9813 8287 0,'-2'-3'736'0,"1"2"-592"0,-1 0-144 15,0-1 0 1,0 2 2624-16,-1 2 480 0,1-2 96 0,-3 2 32 15,-2 3 224-15,-3 1 64 0,-3 3 0 0,-2 3 0 16,0 4-1680-16,-3 0-336 0,-2 8-64 0,0 0-16 16,-2 4-528-16,0 1-128 0,-1 1 0 0,1 1-16 15,2 0-496-15,-3 2-112 0,1 3-16 0,0 0 0 0,1-1-128 16,1-2 0-16,3-2 0 0,3-3 0 16,4-4-352-16,3-7-160 15,3-3-16-15,2-7-17136 0</inkml:trace>
  <inkml:trace contextRef="#ctx0" brushRef="#br0" timeOffset="-203611.1">15820 10152 911 0,'0'0'0'0,"0"2"0"0,0-2 0 0,-1 0 0 0,1 2 4928 0,-1-2 912 0,0 1 176 16,-1 3 48-16,-1-1-2304 0,-1 3-464 0,-1 0-96 0,0 0 0 15,0 2-1760-15,0-2-352 0,1 0-64 0,-2 1 0 16,1 0-576-16,0 0-128 15,-1 2 0-15,2-1-16 0,-1 1-48 0,1-2-16 16,1 1 0-16,-1 1 0 0,2 0-48 0,0 1-16 0,2-1 0 0,0-9 0 16,0 0-16-16,0 0 0 0,0 0 0 0,19 33 0 15,-19-33-160-15,0 0 0 0,0 0 0 0,42 5 0 16,-42-5 0-16,29-7 128 0,-13-3-128 0,0-1 128 16,0-2-128-16,-2-1 160 0,-1 2-160 0,-2-2 160 0,-2 2-160 0,-4 0 0 15,-2 1 0-15,-3 4 0 0,-1-3 0 0,-3 3 0 16,-4 0 0-16,-3 2 0 0,-4 1 0 15,-3 4 0-15,1 2 0 0,-2 3 0 0,2 1 0 16,-1 2 0-16,1 1 0 0,2-1 0 0,3 2-256 0,2-2-48 16,5 0 0-16,3 1-17824 15</inkml:trace>
  <inkml:trace contextRef="#ctx0" brushRef="#br0" timeOffset="-201438.42">16713 9760 1839 0,'5'-6'160'0,"-1"1"-160"0,0 2 0 0,-1-1 0 31,-1 2 3904-31,-2 1 768 0,2-2 128 0,1 0 48 16,2-3-1136-16,0-3-240 0,2 1-32 0,-1-1-16 15,-1 0-1360-15,-1 1-272 0,-2 0-48 0,-1 2-16 0,0 4-832 0,-2-3-192 16,-1 3-16-16,0-1-16 0,-3 3-368 0,-2 3-80 15,-2-1-16-15,-1 4 0 16,-2 3-80-16,-3 2 0 0,0 1-128 0,-1 3 192 0,1-1-192 0,-1 2 0 16,0 1 0-16,1-1 0 0,2 1 0 0,2-1-128 0,1 1 128 0,3-2 0 0,2-1 0 15,3-5-128 1,2 0 128-16,0-9 0 0,0 0 0 0,0 0-192 0,0 0 192 0,0 0-160 16,48 22 160-16,-48-22-208 15,33 0 80-15,-33 0 128 0,32 0 0 0,-32 0 0 0,0 0 0 0,44 4 0 16,-44-4 0-16,0 0 0 0,0 0 0 0,43 22 0 15,-43-22 0-15,0 0 0 16,0 0 0-16,12 31 0 0,-15-24 0 0,-1 1 0 0,-2 0 0 0,-4 2 128 0,0 2 32 0,-2 0 0 31,-1-3 0-31,-1 3 0 0,0-3-160 0,0 1 0 0,0 0 144 0,-1-4-144 16,1 2 0-16,1-4 0 0,3-1 0 0,2-1 0 16,4-2-144-16,1 0-112 0,2-2 0 0,5-3-17888 15</inkml:trace>
  <inkml:trace contextRef="#ctx0" brushRef="#br0" timeOffset="-201288.88">16917 9830 22111 0,'3'-1'1968'0,"0"1"-1584"0,-1 0-384 0,-1 0 0 16,0 0 2976-16,0 0 512 0,2 0 96 0,1 0 32 0,-4 0-1488 0,0 0-288 16,0 0-64-16,41 0-16 0,-41 0-1216 0,0 0-240 15,40-2-48-15,-40 2-16 0,29-3-240 0,-29 3 0 16,28-7 0-16,-15 2-12544 15,0-1-2496-15</inkml:trace>
  <inkml:trace contextRef="#ctx0" brushRef="#br0" timeOffset="-201134.42">17099 9914 25791 0,'-1'5'1152'0,"1"0"224"0,1-3-1104 0,-1 1-272 0,0-1 0 0,0-2 0 15,1 3 2224-15,1 0 384 0,-2-3 80 0,0 0 0 16,0 0-1136-16,10 32-224 0,-10-32-48 0,0 0-16 15,0 0-976-15,13 35-288 0,-13-35 128 0,0 0-12016 16,0 0-2400 0</inkml:trace>
  <inkml:trace contextRef="#ctx0" brushRef="#br0" timeOffset="-200734.66">17371 9868 15663 0,'0'0'688'0,"0"0"144"16,0 0-656-16,0 0-176 0,0 0 0 0,0 0 0 15,0 0 2688-15,0 0 496 0,0 0 96 0,40 9 32 16,-40-9-272-16,0 0-48 0,0 0-16 0,27-7 0 16,-21 2-1952-16,-2-2-384 0,0 0-64 0,0-2-32 15,-1-1-384-15,-2-2-160 0,0-2 128 0,-1-1-128 0,-2-1 0 0,0 2 0 16,-3 1 0-16,0 2 0 0,-1 4 0 0,-1 0 0 16,-1 4 0-16,-1 5 0 0,0 1 0 0,1 4 0 15,1 1 0-15,-2 3 0 0,3 1 144 0,-1 3-144 16,2 1 160-16,-1 2-160 0,2 0 128 15,0 2-128-15,1 0 0 0,0 1 0 0,3 0 128 16,0-21-128-16,6 36 0 0,-6-36 144 0,0 0-144 0,26 40 0 16,-26-40 144-16,0 0-144 0,43 21 0 0,-43-21 0 15,0 0 0-15,49 10 0 0,-49-10 0 0,0 0 0 0,47 10 0 0,-47-10 0 16,0 0 0-16,40 18 0 0,-40-18 0 16,0 0 0-16,0 0 0 0,20 41 0 0,-22-29 0 15,-4 3 0-15,-2 2 0 0,-4 0 0 0,-3 2 0 0,-3 3 0 16,-1 1 192-16,-4 1-16 15,-2 0-16-15,-3 2 0 0,-1 0 32 0,-2-3 0 16,2-1 0-16,-1-3 0 0,3 0-192 0,2-5 0 0,3-2 0 16,2-3 0-16,4-2 0 0,4-4-192 15,4-5 0-15,3-3-18560 0</inkml:trace>
  <inkml:trace contextRef="#ctx0" brushRef="#br0" timeOffset="-200203.31">17676 9847 5519 0,'3'-9'496'0,"-1"3"-496"0,0 3 0 0,-1 1 0 0,0 2 3104 15,0-2 528-15,1-1 96 0,0-2 32 0,3 0 720 0,1 1 160 16,-3 2 32-16,-3 2 0 0,0 0-2512 15,0 0-496-15,9 32-112 0,-9-17-16 16,0-15-1024-16,-1 36-192 0,-1-15-64 0,-1-2 0 0,1-2-256 0,-1 0 0 16,1-1 128-16,-1 0-128 0,1-2 0 15,-1-2 0-15,1 0 0 0,1-3 0 0,-1-1 0 0,1-3 0 16,0-1 0-16,0-1 0 0,1-3-368 0,0-3-16 16,0 1-16-16,0-4 0 15,2 0-608-15,-1-3-112 0,1-1-32 0,-1-2 0 16,1 0 544-16,1-2 96 0,0-2 32 0,0 1 0 0,-1-2 480 0,0 1-144 15,1-3 144-15,0 2 0 0,-1 3 0 0,0 0 0 0,0 4 0 0,1 1 0 16,0 2 496-16,-1 0 16 0,1 2 16 0,-1 3 0 16,1-3 304-16,0 2 64 0,1 1 16 0,-1-2 0 15,1 1-416-15,1-2-96 0,-1 3-16 0,1-3 0 16,0 0-208-16,1-1-48 0,1 1-128 16,-1 0 192-16,1 0-192 0,0 0 0 0,0 1 0 0,1-1 0 0,-3 2 0 15,1 1 0-15,-1 2 0 16,0 2 0-16,-1 1 0 0,-4-3 0 0,0 0 0 0,0 0 0 15,13 36 192-15,-13-36-48 0,4 33-16 0,-4-33 0 0,3 40-128 0,-2-18 192 16,0 1-192-16,-1-2 192 0,0-1-192 0,0-2 0 16,0-18 144-16,2 26-144 0,-2-26 0 0,0 0 0 15,0 0 0-15,0 0 0 0,6 29 0 0,-5-29-256 16,-1 0 64-16,0 0-18768 0</inkml:trace>
  <inkml:trace contextRef="#ctx0" brushRef="#br0" timeOffset="-198760.27">18081 9666 15663 0,'1'4'1392'0,"0"-2"-1120"16,0-1-272-16,0 1 0 0,-1-2 2032 0,1 0 336 0,1 3 80 0,-2-3 16 0,0 0 288 0,0 0 64 31,0 0 16-31,0 0 0 0,0 0-1648 0,37 23-336 15,-37-23-64-15,0 0-16 0,0 0-768 0,0 0-144 0,0 0-48 0,0 0-16272 16</inkml:trace>
  <inkml:trace contextRef="#ctx0" brushRef="#br0" timeOffset="-198604.49">18096 9853 22111 0,'2'-2'976'0,"-2"2"208"0,2 0-944 0,-1 0-240 0,0 0 0 0,-1 2 0 15,1 0 2592-15,-1 1 480 0,0-3 80 0,0 0 32 16,0 0-1264-16,5 33-240 0,-5-33-48 0,-1 21-16 16,1-21-1248-16,0 20-368 0,-1-12 144 0,1-8-17680 15</inkml:trace>
  <inkml:trace contextRef="#ctx0" brushRef="#br0" timeOffset="-198271.49">18494 9548 17503 0,'3'-6'1552'0,"-1"4"-1232"16,0-3-320-16,-1 3 0 0,-1-1 2784 0,-1 3 496 15,0-2 112-15,0 0 0 0,-2-3-656 0,0 0-144 0,-2-2-32 0,-2 2 0 16,2-2-1648-16,-2 2-336 0,1-1-64 16,0 0 0-16,0 2-384 0,0-1-128 15,1 1 0-15,-1 3 144 0,1-1-144 0,-1 4 0 0,1-1 0 0,1 6 0 16,-1 0 0-16,2 4 0 0,1 6 0 0,-1 2 128 15,2 3-128-15,0 4 0 16,0 0 144-16,2 2-144 0,0 3 0 0,0 0 0 0,2 4 0 16,-1-2 0-16,2 3 0 0,1-3 0 0,0 0 0 0,1 1 0 15,0-4 0-15,0-1 0 0,-1-1 0 0,0-2 0 16,-5-26 0-16,6 48 0 0,-5-25 0 0,-1-23 0 16,-1 39-192-16,-3-22 0 0,-1 1 0 0,-1-4 0 31,-1-2-368-31,-1 0-80 0,0-2 0 0,-1-3-16 15,0-2-144-15,0-1-32 0,-1-1 0 0,-2-1 0 0,-1-2-1184 0,0-3-240 0</inkml:trace>
  <inkml:trace contextRef="#ctx0" brushRef="#br0" timeOffset="-198122.98">18245 9966 10367 0,'3'-16'224'0,"0"6"48"0,-1 1 16 0,0 4 0 0,0 3-288 0,-1 0 0 16,1 0 0-16,1-1 0 0,2 0 3488 0,3-1 640 0,0-3 128 0,2 3 32 15,1-1-992-15,1 0-192 0,-12 5-32 0,27-10-16 16,-11 5-1968-16,0-2-400 15,0 0-80-15,3-3-16 0,0-2-592 0,3-1 0 16,-1 0 0-16,0-1-11456 0,2 0-2352 0</inkml:trace>
  <inkml:trace contextRef="#ctx0" brushRef="#br0" timeOffset="-197766.08">18705 9806 28559 0,'1'-3'1264'0,"0"0"272"0,1 1-1232 0,0 0-304 0,-2 2 0 0,1-2 0 15,1-1 1984-15,1-2 320 0,1 1 80 0,2-6 16 0,2 1-1344 0,1-3-272 16,0-2-48-16,1 0-16 0,-1 1-528 15,-2-3-192-15,1 3 0 0,-3 0 144 16,0-1-144-16,-2 3 0 0,-2 1 0 0,-1 3 0 0,0 2 0 0,-4 4 0 16,-2 2 0-16,-1 4 0 15,-2 2 0-15,-3 4 0 0,-1 6 0 0,-2 3 0 16,-1 5-192-16,1 1 48 0,2 0 0 0,1 3 0 16,2 2 144-16,1 1 0 0,1-1-144 0,4-2 144 0,1-2 0 15,4-6 0-15,-1-21 0 0,0 0 0 0,20 40 0 0,-20-40 0 16,0 0 0-16,36 6 0 0,-36-6 0 0,25-6 0 15,-9-2-176-15,1-4 176 16,-2 0-704-16,1-4-48 0,2 2-16 0,-1-5-15792 16</inkml:trace>
  <inkml:trace contextRef="#ctx0" brushRef="#br0" timeOffset="-196921.97">18957 9789 8287 0,'-1'0'368'0,"1"0"80"0,0 0-448 0,-1-2 0 0,1 2 0 0,0 0 0 15,0-1 2368-15,0 1 384 0,1-2 64 0,0 0 32 16,1-2 336-16,0-2 64 0,1-1 16 0,0-1 0 15,1-1-1120-15,0-3-224 0,0 1-32 0,-1-3-16 16,1 2-1008-16,-1-2-208 16,-1 1-32-16,-1 2-16 0,-1 2-352 0,0 1-64 0,-2 4 0 0,0 1-16 15,-3 3 16-15,0 3 0 0,-2 3 0 0,-1 4 0 16,-1 3 16-16,-2 2 16 0,1 5 0 0,0-2 0 16,1 0-224-16,-1 2 144 0,2-1-144 0,0 0 128 15,0 0-128-15,2-2 0 0,1-1 0 0,1-1 0 16,3-1 0-16,1-14 0 0,0 21 0 0,0-21 0 0,0 0 0 15,0 0 0-15,0 0 0 0,0 0 0 16,31 27 0-16,-31-27 0 0,0 0 0 0,0 0 0 16,36-5 0-16,-36 5 0 0,19-10 0 0,-11 6 0 0,0-2 0 0,-1 0 0 15,0-2 0-15,1-1 0 0,-3 2-128 0,2-3-16 16,-2 3 0-16,0-2 0 16,0-2-96-16,-1 0-16 0,0 0 0 0,0 1 0 0,-1-1 256 0,-1 2 0 0,0 0-160 15,-1 3 160-15,0 1 0 0,-1 2 0 0,-1 1 0 0,0 1 0 16,0 2 192-16,-1 1-64 0,1 1 0 15,-1 2 0-15,-1-1 48 0,1 4 0 0,0 1 0 16,0 1 0-16,1 3-176 0,0-1 128 0,0 0-128 0,1 2 128 16,0-2-128-16,0-12 0 0,0 0 0 0,7 31 0 15,-7-31 0-15,0 0 0 0,0 0 0 0,0 0 0 16,0 0 0-16,0 0 0 0,38 9 0 0,-30-13 0 16,-1-5 0-16,1 1 0 0,2-3-192 0,-2-1 192 31,0 1-960-31,1-2-80 0,0-1-16 0,0-3 0 0,1 1-1120 15,1 0-208-15,-2 1-48 0,-1-2-16 16,1 1 976-16,-3 1 192 0,0 1 32 0,-1 2 16 0,0 2 1232 0,-1 2 208 0,-2 3 64 0,0 2 16 16,-1 3 1456-16,0 2 304 0,-1-1 48 15,0 4 16-15,0 1-144 0,-1 4-32 0,0 2 0 0,-1 0 0 16,1 2-1216-16,0 1-240 0,0 3-48 0,0 1-16 0,0-3-256 16,-1 2-160-16,2-18 192 0,0 35-192 0,0-35 128 0,0 28-128 15,0-28 0-15,0 0 0 0,0 0 0 0,3 26 0 16,-2-23 0-16,-1-3 0 0,-1 0 0 0,1-3 0 15,0-2 0-15,1 1 0 0,0-6 0 16,-1 1 0-16,2-3 0 0,1-3 0 0,1-1-144 16,-1 0 16-16,3-3 0 0,0 0 0 0,0-3 128 15,1 3-208-15,0-2 80 0,0 2 128 0,1 2-192 0,-2 3 192 16,2 2-160-16,-1 5 160 0,1 2 0 0,-8 5 0 16,0 0 0-16,0 0 0 0,0 0 0 0,0 0 240 15,0 0-48-15,34 3-16 0,-34-3 80 16,0 0 32-16,0 0 0 0,0 0 0 0,0 0-288 0,28 34 0 0,-28-34 0 0,0 0 0 15,0 0 0-15,0 0 0 0,22 39 0 0,-22-39 0 16,0 0 0-16,5 29 0 0,-6-18 0 0,-1 1 0 16,-2 2 0-16,0-2 0 0,0 2 0 15,-2-1 0-15,2 1 0 0,0-3 0 0,0-2 0 0,1-1 0 16,2-1-144-16,0-2-96 16,2-2-16-16,1-3-18144 0</inkml:trace>
  <inkml:trace contextRef="#ctx0" brushRef="#br0" timeOffset="-196672.61">19628 9661 15663 0,'1'0'1392'0,"0"0"-1120"0,0 2-272 0,-1-2 0 0,0 0 2560 16,0 0 448-16,0 0 80 0,0 0 32 16,0 0 16-16,0-2 16 0,0 2 0 0,-1-3 0 0,-1 1-1936 0,1 0-400 0,-2-1-80 0,0-2-16 31,1 3-384-31,-2 0-80 0,-1-2 0 0,1 3-16 15,-3 1-240-15,1 0 128 0,-3 3-128 0,1 3 0 16,-1 2 128-16,-2-1-128 0,2 4 0 0,1 2 0 16,-2 3 176-16,3 1-176 0,-1 2 192 0,1 1-192 15,4-2 128-15,0 1-128 0,2-1 0 0,1-18 0 16,4 31 0-16,-4-31 0 0,0 0 0 0,22 33 0 16,-22-33 0-16,0 0 0 0,37 13 0 0,-37-13 0 0,30-3 0 15,-30 3-176-15,35-14 32 0,-17 2-12336 16,2 0-2448-16</inkml:trace>
  <inkml:trace contextRef="#ctx0" brushRef="#br0" timeOffset="-196339.94">19744 9715 20271 0,'-3'3'1792'0,"1"-2"-1424"16,1 0-368-16,1 1 0 0,0-2 2736 0,0 0 464 16,0 3 112-16,0 2 16 0,1-2-896 0,-1-3-160 15,0 0-32-15,0 0-16 0,0 0-1456 0,0 0-304 0,43 7-48 0,-43-7-16 16,26-7-256-16,-12 1-144 0,0-1 160 0,1 0-160 15,0 0 0-15,-3 0 0 16,0 0 0-16,-1-3 0 0,0 3 0 0,-1-2 0 16,-1 1-144-16,-2-1 144 0,1 2-256 0,-3 0 64 0,0 2 0 0,-2-2 0 15,-2 2 32-15,0 1 16 0,-4-2 0 16,-1 2 0-16,-1 2-48 0,-3-1-16 0,-1 3 0 0,-1 0 0 16,0 3 208-16,-2 3-176 0,-1 2 176 0,0 2-160 0,0 2 32 0,2 2 0 15,1 2 0-15,2-2 0 0,0 5 592 16,2-2 128-16,2-1 32 0,1 1 0 15,3-17-192-15,2 38-48 0,-2-38 0 0,0 0 0 0,21 41-144 0,-21-41-48 16,0 0 0-16,0 0 0 0,49 18-192 0,-49-18 144 16,32-6-144-16,-14 0 128 0,1-3-320 15,0-3-80-15,1 0-16 0,1 0-18752 16</inkml:trace>
  <inkml:trace contextRef="#ctx0" brushRef="#br0" timeOffset="-196005.99">20669 9393 10127 0,'-6'-2'448'0,"2"1"96"16,0 1-544-16,2-2 0 15,1 2 0-15,1-1 0 0,-1 1 2368 0,0-1 352 16,-1-1 80-16,0 0 16 0,0 1 688 0,0-2 144 0,1 1 16 0,0 2 16 0,1-1-1520 0,0 2-304 16,1 1-64-16,-1 1-16 15,0-3-1136-15,0 0-208 0,0 0-48 0,4 44-16 16,-4-44-240-16,0 46-128 0,-3-17 160 0,0 1-160 0,-2 6 0 0,-2 0 0 16,-3 2 0-16,0-2 0 0,0 3 0 0,1-3 0 15,0-3 0-15,4-2 0 0,1-3 0 16,2-4 0-16,2-24 0 0,3 35 0 15,-3-35-560 1,0 0-96-16,0 0-32 0,0 0 0 16,35 17-1360-16,-25-24-288 0</inkml:trace>
  <inkml:trace contextRef="#ctx0" brushRef="#br0" timeOffset="-195657.19">20737 9749 23951 0,'-3'7'1056'0,"2"-3"224"0,1-4-1024 0,0 0-256 15,0 0 0-15,0 0 0 0,0 0 1696 0,0 0 288 16,0 0 48-16,0 0 16 16,42 31-1008-16,-42-31-192 0,32 0-32 0,-32 0-16 0,32-11-32 0,-16 3 0 15,-1-1 0-15,0-1 0 0,0-1-432 0,-1-1-80 0,0 0-32 0,-2 1 0 16,0 0-224-16,-2 2 0 16,-1 0 0-16,-3 1 0 0,-1 2 0 0,-2 0-128 0,-2 2 128 0,-3-1 0 15,-2 2-560-15,-2 0 0 16,0 2 0-16,-3 1 0 0,-2 2-400 0,-2 0-64 0,-1 3-32 0,-1 0 0 31,1 2 224-31,1 0 64 0,2 3 0 0,0-1 0 0,1 1 1296 0,3 2 272 16,-1 0 48-16,4 1 16 0,-1 2 416 0,2-1 64 0,3-14 32 15,-1 29 0-15,1-29-336 0,0 0-64 0,9 38-16 0,-9-38 0 16,0 0-448-16,0 0-112 16,28 30-16-16,-28-30 0 0,0 0-160 0,0 0-32 0,44 6-16 0,-44-6 0 15,27-6-176-15,-27 6 0 0,28-7 0 0,-13 2 0 16,-1-1-160-16,0 0-112 0,-1 0-32 0,0-2-18288 15</inkml:trace>
  <inkml:trace contextRef="#ctx0" brushRef="#br0" timeOffset="-195339.4">21232 9579 16575 0,'0'-1'1472'0,"0"1"-1168"15,0 0-304-15,0 0 0 16,0 1 1536-16,0-1 240 0,0 1 48 0,-1-1 16 0,1 2-48 0,-1 1-16 15,0 0 0-15,1 0 0 0,0-3-272 0,0 0-48 16,0 0-16-16,-2 27 0 0,2-27-448 0,-2 26-96 16,2-26 0-16,-1 36-16 0,1-36-384 15,-1 38-80-15,1-38-16 0,0 39 0 0,0-39-224 0,2 37-48 16,-2-37-128-16,4 30 192 0,-4-30-192 0,0 0 176 16,0 0-176-16,19 34 160 0,-19-34-32 0,0 0-128 0,0 0 192 15,0 0-64-15,0 0 16 0,35 4 0 16,-28-6 0-16,0 0 0 0,1-1-144 0,1-2 128 15,-2 1-128-15,2-4 128 0,-1 2-128 0,1-4 0 16,0 0 0-16,2-2 0 0,-3-1 0 0,0-2 128 16,2-1-128-16,-2-4 128 0,0 0-128 0,2-2 0 0,-2-3 0 15,0 0 0-15,0 4 0 0,-1 0 0 16,0 6-144-16,-2 1-12112 0,0 5-2416 0</inkml:trace>
  <inkml:trace contextRef="#ctx0" brushRef="#br0" timeOffset="-194975.16">21437 9804 20271 0,'0'0'896'0,"0"0"192"0,0 0-880 0,0 0-208 0,0 0 0 0,0 0 0 15,0 0 1952-15,0 0 352 0,43 8 64 0,-43-8 0 16,34-4-640-16,-34 4-144 0,43-10-32 0,-24 6 0 0,0-4-576 0,-3 1-112 16,-1 0-32-16,-1-2 0 15,0 2-464-15,-2-3-112 0,0 1 0 0,-2 0-16 16,-1 0-240-16,-3 0 0 0,0 3 0 0,-1-2 0 0,-4 2 0 0,-1 1 0 15,-1 2 0-15,-1-1 0 16,-2 1 0-16,-2 0 0 0,-1 1 0 0,-1 0 0 0,-3 0-336 0,-1 2-16 0,-1 0 0 0,1 2 0 31,-1 0-256-31,2 1-48 0,0 2-16 0,2-1 0 0,0 3 816 0,3-2 176 16,0 3 16-16,3 1 16 0,0 2 400 0,0 1 80 16,3-12 0-16,-4 24 16 0,4-24-240 0,-1 26-48 15,1-26-16-15,0 0 0 0,5 37-208 0,-5-37-32 0,0 0-16 0,0 0 0 16,17 37-48-16,-17-37-16 15,0 0 0-15,0 0 0 0,0 0-224 0,36 24 176 0,-36-24-176 0,0 0 160 0,32 2-160 16,-32-2 0-16,26-5 0 0,-11 0 0 0,2-2-336 0,0 0 0 16,-2-2 0-16,2 0-18352 15</inkml:trace>
  <inkml:trace contextRef="#ctx0" brushRef="#br0" timeOffset="-194703.99">22076 9344 6447 0,'-3'4'576'0,"2"-3"-576"15,0 2 0-15,-1 0 0 16,1-1 3872-16,0 1 672 0,0-2 128 0,-1 3 16 16,-1 3-624-16,0 2-128 0,-3 1-32 0,0 1 0 0,1 1-2080 15,-1 2-416-15,0-1-96 0,0 3-16 16,1-1-720-16,-2 3-128 0,2 4-48 0,-1 1 0 15,2 4-400-15,-1 2 128 0,0 1-128 0,1 3 0 0,2 0 0 16,0-1 0-16,1 2 0 0,1-3 0 16,0-31 0-16,6 57 0 0,-6-57 0 0,14 45 0 0,-14-45 0 15,0 0 0-15,34 40 0 0,-34-40 0 0,0 0-192 0,43 11 192 16,-43-11-192-16,31-10-12640 16,-15 2-2528-16</inkml:trace>
</inkml:ink>
</file>

<file path=ppt/ink/ink11.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6T09:33:59.750"/>
    </inkml:context>
    <inkml:brush xml:id="br0">
      <inkml:brushProperty name="width" value="0.05292" units="cm"/>
      <inkml:brushProperty name="height" value="0.05292" units="cm"/>
    </inkml:brush>
  </inkml:definitions>
  <inkml:trace contextRef="#ctx0" brushRef="#br0">5228 11370 20271 0,'-1'2'1792'0,"1"-2"-1424"0,0 0-368 0,0 0 0 0,0 0 592 0,0 0 48 15,-1 3 16-15,0 0 0 16,-1 1 368-16,0 3 80 0,0 0 16 0,-1 1 0 0,0 3-112 0,0-1-32 31,-1 1 0-31,2 1 0 0,-2 3-128 0,0-1-16 0,0 1-16 0,-2 1 0 16,1 3-112-16,-2 0 0 0,1-1-16 0,0 2 0 0,0 1-96 0,0 3-16 15,-1 2 0-15,-1 2 0 0,2-1-256 16,-2-1-64-16,2 0-16 0,-1-5 0 16,2 0-240-16,-1-4 0 0,1-1 0 0,2-3 0 0,1-2 0 15,0-4 0-15,1-4 0 0,0-1-11456 16,1-2-2208-16</inkml:trace>
  <inkml:trace contextRef="#ctx0" brushRef="#br0" timeOffset="238.46">5417 11415 23951 0,'-1'1'2128'0,"0"1"-1696"16,1-2-432-16,-1 0 0 0,2 1 656 0,-3 0 48 16,0 4 16-16,-1 0 0 0,-2 4 208 0,0-2 32 15,1 1 16-15,0 1 0 0,1-1-720 0,1 1-256 16,0 0 144-16,-1 2-144 0,1-1 192 0,0 2-64 15,-1 2 0-15,1 0 0 0,-2 3 112 0,-1-3 16 16,3-2 0-16,-3 1 0 0,1 5-256 0,-1 1 0 16,0 2 0-16,-1-2 0 0,3 0 0 0,-2-2 0 0,1-2 0 0,1-1-9424 15,1-3-1808-15</inkml:trace>
  <inkml:trace contextRef="#ctx0" brushRef="#br0" timeOffset="458.44">5172 11693 16575 0,'-7'5'1472'0,"3"-5"-1168"0,0 2-304 0,2-2 0 15,0 1 2176-15,1-1 384 0,0 0 80 0,-1-1 16 16,-1 1 336-16,0-2 64 0,0 0 16 0,1-1 0 16,1 1-1680-16,2-1-336 0,2 1-64 0,-3 2-16 0,0 0-528 0,0 0-128 15,0 0 0-15,30-11-16 16,-30 11-304-16,0 0 0 0,0 0 128 0,40-1-128 0,-40 1 0 0,0 0 0 15,0 0 0-15,43-5 0 16,-43 5-608-16,0 0-80 0</inkml:trace>
  <inkml:trace contextRef="#ctx0" brushRef="#br0" timeOffset="876.09">5612 11527 10127 0,'-1'-2'448'0,"0"1"96"16,0 1-544-16,0 0 0 16,1 0 0-16,-1 0 0 0,0 0 2400 0,-2 0 368 0,1 1 80 0,-3 1 16 15,-1 0-352-15,2 1-64 0,-1 1-16 0,1-1 0 16,-1 2-1168-16,1 1-240 0,0 0-64 0,1 0 0 15,-1 4-560-15,1 0-112 0,0 2-32 0,0 1 0 16,0 2-256-16,1-1 128 0,1 0-128 0,0 2 0 0,1-1 0 0,1-1 0 16,-1-14 0-16,4 26 0 0,-4-26 0 0,0 0 0 15,11 26 0-15,-11-26 0 16,0 0 0-16,0 0 0 0,0 0-128 0,0 0 128 16,44-5 128-16,-44 5 80 0,19-18 16 0,-10 7 0 15,-9 11 544-15,21-25 128 0,-11 11 0 0,-2-2 16 16,1 1-432-16,-3 0-96 0,-1 2 0 0,-2 1-16 0,-1 0-48 0,-2 3 0 15,-1 1 0-15,-4 2 0 16,-1 2-64-16,-2 2-32 0,-1 2 0 0,-2 2 0 0,-1 2-32 0,0 2-16 16,0 1 0-16,0-2 0 15,3 2-176-15,-1 0 0 0,1-1 0 0,1-1 0 0,3-2-512 0,2-2-144 0</inkml:trace>
  <inkml:trace contextRef="#ctx0" brushRef="#br0" timeOffset="1275.09">5896 11579 23951 0,'0'0'2128'0,"1"0"-1696"0,-1 0-432 0,0 0 0 16,1 0 1792-16,0 2 256 0,0-2 64 0,-1 0 16 0,0 0-16 0,0 0-16 16,0 0 0-16,0 0 0 15,16 26-1392-15,-16-26-288 0,0 0-48 0,0 0-16 16,0 0-352-16,0 0 0 0,18 29 0 0,-18-29-17920 16</inkml:trace>
  <inkml:trace contextRef="#ctx0" brushRef="#br0" timeOffset="1409.16">5920 11693 16575 0,'-5'12'1472'0,"3"-5"-1168"0,0-3-304 0,1 1 0 15,0 0 2208-15,1-3 384 0,-1 3 80 0,0 1 16 16,0 5 192-16,0 3 32 0,0-1 16 16,1-13 0-16,2 23-2048 0,-2-23-416 15,0 0-80-15,0 0 0 0,12 28-560 0</inkml:trace>
  <inkml:trace contextRef="#ctx0" brushRef="#br0" timeOffset="3424.29">6432 11904 14735 0,'0'1'1312'0,"0"0"-1056"15,0-1-256-15,0 2 0 0,0-2 1328 0,0 3 208 16,0-1 32-16,0 3 16 0,0 2 144 0,0-2 48 16,0 2 0-16,0-7 0 0,0 0-704 0,0 0-144 15,0 0-32-15,0 0 0 0,0 0-16 0,0 0-16 16,0 0 0-16,0 0 0 0,31-7-16 0,-23-3 0 15,-1-2 0-15,1 0 0 0,2-1-288 0,-1-2-64 16,0-3-16-16,1-2 0 0,2-4-112 0,-1 1-32 0,0-1 0 16,-2 3 0-16,0-1-144 0,0-1-16 15,0 0-16-15,-2 2 0 0,2 1-160 0,-2 3 128 0,1 1-128 0,-1 1 128 16,-2 4-128-16,-1 1 160 0,-1 0-160 0,0 3 160 16,0 0 0-16,-2 1 0 0,1 0 0 0,-1 2 0 15,0-1-160-15,0 2 0 0,-1 0 0 0,-1 0 0 16,1 1 0-16,-1 1 0 0,1-2 128 0,-1 3-128 15,1-2 0-15,0 1 0 0,-1 1 144 0,0 0-144 0,0 0 0 0,0 1 0 16,0 1 0-16,-1 1 0 0,0 3 0 0,-2 2 0 16,1-1 0-16,1 1 0 0,-1 2 0 15,0 1 0-15,0 1 0 0,1 2 0 0,-1 0 0 16,-1 1 0-16,1 3 0 0,1 1 0 0,-1 2 0 16,0 1 0-16,0 2 0 0,1-3 0 0,0 0 0 15,2-1 0-15,0-2 0 0,1-1 0 0,-1-17 0 0,4 24 0 16,-4-24 0-16,0 0 0 0,0 0 0 0,15 28 0 15,-15-28 0-15,0 0 0 0,0 0 0 0,0 0 0 0,0 0 0 0,0 0 0 16,40-7 0-16,-34-2-128 16,3-1 128-16,-2-4 0 15,1-1-448-15,-1-3-16 0,1 1 0 0,1-2 0 16,-2 0-176-16,0-2-16 0,0 0-16 0,-1 2 0 0,-2 2 80 0,1-2 16 16,-2 2 0-16,1 0 0 0,-1 3 400 0,-1 2 176 15,-1 3-128-15,0 2 128 0,-1 0 0 0,0 4 0 0,-1 1 0 0,-1 1 0 16,1 1 0-16,0 1 128 0,-1 1-128 0,-1 3 176 15,1 1 528-15,-2 3 128 0,1 0 0 16,-1 1 16-16,2 0-368 0,-2 2-80 0,0 1-16 0,1 3 0 16,0-1-160-16,-1 2-32 0,1 1-16 15,1-1 0-15,1 2-176 0,1 0 192 0,1 0-192 0,1 0 192 16,0-2-192-16,-2-17 160 0,7 30-160 0,-7-30 160 0,9 24-160 0,-9-24 0 16,0 0 144-16,0 0-144 0,26 25 0 0,-26-25 0 15,0 0 0-15,0 0-12048 16,0 0-2416-16</inkml:trace>
  <inkml:trace contextRef="#ctx0" brushRef="#br0" timeOffset="3644.5">6939 11759 26719 0,'-4'-2'1184'0,"2"2"240"0,0 2-1136 0,2 1-288 0,-1-3 0 0,0 2 0 0,0 2 960 16,-2 2 144-16,0 5 32 0,-1 6 0 0,-2 4-32 0,2 0 0 16,0 3 0-16,-1-2 0 0,1 2-464 0,0 1-112 15,0-1-16-15,1-2 0 0,1-1-176 0,1-6-32 16,1-2-16-16,0-13 0 0,0 0-432 0,0 0-96 16</inkml:trace>
  <inkml:trace contextRef="#ctx0" brushRef="#br0" timeOffset="3993.92">7026 11830 25791 0,'-5'0'1152'0,"4"0"224"16,-1 0-1104-16,1 0-272 0,1 0 0 0,1 0 0 15,-1 0 2000-15,0 0 352 0,0 0 64 0,0 0 16 0,0 0-624 0,39 2-112 16,-39-2-32-16,0 0 0 0,40 8-1088 0,-40-8-240 15,0 0-32-15,42 9-16 0,-42-9-160 0,0 0-128 16,44 6 192-16,-44-6-192 0,0 0 0 0,42-3 0 16,-42 3 0-16,26-12-18608 0</inkml:trace>
  <inkml:trace contextRef="#ctx0" brushRef="#br0" timeOffset="4928.16">7530 11968 21183 0,'0'0'1888'0,"0"0"-1504"0,0 0-384 0,0 0 0 16,0 0 1568-16,0 0 240 0,0 0 48 0,0 0 16 15,0 0-48-15,0 0-16 0,0 0 0 16,34-8 0-16,-34 8-800 0,22-20-176 16,-9 5-16-16,1-2-16 0,1-4-320 0,1-2-64 0,0-1-16 0,-1 0 0 15,-1-2-400-15,1 0 0 0,-1 2 0 0,-2 3 0 16,-1-2 0-16,0 1 0 0,-1-2-192 0,0 0 192 16,-2 1-160-16,-1 2 160 0,0 2 0 0,-2 6-144 15,-3 4 144-15,0 2 0 0,-2 5 0 0,-1 2 0 16,-1 2 0-16,-2 2 0 0,-1 2 0 0,0 3 0 15,-1-1 256-15,0 3 0 0,0 1-16 0,-1 0 0 16,1-2-112-16,0 1 0 0,0-1-128 0,0 3 192 0,2 0-192 16,-1 0 0-16,1 0 128 0,2-2-128 15,-2 3 0-15,1-2 0 0,1 5 0 0,0 0 0 16,0 1 0-16,1 2 0 0,-1 1 0 0,0 2 0 16,1-1 0-16,-1-1 0 0,1 0 0 0,0-1 0 15,1-4 0-15,0-2 0 0,2 0 0 0,-2-14 0 16,5 20 0-16,-5-20 0 0,0 0 0 0,0 0 0 0,0 0-128 0,0 0 128 15,0 0 0-15,0 0 0 0,38-8-288 16,-38 8 48-16,12-15 16 0,-3 2 0 16,1 0-160-16,0-2-16 0,0-1-16 0,0-1 0 15,1 1-128-15,0-2-32 0,1-2 0 0,0 0 0 16,-2 1-320-16,0-3-64 0,-1-1 0 0,0-1-16 16,-1 1 144-16,-1 1 48 0,0 3 0 0,-1 0 0 0,0 3 560 0,-1 1 224 15,-3 2-176-15,1 3 176 0,-2 3 320 0,-1 3 144 16,-1 3 48-16,-2 2 0 0,1 3 640 0,-3 3 128 0,-1 3 16 0,1 1 16 15,-1-1-144-15,-1 6-16 0,-2 2-16 16,0 2 0-16,1 1-736 0,0 1-144 0,0-1-16 0,1 3-16 16,0-3-80-16,2 1-16 0,-1-1 0 0,1 0 0 15,2-1 48-15,0-2 0 0,0-2 0 0,2-1 0 16,1 0-176-16,0-15 0 0,3 26 0 0,-3-26 128 16,0 0-128-16,9 28 0 0,-9-28 0 0,0 0 0 15,0 0-272-15,0 0-96 0,0 0-16 0,0 0-17472 16</inkml:trace>
  <inkml:trace contextRef="#ctx0" brushRef="#br0" timeOffset="5538.19">8043 11882 10127 0,'-2'0'448'0,"0"-2"96"0,0 2-544 0,0 0 0 16,1 0 0-16,0 0 0 0,0 2 1536 0,-1-2 208 0,0 1 48 0,-1 3 0 16,0-1 880-16,0-1 176 15,1 0 32-15,1 0 16 0,1 1-720 0,0-1-128 0,0-2-48 0,0 0 0 16,0 0-672-16,0 0-144 0,0 0-32 0,0 0 0 15,0 0-384-15,0 0-64 0,33-11-32 16,-33 11 0-16,0 0-352 0,0 0-64 0,32-12 0 0,-32 12-16 16,0 0-240-16,0 0 144 0,38-5-144 0,-38 5 128 0,0 0-128 15,0 0 0-15,0 0 0 0,0 0 0 16,34 21 0-16,-34-21 0 0,0 0 0 0,4 19 0 0,-6-12 0 16,-2 3 0-16,0-1 0 0,-1-2 0 15,-2 3 0-15,0-3 0 0,-1 0 0 0,0 0 0 0,2-2 0 0,-4 0-192 16,0 2 64-16,0-2 128 0,-1 2-384 15,2-3 32-15,1 1 16 0,1-2 0 0,1 1 48 16,2 1 16-16,1-2 0 0,1 1 0 16,1-2 272-16,0 3 0 0,1-5 0 0,0 0 0 0,0 0 128 0,0 0 16 15,0 0 16-15,31 21 0 0,-31-21 272 16,0 0 48-16,0 0 16 0,38 8 0 0,-38-8-192 0,0 0-48 0,36-2 0 16,-36 2 0-16,0 0-256 0,42-8 0 15,-42 8 0-15,28-9-18864 16</inkml:trace>
  <inkml:trace contextRef="#ctx0" brushRef="#br0" timeOffset="6786.36">8459 11728 911 0,'-4'0'0'0,"2"0"0"0,1 0 0 0,0 0 0 0,0 0 3056 0,0 0 528 15,0 2 96-15,0-2 32 0,-1 1-1024 0,0 1-208 16,1 1-48-16,0-1 0 0,2-2-320 0,1 1-80 15,-2-1-16-15,0 0 0 0,0 0-368 0,0 0-80 16,31-8-16-16,-31 8 0 0,0 0-384 0,28-9-80 0,-28 9 0 16,0 0-16-16,36-9-640 0,-36 9-128 0,0 0-32 15,33-4 0-15,-33 4-272 0,0 0 0 16,0 0 0-16,37-2 0 0,-37 2 0 0,0 0 0 16,0 0 0-16,0 0 0 15,0 0-480-15,33-3-96 0,-33 3-32 0,0 0-16864 0</inkml:trace>
  <inkml:trace contextRef="#ctx0" brushRef="#br0" timeOffset="7023.97">8482 11882 15663 0,'-2'1'1392'0,"1"1"-1120"0,1-2-272 0,0 2 0 0,0-2 1472 15,0 1 256-15,0 1 32 0,0 2 16 0,0 1 416 16,0-5 96-16,0 0 16 0,0 0 0 15,0 0-464-15,0 0-96 0,0 0-16 0,0 0 0 16,45 9-544-16,-45-9-112 0,0 0-32 0,0 0 0 16,43-9-688-16,-43 9-144 0,0 0-16 0,38-5-16 15,-38 5-176-15,0 0 0 0,40-4 0 0,-40 4 0 16,0 0-512-16,41-7-64 0,-41 7-32 0,0 0-16960 0</inkml:trace>
  <inkml:trace contextRef="#ctx0" brushRef="#br0" timeOffset="7375.77">8908 11705 30399 0,'-2'-3'1344'0,"1"3"288"0,0-1-1312 0,0 0-320 0,0 1 0 16,0 0 0-16,0 0 1424 0,0 1 224 0,-2 2 32 0,-2 0 16 15,0 2-656-15,-1 0-128 0,1 2-16 0,0-1-16 0,1 0-560 0,-1 1-128 31,2 2 0-31,-1-1-16 0,1 1-176 0,0 2 0 16,1 0 144-16,1 1-144 0,0 3 0 0,0 0 128 16,2 2-128-16,0 0 0 0,-1-17 0 0,5 33 144 0,-5-33-144 0,8 32 0 0,-8-32 192 0,0 0-192 15,18 33 192-15,-18-33-192 16,0 0 176-16,0 0-176 0,36 12 160 0,-36-12-160 0,25-11 176 16,-25 11-176-16,28-24 192 0,-13 7-192 0,0-2 256 15,-1 0-64-15,1-2-16 0,-1-1 0 16,-2-1-176-16,-2 2 0 0,-2-3 0 0,-2 0 0 15,-3 3 0-15,-3 3 0 0,-3 1 0 0,-4 4 0 0,-1 0 0 16,-2 3 0-16,-2 2 0 0,-5 4 0 16,-2 4 0-16,-1 2 0 0,3 0 0 0,-2 4 0 15,-3 5-512 1,-2-1-64-16,4 2-32 0,4 1-17600 0</inkml:trace>
  <inkml:trace contextRef="#ctx0" brushRef="#br0" timeOffset="7953.4">11144 11346 31327 0,'0'0'2784'0,"-1"0"-2224"16,1 0-560-16,-1 0 0 0,0 0 1088 0,0 0 128 16,0 3 0-16,-2 0 16 0,0 3-464 0,-1 2-80 0,-1 6-32 0,2 0 0 15,-2 3-304-15,-1 6-64 0,2 1-16 0,-4 5 0 16,2 4-272-16,-2-2 0 0,0 2 0 0,1 0 0 16,-2 2 0-16,2 1 0 15,-1 0 0-15,1-6 0 0,2-1 128 0,0-3-128 16,1-3 0-16,0-3 0 0,2-4 0 0,2-16-304 0,-3 19 64 15,3-19-16976-15</inkml:trace>
  <inkml:trace contextRef="#ctx0" brushRef="#br0" timeOffset="8156.39">11333 11363 22111 0,'0'0'976'0,"0"0"208"0,0 0-944 0,0 0-240 0,0 0 0 0,0 0 0 15,0 0 2496-15,0 0 448 0,0 0 80 0,0 0 32 0,2 27-1008 0,-6-13-208 0,0 4-48 0,-1 0 0 16,-1 3-1200-16,1 4-240 16,-1-1-48-16,1 4-16 15,-2 2-288-15,1 0 0 0,-1 0 0 0,1 2 0 0,0-4 0 16,1 1 0-16,2-1 0 0,-1-5 0 0,2 0 0 16,-1-5 0-16,2-1 0 0,1-17 0 15,-2 21-768-15,2-21-176 0</inkml:trace>
  <inkml:trace contextRef="#ctx0" brushRef="#br0" timeOffset="8392.19">11094 11700 16575 0,'-3'2'1472'0,"2"0"-1168"16,0-1-304-16,1 1 0 0,1-2 4224 0,0 0 800 15,0 0 160-15,1 0 16 0,-2 0-2912 0,0 0-592 16,0 0-112-16,0 0-32 0,30-9-928 0,-30 9-192 16,20-10-48-16,-20 10 0 0,21-12 1456 0,-21 12 272 15,25-10 64-15,-25 10 16 16,24-11-3520-16,-24 11-704 0,29-7-144 0,-29 7-17920 0</inkml:trace>
  <inkml:trace contextRef="#ctx0" brushRef="#br0" timeOffset="8688.73">11684 11497 8287 0,'-3'0'736'0,"1"-1"-592"16,0 1-144-16,1 0 0 0,0 0 4144 0,1 0 784 15,-1 0 176-15,-1 0 16 0,0 0-1488 0,-2 2-304 0,-1 3-64 0,1 0-16 16,-1 4-2048-16,0 3-416 0,0 2-80 0,-1 4 0 16,2 3-464-16,-3 3-96 15,1 4-16-15,-2 4 0 0,2 2-128 0,-1-1 0 0,3 0 0 0,1-1 0 16,2-2 0-16,1-6 0 15,1-3 0-15,-1-21-18368 0</inkml:trace>
  <inkml:trace contextRef="#ctx0" brushRef="#br0" timeOffset="9308.85">11883 11608 5519 0,'-1'0'496'0,"1"-1"-496"0,0 0 0 0,0 1 0 16,1-1 2240-16,0 1 368 0,0 0 64 0,0-2 16 15,-1 2 816-15,0 0 160 0,0 0 48 0,0 0 0 16,22-10-944-16,-22 10-176 0,0 0-32 0,0 0-16 16,0 0-1328-16,0 0-272 0,0 0-48 0,38 0-16 15,-38 0-672-15,0 0-208 0,0 0 128 0,0 0-128 16,0 0-288-16,0 0-112 0,0 0-32 0,0 0-17392 15</inkml:trace>
  <inkml:trace contextRef="#ctx0" brushRef="#br0" timeOffset="9476.42">11885 11716 23951 0,'-2'5'1056'0,"1"-2"224"0,0-1-1024 0,1-1-256 0,0 0 0 15,0 1 0-15,0 1 2288 0,0-3 400 0,0 0 64 0,0 0 32 16,5 24-928-16,-5-24-176 0,0 0-32 15,0 0-16-15,0 0-1056 0,0 0-224 0,25 29-32 16,-25-29-16-16,0 0-304 0,0 0 0 0,0 0 0 16,0 0-12080-16,34-8-2464 15</inkml:trace>
  <inkml:trace contextRef="#ctx0" brushRef="#br0" timeOffset="10325.24">12197 11926 2751 0,'-2'4'256'0,"2"-4"-256"16,-1 1 0-16,1-1 0 0,-2 1 5168 0,2-1 976 0,0 0 208 16,0 0 48-16,0 0-3136 0,0 0-608 15,0 0-128-15,0 0-32 0,0 0-1152 0,0 0-256 16,0 0-32-16,0 0-16 0,0 0-368 0,36 7-80 16,-36-7-16-16,22-19 0 0,-22 19-368 0,26-26-80 0,-11 11 0 0,0 0-128 15,-3-2 144-15,2-1-144 0,3-4 0 0,-2-2 144 0,2-2-144 0,-1-1 0 0,0-1 0 16,-3 1 128-1,-1 0-128-15,1 1 0 0,-2 0 0 0,-2 2 0 16,0-1 0-16,-1 5 0 0,-2 3 0 0,-2 3 0 16,0 2 0-16,-4 5 0 0,1 2 0 0,-2 5 0 15,0 0 0-15,-2 2 0 0,-1 1 0 0,0 0 0 16,0 3 0-16,-2 2 0 0,1-2 0 0,-1 3 0 16,1-1 0-16,-1 2 0 0,1-1 144 0,1 2-144 15,-1-2 128-15,1 0-128 0,1 0 160 0,-1 1-160 16,1 0 128-16,0-2-128 0,1 1 0 0,1 2 0 0,-1 1 128 0,0 4-128 15,1 0 0-15,0 4 0 0,0-1 128 16,1 3-128-16,0 1 0 0,0-2 0 0,0 2 0 16,1-3 0-16,1-2 0 0,-2-18 0 0,8 32 0 0,-8-32 0 15,0 0 0-15,19 26 0 0,-19-26 0 16,0 0 0-16,0 0 0 0,36 2 0 16,-36-2-640-16,23-19 0 0,-11 5-16 0,0-1 0 15,0-1-432-15,-1-5-96 0,1 2-16 0,-1-4 0 16,0 0-208-16,0 2-32 0,-2-2-16 0,0 1 0 15,-1 3 592-15,-1-1 112 0,1-3 32 0,-2 0 0 0,0 4 720 0,-2 0 0 16,-2 2 0-16,-2 3 0 0,-2 2 128 0,1 3 64 0,-1 5 0 16,0 3 16-16,-1 1 816 0,-1 2 144 0,1 3 48 0,-2 2 0 15,0 3 160-15,0 2 32 16,0 0 16-16,1 2 0 0,0 1-832 0,1 0-160 0,0 2-48 0,1 0 0 16,2 4-160-16,0-2-32 0,1 0-16 0,1 1 0 15,-2-20 48-15,9 35 16 0,-9-35 0 0,10 30 0 16,-10-30-240-16,0 0 128 0,19 31-128 0,-19-31 0 15,0 0-544 1,0 0-208-16</inkml:trace>
  <inkml:trace contextRef="#ctx0" brushRef="#br0" timeOffset="10587.63">12800 11709 21183 0,'-2'1'944'0,"1"-1"192"0,1 0-912 0,0 0-224 16,0 0 0-16,0 0 0 0,0 0 2176 0,-2 9 400 0,2-9 80 0,-2 17 16 15,2-17-304-15,-3 26-64 16,3-26-16-16,-2 32 0 0,1-14-1424 0,1 2-288 0,0 0-48 0,0-2-16 15,0-18-304-15,2 35-64 0,-2-35-16 0,2 29 0 16,-2-29-272-16</inkml:trace>
  <inkml:trace contextRef="#ctx0" brushRef="#br0" timeOffset="11023.99">12980 11655 14735 0,'-4'5'640'0,"3"-3"160"0,-1 0-640 0,0 0-160 0,1-2 0 15,0 1 0-15,1-1 2064 0,-1 2 384 16,0 0 80-16,1-2 16 0,-2 5 144 0,2-5 16 15,0 0 16-15,0 0 0 0,0 0-992 0,0 0-192 0,0 0-32 0,0 0-16 16,0 0-800-16,33-7-176 0,-33 7-16 0,0 0-16 16,0 0-304-16,31-7-176 15,-31 7 192-15,0 0-192 0,0 0 0 0,32-7 0 16,-32 7 0-16,0 0 0 16,27-7-224-16,-27 7-160 0</inkml:trace>
  <inkml:trace contextRef="#ctx0" brushRef="#br0" timeOffset="11819.71">13279 11925 11055 0,'-4'7'976'0,"1"-5"-784"0,3-2-192 0,-3 8 0 0,3-8 2736 0,0 0 496 0,0 0 96 0,-2 7 32 16,2-7-240-16,0 0-48 16,-2 16-16-16,2-16 0 0,0 0-1296 0,0 0-256 0,0 0-48 0,0 0-16 15,0 0-800-15,0 0-144 16,34-1-48-16,-34 1 0 0,0 0-208 0,23-18-48 0,-23 18-16 0,19-18 0 16,-19 18-176-16,21-24 192 15,-10 10-192-15,1-1 192 0,0-3-192 0,2 1 0 16,0-5 0-16,0 1 128 0,-2 2-128 0,0-4 0 0,0-2 0 0,0-3 0 0,0-2 0 15,0 1 0-15,-1-2 0 16,-2 5 0-16,-1 2 0 0,-2 5 0 0,-1 3 0 0,-3 4 0 16,0 3 0-16,-1 3 0 0,-1 4 0 0,0 2 0 0,-1 0 0 15,-1 3 0-15,0 4 0 0,0-3 0 0,-2 4 0 16,0 1 0-16,0 0 0 0,0 1 128 0,0-2-128 0,0 3 192 16,2-1-192-16,-2 1 192 15,2 1-192-15,-1 0 0 0,1 0 0 0,2-12 0 0,-1 24 0 16,1-24 0-16,0 31 0 0,0-12 0 0,1-1 0 15,-1 4 0-15,1-1 0 0,0 1 0 0,1 1 0 16,0 1 0-16,1-3 0 0,-3-21 0 16,6 38 0-16,-6-38 0 0,11 31 0 0,-11-31 0 15,0 0 0-15,18 26 0 0,-18-26 0 0,0 0 0 16,0 0-320-16,33-1 16 0,-33 1 0 0,21-18 0 16,-9 4-464-16,1-3-112 0,1 1-16 0,0-6 0 15,-1 3-1248-15,-1-4-256 0,1-1-48 0,-3 0-16 0,-1 1 560 0,1 1 112 0,0-4 32 0,-2 1 0 16,0 1 1344-16,-1 2 272 0,-1 0 144 0,1 4-160 15,-2 1 752-15,-2 5 160 0,0 5 16 16,-2 2 16-16,-1 5 464 0,0 0 96 0,0 0 0 0,0 0 16 16,0 0-32-16,1 20-16 0,-1-20 0 15,-4 23 0-15,4-23-64 0,-4 26-16 16,2-7 0-16,-1 0 0 0,1 2-768 0,0 1-144 0,0 1-48 0,0-1 0 16,1 2-128-16,0-3-16 0,1 0-128 15,0-2 192-15,0-1-192 0,0-18 144 0,2 32-144 0,-2-32 128 16,6 23-128-16,-6-23 0 0,0 0 0 0,0 0-12144 31,0 0-2448-31</inkml:trace>
  <inkml:trace contextRef="#ctx0" brushRef="#br0" timeOffset="12240.64">13847 11818 22111 0,'-3'3'976'0,"1"-1"208"0,0 1-944 0,1-3-240 15,1 0 0-15,0 0 0 0,0 0 2288 0,0 0 400 16,0 0 96-16,0 0 16 0,0 0-1056 0,0 0-208 15,0 0-32-15,40 0-16 0,-40 0-912 0,0 0-176 16,34 0-32-16,-34 0-16 0,0 0-352 0,0 0 0 16,39 9 0-16,-39-9 0 0,0 0 0 0,0 0 0 0,0 0 0 15,26 22 0-15,-26-22 0 0,0 0 0 0,0 0 0 0,-4 19-128 16,1-15 128-16,-2 3 0 0,-1-2 0 0,0-1-128 31,-1 1-256-31,-1-1-32 0,1 0-16 0,-1 1 0 0,3-1 240 0,-1 3 64 0,3-2 0 0,0-1 0 16,3-4 384-16,0 0 96 0,0 0 16 0,0 0 0 15,9 26 208-15,-9-26 32 0,0 0 16 0,0 0 0 16,30 22-240-16,-30-22-32 0,0 0-16 0,34 10 0 16,-34-10-160-16,0 0-48 0,36 3 0 0,-36-3 0 15,0 0-128-15,39-6-192 0,-39 6 32 0,30-9-18240 16</inkml:trace>
  <inkml:trace contextRef="#ctx0" brushRef="#br0" timeOffset="12685.74">14362 11520 17503 0,'-3'4'768'0,"3"-4"176"0,-4 6-752 0,4-6-192 16,0 0 0-16,0 0 0 0,-2 8 1984 0,2-8 352 16,0 0 80-16,-2 17 16 0,2-17-224 0,0 0-32 0,0 0-16 0,5 26 0 15,-5-26-576-15,0 0-112 0,0 0-32 0,0 0 0 16,0 0-736-16,37 15-160 16,-37-15-32-16,0 0 0 0,0 0-256 0,42 6-64 15,-42-6-16-15,0 0 0 0,35 6-176 0,-35-6 128 16,0 0-128-16,43 6 128 0,-43-6-128 0,0 0 0 0,41 10 0 0,-41-10 0 0,0 0 0 15,38 8 0 1,-38-8 0-16,0 0 0 0,0 0 0 0,41 17 0 0,-41-17 0 0,0 0 0 16,0 0 0-16,0 0 0 0,29 26 0 0,-29-26 0 15,0 0 0-15,0 0 0 0,1 29 0 0,-4-19 128 16,-3 3 64-16,-2 0 0 0,-2 2 0 0,-2 1 0 0,1 1-192 16,-2 1 192-16,-2 2-192 0,-1 1 192 15,2-2-192-15,1-3 0 0,2-1 0 0,1-1 0 0,1-3 0 16,0-1 0-16,1 0 0 0,1-3-176 15,1-2-688-15,2-1-144 0</inkml:trace>
  <inkml:trace contextRef="#ctx0" brushRef="#br0" timeOffset="13210.41">15020 11579 15663 0,'-3'0'1392'0,"0"0"-1120"0,2 0-272 0,0 0 0 16,1 0 1888-16,-1 0 320 0,-1 0 64 0,-1 0 16 16,-1 0 512-16,-2 2 96 0,2 2 32 0,0-1 0 15,1 5-1344-15,0-1-272 0,1 2-48 0,0 3-16 16,0 1-752-16,0 2-160 0,2-15-16 0,0 36-16 15,2-15-304-15,0 0 0 0,-2-21 0 0,6 41 0 16,-6-41 160-16,9 35-32 0,-9-35 0 0,0 0 0 16,22 34 16-16,-22-34 0 0,0 0 0 0,34 9 0 15,-34-9 112-15,29-9 0 0,-12-3 16 0,0-4 0 16,2-2 16-16,0-5 0 0,-1 0 0 0,-3 1 0 16,-1-3-288-16,-4 2 160 0,-1 0-160 0,-2 0 128 15,-4 1-128-15,-4-2 0 0,-2 3 0 0,-6 2 0 0,-3 0 0 0,-4 4 0 16,-3 4 0-16,-3 6 128 0,-2 3-128 15,0 6 0-15,-1 4 0 0,2 1 0 0,3 5 128 16,-1 3-128-16,0 5 128 0,3 1-19472 0</inkml:trace>
</inkml:ink>
</file>

<file path=ppt/ink/ink12.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6T09:34:57.760"/>
    </inkml:context>
    <inkml:brush xml:id="br0">
      <inkml:brushProperty name="width" value="0.05292" units="cm"/>
      <inkml:brushProperty name="height" value="0.05292" units="cm"/>
    </inkml:brush>
  </inkml:definitions>
  <inkml:trace contextRef="#ctx0" brushRef="#br0">3655 3144 9215 0,'0'-1'816'0,"0"1"-656"0,1 0-160 0,-1 0 0 15,0 0 928-15,0 0 160 0,1 1 16 0,0-1 16 0,0 2 1552 0,1-2 304 16,-1 2 64-16,1 0 16 15,1 0-1344-15,1 1-272 0,-1-1-48 0,2 1-16 16,0-1-608-16,-1 0-112 0,-4-2-16 0,0 0-16 0,0 0-368 0,0 0-64 16,0 0 0-16,0 0-16 15,0 0-176-15,0 0 0 0,39 19 0 0,-36-18 0 16,-1 1 0-16,0 0-192 0,0 0 32 0,-2 1-13968 0</inkml:trace>
  <inkml:trace contextRef="#ctx0" brushRef="#br0" timeOffset="236.21">3658 3359 14735 0,'-1'-3'640'0,"1"1"160"0,0 1-640 0,0 0-160 16,0 1 0-16,0 0 0 0,0 0 1584 0,1 1 272 0,-1 2 64 15,1 0 16-15,0 4 240 0,0 1 64 16,0 1 0-16,1 2 0 0,1 0-1408 0,0 0-256 0,0 1-64 16,-3-12-16-16,0 0-256 0,13 30-48 0,-13-30-16 0,0 0 0 15,0 0-656-15,0 0-128 16</inkml:trace>
  <inkml:trace contextRef="#ctx0" brushRef="#br0" timeOffset="679.58">4046 3203 11055 0,'1'-1'976'0,"0"1"-784"15,0-2-192-15,0 2 0 0,-1 0 1504 0,1-2 256 16,0 0 48-16,1-1 16 0,1-2 320 0,-2 1 64 16,1-2 16-16,-1 2 0 0,-1-1-448 0,0-2-96 15,-1 3-16-15,-1-1 0 0,1 1-400 0,-1-1-96 0,0-1-16 0,-1 2 0 16,0 1-256-16,0-2-64 16,1 3-16-16,-1 0 0 0,0 0-320 0,0 1-64 15,0 1-16-15,-1 0 0 0,0 3-176 0,0-2-48 16,0 2 0-16,-1 0 0 0,1 2-192 0,0 0 0 15,-1 2 128-15,2-3-128 0,-2 4 0 0,1-1 0 16,1 2 0-16,0 0 0 0,1 1 0 0,0 2 0 16,1 2 0-16,1 0 0 0,1-1 0 0,1 3 0 15,-2-16 0-15,6 30 0 0,-6-30 0 0,7 36 0 16,-7-36 0-16,9 43 0 0,-5-20 0 0,-1 0 0 0,1 2 0 16,0-1 0-16,-1-1 0 0,-1-1 0 0,-2 1 0 15,1-3 0-15,-1-2 0 0,-1-1 0 0,1-3 0 16,-3-4 0-16,1-1 0 0,-1-4 0 0,-1 0 0 0,1-3-160 31,-2-2-864-31,0-2-160 0</inkml:trace>
  <inkml:trace contextRef="#ctx0" brushRef="#br0" timeOffset="902.06">3866 3382 23039 0,'-1'1'2048'0,"1"1"-1648"16,0 0-400-16,0-2 0 15,1 0 1264-15,0 0 160 0,1 3 48 0,1-3 0 16,2 1 992-16,1-2 208 0,3-2 32 0,2-2 16 0,2 1-1552 0,2-5-304 16,1 1-64-16,1 0-16 0,0-1-528 0,3 0-96 15,-2 2-32-15,3 0 0 0,-21 7-128 0,41-12 0 16,-41 12 0-16,38-2 0 0,-38 2 0 0,0 0 0 16,47 11-144-16,-47-11-18208 0</inkml:trace>
  <inkml:trace contextRef="#ctx0" brushRef="#br0" timeOffset="5885.26">4715 3233 3679 0,'0'-4'320'0,"0"1"-320"0,1 2 0 0,-1 0 0 15,1-1 192-15,-1 1-16 0,1-4-16 0,1-1 0 16,-1-4-160-16,2 1 160 0,0 0-160 0,0 2 160 15,1-1-160-15,-2 3 0 0,0 0 0 0,0 0 0 16,0 1 256-16,-1 2 32 0,1-3 0 0,-1 3 0 16,0 1 560-16,-1-1 112 0,0 2 32 0,1-2 0 15,-1 2 416-15,-1 0 96 0,1 0 16 0,0 2 0 16,0-2 368-16,-2 4 80 0,1 2 16 0,0 0 0 16,-1 4-736-16,-1 2-144 0,0 2-16 0,0 3-16 0,-1 2-544 15,0 0-96-15,1 2-32 0,-1-2 0 0,0 1-208 16,-1 0-32-16,2 1-16 0,-1 1 0 0,0-1-144 15,2-3 160-15,0-2-160 0,0 0 160 16,2-2-160-16,1-4 0 0,2-1 0 0,-1-4 0 0,2 0 0 0,1-3 0 16,0-2 0-16,3-2 0 0,-1-2 384 0,1 0 64 15,2-2 0-15,-1-2 0 0,1 1-448 0,-1-1-144 0,0-2 0 16,0 2 0-16,0-1-1632 0,1-1-320 0,-3-1-64 0,0 3-8528 16</inkml:trace>
  <inkml:trace contextRef="#ctx0" brushRef="#br0" timeOffset="6081.91">4630 3315 10127 0,'-4'1'896'0,"1"-1"-704"0,1 2-192 0,2-2 0 15,0 0 1216-15,0-2 224 0,-2 2 32 0,1 0 16 16,0 0 1440-16,0-1 272 0,2-2 64 0,1 0 16 0,1-3-1040 0,3 0-224 16,0-1-32-16,2 0-16 0,1 0-752 0,1 0-160 15,0 0-32-15,2-1 0 16,1 2-512-16,1 0-96 0,-14 6-32 0,30-8 0 15,-30 8-384-15,29-5 0 0,-29 5 0 0,0 0 0 16,40-1-864 0,-40 1-160-16,0 0-16 0,0 0-15392 0</inkml:trace>
  <inkml:trace contextRef="#ctx0" brushRef="#br0" timeOffset="6479.85">4968 2972 22111 0,'-4'-2'976'0,"3"2"208"16,0 0-944-16,0 0-240 0,0 0 0 0,0 2 0 0,0 1 1488 0,0 0 256 0,-1 3 48 0,0 4 16 15,0 4-672-15,0 2-144 16,1 2-32-16,1 2 0 0,0 3-320 0,1 2-64 16,1 1 0-16,-2 2-16 0,2 3-256 0,-1-1-48 15,-1-1-16-15,-1 0 0 0,-1-3 48 0,2-4 16 16,-2 0 0-16,0-4 0 0,2-2-176 0,0-4-128 15,0-3 144-15,1-1-144 0,0-4 128 0,1-1-128 16,0-3 0-16,1-3 0 0,1 0 0 0,0-3 0 16,1-3-128-16,1-1 128 0,-1-2-432 0,1-2 32 15,0 0 0-15,0 0 0 16,-1-1-144-16,1 2-32 0,-1 1 0 0,-2 2 0 0,2 0 448 0,-1 3 128 0,-2 2 0 16,1 3 0-16,0 0 0 0,-1 2 128 0,0 2 0 0,0-2 16 15,0 5 576-15,0 0 112 0,1-1 32 0,-1 3 0 16,0 0-32-16,0 3 0 0,0 0 0 0,0-1 0 15,1 1-464-15,0 1-112 0,0-1 0 0,-3-10-16 16,0 0-240-16,0 0 128 0,16 30-128 0,-16-30 0 16,0 0 0-16,0 0 0 0,0 0 0 0,0 0-11840 15,0 0-2400-15</inkml:trace>
  <inkml:trace contextRef="#ctx0" brushRef="#br0" timeOffset="6816.72">5237 3233 12895 0,'-4'5'1152'0,"3"-3"-928"0,-1 0-224 0,1 1 0 0,1-2 2816 0,1 1 528 15,-1-2 112-15,1 2 0 0,0 2-800 0,-1-4-160 16,0 0-48-16,0 0 0 0,0 0-1552 0,0 0-304 16,46 17-64-16,-46-17-16 0,0 0-192 0,38-7-64 0,-38 7 0 0,27-10 0 15,-14 4-256-15,-2 0 128 0,0-2-128 0,-2 0 0 16,0 1 0-16,-4 0 0 0,0 0 0 15,-2 2 0 1,-2-2-560-16,-1 2-64 0,-3 0-16 0,-2 0 0 0,-1 1-208 16,-4-1-48-16,0 3-16 0,-3 0 0 0,-1 2-176 15,-1 2-48-15,1 1 0 0,-1 3 0 16,1 2 544-16,2 1 96 0,0 3 32 0,2 2 0 0,1 0 1408 0,2-1 272 0,1 1 64 16,1 0 16-16,1 0 272 0,2 0 48 0,1-1 16 15,3 0 0-15,-2-13-640 0,0 0-128 0,13 31-32 0,-13-31 0 16,0 0-448-16,0 0-80 0,42 20-32 0,-42-20 0 15,0 0-272-15,52-6 0 0,-52 6-176 0,39-12-17584 16</inkml:trace>
  <inkml:trace contextRef="#ctx0" brushRef="#br0" timeOffset="7165.29">5756 3174 9215 0,'-1'0'816'0,"0"0"-656"0,1 1-160 0,-1-1 0 0,1 0 1264 0,0 0 208 0,0 1 64 0,0-1 0 16,0 2 1472-16,-1-1 288 15,1 1 64-15,1-1 16 0,0 1-1392 0,1 0-256 16,0-1-64-16,1 0-16 0,2 1-640 0,-2 1-128 16,-3-3-32-16,0 0 0 0,0 0-224 0,0 0-48 0,28 45-16 15,-28-45 0-15,10 31-304 0,-10-31-48 16,7 34-16-16,-7-34 0 0,6 33-192 0,-6-33 0 15,5 30 0-15,-5-30 0 0,0 0 0 0,11 31 0 16,-11-31 0-16,0 0 0 0,0 0 0 0,0 0 128 16,0 0-128-16,34-5 0 0,-27-5 384 0,2-6 48 15,1-1 0-15,-1-4 0 0,-1-3-224 0,1 0-32 16,1-2-16-16,-2 1 0 0,0 3-160 0,-1-1 0 16,-1 1 144-16,0 4-144 0,0 1 0 0,-2 4 0 15,1 2 0-15,-2 4 128 0,0 0-128 0,-1 4 0 0,1 3-128 16,-1 2-18080-16</inkml:trace>
  <inkml:trace contextRef="#ctx0" brushRef="#br0" timeOffset="7617.69">6148 3242 24879 0,'7'-4'1088'0,"-2"-1"256"0,0 1-1088 0,-3 1-256 0,0 2 0 0,-1 0 0 0,1-2 2000 16,0 1 352-16,2-4 64 0,-1 0 16 15,2-1-928-15,-1-2-176 0,-3 4-48 0,0-2 0 16,-2 3-656-16,0 1-144 0,-2-2-32 0,-1 2 0 16,-1 1-128-16,-2 0-48 0,0 0 0 0,-3 1 0 15,1 2-272-15,-1 1 128 0,-2 0-128 0,0 3 0 16,1 2 0-16,0 0 0 0,3 2 0 0,0 1 0 0,2 2 0 0,1 0 0 16,0 2 0-16,1-1-144 0,1 0 144 0,2 1 0 15,0 1 0-15,1 1 0 0,1-2 0 16,0-2 0-16,-1-12 0 0,0 0 0 0,0 0 0 0,23 33 0 0,-23-33 0 15,0 0 0-15,0 0 0 0,0 0 0 16,40 0 0-16,-30-7 0 0,2-2 0 0,-1-1 0 0,2-4 128 16,-2 1-128-16,1 0 0 0,-2-1-160 0,-1 0 16 0,-2-1 0 31,0 4-320-31,-3-1-64 0,-1 1-16 0,-2 2 0 0,0 1 224 0,-1 2 64 0,-1 4 0 0,1 0 0 16,-1 2 256-16,0 2 0 0,-1 3 0 0,1 3 0 15,0 3 352-15,0-1 32 0,1 4 0 16,0 0 0-16,0 0 64 0,0-1 0 0,1 0 16 0,0 0 0 15,-1-13-272-15,6 25-64 0,-6-25-128 0,0 0 192 0,0 0 32 0,0 0 0 16,29 31 0-16,-29-31 0 0,0 0-224 0,0 0 128 16,0 0-128-16,38-5 0 0,-30-2 0 0,0 0-320 15</inkml:trace>
  <inkml:trace contextRef="#ctx0" brushRef="#br0" timeOffset="7944.66">6405 3196 18431 0,'-1'4'1632'0,"1"-1"-1312"0,0-1-320 0,0 0 0 15,1-1 1984-15,-1-1 336 0,1 0 64 0,0-1 16 0,3 1-80 0,1-2-16 16,1-1 0-16,2-3 0 0,-1 0-1472 0,2-1-288 16,0 0-64-16,0-2-16 0,0 2-32 0,2-1-16 15,-2 2 0-15,1 3 0 0,-1-1-16 0,-9 4 0 16,0 0 0-16,0 0 0 0,0 0-272 0,45 21-128 15,-45-21 0-15,0 0 128 0,18 40-128 0,-18-40 160 16,5 33-160-16,-4-15 160 0,-2-3-32 0,0 0-128 16,-1-1 192-16,-1-3-64 0,1 1-128 0,-2-4 0 0,1-1 0 0,1 0 0 15,0-5 0-15,1 0 0 16,0-2 0-16,0-2 0 0,1-2 144 0,-1-3-144 0,1-1 160 16,0-3-160-16,2-3 256 0,0-1-64 15,-1-2 0-15,3-1 0 0,0-2-192 0,0-1 0 16,0 2 0-16,2 1 0 0,-1 3 0 0,2-2-128 15,0 2-16-15,2 2 0 16,-1 1-560-16,0 2-96 0,2 2-32 0,0 2-16736 0</inkml:trace>
  <inkml:trace contextRef="#ctx0" brushRef="#br0" timeOffset="8121.73">6847 3030 18431 0,'5'-1'1632'0,"-2"1"-1312"0,-3 0-320 0,1 1 0 15,0 1 3472-15,0 0 624 0,2-2 128 0,2 3 32 0,-5-3-1648 0,0 0-336 16,0 0-64-16,0 0-16 0,34 28-1680 0,-34-28-352 16,0 0-160-16,0 0 160 15,0 0-720-15,0 0-144 0</inkml:trace>
  <inkml:trace contextRef="#ctx0" brushRef="#br0" timeOffset="8266.41">6884 3162 28559 0,'1'5'1264'0,"-2"-3"272"0,1 3-1232 0,-1-3-304 16,0 1 0-16,1 0 0 0,-1 1 2048 0,0 3 368 0,0 2 64 0,-2 5 16 15,1 1-1504-15,0 2-288 16,2-5-64-16,1-1-16 0,-1-11-448 0,0 0-176 16,0 0 128-16,0 0-17856 0</inkml:trace>
  <inkml:trace contextRef="#ctx0" brushRef="#br0" timeOffset="9056.29">7187 3170 27647 0,'2'2'1216'0,"-1"-2"256"0,-1 0-1168 0,0 0-304 0,0 0 0 0,0 0 0 0,-1 0 2192 0,0-3 384 16,0 1 80-16,-2-1 16 0,0-3-1504 0,-1-2-288 15,1 1-64-15,1-5-16 0,0 1-528 0,-1-1-96 16,1-2-32-16,-1 2 0 15,1 0-144-15,-2 2 0 0,0 1 0 0,0 4 0 16,0 1 0-16,-1 3 0 0,1 2 0 0,-2 3 0 16,0 3-128-16,-1 2-16 0,0 3 0 0,-3 5 0 15,3 0-32-15,-1 1 0 0,1 2 0 0,2-1 0 16,0 2 176-16,2-4-128 0,1 1 128 0,2-5-128 0,0-13 128 16,0 0 0-16,8 30 0 0,-8-30 0 0,0 0 0 15,0 0 0-15,0 0 0 0,0 0 0 0,40 2 0 0,-31-11 0 16,1 0 0-16,1-3 0 0,-1 0-272 0,1-2 16 0,1-1 16 0,-3-1 0 15,0 2-128-15,0 1-16 0,-2 0-16 0,-1 1 0 16,0 3 400-16,0 1-128 0,-3 3 128 0,0 0 0 0,-1 3 0 16,-1 2 0-16,0 0 0 15,-2 3 0-15,1 1 192 0,-2 2 128 0,0 2 32 0,0 2 0 0,0 1 288 0,1 2 64 16,-1 1 16-16,1 1 0 16,-1 1-496-16,1-2-96 0,1-1-128 0,0-13 176 0,0 0-176 0,5 27 0 31,-5-27 0-31,0 0 0 0,0 0 0 0,0 0 0 0,0 0 0 0,0 0 0 0,0 0 0 15,38-1 0-15,-32-7 0 0,1 1 0 16,-1-3 0-16,1 0-192 0,0-2 32 0,0 1 16 31,-1 1-368-31,1 1-64 0,-1-4 0 0,0 1-16 0,1-1-368 0,-1 0-80 0,1 0-16 0,-1-1 0 16,0 0 368-16,1 2 80 0,-1 0 16 16,0 2 0-16,0 1 592 0,0 4 0 0,-2 3 0 0,2 0 0 0,-2 2 432 0,-1 4 0 0,0-1 0 15,-3-3 0 1,0 0 912-16,0 0 176 0,9 37 32 0,-9-37 16 15,3 27-928-15,-3-11-176 0,0-16-32 0,0 35-16 16,0-18-288-16,-2 0-128 0,-1-3 0 0,1 2 128 16,-1-3-128-16,-2 0 0 0,2-3 0 0,-2 0 0 15,1-3 0-15,0 0 0 0,1-3 0 0,0-1 0 16,1-1 0-16,1-2 0 0,0 0 0 0,0-4 0 0,2 1-224 0,0-3-80 16,2-2-16-16,1-2 0 15,-1-2-784-15,3-2-176 0,0-1-16 0,2 0-16 16,-2-1-944-16,3 1-192 0,-1-3-48 0,1 3 0 15,1 1 592-15,-2 2 112 0,1 0 32 0,0 1 0 0,-1 2 1376 0,-1 3 384 16,1 3-160-16,-2-1 160 0,0 3 752 0,-1 1 208 16,-5 0 64-16,0 0 0 0,0 0 1552 0,0 0 320 15,0 0 64-15,31 31 16 0,-31-31-1088 0,0 0-224 16,0 0-32-16,17 39-16 0,-17-39-1008 0,0 0-208 0,8 35-32 16,-8-35-16-16,1 23-160 0,-2-11-16 0,-1 0-16 0,0 0 0 15,0 0-160-15,-2-4 0 0,1 1 0 0,0 0 0 16,1-2 0-16,1-2 0 0,1-1 0 15,1 1-12544 1,2-4-2416-16</inkml:trace>
  <inkml:trace contextRef="#ctx0" brushRef="#br0" timeOffset="9357.98">7792 3058 23039 0,'1'0'1024'0,"-1"0"192"0,0 0-960 0,0 1-256 15,0-1 0-15,0 0 0 0,1 0 2112 16,-1-1 368-16,0 1 80 0,0-2 0 16,-1-1-896-16,1 1-176 0,-1-1-32 0,0 1-16 0,-1 0-656 0,0 0-128 15,1 1-16-15,-2 1-16 16,-1 1-208-16,0 3-32 0,-2 0-16 0,-1 4 0 16,0-1-176-16,-1 4-16 0,0 1-16 0,0 3 0 15,0 1-160-15,0 1 0 0,2 0 0 0,-1 2 0 0,3-3 0 16,1 0 0-16,3-1 0 0,0-15 0 0,0 0 0 15,0 0 0-15,22 35 0 0,-22-35 0 0,0 0 0 0,0 0 0 16,45 5 0-16,-45-5 0 0,27-4 0 0,-27 4-176 16,29-5 48-16,-29 5 0 15,30-10-816-15,-30 10-144 0,29-12-48 0,-16 5-16032 0</inkml:trace>
  <inkml:trace contextRef="#ctx0" brushRef="#br0" timeOffset="9706.62">7909 3134 16575 0,'-2'2'736'0,"1"-2"160"0,1 0-720 0,-1 0-176 0,1 2 0 0,0-2 0 16,0 0 2000-16,0 1 368 0,1 0 80 0,0 0 16 0,2 1-352 0,0-1-80 15,-3-1-16-15,0 0 0 0,0 0-688 0,0 0-144 16,35-6-32-16,-25 2 0 0,1-1-448 0,0 0-112 16,1 0-16-16,1-2 0 0,-1 3-384 0,1-4-64 15,-1 1-128-15,-1 0 176 16,0 0-176-16,-1 1 0 0,-1-2 0 0,0 1 0 15,-2-3 0-15,-2 1 0 0,-2 2 0 0,-3-3 0 16,0 3 0-16,-3-2 0 0,-1 1 0 0,-2 1 0 0,-3 2 0 16,0 1 0-16,-2 4 0 0,-1 1 0 15,-1 2 0-15,0 3-192 0,-1 1 0 0,1 3 16 0,0 1 176 0,0-1 0 16,0 4 0-16,1 0 0 0,0 2 368 0,1 1 0 16,0 0 0-16,2 1 0 15,2 4-48-15,2-3 0 0,1 1 0 0,4-2 0 0,0-18 0 0,7 31 0 0,-7-31 0 0,0 0 0 16,27 28-144-16,-27-28-48 0,0 0 0 15,42 12 0-15,-42-12-128 0,35-4 0 0,-35 4 0 16,35-13 0-16,-16 4-192 0,0-3-80 0,1-1-16 0,-2 0-18496 16</inkml:trace>
  <inkml:trace contextRef="#ctx0" brushRef="#br0" timeOffset="10374.37">8918 3044 7359 0,'-4'4'656'0,"2"-2"-528"0,0 1-128 0,0 0 0 0,1-1 2048 16,0-1 368-16,0 0 80 0,0 1 0 0,-1-1-384 0,0 3-96 15,1 1-16-15,-2-3 0 16,2 0-2624-16,0 1-528 0,1-3-96 0,0 0-32 0</inkml:trace>
  <inkml:trace contextRef="#ctx0" brushRef="#br0" timeOffset="10977.27">8396 3024 13823 0,'-1'-2'1216'0,"1"0"-960"0,0 0-256 0,0 0 0 0,0 1 896 0,-1 1 144 0,1-3 32 0,-1-1 0 31,-1-3 1920-31,1 1 384 0,0 0 80 0,0-1 0 0,0 2-1040 0,-1 0-224 16,1 1-32-16,-1-1-16 0,-1 2-1072 0,0 1-224 0,1 0-32 0,-4 2-16 31,1 0-368-31,-3 1-80 0,-2 2-16 0,-2 0 0 0,-1 2-144 0,-2-1-16 15,-2 4-16-15,0-1 0 0,0 2-160 0,0 1 0 0,2 0 144 0,0-2-144 16,3 2 0-16,0-3 0 16,2 0 0-16,2 1 128 0,2-1-128 0,3 0 0 15,3-3 0-15,2 2 0 0,-2-6 0 0,0 0 0 16,0 0 0-16,0 0 0 0,42 32 0 0,-42-32-128 16,0 0 128-16,46 24 0 0,-46-24 0 0,0 0 0 15,50 26 0-15,-50-26-128 0,0 0 128 0,40 24 0 16,-40-24 0-16,0 0 0 0,0 0 0 0,0 0 0 15,12 33 0-15,-20-26 0 0,-3 1 0 0,-3 0 0 0,-2 0 0 16,-1-3 0-16,-3 2 0 0,1-5 0 0,-1 3 0 0,2-3-128 16,0-2-224-16,2 0-32 0,3-2-16 0,5 0-11920 15,3-1-2384-15</inkml:trace>
  <inkml:trace contextRef="#ctx0" brushRef="#br0" timeOffset="11898.66">8973 3074 911 0,'-6'1'0'0,"3"-1"0"0,2 0 0 15,-1 0 0-15,2 0 4544 0,0 0 816 16,0 0 160-16,0-1 48 0,0 1-1040 0,0 0-208 0,1-2-32 0,0 0-16 15,2-1-2464-15,1-1-480 16,0 1-112-16,0-1 0 0,1-1-832 0,0 2-144 0,-2-1-48 0,2-1 0 16,-1 0-192-16,-1 1 128 15,1-2-128-15,-2 2 0 0,-1-1 0 0,-1-1 0 0,-1 0 0 0,-2 1 0 16,0 1 0-16,-2-1 0 0,-2 0 0 0,0 3 0 16,-2 0 0-16,-1 4 0 0,2-2 0 0,-1 4 0 0,0 1 0 0,0 0-208 15,0 5 64-15,0 0 16 16,0 3 128-16,2-1 0 0,-2 5 0 0,3 0 0 15,-1 4 0-15,2-2 0 0,0 4 0 0,2-1 0 16,3-3 0-16,-1 0 0 0,2-3 0 0,-1-16 0 0,0 0 0 16,10 32 0-16,-10-32 0 0,0 0 0 0,0 0 0 15,0 0 0-15,38 4 0 0,-29-11 0 0,2-2 0 0,1-1 0 16,-1-4 0-16,0 2 0 16,-1-2-256-16,-1-1 48 0,0-1 0 0,0 1 0 15,-2 0-208 1,-1 0-32-16,-2 3-16 0,-1 0 0 0,0 0 464 0,-2 2-144 0,0 1 144 0,0 2 0 0,-1 0 0 15,0 4 0-15,1 1 0 0,-1 2 128 0,0 0 256 0,0 2 64 16,0 3 16-16,0 2 0 0,0 4-80 0,0 0-32 16,0 3 0-16,0 0 0 0,1 0-192 0,0 0-32 0,-1-14-128 0,6 27 192 15,-6-27-192-15,0 0 144 0,0 0-144 16,14 35 128-16,-14-35-128 0,0 0 0 0,0 0 0 0,0 0 0 16,0 0 0-16,0 0 0 0,38-1 0 0,-31-8 0 15,2 1 0-15,-1-2 0 16,2-4 0-16,-1 0 0 0,3-1 0 0,-1-1 0 0,-1 1 0 15,2-3-176-15,0 1 176 0,1 0-208 0,0 1 80 0,-1 1 128 16,0 3-144-16,-2 3 144 0,-1 4 0 0,-2 3 0 16,-1 2 0-16,-2 5 0 0,-4-5 0 0,0 0 0 15,9 28 0-15,-8-15 0 0,-1 3 0 0,0 5 0 16,0 1 128-16,-1 3-128 0,-2 1 176 0,-2 0-176 16,1-2 128-16,1-3-128 0,0-4 0 15,0-3 0-15,2-5 0 0,-1-1 0 0,2-4 0 0,-1-1 0 16,2-3 0-16,0-3 0 0,0 0 0 0,0-5 0 0,2-1 0 0,0-1 0 15,0-4 0-15,1 2 0 16,0-3 0-16,0-1 0 0,1-1 0 0,1-4 0 16,0 2 0-16,1-5 0 0,0 0 0 0,1 1 0 15,1 4 0-15,-1 2 0 0,0 5 0 0,0 3 0 16,-2 4 0-16,0 0 0 0,-2 5 0 0,-1 0 0 16,-1 3 0-16,0 2 0 0,0 1-128 0,-1 0-18480 15</inkml:trace>
  <inkml:trace contextRef="#ctx0" brushRef="#br0" timeOffset="12332.24">9497 3089 11055 0,'0'-1'480'0,"-1"1"112"0,0-2-464 0,1 2-128 0,0 0 0 0,0 2 0 15,1-2 2384-15,-1 1 464 0,0 1 96 0,0 0 0 16,1 1 640-16,0 1 112 16,0 1 16-16,3-2 16 0,-4-3-1792 0,0 0-352 0,0 0-80 0,0 0-16 15,0 0-1024-15,47 11-208 0,-47-11-32 0,29-7-16 16,-12 1-208-16,0-2 176 0,-1-2-176 0,0 1 160 15,1-2-160-15,-2-2 0 0,0 2 0 0,-2-4 0 16,-1 2 0-16,-1 0 0 0,-3 1 0 0,-3 3 0 0,-3-3 0 16,-3 5 0-16,-3 0 0 0,-4 2 0 0,-1 0 0 0,-3 3-176 15,-2 2 48-15,-2 2 0 0,3 3 128 0,-4 2-208 16,-2 5 80-16,0 1 128 0,1 3-224 16,2 3 80-16,2 2 16 0,1 2 0 0,1 1 128 0,2 4 128 15,1-2-128-15,4-1 176 0,3-2 16 16,2-23 0-16,6 36 0 0,-6-36 0 0,0 0-64 15,34 27 0-15,-34-27 0 0,36 1 0 0,-36-1-128 16,43-9 0-16,-18 0 0 0,0-1 0 16,-1-4-640-16,1-1-64 0</inkml:trace>
  <inkml:trace contextRef="#ctx0" brushRef="#br0" timeOffset="13740.17">10291 3034 7359 0,'-2'0'656'0,"0"0"-528"0,1 0-128 0,0 0 0 0,0 0 1088 16,1 0 192-16,1 0 48 0,-2 2 0 16,1-2 1328-16,-1 1 272 0,1 1 48 0,-1 0 16 15,2 1-1008-15,0-3-192 0,1 2-32 0,1-1-16 16,0-1-336-16,1 1-64 0,2-1 0 0,-1-1-16 16,3 0-608-16,-1-1-112 0,2-1-32 0,3-2 0 0,-1 1-48 0,0-3-16 15,2 0 0-15,-1-1 0 0,1-1-192 0,0 0-64 16,-1 0 0-16,0-1 0 0,-1 2-256 0,-2-1 0 15,1-1 0-15,-3 1 0 16,-1 0-512-16,-2 0-16 0,-1-1 0 0,-2 2 0 16,-2 1-256-16,-2 0-48 0,-1 1-16 0,-3 3 0 15,-1 0 256-15,0 3 48 0,-1 1 16 0,-1 3 0 0,0 1 224 0,-2 3 48 16,0 1 16-16,-1 3 0 0,0 1 1152 0,1 2 240 0,2-1 32 0,-2 0 16 31,1 7-1440-31,0-2-272 0,1 0-64 0,0 0-16 0,2 1 848 0,1-2 160 0,2-1 32 0,1-5 16 16,3 0 176-16,2-3 16 0,2-2 16 0,-3-7 0 15,0 0-352-15,0 0-64 0,0 0 0 0,0 0-16 16,47 5 224-16,-35-12 48 0,1 2 16 0,2-5 0 16,0 1-528-16,1-3 0 0,1 3 0 0,-1-3 0 31,1 2-1536-31,1-2-400 0,0 3-96 0,2-2-13680 0</inkml:trace>
  <inkml:trace contextRef="#ctx0" brushRef="#br0" timeOffset="14765.52">10672 2984 15663 0,'3'-4'688'0,"-2"-1"144"0,2 0-656 16,-1 1-176-16,-1 3 0 0,0-1 0 15,0-1 2128-15,0-1 400 0,2-4 80 0,-1-1 16 0,3-3-544 0,-1-2-96 16,-2 2-32-16,1 0 0 0,-2 3-1168 0,-1 2-224 16,0 0-48-16,-2 4-16 0,0-1 416 0,-1 4 96 0,-2 4 16 15,-1 0 0-15,-1 4-320 0,-1-1-64 16,-2 4-16-16,2 0 0 0,0 1-464 0,0 0-160 15,1 2 0-15,0-2 144 0,2 2-144 0,-1-2 0 16,2-1 0-16,0 1 0 0,1 0 0 16,1-2 0-16,2-1 0 0,1-1 0 0,-1-8 0 0,0 0 0 0,0 0 0 15,0 0 0-15,0 0 0 0,0 0 0 16,0 0 0-16,39 16 0 0,-32-21 0 0,-1 0 0 16,3-2 0-16,0-2 0 0,0-2 0 0,-1 0 0 0,2-1 0 15,-1-2 0-15,-2 2 0 0,1 0 0 16,-2 0 0-16,0 1-176 0,-2 2 176 0,-3 1 0 15,1 2-144-15,-2 1 144 0,-1 2 0 0,0 3 0 16,-1 0 0-16,-2 3 0 0,0 2 0 0,0 0 0 0,-1 1 0 16,-1 0 0-16,1 2-192 0,-1 1 192 0,0 1-160 0,0 2 160 0,-1 0 0 0,0 1 0 15,1 2 0-15,-1 2 0 0,2-2 0 0,-2 2 0 16,2 1 0-16,-1 2 0 0,2 0 0 16,-2 3 0-16,-1 2 128 0,2 1-128 0,-1 2 0 15,0 1 0-15,-1-3 128 0,1 2-128 16,-1-4 0-16,2 2 0 0,0-2 0 0,3-6 0 0,0-4 0 0,2-14 0 15,0 0 0-15,0 0 0 0,0 0-128 0,0 0-48 16,30 29 0-16,-22-34 0 16,-2 3-400-16,1-5-96 0,5-7-16 0,1-3 0 15,1-4-176-15,1-3-32 0,0 0-16 0,0-2 0 16,-1-2 192-16,-1 1 32 0,-2 1 16 0,-1 0 0 16,-2 3-112-16,0-1-32 0,-3 1 0 0,-2 1 0 0,0 3-304 15,-3-1-64-15,-2 2-16 0,-2-1 0 0,0 3 800 0,-3 1 144 0,-1 6 48 0,-1 4 0 16,-1 3 656-16,1 2 128 0,-2 5 16 0,1-1 16 15,1 3 1200-15,0 0 240 0,2 1 64 0,-1 1 0 16,2-2-896-16,0 1-192 16,3-2-16-16,1-1-16 0,0 0-544 0,3-3-128 15,1 0 0-15,1-2-16 0,2 0-96 0,2-3-16 16,3-3 0-16,1-1 0 0,1 0 160 0,2-2 32 16,2-3 0-16,2 0 0 0,1 0-384 0,1-2 0 15,2 2 0-15,1-2 0 0,-2 2 0 0,0 0-240 0,-1 2 64 0,-2 1 16 16,0 2-32-16,-3-1-16 0,-1 4 0 0,-14 4 0 15,20-7 208-15,-13 4 0 0,-4 3 0 0,-1 0-144 16,-1 0 144-16,-2 3 0 0,-1-1 0 0,-1 3 128 16,-1-1 112-16,-2 1 16 0,1 2 16 0,-2-1 0 15,1 3 112-15,0 0 32 0,1 1 0 0,-1-1 0 16,0 0-288-16,3 1-128 0,-1 0 0 0,0-1 128 16,2 0-128-16,2 0 0 0,0-3 0 0,0 1 0 15,2-3 0-15,1-1 0 0,-3-3 0 0,0 0 0 16,0 0 0-16,0 0 0 0,32 0 0 0,-23-5 0 15,1 1 0-15,2-4 0 0,1-1 0 0,0 0 0 16,0-1-368-16,-1-2 48 0,0 0 16 0,0-2 0 16,-1 2-208-16,-2-2-32 0,-1 2-16 0,-2 0 0 15,-1 0 176-15,-1 1 16 0,-1 2 16 0,-2 1 0 0,-1 4 352 0,0 1-144 16,-2 1 144-16,0 4 0 0,0 0 0 0,-2 1 256 16,2 1-32-16,-3 1 0 0,1 2 368 0,0 1 80 15,0 1 16-15,-1 2 0 0,2-1-256 0,-2 2-48 16,1 2-16-16,1-3 0 0,2 2-208 0,-1-1-32 15,1 2-128-15,1-2 192 0,0 0-64 0,2-2-128 0,-1-1 176 0,-1-9-176 16,0 0 144-16,0 0-144 0,0 0 0 0,0 0 144 16,0 0-144-16,39 21 0 0,-30-23 0 15,1-5 0-15,0 2 0 0,1-5 0 0,2 3-160 16,0-2 160 0,1-2-1152-16,0 1-128 0,-1 2-16 0,-1 1-15696 0</inkml:trace>
  <inkml:trace contextRef="#ctx0" brushRef="#br0" timeOffset="15241.2">11338 2909 7487 0,'1'0'160'0,"-1"0"32"0,1 0 16 0,0-1 0 0,-1 1-208 0,0 0 0 16,1 0 0-16,0 0 0 0,0 0 2976 0,1-2 544 15,0 2 128-15,0-2 0 0,0-1-1040 0,-2-2-224 16,2 3-32-16,-1-2-16 15,0 1-800-15,-1-3-144 0,-1 0-48 0,-1-1 0 16,1 2-560-16,-3-2-112 0,-1 3-32 0,-1-3 0 16,-2 4-208-16,-1 1-48 0,-2 2-16 0,0 2 0 0,0 0-368 0,-1 4 0 15,0 2 0-15,2 1 0 16,1 2-624-16,0-1-80 0,0 4-32 0,1 2 0 0,1-3 528 16,-1 4 208-16,1 1-176 0,-1 0 176 0,3 1 0 0,1-2 0 15,2-3 0-15,2-4 0 0,0-10 0 0,0 0 0 16,0 0 0-16,0 0 0 0,0 0 0 0,37 26 0 0,-27-29 160 15,2-5-160-15,1-1 208 0,0-2-32 16,0 1-16-16,-1-4 0 0,0 2-160 0,-2-2 0 0,-1 0 0 0,0-1 0 16,-3 3-128-16,-1-1 128 0,-3 1 0 0,-1 2 0 15,0-1 0-15,-2 3 0 0,-1 1 0 0,1 2 0 16,-2 3 320-16,-1 0 0 0,1 4-16 0,0 0 0 16,0 3 464-16,0 1 80 0,0 2 32 0,1 0 0 15,1 3-432-15,0 1-64 0,1 2-32 0,0 0 0 16,0-14-352-16,4 29 144 15,-4-29-144-15,0 0 0 0,14 33 128 0,-14-33-128 16,0 0 0-16,0 0 0 0,36 28 0 0,-36-28 0 0,0 0 0 0,0 0 0 16,46-4 0-16,-32-3 0 0,1-2 0 15,-2-1 0 1,2-2-512-16,0-2-48 0,-1-2-16 0,0 1-11216 0,1-2-2256 0</inkml:trace>
  <inkml:trace contextRef="#ctx0" brushRef="#br0" timeOffset="15441.51">11666 2624 4607 0,'2'-5'400'0,"-2"3"-400"0,0 2 0 0,0 2 0 16,-1-2 3008-16,0 1 512 0,0 1 96 0,-2 0 32 16,0 2 320-16,-3 4 80 0,-1 1 16 0,-2 4 0 15,-1 3-1760-15,-1 2-336 0,0 4-80 0,-1 0-16 16,0 6-1040-16,0 0-224 0,0 1-32 0,3 2-16 16,1-2-208-16,1-2-32 0,2 0-16 0,1 1 0 15,0 0-48-15,3-1-16 0,1-1 0 0,2 0 0 0,2-2-112 0,-4-24-128 16,12 45 176-16,-12-45-176 0,19 35 0 15,-19-35 0-15,0 0 0 0,30 28-12784 16,-30-28-2624-16</inkml:trace>
  <inkml:trace contextRef="#ctx0" brushRef="#br0" timeOffset="15570.02">11984 3050 41471 0,'0'0'3680'0,"0"0"-2944"0,0 0-592 15,0 0-144-15,0 0 512 0,0 0 80 16,0 0 16-16,0 0-19648 0</inkml:trace>
  <inkml:trace contextRef="#ctx0" brushRef="#br0" timeOffset="20682.63">4332 4305 7359 0,'0'0'656'0,"0"-2"-528"0,0 1-128 16,0 1 0-16,0 0 1264 0,-1-2 208 0,1 1 64 16,0-2 0-16,-1-2 1232 0,1 1 256 0,0-2 48 15,-1 1 16-15,1 3-496 0,0-3-96 0,0 3-32 16,1-1 0-16,-1 3-992 0,1-2-208 15,1 2-48-15,1 0 0 0,-1 2-640 0,1-1-128 0,1 3-16 0,1 1-16 16,-5-5-224-16,0 0-64 16,0 0 0-16,34 28 0 0,-34-28-128 0,0 0 128 15,45 34-128-15,-45-34 128 0,39 27-128 0,-39-27 192 0,46 29-192 16,-46-29 192-16,46 32-192 0,-46-32 0 0,41 26 144 0,-41-26-144 16,0 0 0-16,53 35 0 0,-53-35 0 0,0 0 128 15,41 26-128-15,-41-26 0 0,0 0 0 0,0 0 0 16,39 21 0-16,-31-21-128 0,-3 1 128 0,-1-1-128 15,0-1-864 1,-2-3-160-16</inkml:trace>
  <inkml:trace contextRef="#ctx0" brushRef="#br0" timeOffset="20914.16">4708 4260 17503 0,'-6'0'768'0,"2"0"176"16,1 0-752-16,0 0-192 0,1 0 0 0,0 0 0 0,0 1 1856 0,-2 0 352 15,-3 1 64-15,-3 3 16 0,-3 0 80 0,-3 5 32 16,-1-1 0-16,0 5 0 0,-2 1-1312 0,-2 3-272 16,-2 4-48-16,-1 0-16 0,2-1-560 0,0 2-192 15,0 2 144-15,-1 2-144 0,0 2 128 0,0-1-128 16,1 1 0-16,2-2 128 0,2-4-128 0,3-5 0 16,4-1 0-16,3-8-16672 0</inkml:trace>
  <inkml:trace contextRef="#ctx0" brushRef="#br0" timeOffset="21199.6">4319 4141 8511 0,'-3'0'192'0,"1"0"32"0,1 1 16 0,1-1 0 0,0 2-240 0,-1-2 0 0,1 0 0 0,-2 2 0 0,0-2 3200 0,0 2 576 15,2 1 128-15,2-3 32 0,2 2-1008 0,2-4-208 16,3 2-32-16,3-5-16 0,2 3-1008 0,2-3-208 16,3-1-48-16,1 0 0 15,3-1-880-15,2-2-176 0,3 2-32 0,1-1-16 0,1 2-304 0,-1-2 128 16,0 3-128-16,-2-2 0 0,-3 5 0 0,-2-3 0 15,-22 5 0-15,41 0-11456 0,-41 0-2240 16</inkml:trace>
  <inkml:trace contextRef="#ctx0" brushRef="#br0" timeOffset="21581.73">4900 4462 23951 0,'-2'-1'1056'0,"0"1"224"0,0-2-1024 0,0 0-256 0,1 2 0 0,0 0 0 0,0 0 1856 16,0 0 320-16,-1 0 64 0,-1 0 16 16,0 2-288-16,0 0-64 0,1 2-16 0,1 2 0 0,-1 3-1136 0,1 1-240 15,0 2-32-15,0 2-16 0,-1 2-464 0,1 2 128 16,-1 2-128-16,0 2 0 15,0-1 0-15,0 0 0 0,0-3-192 0,-1 0 192 16,2-6-1648-16,0-3-208 0</inkml:trace>
  <inkml:trace contextRef="#ctx0" brushRef="#br0" timeOffset="22077.76">5106 4328 4607 0,'-1'0'400'0,"1"0"-400"0,0 1 0 0,0-1 0 16,0 0 1536-16,0 0 240 16,-1 0 32-16,1 0 16 0,0 0 864 0,0 0 160 0,1 0 32 0,0 0 16 15,2-1-464-15,0-1-112 0,2 2-16 0,-1-2 0 16,3 0-624-16,-1 0-128 0,3 1-16 0,0-2-16 16,0 1-656-16,2 1-128 15,0 0-32-15,0-3 0 0,-11 4-384 0,0 0-96 0,36-3-16 0,-36 3 0 16,0 0-208-16,34 0 0 0,-34 0 0 0,0 0 0 31,0 0-448-31,40 2-16 0,-33-2-16 0,-1 1-10656 0,-2 1-2112 16</inkml:trace>
  <inkml:trace contextRef="#ctx0" brushRef="#br0" timeOffset="22378.7">5107 4509 1839 0,'0'0'160'0,"0"-2"-160"0,0 1 0 0,0 1 0 15,0 0 1728-15,0 0 304 0,0 0 64 0,1-2 16 16,-1 2 832-16,0 0 160 0,1-2 32 0,1 2 16 0,0-2-864 15,1 2-176-15,0 0-48 0,1 2 0 0,2-2-944 0,0 0-192 16,-6 0-32-16,0 0-16 16,0 0-496-16,39 2-80 0,-39-2-32 0,0 0 0 0,39-2-272 0,-39 2 160 15,32-5-160-15,-32 5 128 0,34-5-128 0,-18 1 0 16,-16 4 0-16,32-10-14528 16</inkml:trace>
  <inkml:trace contextRef="#ctx0" brushRef="#br0" timeOffset="23309.32">5805 4179 14735 0,'1'-2'640'0,"-1"-1"160"0,0 1-640 0,0 2-160 15,0-1 0-15,-1 1 0 0,1 0 1632 0,-1-1 288 0,0 1 64 0,0-2 16 16,0 1-208-16,-1-1-32 16,1 2-16-16,-1-3 0 0,1 3-736 0,0-2-160 0,1 1-16 0,0 0-16 15,0-4 144-15,0 1 16 0,0 1 16 0,1-4 0 16,-1 1-208-16,0 0-32 0,1-3-16 0,-1 1 0 15,0-1-256-15,-1 2-48 0,0-3-16 0,-1 1 0 16,0 0-224-16,-2 1-32 0,-1 2-16 0,-1 0 0 0,-1 4 16 16,-1 1 0-16,-1 2 0 0,0 1 0 15,-2 3-160-15,-1 1 192 0,2 0-192 0,-1 1 192 16,0 3-192-16,0 2 0 0,1-1 0 0,1 1-176 0,3 3 0 16,0-4 0-16,2 1 0 0,1 2 0 15,1 1 176-15,0-1 0 0,2-2 0 0,2 0 0 16,1-1 0-16,-3-11 0 0,0 0 0 0,0 0 0 15,0 0 0-15,39 27 0 0,-39-27 0 0,0 0 0 16,38 0 0-16,-24-3 0 0,0-2 0 0,1 1 0 0,-2-1 0 16,-1 0 0-16,2-2 0 0,-1-2 0 0,1-1-128 15,-1 0 128-15,-1-1-128 0,0-1 128 0,0 0-144 0,-1-2 144 16,-2 4-160-16,-3-1 160 0,-1 3 0 0,-2-1 0 16,-2 4 0-16,-1 0 0 0,0 3 0 0,-2-1 0 15,-1 3 0-15,-1 3 0 0,0 0 0 0,0 1 0 16,-1 3-128-16,1 0 128 0,-2 4 0 0,1 0 0 15,0 1 0-15,0-1 0 0,1-1 0 0,0 1 0 0,0 2 0 0,0-1 0 16,2 2 0-16,-3 0 0 0,2 1 0 0,0 1 0 16,0-1 128-16,0 1-128 0,0 1 0 15,0 1 0-15,1 1 144 0,0 0-144 0,-1-2 0 16,-1 2 144-16,1-3-144 0,-2 3 128 0,1 0-128 0,0 0 128 16,-1 0-128-16,1-5 160 0,2 0-160 0,0-2 160 15,1 0-160-15,0-2 0 0,1-3 0 0,1 0 0 16,-1-3 0-16,1-1-272 0,2-3 64 0,1-3-17296 15</inkml:trace>
  <inkml:trace contextRef="#ctx0" brushRef="#br0" timeOffset="23714.74">6159 4148 13823 0,'4'-7'608'0,"-2"3"128"16,-1 1-592-16,-1 2-144 0,0 0 0 0,0 1 0 0,-1 1 2240 0,1 0 432 0,-2 1 80 0,0-1 0 16,-1 4-736-1,0-1-160-15,0 3-16 0,-1-1-16 0,0 2-1072 0,-1-1-224 16,1 3-32-16,0-3-16 0,0 2 80 0,1-1 16 16,-1 1 0-16,0 0 0 0,2 1-144 0,0 0-32 15,1-3 0-15,0 2 0 0,1-1 64 0,2-1 16 16,0 2 0-16,1-2 0 0,-3-7-224 0,0 0-32 15,0 0-16-15,0 0 0 0,35 33-48 0,-35-33-16 16,0 0 0-16,0 0 0 0,44 20 64 0,-44-20 16 16,0 0 0-16,0 0 0 0,44 16-96 0,-44-16-128 0,0 0 176 15,0 0-176-15,0 0 128 0,43 14-128 0,-43-14 0 0,0 0 0 16,0 0 0-16,0 0 0 0,0 0 0 0,0 0 0 16,0 0 128-16,0 0-128 0,-2 22 0 15,-6-18 0-15,-1 1 0 0,-1 0 160 0,-3-1-160 16,-3 4 128-16,-1-2-128 0,-2 2 0 0,0-1 0 0,1-2 128 15,-2 1-128-15,0-1 0 0,0-2 0 0,2-3 0 0,3 0 0 16,2-5 0-16,2-1-128 0,1-4 128 16,3 0-1248-1,2-5-176-15</inkml:trace>
  <inkml:trace contextRef="#ctx0" brushRef="#br0" timeOffset="23897.92">6090 4153 18431 0,'1'1'816'15,"0"1"160"-15,0-2-784 0,0 2-192 0,1-2 0 0,-1 0 0 16,1 0 2384-16,0 0 432 0,4 0 96 0,1-2 16 16,5 0-352-16,1-1-64 0,1-2-16 0,1-4 0 0,1 2-1456 15,-1-1-288-15,1 1-64 0,-2-1-16 0,3 0-432 16,-2 3-96-16,-1 0-16 0,0 0 0 0,-2 3-128 0,-12 2 0 16,0 0 0-16,0 0 0 15,39 10-768-15,-39-10-144 0</inkml:trace>
  <inkml:trace contextRef="#ctx0" brushRef="#br0" timeOffset="24077.53">6468 4341 23951 0,'-8'4'1056'0,"4"-1"224"0,1 1-1024 0,1-2-256 0,1-2 0 0,1 1 0 15,-1 1 2320-15,1-1 416 0,-1 3 80 0,1 0 0 16,1 1-1184-16,0-2-240 0,2 1-48 0,0-2-16 15,0 2-1072-15,1 0-256 0,-4-4 0 0,0 0 0 32,0 0-272-32,0 0-112 0</inkml:trace>
  <inkml:trace contextRef="#ctx0" brushRef="#br0" timeOffset="24479.71">6689 4162 17503 0,'-5'3'768'0,"0"-1"176"16,2-1-752-16,0 1-192 0,2-1 0 0,0 0 0 0,0-1 1040 0,0 2 176 0,-1-2 48 0,0 3 0 16,1 0-48-16,1-1 0 15,2 0 0-15,2-2 0 0,2 0 16 0,1-2 0 0,1-1 0 0,2 1 0 16,3-1-384-16,0 1-80 15,-13 2 0-15,31-4-16 0,-31 4-512 0,32 2-112 16,-32-2 0-16,0 0-128 0,42 9 0 0,-42-9 0 16,0 0 0-16,0 0 0 0,28 34 0 0,-28-21 0 0,-3 0 0 0,-3 1 0 15,-3 3 0-15,-4 0 0 16,-3 1 0-16,-2 1 0 0,0 0 0 0,0-4 0 0,2-1-128 16,0-2 128-16,1 1 0 0,1-1 0 0,3-3 0 15,2-1 0-15,3-3 256 0,1 2-16 16,2-5 0-16,2 1 0 0,1-1 64 0,2 0 16 0,3-2 0 15,2-4 0-15,3 1-320 0,2-2 0 0,0 0 128 0,1-1-128 16,3-2 0-16,3 1 0 0,3-1 0 0,1-1 0 16,-1 0-480-1,0 0-160-15,0-1-16 0,-1 3-14640 0</inkml:trace>
  <inkml:trace contextRef="#ctx0" brushRef="#br0" timeOffset="24946.57">7214 4068 27647 0,'-2'0'1216'0,"-1"0"256"0,-1 0-1168 0,0 1-304 0,2 0 0 0,-1 1 0 0,-1 1 1312 16,-1 2 208-16,-5 0 32 0,-2 4 16 0,-1 1-928 0,-1 1-192 16,2 1-48-16,2 0 0 0,3-3 80 0,1 1 16 15,3-1 0-15,1-1 0 0,3 1 16 0,1-2 16 16,-2-7 0-16,0 0 0 0,0 0-368 0,26 33-160 15,-26-33 128-15,0 0-128 0,37 32 192 0,-37-32-32 16,0 0-16-16,50 39 0 0,-50-39 16 0,35 30 0 16,-35-30 0-16,32 29 0 0,-32-29-160 0,0 0 128 15,34 35-128-15,-34-35 128 0,0 0-128 0,0 0 0 0,0 0 0 0,16 37 0 16,-18-32 0-16,-1 2 0 0,-3-3 128 0,-2 1-128 16,-2 0 0-16,-3-3 0 0,-2 3 0 15,-5-3 128-15,0 1-128 0,-2-3 0 0,-2 0 0 16,1 0 0-16,3-3 0 0,0 1 0 15,2 0 0-15,2 1 0 0,1-1 0 0,3 1 0 0,2-2 0 0,2 0 0 16,2 1 0-16,2-3 0 0,3 0 0 0,2-3 0 16,2-1-144-16,4-2 144 0,1-1 0 0,4-5 0 15,2 1-192-15,3-6 192 0,0 1-192 0,1 0 192 16,1-3-128-16,4 0 128 0,1 0 0 0,-3 1 0 16,-4 6-128-16,0 1 128 0,0-1 0 0,-3 3 0 15,-5 3 0-15,-1 4 0 0,-4 1 0 0,-3 4 0 16,-3 0 0-16,-3 4-128 0,-3 1 128 0,-3 3 0 15,-2 2-384-15,-2-1 0 0,0 2-16 0,-2-1-16672 16</inkml:trace>
  <inkml:trace contextRef="#ctx0" brushRef="#br0" timeOffset="25982.18">7158 4054 8287 0,'0'-2'736'0,"0"1"-592"16,1 1-144-16,-1 0 0 0,0 0 1280 0,0-2 208 15,-1 0 48-15,1 1 16 0,2-1 1664 0,-1 0 336 16,0 0 64-16,2 1 16 0,1-1-688 0,0 2-144 15,0 0-32-15,1 0 0 0,1 2-1408 0,0 1-272 16,0-1-64-16,0 1-16 0,-6-3-736 0,0 0-144 16,0 0-128-16,0 0 192 0,32 35-192 0,-32-35 0 15,0 0 0-15,0 0-12144 0,31 36-2384 16</inkml:trace>
  <inkml:trace contextRef="#ctx0" brushRef="#br0" timeOffset="27042.79">9150 4046 8287 0,'-1'-2'736'0,"1"1"-592"0,0 0-144 0,0 1 0 16,0-2 1632-16,-1 2 288 0,0-1 64 0,0-1 16 15,0-1 960-15,1 1 192 0,-1 1 48 0,0 0 0 0,1 1-736 0,0 0-144 16,1 0-16-16,1 2-16 15,0 0-1008-15,3 3-208 0,-1 2-48 0,-4-7 0 0,0 0-512 0,0 0-96 16,32 39-32-16,-32-39 0 0,0 0-192 0,30 45-32 16,-30-45-16-16,0 0 0 0,35 49-144 0,-35-49 0 15,25 36 144-15,-25-36-144 0,21 37 0 0,-21-37 128 16,0 0-128-16,30 50 0 0,-30-50 0 0,0 0 0 16,25 41 0-16,-25-41 0 0,0 0 0 0,0 0 0 15,21 36 0-15,-21-36 0 16,0 0-832-16,0 0-128 0,0 0-16 0,0 0-16256 0</inkml:trace>
  <inkml:trace contextRef="#ctx0" brushRef="#br0" timeOffset="27253.46">9398 4182 11967 0,'-2'-3'528'0,"-1"1"112"0,1 2-512 16,1 0-128-16,0 0 0 0,-1 0 0 0,1 0 2496 0,-1 2 448 15,-3-2 112-15,-1 3 16 0,-1-1-256 0,-1 0-32 16,-2 3-16-16,0 0 0 0,0-1-1136 0,-1 1-224 15,0 0-64-15,-1 3 0 16,0 1-656-16,-1 2-144 0,-2 1-32 0,1 2 0 16,-1-1-256-16,-1 3-64 0,1 1-16 0,0-1 0 0,1 3-176 0,1-2 0 15,1-3 144-15,2 0-144 0,2-2 0 16,2-2 0-16,2-1 0 0,1 0-17968 16</inkml:trace>
  <inkml:trace contextRef="#ctx0" brushRef="#br0" timeOffset="27664.99">9419 4421 12895 0,'6'-2'576'0,"-1"1"112"0,0-1-560 0,-2 0-128 15,-1 2 0-15,-1 0 0 0,1-2 1936 0,2-1 368 16,0-1 64-16,3 0 0 0,-2 0 512 0,1-1 112 15,-2 2 16-15,-1 0 0 0,1 3-1136 0,0-3-208 16,-1 3-64-16,1 0 0 0,1 0-976 0,-2 0-208 16,3 3-32-16,0-1-16 0,0-1-224 0,-6-1-144 0,0 0 192 0,0 0-192 15,0 0 0-15,0 0 0 0,39 20 0 0,-34-15 0 16,-2-1 0-16,0 2 0 0,0 0 0 0,-2-1 0 16,-1 0 0-16,0 0 0 0,-1 2 0 0,-2 0 0 0,-1-1 0 0,-2 2 0 15,0-1 0-15,-2 1 0 16,-1 1 0-16,-1-2 0 0,-1 0 0 0,2 0-144 15,3-2 144-15,0-2 0 0,1 0-144 0,2 0 144 16,0-2 0-16,1 1 0 0,2 0 0 0,1-2 0 0,3 0 0 16,1 0 0-16,3-2 144 0,-1 0-144 15,2 1 128-15,4-1-128 0,-13 2 128 0,34-2-128 16,-22-1 224-16,2 1-32 0,-14 2 0 0,36-3 0 0,-36 3-192 16,38-2 176-16,-38 2-176 0,30-2 160 0,-20 0-160 0,-2 2-256 0,-1 0 64 0,-4-2-17760 31</inkml:trace>
  <inkml:trace contextRef="#ctx0" brushRef="#br0" timeOffset="27994.74">9120 3942 17503 0,'-7'-7'1552'0,"2"4"-1232"0,2-1-320 0,1 2 0 15,2-1 2096-15,0 1 352 0,0 0 80 0,0-1 16 16,0-2-192-16,2-2-48 0,2-2 0 0,2 2 0 15,0 0-1136-15,4 2-224 0,1 2-48 0,3 3-16 16,-14 0-560-16,33 3-128 0,-33-3 0 0,40 10-16 16,-40-10-176-16,43 17 0 0,-43-17 0 0,40 21 0 15,-40-21 0-15,40 20 0 0,-40-20 0 0,41 15 0 16,-41-15-352-16,43 14-48 0</inkml:trace>
  <inkml:trace contextRef="#ctx0" brushRef="#br0" timeOffset="28547.71">9907 4148 7359 0,'-2'0'656'0,"0"-2"-528"15,1 2-128-15,1-2 0 0,1 2 1024 0,-1 0 192 16,-1-2 16-16,0-1 16 0,0 0 720 0,1 1 144 0,0 0 16 0,1-2 16 15,-1 1 128-15,1 2 32 16,1-1 0-16,0 2 0 0,0 0-144 0,3 0-32 16,2 0 0-16,1 0 0 0,1 2-1056 0,3-2-224 0,1 0-32 0,3-2-16 15,1 2-544-15,-17 0-96 0,35-1-32 0,-18 0 0 16,-2 1-128-16,-15 0 0 0,32-2 0 16,-16 2 0-16,0-2 0 0,-2 1 0 0,-1 1 0 0,-2-2 0 15,0 2-1248 1,-5 0-128-16,-1 2-32 0,-2-1-14384 0</inkml:trace>
  <inkml:trace contextRef="#ctx0" brushRef="#br0" timeOffset="28826.3">9959 4253 14735 0,'0'2'640'0,"-1"-1"160"0,0 1-640 0,0-2-160 0,0 2 0 0,1-2 0 15,0 2 1584-15,-1 0 272 0,0 1 64 0,-1 4 16 0,1-2-848 0,-1 0-192 16,1 1-16-16,1 0-16 0,0-2-560 0,0 1-112 16,0 0-32-16,0-3 0 15,1-1-160-15,1 0 160 0,1-1-160 0,1-1 160 16,-1 0 448-16,3-3 96 0,0 1 0 0,0 0 16 16,2-1 512-16,1-1 112 0,-1 2 0 0,2-1 16 15,0 0-80-15,2 1-32 0,1 0 0 0,0 1 0 16,0-3-608-16,0 3-112 0,-13 2-16 0,26-2-16 15,-26 2-496-15,0 0 128 0,34 4-128 0,-34-4 0 0,0 0-224 0,0 0-96 16,0 0 0-16,0 0-16912 16</inkml:trace>
  <inkml:trace contextRef="#ctx0" brushRef="#br0" timeOffset="29326.96">10451 4172 19343 0,'7'2'848'0,"-4"-2"192"0,2 0-832 0,-1 0-208 0,-3-2 0 0,1 2 0 16,1-1 2272-16,1 0 416 0,3-4 64 0,2 0 32 15,4-2-848-15,1-2-160 0,0-1-48 0,-1 0 0 16,0-3-1088-16,-1 0-208 0,-1-1-48 0,-1-2-16 15,-2 0-368-15,-1-2 144 0,-4 0-144 0,-1-2 0 16,-3 2 0-16,-3-2 0 0,-4 4 0 0,-2 2 0 16,-2 2-256-16,-3 2-128 0,-2 4 0 0,0 4-16 31,0 4-1952-31,0 4-384 0,1 2-80 0,0 1 0 0,1 5 2112 0,0 1 416 0,1 1 96 0,2 3 0 0,1-2 912 16,1-1 176-16,2 1 48 0,1 0 0 15,1-1 96-15,3-1 32 0,2-1 0 0,2-2 0 0,-1-12-272 16,0 0-48-16,0 0-16 0,31 37 0 15,-31-37-480-15,0 0-80 0,37 11-32 0,-37-11 0 0,35 0-144 0,-17-1 128 16,1-3-128-16,-2 1 128 0,2-2-128 16,-2 0 0-16,-2 0 0 0,-3 1-176 15,-1-1 176-15,-5 2 0 0,-2 1 0 0,-2 2-128 0,-3 0 128 16,-4 3 0-16,0 2 0 0,-5 1 128 0,-1 4 256 16,-1 2 48-16,2-2 16 0,-3 4 0 0,-2 4 0 15,0 2 16-15,0 1 0 0,1 3 0 0,2 1-128 0,0-1-16 16,0 0-16-16,3 0 0 0,2-6-112 0,1 0-32 0,1-1 0 0,1-4 0 15,1 1-160-15,0-4 0 0,2-1 0 0,0-4 0 16,1 0-1344-16,1 0-160 0</inkml:trace>
  <inkml:trace contextRef="#ctx0" brushRef="#br0" timeOffset="29706.01">10726 4158 26719 0,'-2'-2'1184'0,"1"2"240"0,0 0-1136 0,0-2-288 0,1 2 0 0,0 0 0 15,0-1 1712-15,1 1 272 0,1 0 64 0,0-2 16 16,1-1-1184-16,3 1-240 0,1 0-64 0,2-1 0 0,2 1-384 0,0-1-64 16,1 1-128-16,1 0 176 0,-13 2 48 15,29 0 16-15,-29 0 0 0,0 0 0 0,40 7-64 0,-40-7-16 16,0 0 0-16,0 0 0 0,0 0-160 0,39 26 0 15,-39-26 0-15,0 0 0 0,0 0 0 0,2 29 0 0,-5-20 0 0,-4 0 128 16,0 3 64-16,-4 0 0 16,1 1 0-16,-4 0 0 0,-1 1-192 15,-1 3 0-15,-2-3 144 0,1 1-144 0,2 0 0 0,1-2 0 0,3-1 0 0,2-2 0 16,1 1 160 0,1-4 16-16,3 1 0 0,1-2 0 0,1-1-48 0,2 0 0 0,1-3 0 0,3 0 0 15,0-1 0-15,1-1-128 0,3-1 192 0,2-1-64 16,2 0 48-16,1-2 0 0,2 1 0 0,-1-2 0 15,-1 0-176-15,2 0 128 0,0 1-128 0,2-1 128 0,-1 0-352 16,1 3-80-16,0-3-16 0,0 3-17712 16</inkml:trace>
  <inkml:trace contextRef="#ctx0" brushRef="#br0" timeOffset="29996.85">11164 4331 16575 0,'-1'-2'1472'0,"0"2"-1168"0,1 0-304 0,0 0 0 16,0 2 4464-16,0-2 832 0,0 0 160 0,-1 0 48 15,1 2-3472-15,0 1-688 0,1 1-144 0,1-1-32 16,1 2-752-16,0-1-160 0,0-1-16 0,-3-3-16 16,0 0-224-16,0 0 0 0,0 0 128 0,0 0-128 0,0 0 0 0,37 23 0 15,-32-22 0-15,0 0-12288 16,0-1-2448-16</inkml:trace>
  <inkml:trace contextRef="#ctx0" brushRef="#br0" timeOffset="30531.66">11646 3996 14735 0,'0'-4'640'0,"0"-1"160"0,1 1-640 0,-1 1-160 0,0 2 0 0,0 0 0 16,0-1 1728-16,0 1 304 0,-1-4 64 0,1 1 16 16,-2 0-832-16,-2 1-144 0,-1 2-48 0,-1 2 0 0,-2 4-464 15,-1 1-112-15,-1 2 0 0,-1 2-16 16,-2 3 32-16,-2 2 16 0,-1 3 0 0,0 2 0 15,-2 3-160-15,0-1-48 0,4-1 0 0,-1 0 0 0,-2 5-16 16,-1-1-16-16,2 3 0 0,3-5 0 16,1 1 496-16,2-4 96 0,3 0 32 0,2-3 0 0,2-3-336 15,3-2-64-15,0-3-16 0,0-9 0 16,0 0-368-16,0 0-144 0,0 0 0 0,0 0 144 0,38 17-16 16,-29-19 0-16,2-3 0 0,1-2 0 15,1-3 48-15,0-1 0 0,2 1 0 0,-2-4 0 0,-1 2-176 0,-1-2 0 16,0 0 0-16,-1 1 0 0,-1-1 0 0,-3 2 0 0,-1 0 128 0,-3 3-128 15,-1 0 0-15,-2-1 0 0,-3 3 0 0,-2 2 0 16,-1 1 0-16,-3 1 0 16,-3 4 0-16,-3 3 128 0,-1 0-128 0,-1 4 0 15,-2-1 0-15,0 2 0 0,-1 2 0 0,2-2 0 16,2 0-144-16,2 0 144 0,3-3-416 0,2 0 32 0,2-3 0 0,2 1 0 31,4-1-144-31,0-1-32 0,4-2 0 0,1-2-15472 0</inkml:trace>
  <inkml:trace contextRef="#ctx0" brushRef="#br0" timeOffset="30849.37">11879 4058 11055 0,'3'-2'480'0,"-1"0"112"0,0 0-464 0,-1 1-128 0,-1 1 0 0,-1 0 0 0,-1 1 0 0,0 1 0 0,-1 0 0 0,-1-1 128 31,-3 3-128-31,-2 1-240 0,-2 2 64 0,-1 2 16 16,-1-2 640-16,0 2 128 0,-1 1 32 0,0 2 0 16,0 0 560-16,1 0 112 0,3 0 32 0,0 2 0 15,2 0-176-15,4 0-16 0,0 0-16 0,2 0 0 16,2-14 16-16,0 0 16 0,9 41 0 0,-9-41 0 0,0 0-16 0,34 29-16 0,-34-29 0 0,0 0 0 16,52 18-272-1,-52-18-48-15,41 2-16 0,-18-4 0 0,0 0-224 0,-2-2-32 16,-1-1-16-16,1 0 0 0,-2 0-208 0,0-2-32 15,-1 0-16-15,1 0 0 0,-2-1-272 0,-2 2 0 16,-2-2 128-16,-1 1-128 16,0 0-688-16,-4 0-192 0,-1 0-32 0,-2 0-14160 15</inkml:trace>
  <inkml:trace contextRef="#ctx0" brushRef="#br0" timeOffset="30995.35">12056 4051 19343 0,'-4'-2'848'0,"0"2"192"0,1 0-832 0,0 2-208 0,2-2 0 15,-1 3 0-15,0-1 2816 0,-2 3 528 0,-2 4 112 0,-5 6 0 16,-1 6-1600-16,-2 5-336 0,-3 4-64 0,0 4-16 16,-1 4-992-16,0 0-192 0,1 0-32 0,2-3-16 15,2-4-448-15,1-5-80 0</inkml:trace>
  <inkml:trace contextRef="#ctx0" brushRef="#br0" timeOffset="32699.76">4455 5289 14735 0,'4'-3'1312'0,"0"1"-1056"0,-1 2-256 0,-1-1 0 15,0 1 1072-15,1-1 144 0,2 1 48 0,4-3 0 16,2 1 400-16,1 0 64 0,0 1 32 0,-1 1 0 16,0 0-1184-16,0 0-224 0,0 0-48 0,-1 0-16 15,0 0 192-15,-1 0 32 0,2-2 16 0,-2 0 0 16,-1-2 848-16,-1 0 160 16,-2 0 48-16,-1 2 0 0,-1-1-400 0,-2 1-80 15,-2-1-16-15,-2-1 0 0,-1 1-464 0,-3 1-112 0,-2-1 0 0,-3 1-16 16,-2 1-208-16,-3 1-32 15,-2 1-16-15,1 1 0 0,-1 2-240 0,1 2 144 0,-5 2-144 16,1 3 128-16,0 1-128 0,0 2 0 0,2 0 0 16,0 3 0-16,1-3 0 0,1 3 0 0,2 0 0 15,2-3 0-15,2 0 0 0,3-4 0 0,1 1 0 0,3-4 0 16,1-2 0-16,2 0 0 0,2-4 0 0,1 0 0 16,2 1 0-16,1-2 128 0,3-2-128 0,1 2 0 0,2-1 0 15,-10 1 128-15,0 0-128 0,39 0 0 0,-39 0 0 0,0 0 0 16,47 9 0-16,-47-9 0 0,0 0 0 0,42 20 0 15,-42-20 0-15,0 0 0 0,0 0 0 0,41 35 0 16,-41-35 0-16,0 0 0 0,0 0 0 0,18 37 0 0,-17-28 128 0,-1-1-128 16,-3 2 0-16,0-2 0 15,-1 0 0-15,-3 1 0 16,0-1 0-16,-3 0 0 0,0 2 0 0,-2-3 0 0,0-1 144 0,0-2-144 16,1 1 160-16,-3-1-160 15,-1 1 160-15,-1 0-160 0,1-2 160 0,0 0-160 0,0 0 0 0,1-3 0 16,2 3 0-16,1-3 0 15,2 0 0-15,0 0 0 0,2-2 0 0,1 1 0 16,3 1-752-16,1-3-144 0,2 3-16 0,2-2-16800 0</inkml:trace>
  <inkml:trace contextRef="#ctx0" brushRef="#br0" timeOffset="32965.8">4647 5580 6383 0,'1'-4'128'0,"0"1"48"0,0 1 0 0,0-1 16 0,-1 1-192 0,0 2 0 15,0 0 0-15,1-2 0 0,-1 0 3680 0,0-1 704 16,0 1 144-16,0-1 16 0,-2 3-880 0,0 0-176 0,-1 0-32 0,1 3-16 16,-3 0-1648-16,0 2-320 0,1 1-64 0,-1 1 0 15,1 5-864-15,0-2-160 0,0 4-48 0,0 0 0 16,2 0-336-16,0 2 144 0,0-1-144 0,0 0 0 15,0 1 0-15,0 0 0 0,0-1 0 0,1 1 0 16,-1-4 0-16,0 0 0 0,0-1 0 0,0-2-18416 16</inkml:trace>
  <inkml:trace contextRef="#ctx0" brushRef="#br0" timeOffset="33454.08">4969 5424 19343 0,'0'0'1728'0,"-1"0"-1392"0,1 0-336 0,0 0 0 15,0 0 1344-15,1-2 192 0,-1 2 32 0,2-2 16 0,1 1-208 0,3-3-32 16,0 1-16-16,2 1 0 16,1-1-608-16,2 1-112 0,0-1-32 0,0 1 0 15,2 0-208-15,0 0-48 0,1-1-16 0,-1-1 0 16,1 1-96-16,-1 1-16 0,1-1 0 0,-2 1 0 0,0-1-192 0,-2 1 0 15,0 1 0-15,-1 0 0 0,0-1 0 0,-3-1 0 0,1 0 0 0,-3 1-10032 32,-1 1-1904-32</inkml:trace>
  <inkml:trace contextRef="#ctx0" brushRef="#br0" timeOffset="33744.48">4977 5534 14735 0,'-6'4'640'0,"2"-4"160"0,1 2-640 0,0 0-160 16,0-1 0-16,1 1 0 0,0 0 784 0,-1-1 128 15,-1 3 32-15,-3 1 0 0,1 2 32 0,0-3 16 16,3 2 0-16,1-2 0 0,1 1-96 0,1-3 0 16,2-1-16-16,0 1 0 15,3-2 320-15,0 0 64 0,0 0 16 0,3-3 0 16,0 1 64-16,1-1 32 0,2 0 0 0,0-1 0 15,1 0-224-15,-1 0-64 0,1-1 0 0,0 0 0 16,2 0-496-16,-1 0-96 0,0 0-32 0,-1 1 0 0,-1 1-336 16,-2 0-128-16,1 0 0 0,-2 2 144 0,-1-1-144 15,-1 0 0-15,-1 1 0 0,-4 1 0 16,1 1-624-16,-2 1-96 0</inkml:trace>
  <inkml:trace contextRef="#ctx0" brushRef="#br0" timeOffset="34453.81">5724 5251 7359 0,'0'0'656'0,"0"-2"-528"0,0 2-128 0,0 0 0 16,0 0 1280-16,0 0 240 0,0-1 32 0,-1 1 16 15,1-2 752-15,0 2 160 0,0-1 16 0,-1 0 16 16,1 1-528-16,1-2-96 0,-1 1-32 0,0 1 0 0,-1-1-448 0,1 1-80 16,-1-1-32-16,1 1 0 15,0 0-320-15,-1 0-64 0,0 0-16 0,0 1 0 16,1 0-288-16,-1-1-64 0,-1 1-16 0,0 1 0 15,1-2-304-15,0 0-64 0,-1 1-16 0,1-1 0 16,1 1-144-16,-1-1 0 0,0 0 0 0,1 0 128 0,-1 0-128 0,1 2 0 16,-2-2 0-16,-1 3 0 0,-1 0 0 0,0 1 0 15,-1 1 0-15,-2 2 0 0,0 2 0 0,-3 3 0 16,-1 3 0-16,-1 4 0 0,-1 3 0 0,0 1 0 0,0 5-144 0,1-2 144 16,1 0 0-16,1 0-192 0,1-1 192 0,1 0-160 15,-1-3 160-15,1 3 0 0,0-4 0 0,3-1 0 16,-1-4 0-16,2-2 0 0,1 0 0 0,0-1 0 15,2-2 0-15,1-3 144 0,1-2-144 0,2-1 0 16,1-2 144-16,0-3-144 0,3 0 0 0,-1-3 144 16,3-1 48-16,0-1 0 0,1-2 0 0,0-2 0 15,1 0-32-15,0-2 0 0,0 0 0 0,-2-1 0 0,-1 2-160 16,-1-2 0-16,-2 0 0 16,-2 3 0-16,-1-3 0 0,-2 2 0 0,-1 2 0 0,-2 0 0 15,-1 1 0-15,-2 2 0 0,0 0 0 0,-1 3 0 0,0-1 0 0,-1 3 0 16,2 0 0-16,-1 3 0 0,2-1 0 0,0 1 0 15,0 1 0-15,3-1 0 16,0 0-288-16,1 1 16 0,0-2 0 0,1-1-17360 0</inkml:trace>
  <inkml:trace contextRef="#ctx0" brushRef="#br0" timeOffset="34645.08">5818 5533 21183 0,'3'1'1888'0,"0"1"-1504"16,0 0-384-16,-2-1 0 0,1 0 2656 16,0 1 464-16,1 1 80 0,-3-3 32 15,0 0-896-15,0 0-176 0,39 19-48 0,-39-19 0 16,0 0-1600-16,0 0-336 0,44 16-176 0,-44-16 192 0,0 0-192 0,0 0 0 0,42 10 0 0,-42-10-18128 31</inkml:trace>
  <inkml:trace contextRef="#ctx0" brushRef="#br0" timeOffset="34963.69">6392 5283 22111 0,'2'-1'1968'0,"-1"-1"-1584"0,0 2-384 0,-1 0 0 15,-1 2 1120-15,1-2 144 0,-1 0 16 0,-1 0 16 16,0 1 80-16,-2 2 16 0,-2 0 0 0,-1 2 0 15,0 1-752-15,-3 2-160 0,0 1-32 0,-1 3 0 16,0 3 48-16,-2 3 0 0,0 4 0 0,-3 1 0 16,0 4-176-16,-1 1-48 0,-1 0 0 0,3-2 0 15,0 0-272-15,3-3 0 0,2-3 0 0,3-5 0 16,3 1 0-16,2-6 160 0,2 1-160 0,2-4 192 16,-2-7-192-16,0 0 0 0,0 0 0 0,0 0 128 15,40 15-128-15,-27-18 128 0,4-1-128 0,1-3 128 16,2 0 80-16,0-1 16 0,2-2 0 0,-1 1 0 0,4 0-96 15,-1-1 0-15,1 1-128 0,-1 0 192 0,0 1-192 0,-3-2 0 16,-3 1 0-16,-1 1 0 16,-3-1-896-16,-3 3-240 0,-2 1-32 0,-2 0-14544 15</inkml:trace>
  <inkml:trace contextRef="#ctx0" brushRef="#br0" timeOffset="35147.53">6416 5362 23951 0,'-6'3'1056'0,"3"2"224"0,0-1-1024 0,0-1-256 0,1 1 0 16,0 1 0-16,0 2 1984 0,-1 3 320 0,-4 9 80 16,-1 5 16-16,-1 5-960 0,-2 1-192 15,0 1-32-15,1-1-16 0,1-2-624 0,-1-2-128 0,1 1-32 0,0-1 0 16,0-5-96-16,1 1-32 16,3-4 0-16,0-5-11840 0,1 0-2368 15</inkml:trace>
  <inkml:trace contextRef="#ctx0" brushRef="#br0" timeOffset="35800.01">4746 4926 13823 0,'-7'-5'1216'0,"3"3"-960"0,2-1-256 15,0 1 0-15,1 2 1360 0,1 0 240 16,-1 0 32-16,0 0 16 0,0 0 256 0,0 0 48 15,0 2 16-15,1-1 0 0,0 3-896 0,2-1-176 0,0-1-48 0,2 0 0 0,0 1-464 16,1-1-80 0,1-1-32-16,1-1 0 0,1-1 688 0,1-1 144 0,0 0 32 0,0-1 0 15,0 1-224-15,1-1-32 0,0 1-16 0,-1-1 0 16,0 3-416-16,0 0-96 0,-2 0-16 0,0 3 0 16,-2 2-336-16,-2 0 144 0,0 4-144 0,-4 1 0 15,1 4 0-15,-5 0 0 0,0 0 0 0,-3 2 0 16,-1 2-144-16,-2 0 16 0,0-1 0 0,-1 0 0 15,-1-1-320 1,-1-2-48-16,2-2-16 0,-1-2 0 0,1-1-144 0,1 0-48 16,2-3 0-16,2-2 0 0,0 1 544 0,3-2 160 0,1 1 0 0,1-3 0 15,3 0 192-15,2 1 160 0,1-2 32 0,4-2 0 0,2 1 400 16,1 0 96-16,1-3 16 0,2 1 0 0,1 0-320 0,3 1-48 16,3-2-16-16,2 1 0 0,2 0-368 0,-25 3-144 15,53-2 0-15,-53 2 144 0,52-1-144 0,-25 0 0 16</inkml:trace>
  <inkml:trace contextRef="#ctx0" brushRef="#br0" timeOffset="37141.51">6699 5246 1839 0,'-1'0'160'0,"0"0"-160"0,1 0 0 0,-1 0 0 15,1 0 1040-15,0 0 176 16,0 0 48-16,-1 0 0 0,-1 2 576 0,1-4 112 0,0 2 32 0,-1 0 0 16,2 0 416-16,0 0 96 15,-1 0 0-15,1 0 16 0,0 0-320 0,-1 0-64 0,0 0-16 0,1 2 0 16,-1-2-576-16,0 1-128 0,0 1-32 0,0-2 0 16,0 2-544-16,0-1-128 0,0 1 0 0,0 0-16 15,1-2-368-15,-1 0-80 0,0 0-16 0,1 0 0 16,0 0-64-16,0 0-16 0,1 0 0 0,0 0 0 15,1 0 16-15,0-2 0 0,1 0 0 0,1 1 0 16,-1-1-32-16,2-1 0 0,-1 1 0 0,2 0 0 16,-1 2-128-16,0-3 128 0,3 1-128 0,-1-1 128 0,2 1-128 0,1 0 0 15,-1 0 0-15,0-1 128 0,0 1-128 0,2-1 0 16,-1 0 0-16,1 0 128 0,-1 0-128 16,0 0 0-16,1 1 0 0,-1 0 0 0,-1-3 0 0,-1 2 0 15,0 1 128-15,-2 0-128 0,1-2 0 0,-3 3 0 16,1-1 0-16,-2 2 0 0,-1-2 0 0,0 2 0 15,-1 0 0-15,-1 0 0 0,0 2 0 0,0-2 0 16,-1 2 0-16,0-2 0 0,0 1 0 0,0 1 0 0,0 0 0 0,0-1 0 16,0 0 128-16,0 1-128 0,0 1 0 0,-1 0 128 15,0 1-128-15,1-1 0 0,-2 2 0 16,0 1 0-16,0 0 0 0,0 0 0 16,0 4 0-16,-1-1 0 0,-1-2 0 0,1 5 0 0,-1 0 0 15,-1 2 0-15,-1 1 0 0,0 4 0 0,0-1 0 16,0 0 0-16,0 0 0 0,0 1 0 0,0 2 0 15,0 1 0-15,1-1 0 0,0 0 0 16,1-2 0-16,1-2 0 0,-1 0 0 0,0 2 0 16,1-1 0-16,0-1 0 0,0 0 0 0,2-1 0 15,-1 1 0-15,0-3 0 0,1 3 0 0,-1-2 0 0,2 1 0 16,-1 3 0-16,-1-3 0 0,0-3 0 0,-1 2 0 0,2-3 0 31,-2 0-416-31,1-1-64 0,-1-2-16 0,2-3-17104 0</inkml:trace>
  <inkml:trace contextRef="#ctx0" brushRef="#br0" timeOffset="37431.19">6678 5507 11407 0,'3'-5'1024'0,"-2"3"-832"0,0 0-192 0,0 2 0 0,-1-2 0 0,0 2 0 16,0 0 0-16,0 0 0 0,1 0 2048 0,0 0 480 15,0 2 96-15,1-2 64 0,0 2 576 0,3-1 96 0,0-1 32 0,4-1 32 16,2-3-816-16,3-1-176 16,3-2-16-16,4-2 16 0,2-2-1536 0,2-1-304 15,1 0-64-15,0 0 16 0,-2 1-544 0,-2 1 0 16,2 1-240-16,-4 0 240 15,-1 4-464-15,-1-3 16 0,1 4 16 0,-4 0-18320 0</inkml:trace>
  <inkml:trace contextRef="#ctx0" brushRef="#br0" timeOffset="39110.33">9405 5156 11055 0,'1'0'976'0,"0"0"-784"0,0 0-192 0,-1-2 0 16,0 2 1616-16,0 0 288 0,1 0 48 0,0 0 16 15,-1-2 608-15,2 1 128 0,-1 1 32 0,1-2 0 16,-1 2-1136-16,-1 0-240 0,1 0-32 0,-1 0-16 16,0 0-640-16,0 0-128 0,1 0-32 0,-1 0 0 15,1 0-160-15,-1 0-32 0,1-2-16 0,-1 2 0 16,0 0-64-16,-1-1-16 0,1 1 0 0,-2-2 0 16,0 1 16-16,-1 0 0 0,0-1 0 0,-1 0 0 0,-1 1-80 0,-1-1-16 15,-2 1 0-15,-2 1 0 0,-1-2-144 16,-3 2 192-16,0 2-192 0,-1 1 192 15,0 0-192-15,-2 1 128 0,0 1-128 0,1 2 128 0,0 0-128 0,0 0 128 16,1 3-128-16,1-3 128 16,3 1-128-16,-1 1 0 0,1-3 0 0,0 2 128 0,2-1-128 15,1-2 0-15,3-1 0 0,0-1 0 0,2 0 0 0,2-1 0 16,0 0 144-16,1-2-144 0,0 1 0 0,1 0 0 0,1-1 0 0,0 0 128 16,1 2-128-16,0-2 128 15,1 1-128-15,2 1 128 0,-1 1 80 0,2 1 32 0,-1-2 0 0,-6-2 0 16,0 0-240-16,0 0 0 15,0 0 128-15,44 29-128 0,-44-29 0 0,0 0 0 16,41 33 0-16,-41-33 0 0,0 0 0 0,44 39 0 0,-44-39 0 0,0 0 0 16,39 44 0-16,-39-44 0 0,0 0 0 0,31 38 0 15,-31-38 0-15,0 0 0 0,0 0 0 0,21 38 0 16,-21-38 0-16,0 0 128 0,0 0-128 0,-3 24 0 16,-1-19 0-16,-3 1 176 0,-3-1-176 0,-1 0 160 15,-2 0-32-15,-2 0 0 0,-2-1 0 0,-1-1 0 0,0 1-128 16,-2 1 0-16,-1-3 0 0,-1 0 0 0,1 2 0 15,0-2 0-15,2 1 0 0,-1-2 0 0,4 1 0 0,0-1 0 16,2 1 0-16,3 0 0 0,2-2 0 0,4 0 0 16,0 0 0-16,2-2-12176 15,3-1-2416-15</inkml:trace>
  <inkml:trace contextRef="#ctx0" brushRef="#br0" timeOffset="39509.04">9412 5530 13823 0,'-2'0'1216'0,"0"1"-960"16,1 1-256-16,0-2 0 0,0 1 1888 0,0 0 336 0,-1 2 64 0,-2-1 16 15,1 0 32-15,0 3 16 16,1-2 0-16,1-1 0 0,2 0-1200 0,2-2-224 0,1 1-48 15,2 0-16-15,1-1-272 0,2 0-48 0,-9 0-16 0,0 0 0 16,34 1-256-16,-34-1-48 16,0 0-16-16,36 5 0 0,-36-5-208 0,0 0 128 15,0 0-128-15,0 0 0 0,40 14 0 0,-35-12 0 16,-2 3 0-16,-1 0 0 0,-1-1 0 0,-2 1 0 0,0 0 0 0,-2 0 0 16,-2 2 0-16,-1-1 0 0,-1 2 0 0,-1-3 0 15,-1 2 0-15,1-2 128 16,3 2-128-16,-2-3 0 0,2-1 192 0,1 2 0 15,0 1 0-15,1-1 0 0,2-2 240 0,0 1 32 0,2 1 16 0,2-2 0 16,0-1-336-16,1-1-144 0,-4-1 128 0,0 0-128 16,0 0 0-16,37 1 0 0,-24-2 0 0,2-2 0 15,-3-2 0-15,1 0 0 0,0-2 0 0,0 1 0 16,0-2-736 0,-1 1-80-16,1-3-16 0,0 0-15680 0</inkml:trace>
  <inkml:trace contextRef="#ctx0" brushRef="#br0" timeOffset="40011.16">9560 4864 9215 0,'-2'-2'400'0,"1"2"96"0,1-2-496 0,-1 2 0 0,1 0 0 0,0 0 0 0,0 0 2336 0,0-2 368 0,0 2 80 0,0-1 16 16,1 1 176-16,0 0 32 0,1-2 16 0,1 2 0 15,2-3-1728-15,0 1-336 0,1 1-80 0,1-2-16 16,1 0-176-16,0 0-48 0,2 1 0 0,-1 0 0 15,0 0-192-15,1 2-64 0,-1 0 0 0,-1 2 0 16,0 2-224-16,-8-4-160 0,0 0 192 0,0 0-192 16,0 0 0-16,0 0 0 0,22 41 0 0,-25-32 0 0,-1 1 0 15,-2 2 0-15,-2 0 128 0,-1-2-128 0,0 1 0 16,0-2 128-16,-2 1-128 0,1-2 0 16,0 0 0-16,1-2 0 0,-1 0 0 0,3-3 0 15,1-1 0-15,3-2 0 0,0 0 0 0,1 0 0 0,1-2 0 16,2 0 128-16,1 1-128 0,1 1 0 0,0-2 192 0,3 1-64 15,1 0 0-15,2-2-128 0,-2 3 512 16,2 0-16-16,2 0 0 0,0 0 0 0,1 0-176 0,-12 0-48 0,28 0 0 0,-28 0 0 16,30 3-272-16,-30-3 0 15,32 0 0-15,-32 0 0 0,30 0-256 0,-15 0-128 16,0-3 0-16,-1 1-17376 0</inkml:trace>
  <inkml:trace contextRef="#ctx0" brushRef="#br0" timeOffset="40907.48">10149 5248 1839 0,'-1'0'160'0,"0"0"-160"16,0 0 0-16,0 0 0 0,1 1 1088 0,-1-1 192 16,0 2 48-16,-2-2 0 0,1 2 480 0,-2-2 112 15,1 3 0-15,-1-1 16 0,2-2 160 0,0 2 16 0,1 0 16 0,0-1 0 16,1 1 80-16,1-1 16 15,1 1 0-15,1-2 0 0,2 0-592 0,1-2-112 0,3 1-32 0,1-3 0 16,3 1-464-16,0 1-112 16,2-3-16-16,0 0 0 0,0 3-448 0,-1-3-80 15,1 0-32-15,0 3 0 0,-1 0-336 0,-1-1 0 0,-1 1 0 16,-2 0 0-16,-1 4 0 0,-1-2-192 0,-1 2 32 0,-1 1 0 16,-2-1-784-1,-3 2-144-15,0 1-48 0,-1 0-14832 0</inkml:trace>
  <inkml:trace contextRef="#ctx0" brushRef="#br0" timeOffset="41115.15">10143 5419 22111 0,'-2'1'976'0,"0"1"208"0,1-2-944 0,1 0-240 0,0 0 0 0,0 0 0 0,0 2 2336 15,0-2 416-15,0 0 96 0,1 0 16 0,1 0-768 0,2 1-160 0,2-1-16 16,1 1-16-1,1-1-1200-15,-8 0-224 0,0 0-48 0,37-2-16 0,-37 2-224 0,36 0-64 16,-19-2 0-16,-17 2 0 0,36-3-128 0,-20 1 0 16,-16 2 0-16,31-3 0 0,-31 3-224 0,29-3-80 15,-16 2-16-15,-1-2-17680 16</inkml:trace>
  <inkml:trace contextRef="#ctx0" brushRef="#br0" timeOffset="42655.34">10621 5199 11055 0,'-1'0'976'16,"0"0"-784"-16,0 0-192 0,0 0 0 0,1 0 1328 0,-1 2 208 15,0-2 64-15,-2 0 0 0,1 0 544 0,-1 0 112 16,0 1 32-16,0-1 0 0,2 2-624 0,-1-4-128 15,2 2-32-15,0-1 0 0,0 1-512 0,2-2-96 16,2 1-32-16,1-1 0 0,1 0-208 0,3-2-32 16,1 1-16-16,1-2 0 0,1 3-192 0,1-3-32 15,0 2-16-15,1 0 0 0,0 0-240 0,0 0-128 16,-1 1 160-16,-2 0-160 0,0 1 0 0,-1 1 128 0,-2 1-128 16,0 1 0-16,-3 0 0 0,0 1 0 0,-1-1 0 0,-1 0 0 15,-3 3 0-15,0 0 0 16,-3 0 0-16,-2 4 0 0,-1-1 0 0,-4 1 0 0,0 2 0 0,-3 0 0 15,0 1 0-15,0-1 0 16,0-1 0-16,-1 1 0 0,-1 1-176 0,-2 0 32 0,-1 0 0 16,0 0 0-16,1-1-384 15,1-1-80-15,2-3-16 0,2-2 0 0,3 1 304 0,2-3 64 0,5 0 16 16,0-1 0-16,1-2 240 0,3 0 0 0,2-2 0 0,3-1 0 16,1-2-272-16,3 1 32 0,1-3 16 0,2 2 0 15,-1 0 224-15,0 0 0 0,2 3 0 0,-2-3 0 0,1 3 240 16,-1 0-64-16,-13 2-16 0,28 1 0 0,-28-1 48 15,0 0 16-15,0 0 0 0,42 13 0 0,-42-13-80 16,0 0-16-16,0 0 0 0,0 0 0 0,0 0 128 0,14 38 0 16,-16-29 16-16,-4 3 0 0,-1-2 192 15,-3 1 48-15,-1 1 0 0,-3 0 0 0,0 0-208 16,-1 0-48-16,-1 0 0 0,-1 0 0 0,1-1-256 0,2-3 128 16,0-2-128-16,2-1 0 0,2-2 0 15,2-1 0-15,1-1 0 0,3-2-11456 16,1 1-2272-16</inkml:trace>
  <inkml:trace contextRef="#ctx0" brushRef="#br0" timeOffset="42859.44">10915 5322 26719 0,'3'2'1184'0,"-2"-2"240"0,0 1-1136 0,0 0-288 16,-1 0 0-16,0 1 0 0,1-1 2240 0,-1 3 384 15,1-2 64-15,0 5 32 0,1-2-1360 0,-2-5-272 16,0 0-48-16,0 0-16 0,0 0-768 0,0 0-256 0,21 40 128 0,-16-37-128 16,0 0 0-16,1-1 0 15,-1 0 0-15,0-1-17952 0</inkml:trace>
  <inkml:trace contextRef="#ctx0" brushRef="#br0" timeOffset="43121.29">11184 5154 23039 0,'-5'-3'1024'0,"2"1"192"16,0 2-960-16,2-2-256 0,1 2 0 0,-1 0 0 0,1-1 800 0,-1 1 112 16,-1 0 32-16,0 0 0 0,0 0-528 0,0 0-96 15,1 1-32-15,0 1 0 0,2 1-96 0,-1 1-32 0,0 3 0 16,0 0 0-16,-1 1 1152 0,0 3 224 15,-1 2 64-15,-2 3 0 16,0 2-1760-16,0 2-352 0,-1-4-64 0,0 3 0 0,0 2 768 0,-3 1 176 16,2 0 16-16,-1 1 16 0,0-2-96 0,0 1-32 15,1-3 0-15,1 2 0 16,0-5-640-16,0 1-128 0,2-3-16 0,1-2-14128 16</inkml:trace>
  <inkml:trace contextRef="#ctx0" brushRef="#br0" timeOffset="43510.06">11372 5123 19343 0,'-1'-2'1728'0,"1"1"-1392"0,0 1-336 0,-1 0 0 15,1 0 1728-15,-1 0 288 0,0 0 48 0,-1 0 16 16,0 0-416-16,-2-2-96 0,0 4-16 0,0-2 0 15,-1 1-1168-15,1 1-256 0,0 3-128 0,-1-1 160 16,0 2 416-16,0 2 96 0,-1 2 16 0,1 2 0 16,-1 1-256-16,0 2-48 0,1 0-16 0,-1 4 0 0,0-1-64 15,0 2-16-15,0 1 0 0,1-1 0 16,1 0 48-16,0-3 16 0,2-1 0 0,0-2 0 16,2-14-144-16,0 0-16 0,4 34-16 0,-4-34 0 15,0 0-176-15,0 0 0 0,0 0 144 0,0 0-144 0,36 30 160 0,-36-30-32 16,0 0-128-16,38 0 192 0,-23-2-48 15,2 0-16-15,2-3 0 0,0 0 0 0,-1-1-128 0,0 1 0 16,-2 1 0-16,0 0 128 16,0-1-128-16,-2 2 0 0,1 0 0 0,-2 0 0 0,-1-1 0 0,-1 1 0 15,-2 1 0-15,-1 0 0 0,-1 1-160 0,-1 1-16 16,-2-2 0-16,1 0 0 16,-2 1-1136-16,-2-1-224 0,1 1-64 0,-2-2-14528 0</inkml:trace>
  <inkml:trace contextRef="#ctx0" brushRef="#br0" timeOffset="43676.72">11569 5108 12895 0,'-6'3'1152'15,"2"0"-928"-15,1 0-224 0,-1 0 0 0,1 0 2416 0,0 0 432 0,1 2 96 0,-4 2 0 0,-2 6 560 0,-4 4 96 16,-2 4 32-16,-2 3 0 16,2 2-1984-16,0 0-400 0,1 3-80 0,0-1-16 15,2 5-704-15,1 0-160 0,0 3-32 0,1 0 0 16,1-4-256-16,0 0 160 0,0-1-160 0,0 2-18528 15</inkml:trace>
  <inkml:trace contextRef="#ctx0" brushRef="#br0" timeOffset="58889.18">4619 6567 17503 0,'-1'-5'1552'0,"0"3"-1232"16,1-1-320-16,0 3 0 0,0-2 256 0,0 2-16 0,0 0 0 16,-1-2 0-16,1 1 1600 0,-1 1 320 0,-1-2 64 0,-1 2 16 0,-1 3-384 0,0-1-64 15,-2 0 0-15,0 1-16 0,-1-1-720 16,-1 0-144-16,0 1-16 0,-3 2-16 16,-1-2-304-16,0 1-48 0,-3 3-16 0,-1-2 0 15,-2 2-192-15,-2 0-32 0,0 0-16 0,1 0 0 16,0 0-80-16,2-2 0 0,-1 2-16 0,3-3 0 0,2-1 112 0,2 2 32 15,1-1 0-15,1-1 0 0,3 2-176 16,1-2-16-16,2 1-128 0,1 1 192 16,1-2-192-16,2 1 0 0,2 3 128 0,2-3-128 0,-5-4 0 0,0 0 0 15,0 0 0-15,0 0 0 0,46 27 0 16,-46-27 0-16,0 0 0 0,48 22 0 16,-48-22 0-16,0 0 0 0,55 27 0 0,-55-27 0 15,0 0 0-15,52 32 0 0,-52-32 0 0,0 0 0 0,37 40 0 0,-37-40 0 16,0 0 0-16,11 41 0 0,-15-27 0 0,-2-1 0 15,-2 4 0-15,-5-3 0 0,-2 0 0 0,-2-2 0 16,-1-2 0-16,0-1 0 0,0-2 0 0,-1-1 0 16,0-2 0-16,-1-1 0 0,3-3 0 0,0-1 0 15,2-1 0-15,1-1 0 0,1 1 0 0,1-3 128 16,3 1-128-16,1 1 0 0,0-1 0 0,2 1 0 16,0-2 0-16,1 3-12208 15,3-2-2448-15</inkml:trace>
  <inkml:trace contextRef="#ctx0" brushRef="#br0" timeOffset="59311.99">4765 6980 4607 0,'3'-1'400'0,"-2"1"-400"0,0 0 0 0,-1 0 0 0,0 1 1792 16,0-1 288-16,0 2 48 0,1 0 16 0,-1 1 608 0,0 2 128 16,-1 0 32-16,-1-1 0 0,0 0-864 15,0 1-160-15,-1-2-32 0,1 1-16 16,-1-3 16-16,-1 1 16 0,0-2 0 0,0 0 0 0,-2 0-448 15,0 0-80-15,-2 0-32 0,0 0 0 0,0 0-768 0,-3 2-160 16,1-1-16-16,0 0-16 0,-1 4-352 0,2-2 144 0,-1 1-144 0,2 3 0 16,1-2 0-16,1 2 0 0,1 0 0 0,3 0 0 15,1 3 0-15,0-1 0 0,2 1 0 0,0-3 0 16,2 2 0-16,-3-9 0 16,0 0 0-16,0 0 0 0,0 0 0 0,44 29 0 15,-44-29 0-15,0 0 0 0,39 3 0 0,-39-3 0 16,33-8 0-16,-17 2 0 0,1 0-176 0,-2-3 16 15,1 2 0-15,0-3-18416 0</inkml:trace>
  <inkml:trace contextRef="#ctx0" brushRef="#br0" timeOffset="60078.57">4829 6268 15663 0,'-1'-2'1392'0,"0"-1"-1120"0,1 3-272 0,-1-2 0 16,1 2 1984-16,-1 0 352 0,0-2 64 0,0-1 16 15,0 1 192-15,-2-2 32 0,1 0 16 0,1 2 0 16,0 1-1072-16,0 0-224 0,0 1-32 0,1-2-16 15,0 2-640-15,0 2-128 0,0-2-32 0,1 1 0 16,0 0-304-16,1 1-64 0,0-2-16 0,1 3 0 16,-1-3-128-16,2 1 0 0,0 1 0 0,0 0 0 15,2-2 0-15,0 1 0 0,0-1 128 0,2 1-128 16,0-1 0-16,-8 0 0 0,0 0 0 0,0 0 0 16,0 0 0-16,42 10 0 0,-42-10 0 0,0 0 0 0,0 0 0 0,0 0 0 15,0 0 0-15,27 33 0 16,-26-24 0-16,-3-1 0 0,0 1 0 0,-4 1 0 0,0 1 0 15,-2-1 0-15,-1 0 0 0,0-1 0 0,-2 0-176 16,0 1 48-16,-2 0 0 0,0 1 0 16,0-2-432-16,1 1-80 0,2-5 0 0,2 2-16 0,1-3 208 0,3-1 64 15,0-1 0-15,1 1 0 0,2-2 384 0,0 0 0 16,2-1 0-16,1 0 0 0,1 0 192 0,0-1-48 0,2 0 0 16,2-4 0-16,1 2 352 0,2-1 64 0,0-1 16 15,3 0 0-15,1 1-240 0,1-1-32 0,0 0-16 0,0 3 0 16,2-2-160-16,-1 1-128 15,-16 3 192-15,33-3-192 0,-33 3 0 0,28-2 0 0,-28 2 0 0,26 0 0 16,-14-2-576-16,-1 2-160 0</inkml:trace>
  <inkml:trace contextRef="#ctx0" brushRef="#br0" timeOffset="61111.27">5200 6752 11967 0,'-3'1'1072'0,"2"0"-864"0,1-1-208 0,0 2 0 16,0-2 1216-16,0 0 192 0,0 3 32 0,0-1 16 0,1 1 1120 0,2-1 240 15,2-2 32-15,1 0 16 0,3-2-720 0,3-1-144 0,0 1-16 0,2-3-16 16,-14 5-960-16,33-5-192 15,-33 5-48-15,33-5 0 16,-33 5-416-16,0 0-96 0,44 5 0 0,-44-5-16 16,0 0-240-16,0 0 0 0,40 10 0 0,-33-8 0 15,-7-2 0-15,0 0-320 0,0 0 64 0,0 0-16512 0</inkml:trace>
  <inkml:trace contextRef="#ctx0" brushRef="#br0" timeOffset="61308.92">5217 6887 19343 0,'-1'0'1728'0,"0"0"-1392"15,1 0-336-15,0 0 0 0,1 0 2448 0,-1 0 432 0,1 0 64 0,1 0 32 16,1 0-528-16,2 0-96 0,-5 0-32 0,0 0 0 16,0 0-1472-16,41-2-288 0,-41 2-64 0,33-1-16 15,-33 1-320-15,36-2-160 0,-36 2 160 0,36-1-160 16,-36 1-160-16,36-6-128 0,-36 6-32 0,34-7-17328 0</inkml:trace>
  <inkml:trace contextRef="#ctx0" brushRef="#br0" timeOffset="61706.02">6203 6360 15663 0,'-5'1'688'0,"1"1"144"0,0 0-656 0,1-1-176 0,1 1 0 0,-1 0 0 16,0-2 1728-16,0 2 320 0,-5 3 64 15,0 0 16-15,-2 0 384 0,-1 3 80 0,1-2 16 0,1 3 0 16,0-1-1168-16,0 3-224 0,2-1-64 0,0 2 0 16,0 2-576-16,1 2-112 15,0 3-16-15,0 1-16 0,2 4 16 0,-1 2 0 16,2 2 0-16,1 0 0 0,1-4-192 0,1 0-48 0,0-24 0 0,5 42 0 15,-5-42-208-15,13 36 0 0,-13-36 128 16,0 0-128-16,31 31-160 0,-31-31-80 0,0 0-16 0,42 7-17664 16</inkml:trace>
  <inkml:trace contextRef="#ctx0" brushRef="#br0" timeOffset="62176.73">6356 6508 21183 0,'0'-3'944'0,"0"-1"192"0,0 1-912 0,-1 3-224 0,1 0 0 16,0 0 0-16,-1 0 1888 15,0-2 336-15,0 2 64 0,-1 0 16 0,-1 0-304 0,0 0-48 0,2 4-16 0,-2 1 0 16,0 2-960-16,1 3-192 16,-1 2-32-16,0 2-16 0,0 0-304 0,-1 5-64 15,0 1-16-15,0 1 0 0,-1-1-224 0,1 2-128 16,-2 0 128-16,1 1-128 0,2-1 0 0,0-1 0 0,1-6 0 0,1-2 0 15,2-1 0-15,0-4 0 16,1-2 0-16,1-4 0 0,-1-2-272 0,1-2-32 16,0-2 0-16,1-4 0 0,-2-1-736 15,2-2-160-15,-1-2-16 0,0-1-16 0,-1 0-336 0,-1-1-64 16,0 0-16-16,-1-2 0 0,0 0 1072 0,-1 0 192 16,0 1 64-16,0-1 0 0,-1 0 576 0,2 2 128 15,-1 2 32-15,1 1 0 0,1 0 1008 0,-1 3 208 16,2 2 32-16,-1-1 16 0,2 4-320 0,1-1-64 0,0 2-16 15,1-1 0-15,1 0-784 0,0 1-176 0,3 0-16 0,-1 1-16 0,1 0-128 0,1-1-32 16,-10 3 0-16,25-4 0 0,-25 4-128 0,25-3 0 16,-25 3 0-16,27-2 0 0,-27 2 0 0,0 0 0 15,0 0 0-15,41 5 0 0,-41-5 0 16,0 0 0-16,0 0 0 0,25 37 0 0,-25-37 0 0,4 36 0 16,-6-17 0-16,-1 2 0 0,0 1 0 15,-2-1 0-15,0 2 0 0,0-1 0 0,1-2 0 0,1-2 0 16,2-4 0-16,1-3-12288 0,2-3-2464 15</inkml:trace>
  <inkml:trace contextRef="#ctx0" brushRef="#br0" timeOffset="62350.82">6676 6616 19343 0,'0'3'1728'0,"0"-1"-1392"0,0 1-336 0,0-1 0 0,0 0 2464 0,0 1 416 15,0 4 96-15,0 2 16 0,0 3-128 0,0 3-32 16,0-1 0-16,0 1 0 0,0-2-2112 0,1-1-416 16,0 0-96-16,0-3-16 0,0-2-192 0,0-1 0 15,1 0 0-15,-1-3-12128 16,1-1-2432-16</inkml:trace>
  <inkml:trace contextRef="#ctx0" brushRef="#br0" timeOffset="62710.51">6841 6598 4607 0,'-3'-3'400'0,"1"1"-400"0,0-1 0 0,1 3 0 0,0 0 2496 15,1 0 432-15,0-2 80 0,-1 2 0 0,1 0 528 16,0-2 112-16,0 2 0 0,1-2 16 0,1 1-1712 0,1 1-352 16,1-2-64-16,0 2 0 15,3-2-368-15,0 1-64 0,1 1-16 0,-8 0 0 0,0 0-688 0,26-2-144 0,-26 2-16 16,0 0-16-16,32 0-224 0,-32 0 0 15,0 0 0-15,33-2 0 16,-33 2-256-16,0 0-128 0,31-2-48 0,-21 0-16448 0</inkml:trace>
  <inkml:trace contextRef="#ctx0" brushRef="#br0" timeOffset="62961.31">7241 6396 23039 0,'-3'0'1024'0,"0"0"192"0,1 0-960 0,1 0-256 0,0 0 0 0,0 0 0 0,0 2 2384 15,-1-1 432-15,0 3 96 0,-1 1 16 0,-1 0-1040 0,0 3-208 16,2 1-32-16,0 2-16 0,1-1-976 0,-1 4-192 16,1 0-32-16,0 5-16 0,-1 0-288 0,-1 2-128 15,1 3 128-15,0 2-128 16,-2 0 0-16,0-1 0 0,2-5 128 0,0 1-128 0,1-3 0 15,1-18 0-15,0 31 0 0,0-31 0 16,0 0-224-16,6 32-32 0</inkml:trace>
  <inkml:trace contextRef="#ctx0" brushRef="#br0" timeOffset="63260.75">7417 6398 2751 0,'2'-4'256'0,"0"1"-256"0,-1-1 0 0,-1 3 0 16,1 1 2576-16,0 0 480 16,0-3 80-16,2 0 32 0,-1-3 1472 0,2 2 288 15,0 2 64-15,0-1 16 0,1 4-2320 0,-1 3-448 16,-4-4-112-16,0 0-16 0,0 0-1312 0,20 33-272 15,-20-33-48-15,0 0-16 0,18 47-288 0,-18-47-176 0,14 38 192 0,-14-38-192 16,13 44 0-16,-13-44 0 0,10 47 0 0,-10-47 0 16,6 47 0-16,-6-47 0 0,3 34 0 0,-3-34 0 15,-1 30 0-15,0-18 0 0,0 0 0 0,-2-3 0 16,0-2 0-16,-4-1 0 0,-1 0-208 0,-2 1-12128 16,-2-2-2416-16</inkml:trace>
  <inkml:trace contextRef="#ctx0" brushRef="#br0" timeOffset="64245.88">8001 6404 2751 0,'6'-5'256'0,"0"2"-256"16,-1-1 0-16,-1 1 0 0,-1 1 3072 0,-2 1 560 15,1-1 112-15,1 0 32 0,3-3 16 0,1 0 16 16,2-1 0-16,-3 1 0 0,0 1-1408 0,-3 0-288 16,0 2-48-16,-2-1-16 0,0 3-944 0,-2-2-192 15,-1 2-32-15,0-1-16 0,-3 1-432 0,-1 0-96 0,-2 0-16 0,-1 0 0 16,-2 1-160-16,-2-1-32 0,-3 3-128 0,-3-1 192 16,1 1-192-16,0 0 0 0,1 0 0 0,2 0 0 15,1-1 0-15,2 1 0 0,2-1 0 0,2 0 0 16,2 0 0-16,0 1 0 0,2 2 0 0,2-4 0 15,0 0 0-15,1 2 0 0,0-1 0 0,2 1 0 16,-1 0 0-16,2 0 0 0,0 0 0 0,2 2 0 16,-4-5 0-16,0 0 0 0,0 0 0 0,0 0 0 15,43 18 0-15,-43-18 0 0,0 0 0 0,40 12 0 0,-40-12 0 16,0 0 0-16,40 15 0 0,-40-15 0 0,0 0 0 0,0 0 0 16,42 25 0-16,-42-25 0 15,0 0 0-15,0 0 0 0,0 0 0 0,0 0 0 0,29 34 0 0,-28-32 0 16,-2 3 0-16,-1 0 0 0,-3-1 0 0,-1 2 0 15,-2 0 0-15,-4 0 0 0,-1 2 0 0,-1-2 0 16,-3 1 0-16,1 0 0 0,1-3 0 0,1 3 0 16,0-3 0-16,1-1 0 0,2 2 0 0,0-2 0 15,2 0 0-15,1 0 0 0,0 0 0 0,3 0 0 16,0-1 0-16,1 0-12544 0,2-2-2384 16</inkml:trace>
  <inkml:trace contextRef="#ctx0" brushRef="#br0" timeOffset="64469.33">8134 6531 26719 0,'8'0'1184'0,"-4"0"240"0,0-2-1136 0,-1 2-288 0,-1 2 0 0,-1-2 0 0,0 1 1888 0,0 1 320 16,3-2 64-16,0 3 16 0,-4-3-1200 0,0 0-256 15,0 0-32-15,0 0-16 0,8 32-336 0,-9-23-80 16,-1 1-16-16,-2 3 0 0,-1-1 0 0,0 1 0 15,0 1 0-15,0 0 0 0,1 0-224 16,-1-4-128-16,2 2 160 0,1-2-160 16,1-4 0-16,1 0 0 0,1-2-128 0,3-2-17840 0</inkml:trace>
  <inkml:trace contextRef="#ctx0" brushRef="#br0" timeOffset="64868.11">8284 6138 25791 0,'-4'-7'1152'0,"1"4"224"0,1-1-1104 0,0 1-272 16,2 3 0-16,0-2 0 0,0 1 768 0,0-1 112 0,-1 1 16 0,1-2 0 15,1-2 272-15,1 2 64 0,3 0 16 0,1 2 0 16,0-1-288-16,-6 2-64 0,0 0-16 0,0 0 0 0,38 9-368 0,-38-9-80 31,0 0-16-31,0 0 0 0,45 26-272 0,-45-26-144 16,0 0 160-16,0 0-160 0,36 29 0 0,-36-29 0 15,0 0 0-15,0 0 0 0,0 0 0 0,0 0 0 16,8 35 0-16,-12-30 0 0,0-1 0 0,-3 1 0 0,-1-2 0 0,-3 0 0 16,-2 0 0-16,-4 0 0 0,-1 3 0 15,1 0 0-15,2-1-208 0,2 1-48 0,2 0 0 0,3-2 0 0,2 1-48 0,2 0-16 16,2-1 0-16,3 2 0 15,1 0 528-15,-2-6 112 0,0 0 0 0,0 0 16 16,37 20 176-16,-37-20 48 0,0 0 0 0,49 5 0 16,-49-5-288-16,40-1-48 0,-18-1-16 0,-2-3 0 15,1 2-208-15,0-1 0 0,-2-1 0 0,0 2 0 16,-19 3 0-16,33-2-208 0,-33 2 16 0,28-1-11648 16,-28 1-2304-16</inkml:trace>
  <inkml:trace contextRef="#ctx0" brushRef="#br0" timeOffset="65107.62">8612 6498 31327 0,'0'2'1392'0,"0"-2"272"0,1 1-1328 0,0 0-336 16,-1-1 0-16,1 1 0 0,0 1 1536 0,1-2 224 0,2 0 48 0,2 1 16 15,-6-1-928-15,0 0-192 0,31 0-48 0,-31 0 0 16,28-1-416-16,-28 1-96 0,32-5-16 0,-15 3 0 15,-17 2-128-15,35-5 0 16,-35 5 144-16,33-4-144 0,-33 4 0 0,29-3 0 16,-29 3 0-16,27-5 0 15,-16 1-480-15,-2 1-64 0,-1 1-16 0,0-3-17008 0</inkml:trace>
  <inkml:trace contextRef="#ctx0" brushRef="#br0" timeOffset="65280.04">8822 6319 28559 0,'-2'1'1264'0,"1"-1"272"0,0 2-1232 0,0 1-304 16,0 0 0-16,1 1 0 0,-1 1 1616 0,-1 3 272 16,0 5 48-16,-1 4 16 0,-1 9-864 0,-2 2-160 15,2 3-32-15,-2 2-16 0,1 1-624 0,0-1-112 0,2-2-16 0,1-3-128 16,1-2 0-16,1-26 0 16</inkml:trace>
  <inkml:trace contextRef="#ctx0" brushRef="#br0" timeOffset="65597">9535 6249 14735 0,'0'0'640'0,"-1"-2"160"15,1 2-640-15,-1 0-160 16,-1 2 0-16,0-2 0 0,0 1 2352 0,-2 1 432 0,-3 1 96 0,-2 0 0 16,-3 3-320-16,-2 0-80 0,0 2-16 0,-1-1 0 0,2 2-1648 0,0 3-336 0,1-2-64 0,2 4-16 15,0 0-400-15,2 0 0 16,1 3 0-16,1 4 0 15,1 1 0-15,1 4 0 0,1 0 0 0,3 2 0 16,2 0 0-16,-2-28 0 0,11 52 0 0,-11-52 0 16,22 39 0-16,-22-39 0 0,30 30 0 0,-30-30-15776 15</inkml:trace>
  <inkml:trace contextRef="#ctx0" brushRef="#br0" timeOffset="66007.97">9729 6278 20271 0,'-3'2'1792'0,"1"0"-1424"15,1 0-368-15,0 1 0 0,0 0 1008 0,-1 1 128 16,0 4 16-16,-3 4 16 0,-2 6-80 0,-1 6-32 16,-1 3 0-16,-1 2 0 0,1 5-784 0,0-3-144 15,1 2-128-15,0-2 144 0,2-2 192 0,1-4 48 16,2-4 0-16,1-4 0 0,2-17 64 0,0 0 32 0,1 31 0 0,0-29 0 31,0-2-1248-31,1-2-240 0,1-5-48 0,1-3-16 16,1-4-1296-16,0-3-256 0,1-1-48 0,0-4-16 15,1 1 832-15,1-2 144 0,-2 1 48 0,1 0 0 0,-1-4 1664 0,2 0 304 0,0-4 80 16,0-2 0-16,1 6 1712 0,-2 5 336 0,0 4 64 0,-1 4 0 16,-1 5 352-16,-1 1 64 0,0 3 16 15,0 2 0-15,-1 1-864 0,1 1-160 0,1 0-48 0,-1 3 0 16,-4-3-1168-16,0 0-240 0,0 0-64 0,0 0 0 0,32 36-256 0,-32-36-128 15,0 0 0-15,20 40 128 0,-20-40-128 16,0 0 0-16,17 52 0 0,-17-52 0 16,7 42 0-16,-7-42 0 0,4 40 0 0,-4-40 0 0,3 31 0 0,-3-31 0 15,1 25 0-15,-1-25 0 0,0 0 0 0,0 0 0 16,0 0 0-16,6 32-12352 16,-2-33-2336-16</inkml:trace>
  <inkml:trace contextRef="#ctx0" brushRef="#br0" timeOffset="66323.11">9977 6508 17503 0,'-2'0'1552'0,"1"0"-1232"16,1 0-320-16,0 0 0 0,0 0 2480 0,0 0 432 16,0-2 96-16,0 1 0 0,1-2-192 0,2 1-64 0,2-2 0 0,0-1 0 15,2 0-1984-15,0 1-384 16,1 1-96-16,0 0-16 0,0 1-128 0,2 1-16 15,-2 0-128-15,-8 1 192 0,0 0-192 0,0 0 176 0,0 0-176 0,34 22 160 0,-34-22-160 16,0 0 0-16,0 0 0 0,9 35 0 16,-9-35 0-16,-3 19 0 0,-1-9 0 0,-1-1 0 15,2 0-160-15,-2-2 160 16,0 1 0-16,2-1-144 0,-1-1 16 0,1 0 0 0,1-3 0 0,1 0 0 16,3 0 128-16,0-1-192 0,-2-2 192 0,0 0-192 0,0 0 192 0,0 0 0 15,0 0 0-15,36 13 0 0,-36-13 0 16,0 0 0-16,37 0 0 0,-37 0 0 0,27-3-144 0,-11 0 0 15,2-1 0-15,-2-1-16976 0</inkml:trace>
  <inkml:trace contextRef="#ctx0" brushRef="#br0" timeOffset="66544.42">10276 6429 2751 0,'-6'3'256'0,"2"-3"-256"0,2 2 0 0,0 0 0 0,1-2 2432 0,1 1 448 16,0 0 96-16,0 0 16 0,0 1 352 0,2 1 80 15,1-1 16-15,3-2 0 0,-6 0-1216 0,21-2-240 16,-8 0-64-16,2-1 0 0,2 0-720 0,0-1-160 16,1 1-16-16,1-2-16 0,-1 2-672 0,-1 0-128 15,-1 2-16-15,-2 0-16 16,-14 1-672-16,0 0-128 0,32 2-16 0,-32-2-15200 0</inkml:trace>
  <inkml:trace contextRef="#ctx0" brushRef="#br0" timeOffset="66777.14">10680 6235 33167 0,'0'-2'1472'0,"0"2"304"0,0 0-1424 0,0 0-352 0,0 2 0 0,-1 0 0 16,1 1 1280-16,-1 1 176 0,-1 6 32 0,0 2 16 15,-2 4-992-15,-1 3-208 0,2 2-48 0,-2 2 0 16,0 2-256-16,1 1 0 0,0 0 0 0,-2 2 0 0,2 1 0 16,-1-2 0-16,0 1 0 0,1-2 0 0,0 0 0 15,0-5-352-15</inkml:trace>
  <inkml:trace contextRef="#ctx0" brushRef="#br0" timeOffset="67157.95">10925 6289 22111 0,'1'-2'976'0,"0"-1"208"0,0 3-944 0,0-2-240 15,0 2 0-15,-1 0 0 0,0 0 1776 0,2 0 304 0,2 0 64 0,2 0 16 16,1 0-432-16,-7 0-64 0,0 0-32 0,33 5 0 0,-33-5-848 0,0 0-160 15,41 9-48-15,-41-9 0 16,0 0-144-16,40 15-48 0,-40-15 0 0,0 0 0 16,34 29-160-16,-34-29-32 0,0 0-16 0,23 42 0 0,-23-42-176 15,6 35 0-15,-6-35 0 0,-2 39 128 0,-2-19-128 16,-4 0 0-16,-1-2 0 0,-1-1 0 0,-1 0 0 16,-1-3 0-16,-1 2 128 0,-3-3-128 0,-1 1 0 15,-2-2 0-15,-3-3 0 0,0-1-17792 16</inkml:trace>
  <inkml:trace contextRef="#ctx0" brushRef="#br0" timeOffset="67637.45">11337 6448 12031 0,'0'0'528'0,"-1"0"112"0,0 0-512 0,0 0-128 0,1 0 0 0,0 0 0 16,0 0 2016-16,0 0 368 0,0 0 80 0,-1 0 32 15,0 0 368-15,1 0 80 0,0 0 0 0,-1-1 16 16,1 1-1104-16,0-1-240 0,0 1-32 0,0 0 0 16,-1 0-944-16,1-2-176 0,-1 2-32 0,0 0 0 15,0 0-176-15,1 0-16 0,0 0-16 0,-2 0 16 16,1 2-32-16,0-2 0 0,0 0 0 0,0 0 16 16,0 0 48-16,0 0 16 0,1 0 0 0,-1 0 0 15,1 0-128-15,0 0-32 0,0 0 0 0,0 0 16 16,0 0-144-16,1 0 0 0,-1 0 0 0,0 0 0 15,0 0-176-15,0 0 176 0,1 0-160 0,-1 0 160 0,0-2 0 0,0 2-128 16,0 0 128-16,0 0 0 16,0 0 0-16,0-2-176 0,-1 2 176 0,1-1-128 0,-1 1 128 0,0 0 0 15,1 0 0-15,-1 0 0 16,0 1 0-16,1-1-144 0,-1 0 144 0,1 0 0 16,0 0-464-16,0 0-16 0,0 0 0 0,1-1-17248 0</inkml:trace>
  <inkml:trace contextRef="#ctx0" brushRef="#br0" timeOffset="68103.22">11494 6206 18431 0,'0'-2'1632'0,"1"2"-1312"0,0-2-320 0,-1 2 0 15,0-2 384-15,0 2 16 0,-1 0 0 0,1-1 0 16,0 1 16-16,-2-2 0 15,2 2 0-15,-3-2 0 0,1 2 656 0,-2 0 128 0,0 2 16 0,-1-2 16 0,-1 3 112 0,0 1 0 16,-3 0 16-16,0 4 0 0,-1-1-576 0,-2 0-112 16,0 3-32-16,0-1 0 0,1-2-320 15,1 3-80-15,-1-1-16 0,1 0 0 16,1-1 736-16,-1 1 160 0,0 0 32 0,2 1 0 0,1 0-192 16,-2 2-16-16,3-1-16 0,-1-1 0 0,2 1-560 15,-1-1-112-15,3-3-32 0,1 0 0 16,0-2-224-16,1 1 0 0,0 0 0 0,1-3 0 15,0 1 0-15,2-2 0 0,0 1 0 0,0-1 0 0,3 1 128 0,-5-3-128 0,0 0 0 0,0 0 0 16,0 0 128-16,36 14-128 16,-36-14 0-16,0 0 144 0,0 0-144 0,43 24 0 0,-43-24 0 15,0 0 0-15,32 26 0 0,-32-26 0 0,0 0 0 0,0 0 0 16,35 41 0-16,-35-41 0 0,0 0 0 0,0 0 0 16,26 42 0-16,-26-42 0 0,0 0 0 15,0 0 0-15,0 0 0 0,0 0 0 0,24 37 0 0,-24-34 0 16,0 0 0-16,-2 1 0 0,-1-4 0 0,-4 3 0 0,-4 1 0 15,-2-1 0-15,-4 1 0 0,-5-1 0 0,-3 2 0 16,-5-1 0-16,-4 1 0 0,2 2 0 16,3-3-656-16,2 2-112 0,5-2-32 0,2 1-11280 15,4-2-2256-15</inkml:trace>
  <inkml:trace contextRef="#ctx0" brushRef="#br0" timeOffset="68662.02">11531 6552 21183 0,'-1'0'1888'0,"1"0"-1504"16,0 0-384-16,0 0 0 0,0 0 1952 0,0 0 320 16,0 0 64-16,1 0 16 0,0 0-432 0,2 0-96 15,3 0-16-15,-1-2 0 0,2 2-992 0,1-2-208 0,0 0-32 0,2 0-16 16,0 1-192-16,-10 1-48 0,0 0 0 0,30-3 0 16,-30 3-64-16,0 0-32 0,0 0 0 0,0 0 0 15,0 0-224-15,33 25 0 0,-33-25 0 0,0 0 0 16,-6 26 0-16,0-16 0 0,-1-1 0 0,-2 0 0 15,0-2 0-15,0 1 0 0,0 0 0 0,0 0 0 16,0-3 0-16,0 2 0 0,2-1 0 0,2 0 0 16,2-4 768-16,1 0 192 0,2-2 64 0,0 2 0 15,3-2-1648-15,0 0-320 0,3-2-64 0,1 1-16 16,3 0 848-16,1-3 176 0,2 1 0 0,0 0 0 16,1-1 0-16,1 1 144 0,2-2-144 0,-1 1 128 0,2 1-128 0,-2-2 0 15,0 2 0-15,0-2-12032 16,-16 5-2304-16</inkml:trace>
  <inkml:trace contextRef="#ctx0" brushRef="#br0" timeOffset="69079.84">11648 6024 10127 0,'-2'-8'448'0,"1"4"96"0,1 2-544 0,0-1 0 0,0 3 0 0,0 0 0 15,0 0 2496-15,1 0 384 16,-1 1 64-16,1 1 32 0,2-2-224 0,0 3-32 0,2 0-16 0,-1 0 0 16,-4-3-1088-16,0 0-208 0,0 0-64 0,34 12 0 15,-34-12-416-15,0 0-96 16,36 5 0-16,-36-5-16 0,28 0-448 0,-28 0-96 0,23-2-16 0,-13 1 0 15,-2 1-256-15,0-2 0 0,-2 0 0 0,0 1 0 16,-2 1 0-16,-2 0 0 0,-1 1 0 0,-2 1 0 16,-1 1 0-16,-5 1 0 0,1 1 0 0,-3 2 0 15,-1 0 0-15,-2 0 0 0,-2 5 0 0,0 0 0 0,1-2 0 0,2-1 0 16,3 0 0-16,2 1 0 0,4-3 0 0,3 0 0 16,-1-7 0-16,0 0 0 0,0 0 0 0,37 13 160 15,-37-13-160-15,35 1 128 0,-16-2 96 0,1-2 16 16,2 0 0-16,-2-1 0 0,0 2-240 0,-1-1 0 15,1 0 0-15,-3 1 0 16,0-1-1024-16,-3 3-208 0</inkml:trace>
  <inkml:trace contextRef="#ctx0" brushRef="#br0" timeOffset="70271.94">5950 7072 4607 0,'3'0'400'0,"-1"-2"-400"15,0 2 0-15,-1-1 0 0,0 0 1552 0,0 1 240 16,2-1 32-16,2-1 16 0,0-1 944 0,2 1 192 0,0 0 32 0,-1-1 16 16,0 1-656-16,-1-1-144 15,-1 3-32-15,-1 0 0 0,1 0-832 0,1 0-160 16,-1 3-48-16,-1-1 0 0,2-1-704 0,0 1-128 15,-5-2-48-15,0 0 0 0,0 0-272 0,0 0 0 16,48 11 128-16,-48-11-128 0,0 0 336 0,41 4 16 16,-41-4 0-16,0 0 0 0,49 3 80 0,-49-3 16 15,38 3 0-15,-38-3 0 0,36 2-256 0,-36-2-64 0,44 5 0 0,-44-5 0 16,57 7-128-16,-57-7 128 0,58 7-128 0,-58-7 128 16,59 8 32-16,-59-8 0 0,55 4 0 0,-55-4 0 0,55 5 96 15,-55-5 0-15,53 2 16 0,-53-2 0 16,53 3-96-16,-53-3-32 0,48 0 0 0,-48 0 0 0,55 2-144 0,-25-1 0 15,0-1 0-15,0-1 0 0,0 1 0 0,-3-2 0 16,0-1 0-16,0 1 0 0,1 0 0 0,1 1 0 16,-1-1 128-16,2 2-128 0,1 0 0 0,0 0 0 15,2 2 0-15,-3-2 0 0,-30 0 0 0,55 1 0 16,-55-1 0-16,56 2 0 0,-56-2 0 16,51 3 0-16,-51-3 0 0,53 5 128 0,-53-5-128 0,56 6 0 0,-56-6 0 0,57 7 0 15,-57-7 0-15,63 7 0 16,-30-4 0-16,-33-3 0 0,61 2 0 0,-61-2 0 15,62 2 128-15,-31-1-128 0,2 1 0 0,1-2 0 0,1 2 0 0,1-2 128 16,0 1-128-16,-1 1 0 0,-2-2 144 16,0 2-144-16,-3-2 0 0,3 0 128 0,0 1-128 0,1 0 0 15,2 1 0-15,0-2 144 0,4 1-144 0,-2 1 0 16,-5-2 128-16,0 2-128 0,2-2 0 0,0 0 0 16,1 0 0-16,1 0 0 0,1-2 0 0,0 2 0 0,3 0 0 15,-1 0 0-15,-2 0 0 0,-1 0 0 0,0-2 160 0,2 1-160 31,2-1 128-31,0 1-128 0,0 0 144 0,0 1-144 0,2 0 160 0,-1 0-160 16,-2-2 0-16,0 0 128 0,2 1-128 0,0-1 0 0,-2-1 0 0,1 1 0 16,4 0 0-16,0 0 0 0,-3-1 0 0,2 0 0 15,0 0 0-15,0-1 0 0,-5 2 0 0,3-1 0 16,3 0 0-16,3 0 0 16,-1 3 0-16,-1-3 0 0,-1-1 0 0,0 1 0 0,-1 2 0 0,1-2 0 0,1 2 0 15,3-1 0-15,2 2 176 0,-2-3-176 16,-7 0 192-16,2-2-192 0,1-1 192 0,4 2-64 15,1-3 0-15,3 2-128 0,1 0 128 0,0-1-128 0,-1-2 0 0,-2-1 0 16,-3 3 0-16,1 0 0 0,1 3 0 0,2-1 0 16,-2 3 128-1,-2-1-128-15,-2 0 0 0,-3-1 0 0,-5 1 0 0,0 2 0 0,-1 2 0 0,1 1 0 16,0-1 0-16,-2 1 0 0,-1-1 0 0,-2 0 0 31,-4-2 0-31,-2-2 0 0,1 1 0 0,-3-1 0 16,-25 2-304-16</inkml:trace>
  <inkml:trace contextRef="#ctx0" brushRef="#br0" timeOffset="73549.5">6802 7468 20271 0,'1'-3'1792'0,"-1"-1"-1424"0,0 3-368 0,0 1 0 0,0 0 1232 15,0 0 176-15,-1 0 48 0,1 0 0 16,-1 1 320-16,0 3 64 0,-2 3 16 0,0 5 0 16,0 3-1056-16,-2 6-208 0,-2 3-32 0,0 6-16 15,0 6-240-15,-3-2-48 0,0 4-16 0,0-3 0 16,1-2-240-16,0-6 0 0,3-4 128 0,2-7-128 0,1-4 0 0,0 0 0 15,3-7 0-15,0 0 0 0,0-3 0 0,0-4 0 16,2-1 0-16,0-2 0 16,3-2-240-16,-1-5-32 0,2-2-16 0,0-3 0 15,0-1-1216-15,1-4-240 0,-2 1-48 0,0-2-16 16,0 1 592-16,-1-2 128 16,0 5 32-16,-1-1 0 0,0 2 816 0,0 1 240 0,0-1 0 0,0 1 0 0,0 3 320 0,0 2 192 0,1 3 48 0,0 2 0 15,1 2 896-15,0 0 176 0,0 3 32 0,2 1 16 16,-2 1-144-16,2 0-48 0,0 1 0 0,-7-1 0 15,0 0-784-15,0 0-144 0,0 0-48 0,42 12 0 16,-42-12-352-16,0 0-160 0,0 0 128 0,0 0-128 16,0 0 0-16,42 16 0 0,-36-13 0 0,0 1 0 15,-2-1 128-15,-4-3-128 0,0 0 0 0,0 0 128 0,15 40-128 0,-14-21 192 16,-2 0-192 0,-1 5 192-16,-2 6-192 0,-1-1 128 15,0 1-128-15,-1-4 128 0,0-2-128 0,2 0 0 0,-2 1 0 0,3-5 0 16,1-1-320-16,1-7-160 0,0-3-32 15,2-4-16704-15</inkml:trace>
  <inkml:trace contextRef="#ctx0" brushRef="#br0" timeOffset="73804.16">7059 7688 15663 0,'0'-4'688'0,"0"1"144"16,1 0-656-16,0 1-176 0,0 2 0 0,-1 0 0 16,0 0 1824-16,1 0 336 0,1 1 64 0,1 3 16 15,0 1-64-15,-2 2 0 0,-1-7 0 0,0 0 0 16,3 35-896-16,-4-21-192 0,0 3-48 0,0-2 0 16,0 1-384-16,-2-2-80 0,1 3 0 0,0-3-16 0,1-2-192 0,0-2-48 15,0 1 0-15,1-1 0 0,0-3-320 0,0-1 0 16,1-2 0-16,-1 0-11328 15,2-3-2352-15</inkml:trace>
  <inkml:trace contextRef="#ctx0" brushRef="#br0" timeOffset="74033.36">7264 7643 14735 0,'-3'0'1312'0,"1"0"-1056"15,2 1-256-15,0-1 0 0,1 0 2880 0,0-1 528 0,1 1 112 0,1-2 0 16,3-1-1376-16,2 1-288 0,3-2-48 0,2 1-16 16,1-2-1104-16,1 3-240 0,-15 2-32 0,30-5-16 15,-30 5-96-15,31-2-32 0,-31 2 0 0,32 0 0 16,-32 0-64-16,0 0-16 0,42 5 0 0,-42-5 0 16,0 0-192-16,0 0 0 0,43 9 0 0,-43-9 0 15,0 0-368-15,0 0-16 0,0 0 0 0,28-6-15632 16</inkml:trace>
  <inkml:trace contextRef="#ctx0" brushRef="#br0" timeOffset="74217.32">7468 7444 18431 0,'-3'3'1632'0,"0"2"-1312"16,2 0-320-16,0-1 0 0,-1 1 2048 0,0 1 352 15,-1 6 64-15,-3 5 16 0,-2 11-112 0,-1 2-32 0,-2 4 0 0,2-3 0 16,1 0-1200-16,1-2-240 15,3-5-64-15,0-3 0 0,1-2-592 0,2-4-240 16,0-2 176-16,1-13-176 16,0 0-256-16,0 0-128 0</inkml:trace>
  <inkml:trace contextRef="#ctx0" brushRef="#br0" timeOffset="74455.64">7719 7490 22111 0,'2'2'1968'16,"-1"-2"-1584"-16,0 2-384 0,-1-1 0 0,-1 0 2464 16,0 2 416-16,1 2 64 0,-1 2 32 0,0 4-1024 0,-2 3-208 15,0 6-32-15,-1-2-16 16,-1 6-1056-16,-1 0-224 0,-1 2-32 0,0 0-16 16,-1 2-192-16,2-1-48 0,-1 1 0 0,1-4 0 15,0 0-128-15,2-1 0 0,-1-3 0 0,1-2 0 16,1-5 0-16,2-2 0 0,1-4 0 0,0-2 0 31,0-3-352-31,2-4-96 0,1-3-32 0,1-4-11296 0,2-3-2272 0</inkml:trace>
  <inkml:trace contextRef="#ctx0" brushRef="#br0" timeOffset="74672.41">7746 7544 9215 0,'4'-20'400'0,"-1"6"96"0,0 5-496 0,-1 2 0 16,0 5 0-16,-1 2 0 0,-1-2 3152 0,1 1 544 0,1-4 96 0,2 1 32 15,0 1-144-15,-1-1-32 0,1 4 0 16,0 0 0-16,1 2-1984 0,1 0-384 0,-6-2-96 0,0 0-16 15,0 0-848-15,0 0-160 0,43 12-32 0,-43-12-128 16,0 0 128-16,0 0-128 16,46 12 0-16,-46-12 0 0,0 0 0 0,0 0 0 0,39 21 0 0,-39-21 0 0,0 0 128 0,0 0-128 15,17 45 0 1,-19-28 0-16,-2 2 0 0,-2 1 0 16,-2 3 0-16,-1 0 0 0,0-1 0 0,0-1 0 0,3-5 0 0,1-4 0 15,3-2 0-15,0-1 0 16,0-4 0-16,0-2 0 15,1-1-880-15,1 0-176 0</inkml:trace>
  <inkml:trace contextRef="#ctx0" brushRef="#br0" timeOffset="75252.73">8061 7712 10127 0,'-2'1'896'0,"0"0"-704"16,1-1-192-16,1 0 0 0,0 2 2016 0,-1-2 368 0,-1 0 80 0,-1 3 16 15,-1-3 1312-15,1 1 272 0,1 0 48 0,1-2 16 16,0 0-1840-16,1-1-368 0,2-1-80 15,0 2-16-15,1-2-1232 0,1 0-240 16,1 1-48-16,-1-1-16 0,3 3-160 0,0-2-128 16,-7 2 192-16,0 0-192 0,0 0 128 0,0 0-128 15,43 10 0-15,-43-10 0 0,0 0 0 0,0 0 0 0,0 0 0 0,42 18 0 16,-42-18 0-16,0 0 0 0,0 0 0 0,0 0 0 0,0 0 0 16,0 0 0-16,0 0 0 0,0 0 0 0,0 0 0 0,20 31 0 15,-25-27 0-15,0 0-144 0,-3 1 144 16,1 0-208-16,-1-1 80 0,3 1 128 0,-1-1-240 15,3 1 80-15,0 0 16 0,1-3 0 0,1 3 144 16,2-3 0-16,1 1 0 0,1-1 0 0,1 0 0 16,1 0 0-16,-5-2 0 0,0 0 0 15,0 0 0-15,0 0 0 0,41-3 0 0,-41 3 128 16,22-6-128-16,-22 6 0 0,26-7 0 0,-11 0-18224 16</inkml:trace>
  <inkml:trace contextRef="#ctx0" brushRef="#br0" timeOffset="75714.19">8546 7606 1839 0,'0'0'160'0,"0"0"-160"0,0 0 0 0,-1 0 0 16,1 2 1984-16,-1-2 352 0,0 2 80 0,0-2 16 16,0 2 1664-16,-2 0 320 0,0 2 80 0,0 0 16 15,0-2-1376-15,2 0-256 0,-1 1-64 0,0-1-16 16,0 1-1440-16,2-2-272 0,-1 0-64 0,1-1-16 15,0 2-624-15,1-2-112 0,1 0-16 0,-1 0-16 16,1 0-240-16,-1 0 176 0,1 0-176 0,1 0 160 16,0-2-32-16,0 1-128 0,-1 0 192 0,1-2-64 15,0 3 0-15,0-2-128 0,0 2 192 0,-1-3-64 0,1 3-128 0,-1-2 128 16,2 2-128-16,-1 0 128 0,2-1-128 0,-1 0 0 16,1 1 0-16,2 0 0 0,-7 0 0 0,0 0 0 15,0 0 0-15,31-2 0 0,-31 2 0 16,0 0 0-16,30-3 0 0,-30 3 0 0,0 0 0 0,31 0 0 15,-31 0 0-15,0 0 0 0,0 0-144 0,33 1 144 16,-33-1-192-16,0 0 192 16,0 0-512-16,0 0 16 0,0 0 0 0,0 0-11728 0,0 0-2368 15</inkml:trace>
  <inkml:trace contextRef="#ctx0" brushRef="#br0" timeOffset="76987.36">9131 7518 18431 0,'-1'-2'1632'0,"0"1"-1312"0,1 1-320 0,0 0 0 0,0 0 1408 0,0 0 224 15,-1 0 32-15,0-2 16 0,0 2 800 0,-1 0 144 16,2 0 48-16,-1 0 0 0,1 2-944 16,0 1-192-16,2-1-48 0,1-1 0 15,1 0-832-15,2 1-160 0,1-1-48 0,-7-1 0 16,0 0-208-16,31 0-48 0,-31 0-16 0,27-1 0 16,-27 1-48-16,30-4-128 0,-30 4 192 0,33-2-64 15,-33 2-128-15,32-2 128 0,-32 2-128 0,34 2 128 0,-34-2-128 0,0 0 0 16,45 7 0-16,-45-7 0 0,0 0 0 15,0 0 0-15,42 16 0 0,-42-16 0 0,0 0 0 0,0 0 0 0,0 0 0 16,0 0 0-16,3 38 0 16,-12-29 0-16,-2 1 0 0,-4 2 0 0,-1 1 0 0,-3 0 0 15,-3 3 0-15,-1-1 0 0,-1 2-288 0,3-3 16 16,3 0 0-16,3-1 0 0,3-2 16 0,2-1 0 16,2-1 0-16,2-1 0 0,2 0 256 0,1-2 0 15,3-2 0-15,2 1 0 0,2-3 0 0,-4-2 0 0,0 0 144 16,0 0-144-16,39-5 384 0,-39 5 0 0,29-7 0 0,-11 2 0 15,-1 0 16-15,2 1 0 0,1-1 0 0,2 0 0 0,0 1-208 16,1-2-32-16,0 2-16 0,1 2 0 0,2-3-144 0,-2 0 0 31,0 1 0-31,-1-2-19536 0</inkml:trace>
  <inkml:trace contextRef="#ctx0" brushRef="#br0" timeOffset="81104.61">12190 6832 28559 0,'2'0'2544'0,"0"-2"-2032"0,-1 0-512 0,-1 2 0 16,1 0 720-16,0 0 48 0,1-3 16 0,2 1 0 0,1-3 128 0,3 0 32 16,1-2 0-16,0 5 0 0,2-3-112 0,-1 3 0 15,1 0-16-15,2 1 0 0,-13 1-368 0,27 1-80 16,-27-1-16-16,30 0 0 0,-30 0-224 0,28 1-128 15,-28-1 128-15,29-1-128 0,-15 0 0 0,-1-1 0 16,-1 0 0-16,-2 0-128 16,-1 1-320-16,0-1-64 0,-4 2-16 0,0 0-10720 15,-3 2-2128-15</inkml:trace>
  <inkml:trace contextRef="#ctx0" brushRef="#br0" timeOffset="81301.11">12228 6953 19343 0,'-1'0'1728'0,"1"0"-1392"0,0 0-336 16,0 1 0-16,0 1 2032 0,1-2 336 15,0 2 64-15,0 0 0 0,-1-2-272 0,0 0-64 0,0 0-16 0,0 0 0 16,0 0-1152-16,0 0-224 0,40 19-64 0,-40-19 0 16,0 0-256-16,30-2-64 0,-30 2-16 0,24-5 0 15,-10 3-304-15,0-3 0 0,1-2 128 0,1 0-128 31,1 0-912-31,1-1-240 0,-1-1-64 0,1 0-14976 0</inkml:trace>
  <inkml:trace contextRef="#ctx0" brushRef="#br0" timeOffset="82072.7">13535 6266 16575 0,'-4'2'1472'0,"1"-2"-1168"0,2 2-304 0,0-2 0 0,1 0 1456 0,-1 0 224 16,1 1 48-16,-1 1 16 0,1-2 1280 16,0 2 256-16,0 1 48 0,1-1 16 0,0 0-2656 0,1-2-544 15,1 2-144-15,1-2 0 16,-1 0 544-16,3-2 48 0,0 2 16 0,1-2 0 15,1-3-96-15,2 0-32 0,1 1 0 0,0-3 0 16,1 0-176-16,-1-1-48 0,0-1 0 0,-1-1 0 16,1-1-128-16,-1 1-128 0,-2-2 144 0,-1 0-144 15,-2 1 176-15,0-1-176 0,-2 0 192 0,-1 0-192 16,-1 3 192-16,-1-1-64 0,-1 0 0 0,-2 3-128 0,-1 0 144 16,-3 1-144-16,0 2 0 0,-4 2 144 15,-1 2-144-15,-3 2 0 0,-2 2 144 0,0 2-144 0,-2 4 0 0,0-1 0 16,-2 4 0-16,2 0 0 15,0 2-176-15,1-1 0 0,2 2 0 0,1-2 0 0,3 1 176 16,1-1-208-16,1 0 80 0,2-2 128 0,3-3 0 16,0-1 0-16,2-3 0 0,1 2 0 0,2-3 0 0,1-1 0 15,2 1 0-15,-1-3 0 0,2 1 0 0,-1-1 0 16,3 0 0-16,-1-1 0 0,1-1 0 0,2 0 0 16,-1 1 0-16,1-2 0 0,1 1 0 0,0-1 0 15,0-1 0-15,0 1 0 0,1 1 0 0,-1 0 0 16,0 1 0-16,0 0 0 0,-2 1 0 0,0 0 0 15,-1 1 0-15,-6-2 0 0,0 0 0 0,0 0 0 16,0 0 0-16,0 0 0 0,0 0 0 0,0 0 0 0,0 0 0 0,19 41 0 16,-21-34 0-16,-2 1 0 0,-1 0 0 0,-1 2 0 15,-2 0 0-15,-1 2 0 0,-1 0 128 16,0 2-128-16,0 0 0 0,-1-2 0 0,1 2 0 16,0 0 0-16,-1 2 0 0,0-1 0 0,0 2 0 0,-1-2 128 15,1 0-128-15,2-1 0 0,1 1 0 0,-1-3 0 16,4 2 0-16,0-5 0 0,1 1 0 0,3-3 0 15,0 0 0-15,1-2 0 0,2-2-224 0,0-1-17664 16</inkml:trace>
  <inkml:trace contextRef="#ctx0" brushRef="#br0" timeOffset="82486.49">13757 6230 25791 0,'-3'-5'1152'0,"2"1"224"0,0 3-1104 0,0-1-272 0,1 2 0 0,0 0 0 16,-1 0 2032-16,1 0 336 0,0 2 80 0,1 1 16 16,-1-3-736-16,0 0-160 0,0 0-32 0,0 0 0 15,0 0-1104-15,31 35-240 0,-31-35-32 0,0 0-16 0,29 35-16 0,-29-35 0 16,0 0 0-16,31 44 0 0,-31-44 0 0,0 0-128 15,30 49 192-15,-30-49-64 0,0 0-128 0,31 43 0 16,-31-43 0-16,0 0 0 0,30 31 0 0,-30-31 0 16,0 0 0-16,0 0 0 0,0 0 0 0,37 20 0 15,-32-21-144-15,0-4-18288 16</inkml:trace>
  <inkml:trace contextRef="#ctx0" brushRef="#br0" timeOffset="82683">13984 6268 22111 0,'-5'3'976'0,"1"2"208"0,1 0-944 0,0-2-240 16,0 2 0-16,-1-2 0 0,0 1 1776 0,-3 2 304 15,-5 6 64-15,-5 4 16 0,-1 2 64 0,-3 2 16 0,0-2 0 16,0 2 0-16,0-4-1120 0,3-2-224 0,0 0-32 0,2-2-16 16,2-2-464-16,2-1-112 0,1-2-16 0,2 1 0 0,1-2-256 0,0 2 0 31,3-4 0-31,0 2 0 0,1 0-320 0,2-3-80 15,1 2-16-15,1-2-17776 0</inkml:trace>
  <inkml:trace contextRef="#ctx0" brushRef="#br0" timeOffset="83089.39">14351 6147 3679 0,'10'-7'320'0,"-3"2"-320"0,1 0 0 0,-4 3 0 16,-2 1 2016-16,-1 0 336 0,0 1 64 0,1-3 16 15,1 1 208-15,1 0 48 0,-3 1 16 0,-2 1 0 16,-1 3-720-16,-4 2-160 0,-1 0-32 0,-4 5 0 16,-1 2-512-16,0 3-96 0,-2 2-32 0,1 2 0 15,-1 0-608-15,1 2-128 0,-1 3-32 0,2-3 0 16,1 1-160-16,2 1-32 0,1 0-16 0,2 0 0 0,1-2 112 15,5-21 32-15,-4 37 0 0,4-37 0 0,0 0-64 0,12 46 0 16,-12-46 0-16,0 0 0 16,0 0-64-16,41 26-32 0,-41-26 0 0,29 0 0 0,-15-5 80 15,2-2 16-15,-1-3 0 0,0 1 0 0,1-2-64 16,-2-1 0-16,-1 0 0 0,-2 0 0 0,-2 0-192 0,-2-2 128 16,-1-1-128-16,-3 1 0 0,-4 2 0 0,-3 1 0 15,-1 3 0-15,-4 1 0 0,-1 2 128 0,-3 3-128 16,-3 2 0-16,-1 5 144 0,-1 0-144 0,0 4 160 0,1 1-160 15,0 3 160-15,2 2-160 0,1 0 0 16,1 1 0-16,2 0 0 0,2-1-176 0,2-1 176 0,4 0-128 0,3-14-11568 16,0 0-2304-1</inkml:trace>
  <inkml:trace contextRef="#ctx0" brushRef="#br0" timeOffset="83334.75">14543 6450 14735 0,'1'1'640'0,"-1"-1"160"0,1 0-640 16,-1 0-160-16,1 0 0 0,-1 0 0 0,0 0 3312 16,0 0 624-16,2 0 128 0,-1 0 32 0,1 2-1008 15,1-2-192-15,-3 0-32 0,0 0-16 0,0 0-1952 0,0 0-400 16,0 0-80-16,0 0-16 0,22 38-400 0,-22-38 0 15,0 0 0-15,0 0 0 0,0 0 0 0,0 0 0 16,0 0-144-16,24 33-18080 0</inkml:trace>
  <inkml:trace contextRef="#ctx0" brushRef="#br0" timeOffset="83650.58">14908 6143 12895 0,'0'1'1152'0,"-1"0"-928"0,1 1-224 16,-1-2 0-16,-1 3 2528 0,1-1 464 16,-1-1 80-16,-2 2 32 0,-1 2-528 0,-3 3-96 0,-1 2-32 15,-1 1 0-15,-1 1-1472 0,1-2-288 16,1 3-64-16,-1-1-16 0,0 3-192 0,-2-1-32 16,1 1-16-16,-2 3 0 0,1-1 80 0,-1-1 32 0,1 3 0 0,3-4 0 0,2-1-352 0,7-14-128 15,-7 26 0-15,7-26 144 16,0 0-144-16,0 0 192 0,17 41-192 0,-17-41 192 15,0 0-16-15,44 13 0 0,-23-13 0 0,0-2 0 16,-2 2 32-16,0-3 16 0,-1-1 0 0,1 1 0 16,1-3-224-16,0 0 0 0,0 0 128 0,-2 0-128 0,-1-1 0 0,-3 2 0 0,0-1 0 0,-2 1 0 31,-1 0-480-31,-2 1-96 0,-3 1 0 0,-2 0-10960 16,-2 1-2192-16</inkml:trace>
  <inkml:trace contextRef="#ctx0" brushRef="#br0" timeOffset="83819.28">14987 6256 10127 0,'-1'0'896'0,"0"0"-704"16,0 0-192-16,1 0 0 0,0 2 3152 0,-1-2 608 15,-1 3 112-15,0-1 32 0,-3 5-96 0,-1 1-16 16,-2 3 0-16,-1 6 0 16,-3-1-2288-16,-1 6-464 0,-1 2-80 0,-2 2-32 0,0 0-656 0,0 1-128 15,-1 0-16-15,2-1-128 0,1 1 128 0,4-4-128 16,2-1 0-16,1-4 0 0,7-18 0 0,-6 29 0 15,6-29-128-15,0 0-18320 16</inkml:trace>
  <inkml:trace contextRef="#ctx0" brushRef="#br0" timeOffset="84186.99">15223 6128 21183 0,'-1'2'1888'0,"0"-2"-1504"0,1 0-384 0,0 0 0 16,1 0 2624-16,-1 0 448 0,0 0 80 0,0 0 32 16,1 0-1440-16,2 0-272 0,1-2-64 0,2 0-16 15,1-3-912-15,2 0-176 0,1 1-48 0,1-1 0 16,1-2 64-16,2 0 16 0,-1 2 0 0,1-2 0 0,2 2-208 0,0 0-128 16,-1 1 128-16,0 3-128 0,-1-1 0 0,-1 1 0 15,-13 1 0-15,23 1 0 0,-15-1 0 0,-8 0 0 16,0 0 0-16,0 0 0 0,30 10 0 0,-30-10 0 15,0 0 0-15,0 0 128 0,0 0 0 0,0 0 0 16,0 0 0-16,8 36 0 0,-8-36 32 0,0 0 16 16,-9 32 0-16,3-20 0 15,0 5-176-15,-1-1 192 0,0 3-192 0,-2 0 192 16,-1 0-192-16,0 1 0 0,-1 1 0 0,-1 1 128 0,0 1-128 16,-2 1 0-16,-2 5 0 0,-1 3 0 0,-1 1 0 0,0 0 0 0,2 0 0 15,1-1 0-15,2-4 0 0,3-4 0 0,1-3 0 0,9-21 0 31,-10 26-928-31,10-26-112 0</inkml:trace>
  <inkml:trace contextRef="#ctx0" brushRef="#br0" timeOffset="84386.03">15192 6365 21183 0,'-9'5'944'0,"3"-3"192"0,1 1-912 0,3-1-224 0,1-1 0 0,1-1 0 15,0 2 2448-15,0-2 448 0,-1 2 96 0,2-2 16 16,2 1-960-16,4-2-176 0,2-1-32 0,3-3-16 0,2 1-1008 0,3-2-208 16,2-1-32-16,2 0-16 0,1 0-368 0,2 0-192 0,0 0 192 15,1-1-192 1,0 2 0-16,0-2 0 0,1 4 0 0,0-3 0 16,0 2-1424-16,-1 0-352 0</inkml:trace>
  <inkml:trace contextRef="#ctx0" brushRef="#br0" timeOffset="85369.33">15720 6351 12895 0,'0'0'1152'0,"0"0"-928"0,0 0-224 0,0 0 0 16,0 0 1728-16,0 0 320 15,0 0 48-15,0 0 16 0,1 0 1856 0,0 0 384 0,1-2 80 0,2 1 16 32,0 1-4000-32,1-2-816 0,3 0-144 0,-1 0-48 0,2-1 1328 0,3 1 272 0,0-1 48 0,1 1 16 15,2 2-432-15,0-2-96 0,2-1 0 0,0 1-16 0,1 0-352 16,-1 1-64-16,-1-2-16 0,-1 0 0 0,0 0-128 0,-1 0 0 16,-1 0 0-16,-1 0 128 0,-2 0-128 0,0 1 0 0,-4-1 0 15,1 0 0 1,-4 2 160-16,0 1-160 0,-1-3 192 0,-1 3-192 0,0 1 208 0,-2-1-64 15,1 0-16-15,0-1 0 0,-1 2 0 16,0 1-128-16,1-2 192 0,-1 0-64 0,1-2 32 0,-1 2 0 16,1 0 0-16,-1-1 0 15,1 1-160-15,0 0 0 0,0 0 0 0,0 0 0 0,0 0 0 16,0 0 0-16,0-2 0 0,0 2 0 0,0 0 0 16,0 0 0-16,0 0 0 0,1 0 0 15,-1 0 0-15,0 0 0 0,0 0 0 0,0 0 0 0,0 0 0 0,0 0 0 16,0 0 0-16,0 0 0 0,0 0 0 0,0 0 0 15,0 0 0-15,2 2 0 0,-2-2 0 0,0-2 0 16,0 2 0-16,0 0 0 0,0 0 0 0,1 0 0 16,-1 0 0-16,0 0 0 0,0 0 0 0,0 0 0 15,0 0 0-15,-1 0 0 16,0 0-448-16,0 0 0 0,0 0-16 0,-1 0-18096 0</inkml:trace>
  <inkml:trace contextRef="#ctx0" brushRef="#br0" timeOffset="85624.61">15904 6159 20271 0,'-3'-2'1792'16,"2"1"-1424"-16,1 1-368 0,0 0 0 16,-1 0 2240-16,0 0 368 0,0-2 80 0,-2 2 0 0,-1-1-368 15,1 0-80-15,0 1 0 0,0 2-16 16,0 1-1360-16,3-3-272 0,0 0-48 0,-7 33-16 0,7-33-272 15,-6 35-64-15,6-35-16 0,-5 43 0 16,5-43-176-16,-7 45 192 0,7-45-192 0,-5 47 192 0,5-47-192 16,-5 41 0-16,5-41 0 0,-1 36 0 15,1-36 0-15,0 0 0 0,6 39-192 0,-6-39-17920 0</inkml:trace>
  <inkml:trace contextRef="#ctx0" brushRef="#br0" timeOffset="85971.84">16346 6003 18431 0,'0'4'1632'0,"0"-1"-1312"16,1 0-320-16,0-2 0 0,-1-1 2672 0,2 0 464 0,0 2 80 16,2-2 32-16,1 1-1472 0,-5-1-304 0,23 2-48 0,-8-5-16 15,4 0-832-15,0-3-160 0,4-3-32 16,-2-1-16-16,2 1-80 0,1-1-16 15,0 1 0-15,1-1 0 0,-1 3-32 0,0 0-16 0,-1 2 0 0,-1 0 0 16,1 2-96-16,-4 0-128 16,0 1 176-16,-2 1-176 0,-2 1 224 0,-2 0-64 15,-13 0-16-15,0 0 0 0,29 7 192 0,-29-7 48 0,0 0 0 0,0 0 0 0,0 0-176 0,28 32-16 16,-28-32-16 0,0 0 0-16,0 0-48 0,3 46-128 0,-3-46 192 0,-5 34-64 15,5-34-128-15,-12 45 192 0,2-17-192 0,-3 3 192 0,-1 3-192 16,-3 0 160-16,-2 4-160 0,-2-3 160 0,0 0-160 0,0-5 160 15,3-2-160-15,-1-1 160 0,2-3-160 16,2-1 0-16,2-4 0 0,2-2 0 0,3-5-256 16,2-5-64-16,1 0-32 0,2-7-18192 15</inkml:trace>
  <inkml:trace contextRef="#ctx0" brushRef="#br0" timeOffset="86404.42">16618 6252 5519 0,'-4'0'496'0,"1"0"-496"0,0 0 0 0,0 0 0 0,2 0 1968 0,0 0 288 15,1 0 64-15,-3 0 16 16,-1 0 784-16,0 2 144 0,0-2 48 0,0 0 0 0,1 1-640 0,1-1-128 16,1 1-32-16,2-1 0 0,2 2-1152 15,3-2-224-15,-6 0-48 0,0 0-16 0,33-2-368 0,-14 0-80 16,4-3-16-16,2-2 0 0,3 0-416 0,0 0-64 16,0-3-128-16,0 3 176 15,-1-2-176-15,-2 1-256 0,-2 2 64 0,-1 0-17984 0</inkml:trace>
  <inkml:trace contextRef="#ctx0" brushRef="#br0" timeOffset="86831.74">17082 6090 22111 0,'-3'2'1968'0,"2"-2"-1584"0,-1 1-384 0,2-1 0 15,1 2 1936-15,-1 0 304 16,0-1 64-16,0-1 16 0,0 0-144 0,0 0-48 16,0 0 0-16,12 37 0 15,-12-37-1104-15,0 0-208 0,26 38-48 0,-26-38-16 0,0 0-432 16,33 43-64-16,-33-43-32 0,0 0 0 15,30 42-224-15,-30-42 0 0,0 0 128 0,20 38-128 0,-20-38 0 0,0 0 0 16,0 0 0-16,21 36 0 0,-21-36-1328 0,0 0-208 0</inkml:trace>
  <inkml:trace contextRef="#ctx0" brushRef="#br0" timeOffset="87022.22">17232 6140 11967 0,'-3'0'1072'0,"1"1"-864"0,-1 0-208 0,0 0 0 0,1 3 2320 0,-1-1 432 31,-4 3 64-31,-3 2 32 0,-4 6 256 0,-5 2 48 16,-1 4 16-16,-2 1 0 0,0-1-1472 0,0 0-288 15,0-1-64-15,1 0-16 0,0-2-656 0,3-3-128 0,3-2-32 0,1-3 0 16,3-2-320-16,2 1-192 16,1-5 192-16,3 0-192 15,3-2-608-15,0-2-224 0</inkml:trace>
  <inkml:trace contextRef="#ctx0" brushRef="#br0" timeOffset="87688.24">17421 6034 26719 0,'0'0'2368'0,"0"0"-1888"0,0 0-480 0,0 0 0 16,0 0 1888-16,0 2 288 0,0-2 48 0,1 2 16 0,2-2-576 0,-3 0-128 16,0 0 0-16,0 0-16 15,0 0-960-15,37 16-192 0,-37-16-48 0,27 5 0 0,-27-5-96 16,31 4-32-16,-31-4 0 0,33 3 0 15,-33-3-192-15,30 5 144 0,-30-5-144 0,25 5 128 16,-25-5-128-16,0 0 0 0,0 0 0 0,0 0 0 16,0 0 0-16,0 0 0 0,0 0 0 0,0 0 0 0,8 38 0 0,-17-31 0 15,-5 2 0-15,-2 2 0 16,-2 0 0-16,-3-1 0 0,0 1 0 0,0 1 0 0,-1 0 0 16,3-3 0-16,3 1 0 0,4-3 0 0,4-1-144 15,3-3 144-15,2 2 0 0,4-2 0 16,-1-3 0-16,0 0 0 0,0 0 0 0,0 0 0 15,38 7 0-15,-38-7 0 0,30 2 0 0,-30-2 0 16,32 0 0-16,-32 0 0 0,36 1 0 0,-36-1 0 0,37 4 0 0,-37-4 0 16,31 7 0-16,-31-7 0 0,0 0 0 15,36 17 0-15,-36-17 0 0,0 0 0 0,0 0 0 0,0 0 0 0,0 0 0 0,0 0 0 0,7 42 0 16,-15-35 0-16,-3 3 0 0,-2-2 0 16,-1 0 128-16,-3 2-128 0,-5 1 0 0,-1 1 0 0,2-3 0 0,1 0 0 15,-1 0 0-15,3-1 0 0,2-2 0 0,2-1 0 16,4-1-208-16,1-2 64 15,3 1-1120-15,3-2-208 0</inkml:trace>
  <inkml:trace contextRef="#ctx0" brushRef="#br0" timeOffset="87899.75">17681 6396 11055 0,'3'0'976'0,"0"2"-784"0,-1-2-192 0,-2 0 0 15,0 0 3056-15,0 1 560 0,1 1 112 0,1 0 32 16,-2-2-128-16,0 0-32 0,0 0 0 0,0 0 0 16,0 0-2192-16,0 0-432 0,29 29-80 0,-29-29-32 15,0 0-576-15,0 0-112 0,0 0-32 0,0 0 0 16,0 0-144-16,21 33 0 0,-21-33 0 0,0 0 0 16,0 0 0-16,0 0 0 0,0 0-144 0,0 0-18096 15</inkml:trace>
  <inkml:trace contextRef="#ctx0" brushRef="#br0" timeOffset="88153.45">17988 6200 11967 0,'3'-3'1072'0,"-2"1"-864"0,1 1-208 0,-1-1 0 15,0 2 3136-15,-1-1 576 0,0 0 112 0,1 1 16 16,0-3-912-16,1 1-192 0,0-1-48 0,0 1 0 15,-1 1-1632-15,0 0-336 0,-1 2-64 0,-1 0-16 16,0 2 0-16,1-3 0 16,0 0 0-16,-8 23 0 0,3-11-416 0,5-12-96 15,-10 28 0-15,3-13-128 0,2 0 0 0,-2 1 0 16,0 2 0-16,-1 0 0 0,2 2 0 0,0-3 0 16,6-17 0-16,-6 29 0 0,6-29 0 0,0 0 0 15,0 33 0-15,0-33-17952 0</inkml:trace>
  <inkml:trace contextRef="#ctx0" brushRef="#br0" timeOffset="88440.21">18194 6078 19343 0,'1'0'1728'0,"0"0"-1392"0,0 0-336 0,-1 0 0 0,0 0 2192 0,0 0 368 15,1 2 80-15,-1-2 16 16,0 3-176-16,0-3-48 0,0 0 0 0,-9 17 0 15,3-8-1408-15,-2 3-304 0,-3 2-48 0,-1 3-16 16,-2 2-368-16,-1 2-80 0,-2 1-16 0,0-1 0 0,1-2-48 0,3 0-16 16,0 1 0-16,4-3 0 15,9-17 16-15,-6 29 0 0,6-29 0 0,0 0 0 0,0 0-144 0,28 35 0 0,-28-35 0 0,34 9 0 16,-34-9 0-16,38 1 0 0,-16-3 128 0,2 0-128 16,1-3 0-16,-1 1 0 15,0-2 0-15,0 1 128 0,-1 1-128 0,-3-3 0 16,-1 3 0-16,-2-1 0 0,-4 2 0 0,-1 0 0 0,-3 1 0 0,-3 0 0 15,-1 0-560-15,-3 1-80 0,-1-1-32 0,-2 0-17264 16</inkml:trace>
  <inkml:trace contextRef="#ctx0" brushRef="#br0" timeOffset="88634.1">18320 6147 14735 0,'1'-2'1312'0,"-1"1"-1056"15,1 0-256-15,0 0 0 16,-1 1 3152-16,0 0 576 0,0 2 112 0,0 1 32 0,0-3-496 0,0 0-112 15,-8 24 0-15,8-24-16 0,-17 33-2224 0,4-11-448 16,-1 1-96-16,-3 1-16 16,0 2-272-16,-2 2-64 0,0 1-128 0,-1-3 192 0,4-5-64 0,2 1-128 15,1-1 176-15,1-2-176 16,4-2 0-16,8-17-176 0</inkml:trace>
  <inkml:trace contextRef="#ctx0" brushRef="#br0" timeOffset="89804.58">13080 6838 7359 0,'3'-1'656'0,"0"1"-528"16,-2 1-128-16,0 1 0 15,-1-2 640-15,1 0 80 0,1 2 32 0,2 0 0 0,-4-2 352 0,0 0 80 16,0 0 16-16,0 0 0 0,0 0 944 0,39 17 192 16,-39-17 32-16,0 0 16 15,0 0-144-15,33 5-16 0,-33-5-16 0,0 0 0 16,33 0-944-16,-33 0-192 0,25-2-48 0,-25 2 0 0,28 0-432 16,-28 0-80-16,29 2-32 0,-29-2 0 15,31 2-160-15,-31-2-48 0,34 4 0 0,-34-4 0 0,38 5-80 16,-38-5 0-16,41 3-16 0,-41-3 0 15,47 2 64-15,-21-2 16 0,3 0 0 0,1 0 0 16,3 2-64-16,2-2-16 0,2 0 0 0,1 0 0 16,-1 0-176-16,0 0 160 0,0 1-160 0,1-1 160 0,2 2-160 15,2-4 0-15,1 1 0 0,1 1 0 0,-1 1 0 16,-1-1 0-16,-1 2 0 0,0-2 0 16,-1 2 0-16,1-2 0 0,3-2 0 0,0 0 0 0,0 1 0 0,-1 1 0 15,-1-2 0-15,3 2 128 0,-1-2 48 0,3-1 0 0,-1-2 0 16,2 2 0-16,1 0-176 0,1 0 160 0,-2 1-160 0,-1 0 160 15,-1-1-160-15,0 3 0 0,3-4 0 16,1 1 128-16,1 1-128 0,0-1 0 0,-1 2 0 16,-1 0 128-16,-1-3-128 0,2 1 0 0,2 0 0 0,1-1 128 15,0-1-128-15,-1 2 192 0,4-3-192 0,0 1 192 16,-1 0-192-16,2-2 0 0,3 2 0 0,-3 1 128 16,-3-2-128-16,5 2 0 0,3 0 0 0,3 0 128 15,-1 2-128-15,0-2 0 16,1 1 144-16,2-2-144 0,-2 3 0 0,2 0 128 0,0 2-128 0,0-2 0 15,-5-1 0-15,3 0 128 0,3 1-128 0,1 0 0 0,0 0 0 0,-1-1 128 16,0-2-128-16,-1 3 0 16,0-2 128-16,0 1-128 0,4 0 128 0,-3 0-128 15,-1-1 128-15,0 0-128 0,0 4 160 0,-1 0-160 16,-2-1 128-16,0-1-128 0,0 1 0 0,-2 1 0 16,-1 3 0-16,-1 0 0 0,0 0 0 0,-2-1 0 15,-5-1 0-15,-1 2 0 0,-2 0 0 0,-2 2 0 16,0-1 0-16,-1 1 0 0,-6-4 0 0,-2 1-12672 15,-2-2-2544-15</inkml:trace>
  <inkml:trace contextRef="#ctx0" brushRef="#br0" timeOffset="90935.15">15632 7084 28559 0,'1'-3'2544'0,"0"3"-2032"0,-1 0-512 0,0 0 0 16,-1 3 1616-16,0-1 240 0,0 1 32 0,-2 6 16 15,-3 1-1392-15,-1 7-256 0,-4 6-64 0,-2 3-16 16,-2 4 192-16,-2 5 32 0,-1 4 16 0,-2-1 0 0,1-4-256 16,0-1-160-16,2-2 192 0,2-3-192 0,2-5 352 15,3-2-32-15,3-1-16 0,1-5 0 0,6-15-304 0,0 0-144 16,-4 29 16-16,4-29-17088 15</inkml:trace>
  <inkml:trace contextRef="#ctx0" brushRef="#br0" timeOffset="91269.96">16048 7060 23039 0,'1'1'2048'0,"-1"0"-1648"16,0-1-400-16,-1 2 0 0,-1 1 1936 0,-1-1 304 0,0 3 64 15,-3 2 16-15,-1 1-272 0,-4 5-48 0,-2 0-16 0,-1 3 0 16,0-1-1504-16,-1 1-304 0,-2 0-176 0,0 2 192 16,-2 2-192-16,0 2 0 0,-1-1 0 15,1 1 0-15,3 3 0 0,2-2 0 0,2 0 0 0,3-5 0 16,2 0 176-16,7-18-48 16,-6 31-128-16,6-31 192 0,0 0 128 0,0 0 32 15,17 42 0-15,-17-42 0 0,0 0-224 0,40 11-128 16,-22-13 160-16,2-2-160 0,1-2 128 0,1-2-128 15,-2 0 0-15,1-2 144 0,-1-2-144 0,-2 1 0 0,-2-1 0 0,-3 1 128 16,-3 3-128-16,-3-1 0 0,-3 4 0 0,-3-3 0 16,-4 4 0-16,-3 2 0 0,-3-1 0 0,-3 3 0 15,-1 3 0-15,-6-1 0 0,-3 2 0 0,-4 2 0 16,-1 0-144-16,1 2 144 0,1-2 0 0,4 2 0 0,2-1-128 0,4-1 128 16,2-2 0-16,2 0-12176 0,3-1-2352 15</inkml:trace>
  <inkml:trace contextRef="#ctx0" brushRef="#br0" timeOffset="91936.54">19152 6581 3679 0,'-6'2'320'0,"-2"-1"-320"15,2 1 0-15,2-1 0 0,1 0 608 0,-1 1 48 16,-4 1 16-16,-5 2 0 0,-3-1 880 0,1 1 176 15,3-2 48-15,2 0 0 0,5-2 736 0,1 1 160 0,2-2 16 0,2 0 16 16,3-2-400-16,0 1-64 0,2 0-32 0,3-1 0 16,-2 0-256-16,2 1-48 0,3-2-16 15,0 0 0-15,0 2-672 0,2-3-144 0,2 3-32 16,2-3 0-16,3 3-704 0,0-2-144 16,1 2-16-16,0-1-16 0,1 1-160 0,0 1 0 15,-1 0 0-15,-1-2 0 0,-1 2-144 0,-2 0 144 16,-2-2-192-16,-2 1 192 15,-13 1-1040-15,21 0-112 0,-21 0 0 0,0 0-15840 0</inkml:trace>
  <inkml:trace contextRef="#ctx0" brushRef="#br0" timeOffset="92117.45">19141 6750 25791 0,'1'-1'1152'0,"-1"1"224"0,1-2-1104 0,0 2-272 16,0 0 0-16,0-2 0 15,-1 2 2256-15,3-1 400 0,1 1 80 0,2-2 16 0,3 1-1040 0,1 0-208 16,1 1-32-16,2 0-16 16,1 0-976-16,-14 0-192 0,32 0-32 0,-32 0-16 0,35 1-240 0,-17-1 144 15,3-1-144-15,-2 1 128 0,2-2-352 0,-1-1-80 0</inkml:trace>
  <inkml:trace contextRef="#ctx0" brushRef="#br0" timeOffset="93648.92">20206 6498 23039 0,'1'0'2048'0,"-1"0"-1648"16,0 0-400-16,0 0 0 0,0 0 1920 0,0 0 320 15,-1 0 48-15,1 0 16 0,0 2-288 0,0-1-48 16,-1 3-16-16,0-1 0 0,0 0-1184 0,-1 0-224 16,1 2-48-16,0-2-16 0,-1 1-240 0,2-4-48 15,0 0-16-15,-8 20 0 0,8-20-176 0,-9 18 0 16,9-18 0-16,-13 24 128 0,5-10-128 0,1 0 0 15,-1 1 0-15,0-1 0 0,1 0 0 0,0-1 0 0,1 0 0 0,6-13 0 16,-10 21 0-16,10-21 0 16,0 0 0-16,0 0 0 0,0 0 0 0,0 0 0 0,0 0 0 0,0 0 0 15,29 26 0-15,-17-29 0 0,4 0 0 0,0-4 128 16,0 2 16-16,1 1 0 0,0 1 0 0,-1 2 0 16,-4-1-144-16,1 2 160 0,-13 0-160 0,23 5 160 15,-23-5-160-15,0 0 0 16,0 0 0-16,32 21 0 0,-32-21 0 0,0 0 0 0,0 0 0 0,0 0 0 0,19 36 0 0,-19-36 0 15,0 0 0-15,0 0 0 0,0 0 0 16,-11 30 0-16,4-22 0 0,-1-1 128 0,-2 0 0 0,-2 0-128 16,1-2 192-16,-2 0-64 0,-1 2-128 0,0-3 0 15,0 1 0-15,-1-2 128 0,2-1-128 16,0-2 0-16,0 0 0 0,1 0 128 0,1-4-128 16,0-1 0-16,3 0 0 0,2-3-18944 0</inkml:trace>
  <inkml:trace contextRef="#ctx0" brushRef="#br0" timeOffset="93832.67">20194 6506 30399 0,'4'-1'1344'0,"-1"1"288"0,1-2-1312 0,-2 1-320 0,1 0 0 0,-2 0 0 16,3 1 1760-16,2-2 288 0,5-3 48 0,7-3 16 16,3-3-1072-16,5 0-208 15,2-2-32-15,2 1-16 0,0 1-544 0,0 0-112 0,0 3-128 0,-2-2 176 16,-1 4-176-16,0 0 192 15,-3 3-192-15,-1 0 192 0,-4 3-192 0,-2 2 0 0,-17-2 0 0,27 4-12352 16,-27-4-2368 0</inkml:trace>
  <inkml:trace contextRef="#ctx0" brushRef="#br0" timeOffset="94153.13">20654 6718 21183 0,'-1'-4'944'15,"1"1"192"-15,0 1-912 0,0-1-224 0,0 3 0 0,0 0 0 0,0 0 2656 0,0 0 480 16,1 0 112-16,-1 0 16 0,2 0-864 0,-1 3-160 16,1-1-48-16,-2-2 0 15,0 0-1424-15,0 0-272 0,0 0-64 0,0 0-16 0,29 36-272 0,-29-36-144 16,0 0 160-16,0 0-160 0,41 23 0 0,-41-23 0 16,27 4 0-16,-13-4-18928 15</inkml:trace>
  <inkml:trace contextRef="#ctx0" brushRef="#br0" timeOffset="94513.62">21084 6529 10767 0,'-7'-3'224'0,"4"1"48"0,0 1 16 0,0 0 32 0,1-1-320 0,0 1 0 0,0 1 0 0,0-2 0 16,-3 2 3424-16,-1 0 608 0,-2 0 128 0,1 2 32 0,0 2-1504 0,1 2-320 16,-1 3-48-16,2 3-16 0,5-12-1216 15,-11 29-256-15,11-29-64 0,-7 33 0 16,7-33-192-16,0 0-64 0,6 50 0 0,-6-50 0 16,0 0-208-16,24 36-48 0,-24-36-16 0,0 0 0 0,42 23-240 0,-42-23 0 15,38 2 128-15,-16-4-128 16,0-5 128-16,0-3 0 0,1-2-128 0,-1-2 192 0,-2-2-192 15,-3-3 128-15,-1 2-128 0,-5-4 0 0,-3 2 0 16,-4-2-128-16,-3 2-16 0,-6 0 0 16,-2 3-256-16,-5 1-48 0,-3 1-16 15,-3 4 0-15,1 3 96 0,-3 2 32 0,2 3 0 0,-2 4 0 16,1 3 336-16,1 2 0 0,0 1 0 0,4 3 128 0,1 1-128 0,1 2 0 16,4 0 0-16,8-14-11024 0,-6 29-2160 15</inkml:trace>
  <inkml:trace contextRef="#ctx0" brushRef="#br0" timeOffset="94846.27">21500 6441 28559 0,'3'-2'1264'0,"-2"1"272"16,1 1-1232-16,-1 0-304 0,-1 0 0 0,0 1 0 16,1 1 1664-16,0 1 256 0,0 0 64 0,-1-3 16 0,0 0-1024 0,0 0-208 15,-2 39-32-15,2-39-16 0,-6 33-320 0,6-33-64 16,-9 43-16-16,9-43 0 0,-13 48-96 0,4-22-32 15,1 0 0-15,0 0 0 0,-1-3-192 0,2 1 128 16,7-24-128-16,-10 43 0 0,10-43-176 0,-5 33-128 0,5-33-16 0,0 0-17296 16</inkml:trace>
  <inkml:trace contextRef="#ctx0" brushRef="#br0" timeOffset="95400.26">21761 6444 5295 0,'0'0'0'0,"-1"0"224"0,1 0-64 0,-1 0 0 0,0 0-160 0,0 0 0 0,0 0 0 0,-1 2 0 16,0-2 4000-16,0 1 768 0,-2 0 160 0,-1-1 16 16,3 2-1104-16,-1-2-240 0,1 1-32 0,1-1-16 15,1-1-1760-15,1 1-368 0,2-2-64 0,0 0-16 16,4 0-896-16,-1-4-176 0,2 3-32 0,-1-2-16 16,3 0-224-16,0 1 0 0,1-1 128 0,0 1-128 15,0 2 0-15,0 1 0 0,0 0 0 0,0 3 0 16,-11-2 0-16,0 0 0 0,31 12 0 0,-31-12 0 15,0 0 0-15,0 0 0 0,0 0 0 0,22 40 0 16,-22-40 0-16,0 0 0 0,-12 24 0 0,4-14 0 0,-3-1 0 0,-1-2 0 16,0 1 0-16,-1-2 0 0,1 0 0 0,-2 0 0 15,-2 2 0-15,-1-4 0 0,1-1 0 0,0 1 0 16,3-1 0-16,2-3 0 0,2 2 0 0,3-2 0 16,1 2 0-16,2-2 0 0,3 3 0 0,0-3 0 15,4 2 0-15,-4-2 0 0,0 0 0 0,25 3 0 16,-15-1 0-16,3-2 0 0,4 1 208 0,2 0-48 15,1 1-16-15,0 1 0 0,3 0-144 0,-1 1 0 16,-22-4 0-16,43 10 128 0,-43-10 16 0,36 12 0 16,-36-12 0-16,0 0 0 0,0 0-144 0,29 26 0 15,-29-26 0-15,-8 11 128 0,-2-4 0 0,-4 3 0 0,-4-3 0 16,-3 2 0-16,-3 1 0 0,-4-2 0 0,-3 3 0 0,-6-2 0 16,-2 3-128-16,-2 0 0 0,2-1 0 0,4-3-19504 15</inkml:trace>
  <inkml:trace contextRef="#ctx0" brushRef="#br0" timeOffset="98703.04">4424 8741 6447 0,'-4'2'576'0,"2"-2"-576"16,0 0 0-16,0 0 0 0,2 1 736 0,-1-1 32 0,0 0 16 0,-1 0 0 15,0 2 768-15,-1-2 160 0,0 2 16 0,1-2 16 16,0 2 128-16,0-1 32 0,1 1 0 0,0-2 0 16,1 0-288-16,0 2-48 15,0-2-16-15,0 0 0 0,0 0-256 0,0 0-48 0,1 1-16 0,-1-2 0 16,1 1-224-16,1 0-48 0,0 1-16 0,0-1 0 15,1-1-256-15,2 1-48 0,0-2-16 0,2 0 0 0,1 1-176 0,2-1-16 16,2-3-16-16,-12 5 0 16,27-7-128-16,-27 7-32 0,32-4 0 0,-32 4 0 0,35-6-80 0,-35 6-32 15,38 0 0-15,-38 0 0 0,37 3-144 0,-37-3 0 16,36 7 144-16,-36-7-144 16,0 0 0-16,55 14 128 0,-55-14-128 0,0 0 0 0,52 14 0 15,-52-14 0-15,0 0 0 0,46 10 0 16,-46-10 0-16,0 0 0 0,38 5 0 0,-38-5 0 0,0 0 0 0,0 0 0 15,34-3 0-15,-28 1 0 16,0-2-544 0,-1-1-128-16</inkml:trace>
  <inkml:trace contextRef="#ctx0" brushRef="#br0" timeOffset="99251.12">4731 8520 23951 0,'1'0'2128'15,"-1"-2"-1696"-15,0 2-432 0,0 0 0 0,-1 0 1680 16,1 0 256-16,-1 0 48 0,0 0 16 16,0 0 128-16,-1 0 32 0,0 2 0 0,0-2 0 0,1 3-1328 0,-2-1-256 15,0 3-48-15,-1-1-16 0,1 2-304 0,-2 3-64 16,0 1-16-16,-1 3 0 0,-2 5-128 0,-1 2 0 16,-1 4 144-16,-1 5-144 0,-1 6 0 0,-3 5 0 15,-1 8 0-15,-1 0 0 0,0 1 0 0,2-6 0 16,3-3 0-16,-1 3 0 0,2-2 0 0,4-3 0 15,4-4 0-15,4-5 0 0,-1-29 0 0,15 43 0 16,-15-43 0-16,0 0 0 0,48 27 0 0,-48-27 0 0,45-8 0 16,-20-2 128-16,-1-3 32 0,2-2 16 15,1-4 0-15,0 0 0 0,-1 2-176 0,-1 1 0 0,-2 2 0 16,0 0 0 0,1 2-320-16,-1 2-160 0</inkml:trace>
  <inkml:trace contextRef="#ctx0" brushRef="#br0" timeOffset="99641.19">5167 8734 25791 0,'-7'5'1152'0,"2"-1"224"0,3 1-1104 0,-1-5-272 16,2 2 0-16,0-1 0 0,0 1 1360 0,0 0 224 0,-1 1 32 15,1-1 16-15,0 0 32 0,1 0 0 16,1 1 0-16,2-3 0 0,3 0-672 0,0-2-128 0,2-1-32 15,-8 3 0-15,21-4-416 0,-21 4-96 0,27-8 0 0,-27 8-16 16,31-7-176-16,-31 7-128 0,34-2 144 0,-34 2-144 16,33-3 0-16,-33 3 0 0,31 0 0 0,-31 0 0 15,0 0 0-15,39-2 0 0,-39 2 0 0,0 0-160 16,25-2-512-16,-21 0-96 0,0-1-32 0,-2 3-16960 16</inkml:trace>
  <inkml:trace contextRef="#ctx0" brushRef="#br0" timeOffset="99829.62">5186 8876 26719 0,'-4'5'1184'0,"3"-5"240"0,0 2-1136 0,0-1-288 0,1-1 0 0,0 0 0 0,1 2 2368 0,0-2 400 16,2 2 96-16,-3-2 16 16,0 0-1312-16,0 0-256 0,35 2-48 0,-35-2-16 0,0 0-800 0,49 0-176 15,-49 0-16-15,41-2-16 0,-41 2-240 16,42-2 0-16,-42 2 0 0,38-3 0 15,-38 3-240-15,34-4-144 0</inkml:trace>
  <inkml:trace contextRef="#ctx0" brushRef="#br0" timeOffset="101606.73">6342 8479 12895 0,'-2'-1'1152'0,"1"-2"-928"16,0 3-224-16,1 0 0 0,0 0 1248 0,0 0 208 15,-1-2 32-15,0 2 16 0,0-3 992 0,0 3 192 16,3 0 32-16,1 0 16 0,-3 0-656 0,0 0-128 0,0 0-32 0,0 0 0 16,40 26-784-16,-40-26-176 0,0 0-16 0,44 32-16 15,-44-32-416-15,34 28-96 16,-34-28-16-16,34 28 0 0,-34-28-240 0,0 0-160 15,45 39 192-15,-45-39-192 0,0 0 144 0,37 33-144 16,-37-33 0-16,0 0 144 0,0 0-144 0,37 28 0 0,-37-28 0 16,0 0 0-16,0 0-256 0,0 0-48 0,0 0 0 0,27-5-17312 15</inkml:trace>
  <inkml:trace contextRef="#ctx0" brushRef="#br0" timeOffset="101800.82">6650 8475 17503 0,'-2'0'1552'0,"-1"1"-1232"16,2 1-320-16,-1 0 0 16,0 0 1856-16,-1 1 320 0,-4 4 64 0,-4 3 16 0,-5 5 112 0,-3 3 32 15,-4 3 0-15,1-2 0 0,0 2-1312 0,0-2-272 16,0-2-48-16,1-3-16 0,2 0-288 0,1-3-48 16,1 0-16-16,3-2 0 0,1-3-400 0,1-2 128 15,3 0-128-15,0-1 0 0,2-1 0 0,2-2 0 0,2-1-224 0,2 0-11136 31,3-2-2224-31</inkml:trace>
  <inkml:trace contextRef="#ctx0" brushRef="#br0" timeOffset="102041">6709 8660 21183 0,'3'-2'944'16,"-2"0"192"-16,0-1-912 0,0 3-224 0,-1-2 0 0,-1 2 0 15,1 0 2288-15,-1 0 400 16,-1 0 96-16,-1 0 16 0,0 0-896 0,-1 2-176 16,1-1-48-16,-1 3 0 0,1-2-944 0,0 3-192 15,0 2-32-15,1 3-16 0,0-1-160 0,0 3-16 0,1 2-16 0,1-14 0 0,1 29-304 0,-1-29 128 16,2 28-128-16,-2-28 0 16,3 29 0-16,-3-29 0 0,0 0 0 0,3 34 0 15,-3-34 0-15,0 0-272 0</inkml:trace>
  <inkml:trace contextRef="#ctx0" brushRef="#br0" timeOffset="102425.03">6362 8314 16575 0,'-5'-5'736'0,"3"1"160"0,-1 1-720 0,1 1-176 0,0 2 0 16,2-2 0-16,-1 2 1792 0,0-2 336 16,0 1 64-16,0-3 16 0,-1 1 416 0,2 2 96 0,-1 0 16 0,3 1 0 15,-1 0-1072-15,5 0-192 0,0 1-64 0,-6-1 0 16,0 0-720-16,37 6-160 0,-37-6-16 0,38 2-16 16,-38-2-352-16,46 0-144 0,-46 0 128 0,51-4-128 15,-27 1 0-15,-1 1 0 0,1-1 0 0,0-1 0 16,-2 1 0-16,-1-1 0 0,0 1 0 0,-3-1-12224 15,-18 4-2496-15</inkml:trace>
  <inkml:trace contextRef="#ctx0" brushRef="#br0" timeOffset="102798.84">6872 8557 4607 0,'-5'0'400'0,"1"0"-400"0,2 0 0 0,0-1 0 16,2 1 3632-16,-1 0 640 0,1 0 128 0,-1 0 16 0,0-2-560 0,1 2-112 16,-1-2-32-16,2 1 0 15,1 1-1616-15,2 0-336 0,1 1-64 0,-5-1-16 0,0 0-976 0,0 0-192 16,38 2-32-16,-38-2-16 0,29-2-240 0,-29 2-48 16,35-3-16-16,-35 3 0 15,34 0-160-15,-34 0 0 0,32-2 0 0,-32 2 0 0,30-1 0 0,-30 1-176 16,26-3 16-16,-26 3-18464 0</inkml:trace>
  <inkml:trace contextRef="#ctx0" brushRef="#br0" timeOffset="103106.96">7406 8473 15663 0,'-3'-3'688'0,"1"-1"144"0,0 0-656 0,1 3-176 16,1-1 0-16,0 2 0 0,0-3 2176 0,0 1 384 16,1 0 96-16,-1-1 16 0,2-2-32 0,-1 3 0 0,1 0 0 15,0 2 0-15,2 1-1168 0,-4-1-224 0,0 0-48 0,0 0-16 16,0 0-560-16,25 39-112 0,-25-39-32 0,0 0 0 0,22 45-224 0,-22-45-64 31,20 33 0-31,-20-33 0 0,23 36-64 0,-23-36-128 16,26 33 176-16,-26-33-176 0,31 27 0 0,-31-27 0 15,0 0 0-15,42 23 0 16,-42-23-464-16,0 0-112 0</inkml:trace>
  <inkml:trace contextRef="#ctx0" brushRef="#br0" timeOffset="103307.43">7622 8412 26719 0,'-6'4'1184'0,"0"-1"240"0,1 2-1136 0,0-1-288 0,1 0 0 0,0-1 0 0,-3 3 1712 0,-3 5 272 16,-7 3 64-16,-3 5 16 0,-4 4-720 0,1 1-128 16,0 0-48-16,2-3 0 0,3-2-640 0,1-2-128 15,2 0-16-15,2-5-16 16,3-1-368-16,1-4 0 0,2-1 0 0,2-2-11696 15,3-3-2400-15</inkml:trace>
  <inkml:trace contextRef="#ctx0" brushRef="#br0" timeOffset="103659.27">7724 8518 23775 0,'2'0'512'0,"0"-1"128"0,0 1 0 0,-1 0 48 0,-1 0-560 0,0 0-128 0,0 0 0 15,1 1 0-15,-1-1 3424 0,1 2 656 0,0-1 128 0,-1 3 16 16,1-3-2880-16,0 1-592 0,0 0-112 0,2-1-32 16,-3-1-432-16,0 0-176 0,0 0 128 15,0 0-128-15,36 0 0 0,-36 0 0 0,0 0 128 0,33-3-128 16,-33 3 0-16,0 0 0 16,35 0 0-16,-35 0 0 0,0 0 0 0,0 0 0 0,0 0 0 0,35 15 0 15,-34-9 0-15,-3 1 0 0,0 1 0 0,-4 1 0 16,-1 2 0-16,-4 0 0 0,1 0 0 0,1-2 0 15,0-1-256-15,0 1 64 0,3 0 0 16,-1-4 16-16,4 2-48 0,-1-1-16 0,2 0 0 0,1-1 0 16,3-1 240-16,1-1 0 0,-3-3 0 0,0 0 0 0,0 0 0 15,33 3 0-15,-33-3 0 0,31-3 0 0,-31 3 208 16,34-5-64-16,-34 5-16 0,36-7 0 16,-36 7-128-16,35-6 0 0,-35 6 0 0,26-6-11936 0,-26 6-2464 15</inkml:trace>
  <inkml:trace contextRef="#ctx0" brushRef="#br0" timeOffset="103961.21">7366 8287 18431 0,'0'-1'816'0,"0"-2"160"0,0 1-784 0,0 2-192 16,0-2 0-16,0 1 0 0,0 1 2752 0,1-2 496 0,1 1 96 0,2 0 32 16,1-3-512-16,1 1-112 0,4 0 0 0,2 1-16 15,-1 0-1824-15,2-1-352 0,-13 3-80 0,30-5-16 16,-30 5-320-16,40-4-144 0,-40 4 128 0,49-4-128 15,-23 1 0-15,0 0 0 0,0-1 0 0,0-3 0 16,0 2 0-16,-1 0 0 0,-1-1 0 0,-1 1-12544 16,0 2-2480-16</inkml:trace>
  <inkml:trace contextRef="#ctx0" brushRef="#br0" timeOffset="104278.46">8174 8222 18431 0,'0'0'1632'0,"1"0"-1312"0,0 0-320 16,0 0 0-16,0 1 2864 0,0 0 496 15,0 1 96-15,2 1 32 0,-3-3-1120 0,0 0-208 16,0 0-48-16,0 0-16 0,33 46-1376 0,-33-46-272 0,19 34-48 0,-19-34-16 16,19 45-80-16,-19-45-32 0,16 55 0 0,-12-24 0 15,0 0-112-15,-3 2-32 0,-1-3 0 0,-3-1 0 16,0-2-128-16,-2-2 0 0,-3 1 0 0,-2-4 0 16,0-1 0-16,-3 0 0 0,-1-3 0 0,-2-2 0 15,-1 0 0-15,-3-2 0 0,-1-1 0 0,-5-1-18352 16</inkml:trace>
  <inkml:trace contextRef="#ctx0" brushRef="#br0" timeOffset="104721.27">6214 8442 13823 0,'-1'-12'608'0,"0"3"128"0,0 0-592 0,-1 3-144 16,0 2 0-16,0 0 0 0,0 1 2000 0,-2-2 368 0,-3-5 80 0,-4 1 16 16,-3 3 368-16,-1 3 80 0,-3 3 16 15,-1 6 0-15,-1 4-1520 0,-1 4-288 0,0 5-64 0,2 2-16 16,1 4-480-16,4 0-112 0,3 2 0 0,3 1-16 0,5-5-48 0,2 1-16 15,4-1 0-15,-3-23 0 0,14 39-240 16,-14-39-128-16,26 33 128 0,-26-33-11968 16,42 26-2400-16</inkml:trace>
  <inkml:trace contextRef="#ctx0" brushRef="#br0" timeOffset="105774.77">5971 8572 7359 0,'1'-2'656'0,"0"0"-528"0,-1 0-128 0,1 2 0 0,-1-2 1136 0,0 2 192 0,0 0 32 0,0-1 16 31,1 1 1568-31,-2-2 320 0,0 1 64 0,0 1 16 0,-2 1-848 0,0 1-160 16,-1-1-32-16,1 1-16 0,-1 0-1040 0,1-1-208 0,0 0-32 0,2-1-16 15,-1 2-416-15,1-2-96 16,0 0-16-16,1 0 0 0,1 1-64 0,0 1-16 0,1 0 0 0,0 1 0 15,-2-3-112-15,0 0-16 16,0 0-16-16,0 0 0 0,21 33-32 0,-21-33 0 0,0 0 0 16,0 0 0-16,34 45-64 0,-34-45-16 0,0 0 0 0,43 36 0 15,-43-36-128-15,0 0 160 0,52 29-160 0,-52-29 160 16,0 0-160-16,51 20 0 16,-51-20 0-16,0 0 0 0,48 5 0 0,-48-5 0 15,31-2 0-15,-16-3-18496 0</inkml:trace>
  <inkml:trace contextRef="#ctx0" brushRef="#br0" timeOffset="107880.86">8539 8602 1839 0,'-2'-4'160'0,"1"2"-160"0,1 0 0 0,0 0 0 15,0 2 2400-15,0-2 448 0,0 2 96 0,0-1 0 0,0 1-64 0,0-2-32 16,1-1 0-16,-1 3 0 15,1-2-384-15,0 2-80 0,1-1-16 0,1 0 0 0,3 1-768 0,0 0-144 16,-6 0-48-16,0 0 0 0,35 2-464 0,-35-2-112 16,33 2 0-16,-33-2-16 0,40 0-400 15,-40 0-80-15,42 0-16 0,-42 0 0 16,39 0-320-16,-39 0 0 0,32-2 0 0,-32 2-11888 16,28-2-2480-16</inkml:trace>
  <inkml:trace contextRef="#ctx0" brushRef="#br0" timeOffset="108348.46">9256 8304 7359 0,'1'-2'656'0,"-1"0"-528"16,0 0-128-16,0-1 0 15,1 3 1040-15,-1-2 176 0,0 2 48 0,0-3 0 0,1 1 1040 0,-1-3 192 16,0 1 64-16,0 0 0 16,-1 1 64-16,0 0 32 0,1 0 0 0,-1 1 0 15,-1 1-704-15,0 0-144 0,0 1-16 0,0-2-16 0,-1 4-944 0,0-2-192 16,-2 2-48-16,0 3 0 16,-1 1-416-16,-2 2-176 0,-2 2 128 0,-1 1-128 0,-1 4 0 0,-2 4 0 0,-2 2 0 15,1 1 0-15,-1 6 0 0,1 1-224 0,1 1 80 0,3-2 16 16,3-4 128-16,0 0-160 15,3 0 160-15,1-3-160 0,2-3 160 0,2-18 0 0,4 32 0 0,-4-32 128 16,0 0-128-16,0 0 0 0,41 33 0 0,-41-33 128 16,32 3-128-16,-32-3 0 0,35-3 0 0,-35 3-17328 15</inkml:trace>
  <inkml:trace contextRef="#ctx0" brushRef="#br0" timeOffset="112063.59">9370 8665 11055 0,'-1'0'976'0,"0"0"-784"15,1 0-192-15,0 1 0 0,0-1 1344 0,0 0 208 16,-1 2 48-16,0-2 16 0,0 2 144 0,0-2 32 0,1 1 0 0,-1 0 0 15,1-1-368-15,1 0-64 0,0 0-16 16,0 2 0-16,2-2-144 0,-1 0-48 0,1 0 0 0,1-2 0 16,2 2-256-16,-1-2-64 0,3-2-16 0,1-2 0 15,2 2-256-15,-1-6-48 0,1 3-16 0,2-4 0 16,2-2-176-16,1-1-16 0,0-3-16 0,-1 1 0 16,2-3-288-16,-2 0 0 0,-1-2 0 0,-2 0 0 15,-2 0 0-15,-1-1-144 0,-2 3 16 0,-2-1 0 0,-3 4-144 0,0 0-32 16,-1 1 0-16,-2-1 0 0,0 4 160 0,0 2 144 15,-1 1-208-15,1 1 80 0,-2 4 128 0,1 2 0 16,0-1 0-16,0 3 0 0,0 0 144 16,1 0 16-16,0 0 0 0,0 3 0 0,-1-1 96 0,1-1 32 15,0 0 0-15,-1 1 0 0,1 1-288 16,-1-2 128-16,1 3-128 0,0-3 0 0,1 2 0 0,0 0 0 16,-1 2 0-16,1-1 0 0,-1 4 0 0,0-1 0 15,0 4 0-15,0 1 0 0,-1 2 0 0,1 3 0 16,-1 2 0-16,1 3 0 0,-1 1 0 0,1-1 0 0,0 0 0 0,0 1 0 15,1-2 0-15,0 0 0 0,0-21 0 0,3 37 0 16,-3-37 0-16,0 0 0 0,8 38 0 0,-8-38 0 16,0 0-320-16,0 0 48 15,0 0 0-15,0 0 0 0,0 0-48 0,38 11-16 0,-32-18 0 0,1-1 0 32,-1 0-336-32,2-3-64 0,-2 2-16 0,1-3 0 0,-1 0-912 15,0 0-192-15,-1-1-48 0,0-2 0 0,0 0 240 16,-2-2 32-16,2-1 16 0,0-3 0 0,-2-1 656 15,1-2 144-15,0-1 32 0,0 3 0 16,-2 1 496-16,2 2 96 0,-1 3 32 0,0 4 0 0,-2 3 544 0,1 3 128 16,-2 4 0-16,1 2 16 0,-1 1 1088 0,-1 2 224 0,0 3 32 0,-1 1 16 15,-1 4-272-15,-1 3-48 0,0 1-16 0,1 2 0 0,-1-1-640 16,1 1-128-16,0 2-16 0,1-1-16 16,-1-3-240-16,2 1-64 0,0 1 0 0,0-4 0 0,1-13 32 0,1 26 0 15,-1-26 0-15,0 0 0 0,0 0-224 0,10 37-64 16,-10-37 0-16,0 0 0 0,0 0-192 0,0 0 0 0,25 33 0 15,-25-33-11232-15,0 0-2176 0</inkml:trace>
  <inkml:trace contextRef="#ctx0" brushRef="#br0" timeOffset="112287.95">9889 8511 20271 0,'1'-7'896'0,"0"2"192"0,0 0-880 0,0 3-208 16,0 0 0-16,0 2 0 0,-1-2 2480 0,1 1 448 0,0 1 80 0,1 0 32 16,0 5-816-16,-2-5-176 0,0 0-16 0,1 31-16 15,-4-14-1248-15,0 1-256 0,0 2-64 0,-1 0 0 16,1-3-272-16,1 0-176 0,2-17 192 0,-1 28-192 16,1-28 0-16,0 0 0 0,0 0 0 0,0 0-17904 15</inkml:trace>
  <inkml:trace contextRef="#ctx0" brushRef="#br0" timeOffset="112549.24">10016 8454 911 0,'-4'0'0'0,"2"2"0"0,0-1 0 0,0 1 0 16,1 0 4192-16,1-2 752 0,0 1 160 0,0 1 16 16,0 1-1200-16,1 0-240 0,2 0-48 0,-3-3-16 15,0 0-1808-15,0 0-352 0,28 0-80 0,-16-5-16 0,1 1-688 16,0-3-144-16,2 2-16 0,0-2-16 0,0 3-352 0,0-2-144 16,-1 3 128-16,-1-1-128 0,-1-1 0 0,-12 5 0 15,21-5 0-15,-21 5 0 16,0 0-816-16,29-2-144 0,-29 2-16 0,0 0-15472 0</inkml:trace>
  <inkml:trace contextRef="#ctx0" brushRef="#br0" timeOffset="113233.5">10281 8613 12895 0,'-2'3'1152'0,"0"-1"-928"16,2 0-224-16,0-2 0 0,1 0 2896 16,-1 0 544-16,0 2 96 0,0 0 32 0,1 1-672 0,1 0-128 15,3-3-16-15,1 0-16 0,2-2-1632 0,1-3-320 16,2 0-64-16,1-5-16 0,3 0-240 0,0-3-48 15,1-2-16-15,0 1 0 0,2-4-128 0,-1 1-16 16,-1 0-16-16,-1 0 0 0,0-2-240 0,-1 0 128 16,0-2-128-16,-1-1 0 0,-1 2 0 0,-1 0 128 15,-1-1-128-15,0 0 0 0,-2-1 0 16,-1-1 0-16,0-1 128 0,-3 3-128 0,0 1 0 16,-2 4 0-16,-2 4 0 0,0 3 0 0,-1 4 128 0,-1 3-128 15,0 2 0-15,0 0 0 0,-1 4 224 0,-1 1-48 16,0 1-16-16,1 2 0 0,-1 1-160 0,0 3 192 15,2 1-192-15,-1 1 192 0,1 0-192 0,2-14 0 0,-3 35 0 0,3-35 0 16,-3 38 0-16,3-38 0 0,-2 43 0 0,2-43 0 16,-1 45 0-16,1-45 0 0,-2 46 0 0,2-46 0 15,1 38 0-15,-1-38 0 0,0 0 0 0,8 42 0 16,-8-42 0-16,0 0 0 0,0 0 0 0,0 0 0 16,0 0 0-16,34 28 0 0,-25-30 0 15,0-5 0-15,1 0 0 0,1-5 0 16,1-2-176-16,0 0 176 15,2-3-576-15,-1-1-16 0,0-2-16 0,-1-1 0 16,-1-1-944-16,0-1-192 0,-1 1-48 0,-1-2 0 0,0 3 384 16,-3-3 80-16,0 3 16 0,-2-2 0 0,1 1 976 0,-2 3 192 0,-2 4 144 0,0 4-192 15,0 4 560-15,-2 4 96 0,0 1 32 0,0 2 0 0,-2 3 976 0,-1 1 192 16,-1 3 32-16,0 0 16 16,-2 5-560-16,1 0-128 0,-1 2 0 0,-1 3-16 15,1 0-480-15,-1 1-80 0,1 4-32 0,0-1 0 16,2 0-224-16,1 1-32 0,1-3-16 0,3-19 0 15,-2 40-144-15,2-40 128 0,4 35-128 0,-4-35 128 0,0 0-128 0,13 36 0 16,-13-36 0-16,0 0 0 0,0 0 0 0,27 38 0 16,-27-38 0-16,0 0-12352 0,0 0-2464 15</inkml:trace>
  <inkml:trace contextRef="#ctx0" brushRef="#br0" timeOffset="113851.49">10854 8487 6447 0,'-4'0'576'0,"1"0"-576"0,0 0 0 0,1 0 0 15,1 0 1104-15,1 0 112 0,-1 0 32 0,-2 0 0 0,0 0 624 0,-1 0 128 16,0-2 32-16,0 2 0 0,1-2 128 0,-1 1 16 16,3 1 16-16,0 0 0 0,0-2-240 0,0 2-48 15,1 0-16-15,0-1 0 0,0 0-576 0,2 1-112 16,0 0-32-16,-1 0 0 16,2 0-576-16,1 0-112 0,1 0-32 0,1-2 0 0,1 1 16 0,-7 1 0 15,0 0 0-15,25 0 0 0,-25 0-272 0,0 0-48 16,0 0-16-16,34 1 0 0,-34-1-128 0,0 0 0 15,0 0 0-15,0 0 0 0,0 0 0 0,34 14 0 16,-32-12 0-16,-1 0 0 0,-1 1 0 0,-2 2 0 0,-2-2 0 0,0 3 0 16,-2-1 0-16,0 2 0 0,-1 0-144 0,-2-2 144 15,0 3-336-15,-2 0-16 0,-1 0 0 16,1 1 0-16,0 0-416 16,2-2-64-16,1-1-32 0,1 0 0 0,2-1 176 15,2 0 48-15,0-3 0 0,3 0 0 0,0 1 640 0,2-3 0 0,1 2 208 0,3-4-48 16,1 0 592-16,1-1 112 0,1 1 32 0,1-2 0 15,2 0-128-15,0 0-32 0,1-1 0 16,0 0 0-16,0 2-480 0,-1-1-80 0,-1 0-32 16,-1 1 0-16,-1 1-144 0,-9 2 0 0,18-5-160 0,-10 1-17952 15</inkml:trace>
  <inkml:trace contextRef="#ctx0" brushRef="#br0" timeOffset="114181.38">11088 8172 2751 0,'1'-2'256'0,"-1"0"-256"15,0 1 0-15,0 1 0 0,0 0 2304 16,1 0 432-16,-1 0 80 0,1 0 0 0,1-2 1248 15,-1 0 240-15,1 1 48 0,-1 1 16 0,2 0-1360 0,0-2-256 16,1 2-64-16,0 0-16 0,2 0-1456 0,0-2-304 16,2 2-48-16,0 2-16 0,-8-2-464 0,0 0-80 0,0 0-32 0,37 14 0 15,-37-14-272-15,0 0 128 16,33 34-128-16,-33-34 0 0,0 0 144 0,28 49-144 16,-28-49 0-16,15 44 144 0,-15-44-144 0,11 49 0 15,-11-49 0-15,2 47 128 0,-2-47-128 0,-6 45 0 16,-2-23 0-16,0-4 0 0,-1 2 0 0,-3-2 0 15,-3 0 0-15,-4 2-19008 0</inkml:trace>
  <inkml:trace contextRef="#ctx0" brushRef="#br0" timeOffset="115496.65">5970 9016 17503 0,'1'0'1552'0,"0"-2"-1232"15,-1 2-320-15,0 0 0 16,1 0 736-16,-1 0 96 0,0 0 0 0,1 0 16 0,0 0 112 0,0-2 32 0,1 2 0 0,0-1 0 16,-1 2-528-16,1-1-96 15,0 0-32-15,-1 0 0 0,2 2 0 0,1-2 0 16,1 0 0-16,0 0 0 0,1 2 336 0,1-4 64 16,-7 2 16-16,0 0 0 0,29 0 336 0,-29 0 64 15,0 0 0-15,37-2 16 0,-37 2-272 0,27-1-64 0,-27 1-16 0,30-2 0 16,-30 2-368-16,33-3-80 15,-33 3-16-15,34-2 0 0,-34 2-32 0,35-2 0 16,-35 2 0-16,38-3 0 0,-38 3-48 0,41 0-16 16,-41 0 0-16,45-2 0 0,-45 2-96 0,44 0-32 0,-44 0 0 0,51 0 0 0,-51 0-128 0,50 0 0 15,-50 0 0-15,48-3 128 0,-24 3-128 0,-1-2 0 16,0 0 0 0,0 0 128-16,-23 2-128 0,45-3 160 0,-45 3-160 15,44 0 160-15,-44 0-160 0,44 0 192 0,-44 0-192 0,45 0 192 16,-45 0-192-16,46-2 160 0,-46 2-160 0,43-3 160 15,-43 3-160-15,42-4 0 0,-20-1 144 0,1 2-144 16,0-1 0-16,2-1 144 0,0 2-144 0,2-1 0 16,0 0 128-16,1 1-128 0,0 0 0 0,1-1 0 15,1 2 0-15,-2-3 0 0,-1 2 0 0,-2-1 0 16,-1 1 0-16,2 0 0 0,0 1 0 0,0 0 0 16,1 2 0-16,0 0 0 0,2 0 0 0,2 0 0 15,0 0 0-15,1 0 0 0,0 0 0 0,0-2 0 0,-1-1 0 0,1 1 0 16,-1 0 0-16,2-1 0 0,1 1 128 0,0-2-128 15,2 3 0-15,0-2 0 0,2 1 0 0,-1 0 128 16,-3-2-128-16,1-1 0 0,1 1 160 0,-1 0-160 16,0-1 128-16,1 1-128 0,1 2 0 0,1-1 128 15,4 0-128-15,-2 1 0 0,1 0 0 0,-1-3 0 16,0 3 128-16,0-1-128 0,0 0 0 0,2 3 0 16,2-1 0-16,-2 1 128 0,2 0-128 0,-1 0 0 15,-2 0 0-15,0 0 0 0,-2-2 0 0,1 1 0 0,2 0 0 0,1 0 0 16,4-1 0-16,-1 1 0 0,-1-3 0 0,0 0 0 15,-1-1 0-15,0 1 0 0,0 0 0 0,1-1 0 16,2 2 0-16,0 0 0 0,1 0 128 16,-2 0-128-16,1-1 0 0,-3 2 0 0,3-1 0 0,0-2 0 15,3 3 0-15,0 0 0 0,1-1 0 0,0 1 0 16,-1 0 0-16,1-1 0 0,-1 1 0 0,2-3 0 16,2 1 0-16,1 1 0 0,-1-1 0 0,-1-1 0 15,1 1 0-15,1-2 0 0,0 1 0 0,0 1 0 16,-1 1 0-16,1-2 0 0,-2 2 0 0,2 0 0 15,-2 0 0-15,2 0 0 0,2 1 0 0,-2 0 0 0,-5 2 0 16,1 0 0-16,0 0 0 0,-1 0 0 0,2 0 0 16,-1 1 0-16,0 0 0 0,-2 1 0 0,-4-1 0 0,-1 1 0 15,0-2 0-15,-2-3 0 0,-1 1-128 0,0 0-16 16</inkml:trace>
  <inkml:trace contextRef="#ctx0" brushRef="#br0" timeOffset="117095.37">6925 9343 18431 0,'-1'0'1632'0,"0"-2"-1312"0,0 2-320 0,1 0 0 15,-1 0 1600-15,0-2 240 16,0 1 48-16,0-1 16 0,-2 0 80 0,0-1 0 0,0-2 16 0,0 2 0 15,0 0-544-15,-1 0-112 0,-1 0-32 0,1 1 0 16,-3 1-544-16,0 0-96 16,-2 3-32-16,-3 0 0 0,-1 1-304 0,-5 2-64 0,0 0-16 15,-3 4 0-15,-2-1-128 0,-2 3-128 16,3-2 192-16,-1 3-192 0,-1 0 128 0,2 0-128 0,1 1 0 0,5-2 0 16,2-4 0-16,1 1 0 15,2-1 0-15,1-1 0 0,5-1 0 0,0 0 0 0,2-3 0 16,2 0 0-16,1 1 0 0,2-3 0 15,2 2 0-15,2-1 0 0,-6-1 0 0,0 0 0 0,0 0 128 0,40 14-128 16,-40-14 144-16,0 0-16 0,47 18-128 0,-47-18 192 16,0 0-192-16,52 26 0 0,-52-26 0 15,36 22 0-15,-36-22 0 0,0 0 0 0,43 30 0 0,-43-30 0 0,0 0 0 0,0 0 0 16,30 34 0-16,-30-34 0 0,0 0 0 0,-3 21 0 16,-1-14 0-16,-5 0 0 0,-2 0 0 0,-4 3 128 15,-3-3-128-15,-3 2 0 0,-4-1 0 0,-1 1 0 16,-2-2 128-16,1 1-128 0,4-2 0 0,0-3 0 15,2 2 0-15,3-3 0 0,1-2 0 16,2 1 0-16,3 0 0 0,2-2 0 16,2 0 0-16,3-1 0 0,3-1 0 0,2 1-160 15,4-3-848-15,2 1-160 0</inkml:trace>
  <inkml:trace contextRef="#ctx0" brushRef="#br0" timeOffset="117453.39">7085 9708 14399 0,'0'-1'320'0,"0"0"64"0,0 1 0 0,-1-2 16 0,1 0-400 0,-1 2 0 15,1-1 0-15,-1-1 0 0,-1 0 3056 0,0-1 528 0,-1-1 96 0,0 1 32 16,0-2-1840-16,-2 3-352 0,0-2-80 0,1 3-16 0,-2-1-592 0,-1 2-128 16,-1 2-32-16,-1-1 0 15,-1 3-352-15,-1 1-64 0,0 4 0 0,0-2-16 16,0 3-240-16,2-1 144 0,3 1-144 0,-2 0 128 16,1 4 192-16,-1 2 16 0,2 1 16 0,1 0 0 15,2 0 160-15,3-2 48 0,0-15 0 16,0 0 0-16,8 36-176 0,-8-36-16 0,0 0-16 0,0 0 0 15,40 16-192-15,-40-16-32 0,31-4-128 0,-13-4 192 16,0 2-48-16,1-4-16 0,0 0 0 0,0-1 0 16,0 1-384-16</inkml:trace>
  <inkml:trace contextRef="#ctx0" brushRef="#br0" timeOffset="118721.77">7549 9336 3679 0,'-1'0'320'0,"0"0"-320"0,1 0 0 0,0 0 0 0,0 0 1040 15,-1 0 144-15,1 0 32 0,-1 0 0 0,1 0 320 0,-1 0 80 16,0 0 16-16,1 0 0 16,0 0-96-16,0 0 0 0,0 0-16 0,1 0 0 15,0 0-240-15,1 0-64 0,1 0 0 0,1 0 0 0,0 0 144 0,2 0 32 16,0 0 0-16,1 0 0 0,-7 0-352 0,0 0-64 15,25-5-16-15,-17 3 0 0,2 0-176 0,-1-1-32 16,0 1-16-16,1 0 0 0,1-1-176 0,-2 0-48 16,1 1 0-16,0 0 0 0,0 0-80 0,1-1-32 15,0 1 0-15,-1-1 0 0,0 1-144 0,1 1-16 16,0 0-16-16,2-2 0 0,-13 3-32 0,25-5-16 16,-25 5 0-16,26-3 0 0,-26 3-176 0,29-1 160 15,-29 1-160-15,33-2 160 0,-33 2-160 0,32 0 0 0,-32 0 0 0,37 0 0 16,-37 0 0-16,41-2 0 0,-41 2 0 15,43-3 0-15,-43 3 0 0,42-5 0 0,-20 0 0 0,0 0 0 16,2 1 0-16,0-1 0 0,1 2 0 0,0-1 0 16,3 2 0-16,1-1 0 0,1 1 0 15,2 0 0-15,-1 1 0 0,-2-1 0 0,-1 0 128 16,0-1-128-16,2 1 0 0,-3 0 0 0,1 2 0 0,1-1 128 16,1 2-128-16,0-1 0 0,2 2 0 0,-1-2 128 15,4 2-128-15,-3-4 0 0,1 2 144 0,-1-3-144 0,-1 1 0 16,-1 0 128-16,2 0-128 0,-1-1 0 15,3-1 0-15,1 1 128 0,1-1-128 0,1-2 0 16,2 2 0-16,-1-1 0 0,0-1 0 0,-2 0 128 0,1 1-128 16,1-1 0-16,0 0 0 0,1 2 128 0,4-1-128 15,0 0 192-15,1 3-64 0,-1-3 0 0,-2 3-128 16,0-1 0-16,3 0 128 0,1-1-128 0,2 0 0 0,1 1 0 16,1 1 0-16,-2 0 0 0,-3 0 0 0,1-1 0 15,0 0 0-15,1 1 0 0,-1-3 0 0,1 1 0 16,3 1 0-16,-7 2 128 0,-3 0-128 0,1-1 0 0,1 2 0 0,-1-2 128 15,0 2-128-15,-2-1 0 0,-1 2 0 0,-2 1 128 16,-3 0-128-16,-32-2 0 16,57 4 0-16,-57-4-12352 0,44 10-2464 0</inkml:trace>
  <inkml:trace contextRef="#ctx0" brushRef="#br0" timeOffset="119457.13">7528 9320 13823 0,'0'0'1216'0,"0"-2"-960"0,1 2-256 16,-1 0 0-16,0 0 2032 0,0 0 352 16,0 0 80-16,0 0 16 0,-1-1 912 0,0 1 176 0,1 0 32 0,-1 0 16 15,0 0-1824-15,0 1-352 16,0 1-80-16,1 0-16 0,-1 0-896 0,1 5-192 0,0 0-48 0,0 3 0 15,0-10-208-15,2 26 0 0,-2-26 0 0,2 38 0 0,-2-38 0 0,5 50 0 16,-5-50 0 0,6 56 0-16,-3-24 0 0,-1 0 0 15,1 0 0-15,-3 0 0 0,0 2 0 0,0-4 0 16,0-3 0-16,-1 1 0 0,-2-1 0 0,-1 1 0 0,0-4 0 16,-1 2 0-16,-1 0 0 0,0 0 0 0,-2-2 0 15,1-1 0-15,-1-1 0 0,0-1 0 0,1-5 0 16,-1 1 0-16,1-3 0 0,1 1 0 0,2-1 0 15,-1-4 0-15,1 1 0 0,1-5 0 0,1-2 0 0,0 0 0 16,0-3 0-16,2-2 0 0,-1-1 0 0,1-3 0 16,-1-4 0-16,1-1 0 0,0-4 128 0,0-3-128 15,0-1 0-15,-2-1 144 0,0-1-144 0,-2 1 128 16,-2 1-128-16,-2-2 0 0,-1 4 0 0,-3-1 0 0,-1 3 0 16,-2 2 0-16,-1 3 0 0,2 2 0 0,1 4-128 15,2 5 128-15,0 1-160 0,1 2 160 0,-1 4-160 0,2 3 160 16,1 2-160-16,0 1 160 0,0 1 0 0,0 0 0 15,0 1-128-15,1-2 128 0,1-1 0 0,3-5 0 16,1-1 0-16,2-1 0 0,0-7 0 0,0 0 0 16</inkml:trace>
  <inkml:trace contextRef="#ctx0" brushRef="#br0" timeOffset="119802.49">8056 9388 21183 0,'-2'0'944'0,"0"0"192"0,1 0-912 0,0 0-224 0,0 2 0 0,0-2 0 0,0 0 2896 16,-1 3 544-16,0 0 96 0,0 1 32 0,-2 6-1248 0,0-3-240 15,1 2-48-15,1 3-16 0,2-12-1424 0,-3 26-272 16,0-9-64-16,0 4-16 0,1 3-240 16,-3-2 0-16,0 1 0 0,1-2 0 0,-1 1 0 0,-1-4 0 15,1-1 0-15,0-3 0 16,1-2-224-16,0-2-96 0</inkml:trace>
  <inkml:trace contextRef="#ctx0" brushRef="#br0" timeOffset="120115.53">7698 9740 4607 0,'-2'-1'400'0,"0"1"-400"31,1 0 0-31,1 0 0 0,0 0 2176 0,0 0 368 16,-1 0 64-16,-1 0 16 0,0 0 768 0,0 0 144 0,2 3 48 15,0-3 0-15,1 2-1776 0,1 0-336 0,2 0-80 0,0-1-16 16,1 1-272-16,-5-2-48 0,0 0-16 0,0 0 0 16,38 0-128-16,-38 0-16 0,30-5-16 0,-11 3 0 15,-19 2-320-15,46-10-64 0,-17 6-16 0,3-1 0 16,4-1-352-16,1 0-128 15,1 0 0-15,-1 0 144 0,3-1-144 0,-2-2 0 0,-4 4 0 0,0-2 0 16,2 3 0-16,-1-1 0 0,1 2 0 0,-4 0 0 16,-1 1 0-16,-31 2-144 0,49-2 144 0,-49 2-160 15,33 0-672-15,-33 0-128 16,0 0-16-16,0 0-15984 0</inkml:trace>
  <inkml:trace contextRef="#ctx0" brushRef="#br0" timeOffset="120883.71">7955 9862 9215 0,'-2'0'816'0,"2"-2"-656"0,0 2-160 0,0 0 0 0,0 0 1984 15,-1 0 384-15,0 0 64 0,0 0 0 0,-1 0 960 0,-1-2 192 16,1 2 48-16,0-2 0 16,0 2-1456-16,0-1-272 0,0 1-64 0,0 1-16 15,-1-1-992-15,1 0-192 0,0 2-32 0,-1 0-16 16,2-2-320-16,-1 2-64 0,0-1-16 0,1-2 0 0,1 1-192 0,0 0 128 16,0 0-128-16,-1 0 0 0,1 3 0 0,0-3 0 15,-1 2 0-15,1 1 0 16,0-1 0-16,0 0 0 0,-1 3 0 0,0 0 0 15,-1 0 0-15,0 4 0 0,-1-2 0 0,-1 3 0 0,3 2 0 0,-3 2 0 16,0 2 0-16,1 1 0 0,-2-1 0 0,0 1 0 16,0 0 0-16,-1 1 0 0,1 2 0 0,-2-1 0 15,1-2 0-15,1 0 0 0,-1-2 0 0,2-1 0 0,0-2 0 16,0-2 0-16,2-3 0 0,1-2 0 0,1-3 0 0,0-2 0 16,0-2 0-16,1-3 0 0,0-1 0 0,1-3 0 15,0 1-176-15,1-2-16 0,0-2-16 16,-1-2 0-16,2-3-240 0,-1 0-32 0,-1 1-16 0,1 0 0 15,-2 1 352-15,1-2 144 0,-2 2-128 0,1 0 128 16,-1 3 0-16,0 0 0 0,-1 2 0 0,0 1 176 16,2 2 320-16,0 0 64 0,1 2 16 15,0 1 0-15,0 1-176 0,1 0-16 0,0 1-16 16,1-2 0-16,1 1-160 0,0 0-16 0,3-1-16 0,-1-1 0 16,2 0-176-16,1 1 160 0,2-1-160 15,-1 0 160-15,-11 5-160 0,26-6 0 0,-26 6 0 0,0 0 0 16,38-1 0-16,-38 1 0 0,0 0 0 0,0 0 0 0,41 19 0 0,-41-19 0 15,0 0 0-15,0 0 0 0,22 40 0 16,-22-40 0-16,3 31 0 0,-5-14 0 0,-1-1 0 0,-2 1 0 16,1 2 0-16,-2-3 0 0,1 2 0 15,0-2 0-15,1-4 0 0,2 0 0 16,1-1 0-16,1-11 0 0,0 0 0 0,0 0-12544 16,0 0-2512-16</inkml:trace>
  <inkml:trace contextRef="#ctx0" brushRef="#br0" timeOffset="121088.73">8196 10042 17503 0,'0'-2'1552'0,"0"1"-1232"16,0 0-320-16,1-1 0 0,-1 2 2896 0,0 0 528 16,0-3 96-16,0-1 32 0,1 1-736 0,-1 1-128 15,0-1-48-15,-1 3 0 0,0 1-1872 0,0 3-384 16,-1 1-80-16,0 4-16 0,-1 1-288 0,1 4 160 15,-1-1-160-15,2-2 128 0,-1-1-128 0,0 3 0 16,-1 4 144-16,0 2-144 0,1 1 0 0,1-2 0 16,-1-1 0-16,2-6-18288 0</inkml:trace>
  <inkml:trace contextRef="#ctx0" brushRef="#br0" timeOffset="121521.2">8669 9744 911 0,'-3'2'0'0,"1"-2"0"15,1 2 0-15,0-2 0 0,0 1 3280 0,1-1 576 16,0 2 112-16,-1-2 32 0,1 3 16 0,0-1 0 15,1 0 0-15,2 1 0 0,-3-3-1376 0,0 0-272 16,0 0-48-16,34 2-16 0,-34-2-1312 0,32-7-272 0,-15 2-48 0,2 0-16 16,0 1-464-16,1-3-192 0,0 4 176 0,-1-2-176 15,-1 0 0-15,0 1 0 0,-18 4 0 0,32-5 0 32,-32 5-432-32,26-5-80 0,-26 5 0 0,21-4-17024 0</inkml:trace>
  <inkml:trace contextRef="#ctx0" brushRef="#br0" timeOffset="121702.45">8884 9578 23951 0,'-4'-9'2128'0,"2"6"-1696"0,1-1-432 0,0 3 0 0,0 1 2384 16,1 0 400-16,0 0 80 0,0 1 16 16,0 3-752-16,0 1-144 0,0-5-16 0,-2 23-16 0,2-6-1344 0,-3 2-272 15,0 5-48-15,-2 0-16 16,0 2-272-16,-2 2 0 0,0 0 128 0,-1 1-128 15,1-3 0-15,1-3 0 0,3-1 0 0,1-6 0 16,2-16-288-16</inkml:trace>
  <inkml:trace contextRef="#ctx0" brushRef="#br0" timeOffset="121958.74">9815 9296 19343 0,'1'0'848'0,"-1"0"192"0,0 1-832 0,-1 0-208 16,-1-1 0-16,0 2 0 0,0 1 2000 0,-2 2 368 15,-3 2 64-15,-2 5 0 0,-2 4-368 0,-1 3-80 0,0 1 0 0,0 3-16 0,0 0-672 0,1 0-128 16,3 0-16-16,2-5-16 15,2-1-752-15,2-3-128 0,2-14-48 0,0 0-17904 0</inkml:trace>
  <inkml:trace contextRef="#ctx0" brushRef="#br0" timeOffset="122286.33">9330 9649 6447 0,'0'0'576'0,"1"2"-576"16,-1-2 0-16,1 0 0 0,0 0 2304 0,-1 1 336 15,3 1 80-15,-3-2 16 0,0 0 640 0,0 0 128 16,0 0 16-16,43 0 16 0,-43 0-832 0,32-2-160 16,-32 2-48-16,46-3 0 0,-46 3-1600 0,54-3-320 0,-24-1-64 0,0 0 0 15,1 1-384-15,1 0-128 16,0 3 0-16,0-2 144 0,-1 2-144 0,-1 0 0 0,1-2 0 0,0-1 0 16,2-1 0-16,-2-1 0 0,-1 0 0 0,-2-2 0 15,-1 0 0-15,-3 0-224 0,-1-3 48 16,-3 4-17424-16</inkml:trace>
  <inkml:trace contextRef="#ctx0" brushRef="#br0" timeOffset="122806.12">9609 9817 18431 0,'-1'0'816'0,"0"0"160"0,1 1-784 15,0 1-192-15,0-1 0 0,0 0 0 0,0 2 2816 0,-1 1 512 16,0 3 96-16,-1 5 32 16,0 2-1152-16,-2 5-240 0,-2 2-32 0,0 1-16 0,-1-1-1440 0,0 1-272 0,-1 1-64 0,0-1-16 15,0-1-64-15,0-2-16 0,1 0 0 16,-1-4 0-16,3-1-144 0,1-5 0 0,1-2 0 0,2-2 0 15,0-2 0-15,0-1 0 16,2-2 0-16,0-3 0 16,1 1-576-16,1-5 0 0,1-1 0 0,1-1 0 15,1-3-1984-15,1-2-384 0,-1 0-64 0,1-4-32 16,-1 0 480-16,0-2 80 0,0 0 32 0,-1 1 0 0,-1 0 2448 0,0 0 432 0,1-2 112 0,-2 4 32 16,2 3 2112-16,1 2 416 0,-2 3 96 0,2 2 0 15,-1 1-592-15,1 2-128 0,0-1-32 0,1 1 0 16,-1 1-1424-16,3 1-272 0,0-1-64 0,2-2-16 0,-11 5-336 0,0 0-64 15,35-4-16-15,-35 4 0 0,0 0-128 0,37 1-128 16,-37-1 192-16,0 0-192 0,38 9 0 0,-38-9 0 16,0 0 0-16,0 0 0 15,38 30 0-15,-38-30 0 0,0 0 0 0,11 40 0 0,-11-40 0 0,-1 36 0 16,-3-17 0-16,-1 1 0 0,-2 0 0 16,0-2 0-16,0-3 0 0,1-1 0 0,0-2 0 0,1-2 0 15,2 2 0-15,-1-5 0 0,1 0 0 0,0-2 0 16,0 0 0-16,1-3-12800 0,1-2-2688 0</inkml:trace>
  <inkml:trace contextRef="#ctx0" brushRef="#br0" timeOffset="123255.52">9941 10012 11967 0,'-2'0'1072'0,"1"0"-864"15,0 0-208-15,1 0 0 16,0 0 2736-16,0 0 496 0,-1 1 96 15,0 0 32-15,0-1-160 0,1 0-16 0,0-2-16 0,2 2 0 16,1-3-1696-16,1 1-320 0,0-1-80 16,2 1-16-16,-6 2-528 0,0 0-96 0,0 0-32 15,31-2 0-15,-31 2-272 0,0 0-128 0,0 0 128 0,37 5-128 0,-37-5 0 0,0 0 0 16,0 0 128-16,0 0-128 16,28 31 0-16,-28-31 0 0,0 0 0 0,0 0 0 15,0 30 0-15,-2-22 0 0,-2 1 0 0,0-2 0 16,1 0 0-16,-1-2 0 0,1-1 0 0,2 1 0 15,1-1 0-15,1-1 0 0,-1-3 0 0,0 0 0 16,0 0 0-16,0 0 0 0,0 0 0 0,0 0 0 0,43 14 224 0,-43-14 16 16,0 0 0-16,41 3 0 0,-41-3 32 15,42-3 16-15,-42 3 0 0,43-3 0 0,-43 3-288 0,45-8 0 16,-16-1 0-16,3-1-19040 16</inkml:trace>
  <inkml:trace contextRef="#ctx0" brushRef="#br0" timeOffset="124077.28">12205 8758 10127 0,'-1'0'896'0,"1"0"-704"0,0 0-192 0,1 0 0 16,-1 0 1568-16,-1 0 288 0,1 0 48 0,-1 0 16 15,1 0 880-15,0 0 176 0,0 0 32 0,1 0 16 16,2 0-816-16,-1 0-160 0,4 0-48 0,0 2 0 16,2-2-752-16,-8 0-160 0,0 0-16 0,29 1-16 15,-29-1-608-15,25 1-112 0,-25-1-16 0,27 0-16 0,-27 0-160 16,0 0-16-16,39 5-128 0,-39-5 192 0,27 2-192 0,-27-2 0 15,26 1 0-15,-26-1 0 0,0 0-240 0,27-1-32 16,-20-1-16-16,-3 0-17376 16</inkml:trace>
  <inkml:trace contextRef="#ctx0" brushRef="#br0" timeOffset="124284.06">12184 8962 18303 0,'-5'2'400'0,"1"-2"96"0,1 0 16 0,1 1 0 0,2-1-512 0,-1 1 0 0,1-1 0 0,-1 2 0 16,-1-1 2960-16,0 3 496 0,0-1 112 0,2-1 16 15,1 3-1856-15,1-3-352 0,-2-2-80 0,0 0-16 16,0 0-464-16,0 0-112 0,40 6 0 0,-26-7-16 16,1-1-112-16,1-3-32 0,2 2 0 0,0-1 0 15,1 1-416-15,0-2-128 0,1 1 0 0,0 0-17872 16</inkml:trace>
  <inkml:trace contextRef="#ctx0" brushRef="#br0" timeOffset="124885.63">13688 8248 23039 0,'-2'-2'2048'0,"0"1"-1648"0,2 1-400 0,-1-1 0 16,1 1 2048-16,0 0 336 0,0 0 64 15,1 0 16-15,0 0-48 0,2 0-16 16,0-1 0-16,4 1 0 0,0-3-1680 0,3 0-336 16,-1 0-64-16,2-4 0 0,0 2-112 0,1-3-16 0,1-1 0 0,1-2 0 0,0-1-192 0,-1 2 144 31,-1-2-144-31,-3-1 128 0,0 0-128 0,-3 1 0 0,0 2 0 0,-3-1 0 0,-1-1 0 0,-3 3 0 16,-1 1 0-16,-4 1 0 15,-2 0 0-15,-3 5 0 0,-2-3 0 0,-2 5 0 16,-2 3 0-16,-1 3 0 0,-1 2-144 15,0 4 144-15,2 0 0 0,-1 2-192 0,2 1 192 0,2 0-160 16,0 4 160-16,2-1 0 0,1 0-144 0,3-1 144 0,3-2 0 0,5-15 0 16,0 0 0-16,1 35 0 15,-1-35 0-15,0 0 0 0,0 0 0 0,37 25 0 0,-37-25 0 16,31 3 0-16,-15-3 0 0,0-3 0 0,1-2 0 16,0 1 0-16,0-3 0 0,-3 2 0 0,1-2 0 0,-3 2 0 15,-2 0 0-15,-2 1 0 0,-2 1 0 0,-2 3 0 16,-1 0 0-16,-3 0 0 0,0 3 0 0,-2 1 0 15,-3 3 0-15,-1 4 0 0,-3 2 0 16,-2 2 0-16,-1 4 0 0,-2 2 0 0,1 2 0 0,-1 3 0 16,-3 3 0-16,-1 0 0 0,1 0 0 0,1-2 0 15,0-1 0-15,4-4 0 0,1-3 0 0,3-2 128 16,3-1-128-16,1-6 128 0,4-10-128 0,0 0 0 16,0 0 0-16,0 0-18768 0</inkml:trace>
  <inkml:trace contextRef="#ctx0" brushRef="#br0" timeOffset="125217.14">14069 8170 34095 0,'-3'0'1504'0,"0"2"320"0,1-1-1456 0,1 0-368 0,-1 1 0 0,-1 1 0 16,-1-1 1376-16,0 2 208 0,-4 2 32 0,-2 3 16 15,-2 1-992-15,0 0-192 0,1 1-32 0,1-4-16 16,0 3-224-16,2-1-48 0,0 0-128 0,1 1 192 15,1 0-192-15,1-1 176 0,1 1-176 0,4-10 160 16,0 0-160-16,-2 33 0 0,2-33 0 0,0 0 0 0,0 0 0 16,25 39 0-16,-25-39 0 0,0 0 0 15,39 29 0-15,-39-29 0 0,32 18 0 0,-32-18 0 0,0 0 0 0,43 26 0 16,-43-26 0-16,0 0 0 0,32 20 0 16,-32-20 0-16,0 0 0 0,0 0 0 15,0 0 0-15,0 0 0 0,0 0 0 0,0 0 0 0,0 0 0 16,-3 30 0-16,-7-25 128 0,-2-1-128 0,-3 1 0 0,-2 1 0 15,-3-1 0-15,-3 0 0 0,-1-3 0 16,-3 3 0-16,-3-2 0 0,2 1 0 0,3-1-128 0,1-1-128 0,3-2 0 16,3-3-18272-1</inkml:trace>
  <inkml:trace contextRef="#ctx0" brushRef="#br0" timeOffset="125423.51">13913 8194 23039 0,'1'-1'1024'0,"0"1"192"0,0 0-960 0,-1 0-256 0,0 0 0 16,1 0 0-16,0 1 2464 0,0 1 448 16,1-2 96-16,4 2 0 0,-6-2-1024 0,0 0-192 0,31 2-64 0,-17-4 0 0,3 0-1232 15,2-1-256 1,1-1-48-16,0 1-16 0,0-1-176 0,-1 1 0 16,0-2 144-16,-1 3-144 0,-2 0 0 0,0 2 0 0,0-2 0 0,-2 2 0 31,-14 0-832-31,0 0-128 0,31 5-16 0,-31-5-16176 0</inkml:trace>
  <inkml:trace contextRef="#ctx0" brushRef="#br0" timeOffset="125637.58">14225 8416 26719 0,'-3'3'1184'0,"1"-1"240"0,2-2-1136 15,0 2-288-15,0-2 0 0,0 0 0 0,1 0 1856 0,0 1 304 16,1 1 64-16,0-2 16 0,-2 0-384 0,0 0-80 0,0 0-16 16,0 0 0-16,0 0-1056 0,0 0-192 15,26 33-64-15,-26-33 0 0,0 0-320 0,0 0-128 16,0 0 0-16,23 37 0 0,-23-37 0 0,0 0 0 16,0 0 0-16,0 0-19008 15</inkml:trace>
  <inkml:trace contextRef="#ctx0" brushRef="#br0" timeOffset="126689.79">14490 8208 16575 0,'-2'-3'1472'0,"1"3"-1168"16,1-2-304-16,0 1 0 0,1 1 1632 0,0 0 272 0,1-2 48 0,0 2 16 16,0-2 1024-16,3 0 208 15,2 0 32-15,0 1 16 0,1 1-1504 0,1 0-288 0,1 0-64 0,-10 0-16 16,0 0-960-16,31 6-192 0,-31-6-32 16,0 0-16-16,0 0-176 0,37 13 192 15,-37-13-192-15,0 0 192 0,0 0-192 0,0 0 0 0,33 24 0 0,-30-22 0 16,0 3 0-16,-3 0 0 15,0-1 0-15,0 1 0 0,-4 1 0 0,-1 0 0 0,-1 1 0 0,-2 0 0 16,1 1 0-16,-2 1 0 0,-2 0 0 16,0 1 0-16,0 0 0 0,0 1 0 0,0 0 0 0,1 0 0 15,2-2 0-15,2 0 0 0,1 1 0 0,1-3 0 16,4-7 0-16,0 0 0 0,0 0 0 0,0 0 0 16,0 0 0-16,9 38 0 0,-9-38 0 0,0 0 0 15,0 0 0-15,38 5 0 0,-25-5 128 0,0-4-128 16,3 0 0-16,1-2 0 0,1-2 0 0,1-1-12240 15,1 0-2480-15</inkml:trace>
  <inkml:trace contextRef="#ctx0" brushRef="#br0" timeOffset="127125.65">15002 8063 28559 0,'-3'2'1264'0,"0"-1"272"0,1 1-1232 0,0 0-304 16,-1 0 0-16,1 0 0 0,-1 1 1856 0,-2 2 320 0,-4 2 64 0,-3 2 16 15,-1 3-1008-15,-1 2-208 0,2-2-32 0,0 2-16 16,4-2-656-16,0 0-128 0,3-1-16 0,2 0-16 16,3-11-48-16,0 0 0 15,0 0 0-15,7 36 0 0,-7-36-128 0,0 0 0 16,0 0 144-16,36 37-144 0,-36-37 0 0,0 0 0 16,45 33 0-16,-45-33 0 0,0 0 0 0,44 34 0 15,-44-34 0-15,0 0 0 0,36 30 0 0,-36-30 0 0,0 0 0 0,0 0 0 0,0 0 0 16,21 38 0-16,-21-38 0 0,-6 12 0 0,0-5 0 0,-2-1 0 15,-1 0 0-15,-3-1 0 0,-2-1 0 0,-1 1 0 16,0-2 0-16,-3-1 0 0,-3 0 0 0,0-1 0 16,1-1 0-16,3-1 0 15,2-1 0-15,1-2 0 0,3-1 0 0,1 0 0 0,4-3 0 0,0 2 0 16,4 1 0-16,2 0 0 0,1 0 0 0,2 0 0 16,4 1 0-16,0-3 0 0,2 0 0 0,3-1 0 15,1-1 0-15,0-2 0 16,-1 3 0-16,2-2 0 0,2-3 0 0,2-2 0 0,0 1 0 15,2-3 0-15,-1 0 0 0,0 1 0 0,-1 0 0 0,-5-1 0 16,0 3 0-16,-3-1 0 0,-4 1 0 0,-2-2 0 0,-2 2 0 0,-4-1 128 16,-3 1-128-16,-4 3 0 0,-2 1 0 0,-2 2 0 15,-2 2 0-15,-4 3-208 16,-2 3 48-16,-3 3-12080 0,-1 4-2416 0</inkml:trace>
  <inkml:trace contextRef="#ctx0" brushRef="#br0" timeOffset="127460.17">15181 8296 9215 0,'-8'5'816'0,"4"-4"-656"0,1 1-160 0,2-1 0 16,0 1 2832-16,1-2 544 0,0 0 96 0,1 0 32 15,1 0-240-15,1-2-64 0,2 1 0 0,3-1 0 16,2 0-1392-16,3-3-272 0,1 0-64 0,1 1-16 0,2-3-736 0,1 2-144 15,0 0-16-15,0 0-16 16,1 1-352-16,-3 1-192 0,-1 1 192 0,-1 0-192 16,-1 1 0-16,-2 1 0 0,-11 0 0 0,0 0-18128 15</inkml:trace>
  <inkml:trace contextRef="#ctx0" brushRef="#br0" timeOffset="128587.89">15671 8243 25791 0,'2'0'2304'0,"0"1"-1856"16,0-1-448-16,-1-1 0 0,0 1 1824 0,1 0 272 15,1-3 48-15,3 1 16 0,1 0-464 0,2-5-96 16,1 1 0-16,-1-2-16 0,1 1-944 0,1-3-192 0,-2-2-48 0,1 2 0 15,-2-3-240-15,1 1-160 16,-2 0 192-16,0 0-192 0,-2 0 128 0,-2 1-128 16,-1 1 0-16,-3 0 0 0,-1 3 0 0,-3 2 0 0,0 1 0 0,-3 1 0 0,-3 3 0 0,1 0 0 31,0 3 0-31,-1 1 0 0,-2 4 832 0,-1-1 144 16,0 2 48-16,1 1 0 15,2 1-1664-15,0-3-320 0,2 2-64 0,1-1 0 0,2 0 832 16,1-2 192-16,2 0 0 0,1-2 0 0,3-1 0 0,1-1 0 15,-2-3 0-15,0 0 0 0,0 0 0 0,0 0 0 0,31 6 0 0,-22-6 0 16,0-1 0-16,0-2 0 0,0 3 0 0,0-2 0 16,0 0 0-16,0 1 0 0,-3 1 0 0,0-2 0 15,-2 4 0-15,-2-1 0 0,0 3 0 0,-1 0 0 16,-1-4 0-16,0 0 0 0,0 0 0 0,-6 37 0 16,6-37 0-16,-10 27 0 0,2-7 0 0,-2 2 0 15,0 4 0-15,-2 2 0 0,0 1 0 0,0 1 0 16,0 1 0-16,1-2 0 0,3-6 0 0,0-2 0 15,8-21 176-15,-8 34-176 0,8-34 192 0,-5 24-192 0,5-24 0 16,0 0 0-16,0 0 0 0,0 0-12240 16,0 0-2480-16</inkml:trace>
  <inkml:trace contextRef="#ctx0" brushRef="#br0" timeOffset="128969.81">15908 8182 25791 0,'-1'2'1152'0,"1"-2"224"0,0 0-1104 0,0 0-272 0,0 1 0 0,0-1 0 16,1 0 2144-16,0 1 368 15,2-1 80-15,0 0 16 0,3 2-1216 0,0-2-240 0,3-2-64 0,1 1 0 16,1-2-544-16,1 0-112 0,2-2-32 0,1 3 0 16,0-3-224-16,-1 3-48 15,-1 0-128-15,-2 1 192 0,-11 1-192 0,0 0 0 0,27 6 0 0,-27-6 0 16,0 0 0-16,0 0 0 0,0 0 0 0,0 0 0 15,8 46 0-15,-15-34 0 0,-2 2 0 0,0 1 0 16,-2-3 0-16,-2 4 0 0,-3 1 0 0,-2-3 0 16,-2 2 0-16,-2-1 0 0,0 2 0 0,0-3 0 0,4-2 0 0,3-3 0 15,2 0 0-15,4-1 0 0,4-4-128 0,1-1 128 16,4 0 0-16,1-1 0 0,1 0 0 0,-2-2 0 16,0 0 0-16,21-2 0 0,-10 0 0 0,2-1 0 15,1-2 0-15,0 3 0 0,2-3 0 0,1 0 0 16,-1 1 0-16,2 1 0 0,-2-1 0 0,-1 1 0 15,0 1 0-15,-2-1 0 0,0-1 0 0,-2 3 0 0,-2-1 0 16,-2 0 0-16,1 0-256 0,-2 0-112 0,0-1-16 0,-1 0-17376 31</inkml:trace>
  <inkml:trace contextRef="#ctx0" brushRef="#br0" timeOffset="129171.26">16186 8279 23039 0,'0'2'2048'0,"0"0"-1648"0,0-1-400 0,0 1 0 16,0-2 2896-16,1 0 496 0,1 2 112 16,0 0 16-16,-2-2-1472 0,0 0-272 0,0 0-64 0,0 0-16 0,36 12-1120 0,-36-12-208 31,0 0-48-31,30 3-16 0,-30-3-304 0,0 0 128 16,27 3-128-16,-27-3 0 0,0 0 0 0,0 0 0 0,25 2 0 0,-25-2 0 15,0 0-400-15,0 0-144 0</inkml:trace>
  <inkml:trace contextRef="#ctx0" brushRef="#br0" timeOffset="129563.39">16627 7999 15663 0,'-4'-2'1392'0,"2"1"-1120"0,1 1-272 0,0 0 0 15,0-2 1728-15,1 2 304 0,0 0 48 0,-1 0 16 16,0 0 656-16,1-1 128 0,-1 0 16 0,-1 1 16 16,2 0-1312-16,-2 0-272 0,1 2-48 0,-2 1-16 15,0 2-688-15,-2 3-144 0,-1 2-32 0,-2 4 0 0,0 3-192 0,-3 0-32 16,-1 4-16-16,0 0 0 0,0 3-32 0,0 0-128 16,0 0 192-16,1-1-64 0,1-2 0 0,-1 3 0 15,0 2 0-15,0 0 0 0,2 0 64 0,2-3 0 16,7-23 0-16,-7 39 0 0,7-39-192 0,0 0 0 15,0 0 0-15,8 36 128 0,-8-36-128 0,0 0 0 16,0 0 0-16,24-2 0 0,-16-1 0 0,1-4 0 16,1-1 0-16,-1-1 0 0,1-2 0 0,-2 1 0 15,0-2-176-15,-1 0 176 0,0 0 0 0,-2 0-128 0,-1 1 128 0,-1 2 0 16,-2 1 0-16,-1 1 0 0,-1 0 0 0,-2 2 0 16,-1 2 0-16,1 1 0 0,-3 2 0 0,0 2 0 15,-3 1 0-15,0 2 0 0,0-1 0 0,-1 2 0 16,3 0-160-16,0-1 160 0,0 1-192 0,1-3 192 31,3 0-1216-31,0-1-128 0</inkml:trace>
  <inkml:trace contextRef="#ctx0" brushRef="#br0" timeOffset="130002.27">16754 8155 23951 0,'4'-5'1056'0,"0"2"224"0,0 0-1024 0,-1 0-256 0,-2 0 0 0,0 1 0 0,0 2 1968 0,1-2 336 16,1 0 64-16,0-3 0 16,-1 2-1152-16,-1 1-256 0,-1 2-32 0,-2 0-16 0,-3 2-400 0,-1 3-96 15,-2 2-16-15,-2 4 0 0,-2 2-208 0,-2 3-64 16,-1 2 0-16,0 2 0 16,4-3-128-16,-1 1 0 0,2 2 144 0,2-1-144 0,8-19 416 0,-7 36 16 15,7-36 0-15,0 0 0 16,11 38-128-16,-11-38-32 0,0 0 0 0,36 16 0 15,-36-16-272-15,39 3 128 0,-16-4-128 0,2-1 0 0,-1-4 192 0,1-1-192 16,1-1 192-16,-1-2-192 0,-2-1 128 16,-2 1-128-16,-1 1 0 0,-4 0 0 0,-2 1 0 0,-2-1 0 0,-2 2 0 0,-4-1 0 15,-2 2 0-15,-3 0-144 16,-2 0 144-16,-4 1-192 0,-1 0-528 16,-4 0-112-16,-2 0-32 0,-1 1 0 0,1-3-1872 15,-1 2-368-15,0-2-80 0,0 0-16 16,3-1 880-16,1 1 160 0,1 0 48 0,3 3 0 0,-1-1 3712 0,2 4 736 15,0 1 160-15,1 1 16 0,1 1-16 0,0 3 0 0,0-1 0 16,0 4 0-16,2-8-896 0,0 0-192 0,-8 36-48 16,8-36 0-16,-14 40-720 0,4-12-160 0,-2 0-32 15,-2 6 0-15,0-1-256 0,-1-2-64 0,1-3-128 16,3-2 192-16,11-26-192 0,-12 38 0 0</inkml:trace>
  <inkml:trace contextRef="#ctx0" brushRef="#br0" timeOffset="130706.18">12945 8874 20271 0,'3'-3'1792'0,"-1"1"-1424"0,0 2-368 0,-1 0 0 15,0 2 1488-15,2-2 240 0,2 0 32 0,-5 0 16 16,0 0-192-16,34 3-48 0,-34-3 0 0,36 4 0 15,-36-4-400-15,40 1-96 0,-40-1-16 0,46-1 0 16,-19 1-128-16,2 1-48 0,1-2 0 0,2 1 0 0,4 0-448 0,-1-2-80 16,2-2-32-16,-1 1 0 15,1 0-96-15,2-1-32 0,3 2 0 0,2-1 0 0,4 0-32 0,2 1 0 16,2 0 0-16,1 0 0 0,0-1-128 0,3-2 0 16,3 3 0-16,3 0 128 15,6-2-128-15,-3 0 0 0,-1-2 0 0,4 1 0 0,2 0 0 16,4-2 0-16,3 2 0 0,-2-2 0 0,-1 0 0 0,3 0 0 15,2 1 0-15,-1 0 0 0,-2 3 192 0,-1-1-64 16,1-1 0-16,2 1 0 0,3 3 32 0,-2-1 0 16,-4 0 0-16,4 2 0 0,1-2-160 0,0 2 128 15,-2 2-128-15,1-4 128 0,1 1-128 0,0-1 0 0,-2 2 0 0,0 0 0 16,1-3 0-16,0 0 0 16,0 0 128-16,-2 1-128 0,-4-1 0 0,3 0 0 0,2-1 0 0,-1-1 0 15,-6 2 128-15,0 0-128 16,0-1 128-16,-1 2-128 0,-2-1 128 0,-2 0-128 0,-4 0 128 15,-5 0-128-15,-3-1 0 0,-5 1 0 0,-5-1 0 0,-3 1-19104 16</inkml:trace>
  <inkml:trace contextRef="#ctx0" brushRef="#br0" timeOffset="157638.2">13384 9484 6447 0,'-3'1'576'0,"2"-1"-576"0,0 0 0 0,0 0 0 0,0 0 1008 0,1 0 80 15,0 1 32-15,-1-1 0 0,0 2 1104 16,0-2 208-16,0 0 64 0,0 1 0 16,0 0-240-16,1-1-32 0,0 0-16 0,0 0 0 0,0 0-304 0,0 2-64 15,0-2-16-15,0 0 0 0,1 0-624 0,1 0-128 16,0-2-32-16,1 2 0 0,1 0-496 16,-1-2-96-16,2 2-32 0,0-3 0 0,0 1-112 15,0 2-32-15,0-3 0 0,2 3 0 0,-7 0-112 0,0 0-32 0,0 0 0 16,29-2 0-16,-29 2-128 0,0 0 0 15,0 0 0-15,0 0 128 0,38 15-128 16,-38-15 0-16,0 0 0 0,0 0 0 0,0 0 0 0,24 40 0 0,-24-40 0 16,2 23 0-16,-4-11 0 0,0-1 0 15,-2 1 0-15,-1-1 0 0,-1 1 0 0,0-1 0 16,-4 2 0-16,-1 1 0 0,-1 2-640 16,-1-2-48-16,-1 3-16 0,1-3 0 0,2 0-1088 0,3-4-208 15,2-1-48-15,2-1-16 0,2-2 1488 0,0 2 288 0,2-8 64 0,0 0 16 16,0 0 384-16,0 0 80 0,0 0 0 15,0 0 16-15,0 0 1008 0,0 0 192 0,39 11 32 0,-39-11 16 16,0 0-368-16,23-7-64 0,-23 7 0 0,19-7-16 16,-19 7-624-16,20-7-128 0,-20 7-32 0,0 0 0 15,28-5-160-15,-28 5-128 0,0 0 144 0,0 0-144 16,28-5 0-16,-28 5 0 0,0 0 0 0,0 0-18496 16</inkml:trace>
  <inkml:trace contextRef="#ctx0" brushRef="#br0" timeOffset="157821.39">13727 9597 32255 0,'0'0'1424'0,"0"0"304"0,0 0-1392 0,0 0-336 0,0 0 0 0,1 23 0 16,-1-23 1536-16,0 0 256 0,0 0 32 0,0 0 16 15,13 38-1008-15,-13-38-208 0,0 0-48 0,0 0 0 16,0 0-448-16,0 0-128 0,39 18 0 0,-39-18 0 0,15-7-256 0,-7 1-64 15</inkml:trace>
  <inkml:trace contextRef="#ctx0" brushRef="#br0" timeOffset="158188.67">13908 9438 24879 0,'-1'1'2208'0,"1"0"-1760"15,0-1-448-15,0 0 0 0,1 0 1296 0,0 0 176 0,1 0 48 0,2 0 0 16,-4 0-368-16,0 0-64 16,23-7 0-16,-13 2-16 0,-10 5-432 0,23-8-64 15,-23 8-32-15,23-6 0 0,-23 6-32 0,0 0-16 0,31-2 0 0,-31 2 0 16,0 0-208-16,0 0-32 0,0 0-16 16,0 0 0-16,30 29-240 0,-30-29 0 0,0 0 0 15,-5 30 0-15,1-18 176 0,-3-2-176 0,-1 2 192 0,-2 2-192 16,-2 0 192-16,-1 2-192 0,-2 1 192 0,4-3-192 15,1-2 0-15,3-2 0 0,0-1 0 0,3-2 0 0,1 0 0 0,-1-2 0 16,2 0 160-16,2-5-160 0,0 0 176 16,0 0-48-16,0 0-128 0,0 0 192 0,0 0 48 0,0 0 0 15,0 0 0-15,35 7 0 0,-35-7 16 16,0 0 16-16,30-4 0 0,-30 4 0 16,0 0-80-16,36-3-32 0,-36 3 0 0,0 0 0 15,33-5-160-15,-33 5 0 0,0 0 0 0,28-7 0 16,-28 7 0-16,15-6 0 0,-15 6 0 0,14-9 0 15,-8 5-496-15,-1-1-80 0,-1-2 0 0,1 0-17712 0</inkml:trace>
  <inkml:trace contextRef="#ctx0" brushRef="#br0" timeOffset="158688.62">14171 9360 22111 0,'-3'0'1968'0,"1"1"-1584"0,2-1-384 0,0 0 0 16,0 0 2080-16,0 0 336 16,0 0 64-16,0-1 16 0,1 1-640 0,2-3-128 0,2-2-32 0,0 2 0 15,2-2-1008-15,0-1-208 0,2 2-32 0,2-1-16 16,-1 2-256-16,-10 3-48 0,19-4-128 0,-19 4 192 16,0 0-192-16,0 0 0 15,0 0 0-15,38 12 0 0,-38-12 0 0,0 0 0 0,0 0 0 0,0 0 0 0,8 30 0 0,-11-20 0 16,-3-2 0-16,1 1 0 0,-3 0 0 0,0 3 0 15,-1 0 0 1,-1-3 0-16,1-1 0 0,0 1 0 0,-1 1 128 0,0-1-128 16,3-4 0-16,1-1 0 0,3-1 0 0,1-1 0 15,1-2 0-15,1 0 128 0,1-2-128 0,2 1 0 0,0-3 176 0,3 0-176 16,-1 1 192-16,2 0-192 16,0 0 256-16,-7 3-64 0,0 0-16 0,25-4 0 0,-25 4-176 15,0 0 0-15,0 0 144 0,40 3-144 16,-40-3 128-16,0 0-128 0,0 0 160 0,38 15-160 15,-38-15 128-15,0 0-128 0,0 0 0 0,0 0 144 0,35 18-144 0,-35-18 0 16,0 0 0-16,0 0 0 0,0 0 0 0,0 0 0 16,0 0 0-16,-2 29 0 0,-6-23 0 15,-3 0 0-15,-1 2 128 0,-3 0-128 0,1 1 0 0,-2-2 0 16,1 3 0-16,1-1 0 0,2 1 0 0,0-1 0 16,0 1 0-16,0-1 0 0,1 3 0 0,0-3 0 15,0 0 0-15,1-1 0 0,3-2 0 0,0-2 0 16,2-1 0-16,0-1 0 0,1-2 0 0,1-3 0 15,1 0 0-15,2-3-18352 0</inkml:trace>
  <inkml:trace contextRef="#ctx0" brushRef="#br0" timeOffset="159703.24">14674 9318 11967 0,'0'0'1072'0,"0"0"-864"0,0 0-208 0,0 0 0 0,0 0 1024 0,0 0 144 16,0 0 48-16,0 0 0 15,0 0 768-15,0 0 144 0,0 0 48 0,0 0 0 0,23-6 64 0,-23 6 0 16,0 0 16-16,9-7 0 0,-5 5-352 0,-1-3-80 16,1 1-16-16,1-1 0 0,-2 1-1008 0,1-2-208 15,1-1-32-15,-1 2-16 0,1-3-368 0,-1 2-176 16,-1-1 160-16,-2-2-160 0,0 1 0 0,-2 0 128 16,0-2-128-16,-2 2 0 0,-2-1 0 0,-1-1 0 0,-3 3 0 0,1 0 0 15,0 3 0-15,-3 1 0 0,0 3 0 0,-2 3 0 16,-2 1 0-16,2 4-160 15,1 0 160-15,-1 2-192 0,2 2-128 0,1 1-16 16,3-1-16-16,-1 2 0 0,2 1 352 0,-1 0 0 16,1 1-144-16,2-4 144 0,1 3 0 0,1-6 0 15,2-9 0-15,0 0 0 0,0 0 0 0,0 0 0 16,0 0 128-16,25 33-128 0,-25-33 0 0,0 0 128 16,29-4-128-16,-29 4 0 0,23-9 160 0,-11 3-160 15,-12 6 160-15,25-12-160 0,-13 5 0 0,0-2 0 0,0 2 0 16,-1-3 0-16,-2 3-192 0,-1 0-96 0,-2 2-16 0,-2-2 0 15,-1 5 0-15,-2-1 0 0,-1 1 0 0,-2 2 0 16,1 2 304-16,-2-1 0 0,0 3 0 0,-1 1 0 16,1 0 0-16,-3 2 224 0,2 2-64 0,0 1-16 15,1 0 240-15,-1 3 64 0,1-1 0 0,0 3 0 16,0-1-144-16,0 2-32 0,0 6 0 0,-1 1 0 16,0 1-80-16,0 3 0 0,-2 3-16 0,-1 0 0 0,1 2-16 0,-2 0 0 15,-1 2 0-15,0-1 0 0,-1 2-160 0,1-6 0 16,1-3 0-16,2-7 0 0,0-2 0 15,3-6 0-15,3-11 0 0,0 0 0 0,0 0-256 0,0 0-48 16</inkml:trace>
  <inkml:trace contextRef="#ctx0" brushRef="#br0" timeOffset="160154.16">15039 9320 31327 0,'-4'-6'1392'0,"1"3"272"0,2 0-1328 0,0 1-336 0,1 1 0 0,0 1 0 16,-1 0 1792-16,0 0 272 0,1 0 64 0,-1-2 16 0,0 2-960 0,1 2-192 0,0-2-32 0,0 0-16 15,0 0-608-15,0 0-112 0,19 33-32 16,-19-33 0-16,0 0-64 0,30 37-128 16,-30-37 176-16,31 32-176 0,-31-32 144 0,34 35-144 15,-34-35 0-15,34 36 144 16,-34-36-144-16,34 40 0 0,-34-40 0 0,30 36 0 0,-30-36 0 16,27 31 0-16,-27-31 0 0,0 0 0 0,32 24-176 0,-32-24-16 15,0 0 0-15,0 0-18992 0</inkml:trace>
  <inkml:trace contextRef="#ctx0" brushRef="#br0" timeOffset="160355.78">15286 9312 27647 0,'-1'2'2448'0,"0"-1"-1952"0,0 1-496 0,-1-1 0 15,0 1 2192-15,-1 1 352 0,0 1 64 0,-5 3 16 16,-2 2-1072-16,-4 3-208 0,-4 0-32 0,0 2-16 15,-2 3-656-15,-1-2-128 0,-3 3-16 0,0 1-16 16,-1 2-240-16,0 3-48 0,0-1-16 0,1 1 0 16,3 0-176-16,4-5 0 0,2-2 0 0,7-3-19648 15</inkml:trace>
  <inkml:trace contextRef="#ctx0" brushRef="#br0" timeOffset="161850.54">15709 9092 11055 0,'-6'1'976'0,"1"0"-784"0,3-1-192 0,2 2 0 16,-1-2 1408-16,-1 0 224 0,-2 1 48 0,-2 1 16 0,-1 0-32 0,0 1 0 0,1-1 0 0,1-2 0 31,3 2 128-31,-1-4 32 0,2 2 0 0,1 0 0 0,1 0-176 0,2 0-48 0,0-2 0 16,4 2 0-16,-1-2-592 0,-6 2-128 15,0 0-32-15,31-1 0 0,-31 1-272 0,0 0-48 16,43 0-16-16,-43 0 0 0,35 0-320 0,-35 0-64 15,45 3 0-15,-45-3-128 0,61 2 128 0,-28-4-128 16,0 0 0-16,2 1 0 0,-1-3 0 0,1 0 0 0,1-2 0 16,2-1 0-16,0 0 128 0,1 2-128 15,3-2 0-15,-1 2 0 0,0 1 192 0,-2-1-32 16,-1 2 0-16,2 1 0 0,1 0-32 0,2 0-128 16,1 1 192-16,0 1-64 0,-1 3-128 0,2-1 0 0,-1 0 144 0,0 1-144 15,0-1 0-15,-1-1 0 0,1 1 0 0,1-2 0 16,-1 0 0-16,0-3 0 15,-3 1 0-15,-2-3 0 0,-2 0 0 0,0 0 0 16,0-1 0-16,-2 1 0 0,-5 2 0 0,-2-1-128 0,1 1 128 16,-2 1-128-1,-27 2-272-15,44-3-48 0,-44 3-16 0,30-2-17648 0</inkml:trace>
  <inkml:trace contextRef="#ctx0" brushRef="#br0" timeOffset="162517.76">15817 9111 13823 0,'-8'3'608'0,"1"-1"128"0,2 0-592 0,1 0-144 0,1-2 0 0,1 2 0 16,0-2 736-16,0 1 112 0,-3 1 32 15,-1-1 0-15,-1 0 160 0,1-1 48 0,2-2 0 16,1 0 0-16,0 1 528 0,1-2 112 0,1 2 32 0,0-1 0 16,0 0-336-16,0 1-64 0,-1-1-16 0,0 2 0 15,-1 2-80-15,0 1-32 0,1 1 0 0,-1-1 0 16,0 4-624-16,-1-2-128 0,1 5-32 0,-2 2 0 16,2 1-256-16,1 6-64 0,-2 0-128 0,2 2 192 15,0 3-192-15,1 5 0 0,0 0 0 0,1 6 0 0,0 1 0 16,0 3 0-16,1 2 0 0,-1 1 0 15,0-1 896-15,-1 1 96 0,0-1 16 0,-1-3 0 16,0 0-1600 0,-1-3-320-16,1-3-64 0,0-2-16 0,-1 1 816 0,0-5 176 0,-1 0 0 0,0-2 0 0,1-1 304 15,-2-4 16-15,0-3 0 0,2-4 0 0,0-4-160 0,0-4-32 16,1-1 0-16,0-3 0 0,0-3 32 0,1-1 0 16,-2-6 0-16,1-3 0 0,-1-4-16 15,-1-3 0-15,2-1 0 0,-4 0 0 0,0-3-144 0,-2 0 0 16,-1 0 144-16,-1-1-144 0,0 1 0 0,-1 1 0 15,2 5 0-15,0 3 0 0,1 2 0 0,2 6 0 16,-1 4 0-16,3 3 0 0,0 3 0 0,-1 4 0 0,2 0 0 16,-1 5 0-16,0 0 0 0,0 5 0 15,-1 4 0-15,-1 3 0 0,-1 4 0 0,0-2 0 0,1 1 0 16,0-2-128-16,3-4 128 0,3-21 0 0,-3 31 0 16,3-31-18464-16</inkml:trace>
  <inkml:trace contextRef="#ctx0" brushRef="#br0" timeOffset="162828.66">16107 9272 14735 0,'-2'-2'640'0,"1"0"160"0,0 2-640 0,1-1-160 0,0 1 0 0,0 0 0 16,0 0 2688-16,0-2 496 0,0 0 96 0,0 1 32 16,-1-1-64-16,1 0-16 0,0 0 0 0,0 2 0 15,0 0-1904-15,0 2-384 0,-1-1-80 0,0 3-16 16,-1 3-592-16,0 2-112 0,-1 3-16 0,1 2-128 15,-2 3 128-15,-1 0-128 0,1 4 0 0,-1 0 0 0,0 3 0 0,2-3 0 16,0 3 0-16,1-3 0 16,2-21-144-16</inkml:trace>
  <inkml:trace contextRef="#ctx0" brushRef="#br0" timeOffset="163140.1">15786 9602 20271 0,'-1'0'896'0,"0"0"192"0,0 0-880 0,0 0-208 0,1 0 0 0,0 0 0 16,0 0 2176-16,0 0 400 0,1 0 80 0,0 2 16 16,-1-2-912-16,0 0-176 0,0 0-48 0,0 0 0 15,0 0-656-15,0 0-144 0,40 24-32 0,-40-24 0 0,0 0-128 16,50 10-16-16,-50-10-16 0,53-1 0 15,-23-3-208-15,3-1-32 0,-2-2-16 0,2 0 0 16,2-1-160-16,2-1-128 0,2-1 192 0,2 1-192 0,0 2 0 16,-1-3 0-16,-4 1 0 0,-2-1 0 15,-3 1 0-15,-3 2 0 0,-3-1 0 0,-25 8 0 0,36-8 0 16,-36 8-224-16,0 0 64 0,0 0 16 16,0 0-1328-16,0 0-256 0,0 0-48 0,0 0-14496 15</inkml:trace>
  <inkml:trace contextRef="#ctx0" brushRef="#br0" timeOffset="163389.24">16026 9777 19343 0,'-4'1'848'0,"2"-2"192"0,0 1-832 0,1 0-208 0,0-2 0 0,1 2 0 16,-1-1 1792-16,-1 1 320 0,0-2 64 15,-1 1 16-15,-1 0 112 0,1 1 0 0,-1 2 16 0,-1 1 0 16,1 4-1152-16,-2 2-224 16,1 3-48-16,-2 3-16 0,0 3-560 0,-1 2-128 0,2 3 0 0,-2 0-16 15,2 1-176-15,0 0 0 16,3-2 0-16,1-4 0 0,2-18 0 0,2 26-144 0,-2-26 144 0,0 0-17488 16</inkml:trace>
  <inkml:trace contextRef="#ctx0" brushRef="#br0" timeOffset="163651.54">16201 9753 16575 0,'1'0'736'0,"-1"-2"160"0,0 2-720 0,-1 0-176 0,0 2 0 0,-1-1 0 15,0 1 2048-15,-2 2 384 0,-3 4 80 0,-3 1 16 0,-2 3-464 0,-1 2-80 16,1 1-32-16,2-1 0 16,0 0-1120-16,3 0-240 0,1-2-32 0,2-2-16 0,1 1 0 0,3-11 0 15,0 0 0-15,0 0 0 0,0 0 80 0,0 0 16 16,0 0 0-16,0 0 0 15,0 0-128-15,36 5-32 0,-27-10 0 0,-1-3 0 0,1 0-256 16,0 1-48-16,-1-1-16 0,0 1 0 0,-1-1-160 0,-3 2 0 16,0 0 0-16,-2 0 0 0,-2-1 0 0,-1 2 0 15,-2-2 0-15,-1 3 0 0,-2 1-848 0,-1-2-48 0,-3 3-16 16,-1 0 0 0,0 2-256-16,0 0-48 0,0 0-16 0,2 0 0 15,1 0 544-15,1 0 112 0,2 2 32 0,1-2-13728 0</inkml:trace>
  <inkml:trace contextRef="#ctx0" brushRef="#br0" timeOffset="164355.2">16210 9796 7359 0,'0'-2'656'0,"0"0"-528"15,0 1-128-15,-1 1 0 0,1 0 1664 0,-1 0 320 0,1-2 48 0,-1 2 16 16,1 0 1408-16,-1 0 304 0,-1-2 48 0,1 1 16 15,-1 1-1056-15,1-2-208 0,0 2-32 0,0-2-16 16,0 2-1360-16,0 0-256 16,0 0-64-16,0 0-16 0,-1 0-560 0,0 1-128 0,-1 0 0 0,-1 4-128 15,1-2 192-15,-3 3-64 16,1 0 0-16,-3 2-128 0,1 0 192 0,-1 2-192 16,1 1 192-16,-1-1-192 0,2 1 144 0,-1-1-144 15,2 0 0-15,-1 1 144 0,1 1-16 0,1-2 0 0,1 2 0 16,1-1 0-16,2-11-128 0,0 0 160 0,2 26-160 0,-2-26 160 15,0 0-160-15,0 0 0 0,0 0 0 0,24 31 0 16,-24-31 0-16,0 0 0 0,0 0 144 0,37 19-144 16,-37-19 160-16,0 0-32 0,42 8-128 0,-42-8 192 0,32-1-192 0,-32 1 144 15,34-9-144-15,-15-1 128 0,-2-1-128 0,1-2 128 16,-2-1-128-16,-2-2 128 0,-1-1-128 0,-1 0 160 16,-1-1-160-16,-3-1 160 0,-1 2-160 0,-5 3 0 15,-2 0 0-15,-3 0 0 16,-4 2 0-16,-3 0 0 0,-4 0 0 0,-4 2 0 0,-2 3 0 0,-2 0-144 0,-3 3 144 0,-1 3-208 31,-1 1-352-31,2 1-64 0,3 2-16 0,4 0 0 0,3 0 320 0,2 2 48 0,0-1 16 0,4 1-11792 31,1 2-2352-31</inkml:trace>
  <inkml:trace contextRef="#ctx0" brushRef="#br0" timeOffset="164972.26">16671 9599 11967 0,'0'-2'1072'0,"-1"2"-864"16,1 0-208-16,0 0 0 0,-1 0 1984 0,1 0 368 15,-1 0 64-15,0-2 16 0,1 1 768 0,-2 1 176 0,2 0 16 0,1 0 16 16,0 1-1312-16,-1-1-272 16,0 0-48-16,0 0-16 0,0 0-1072 0,35 5-224 15,-35-5-32-15,0 0-16 0,38 0-208 0,-38 0-32 16,0 0-16-16,45 0 0 0,-45 0-160 0,0 0 0 0,41 2 0 0,-41-2 128 15,0 0-128-15,36-7 0 0,-36 7 0 0,20-5 0 16,-20 5-144-16,0 0 144 0,18-10-192 0,-15 9-18128 16</inkml:trace>
  <inkml:trace contextRef="#ctx0" brushRef="#br0" timeOffset="165154.75">16793 9469 15663 0,'1'-3'1392'0,"0"1"-1120"15,-1 2-272-15,1 0 0 16,0 0 2752-16,-1 2 512 0,1 1 80 0,0 2 32 0,-1-5-560 0,0 0-128 16,-2 40 0-16,0-21-16 15,-2 2-1824-15,-2 3-352 0,1-2-80 0,-2 3-16 0,1-1-208 0,0-1-32 16,1-1-16-16,0-3 0 0,2-2-144 0,0-1 0 16,3-16 0-16,1 26-17552 15</inkml:trace>
  <inkml:trace contextRef="#ctx0" brushRef="#br0" timeOffset="165490.45">17126 9391 14735 0,'0'-1'1312'0,"1"1"-1056"0,0 0-256 0,0-2 0 0,0 2 2736 0,0 0 480 15,1-1 112-15,1 0 0 0,0-1 288 0,1-1 48 16,0 1 16-16,0 1 0 15,-2-1-2352-15,1 2-480 0,0 0-80 0,0 2-32 16,-3-2-432-16,0 0-96 0,0 0-16 0,0 0 0 16,7 41-192-16,-7-41 0 0,-1 31 128 0,1-31-128 15,-4 40 0-15,1-18 0 0,-1-1 0 0,1 2-12864 0,1-3-2592 16</inkml:trace>
  <inkml:trace contextRef="#ctx0" brushRef="#br0" timeOffset="165820.1">16912 9640 5519 0,'-3'2'496'0,"0"-1"-496"0,2 0 0 0,1 1 0 15,0-4 1984-15,-1 4 320 0,0-1 48 0,-1 3 16 16,0-1 576-16,2 1 128 0,0-4 32 0,0 0 0 16,0 0-480-16,0 0-112 0,42 5-16 0,-42-5 0 15,42-5-528-15,-15 1-112 0,2-1-32 0,2-2 0 16,2 0-1216-16,2 2-240 0,0-2-48 0,0 0-16 16,-1-1-304-16,2 4 0 0,-1-3 128 0,-1 2-128 0,1 1 0 15,-3-2 0-15,0-2 0 0,-4 0 0 16,-1-2 0-16,-3 1 0 0,-1 0 0 0,-5-1 0 15,-3 3-544-15,-4 0-64 16</inkml:trace>
  <inkml:trace contextRef="#ctx0" brushRef="#br0" timeOffset="166335.42">17255 9699 30399 0,'4'-5'1344'0,"-2"0"288"0,0 1-1312 0,-1 3-320 16,0 1 0-16,-2 0 0 0,1 0 1664 0,-1 0 256 0,-1 0 48 0,-1 0 16 16,0 1-1024-16,-3 3-208 15,-1 1-48-15,-1 2 0 0,-1 2-704 0,0 1 0 0,0 2 0 0,0-2-208 16,2 2 208-16,-1 2-144 0,3-3 144 0,-1 1-128 16,2-4 128-16,1 3-128 15,3-11 128-15,-1 19-128 0,1-19 128 0,0 0 0 16,0 0 0-16,0 0 0 0,14 34 128 0,-14-34-128 0,0 0 160 0,0 0-160 0,0 0 192 15,41 25-48 1,-41-25-16-16,0 0 0 0,0 0-128 0,45 20 128 0,-45-20-128 0,0 0 128 16,33 18-128-16,-33-18 0 0,0 0 0 0,0 0 0 0,30 29 0 0,-30-29 0 15,0 0 0-15,0 0 0 0,-3 31 0 0,-2-24 0 16,-4 1 0-16,-1 0 0 0,0 0 0 16,-4 1 0-16,-2 1 0 0,-2-1 0 15,0-2 0-15,-2 0 0 0,1-1 0 0,1-3 0 0,4 0 0 0,0-3 0 0,1 0-176 16,1-5 176-16,2 1 0 0,2-1 0 0,1-2 0 15,2-1 0-15,1-3 0 16,2 1 128-16,3-1-128 0,2 1 176 0,2-2 16 0,0 3 16 0,3-1 0 0,-1 1 0 31,3-1-16-31,0 0 0 0,3-1 0 0,0-1 0 0,0 0-32 0,2 0-16 0,2 0 0 0,0-2 0 32,-2 2-16-32,1-2 0 0,0 0 0 0,-1-1 0 0,-1 1-128 15,-1 2 0-15,-3 0 0 0,-2-1 128 0,-1 3-128 0,-3 1 0 0,-1 0 0 0,-4 1 0 0,0 3 0 0,-2 3 0 16,-4-1 0-1,-2 3 0-15,-2 3 0 0,-3 1 0 0,-5 2 0 0,-1 2 0 0,-3 2-336 0,0 1 0 16,6-2 0-16,0-1-18384 16</inkml:trace>
  <inkml:trace contextRef="#ctx0" brushRef="#br0" timeOffset="167073.51">17943 8662 15663 0,'-2'0'1392'0,"0"0"-1120"16,1 1-272-16,0-1 0 0,1 0 1904 15,-1 0 320-15,0 0 64 0,-2 2 16 0,1-2 512 0,0 0 128 16,-1 1 0-16,1-1 16 0,1 2-1200 0,1-4-240 16,2 2-48-16,1-1-16 15,2 1-816-15,4-3-176 0,1 1-16 0,4 0-16 16,2 0-176-16,3-3-16 0,3 2-16 0,3-1 0 16,0 2-224-16,1 1 176 0,0 1-176 0,1 1 160 0,0 1-160 15,-27-2 0-15,47 4 0 0,-47-4 0 0,39 5 0 0,-39-5 0 16,36 3 0-16,-36-3 0 0,28 3 0 0,-28-3 0 15,0 0 0-15,28 1 0 0,-23 1-528 0,-2-1 16 16,-2 1 0-16,-2-1-17792 0</inkml:trace>
  <inkml:trace contextRef="#ctx0" brushRef="#br0" timeOffset="167363.68">18042 8802 6447 0,'-4'0'576'0,"2"-2"-576"0,0 2 0 0,1 0 0 16,0 0 2144-16,0 0 320 0,0 2 64 0,-1-2 16 0,-1 1 288 0,-1 1 64 15,0 0 16-15,0 1 0 0,0-2-1136 0,2 2-240 16,-1 0-32-16,2-1-16 0,1 1-400 16,1-1-96-16,-1-2-16 0,0 0 0 15,0 0-48-15,0 0-16 0,38 8 0 0,-38-8 0 0,34-3-144 0,-34 3-16 16,48-3-16-16,-22-1 0 15,2 1-384-15,0-1-80 0,-1 1-16 0,-1 1 0 0,-1 0-256 0,-25 2 160 0,45-1-160 0,-45 1 128 16,37 0-128-16,-37 0 0 0,29 0 0 0,-29 0-18720 31</inkml:trace>
  <inkml:trace contextRef="#ctx0" brushRef="#br0" timeOffset="168569.91">19144 8592 17503 0,'-2'-2'1552'0,"1"2"-1232"0,1 0-320 0,0 0 0 15,0 0 896-15,0 0 128 16,0 0 32-16,-1 0 0 0,0 0 960 0,1 0 192 16,-1-1 32-16,1 1 16 0,1 0-448 0,0 0-80 0,2 0-32 0,0 0 0 15,0-2-480-15,3 2-112 16,0-2-16-16,3 1 0 0,-9 1-496 0,22-3-96 15,-8 2-32-15,2-2 0 0,0 1-256 0,3-1-48 0,-19 3-16 0,39-4 0 16,-20 2-16-16,0-1-128 16,-1-1 192-16,-18 4-64 0,34-2-128 0,-34 2 160 15,29-1-160-15,-29 1 160 0,0 0-160 0,33 7 0 0,-33-7 144 0,0 0-144 16,0 0 0-16,22 36 0 0,-22-36 0 16,0 29 0-16,-4-9 0 0,-1 0 0 0,-3 3 0 0,0-1 0 0,-2 3 0 15,-1-2 0-15,-2 0 0 0,-1 0 0 16,0-2 0-16,-1-1 0 0,0-1 0 0,-1 0 0 0,-1-1 0 0,0-3 0 15,1 1 0-15,2-4 0 0,2 0-144 16,3-3 0-16,3 1 0 0,2-5 0 0,2 2 144 16,2-7-160-16,0 0 160 0,0 0-160 0,0 0 160 0,0 0 0 0,0 0 0 0,33 10 0 15,-33-10 0 1,0 0 0-16,34-3 0 0,-34 3 0 16,30-2 192-16,-30 2-16 0,30-1-16 0,-30 1 0 15,31 0 112-15,-31 0 32 0,29 0 0 0,-29 0 0 16,28 0-176-16,-28 0-128 0,0 0 192 0,36 1-192 0,-36-1 0 15,0 0 0-15,34-1 0 0,-34 1 0 0,21-4 0 0,-12 0 0 16,1 1 0-16,-1-2-19424 16</inkml:trace>
  <inkml:trace contextRef="#ctx0" brushRef="#br0" timeOffset="168795.68">19694 8860 24879 0,'0'2'1088'0,"0"-2"256"0,0 0-1088 0,0 0-256 0,0 0 0 16,0 0 0-16,0 0 2160 0,0 0 368 15,0 0 80-15,0 0 16 0,0 0-688 0,25 30-128 16,-25-30-16-16,0 0-16 0,0 0-1136 0,0 0-240 0,32 29-32 0,-32-29-16 16,0 0-80-16,0 0-16 0,0 0 0 0,34 19 0 15,-34-19-256-15,0 0 0 0,0 0 0 0,31 7 0 16,-31-7-496-16,0 0-96 0</inkml:trace>
  <inkml:trace contextRef="#ctx0" brushRef="#br0" timeOffset="169110.78">20086 8577 22111 0,'0'-2'1968'0,"0"2"-1584"16,0 0-384-16,0 0 0 15,-1 0 2208-15,0 0 352 0,0 0 80 0,-1 0 16 0,0 0-256 0,-1 0-48 0,-1 3-16 0,0 0 0 16,1 0-1696-16,0 3-320 16,0 0-80-16,-1 2-16 0,4-8-224 0,-6 18 0 0,6-18 128 0,-9 26-128 15,9-26 0-15,-11 31 0 0,5-13 0 0,-1 2 0 16,2-1 0-16,5-19 0 0,-6 38 0 0,6-38 0 16,4 33 0-16,-4-33 0 0,0 0 0 0,28 36 0 15,-28-36 0-15,31 14 0 0,-31-14 0 0,37 6 0 16,-37-6 128-16,42-1-128 15,-19-3 0-15,1 3 0 0,-1-4 208 0,-1 3-48 0,-2-3-16 0,1 1 0 0,-2 0-144 16,1-1 0 0,-2 1 0-16,0-2 128 0,-3 1-128 0,-3 0 0 0,-1 0 0 0,-4-2 0 0,0 3-288 0,-3-2-32 15</inkml:trace>
  <inkml:trace contextRef="#ctx0" brushRef="#br0" timeOffset="169302.14">20298 8572 8287 0,'-2'1'736'0,"2"1"-592"16,0 0-144-16,-1 1 0 0,1-1 4496 0,-1 0 880 16,0 3 160-16,-1 2 32 0,2-7-2096 0,-8 26-416 15,1-4-96-15,-3 2-16 0,-2 4-1808 0,-1 2-368 0,-2 4-80 0,0-4-16 32,1 2-320-32,-1-2-64 0,2-3-16 0,2-2 0 0,2-1-144 0,2-4-128 0,1-2 192 0,6-18-192 15,-5 33 0-15,5-33 0 0,0 0-160 0,0 0-18736 16</inkml:trace>
  <inkml:trace contextRef="#ctx0" brushRef="#br0" timeOffset="169810.79">20665 8506 19343 0,'6'-2'848'0,"-1"0"192"0,-1 0-832 0,-2 1-208 15,-1 1 0-15,-1 0 0 0,0 0 1984 0,0-2 336 16,1 1 80-16,0-1 16 0,-2 0-112 0,-1 0 0 16,-1 0-16-16,0 4 0 0,-2-2-1040 0,0 3-208 15,0 1-32-15,-2 3-16 0,3 0-544 0,-1 0-96 16,5-7-32-16,-6 22 0 0,6-22-320 0,0 0 0 16,0 37 0-16,0-37 128 0,0 0-128 0,15 38 0 0,-15-38 0 0,0 0 0 15,35 38 0-15,-35-38 0 0,31 24 0 0,-31-24 0 16,36 23 0-16,-36-23 0 0,35 23 0 0,-35-23 0 15,32 23 0-15,-32-23 0 0,0 0 0 0,35 35 0 16,-35-35 0-16,0 0 0 0,18 34 0 0,-18-34 0 16,0 0 0-16,-2 33 0 0,2-33 0 0,-11 18 0 15,3-10 0-15,-3-3 0 0,-3 2 0 0,-4-3 0 0,0-1 0 0,-4 0 0 16,-1 1 0-16,1-4 0 0,-1 1 0 0,1 0 0 16,3-1 0-16,-1-2 0 0,4 2 0 15,-1-4 0-15,2 3 0 0,2-4 0 0,2 3 0 16,3-2 0-16,2 1 0 0,2-2 0 0,2 0 0 0,4-2 0 15,2 0 0-15,3-2 0 0,3-1 0 0,3-3 192 16,3-2-64-16,0-2 0 0,1 3-128 0,0-5 0 16,5-2 128-16,1-1-128 0,2-1 0 0,0 0 0 0,1-2 0 15,-2 1 0-15,-1 0 0 0,-3 1 0 16,-3 4 0-16,-5 0 0 0,-3 2 0 0,-5 3 0 16,-4 2 0-16,-4 3 0 0,-4 3 0 0,-4 2 0 0,-4 4 0 0,-5 3 0 15,-2 1 0-15,-1 4 0 0,-3 2 0 0,2 1-128 16,3-2-144-16,1 3-32 0,3-2 0 0,2 0-17808 15</inkml:trace>
  <inkml:trace contextRef="#ctx0" brushRef="#br0" timeOffset="170226.82">21341 8338 23039 0,'-1'-2'2048'0,"0"0"-1648"16,0 2-400-16,0 0 0 0,-1 2 2368 16,-2 0 400-16,0-1 80 0,-5 2 16 0,-2 2-656 0,-4 3-128 15,-5 5-32-15,-1 2 0 16,-2 4-1504-16,-1 2-304 0,1 5-64 0,1 0-16 15,1 3-160-15,1 1 0 0,3 0 0 0,2 2 0 16,2 4 0-16,2 0 0 0,2-1 0 0,2 1 0 0,1-3 0 0,2 0 0 0,1-2 0 0,3-31 0 16,1 52 0-16,-1-52 0 0,9 36 0 0,-9-36 0 15,0 0-160-15,32 21 160 0,-32-21 0 0,32-5-144 16,-14-2 144-16,0-2 0 0,3-3 0 0,-2-3 0 16,0 1 0-16,-3-2 192 0,-2 0-64 0,-4 1 0 15,-1-2-128-15,-5 0 192 0,-3 1-64 0,-3-1 0 16,-3 3 224-16,-3 0 48 0,-5 2 16 0,0 3 0 0,-4 4-144 0,-2 2-16 15,1 4-16-15,-4 4 0 0,0 4-240 0,-2 2 0 16,0 4 0 0,1 1 0-16,1 3-160 0,0 1-128 0,3 1-32 0,3 0-19008 15</inkml:trace>
  <inkml:trace contextRef="#ctx0" brushRef="#br0" timeOffset="174117.03">3036 10997 12895 0,'0'-6'1152'0,"0"1"-928"15,1 1-224-15,0 1 0 0,0 0 976 0,0 0 160 16,0-5 16-16,1-4 16 0,0-2 1088 0,-1 4 224 16,0 1 32-16,-1 4 16 0,0 2-704 0,-2 3-144 15,1 3-16-15,-2 4-16 0,0 4-688 0,-1 2-128 0,0 4-16 0,-1 4-16 16,0 3-384-16,-1 4-80 15,0 0-16-15,-1 1 0 0,1 2-176 0,-3 2-144 0,1 0 192 0,-1 3-192 16,-1 2 128-16,1 0-128 0,-2 3 0 0,1 0 0 16,0-2 128-16,1-4-128 0,3-6 0 0,1-6 0 15,2-4 0-15,3-19 0 0,-1 21 0 16,1-21-10880-16,0 0-2128 0</inkml:trace>
  <inkml:trace contextRef="#ctx0" brushRef="#br0" timeOffset="174542.71">3258 11000 911 0,'1'-4'0'0,"0"1"0"0,0 1 0 0,-1-1 0 0,0 3 3232 0,0 0 560 0,0-2 112 0,0 2 32 16,1-2-304-1,-1 0-64-15,-1 0-16 0,0 1 0 0,0 1-976 0,-1 0-192 16,0 0-32-16,-1 0-16 0,1 3-1136 0,-1-3-240 16,0 3-32-16,-1 0-16 0,1 3-464 0,-1 0-80 15,-1 2-32-15,0 3 0 0,-2 4-192 0,0 1-144 16,-1 6 192-16,-1 1-192 0,-1 3 128 0,-1 4-128 16,-1 2 0-16,1 0 0 0,-1 2 0 0,-1 4 0 15,1 5 0-15,0-1 0 0,2 6 0 0,3-5 0 0,1-3 0 0,3-9 0 16,3-4 0-16,0-27 0 0,2 35 0 15,-2-35 0-15,0 0 0 0,0 0 0 0,0 0 0 16,0 0 0-16,45 9 0 0,-31-21 0 0,1-5 0 0,3-3 0 16,2-1 0-16,-2-4 0 0,3 1 0 15,-3-2 0-15,0 5 0 0,-4-2 0 0,-1 3 128 0,-6 2-128 16,-2 4 0-16,-6 5 0 0,-4 3 0 0,-4 1 0 16,-3 5 0-16,-6 5 0 0,-6 4 0 0,-4 5 0 15,-3 1 0-15,-1 2-224 0,1 1 32 0,-1 2-17984 0</inkml:trace>
  <inkml:trace contextRef="#ctx0" brushRef="#br0" timeOffset="176058.49">3933 11326 15663 0,'1'0'1392'0,"0"0"-1120"15,0 0-272-15,-1 0 0 0,0-1 2000 0,0 1 352 16,1 0 64-16,1-2 16 0,0 2 432 0,-1-3 80 15,2 1 32-15,-1-2 0 0,0-1-1376 0,0 0-256 16,0 0-64-16,0-3-16 0,0 0-800 0,0-1-144 16,-1 1-48-16,0-2 0 0,0-2-272 0,-1-1 0 0,0 1 0 15,-2 2 0-15,0-2 0 0,-2 1 0 0,-1 1 0 0,-1 1 0 16,1 4 0-16,-2 0 0 16,0 5 0-16,-1 0 0 0,2 2 0 0,-1 3 0 15,-1 2 0-15,1 2 0 0,-1 1-128 0,1 4 128 16,-1 0 0-16,1 4-144 0,1 0 144 0,-2 4 0 0,3-1 0 15,-2 2 0-15,1 1 0 0,0 0 0 0,1 0 0 16,2-5 0-16,0 0 0 0,1-3 0 0,2-16 0 0,1 22-128 16,-1-22 128-16,0 0 0 0,0 0 0 0,0 0 0 15,0 0 0-15,0 0 0 0,39-8 0 0,-29-6 0 16,1 0 0-16,0-3 0 0,0 1 0 0,1-2 128 0,1-4-128 16,-1 1 0-16,0 1 0 0,-1-1 0 0,-1 4 0 15,-1-1 0-15,2 0 0 0,-3-2 0 0,0 2 0 0,-1 0 0 16,0-1 0-16,-2 4 0 0,0-1 0 0,-1 2 0 15,-1 0 0-15,-1 2 0 0,0 0 0 0,-2 0 0 16,0-1 0-16,1 1 0 0,-1-1 0 0,0 1-160 16,0-1 160-16,-1-2 0 0,1 1-192 0,0-3 192 15,0 0-192-15,0 1 192 0,-1-1-144 0,1-3 144 16,-1-2 0-16,1 3-144 0,-1-1 144 0,0 4 0 0,1 2 0 16,-1 4 0-16,1 3 0 0,0 2 0 0,-1 4 0 0,1 1 0 15,0 1 0-15,-1 1 0 0,0 2 160 0,0 4-160 16,0 4 304-16,-1 2-48 0,1 3 0 15,0 2 0-15,-2 7-112 0,0 3-16 0,1 2-128 16,0 0 192-16,1 2-48 0,1-2-16 0,-1 0 0 0,1-1 0 16,1 1-128-16,1 0 192 0,-1-3-192 15,1 3 192-15,0-5-192 0,1 3 0 0,0-1 0 16,1 0 0-16,1-2 0 0,-2 0 0 0,-3-26 0 16,9 41 0-16,-9-41 0 0,9 33 0 0,-9-33 0 15,0 0 0-15,0 0 0 0,0 0 0 0</inkml:trace>
  <inkml:trace contextRef="#ctx0" brushRef="#br0" timeOffset="181824.09">4272 11279 12895 0,'-1'-1'1152'0,"0"1"-928"0,1-2-224 0,0 2 0 15,-1 0 1472-15,0 0 256 0,0-2 64 0,-1 1 0 16,0-2 288-16,0 1 64 0,1 2 16 0,0-1 0 15,-1 0-624-15,2 1-128 0,-1 1-32 0,1 0 0 16,1 2-768-16,1 2-160 0,0-1-16 0,-2-4-16 16,0 0-240-16,0 0-48 0,0 0-128 0,33 33 192 0,-33-33-192 0,0 0 0 15,0 0 0-15,44 12 0 0,-44-12 128 0,24-7-128 16,-12 1 0-16,-1-2 0 16,-1-2 192-16,0-1-48 0,-1-1-16 0,0 0 0 0,-2 0-128 0,0 1 160 15,-2 1-160-15,0-2 160 0,-2 1-160 0,-2 0 0 16,1 2 0-16,-4 0-176 0,1 1 176 0,-3 1 0 15,-1 2-144-15,0 1 144 0,-2 0 0 0,-1 3 0 16,0 1 0-16,-3 1 0 0,2 3 0 0,-2 1 0 0,0 4 0 16,-2 3 0-16,2 0 128 0,0 2-128 0,0 0 192 0,2 1-64 15,0 6 16-15,1-4 0 0,2 4 0 0,1-5 0 16,3-1-16-16,1-2 0 0,1-13 0 0,0 0 0 16,0 0 304-16,13 32 48 0,-13-32 16 0,0 0 0 15,0 0 48-15,0 0 16 0,39-2 0 0,-28-3 0 16,0 0-240-16,1-3-32 0,1 0-16 15,1 2 0-15,-1-1-272 0,-13 7 0 0,28-12 0 0,-28 12 0 16,30-9-736-16,-30 9-208 0</inkml:trace>
  <inkml:trace contextRef="#ctx0" brushRef="#br0" timeOffset="184759.43">4686 11195 19343 0,'1'0'1728'0,"-1"2"-1392"0,0-2-336 0,1 0 0 15,-1 0 1472-15,1 0 240 0,0 0 32 16,1 1 16-16,1 1 80 0,-1-4 16 0,2 1 0 0,-1-1 0 16,1-1-800-16,0 0-160 0,1-1-16 15,-1-1-16-15,1-1-448 0,0 1-96 0,-1 0 0 0,1-2-16 16,-1 2-304-16,-1-2 0 0,-2 2 0 0,1-1 0 0,-1 0 0 0,-1 2 0 16,0-4 0-16,-1 2 0 0,0-1 0 0,-1 0 0 15,0 1-160-15,-3 0 160 0,1 0 0 0,-1 2 0 16,-1-1-144-16,0 5 144 0,-1 0 0 0,0 3 0 15,0 1 0-15,1 2 0 0,0 0 0 0,1 2 0 16,1-1 0-16,-1 3 0 16,2-1 368-16,-1 2 16 0,1 1 16 0,1-2 0 0,0 1-48 15,1-3-16-15,1-8 0 0,0 0 0 0,0 0-16 0,11 30 0 16,-11-30 0-16,0 0 0 0,0 0-160 16,0 0-32-16,0 0-128 0,34 24 192 15,-34-24-192-15,0 0 0 0,0 0 128 0,0 0-128 0,30 36 0 0,-30-36 0 16,0 0 0-16,8 40 0 0,-8-24 0 0,-4 2 0 15,0 2 0-15,-3 3 0 0,-1 0 0 0,-2 0 0 16,-2 1 0-16,0-3 0 0,-1 1 0 0,-1-4 0 0,2-3 0 0,1-1 0 16,1-4 0-16,2-1 0 0,0-4 0 0,2 0 0 15,1-2 0-15,0-2 0 16,1-3 0-16,0-3 0 0,3-2-176 0,2-5-80 0,2-4 0 0,5-4-17536 16</inkml:trace>
  <inkml:trace contextRef="#ctx0" brushRef="#br0" timeOffset="185658.2">4881 11152 17503 0,'1'5'768'0,"-1"-3"176"0,1-1-752 0,0 1-192 16,-1-2 0-16,1 2 0 0,0-2 1840 0,0 0 336 15,-1 0 64-15,0 0 0 0,0 0-240 0,0 0-48 16,0 0-16-16,0 0 0 0,0 0-1040 0,0 0-224 16,0 0-32-16,0 0-16 0,0 0-368 0,34-2-64 15,-33-1 0-15,-1-1-16 0,1 3-176 0,-1-2 0 16,0 2 0-16,0 1 0 0,0 0 0 0,-1-2 0 15,0 4 0-15,0-2 0 0,0 0 0 0,0 0 0 16,-1 2 128-16,1-2-128 0,0 2 0 0,0-2 0 16,1 0 0-16,-1 1 0 0,1-1 0 0,-1 0 0 15,1 0 128-15,0 0-128 0,0 0 0 0,-1 0 0 16,1-1 0-16,0 1 0 0,0 0 0 0,1 0 0 0,-1 0 0 0,-1 0 0 16,1-2 0-16,0 2 0 0,0 0 0 0,0 0 0 15,0 0 0-15,0 0 0 0,0 0 0 0,0 0 0 16,0 0 0-16,1 0 0 0,-1 0 0 0,0 0 0 15,-1 0 0-15,1 0 208 0,0 0-48 0,1 0-16 0,-1-1 176 16,1 0 16-16,0 1 16 0,-1-2 0 0,2 0 0 0,0 1 0 16,0-2 0-16,1 0 0 0,0 2-80 0,-1-3-16 15,-2 4 0-15,0 0 0 0,0 0-16 16,0 0-16-16,0 0 0 0,0 0 0 0,0 0-224 0,0 0 128 16,0 0-128-16,0 0 0 15,0 0 0-15,0 0 128 0,0 0-128 0,0 0 0 0,0 0 0 0,0 0 0 16,0 0 0-16,0 0 0 0,0 0 0 0,32 25 0 15,-33-22 0-15,1-1 0 0,0-2 0 0,0 2 128 16,0 1-128-16,0-1 0 0,0-2 0 0,0 0 0 16,0 0 0-16,0 0 0 0,3 26 0 0,-3-26 128 0,0 0-128 0,3 24 0 15,-3-24 0-15,0 0 0 0,0 27 0 16,-1-16 0-16,0-1 0 0,0 1 0 0,-1-1 0 0,0-1 0 16,0 0 0-16,-1-1 0 0,0-1 0 0,0 0 0 15,1-5 0-15,-1 1 0 0,2-1 0 0,0-2 0 16,0 0 0-16,1-3 0 0,-1-1 0 0,1-1 0 15,0-2 0-15,0 0 0 0,1-5 0 0,1 0 0 16,2-2 0-16,0-3 0 0,1 1 0 0,2-3 0 16,-1-2 0-16,2 1 0 0,0 2 0 15,0-1 0-15,1 4 0 0,-1 1 128 16,1 2-128-16,0 0 0 0,0 1 0 0,-1 2 0 0,0 1 0 16,-1 3 0-16,0 0 0 0,-2 3 0 0,1 0 0 0,-6 2 0 15,0 0-256-15,0 0-112 0</inkml:trace>
  <inkml:trace contextRef="#ctx0" brushRef="#br0" timeOffset="185998.27">5123 11138 23951 0,'0'0'2128'0,"0"0"-1696"0,0 0-432 0,1 0 0 0,-1 0 2352 0,1 0 384 0,0 0 80 0,1 0 0 16,0 0-768-16,-2 0-144 15,0 0-48-15,0 0 0 16,0 0-1344-16,0 0-256 0,38 0-64 0,-38 0-16 15,0 0-176-15,27-7 0 0,-27 7 0 0,0 0 0 16,28-12 0-16,-19 5 0 0,0 0 0 0,-2-2 0 0,1 1 0 16,-2-1 0-16,1-1 0 0,-4-1 0 0,2 1-224 0,-3-2 80 15,-1 2 16-15,-2 2 0 0,-1 1-256 0,-2 1-64 0,-1 2 0 0,-3 3 0 32,1 1-144-32,-1 3-48 0,-1 2 0 0,0 4 0 15,1 1 128-15,0 2 32 0,1 4 0 0,-1 1 0 0,2 2 480 0,0 0 208 16,1 0-16-16,0 2 0 0,1 0 448 0,2 0 96 15,1-1 16-15,1-2 0 0,0-18-64 0,3 31-16 16,-3-31 0-16,0 0 0 0,15 31-448 0,-15-31-96 16,0 0 0-16,0 0-128 0,0 0 0 0,47 10 0 15,-47-10 0-15,28-12 0 0,-12 2-192 0,0-3-80 0,1-1-32 0,1-3-17776 16</inkml:trace>
  <inkml:trace contextRef="#ctx0" brushRef="#br0" timeOffset="186329.13">5437 11064 13823 0,'-2'8'608'0,"0"-5"128"0,1 1-592 0,0 1-144 0,0-3 0 0,1 0 0 16,0 1 3488-16,-1 4 672 0,1-7 128 0,0 0 16 15,3 28-1040-15,-3-28-192 0,0 0-64 0,0 0 0 16,0 0-2112-16,0 0-448 0,36 16-64 0,-36-16-32 16,21-11-208-16,-10 4-144 0,0-3 192 0,0-2-192 15,-1 1 128-15,0 1-128 0,-1-2 0 0,0 0 0 0,-2 1 0 0,-1 1 0 16,-2-2 0-16,-1 3 0 0,-1 2-160 0,-2-1 16 15,-3 1 0-15,0 2 0 0,-4-1 0 0,-1 1 0 16,-4 2 0-16,0 1 0 0,-2 0 144 0,1 2-192 16,2 2 192-16,1 1-192 0,4 2-16 0,-1 1-16 15,3 2 0-15,0 1 0 0,2 2 400 0,0-1 80 16,2-10 0-16,0 28 16 0,0-28 64 0,2 30 16 16,-2-30 0-16,7 28 0 0,-7-28-208 0,0 0-144 0,15 38 192 0,-15-38-192 15,0 0 128-15,17 30-128 16,-17-30 0-16,0 0 0 0,0 0 0 0,38 29 0 15,-38-29 0-15,0 0 0 16,34 0-496-16,-34 0-48 0,26-14-16 0,-9 2-17600 0</inkml:trace>
  <inkml:trace contextRef="#ctx0" brushRef="#br0" timeOffset="186632.26">5935 10883 16575 0,'0'0'736'0,"0"0"160"15,0 0-720-15,0 0-176 0,0 0 0 0,0 0 0 16,0 0 3200-16,0 0 592 0,0 0 128 0,0 0 32 15,0 0-928-15,0 0-176 0,4 33-32 0,-11-24-16 0,-2 0-1808 0,0 3-352 16,-1-4-80-16,-1 3-16 16,0-2-352-16,0 2-64 0,-1 0 0 0,2 1-128 0,3-2 0 15,1-1 0-15,3 2 0 0,1-1 0 16,2-10 0-16,0 0 0 0,0 0 0 0,13 31 0 16,-13-31 0-16,0 0 0 0,0 0 0 0,37 26 0 0,-37-26 0 15,0 0 0-15,42 16 0 0,-42-16 0 0,0 0 0 16,48 13 0-16,-48-13 0 0,0 0 0 0,44 14 0 0,-44-14 0 15,0 0 0-15,0 0 0 16,0 0 0-16,28 29 0 0,-28-29 0 0,-6 15 0 0,-1-5 0 0,-3 0 0 16,0-1 0-16,-2-2 0 15,-4 3 0-15,-3-1 0 0,-1 0 0 0,-1 2 0 0,1-2-320 16,3-2 16-16,3-2 16 0,1-2 0 16,5-2-1136-16,4-1-240 0</inkml:trace>
  <inkml:trace contextRef="#ctx0" brushRef="#br0" timeOffset="187011.12">6392 11171 10127 0,'1'-2'896'16,"0"-1"-704"-16,0 3-192 0,-1-2 0 15,0 2 2416-15,0-2 448 0,0-1 80 0,0-2 32 16,-1-1-32-16,0 0-16 0,-1 3 0 0,-1 2 0 0,1 1-1264 0,-1 0-256 15,0 2-64-15,-1 3 0 0,0 1-672 0,0 2-144 16,-1 0-16-16,0 3-16 16,2 1-240-16,-1 2-64 0,0 1 0 0,2-1 0 15,1 0-192-15,1-14 144 0,3 22-144 0,-3-22 128 0,0 0-128 0,0 0 0 16,0 0 144-16,35 25-144 16,-35-25 0-16,24-7 144 0,-10-2-144 0,-1-2 0 15,1 0 304-15,0-3-48 0,1 0-16 0,-2-5 0 0,0 2-112 16,-4 1-128-16,0-1 176 0,-4 1-176 15,-1 2 160-15,-2 1-160 0,-2 2 128 0,-3 1-128 0,-3 2 0 16,-1 0 128-16,-2 3-128 0,-4 0 0 0,-1 1 192 0,-3 3-64 0,1 1 0 0,-2 0 0 16,1 5 16-1,2-2 0-15,2 1 0 0,4 2 0 0,3 0-144 0,1-1 0 16,3 0 0-16,1 0 0 0,1-5-224 0,0 0-80 16</inkml:trace>
  <inkml:trace contextRef="#ctx0" brushRef="#br0" timeOffset="187357.74">6848 10922 28559 0,'4'-7'1264'0,"-2"4"272"0,-1-1-1232 0,0-1-304 16,-1 3 0-16,0-1 0 0,-1 1 2224 0,0-3 384 0,-2-3 80 0,-2-2 0 15,-1 0-1584-15,-2 1-320 0,1 1-64 0,-2 1-16 16,2 2-512-16,0 2-192 0,-1 2 144 0,1-2-144 15,-1 3 128-15,2 1-128 0,0 2 0 0,2 1 128 16,-1 5-128-16,1-2 0 0,1 5 0 0,-1 3 0 16,0 5 0-16,1 6 0 0,0 3 0 0,0 4 0 15,2 3 0-15,2-1 0 0,2-1 0 0,0 1 0 16,3-2 0-16,0-2 0 0,-6-31 0 0,14 59 0 0,-5-28 0 0,-9-31 0 16,20 57 0-16,-20-57 0 15,21 48 0-15,-21-48 0 0,17 45 0 0,-17-45 0 0,9 33 0 0,-9-33 0 16,1 26 0-16,-1-26 0 0,-7 21 0 15,0-9 0-15,-1-5 0 0,-2 0 0 0,0 0 0 0,-2-3 0 16,-1-1 0-16,-3-3 0 16,-1-2-448-16,-1 0 48 0,-2-5 0 0,3-2 0 15,1-1-1360-15,1-7-272 0,1-4-48 0,0-5-13440 0</inkml:trace>
  <inkml:trace contextRef="#ctx0" brushRef="#br0" timeOffset="187515.92">6673 11112 11967 0,'4'-5'528'0,"-3"3"112"0,1 0-512 0,-1 1-128 0,0 1 0 0,-1 1 0 15,1 1 3008-15,-1 0 576 0,0-2 128 0,0 0 0 16,0 0-128-16,0 0-48 16,0 0 0-16,0 0 0 0,16 32-2016 0,-16-32-416 0,0 0-80 0,0 0 0 15,44 3-592-15,-44-3-112 16,37-6-32-16,-37 6 0 0,49-11-288 0,-21 3 0 0,1 1 0 0,-1-3-12608 31,0 1-2608-31</inkml:trace>
  <inkml:trace contextRef="#ctx0" brushRef="#br0" timeOffset="188447.27">7346 11076 21183 0,'0'-1'1888'0,"0"0"-1504"16,0 1-384-16,-1 0 0 0,1 0 1600 0,0 0 256 15,0-2 64-15,0 0 0 0,0 1 112 0,2-1 16 0,-1-1 16 16,2-1 0-16,1-3-848 0,2 2-160 0,0-4-32 15,2 1-16-15,0 0-560 0,1-1-96 16,3 1-32-16,-1 0 0 0,0 1-144 0,-1 2-48 16,-10 5 0-16,22-7 0 0,-22 7-128 0,0 0 0 15,0 0 0-15,36 3 128 0,-36-3-128 0,0 0 0 16,0 0 0-16,21 36 0 0,-21-36 0 0,4 34 0 0,-4-14 0 16,0-1 0-16,-1 2 0 0,-2-2 0 0,0 0 0 0,0-3 0 15,1-2 0-15,2-14 0 0,-1 23 0 0,1-23 0 16,0 0 0-16,0 20 0 0,0-20 0 0,0 0 0 0,0 0 0 15,0 0 0-15,0 0 0 0,0 0 0 0,0 0 0 0,0 0 0 16,14-8 0-16,-12 2 0 16,1 0 0-16,0 0 0 0,-1-2 0 0,0 2 0 0,1-1 0 0,-1 0 0 15,0 2 0-15,0 0 0 0,0 1 0 0,-1 1 0 16,0 1 0-16,-1 2 0 0,1-2 0 0,-1 2 0 16,0 0 0-16,-1 2 0 0,1-1 0 0,0 2 0 15,0-3 0-15,-2 8 0 0,1-4 0 0,-1 1 0 16,2-5 0-16,-3 9 0 15,2-6 0-15,0 2 0 0,1-3-128 0,-1-2 128 16,1 2-1088-16,0-2-128 0</inkml:trace>
  <inkml:trace contextRef="#ctx0" brushRef="#br0" timeOffset="188914.58">7657 10724 8287 0,'0'-3'736'0,"0"0"-592"15,1 3-144-15,-2 0 0 0,0 0 2576 0,0-1 496 0,0 0 80 0,-3-1 32 16,1-1 400-16,-3 1 64 0,-1 2 32 0,1 0 0 15,-1 2-1552-15,0-2-304 0,1 3-64 16,1 0-16-16,-1 0-928 0,1 0-192 16,0 2-48-16,1-1 0 0,0 2-336 0,0 0-80 0,-1 2-16 0,1 1 0 15,0 0-144-15,0 3 0 0,1-1 0 0,-2 2 128 16,0 1-128-16,-1 0 0 0,0 1 0 0,0 1 0 16,0 1 0-16,0-1 0 0,0 4 0 0,2-2 0 15,-1 2 0-15,2-2 0 0,3-18 0 0,1 38 0 16,-1-38 0-16,8 38 0 0,-8-38 0 0,13 40 0 15,-13-40 0-15,18 41 0 0,-18-41 0 0,19 43 0 16,-19-43 0-16,15 40 192 0,-15-40-192 0,18 45 192 16,-18-45-192-16,13 49 0 0,-13-49 0 0,6 50 0 0,-7-26 0 15,-2 0 0-15,-3-3 0 0,-2 0 0 16,-4 1 0-16,-2-3 0 0,-1-2 0 0,-2-3 0 0,-1 1 0 16,-2-2-224-16,0-3 48 0,0-1 16 15,-3 0-1248-15,3-4-240 0,0-1-48 0,4-4-15152 16</inkml:trace>
  <inkml:trace contextRef="#ctx0" brushRef="#br0" timeOffset="189256.18">7384 11053 8287 0,'-9'5'736'0,"5"-3"-592"0,0-1-144 15,2 0 0-15,0-1 768 0,1 0 128 0,0-1 32 0,-1-2 0 16,0 0-144-16,0-4-16 0,1-3-16 0,0 1 0 16,1 0 624-16,1 1 128 0,0 4 32 0,1-1 0 15,-1 0 448-15,0 4 112 0,0 0 16 0,-1 1 0 0,-1 0-352 16,0 2-64-16,0 3-16 0,-1 0 0 16,1 2-416-16,0 2-96 0,1-1-16 0,0-8 0 15,0 0-368-15,0 0-80 0,0 0 0 0,0 0-16 0,32 30-304 0,-32-30-64 16,29-7-16-16,-10-2 0 0,5-1-16 15,2-4 0-15,4-5 0 0,2 2 0 16,1 1-144-16,-1-1-16 0,0 3-128 0,-2 0 192 0,0 2-192 16,-3 2 0-16,-3 2 128 0,-2 0-128 0,-22 8 0 0,41-9 0 15,-41 9 0-15,33-3 0 16,-33 3-192-16,0 0 32 0,0 0 0 0,0 0-18656 0</inkml:trace>
  <inkml:trace contextRef="#ctx0" brushRef="#br0" timeOffset="189631.84">7904 10965 27647 0,'-2'2'1216'0,"0"-2"256"0,0 0-1168 0,1 0-304 15,0 0 0-15,0 0 0 0,0-2 880 0,0 2 112 0,-1-2 32 0,1 1 0 16,1-2-16-16,1-1 0 0,3-1 0 0,2 1 0 15,1-1-272-15,2-2-48 0,2 2-16 0,-11 5 0 16,26-7-16-16,-26 7 0 0,0 0 0 0,41 0 0 16,-41 0-384-16,0 0-80 0,38 17 0 0,-38-17-16 0,0 0-176 0,27 37 192 15,-27-37-192-15,12 35 192 16,-12-35-192-16,4 38 0 0,-5-18 0 0,-1-5 0 16,2-15 0-16,-5 24 0 0,1-13 0 0,0-4 0 15,0 0 0-15,0-2 0 0,0-3 0 0,1 0 0 16,1-2 0-16,0 0 0 0,0-2 0 0,0-2 0 15,2-3 240-15,-1-1 16 0,2-1 0 0,1-3 0 16,2-2 16-16,0-3 16 0,2-2 0 0,-1 0 0 16,2 0-160-16,0 0-128 0,1 0 144 0,-1 4-144 0,1 2 0 0,2-1 0 15,-1 0 0-15,-1 2 0 0,2 2 0 16,-1 1 0-16,-2 4 0 0,1 0 0 16,-2 0-336-16,-6 5-64 0</inkml:trace>
  <inkml:trace contextRef="#ctx0" brushRef="#br0" timeOffset="189966">8235 10993 9215 0,'0'5'816'0,"0"-3"-656"15,0-1-160-15,1 1 0 0,-1-2 4368 0,1 0 848 16,-1 0 160-16,0 0 48 0,0 0-1728 0,0 0-352 16,0 0-64-16,47 7-16 0,-47-7-2320 0,28-4-480 15,-28 4-80-15,34-8-32 0,-34 8-176 0,34-12-48 0,-18 5 0 16,-1-2 0-16,-1 1-128 0,-2-1 0 15,-2 0 0-15,-1-1 0 0,0 0 0 0,-3 2 0 0,-1 0 0 0,-3 1 0 16,0 1 0-16,-3 0 0 0,-2 1 0 0,-4 1 0 16,-1 1-128-16,-3 1 128 0,0 2-160 0,-3 2 160 15,-2 1-256-15,-3 3 64 0,-1 2 0 16,0 1 0-16,0 1-144 0,2 4-32 0,4 1 0 0,1 2 0 16,1 1 128-16,4 3 32 0,3-1 0 0,2 0 0 15,3-20 208-15,1 38 256 0,-1-38-48 0,0 0-16 0,20 36 192 0,-20-36 16 16,0 0 16-16,43 17 0 0,-43-17-144 15,36 4-16-15,-36-4-16 0,42-5 0 0,-42 5-240 16,39-12 176-16,-21 3-176 0,1-2 160 16,-2 1-480-16,0-4-112 15</inkml:trace>
  <inkml:trace contextRef="#ctx0" brushRef="#br0" timeOffset="190290.74">8560 10979 19343 0,'-4'5'1728'0,"3"-4"-1392"0,0 2-336 0,1-2 0 0,0 1 3232 0,0 0 576 0,0-1 112 0,0-1 32 16,0 0-1600-16,0 0-320 16,0 0-64-16,0 0-16 0,42 18-1360 0,-42-18-272 15,28-2-48-15,-28 2-16 0,32-10-96 0,-16 3-32 16,1 0 0-16,-1-3 0 0,-1 1-128 0,0-2 0 0,-1 1 0 0,-2-2 0 16,-1 2 0-16,-1-1 0 0,-3 1 0 0,-2-1 0 15,-2 3-272-15,-3-1 64 0,-1 2 16 0,-4-3 0 16,-2 3 192-16,-3 2 0 15,-3 1-160-15,-4 2 160 0,-4 4 0 0,0 1 0 16,0 4-144-16,1 2 144 0,4 2-304 0,2 1 0 16,1 3 0-16,0 4 0 0,1 2 304 0,3 0 256 15,2 3-64-15,1-2 0 0,3 1 32 0,2 0 0 16,1-23 0-16,5 38 0 0,-5-38 96 0,0 0 32 0,24 38 0 16,-24-38 0-16,0 0-176 0,44 26-48 0,-44-26 0 0,38 8 0 0,-38-8-128 15,42 0 0-15,-17-5 0 0,-2-4-12736 16,-1-1-2528-16</inkml:trace>
  <inkml:trace contextRef="#ctx0" brushRef="#br0" timeOffset="190848.56">9175 10948 11967 0,'0'0'1072'0,"0"0"-864"15,1 0-208-15,-1-1 0 0,0 1 3360 0,0 0 624 0,0-1 128 0,1-1 32 16,-1 2-640-16,0-3-128 16,0 3-32-16,-1-2 0 0,1 0-2176 0,0 1-432 15,-1-1-96-15,1 0 0 0,-1-3-464 0,0 0-176 16,-1 1 128-16,-1-4-128 0,0 1 0 0,-2-1 0 16,-2 0 0-16,-4 1 0 0,-2 0 0 0,-2 2 0 15,-4 2 0-15,2 1 0 0,3 2 0 0,-1 0 0 16,1 5 0-16,1 0 0 0,1 6-176 0,2 1 176 15,2 2-128-15,2 1 128 0,1 2 0 0,2 3 0 0,3-20 0 0,-1 46-128 16,1-46 128-16,5 47 0 0,-5-47 0 0,10 45 0 16,-10-45 0-16,16 34 0 15,-16-34 0-15,0 0 128 0,32 33-128 0,-32-33 0 16,0 0 128-16,41 9-128 0,-41-9 0 0,30-10 0 0,-13 1 0 0,0-6 128 16,1-2-128-16,-1-3 0 0,0-4 0 0,-1 0 0 15,0-4 0-15,-1 2 0 0,-2-2 0 0,0 1-192 31,1-3-576-31,-1-2-128 0,1-3-32 0,-3 0 0 16,0 0-464-16,-4 1-80 0,-1 3-32 0,-2-2 0 0,-2 3 1088 0,-3 3 224 0,0 5 32 0,-2 6 16 16,0 4 1392-16,-2 7 288 0,0 3 48 0,1 4 16 15,-2 3-432-15,0 2-80 0,-1 5 0 0,0 3-16 16,1 2-592-16,0 4-112 0,-1 7-32 0,2 2 0 0,0 1-128 0,1 0-16 16,2 2-16-16,1-4 0 0,1-2-48 0,2 0 0 15,4 2 0-15,-6-29 0 0,14 57-128 0,-14-57 0 16,17 50 0-16,-17-50 0 0,18 42 0 0,-18-42 0 15,0 0 0-15,32 40 0 0,-32-40 0 0,0 0 0 16,0 0 0-16,41 12 0 0,-41-12-384 16,23-11 32-16,-12 3 16 0,-1-3 0 15,-1-3-1392-15,1 1-288 0</inkml:trace>
  <inkml:trace contextRef="#ctx0" brushRef="#br0" timeOffset="191193.51">9559 10882 16575 0,'0'1'736'0,"-1"0"160"15,0 1-720-15,0-1-176 0,1 1 0 0,-1 0 0 0,0-1 2624 0,-1 3 512 0,0 3 80 0,-3 0 32 16,0 3-80-16,0 2-16 16,0 0 0-16,0-1 0 0,1 4-2016 0,0-1-416 0,4-14-80 0,-5 28 0 15,5-28-400-15,0 29-80 16,0-29-16-16,5 29 0 0,-5-29-144 0,0 0 0 16,17 35 0-16,-17-35 0 0,0 0 0 0,0 0 0 0,0 0 0 0,36 20 0 15,-36-20 0-15,17-8 0 0,-8 1 0 0,0-3 0 16,1-4 0-16,0-2 0 0,-1-2 0 0,-1-3 0 15,0 2 0-15,-1-2 0 0,-1 2 0 16,-3-3 0-16,-2 4 0 0,-2-1-144 0,-2 2 144 0,-3 3 0 16,-1 0-256-16,-4 0 48 0,-2 4 16 0,-2 0 0 0,-4 3 192 0,0 2 0 15,-3 5-160-15,0 3 160 0,1 4 0 0,0 6 0 16,2 2 0-16,-1 2 0 0,3 4 0 16,0 5 0-16,3 1 0 0,3 1 0 0,3-2 0 0,4-2 0 15,3-1 0-15,1-23 0 16,8 35 0-16,-8-35 0 0,0 0 0 0,34 26 0 15,-34-26-400-15,36 0 32 0,-14-6 16 0,1-3-11632 16,1-3-2336-16</inkml:trace>
  <inkml:trace contextRef="#ctx0" brushRef="#br0" timeOffset="191748.78">9796 10832 4607 0,'4'-2'400'0,"-1"-1"-400"16,-3 3 0-16,0 0 0 0,0 1 4144 0,1 1 736 15,0-2 160-15,-1 0 16 0,0 0-768 0,0 0-176 16,0 0-16-16,0 0-16 0,0 0-2384 0,4 27-480 15,-4-27-80-15,0 0-32 0,-2 25-704 0,2-25-144 16,0 0-16-16,0 31-16 0,0-31-224 0,0 26 0 16,0-26 0-16,-1 28 0 0,1-28 0 0,-4 31 0 0,0-14 0 0,0 2 0 15,1-3 0-15,-1-1 0 16,0-1 0-16,1-2 0 0,-1-1 0 0,0-3 0 0,4-8 0 0,-4 11 0 16,2-8 0-16,1-2 0 0,0 0 0 0,1-3 0 15,0-1 0-15,1-4 0 0,2 0 0 0,-2-5 0 0,3-2 128 0,1-3-128 16,0-1 0-16,2-4 144 0,0 1-144 15,1-3 0-15,1 1 0 0,-1 1 128 16,1 3-128-16,0 0 0 0,2 3 0 0,-1 1 0 16,0 6 0-16,0-1 0 0,-1 6 0 0,-3-1 128 15,-6 5-128-15,0 0 0 0,0 0 144 0,0 0-144 16,0 0 144-16,0 0-144 0,34 24 192 0,-34-24-192 16,0 0 128-16,7 38-128 0,-7-38 0 0,1 33 0 15,-1-33 0-15,-3 35 0 0,3-35 0 0,-5 38 0 16,5-38 0-16,-7 33 0 0,7-33 0 0,-3 24 0 0,3-24 0 15,0 0 0-15,0 0 0 0,0 0 0 0,0 0 0 0,0 0 0 16,0 0 0-16,0 0 0 0,0 0 0 0,10-16 0 16,-6 2 0-16,2-1 0 15,1-2 0-15,-1-1 0 0,0-1 0 0,1 2 0 0,0-4 0 0,2 0 0 16,-1-1 0-16,1-3 0 0,1 0 0 0,-2 6 0 16,0 0 0-16,-1 5 0 0,0 2 0 0,-1 5 0 15,-2 2 0-15,0 3 0 0,-4 2 0 0,0 0 0 16,0 0 0-16,0 0 0 0,0 0 0 0,12 42 0 0,-12-42 0 15,0 39 0-15,0-16 128 0,0 3-128 0,0 2 0 16,-1 1 0-16,2 0 128 0,-1-1-128 0,1 3 0 16,0-5 0-16,-1-26 864 0,3 45 112 15,-3-45 32-15,4 33 0 16,-4-33-1744-16,0 0-352 0,3 29-64 0,-3-29-18672 0</inkml:trace>
  <inkml:trace contextRef="#ctx0" brushRef="#br0" timeOffset="206844.28">11508 10937 3679 0,'-3'2'320'0,"1"0"-320"16,0-2 0-16,1 1 0 0,0-1 1216 0,0 0 192 15,1 0 16-15,-1 0 16 0,0 0 672 0,-1 0 144 16,1-1 32-16,0 1 0 0,0 0 64 0,1 0 16 16,0-2 0-16,0 2 0 0,0 0-576 0,0 0-96 15,0 0-32-15,1 0 0 0,0 0-576 0,0 2-112 16,3-2-16-16,0 0-16 0,-4 0-256 0,0 0-48 0,0 0-16 0,38 0 0 16,-38 0 64-16,29-5 16 0,-29 5 0 0,37-4 0 15,-37 4-352-15,39-7-64 0,-39 7-16 0,39-7 0 16,-39 7-272-16,39-8 0 0,-39 8 0 15,34-7 0-15,-34 7 0 0,30-7 0 0,-30 7 0 0,0 0 0 16,30-5 0-16,-30 5 0 0,0 0 0 0,0 0 0 31,0 0-784-31,4-4-224 0</inkml:trace>
  <inkml:trace contextRef="#ctx0" brushRef="#br0" timeOffset="207159.69">11655 10700 26719 0,'-1'-3'1184'0,"1"1"240"0,1 1-1136 0,-1-1-288 16,1 2 0-16,-1 0 0 0,0 0 1760 0,0 0 288 15,1 0 64-15,0 0 16 0,0 0-608 0,-2 2-128 16,1 1-32-16,0 0 0 0,0 1-752 0,-1-1-160 0,0 4-16 0,-1-1-16 16,0 2-256-16,0 1-160 0,-1 1 192 0,0 4-192 15,-1 5 0-15,0 2 0 16,1 3 0-16,0 5 0 0,1-3 0 0,0 4 0 0,-1 6 0 15,0 2 0-15,0 0 0 0,-1 1 0 0,0 0 0 0,2-6 0 16,0-2 0-16,2-2 0 0,2-4 0 0,-2-25 0 16,8 38 0-16,-8-38 0 0,0 0 0 0,22 41 0 15,-22-41 0-15,0 0 0 0,0 0 0 16,38 15 0-16,-38-15 0 0,28-10 0 0,-12 0 0 16,0-2 0-16,-1 0-192 0,1-3 16 0,1 0 0 0,-1 0-17856 15</inkml:trace>
  <inkml:trace contextRef="#ctx0" brushRef="#br0" timeOffset="208163.07">12022 11238 10127 0,'0'0'896'0,"0"-2"-704"0,0 2-192 0,0-1 0 16,0 1 2192-16,0 0 416 0,0-2 80 0,-1 2 0 0,1-3 544 15,0 1 96-15,-1 0 32 0,1 0 0 0,0 1-1184 0,-1-1-256 16,0 0-32-16,1 1-16 0,-1 1-1008 0,1-2-208 15,-1 2-32-15,1 0-16 16,0 0-352-16,-1 2-80 0,-1 1-16 0,0-1 0 16,0 3-160-16,0 0 0 0,-1 3 0 0,0 3 0 0,0 3 0 0,-1 2 0 15,1 2 0-15,1 2 0 16,-1 3 0-16,0 0 0 0,1-2 0 16,1 0 0-16,0-2 0 0,1-19 0 0,3 31 0 0,-3-31 0 0,0 0 0 0,0 0 0 15,0 0 0-15,0 0 0 0,31 22 0 0,-24-28 0 0,2 0 0 16,-1-4 0-1,1-3 0-15,0-2 0 0,1-2 0 0,-2-2 0 16,0 0 0-16,-1 2 0 0,-1 1 0 0,-2-1 0 0,-1 3-224 16,-3-2 80-16,-2 3 16 0,-2-1 0 15,-1 5 128-15,-2-1 0 0,-1 2 0 0,-1 2 0 0,-1 2 0 16,1 1 0-16,1 3 0 0,-1 0 0 0,1 0 0 0,1 2 0 16,0-1 128-16,2 1-128 0,0 1 0 0,0 1 0 0,3-2 0 0,2 0 0 15,0 1 0-15,0-3-320 0,0 0 64 0,0 0-17760 16</inkml:trace>
  <inkml:trace contextRef="#ctx0" brushRef="#br0" timeOffset="208444.14">12198 11351 7359 0,'-1'0'656'0,"1"0"-528"0,0 0-128 0,-1 0 0 15,1 0 3040-15,0 0 576 0,0 0 112 0,-1 0 32 0,1 0 672 0,0 3 144 16,-1-1 32-16,0 1 0 16,1-3-2816-16,0 0-544 0,0 0-112 0,0 0-32 15,2 31-752-15,-2-31-160 0,0 0-16 0,0 0-16 16,11 32-160-16,-11-32 0 0,0 0 0 0,0 0 0 15,0 0 0-15,15 29 0 0,-15-29 0 0,0 0-12496 16,0 0-2416-16</inkml:trace>
  <inkml:trace contextRef="#ctx0" brushRef="#br0" timeOffset="209892.35">12470 11311 1839 0,'1'0'160'0,"-1"-2"-160"0,1 1 0 0,-1 1 0 0,1 0 192 16,0-2 0-16,0 2 0 0,0-2 0 0,1-3 528 15,1 1 112-15,-1 1 32 0,0 1 0 0,-1-1 656 16,0-1 128-16,0 1 16 0,0 1 16 0,-1 0 192 0,0 0 48 16,-1 1 0-16,1-2 0 15,-1 2-256-15,0 0-64 0,0 1 0 0,-1-1 0 16,1 0-432-16,-1 1-80 0,1 0-32 0,0-2 0 16,0 2-240-16,0 0-48 0,1 0-16 0,-1-2 0 0,0 1-32 0,1 1 0 15,-1 0 0-15,1-2 0 0,-1 2-144 0,1 0-16 16,-1 2-16-16,0-1 0 0,-1 1-288 0,1 2-48 15,-1 1-16-15,0 1 0 0,0 2-64 0,-1 0 0 16,0 3-128-16,0 1 192 0,2 2-64 0,-2 0-128 16,3-14 176-16,-4 32-176 0,4-32 144 0,-3 30-144 15,3-30 0-15,1 25 144 0,-1-25-144 0,0 0 128 0,0 0-128 16,0 0 128-16,0 0-128 0,0 0 0 16,32 21 0-16,-32-21 0 0,18-10 128 0,-8 0 0 15,3 1 0-15,-2-5 0 0,1 2 64 0,0-3 0 0,-1 1 0 0,-1 0 0 16,-2 0-192-16,1 0 0 0,-3 2 0 15,1 0-176-15,-3-2 176 0,-1 2-128 0,-2 0 128 0,-2 0-128 0,-3 0 128 0,0 3 0 16,-3 2 0-16,0 2 0 0,-3 0 0 0,0 4 0 16,-3 2 0-16,0 1 0 0,0 1 192 0,0 0-16 15,1 1-16-15,-1 3 0 0,2 0-160 0,1 1 0 16,2 1 0-16,1 0 0 16,4-1-496-16,1-2-80 0,2-6 0 0,0 0-16000 0</inkml:trace>
  <inkml:trace contextRef="#ctx0" brushRef="#br0" timeOffset="211448.08">13409 11411 33167 0,'0'0'2944'0,"0"0"-2352"0,0 0-464 0,0 0-128 16,0 0 1616-16,0 0 304 0,0 0 64 0,0 0 16 15,0 0-1072-15,0 0-224 0,26 31-32 0,-26-31-16 16,2 26-336-16,-2-26-80 0,-4 28-16 0,0-14 0 15,-2 0-224-15,-1 1 0 0,0 1 128 0,-3-3-128 16,0 0 0-16,-1-3-208 0</inkml:trace>
  <inkml:trace contextRef="#ctx0" brushRef="#br0" timeOffset="213169.46">13831 11185 3679 0,'-1'0'320'0,"0"0"-320"0,0 0 0 0,0-2 0 0,1 2 1408 15,0 0 224-15,-1 0 32 0,0 0 16 16,0 0 1040-16,0 0 208 0,0 0 32 0,0-2 16 0,0 2 672 0,0 0 128 16,1 0 16-16,0 0 16 0,0 0-2560 0,-1 2-512 15,1 0-96-15,-2 2-32 0,0 2 96 0,-1 2 0 16,-1 4 16-16,1 3 0 0,-2 2-416 0,-1 2-96 16,1 5-16-16,-2 3 0 0,1 2-192 0,-2 5 0 15,0 1 0-15,0-2 0 0,-2-1 0 0,3-3 0 16,1-3 0-16,1-5-11792 0,2-3-2272 15</inkml:trace>
  <inkml:trace contextRef="#ctx0" brushRef="#br0" timeOffset="213547.82">14099 11103 23951 0,'-2'4'2128'0,"0"1"-1696"0,2-5-432 0,0 0 0 0,0 0 1840 0,-3 9 272 15,1-4 64-15,-1 3 16 0,0 1-320 0,-1 2-64 16,1-3-16-16,3-8 0 16,-4 14-1200-16,4-14-240 0,0 0-48 0,-3 10-16 0,2-6-96 0,-2-1 0 15,1 4-16-15,-2-3 0 0,0 6-176 0,-2-1 0 16,1 1 0-16,-3 4 0 0,0 3 0 0,0 1 0 16,-1 2 0-16,1 1 0 0,1 2 0 0,2-1 0 15,1 4 0-15,3-5 0 0,1-21 0 16,3 39 0-16,-3-39 0 0,0 0 0 0,23 37 0 0,-23-37 0 15,0 0 0-15,43 6 0 0,-43-6 192 0,31-10 0 0,-13 2 0 0,-1-1 0 16,-1-3 112-16,-1 0 16 0,-1-1 16 0,-3 0 0 16,-1 3-128-16,-5 2-16 0,-1 0-16 0,-4 1 0 15,-2 2 0-15,-3-1 0 16,-3 0 0-16,-3 4 0 0,-4-2 64 0,-3 1 16 0,-1 3 0 0,-2-3 0 16,-2 3-256-16,1-3 176 0,1 2-176 0,1-2 160 15,5 1-160-15,0 2 0 0,2 0 0 0,1 0 0 16,1 2-400-16,3 1-64 0</inkml:trace>
  <inkml:trace contextRef="#ctx0" brushRef="#br0" timeOffset="-153551.58">12848 11346 3679 0,'0'-3'320'0,"-1"0"-320"16,1 1 0-16,0 1 0 0,0-1 992 0,0-1 128 16,-1-1 32-16,-1-6 0 0,0-2 224 0,1 0 48 0,0-2 16 15,0 1 0-15,1 0-624 0,-1-1-128 16,1 0-32-16,0 0 0 0,-1 2 0 0,0-2 0 0,-1 2 0 0,-1 0 0 15,0 1 496-15,-1 2 112 16,3 3 16-16,-1 1 0 0,1 3 208 0,-1 2 48 0,0 2 16 16,0 3 0-16,0 1 48 0,-1 2 0 0,2 1 0 0,1-9 0 15,-3 21-496-15,3-21-80 0,0 22-32 0,0-22 0 16,0 0 32-16,4 28 0 0,-4-28 0 0,0 0 0 16,2 24-512-16,-2-24-80 0,0 0-32 0,1 29 0 15,-1-15-112-15,-1 3-32 0,-1 3 0 0,-1 5 0 0,-2 8-256 0,0 0 160 16,-2 7-160-16,-2-2 128 0,0 1-128 0,0 0 0 15,0-3 0-15,1-4 0 0</inkml:trace>
  <inkml:trace contextRef="#ctx0" brushRef="#br0" timeOffset="-151612.96">14402 10927 20271 0,'-2'0'1792'0,"0"2"-1424"0,0-2-368 0,1 1 0 15,1-1 1568-15,-1 2 240 0,0-2 48 0,-1 2 16 16,0 0 432-16,2-2 96 0,3-2 16 0,3 0 0 15,-6 2-1040-15,21-8-208 0,-21 8-32 0,31-12-16 16,-13 6-624-16,2 1-128 0,1-2-32 0,1 2 0 0,-22 5-208 0,41-9-128 16,-41 9 160-16,34-3-160 0,-34 3 0 0,0 0 0 15,40 1 0-15,-40-1 0 0,0 0 0 16,0 0 0-16,38 6 0 0,-38-6-18272 16</inkml:trace>
  <inkml:trace contextRef="#ctx0" brushRef="#br0" timeOffset="-151395.99">14461 11076 24879 0,'-5'2'1088'0,"2"-1"256"0,0 1-1088 0,1-2-256 0,1 0 0 0,1 0 0 16,0 0 2112-16,0 0 352 0,0 0 80 15,0 0 16-15,0 0-672 0,22-9-128 0,-22 9-32 0,0 0 0 16,31-10-1088-16,-31 10-240 15,0 0-32-15,38-5-16 0,-38 5-176 0,0 0-48 16,47-2 0-16,-47 2 0 0,0 0-128 0,45 0 0 16,-45 0 0-16,32-2 0 0,-32 2-272 0</inkml:trace>
  <inkml:trace contextRef="#ctx0" brushRef="#br0" timeOffset="-150131.05">15164 10865 22111 0,'-1'0'1968'0,"0"0"-1584"0,0 0-384 0,0 0 0 16,1 0 1584-16,-1 0 224 0,0 0 48 0,-2 0 16 0,0 0 32 0,1 0 0 15,-1 0 0-15,2 0 0 16,0 0-672-16,0 0-128 0,0 0-16 0,2 1-16 16,0-1-560-16,-1 0-96 0,0 0-32 0,0 0 0 15,0 0-192-15,0 0-32 0,26-5-16 0,-26 5 0 16,0 0 48-16,27-5 0 0,-27 5 0 0,21-8 0 0,-21 8-32 0,23-6 0 0,-23 6 0 0,0 0 0 16,31-8-160-16,-31 8 0 15,0 0 144-15,0 0-144 0,0 0 0 0,0 0 0 16,37 10 0-16,-37-10 0 0,0 0 0 0,0 0 0 15,0 0 0-15,4 34 0 0,-6-21 0 0,-3-1 0 16,-1 3 0-16,-1 0 0 0,0 0 0 0,-3 2 0 16,0 2 0-16,-2-3 0 0,0 3 0 0,-2 0 0 0,1 3 0 15,-1-4 0-15,2 0-144 0,0-1 144 0,2-2-160 0,1-1 160 16,1-4-144-16,3 0 144 0,0-1-128 16,5-9 128-16,-4 14 0 0,4-14 0 0,0 0 0 0,0 0 0 15,0 0 0-15,0 0 0 0,0 0 0 0,0 0-128 0,38 13 128 16,-38-13 0-16,0 0 0 0,30-3 0 15,-30 3 0-15,0 0 0 0,31-5 128 0,-31 5-128 16,0 0 128-16,30-5-128 0,-30 5 128 0,0 0-128 0,25-5 0 0,-25 5 0 16,0 0 0-16,25-11 0 15,-25 11-256-15,17-12-112 0</inkml:trace>
  <inkml:trace contextRef="#ctx0" brushRef="#br0" timeOffset="-149946.58">15449 11018 25791 0,'-1'1'2304'0,"0"-1"-1856"0,1 0-448 0,0 1 0 31,0-1 2336-31,1 2 368 0,-1-2 80 0,0 0 16 0,0 0-1072 0,0 0-192 0,0 0-64 0,15 28 0 16,-15-28-1088-16,0 0-208 0,0 0-48 0,25 32-128 16,-25-32 128-16,0 0-128 15,0 0 0-15,0 0 0 0,31 25 0 0,-31-25-144 16</inkml:trace>
  <inkml:trace contextRef="#ctx0" brushRef="#br0" timeOffset="-149595.27">15721 10780 10127 0,'-5'5'896'0,"2"-2"-704"0,0 1-192 0,1-2 0 15,0 1 5072-15,0 1 992 0,0-1 192 0,-3 4 32 16,-1 4-3088-16,-2 2-608 0,-2 3-128 0,2-2-32 15,1-1-1680-15,1 0-352 0,1-3-64 0,2 1-16 16,1-3-320-16,2-8 128 0,0 0-128 0,0 0 0 16,0 0 0-16,12 31 128 0,-12-31-128 0,0 0 0 15,0 0 0-15,0 0 0 0,41 23 0 0,-41-23 128 0,0 0 1552 16,0 0 320-16,42 24 64 0,-42-24 16 16,0 0-3232-16,36 26-656 0,-36-26-128 15,0 0-32-15,29 31 1584 0,-29-31 384 0,0 0 0 0,24 31 0 0,-24-31 0 0,0 0 0 16,0 0 0-16,23 33 0 0,-23-33 0 0,0 0 0 15,0 0 0-15,0 0 0 16,0 0 0-16,0 27 0 0,-3-23 0 0,-4-2 0 0,1 1 0 0,-4 1 0 16,-2 1 0-16,-1-3 0 0,-1 3 0 0,-3 0 0 15,-2-3 0-15,0 3 0 0,-1-3 0 16,3-4 0-16,0-1 0 0,1-3 0 0,2-4-352 0,1-2 16 0,3-4 0 0,2-6-18640 16</inkml:trace>
  <inkml:trace contextRef="#ctx0" brushRef="#br0" timeOffset="-149414.3">15691 10844 23951 0,'-2'2'1056'0,"1"-2"224"0,0 0-1024 0,1 0-256 0,0 0 0 16,1 0 0-16,1 0 1264 0,-2 0 192 0,0 0 32 0,18-7 16 16,-18 7 400-16,25-12 80 0,-10 5 0 0,-15 7 16 15,33-11-768-15,-33 11-144 0,34-8-48 16,-34 8 0-16,31-7-688 0,-31 7-144 0,0 0-16 0,39-1-16 15,-39 1-176-15,0 0 0 0,0 0 0 0,33 1 0 16,-33-1 0-16,0 0 0 0,0 0 0 0,0 0-18176 16</inkml:trace>
  <inkml:trace contextRef="#ctx0" brushRef="#br0" timeOffset="-148880.42">16099 10735 10127 0,'2'-3'896'0,"0"0"-704"0,0 0-192 0,-2 2 0 16,1 0 2016-1,1 0 368-15,-2 1 80 0,9-9 16 0,-4 2 704 0,1 2 144 16,-3 2 16-16,0-1 16 0,-2 3-1328 0,-1 2-272 0,-2 3-48 16,-1 0-16-16,-1 2-800 0,-2 1-144 15,-1 1-48-15,0 3 0 0,0-1-368 0,0 3-80 16,0-1 0-16,1 0-16 0,3 0-80 0,3-12-16 0,-2 26 0 0,2-26 0 15,4 28-144-15,-4-28 128 0,0 0-128 0,14 38 128 16,-14-38-128-16,0 0 0 0,27 39 0 0,-27-39 0 16,25 28 0-16,-25-28 128 0,28 31-128 15,-28-31 128-15,28 28 32 0,-28-28 0 0,24 27 0 16,-24-27 0-16,0 0-160 0,29 36 0 16,-29-36 0-16,0 0 0 0,0 0 0 0,21 32 0 0,-21-32 0 0,0 0 0 15,0 0 0-15,-3 21 0 0,3-21 0 16,-10 10 0-16,2-6 0 0,-3 0 0 0,-3 2 0 0,-3-3 0 15,0 2 0-15,-2-1 0 0,-1-1 0 16,2-1 0-16,3 0-128 0,0-4-16 0,0-1 0 0,-1-1 0 0,2-3 144 16,1 0-160-16,3-2 160 0,2-2-160 15,4 2 160-15,1 0 0 0,3-1 0 0,2-2 0 0,2-1 272 0,3 0-16 16,1-1 0-16,2 0 0 16,2 0 16-16,0-1 0 0,-1 3 0 0,1-2 0 0,2 0-144 15,2-1-128-15,2-1 192 0,0 0-192 16,0-1 0-16,1 0 0 0,-2 1 0 0,-1 0 0 15,1 1 0-15,-4-2 0 0,-1-1 0 0,-4 3 0 16,-3-2-208-16,-5 3-48 0,-3 2-16 0,-4 0 0 16,-4 1-32-16,-2 2 0 0,-1 0 0 0,-4 3 0 15,-1 1-112-15,-1 5-32 0,-2 0 0 0,1 3 0 16,7 1-1472-16,-2 0-320 0</inkml:trace>
  <inkml:trace contextRef="#ctx0" brushRef="#br0" timeOffset="-148333.02">16477 10728 24879 0,'-8'5'1088'0,"2"-1"256"0,1 1-1088 0,1-3-256 0,2-1 0 0,1-1 0 15,0 1 2592-15,0 2 464 0,-1 0 80 0,-1-1 32 16,1 0-1440-16,1 0-304 0,1-2-48 0,0 0-16 0,0 0-752 0,0 0-160 16,34-4-16-16,-34 4-16 15,26-5-208-15,-26 5-32 0,33-3-16 0,-33 3 0 0,34 3-160 16,-34-3 0-16,36 5 0 0,-36-5 0 0,33 10 0 0,-33-10 0 15,0 0 0-15,34 21 0 0,-34-21 0 0,0 0 0 16,0 0 0-16,13 33 0 16,-13-33 0-16,-8 16 0 0,-1-6 0 0,-3 0 0 15,0-1 0-15,-2 0 0 0,-2 1 0 0,-2 0 0 0,-1 1 0 0,0-2 0 16,-1 1 0-16,4-2 0 0,4-2 160 16,2 0-160-16,0-1 192 0,2-2-192 0,3 0 256 0,3 0-64 15,1-1-16-15,1-2 0 0,0 0-176 0,0 0 0 0,0 0 0 0,0 0 0 16,41 2 0-16,-41-2 0 15,0 0 0-15,48 5 0 0,-48-5 0 0,39 9 0 0,-39-9 0 0,41 14 0 16,-41-14 0-16,40 20 0 0,-40-20 0 16,32 23 0-16,-32-23 0 0,0 0 0 0,26 33 128 0,-26-33-128 15,0 0 0-15,-3 36 0 0,-5-24 0 0,-3 2 128 16,-5 2 128-16,-5-1 32 0,-3 2 0 16,-2-3 0-16,-2 0-160 0,-3-1-128 0,-4 2 192 0,-1-1-192 15,2-2 0-15,4-2 0 0,3-6-160 0,6-4-20144 16</inkml:trace>
  <inkml:trace contextRef="#ctx0" brushRef="#br0" timeOffset="-139859.71">8594 12067 8287 0,'-1'0'736'0,"1"-2"-592"16,0 2-144-16,0 0 0 0,0 0 1216 0,0 0 224 15,0 0 32-15,-1 0 16 0,1-2 544 0,1 2 96 16,0 0 32-16,1 0 0 0,1 0-336 0,0 2-64 16,0-2-16-16,-3 0 0 0,0 0-192 0,0 0-32 15,0 0-16-15,0 0 0 0,36 6-432 0,-36-6-96 16,0 0-16-16,34-4 0 0,-34 4-192 0,32-8-32 0,-32 8-16 15,34-10 0-15,-34 10-288 0,28-8-64 0,-28 8-16 0,31-9 0 16,-31 9-224-16,30-8-128 0,-30 8 160 0,0 0-160 16,33-8 0-16,-33 8 128 15,0 0-128-15,0 0 0 0,26-5 0 0,-23 4 0 16,-1 1 0-16,-1 0 0 0,-1 0 0 0,-1 1-128 16,-1-1 128-16,-1 2-18112 0</inkml:trace>
  <inkml:trace contextRef="#ctx0" brushRef="#br0" timeOffset="-139558.5">8844 11765 17503 0,'-2'1'1552'0,"1"1"-1232"0,0-1-320 0,0 1 0 16,0 0 1920-16,0 2 336 0,-2 2 64 0,-2 3 16 0,-1 5-32 0,1 1 0 15,-1-3 0-15,3-1 0 0,0 1-1136 0,3-12-224 16,-3 20-48-16,3-20-16 0,-2 18-384 0,2-18-80 15,0 22-16-15,0-22 0 0,-1 27-272 0,1-27-128 0,-2 34 128 0,1-15-128 32,0 6 0-32,-1 0 0 0,0 3 0 0,0 3 0 15,0-2 0-15,1-2 0 0,1-2 0 0,0-25 0 0,4 33 0 0,-4-33 0 0,0 0 0 0,15 29 0 16,-15-29 0-16,0 0 0 16,0 0 0-16,0 0 0 0,37 6 240 0,-37-6 16 0,23-14 0 0,-8 5 0 15,0-2-16-15,1 1 0 0,-2-2 0 0,1 0 0 16,0 2-240-16,-1-2 0 0,1 3 0 15,-1 2 0 1,-14 7-1712-16,27-14-224 0</inkml:trace>
  <inkml:trace contextRef="#ctx0" brushRef="#br0" timeOffset="-138890.56">9675 11899 16575 0,'0'-2'1472'0,"0"1"-1168"15,0 1-304-15,0 0 0 0,0 0 1888 0,0-2 320 16,0 2 64-16,0 0 16 0,0 0 768 0,0 0 144 15,0 0 48-15,-1 0 0 0,-1 2-1712 0,1-1-352 16,-1 1-64-16,0-1-16 0,0 0-736 0,0 0-160 16,0 1-16-16,-1-1-16 0,-1 0-176 0,0 1 0 0,-2 3 144 15,-1-2-144-15,-2 1 0 0,0 1 0 0,0 1 0 16,-3 0 128-16,-1 1-128 0,-2 0 0 0,0 2 0 0,0-1 0 16,0-1 0-16,1-2 0 0,0-1 0 0,0 1 0 15,0 0 0-15,1-3 0 0,1 3 0 0,1-2 0 16,2 1 0-16,2-2 0 0,1 1 0 0,2-1 0 15,0-1 0-15,2 1 0 0,0 0 0 0,2-2 0 16,-1 1 0-16,1-1 256 0,0 0-64 0,0 0-16 16,0 0-176-16,0 0 192 0,0 0-192 0,0 0 192 15,0 0-192-15,0 0 128 0,0 0-128 0,0 0 128 0,0 0-128 16,0 0 160-16,28 25-160 0,-28-25 160 0,0 0-160 0,0 0 160 16,0 0-160-16,0 0 160 0,36 21-32 15,-36-21-128-15,0 0 192 0,0 0-64 0,39 17-128 0,-39-17 192 16,0 0-192-16,37 13 192 0,-37-13-192 0,0 0 160 15,38 15-160-15,-38-15 160 0,0 0-160 0,44 14 0 16,-44-14 0-16,0 0 0 0,46 17 0 0,-46-17 0 16,0 0 0-16,48 13 0 0,-48-13 0 0,0 0 0 15,44 9 0-15,-44-9-19616 0</inkml:trace>
  <inkml:trace contextRef="#ctx0" brushRef="#br0" timeOffset="-137509.02">10205 11946 9215 0,'-2'1'816'0,"1"1"-656"15,0-2-160-15,0 2 0 0,0-2 1344 0,-2 3 256 0,0-1 32 0,-1 0 16 16,0 1 272-16,-1 0 64 0,2 1 16 0,1-2 0 16,0 0-320-16,1-2-64 0,0 0-16 0,1 0 0 15,0 0-400-15,1 0-96 16,0 0-16-16,1-2 0 0,0 2-192 0,-2 0-64 16,0 0 0-16,0 0 0 0,0 0-176 0,0 0-32 0,35-7-16 15,-35 7 0-15,0 0-96 0,41-5 0 0,-41 5-16 16,32-6 0-16,-32 6-128 0,32-5-32 0,-32 5 0 0,32-5 0 15,-32 5-336-15,30-8 144 0,-30 8-144 16,25-6 0-16,-25 6 0 0,20-8 0 16,-20 8 0-16,18-9 0 0,-18 9 0 0,12-7 0 0,-8 3 0 0,-1 0 0 15,-1 2-1792-15,-2 0-256 0</inkml:trace>
  <inkml:trace contextRef="#ctx0" brushRef="#br0" timeOffset="-137190.89">10408 11747 10127 0,'-1'-2'896'0,"1"2"-704"16,0-2-192-16,0 2 0 15,0 2 2032-15,-1-2 368 0,0 0 80 0,-2 2 16 0,-1 1 272 0,0 1 64 0,0 1 16 0,0 2 0 32,-1 3-1504-32,1-3-288 0,0 2-64 0,-1 1-16 0,2-1-464 0,-1 1-80 15,0 1-32-15,1-1 0 0,0 4-224 0,-1-2-48 0,0 2-128 0,1 3 192 16,1 0-192-16,-3 2 128 0,2 3-128 0,-1-1 0 15,0-1 0-15,1 2 128 0,1 0-128 16,1 1 0-16,0-2 144 0,1 1-16 0,-1-1 0 16,1-21 0-16,3 38 160 0,-3-38 32 15,0 0 0-15,13 35 0 0,-13-35-80 0,0 0-16 16,0 0 0-16,0 0 0 0,0 0 224 0,39 12 32 16,-39-12 16-16,18-7 0 0,-18 7-112 0,19-13 0 15,-11 7-16-15,-1-1 0 0,0 2-240 0,-1-1-128 16,1 0 128-16,-2 0-128 0,1 1 0 0,0 1-208 0,-2-1 16 0,1 0-11776 15,-1 2-2352 1</inkml:trace>
  <inkml:trace contextRef="#ctx0" brushRef="#br0" timeOffset="-136681.14">10846 12062 14735 0,'-1'-2'640'0,"0"2"160"0,0-1-640 0,0 0-160 0,0 1 0 16,1 0 0-16,-1 0 1472 0,-1 0 256 15,-2 2 48-15,-1 0 16 0,-1 1 80 0,-2 2 32 16,2 2 0-16,-1 0 0 0,-1 1-624 0,0 0-112 0,0 2-16 0,2 2-16 16,-1 0-512-16,2 0-112 0,-1 2 0 0,3 2-16 15,0 1-96-15,-1 0-16 0,2-1 0 0,2-16 0 16,0 28-384-16,0-28 0 0,0 0 128 0,13 32-128 15,-13-32 0-15,0 0 0 0,0 0 0 0,40 6 0 16,-40-6 384-16,31-14-16 16,-16 3 0-16,0-2 0 0,0 0 32 0,-1-2 16 0,-2 1 0 0,-3-4 0 15,-1 3-256-15,-3-2-160 0,0 1 192 0,-3 1-192 16,-2 1 128-16,-2 2-128 0,-3 3 0 0,-2-1 0 0,-2 3 176 16,-2 0-176-16,-2 2 160 0,1 3-160 0,-2-1 256 15,-2 4-32-15,2 3-16 0,-1 0 0 0,2 4-208 0,1-1 128 16,2 1-128-16,1 1 0 0,4 0 0 0,1 1-192 15,4-10 16-15,0 0-11536 0,0 0-2320 0</inkml:trace>
  <inkml:trace contextRef="#ctx0" brushRef="#br0" timeOffset="-136459.02">11036 12149 22111 0,'-3'6'976'0,"0"-3"208"0,3-3-944 0,-4 4-240 16,4-4 0-16,0 0 0 0,0 0 2240 0,-4 12 416 0,4-12 80 0,-4 14 16 0,4-14-1168 0,0 0-240 31,0 24-32-31,0-24-16 0,0 0-544 0,0 0-112 16,0 0-32-16,8 33 0 0,-8-33-352 0,0 0-80 16,0 0-16-16,7 29 0 0,-7-29-160 0,0 0 0 15,0 0 0-15,0 0 0 0,0 0-192 0,0 0-32 16</inkml:trace>
  <inkml:trace contextRef="#ctx0" brushRef="#br0" timeOffset="-135992">11236 12094 5519 0,'-2'0'240'0,"1"0"64"15,0 0-304-15,0 0 0 0,1 0 0 0,0 0 0 0,-1-2 2896 0,1 1 528 16,-1 1 96-16,0 0 32 0,-1-2 752 0,1 2 160 15,0 0 16-15,-1 2 16 0,0 1-3216 0,0 1-656 16,-1 3-128-16,0-2-32 0,0 5 0 0,-1 1 0 16,1 4 0-16,0-1 0 0,-1 2-144 0,1 2-48 0,1 0 0 0,2-18 0 15,-3 36-272-15,3-36 0 16,2 26 0-16,-2-26 0 0,0 0 0 0,0 0 0 16,0 0 0-16,0 0 0 0,42 14 0 0,-30-23 0 15,1-1 0-15,1-5 0 0,-1-1 304 0,0 0-48 0,-2-4-16 16,-1 2 0-16,-1 1-240 0,-5 0 128 15,0 2-128-15,-4 2 0 0,-2 1 128 0,-3 2-128 0,-3 4 0 16,-3 0 144-16,-1 4-16 0,-4 2 0 16,-4 3 0-16,-2 4 0 0,3 2-128 0,0 1 192 0,1 1-192 0,0 4 192 15,3-1-192-15,3-2 0 0,4 2 0 0,2-4 0 16,4-1-624-16,2-9-48 0,0 0-16 16,0 0-16752-16</inkml:trace>
  <inkml:trace contextRef="#ctx0" brushRef="#br0" timeOffset="-135721.58">11493 12051 20271 0,'2'-5'896'0,"0"1"192"0,0 1-880 0,-1 1-208 16,0 1 0-16,-1 1 0 0,0 0 2944 0,1-2 560 15,-1 2 96-15,0 2 32 0,0-2-1360 16,-3 10-272-16,-1-3-48 0,0 5-16 0,-3 5-1232 0,0 1-256 0,-1 6-64 0,-1 2 0 16,1 3-256-16,-1-1-128 15,3-2 0-15,0-1 128 0,3-2-128 0,-1-2 0 0,4-21 0 0,-1 33 0 16,1-33 0-16,0 0 0 16,6 36-176-16,-6-36-18368 0</inkml:trace>
  <inkml:trace contextRef="#ctx0" brushRef="#br0" timeOffset="-135509.84">11780 12217 27647 0,'0'0'1216'0,"0"0"256"0,0 0-1168 0,0 0-304 0,0 0 0 0,0 0 0 15,0 0 2112-15,0 0 352 0,0 0 80 0,0 0 16 16,5 41-1152-16,-10-25-240 0,-1 0-32 0,-2 1-16 16,1 0-672-16,-1-5-128 0,2 0-16 0,-1-4-16 0,3 0-288 15,-1-3 0-15,1 0 0 0,0-1-18576 16</inkml:trace>
  <inkml:trace contextRef="#ctx0" brushRef="#br0" timeOffset="-135188.81">12131 11897 8287 0,'0'-1'736'0,"0"1"-592"0,0-2-144 0,0 2 0 16,0 0 3792-16,0 0 736 15,0 0 144-15,0 0 16 0,-5 11-608 0,1-3-128 16,-1 4-32-16,-3 5 0 0,2 1-2768 0,-3 4-544 0,0 3-112 16,0 2-32-16,0 4-464 0,-2 2 128 0,3 3-128 0,0-3 0 15,1-1 0-15,3-3 0 0,0-5 0 0,3 0 0 0,0-5-128 0,1-19-32 16,4 29 0-16,-4-29-17904 15</inkml:trace>
  <inkml:trace contextRef="#ctx0" brushRef="#br0" timeOffset="-134871.17">12313 11973 8287 0,'0'0'736'0,"0"0"-592"0,0 0-144 0,0 0 0 15,0 0 3280-15,0 0 624 0,0 0 128 0,0 0 32 0,-2 7-608 0,-2 0-112 0,-4 4-16 0,1 1-16 16,0 0-1888-16,-2 2-368 16,2 1-80-16,-1 2-16 0,0 1-656 0,1 4-144 0,-1 2-32 0,2 0 0 15,0 2-128-15,2-1 0 16,2-1 0-16,1-1 0 0,1-23 0 0,4 38 0 0,-4-38 0 0,11 27 0 0,-11-27 0 16,0 0 0-1,0 0 0-15,31 28 0 0,-31-28-176 0,0 0 176 16,32-5-128-16,-32 5 128 15,23-16-416-15,-13 4 0 0,0-1 0 0,-1-2 0 0,0 0-32 16,-4 1 0-16,0-2 0 0,-4 1 0 0,-1 3 272 0,-4 0 176 16,-1 1-208-16,-3 2 80 0,-1 3 128 0,-4 2 0 15,-2 1 0-15,-2 4 0 0,1 3-320 0,-1 3-16 16,0 2-16-16,1 1 0 16,0 2-1200-16,3 0-240 0</inkml:trace>
  <inkml:trace contextRef="#ctx0" brushRef="#br0" timeOffset="-133042.2">12972 12070 911 0,'-2'0'0'0,"0"0"0"15,1 1 0-15,0-1 0 0,0 0 672 0,0 0 48 16,0 0 16-16,0 1 0 0,-2-1 144 0,0 0 16 0,-2 0 16 0,2 2 0 16,-1-2-128-16,0 0-16 0,1 1-16 15,0-1 0-15,-1 0 272 0,0 0 48 16,2 2 16-16,-2-2 0 0,0 0 528 0,0 0 112 16,1 0 32-16,-1 0 0 0,0 2-240 0,1-2-48 15,-1 0-16-15,-1 1 0 0,1 1-320 0,1 0-64 16,-1-1-16-16,1 0 0 0,0-1-304 0,2 2-64 0,-1-2-16 15,0 1 0-15,2 1-112 0,-1-2-32 0,1 0 0 0,0 0 0 16,0 0 0-16,0 0 0 0,0 0 0 0,0 0 0 16,0 0 0-16,0 0 0 0,0 0 0 0,0 0 0 15,0 0-16-15,0 0-16 0,0 0 0 0,0 0 0 16,36 12-112-16,-36-12 0 0,0 0-16 0,0 0 0 16,0 0-64-16,34 2-16 0,-34-2 0 0,0 0 0 15,0 0-32-15,36-2 0 0,-36 2 0 0,0 0 0 16,35-5-64-16,-35 5 0 0,28-4-16 0,-28 4 0 15,30-6-32-15,-30 6 0 0,32-6 0 0,-32 6 0 16,36-8-16-16,-36 8-128 0,42-4 192 0,-42 4-64 0,43-5-128 0,-43 5 160 16,45-2-160-16,-45 2 160 0,42 0-160 0,-42 0 0 15,37 0 0-15,-37 0 0 0,35-1 0 0,-35 1 0 16,34 0 0-16,-34 0 0 0,29-2 0 0,-29 2 0 16,0 0 0-16,41-2 0 0,-41 2 0 0,0 0 0 15,36-2 0-15,-36 2 0 0,0 0 0 0,0 0 0 16,37 0 0-16,-37 0 0 0,0 0 0 0,0 0 0 15,0 0 0-15,0 0 0 0,32-2-352 0,-32 2 0 0,0 0 0 0,0 0-12400 16,0 0-2480-16</inkml:trace>
  <inkml:trace contextRef="#ctx0" brushRef="#br0" timeOffset="-132672.47">13431 11902 2751 0,'-3'2'256'0,"0"-2"-256"0,3 0 0 0,-2 0 0 0,2 0 1424 0,-1 2 240 16,-1-2 64-16,-2 2 0 0,-1 1 1200 0,2-1 240 15,-1 1 48-15,2-3 16 16,0 2-320-16,2-2-64 0,0 0-16 0,0 0 0 16,0 0-912-16,0 0-176 0,0 0-32 0,0 0-16 15,0 0-608-15,0 0-128 0,0 0-32 0,33 25 0 0,-33-25-448 0,0 0-96 16,0 0 0-16,0 0-16 15,38 25-112-15,-38-25 0 0,0 0-16 0,0 0 0 16,39 27-48-16,-39-27-16 0,0 0 0 0,35 23 0 16,-35-23-16-16,0 0 0 0,37 21 0 0,-37-21 0 0,0 0 16 15,35 19 0-15,-35-19 0 0,0 0 0 0,0 0-176 16,35 16 128-16,-35-16-128 0,0 0 128 16,0 0-128-16,0 0 160 0,0 0-160 0,0 0 160 0,0 0-160 0,0 0 0 0,20 31 0 15,-26-26 0-15,-1 5 0 0,-5 1 0 16,-3 1 128-16,-4 5-128 0,-2-3 0 0,-7 6 0 15,-6 1 0-15,-4 4 0 0,-2 1 688 0,2 0 144 0,3-2 48 16,2-2-21712-16</inkml:trace>
  <inkml:trace contextRef="#ctx0" brushRef="#br0" timeOffset="-130353.4">14591 12001 26719 0,'0'0'2368'16,"1"-2"-1888"-16,0 1-480 0,1-1 0 0,0 0 1088 0,-1 0 112 15,3-3 16-15,1-2 16 16,2-3-16-16,2 0-16 0,1-4 0 0,0 0 0 0,-2 2-688 0,0 0-128 16,-3 0-16-16,0 1-16 15,-2 1-192-15,-3 1-32 0,-1 0-128 0,-3 2 192 0,-2 1 64 16,-5 4 16-16,-2 0 0 0,-2 3 0 0,-3 2 32 0,-2 3 0 16,-3 3 0-16,-3 5 0 15,0 0-304-15,-1 3 0 0,2 2 0 0,-1 1 0 0,3 0 0 16,0-1 0-16,0 5 0 0,2 0 0 0,1 2 0 15,4 0 0-15,4 2 0 0,2-2 0 0,4 2 0 0,3-4 0 16,3 0 0-16,0-24 0 0,8 33 0 0,-8-33 0 16,0 0 0-16,31 31 0 0,-31-31 0 0,0 0 0 15,47 12 0-15,-47-12 0 0,39-2 128 0,-39 2-128 16,38-10 144-16,-38 10-144 0,36-19 0 0,-18 7-208 0,1 0 16 0,0-2-11408 16,-1 0-2288-16</inkml:trace>
  <inkml:trace contextRef="#ctx0" brushRef="#br0" timeOffset="-129566.12">14763 12046 23039 0,'6'-7'1024'0,"-3"2"192"0,1 1-960 0,-2-2-256 0,-2 6 0 0,5-6 0 0,-5 6 2336 0,6-10 416 0,-2 3 96 0,1-2 16 16,-1 1-912-16,-2 1-176 16,-1 0-48-16,-1 3 0 15,-2 1-1040-15,0 1-224 0,-4 2-32 0,0 2-16 16,-3 0-224-16,-1 2-64 0,-2 2 0 0,0 1 0 15,-1 5-128-15,1 0 0 0,0 0 0 0,1 2 0 16,0 0 0-16,1 2 0 0,1 1 0 0,2-2 0 16,0 1 0-16,2-2 0 0,5-14 0 0,-3 24 0 15,3-24 0-15,0 0 0 0,0 0 0 0,8 31 0 16,-8-31 0-16,0 0 0 0,0 0 0 0,0 0 0 16,0 0 0-16,35 5 0 0,-35-5 0 0,18-12 0 15,-8 4 0-15,2-4 0 0,0 1 0 0,-1-4 0 16,0 2-240-16,0 0-16 0,-2-1-16 0,-2 2 0 15,0 0-144-15,-3-1-32 0,-1 3 0 0,-2 1 0 0,0-1 448 0,-1 3-160 16,-1 0 160-16,-1 2 0 0,0 2 0 0,-1 0 0 16,1 3 0-16,-1 0 0 0,3 0 272 0,0 0 64 15,-5 12 16-15,5-12 0 0,0 0-144 0,-1 26-16 16,1-26-16-16,0 29 0 0,0-29-176 0,1 32 160 16,-1-32-160-16,1 32 160 0,-1-32-160 0,4 29 192 15,-4-29-192-15,0 0 192 0,7 29-192 0,-7-29 0 0,0 0 0 0,0 0 128 16,0 0-128-16,0 0 0 0,28-11 0 0,-19-2 0 31,0-1-1264-31,2-5-128 0,2 0-16 0,0-3-16 16,0 3-2608-16,1-2-512 0,0-1-96 0,0 1-32 15,-1 2 1856-15,0-1 384 0,1 2 64 0,-2 2 0 0,-3 4 2720 0,0 2 544 0,-9 10 96 16,15-8 32-16,-15 8 1872 0,0 0 384 0,0 0 80 0,0 0 16 16,8 30-560-16,-8-30-128 0,-11 33 0 0,2-9-16 15,-1 2-1392-15,-1 0-288 0,0 2-48 0,-1 1-16 16,-1 1-528-16,1 0-96 0,2-4-32 0,2-5 0 0,1 0-112 15,2-7-32-15,5-14 0 0,-5 19 0 0,5-19-128 16,0 0 0-16,0 0 0 0,0 0 0 16,0 0 0-16,0 0-176 0,12-16 48 0,-5 3 0 15,0-5-1184 1,2-2-224-16,0-3-64 0,1-3 0 0,1 0-1888 0,-1-3-384 0,1 2-80 0,-3 2-16 16,1 4 560-16,1 0 96 0,1 4 32 0,-1 2 0 15,-2 4 3280-15,0 4 448 0,-8 7 192 0,0 0 32 0,0 0 2128 0,25-7 416 16,-25 7 96-16,0 0 16 0,0 0 32 0,0 0 16 15,0 0 0-15,22 33 0 0,-22-33-1584 0,0 0-320 16,0 0-64-16,0 0-16 0,0 0-864 0,21 33-160 0,-21-33-48 0,0 0 0 16,0 0-128-16,0 0-16 15,5 35-16-15,-5-35 0 0,-6 20-160 0,1-8 0 16,-3 4 0-16,0-2 0 0,-1 5 0 0,-2-2 0 0,1 1 0 16,0 2 0-16,-1-1 0 0,3 0 0 15,0-5 0-15,3-2 0 0,5-12 0 0,-5 16 0 16,5-16 0-16,0 0 0 0,0 0-192 0,0 0-80 0,0 0-16 15,18-14-18160-15</inkml:trace>
  <inkml:trace contextRef="#ctx0" brushRef="#br0" timeOffset="-129082.42">15233 12016 8463 0,'0'0'176'0,"0"0"32"0,0 0 16 0,8-8 32 16,-8 8-256-16,0 0 0 0,0 0 0 0,8-9 0 0,-8 9 3520 0,13-10 656 16,-13 10 128-16,12-9 32 0,-12 9-1008 15,0 0-208-15,0 0-48 0,0 0 0 16,0 0-1472-16,0 0-288 0,-8 27-64 0,0-13-16 0,-1 1-656 16,-1 2-128-16,0 2-16 0,-2 0-16 0,2 2-208 0,0-1-32 15,1 0-16-15,2 0 0 16,0-2-160-16,7-18 128 0,-7 25-128 0,7-25 128 0,0 0-128 0,0 0 0 0,0 0 0 0,0 0 0 31,0 0 0-31,0 0 0 0,0 0 0 0,0 0 0 16,0 0 0-16,0 0 0 0,27-12 0 0,-23 0 0 0,1 0 0 0,-1-3 0 15,0 0 0-15,1-2 0 0,-1 2 0 0,-1-2 0 0,1 2 0 0,0 0 0 16,0 1 0-16,0 0 0 16,1 4 0-16,0-1 0 0,2 1 0 0,-1 2 0 15,3-1 0-15,1 0 0 0,0 1 144 0,1 0 48 16,0 0 16-16,1 1 0 0,-12 7-32 0,25-15-16 15,-25 15 0-15,27-11 0 0,-27 11-32 0,25-3 0 16,-25 3 0-16,0 0 0 0,0 0-128 0,39 18 0 16,-39-18 0-16,0 0 0 0,12 37 0 0,-12-37 0 0,-4 35 0 15,-3-14 0-15,0 3 0 0,-2 0 0 0,-1 2 0 16,1-4 0-16,2-2 0 0,1-2 0 16,6-18 0-16,-5 24 0 0,5-24-192 0,0 0 16 0,0 0 16 0,0 0 0 31,0 0-1120-31,0 0-208 0</inkml:trace>
  <inkml:trace contextRef="#ctx0" brushRef="#br0" timeOffset="-128764.98">15712 11906 11967 0,'0'0'1072'0,"0"0"-864"0,0 0-208 0,0 0 0 16,0 0 3024-16,0 0 560 0,0 0 128 0,-4 25 0 0,-2-12-224 0,-3 3-48 16,-1 1-16-16,-1 0 0 0,1-3-1952 0,0 2-400 15,2-1-80-15,0-1-16 16,2 0-496-16,6-14-96 0,-7 27-32 0,7-27 0 0,-1 26-352 0,1-26 144 15,0 0-144-15,9 35 0 16,-9-35 128-16,0 0-128 0,19 32 0 0,-19-32 0 0,0 0 0 0,0 0 0 16,40 16 0-16,-40-16 0 0,26-5 1728 0,-26 5 272 15,28-14 64-15,-13 2 16 16,0-5-3296-16,-1-2-640 0,1 0-144 16,-2-2-32-16,-2-1 1536 0,-1 1 304 0,-3 0 192 0,-2 2-208 0,-4 2 208 0,-2 3-144 15,-3-3 144-15,-3 1-128 0,-2 2 128 0,-3 0 0 16,0 2 0-16,-2 2 0 0,0 3 0 0,0 2 0 0,0 0 0 15,1 5 0-15,1 1 1808 0,1 3 304 16,-1 2 48-16,3 1 16 16,1 2-3392-16,2 2-656 0,6-11-144 0,-7 22-32 0,7-22 1344 0,0 0 256 0,0 0 48 0,16 33-18272 15</inkml:trace>
  <inkml:trace contextRef="#ctx0" brushRef="#br0" timeOffset="-128439.64">16221 11795 40543 0,'0'0'3600'0,"0"0"-2880"0,0 0-576 0,5-5-144 0,-5 5 544 0,0 0 80 15,0 0 16-15,2-5 0 0,-2 5-384 0,-1-5-80 16,1 5-16-16,-4 0 0 0,4 0-160 0,-7 10 160 16,7-10-160-16,-9 14 160 15,2-2-160-15,0 0 128 0,-2 2-128 0,-1 2 128 16,-1 4-128-16,-3 1 0 0,-1 3 0 0,-1 5 0 15,-1 3 0-15,0 4 0 0,2 0-144 0,2 2 144 0,4-3 0 0,4-4 0 16,4-4 0-16,1-27 0 0,7 41 0 16,-7-41 0-16,0 0 0 0,31 34 0 15,-31-34 0-15,0 0-128 0,39 2 128 0,-39-2 0 0,34-14 0 0,-17 2 0 0,2 0 0 16,-2-2 0-16,-1-3-256 16,-1-2 48-16,-1-1 16 0,-2 0 0 0,-3 1-432 15,-2 0-80-15,-4 1 0 0,-4 1-16 16,-2 2-2096-16,-4 1-432 0,-2 1-80 0,-3 0 0 15,-4 1-1312-15,-1 0-256 0,-5 3-48 0,-2 2-2640 0</inkml:trace>
  <inkml:trace contextRef="#ctx0" brushRef="#br0" timeOffset="-128299.14">16044 11970 9215 0,'-93'28'400'0,"88"-27"96"0,5-1-496 0,0 0 0 15,-4 2 0-15,0 1 0 0,-3 3 3136 0,-2 0 512 16,1 3 128-16,8-9 0 0,0 0 128 0,0 0 32 0,0 0 0 0,32 21 0 16,-32-21-1920-16,42-7-384 0,-15 2-80 0,0-2-16 15,1 0-768-15,1 0-144 0,1-2-48 0,-1 1 0 16,-1 2-416-16,-1 0-160 0,-27 6 0 0,48-7 144 15,-25 2-336-15,-23 5-64 0,38-9 0 0</inkml:trace>
  <inkml:trace contextRef="#ctx0" brushRef="#br0" timeOffset="-127880.42">16747 11973 22111 0,'0'0'976'0,"0"0"208"16,0 0-944-16,3-5-240 0,-3 5 0 0,0 0 0 0,0 0 2400 0,7-10 432 15,-7 10 96-15,14-16 16 0,-3 4-960 0,1 0-192 16,1 0-48-16,0 3 0 0,1 2-960 0,-14 7-192 0,29-12-32 0,-29 12-16 15,31-7-192-15,-31 7-32 0,29 2-16 0,-29-2 0 16,0 0-304-16,40 17 128 0,-40-17-128 0,0 0 0 16,36 33 0-16,-36-33 0 15,18 33 0-15,-18-33 0 0,9 36 0 0,-9-36 0 0,-1 40 0 0,1-40 0 16,-12 39-400 0,6-24-48-16,-1-1 0 0,1-2 0 0,-2 0-80 0,0-2-32 15,2-5 0-15,6-5 0 0,-10 7 416 0,8-7 144 0,-1-3 0 0,2-4-144 0,0 2 272 0,2-4 48 31,1-1 16-31,1-2 0 0,1-2 304 0,2-2 64 0,1 0 16 0,2-1 0 0,-1 2-272 0,2-1-48 16,4-3-16-16,1 2 0 0,1 1-240 0,0 1 128 16,1 1-128-16,-2 2 0 0,-1 3 0 0,-14 9 0 15,21-14 0-15,-21 14 0 32,17-10-320-32,-17 10-128 0</inkml:trace>
  <inkml:trace contextRef="#ctx0" brushRef="#br0" timeOffset="-127532.46">17193 11960 24879 0,'0'0'1088'0,"0"0"256"16,0 0-1088-16,0 0-256 0,21-6 0 0,-21 6 0 0,0 0 2688 15,0 0 464-15,16-8 112 0,-16 8 0 0,21-6-1536 0,-21 6-320 0,23-5-64 0,-23 5-16 16,0 0-752-16,32-1-128 16,-32 1-48-16,0 0 0 0,31-2-240 0,-31 2-160 15,0 0 192-15,33-4-192 0,-33 4 0 0,24-10 0 16,-24 10 0-16,18-12 0 0,-18 12 0 0,11-12 0 15,-11 12 0-15,3-12 0 16,-6 5-576-16,-1 0 0 0,-2 3-16 0,-3-2 0 0,-1 2-224 0,-3-1-32 0,-2 0-16 0,-1 2 0 0,-2 0 608 0,2 2 256 16,1 1-192-16,-1 3 192 0,1 2 0 0,1 2 0 31,2 2 144-31,1 0-16 0,2 3 368 0,9-12 80 16,-12 22 0-16,12-22 16 0,-6 26-64 0,6-26-16 15,0 0 0-15,6 38 0 0,-6-38-80 0,0 0-32 0,19 33 0 0,-19-33 0 16,0 0-96-16,29 26-32 0,-29-26 0 15,0 0 0-15,39 19-272 0,-39-19 160 0,0 0-160 0,41 7 128 16,-41-7-128-16,28-5 0 0,-28 5 0 0,29-11 0 31,-29 11-576-31,31-16-80 0,-14 5-32 0</inkml:trace>
  <inkml:trace contextRef="#ctx0" brushRef="#br0" timeOffset="-127198.62">17604 11909 15663 0,'0'0'688'0,"-10"9"144"16,10-9-656-16,0 0-176 0,-7 8 0 0,7-8 0 0,0 0 2416 0,0 0 448 15,0 0 80-15,-9 13 32 0,9-13 128 0,0 0 32 16,0 0 0-16,0 0 0 16,0 0-1856-16,0 0-352 0,0 0-80 0,0 0-16 0,30 7-512 0,-30-7-128 15,21-14 0-15,-7 5-16 0,1 0-176 0,1-1 0 16,-1 0 0-16,1 1 128 0,-16 9-128 0,29-15 0 15,-29 15 0-15,25-11 128 0,-25 11-128 0,0 0 0 16,28-1 0-16,-28 1 0 0,0 0 0 0,0 0 0 0,16 36 0 16,-16-36 0-16,-2 38 0 0,-2-13 0 0,-1 2 0 15,0 2 0-15,-2 6 0 0,-1 1 0 0,-1 4 0 16,-1 0 0-16,-1-2 0 0,0-2 0 0,0-3 0 16,2-4 0-16,0-7 0 0,1-4 0 15,8-18 0-15,-13 24 0 0,13-24 0 0,-14 12 0 16,6-10 0-16,0-4-12368 0,0-1-2352 15</inkml:trace>
  <inkml:trace contextRef="#ctx0" brushRef="#br0" timeOffset="-127027.99">17667 11589 26719 0,'0'0'1184'0,"0"0"240"0,0 0-1136 0,0 0-288 15,0 0 0-15,0 0 0 16,0 0 2368-16,24 28 432 0,-24-28 80 0,24 28 0 0,-24-28-1280 0,37 39-256 15,-37-39-48-15,38 33-16 0,-38-33-768 0,35 25-176 16,-35-25-16-16,32 15-16 16,-32-15-304-16,30 7 0 0,-30-7 0 0,0 0-12672 15,35-5-2544-15</inkml:trace>
  <inkml:trace contextRef="#ctx0" brushRef="#br0" timeOffset="-126684.39">17915 11925 22111 0,'0'0'1968'16,"0"0"-1584"0,0 0-384-16,0 0 0 0,0 0 2912 0,0 0 496 0,0 0 112 0,0 0 0 0,36 9-1360 0,-36-9-288 15,0 0-48 1,39 10-16-16,-39-10-1248 0,0 0-256 0,39 3-48 0,-39-3-16 0,26-5-240 0,-26 5 0 16,26-14 0-16,-14 4 0 15,0 0-272-15,-1-4-48 0,-2 2-16 0,-1-2 0 31,-4 1-688-31,-2 0-144 0,-2 1-32 0,-3 0 0 0,-3 1 80 0,-2 2 16 0,-3 3 0 0,-2 2 0 16,0 1 1104-16,-2 4 320 16,0 5 0-16,-1 0 16 0,2 3 240 0,-2 2 64 0,0 3 0 15,0 3 0-15,2 0 160 0,1 2 32 0,3-2 16 16,0 1 0-16,2 4-336 0,2-4-64 0,6-18 0 0,-5 35-16 16,5-35-160-16,6 29-16 0,-6-29-16 0,0 0 0 0,26 32-64 0,-26-32-16 15,0 0 0-15,39 14 0 0,-39-14-160 0,34-2 0 0,-34 2 144 16,38-8-144-1,-18 1-144-15,3-4-112 0,1-1 0 0,1 0-18320 0</inkml:trace>
  <inkml:trace contextRef="#ctx0" brushRef="#br0" timeOffset="-126434.7">18519 11726 20271 0,'0'0'896'0,"-3"-2"192"0,1-1-880 0,2 3-208 16,0 0 0-16,0 0 0 0,-4 0 3392 0,4 0 624 15,-6 3 128-15,0-1 16 0,0 2-1872 0,-4 2-384 16,2 0-80-16,-2 2-16 0,0 2-1200 0,-1 1-240 16,-1 3-48-16,0 1-16 0,0 1-304 0,0 1 128 15,-1 4-128-15,2 0 0 0,0 1 0 0,2 2 0 16,0 1 0-16,4-1 0 0,5-24 0 0,-3 41 0 16,3-41 0-16,7 42 0 0,-7-42 0 0,19 33 0 15,-19-33 0-15,27 24 0 0,-27-24 0 0,32 14 0 0,-32-14 0 16,42 2 0-16,-18-6-320 0,2-6 0 15,1-4-16-15,-2 0 0 16,-1-3-752-16,-2-1-128 0</inkml:trace>
  <inkml:trace contextRef="#ctx0" brushRef="#br0" timeOffset="-126250.47">18216 11888 23951 0,'-14'6'1056'0,"6"-4"224"0,8-2-1024 0,-8 4-256 0,8-4 0 0,0 0 0 0,0 0 2368 0,0 0 400 15,0 0 96-15,0 0 16 0,0 0-832 0,40 4-144 16,-40-4-48-16,38 0 0 16,-38 0-976-16,48-4-208 0,-48 4-32 0,50-4-16 15,-50 4-400-15,50-6-80 0,-25 1-16 0,1-2-19472 0</inkml:trace>
  <inkml:trace contextRef="#ctx0" brushRef="#br0" timeOffset="-124835.16">19184 11610 23039 0,'3'-3'2048'0,"-2"1"-1648"15,-1 2-400-15,0 0 0 0,0 0 1936 0,0 0 304 0,0 0 64 0,0 0 16 16,0 0-576-16,-7 27-112 0,1-9-32 0,0 4 0 16,-2 6-960-16,-2 3-208 0,0 6-48 15,-2 2 0-15,-1 4-384 0,-2-1 0 16,1 0 128-16,0-4-128 0,0 0 0 0,0-2 0 0,3-3 0 0,1-4 0 16,4-3 0-16,6-26 128 0,-6 38-128 0,6-38 0 15,0 0 0-15,0 0-304 0,8 30 48 0,-8-30-16736 16</inkml:trace>
  <inkml:trace contextRef="#ctx0" brushRef="#br0" timeOffset="-124619.8">19399 11750 24879 0,'0'0'1088'0,"7"-8"256"16,-7 8-1088-16,5-6-256 0,-5 6 0 0,0 0 0 0,0 0 2176 0,0 0 368 15,3-6 80-15,-3 6 0 0,1-4-832 0,-1 4-192 16,-1-4-16-16,1 4-16 0,0 0-992 0,0 0-208 15,-10 20-48-15,10-20 0 0,-9 29-320 0,9-29 128 16,-12 43-128-16,5-17 0 0,-1 2 0 0,0 1 0 16,-1 2 0-16,1-1 0 0,0-1 0 0,1-1 0 15,1-4 0-15,1-1 0 0,5-23 0 0,-5 38 0 16,5-38 0-16,0 0-12224 16,0 32-2432-16</inkml:trace>
  <inkml:trace contextRef="#ctx0" brushRef="#br0" timeOffset="-124371.71">19161 11899 6447 0,'-6'5'576'0,"6"-5"-576"0,-8 4 0 0,8-4 0 16,0 0 2880-16,0 0 448 0,0 0 112 0,-5 8 16 15,5-8-1024-15,0 0-208 0,0 0-48 0,0 0 0 0,0 0-480 0,0 0-96 16,0 0-32-16,0 0 0 0,0 0 128 0,29-8 32 15,-29 8 0-15,25-12 0 0,-25 12-832 16,28-11-176-16,-28 11-16 0,30-9-16 0,-30 9-368 0,30-3-64 16,-30 3 0-16,28 0-16 0,-28 0-240 0,0 0-192 15,37 0 48-15,-37 0-18352 16</inkml:trace>
  <inkml:trace contextRef="#ctx0" brushRef="#br0" timeOffset="-124022.79">19636 11806 21183 0,'0'0'944'0,"0"0"192"0,-3-2-912 0,3 2-224 0,0 0 0 16,-2 0 0-16,2 0 1024 0,0 0 176 0,0 0 16 0,-6 2 16 16,6-2 944-16,-6 5 192 0,6-5 48 15,-7 5 0-15,7-5-1008 0,-7 12-208 16,7-12-48-16,-12 14 0 0,12-14-768 0,-12 22-176 0,12-22-16 0,-12 28-16 15,12-28 160-15,-9 33 48 0,9-33 0 0,-5 38 0 0,5-38-144 0,1 33-32 32,-1-33 0-32,0 0 0 0,19 38-208 0,-19-38 128 0,0 0-128 0,45 15 0 15,-45-15 240-15,46-8-48 0,-20-3-16 0,1-3 0 0,-3-1 64 0,0-2 16 16,-1-1 0-16,-2-2 0 0,-1 0-256 16,-3 0 144-16,-3 1-144 0,-4 0 128 0,-4 3-128 0,-5-1 0 15,-4 3 0-15,-5-1 128 16,-8 1 16-16,-4 2 0 0,-4 3 0 0,-3 6 0 0,-3 3-144 0,-1 6 192 0,-1 3-192 0,3 2 192 15,3 1-192-15,3 1-256 0,2 0 64 0,3-1-19264 16</inkml:trace>
  <inkml:trace contextRef="#ctx0" brushRef="#br0" timeOffset="-119150.09">20401 11873 35007 0,'0'0'3120'0,"0"0"-2496"0,0 0-496 0,0 0-128 15,0 0 752-15,0 0 128 0,0 0 16 0,0 0 16 16,0 0-128-16,0 0-16 0,0 0-16 0,0 0 0 16,0 0-464-16,23-12-96 0,-23 12 0 0,12-12-16 0,-12 12 0 15,11-17 0-15,-8 8 0 0,0 0 0 16,-2-1-176-16,-4 0 0 0,0 2 0 0,-4 0 0 15,-2 3 0-15,-1 1 0 0,-3 3 0 0,1 1 0 0,0 0 0 0,-1 3-144 16,-1 3 144-16,-1 2-160 16,2 1 160-16,0 3-192 0,2 0 192 0,1 0-192 15,2 3 192-15,1 1 0 0,1 1 0 0,1-1 0 16,5-16 0-16,-8 36 0 0,8-36 0 0,-2 30 0 0,2-30 0 16,3 27 0-16,-3-27 0 0,0 0 0 0,13 28 0 0,-13-28 0 15,0 0 0-15,0 0 0 0,0 0 0 16,0 0 0-16,35 19 0 0,-35-19 0 15,0 0 0-15,25-14 0 0,-14 4 0 0,0-1 0 16,0-1 0-16,0-3 0 0,-1 1 0 0,-2-1 0 0,1 2 0 0,-4-1-160 16,0 2 160-16,-2 2-160 0,-2 3 160 0,-1 0 0 15,0 7 0-15,-4-5 0 0,4 5 0 0,-6 3 0 16,6-3 0-16,-7 9 0 0,7-9 0 0,-7 19 0 0,7-19 0 0,-7 24 128 16,7-24-128-16,-4 30 176 0,4-30-176 0,1 30 192 15,-1-30-64-15,5 28-128 0,-5-28 192 0,0 0-64 0,15 30 32 0,-15-30 0 16,0 0 0-16,0 0 0 0,32 17-160 0,-32-17 0 15,0 0 0-15,33-12 128 0,-33 12-128 0,24-21-176 16,-12 7 48 0,1-3 0-16,1-2-1632 0,0-2-320 0</inkml:trace>
  <inkml:trace contextRef="#ctx0" brushRef="#br0" timeOffset="-118942.77">20642 11700 3679 0,'0'0'320'0,"0"0"-320"0,0 0 0 15,0 0 0-15,2-10 3200 0,-1 6 560 0,2-6 112 0,-1 3 32 16,0-2 992-16,0 2 208 0,-2 7 32 0,0 0 16 15,0 0-2960-15,0 0-592 0,0 0-112 0,1 35-16 0,-1-35-912 0,-5 36-176 16,2-15-48-16,-2 2 0 16,1 3-208-16,-1-1-128 0,0 3 128 0,-1 0-128 15,-1 2 0-15,1-1 0 0,1-2 0 0,0 1 0 16,2-4 0-16,3-24 0 0,-1 36 0 0,1-36 0 0,0 0 0 0,9 30 0 16,-9-30 0-16,0 0 0 0,0 0 0 0,0 0 0 15,30-12-144-15,-21-1 144 16,1-4-464-16,2 0-32 0,-2-4 0 0,-2 2 0 15,1-3-1744-15,-2-1-336 0</inkml:trace>
  <inkml:trace contextRef="#ctx0" brushRef="#br0" timeOffset="-118782.54">20542 11832 14735 0,'-16'10'640'0,"7"-3"160"16,2-2-640-16,7-5-160 0,-9 7 0 0,9-7 0 0,0 0 3392 0,0 0 640 15,-7 6 128-15,7-6 16 0,0 0-784 0,0 0-144 16,0 0-48-16,38-11 0 0,-19 4-1936 0,3-2-400 15,2-1-80-15,1 1-16 0,-1 0-400 0,1 0-96 16,-1 1-16-16,0 3 0 0,0-2-256 0,0 0 0 16,-1 0 0-16,0 0-19984 0</inkml:trace>
  <inkml:trace contextRef="#ctx0" brushRef="#br0" timeOffset="-118405.77">21236 11608 27647 0,'0'0'1216'0,"0"0"256"0,0 0-1168 0,0 0-304 16,0 0 0-16,0 0 0 0,0 0 1920 0,0 0 320 0,0 0 64 16,-9 16 0-16,9-16-608 0,-14 19-128 15,5-9-32-15,2 3 0 0,-1 2-832 0,-1 0-192 16,2 3-16-16,-1 1-16 0,2 3-272 0,-1 1-48 15,2 2-16-15,0 0 0 0,2-3-144 0,0 1 0 0,3-23 0 0,-2 43 0 16,2-43 0-16,0 33 0 0,0-33-176 0,0 0-19216 16</inkml:trace>
  <inkml:trace contextRef="#ctx0" brushRef="#br0" timeOffset="-117179.91">21636 11453 23951 0,'0'0'2128'0,"1"-7"-1696"0,-1 7-432 0,0 0 0 16,0 0 1616-16,0 0 240 0,0 0 64 0,2-9 0 15,-2 9-496-15,3-10-80 0,-3 10-32 0,2-9 0 0,-2 9-624 0,0-8-128 16,0 8-32-16,-3-3 0 16,3 3-144-16,-5-3-16 0,5 3-16 0,-9 2 0 0,9-2-80 0,-12 7-16 15,4-2 0-15,0 2 0 0,-3 2-112 0,2 1-16 16,-1 2-128-16,1 0 192 0,0 0-192 0,9-12 0 16,-13 24 128-16,13-24-128 0,-9 26 0 0,9-26 144 0,-4 25-144 15,4-25 128-15,0 0-128 0,0 0 0 0,9 34 0 0,-9-34 0 16,0 0 0-16,0 0 0 0,0 0 0 0,33 13 0 15,-33-13 0-15,0 0 0 16,26-8 0-16,-26 8 0 0,18-12 160 0,-18 12-160 0,19-19 192 0,-9 7-192 16,0 2 0-16,-1-4 0 0,-2 0 0 0,-1-1 0 15,-1 1 0-15,-2 2 0 0,-1-2 0 0,-2 2-144 16,-3 2 144-16,0 1-192 0,-3 0 192 0,-1 1-192 0,0 4 192 16,-1-1 0-16,-2 3-144 0,2 2 144 0,-1 2-192 0,0 1 16 15,9-3 16-15,-14 9 0 0,14-9 0 0,-11 14 0 16,11-14 0-16,0 0 0 15,-6 26-576-15,6-26-112 0,0 0-32 16,0 0-15520-16</inkml:trace>
  <inkml:trace contextRef="#ctx0" brushRef="#br0" timeOffset="-116863.14">21718 11610 12895 0,'0'0'576'16,"0"0"112"-16,0 0-560 0,0 0-128 0,0 0 0 0,0 0 0 16,0 0 1232-16,0 0 224 0,0 0 32 0,0 0 16 0,0 0-448 0,0 0-96 15,0 0 0-15,0 0-16 0,0 0 848 0,0 0 160 0,0 0 32 0,0 0 16 16,-6 27-832-16,-4-19-160 0,0 2-48 0,-1 1 0 0,-2 4-32 16,0 0-16-16,-2 3 0 0,-1 2 0 15,0 3-144-15,-3 1-16 0,1 4-16 0,-2-2 0 16,1-2-464-16,-1 2-80 0,1 0-32 0,-1 2 0 0,-1 1-32 15,0-1-128-15,0 1 192 0,2-1-64 0,1-2 16 0,2-2 0 16,2-3 0-16,2-2 0 0,1-4-144 0,2-1 0 16,9-14 0-1,-15 18 0-15,15-18-368 0,0 0-48 0,0 0-16 0,0 0 0 32,0 0-1936-32,7-11-400 0,2 1-80 0,1-4-11264 0</inkml:trace>
  <inkml:trace contextRef="#ctx0" brushRef="#br0" timeOffset="-116564.09">21465 12010 8111 0,'0'0'176'0,"0"0"32"0,0 0 16 0,0 0 16 0,0 0-240 0,0 0 0 0,0 0 0 0,0 0 0 16,0 0 3136-16,0 0 576 0,0 0 112 0,-12 24 16 15,12-24-416-15,-12 19-96 0,12-19 0 0,-13 21-16 16,13-21-1232-16,-12 26-240 0,12-26-48 0,-10 24-16 16,10-24-1152-16,-7 25-240 0,7-25-32 0,0 0-16 15,0 30-336-15,0-30 128 0,0 0-128 0,0 0 0 16,0 0 0-16,26 20 0 0,-26-20 0 0,0 0 0 0,33-11 0 0,-33 11 0 15,31-19 0-15,-14 5 0 0,0-3 0 0,0 2 0 16,0-3 0-16,-1 1 0 0,-4 3-224 0,-3-1 32 16,-3 2 16-16,-3 3 0 15,-3 1 176-15,-4 2 0 0,-4 2 0 0,-3 1 0 0,-2 3-240 16,-3 4 48-16,-2 2 0 0,-1-1 0 0,2 4-80 0,-1-1-16 16,1 4 0-16,1-1 0 15,3 2-512-15,1-3-96 0,3 0-32 0,9-9-15504 0</inkml:trace>
  <inkml:trace contextRef="#ctx0" brushRef="#br0" timeOffset="-115647.66">22239 11482 23039 0,'0'0'2048'0,"0"0"-1648"16,0 0-400-16,0 0 0 0,0 0 2096 0,0 0 336 15,0 0 64-15,0 0 0 0,0 0-320 0,-8 12-80 16,8-12-16-16,0 0 0 0,-9 14-1264 0,9-14-256 15,0 0-48-15,-8 22-16 0,8-22-336 0,-5 28-160 16,5-28 160-16,-7 35-160 0,2-13 0 0,0 3 0 16,-1 1 0-16,-1 4 0 0,1 0 0 0,-3 1 0 15,0 4 0-15,1 1 0 0,-3 0 0 0,1-4 0 16,1 0 0-16,2-4 0 0,1-7 0 0,6-21 0 16,-4 33 0-16,4-33 0 0,0 0 0 0,0 0 0 15,18 27 0-15,-18-27 0 0,0 0 0 0,25-3 0 16,-25 3 0-16,25-18 0 0,-10 8 128 0,1-4-128 0,-1-1 176 0,1 1-176 15,-1 0 0-15,-2-1 0 0,-1 2 0 16,-1 1-144 0,-2 2-432-16,-9 10-64 0,13-16-32 0,-13 16 0 15,0 0-1072-15,2-10-224 0,-2 10-32 0,-6 0-13424 0</inkml:trace>
  <inkml:trace contextRef="#ctx0" brushRef="#br0" timeOffset="-115230.45">22238 11864 6447 0,'0'0'576'0,"0"0"-576"15,0 0 0-15,0 0 0 0,0 0 3008 0,0 0 512 16,0 0 80-16,0 0 32 0,0 0 208 0,0 0 64 0,37 21 0 0,-37-21 0 31,0 0-2096-31,33 3-400 0,-33-3-96 0,27-6-16 16,-27 6-608-16,31-15-128 0,-31 15-32 0,30-20 0 16,-30 20-528-16,27-23 0 0,-14 11 0 0,0 0-192 15,-2 2-1360-15,-2-2-272 0,-9 12-48 0,14-19-16 16,-14 19-608-16,8-12-112 0,-8 12-16 0,-2-9-16 15,-2 5 432-15,4 4 96 0,-12-1 0 0,3 1 16 0,-1 1 880 16,-2 1 160-16,-1 0 32 0,1 0 16 0,-1 0 784 0,1-1 224 16,0 1 0-16,3-2 0 0,0 0 1408 0,2 0 384 15,1-2 96-15,2 1 16 0,0-1 1072 0,2 0 224 0,2 2 32 16,0 0 16-16,0 0-576 0,0 0-112 0,0 0-32 16,0 0 0-16,0 0-1440 0,0 0-272 15,0 0-64-15,0 0-16 0,-7 19-400 0,7-19-80 0,-8 23 0 0,8-23-16 16,-10 31-240-16,4-13 0 0,6-18 128 0,-11 32-128 15,11-32 0-15,-9 33 0 0,9-33 0 0,-5 29 0 16,5-29 0-16,0 0 0 0,6 33 0 0,-6-33 0 16,0 0 0-16,0 0 0 0,38 16 0 0,-38-16 0 0,31-6 128 0,-31 6-128 15,38-14 176-15,-17 4-176 0,-1 0 160 0,0-1-160 16,1-1 128-16,-2-1-128 16,-2 2-320-1,0-1-160-15</inkml:trace>
  <inkml:trace contextRef="#ctx0" brushRef="#br0" timeOffset="-114898.7">22626 11637 20271 0,'0'0'896'0,"0"0"192"16,0 0-880-16,-6 21-208 0,6-21 0 0,0 0 0 0,0 0 2464 0,-8 20 448 15,8-20 96-15,-12 29 0 0,6-8-656 0,-3 1-144 16,3 1-32-16,-1-4 0 0,2 3-1296 0,5-22-272 16,-8 36-48-16,8-36-16 0,-1 32-304 0,1-32-64 15,7 29-16-15,-7-29 0 0,0 0 32 0,22 31 0 16,-22-31 0-16,0 0 0 0,32 23-16 0,-32-23 0 16,0 0 0-16,33 8 0 0,-33-8-32 0,0 0 0 15,26-5 0-15,-26 5 0 0,12-10-16 0,-12 10 0 16,10-19 0-16,-4 8 0 0,-2-1-128 0,0-3 0 0,0 1 144 15,0-3-144-15,0 1 0 0,1-3 0 0,0-2 0 16,-1 1 0-16,1 0-272 0,-1 0-80 0,0 4-16 16,0-1 0-1,-2 5-928-15,1 3-192 0</inkml:trace>
  <inkml:trace contextRef="#ctx0" brushRef="#br0" timeOffset="-114558.31">22740 11802 13871 0,'0'0'304'0,"0"0"64"0,-3 30 16 0,3-30 0 0,0 0-384 0,0 0 0 0,0 0 0 0,0 0 0 15,0 0 4288-15,16 26 768 0,-16-26 144 0,0 0 48 0,33 12-2512 0,-33-12-496 16,32-3-112-16,-32 3-16 0,40-13-1360 0,-20 4-288 16,2 1-48-16,-1-3-16 0,-1-1-256 0,0 1-144 15,-1 0 160-15,0-1-160 0,-1 1 0 0,-4 1 0 16,-1 1 0-16,-13 9 0 16,17-14 0-16,-17 14 0 0,4-9 0 0,-4 9 0 15,-9-6 0-15,0 6-240 0,-1-2 80 0,-2 2 16 16,-2 0-400-16,-3 2-80 0,1-2-16 0,-1 0 0 15,2 0-352-15,0 1-80 0,0 1-16 0,1 0 0 16,2-1 448-16,3 0 64 0,1 2 32 16,8-3 0-16,-10 7 1008 0,10-7 208 0,0 0 32 0,0 0 16 0,0 0 432 0,-6 24 64 15,6-24 32-15,0 0 0 0,4 33-608 0,-4-33-128 0,3 31-32 0,-3-31 0 16,3 38-32-16,-3-38 0 16,6 36 0-16,-6-36 0 0,8 32-128 0,-8-32-16 0,0 0-16 0,16 36 0 15,-16-36-160-15,0 0-128 0,23 19 144 0,-23-19-144 0,0 0 0 16,37-2 0-16,-37 2 0 0,34-15 0 15,-16 3-192-15,3-3-96 0,4-2-16 0,1-3-19392 16</inkml:trace>
  <inkml:trace contextRef="#ctx0" brushRef="#br0" timeOffset="-114287.64">23374 11500 36863 0,'0'0'1632'0,"0"0"336"0,0 0-1584 0,-5-3-384 0,5 3 0 0,0 0 0 0,0 0 832 16,0 0 64-16,0 0 32 0,0 0 0 0,0 0-608 0,0 0-128 16,0 0-32-16,0 0 0 0,-11 21-32 15,11-21-128-15,-11 29 192 0,3-9-64 0,0 1-128 0,0 6 160 16,-3 6-160-16,0 2 160 0,-2 4-160 0,1 3 160 16,-1 1-160-16,2 2 160 0,2-4 240 0,2-3 48 0,3-3 16 15,3-3 0-15,3-3-80 0,-2-29-32 16,12 44 0-16,-12-44 0 15,19 27 608-15,-19-27 128 0,0 0 32 0,42 14 0 16,-42-14-1824-16,36-12-352 0,-15 0-80 0,4-5-19360 0</inkml:trace>
</inkml:ink>
</file>

<file path=ppt/ink/ink13.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6T09:40:39.099"/>
    </inkml:context>
    <inkml:brush xml:id="br0">
      <inkml:brushProperty name="width" value="0.05292" units="cm"/>
      <inkml:brushProperty name="height" value="0.05292" units="cm"/>
    </inkml:brush>
  </inkml:definitions>
  <inkml:trace contextRef="#ctx0" brushRef="#br0">4392 3105 14735 0,'1'-2'1312'0,"0"0"-1056"16,1 1-256-16,-1 1 0 0,0-2 992 0,0 2 144 16,1 0 16-16,0-1 16 0,2 0 1584 0,1 1 304 15,0 1 64-15,-5-1 16 0,0 0-1424 0,0 0-288 16,0 0-48-16,26 37-16 0,-26-37-832 0,0 0-160 15,13 40-48-15,-13-40 0 0,0 0-320 0,13 31 0 16,-13-31 0-16,0 0 0 16,0 0-624-16,0 0-80 0</inkml:trace>
  <inkml:trace contextRef="#ctx0" brushRef="#br0" timeOffset="168.19">4402 3304 12895 0,'0'-4'1152'0,"0"1"-928"0,2 1-224 16,-1 0 0-16,0 1 2304 0,0 1 432 0,0 0 80 16,1 0 0-16,1 0-128 0,0 0-48 0,1 1 0 0,-4-1 0 15,0 0-1232-15,0 0-256 0,0 0-64 0,0 0 0 0,22 35-864 16,-22-35-224-16,0 0 0 0,4 31-10768 16,-4-22-2208-16</inkml:trace>
  <inkml:trace contextRef="#ctx0" brushRef="#br0" timeOffset="651.64">4816 3073 17503 0,'3'-8'768'0,"0"1"176"0,-1 2-752 0,-1 2-192 15,-1 1 0-15,0 1 0 0,0 0 2016 0,-1-1 368 0,1-1 80 16,-1 1 16-16,-1-3-192 0,-3 3-48 0,0 0 0 0,-1 1 0 16,-1 1-1248-16,0 0-256 15,0 1-48-15,-1 1-16 0,1-2-336 0,0 2-64 16,2-2-16-16,-1 0 0 0,1 0 48 0,-1 2 0 15,1-2 0-15,2 0 0 0,-1 0-32 0,-1 1 0 16,1 1 0-16,0 0 0 0,0-1-144 0,1 3-128 0,-1 0 192 0,0 1-192 16,1 0 128-16,1 3-128 0,0 3 0 0,0 3 0 0,1 4 0 0,1 2 0 15,0 2 0-15,1 4 0 0,2 2 0 16,0-1 0-16,-3-27 0 0,10 54 0 16,-10-54 0-16,12 45 0 0,-12-45 0 15,14 43 0-15,-14-43 0 0,11 40 0 0,-11-40 0 0,10 40 0 16,-10-40 0-16,7 36 0 0,-7-36 0 0,1 33 0 0,-3-16 0 15,-1-1 0-15,-3 0 0 0,-1-1 0 0,-2 2 0 16,-1-5 0-16,1 0 0 0,0-1 0 0,-1-1 0 16,0-1 0-16,1-2 0 0,1-2 0 15,0-5-320-15,2-2 48 0,-1-4 0 0,2-3-17312 16</inkml:trace>
  <inkml:trace contextRef="#ctx0" brushRef="#br0" timeOffset="848.4">4611 3354 21183 0,'-1'-1'1888'0,"0"1"-1504"16,2 0-384-16,-1 0 0 0,1 0 2256 0,-1 0 384 16,1 0 80-16,0 0 16 0,1 0-320 0,2-1-64 15,0-1-16-15,4-1 0 0,1-2-1248 0,2-2-256 16,2-2-64-16,3-1 0 0,-1 0-448 0,4 1-80 16,0-2-32-16,0 2 0 0,1 1-208 0,0 1 0 15,-20 7 0-15,37-8 0 0,-37 8 0 0,33 0 0 16,-33 0 0-16,0 0 0 0,39 10 0 0,-39-10-192 0,0 0 192 15,0 0-19072-15</inkml:trace>
  <inkml:trace contextRef="#ctx0" brushRef="#br0" timeOffset="1384.09">5472 3126 19343 0,'3'-9'1728'0,"-1"2"-1392"0,1 2-336 0,-2 3 0 16,0 0 1376-16,0-1 208 0,2-2 32 0,0-3 16 16,1-3 1120-16,1-1 240 0,-2 3 32 0,0 3 16 15,-1 3-1488-15,-2 5-288 0,-1 5-64 0,-2 2-16 0,-1 4-832 0,-1 5-160 16,-1 4-48-16,-1 3 0 16,2 4-144-16,-1 0 0 0,1 1 0 0,2-1 0 15,0-1 0-15,2-4 0 0,3 0 0 0,-2-24 0 0,7 37 0 0,-7-37 0 16,0 0 0-16,0 0 0 15,29 36 0-15,-29-36 0 0,0 0 0 0,0 0 0 16,35 0-336-16,-27-4 48 0,-1-3 16 0,-1-1 0 31,1-1-1184-31,-1-2-224 0,-3 0-48 0,0-1-14224 0</inkml:trace>
  <inkml:trace contextRef="#ctx0" brushRef="#br0" timeOffset="1549.08">5412 3243 6447 0,'-7'7'576'0,"1"-3"-576"0,2 1 0 0,1-2 0 16,2-1 1728-16,1-2 224 15,0 0 48-15,-1 2 16 0,0 3 1888 0,1-2 368 0,2-1 80 0,3-2 0 16,0 0-1376-16,4-5-288 0,1 0-48 0,1-2-16 0,2-1-1536 0,2-3-320 16,1 0-64-16,1 1-16 15,2-2-480-15,-1-2-80 0,2 3-128 0,-1 1 176 32,1-1-496-32,1 0-80 0,0 4-32 0,1-2-17680 15</inkml:trace>
  <inkml:trace contextRef="#ctx0" brushRef="#br0" timeOffset="2117.38">5743 2973 20271 0,'-3'-8'896'0,"0"3"192"0,1 1-880 0,0 2-208 0,0 2 0 0,1 0 0 15,1 0 2992-15,-3 0 544 0,-1 2 112 0,-1 0 32 16,-2 3-1440-16,1 4-304 0,0 2-48 0,0 4-16 16,2 2-1248-16,0 2-256 0,-1 5-48 0,3 3-16 15,-2 2-304-15,2 1 0 0,-1 2 128 0,2 2-128 16,0-4 0-16,1-1 0 0,2-1 0 0,-2-28 0 15,6 41 0-15,-6-41 0 0,9 31 0 0,-9-31 0 16,0 0 0-16,0 0 0 0,0 0 0 0,35 30 0 16,-28-32 0-16,0-3-176 0,1 0 176 0,0-4-160 15,0-3-272-15,0-1-48 0,0-2-16 0,0-2 0 16,-2 0 32-16,1 1 0 0,-1-1 0 0,0 3 0 16,-2 2 336-16,0 1 128 0,-1 3 0 0,0 6-144 0,-3-1 144 15,2 3 176-15,-2 1-48 0,1 2 0 0,-1 0 352 0,0 2 64 16,0 0 16-16,0 2 0 15,0 0-192-15,0 0-48 0,1 1 0 0,0 2 0 0,-1-10-160 16,0 0-32-16,0 0-128 0,12 37 192 0,-12-37-192 16,0 0 0-16,0 0 128 0,0 0-128 0,46 27 0 0,-46-27 0 15,0 0 0-15,41-3 0 0,-41 3 128 0,36-10-128 0,-17 0 176 0,1 1-176 16,0 0 128-16,-1-2-128 16,-1 2 0-16,-1 0 0 0,-2 0 0 0,-1-1 0 0,-1 3 0 0,-3 0 0 15,-2 0 0-15,-3 1 0 16,-2 0-176-16,-2 1 176 0,-1 3-336 0,-2-3 32 15,-1 0 16-15,-2 1 0 0,-1-1-480 0,-2 0-80 0,0-1-32 0,-1 0 0 16,-1 2 112-16,1-3 0 0,1 2 16 0,0-2 0 16,2 3 480-16,-1-1 80 0,2 0 32 0,-1 2 0 15,1 3 864-15,2 0 192 0,-1 2 16 0,0 1 16 16,2 4-192-16,1 0-32 0,0 3-16 0,0 3 0 16,1 2-352-16,0-15-64 0,2 35-16 0,-2-35 0 15,4 31-80-15,-4-31-32 0,9 30 0 0,-9-30 0 16,0 0-144-16,20 37 128 0,-20-37-128 0,0 0 128 0,0 0-128 0,42 28 0 15,-42-28 0-15,0 0 0 16,40-1 0-16,-25-5-272 0,3-3 64 0,1-3-18112 0</inkml:trace>
  <inkml:trace contextRef="#ctx0" brushRef="#br0" timeOffset="2583.83">6637 3110 6447 0,'0'-10'576'0,"-1"3"-576"15,1 2 0-15,1 1 0 0,-1 2 2176 0,0 2 320 0,0-2 64 16,1 1 0-16,0-3 1280 0,0 1 240 16,1-1 48-16,0 1 16 0,-1 0-1520 0,1 3-320 0,-1 0-48 0,1 3-16 15,0 2-1296-15,-2-5-272 0,0 0-48 0,0 0-16 16,11 44-448-16,-11-44-160 0,6 36 0 0,-6-36 144 15,9 45-144-15,-9-45 0 0,10 44 0 0,-10-44 0 16,13 39 0-16,-13-39 0 0,0 0 0 0,23 40 0 16,-23-40 0-16,0 0 0 0,0 0 0 0,38 17 0 15,-38-17 0-15,22-11 0 0,-11 2 0 0,1-3 0 16,0-1 0-16,-1-3 0 0,1-4 0 0,-2 0 0 0,-2 0 0 16,-1-1 0-16,-1 2 128 0,-1 0-128 15,-2 0 0-15,0 0 0 0,0-2 0 0,0 2 0 0,0 2 0 0,-1 5-144 16,0 3 144-16,0 2-12224 15,-1 4-2336-15</inkml:trace>
  <inkml:trace contextRef="#ctx0" brushRef="#br0" timeOffset="3281.61">7116 3219 27647 0,'14'-7'1216'0,"-5"-1"256"0,1 4-1168 0,-5-1-304 0,-1 1 0 0,-2 3 0 15,0-2 1408-15,4-3 208 0,2-1 48 0,2-5 16 16,1-1-880-16,-1 0-176 0,-2 1-48 0,-1 2 0 16,-3 1-448-16,-2 0-128 0,-2-1 0 0,-2 3 0 15,0 1 0-15,-5 0 0 16,-1 1 0-16,-3 3 128 0,-2 2-128 0,-3 2 0 16,-1 3 0-16,0 2-128 15,-1 4-1280-15,3 1-256 0,2 1-64 0,2 1 0 0,2 3 832 0,0 2 144 16,3 0 48-16,1 2 0 0,3-2 704 0,1-2 0 0,1-17 0 0,0 0 0 15,10 35 864-15,-10-35 160 0,0 0 48 0,0 0 0 16,37 14-48-16,-37-14 0 0,27-7 0 0,-13 3 0 16,1-6-176-16,-1 0-32 0,2-2-16 0,-1-1 0 0,-1 0-496 0,-2-1-112 15,-2 2 0-15,-2 0-16 0,-1 1-176 16,-3 2 0-16,-2 0 0 0,-1 0 0 0,-1 3 0 0,-1-1 0 16,0 4 0-16,-1 1 0 15,0 2 0-15,-1 1 0 0,0 2 0 0,1 5 0 0,-1-2 128 16,0 4-128-16,2 1 0 0,0 2 128 0,0-1 112 0,1-12 16 15,2 26 0-15,-2-26 0 0,0 0-128 16,0 0-128-16,20 38 176 0,-20-38-176 16,0 0 160-16,0 0-160 0,40 9 128 0,-40-9-128 0,27-7 128 0,-12 0-128 15,0 0 128-15,0-3-128 0,-1 1 0 0,0 0 0 0,1-1 0 0,-2 0 0 16,0-1-176-16,-1 1-64 0,-1 1-16 0,0-2 0 16,-1 0 128-16,-3 2 128 0,1 2-208 0,-3-1 80 15,0 4-256 1,-2-1-32-16,-1 3-16 0,0-1 0 0,0 1 288 0,0 1 144 0,-1 1-160 0,1 0 160 15,0 1 0-15,0 1 0 0,0 1 0 16,1 2 0-16,-3-5 592 0,0 0 16 0,0 0 0 0,0 0 0 16,16 38-128-16,-16-38-32 15,0 0 0-15,8 42 0 0,-8-42-256 0,3 34-48 16,-3-34-16-16,2 37 0 0,-2-37-128 0,-1 33 0 16,1-33 144-16,-1 29-144 0,0-17 0 0,1-12 0 15,-1 20 0-15,1-14 128 0,0-1-128 0,0-1 0 0,1-3 0 0,-1-1 0 16,0 0 0-16,0-1 0 0,1-3 0 0,0-3 0 15,0-1 0-15,1-1 0 0,-1-3 0 0,0-2 0 16,0 0-288-16,1-3 32 0,1 0 0 0,1-4 0 31,1-3-544-31,2-1-96 0,-1 3-32 0,1-2 0 0,0 3-832 16,2 2-160-16,0 2-48 0,-1 3 0 0,0 2 144 16,0 3 32-16</inkml:trace>
  <inkml:trace contextRef="#ctx0" brushRef="#br0" timeOffset="3500.32">7779 2995 2751 0,'3'-1'256'0,"0"-2"-256"0,0 3 0 0,0-2 0 0,-1 2 4992 0,-1 0 960 16,1-2 192-16,1 2 48 0,1-1-1664 0,4-1-336 15,1 2-64-15,1-2-16 0,-10 2-2896 0,0 0-592 0,0 0-112 0,38 4-32 16,-38-4-480-16,0 0 0 15,0 0 0-15,0 0 0 0,37 18 0 0,-37-18 0 0,0 0 0 0,0 0-12304 32,0 0-2448-32</inkml:trace>
  <inkml:trace contextRef="#ctx0" brushRef="#br0" timeOffset="3647.85">7838 3138 12895 0,'1'0'1152'0,"0"-2"-928"0,0 2-224 0,-1 0 0 16,1 2 2816-16,-1-2 512 0,1 0 96 0,0 2 32 15,0 1 240-15,0 3 48 0,-1-6 16 0,0 0 0 16,0 30-2512-16,-2-14-496 0,-1-1-112 16,0 1 0-16,1 0-640 0,0-1 0 0,2-15 0 0,-2 28-12096 15,2-28-2496-15</inkml:trace>
  <inkml:trace contextRef="#ctx0" brushRef="#br0" timeOffset="4581.42">8167 3129 27647 0,'-2'2'1216'0,"0"-2"256"0,1 1-1168 0,0 1-304 0,0-2 0 0,0 0 0 15,0 2 2624-15,1-2 448 0,-2 0 112 0,0 0 16 16,0 0-1936-16,1 0-384 16,0 0-80-16,1-5-16 0,0 0-544 0,1 1-112 0,1-4-128 0,-1 0 176 15,0 0-176-15,0-2 0 16,-1 2-192-16,-1 0 192 0,0-2-336 0,-2 3 48 15,-2 0 16-15,-2 0 0 0,0 2 64 0,-3 3 16 0,3 2 0 0,-2 2 0 32,0 3-640-32,-1 2-112 0,-1 3-16 0,1 2-16 0,0 2 592 0,1 2 112 0,2 3 16 0,-1 1 16 15,2 2 240-15,1 0 0 0,1 0 0 0,3-1 0 16,1-21 176-16,1 31 16 0,-1-31 16 0,0 0 0 0,0 0 48 16,0 0 0-16,30 29 0 0,-21-30 0 15,1-3-32-15,0-1 0 0,0-5 0 0,1 1 0 16,0-3 0-16,1 0 0 0,0-2 0 0,-3-1 0 15,0 4-224-15,-1-3-288 0,0 2 64 0,-2-2 16 16,0 4 208-16,-1-2-144 0,-1 3 144 0,0 1-128 16,0 2 128-16,-3 1 0 0,1 2 0 0,-1 3 0 15,0 1 144-15,-1 3-144 0,0 1 192 0,0 3-192 0,-1 3 640 16,0 1 0-16,-1 2 16 0,2 1 0 0,-1 1-384 16,0-2-80-16,1-14 0 0,0 26-16 0,0-26-176 0,0 0 0 15,0 0 0-15,0 0 0 0,0 0 0 0,0 0 0 16,0 0 0-16,0 0 0 0,39 19 0 0,-32-26 0 15,0-3 0-15,1-1 0 16,1 1-448-16,0-2-32 0,1-2 0 0,0 2 0 16,0 0-1248-16,1-1-240 0,1 0-48 0,-1-1-16 15,0 2-176-15,-1-2-32 0,0 2-16 0,-1 3 0 0,-1-1 1488 0,-1 5 288 0,0 0 64 16,-1 2 16-16,0 2 864 0,-2 1 176 0,1 1 48 16,-2 2 0-16,-3-3 1504 0,0 0 304 0,0 0 64 15,5 38 16-15,-6-23-928 0,-1 1-192 16,-1 3-48-16,-3 3 0 0,0 0-864 0,-1-1-176 0,1 1-48 0,-1-4 0 15,3-1-144-15,-1-1-48 0,1-4 0 0,1-3 0 16,0-2-128-16,0-2 0 0,2-2 0 0,0-1 0 16,1-2-272-16,2-2-48 0,0-4 0 0,2 0 0 15,0-4-1456-15,2-2-288 0,1-2-64 0,1 0-16 32,-1-3-1344-32,1 0-272 0,1 1-48 0,-2-2-16 0,0 0 800 0,0 2 144 0,1-1 48 0,-1 1 0 15,-1 4 2256-15,0 0 448 0,0 5 128 0,-2-2 0 0,1 6 2240 0,-1-1 512 16,-1 3 112-16,-1 2 16 15,0 1 144-15,0 0 48 0,0 1 0 0,-1 2 0 0,0 1-592 0,1-1-112 16,0 2-32-16,-2-7 0 0,0 0-1376 0,0 0-256 16,0 0-64-16,15 34-16 0,-15-34-352 15,0 0-64-15,0 0-16 0,11 37 0 16,-11-37-16-16,0 0-16 0,3 34 0 0,-4-20 0 0,-1 0-160 16,-1 0 0-16,0 0 144 0,0-2-144 0,0 2 0 0,-1-2 0 0,2 0 0 15,0-3 0-15,1 1 0 0,1-10 0 16,0 0 0-16,0 0-12416 15,0 0-2496-15</inkml:trace>
  <inkml:trace contextRef="#ctx0" brushRef="#br0" timeOffset="4899.1">8754 3124 16575 0,'4'-5'1472'0,"-1"1"-1168"0,1 1-304 0,-1-1 0 0,-2 1 1344 0,0 1 192 15,0 0 64-15,0-1 0 0,2-2 384 0,0-4 64 16,1-1 32-16,-2 1 0 0,0 2-928 0,-1 0-192 16,-2 2-48-16,-1 3 0 0,-2-1-80 15,-2 4-32-15,-1 3 0 0,-2 0 0 16,-2 4-160-16,-1-1-48 0,-2 5 0 0,1 2 0 0,0 3-432 0,0 1-160 16,0 2 0-16,1 3 144 15,2-2-144-15,2 1 0 0,3-3 0 0,3-2 0 16,2-17 320-16,0 0 48 0,0 0 0 0,27 35 0 15,-27-35-240-15,0 0-128 0,45 2 160 0,-45-2-160 0,36-11 0 16,-18 3 128-16,1-4-128 0,-1 0 0 0,-2 1-256 16,-1-1-112-16,0 0-16 0,-3 0 0 15,-1 3-1840-15,-2-1-368 0</inkml:trace>
  <inkml:trace contextRef="#ctx0" brushRef="#br0" timeOffset="5217.09">8875 3129 5519 0,'-1'0'496'15,"1"0"-496"1,0 0 0-16,0 0 0 0,0 0 2992 0,0 2 496 15,0-1 96-15,-1 1 32 0,1 2 752 0,1-2 160 0,1 2 16 16,1 0 16-16,0-3-2464 0,-3-1-496 0,0 0-112 0,0 0-16 16,0 0-1024-16,0 0-224 0,38 1-32 15,-38-1-16-15,0 0-176 0,29-7 0 16,-29 7 144-16,24-7-144 0,-12 0 0 0,0 2 0 16,0-2 0-16,-1 0 0 0,0 0 0 0,-1 1 0 15,-1 0 0-15,-2-1 0 0,-1 0-176 0,-2 2 0 16,-1-4 0-16,-2 4 0 0,-1-3-128 0,-3 2-16 0,0-2-16 0,-4 4 0 15,-1-1 48-15,-3 3 16 0,-2 4 0 0,0 0 0 32,1 1-112-32,-1 1-32 0,-1 1 0 0,0 4 0 0,1 0 272 0,0 2 144 0,2 1-160 15,-1 3 160-15,1 0 768 0,3-1 256 0,0 4 64 0,2-2 0 16,1 0-448-16,4-2-64 0,1-14-32 0,0 0 0 16,11 34-288-16,-11-34-48 0,0 0-16 0,0 0 0 15,43 16-192-15,-43-16 0 0,31 0 0 0,-31 0 0 16,34-7 0-16,-16 2-256 0,0-1 48 0,-2 0-18672 15</inkml:trace>
  <inkml:trace contextRef="#ctx0" brushRef="#br0" timeOffset="6049.49">9806 2994 13823 0,'0'1'1216'0,"1"0"-960"0,0-1-256 15,-1 2 0-15,0-2 1616 0,0 1 288 0,1 1 48 0,-1-2 16 16,2 2 1888-16,-1 1 384 0,2-1 80 0,0-2 16 15,-1 1-2432-15,3-1-496 16,0-1-80-16,-1-1-32 0,2-1-800 0,-1-2-176 0,2 1-16 0,-1-4-16 16,1 2-288-16,-1-1 160 0,1 2-160 0,-2-3 128 15,-1 2-128-15,0-2 0 0,-1 4 0 0,-2-1 0 16,-1 0 0-16,-1 1 0 0,0 1 0 16,-2 0 0-16,0 1 0 0,-1 2 0 15,0 0 0-15,-2 0 0 0,0 2 0 0,-1-2 0 0,1 3 0 0,-1-1 0 16,0 1 0-16,-1-1 0 15,1 3-144-15,-1-2 144 0,0 1-144 0,1 0 144 0,-2 2-208 16,2-2 80-16,0 3-16 0,-2-2 0 0,2 3 0 0,-2 0 0 16,0 2 144-16,2 0 0 15,-1-1 0-15,2-2 0 0,1 0 0 0,1 1 0 0,-1 2 0 0,0 1 0 16,2 1 0-16,-1 0 0 0,2-1 0 0,2-11 0 16,0 0 0-16,4 36 176 0,-4-36-176 0,0 0 192 15,0 0-192-15,26 38 0 0,-26-38 144 0,0 0-144 16,0 0 0-16,42 12 0 0,-42-12 0 0,0 0 0 0,30-5 0 0,-20 1 0 15,0-2 0-15,-2 2-128 16,-1-3 128-16,2 2-208 0,-2-4 80 0,1 1 128 0,1 1-448 16,-1-2 48-16,1 2 0 0,-1-3 0 0,0 3-656 15,0 0-128-15,-2-1-32 0,1 4 0 16,-2-1-448-16,0 1-80 0,-2 1-32 0,-1 3 0 0,-1 0-16 0,0 0-16 0</inkml:trace>
  <inkml:trace contextRef="#ctx0" brushRef="#br0" timeOffset="6681.13">9282 3032 2751 0,'0'-3'256'0,"0"1"-256"16,0 0 0-16,0 1 0 0,-1 1 1712 0,1-2 288 15,0 1 64-15,-1-2 16 0,0-2 1632 0,0 1 336 16,0-1 64-16,0 0 16 0,-1 2-800 0,0 1-176 15,0-1-16-15,0 1-16 0,-1 2-1472 0,0 0-304 16,-2 0-48-16,1 0-16 0,-1 2-832 0,-1 1-160 16,-1-1-32-16,1 3-16 0,-2 0-240 0,1 1 128 0,-1 0-128 0,2 0 0 15,0 2 128-15,2-1-128 16,-1 0 0-16,1 2 0 0,2 1 0 0,0-1 128 16,2 1-128-16,1-1 0 0,-1-9 0 0,0 0 0 0,0 0 0 0,18 33 0 15,-18-33 0-15,0 0 0 16,0 0 0-16,34 29 0 0,-34-29 0 0,0 0 0 15,0 0 0-15,0 0 0 0,37 32 0 0,-37-32 0 0,0 0 0 16,0 0 0-16,0 0 0 0,0 0 0 0,0 0 0 0,-1 34 0 16,-7-29 0-16,-1 0 0 0,-1 0 0 15,-1 1 0-15,-2 0 0 0,-1 0 0 16,-1-1 0-16,0 0 0 0,-1-2 0 0,0 1 0 0,0-1 0 0,1-1 0 16,3-2-256-16,3-2 0 0,1-1 0 0,3 1-18176 15</inkml:trace>
  <inkml:trace contextRef="#ctx0" brushRef="#br0" timeOffset="7333.39">9927 2994 12895 0,'0'-3'1152'0,"-1"1"-928"0,0-1-224 0,1 3 0 0,-1 0 2256 0,1-2 416 15,-1 2 80-15,-1-2 0 0,2-3 576 0,-2 3 96 16,0-1 32-16,1 1 0 0,0 2-1600 0,1 2-304 15,-1 3-64-15,0 1-16 0,1 2-944 16,0 2-192-16,0-1-32 0,0-9-16 0,1 27-288 0,-1-27 128 16,1 35-128-16,-1-35 0 0,3 36 0 0,-3-36 0 15,6 33 0-15,-6-33 0 0,0 0 0 0,14 40 0 16,-14-40 0-16,0 0 0 0,0 0 0 0,0 0 0 0,37 22 0 16,-29-23 0-16,1-3 0 0,-2-1 0 0,2-2 0 15,-2-1 0 1,1 0-368-16,0-2-128 0,0-1-16 0,0-2-17536 15</inkml:trace>
  <inkml:trace contextRef="#ctx0" brushRef="#br0" timeOffset="7680.32">10043 3015 11967 0,'-2'-2'1072'0,"0"1"-864"0,1 1-208 0,0-2 0 16,1 2 2032-16,0-1 352 0,1 0 80 0,-1-1 16 0,1 0 704 0,1-1 144 15,1-2 16-15,2 0 16 16,-1-2-2160-16,3 0-432 0,0 0-96 0,0 0-16 0,3 2-480 0,-1-1-176 15,0 0 0-15,2 2 144 16,-1 1 192-16,-2 1 48 0,-8 2 0 0,0 0 0 16,0 0-240-16,0 0-144 0,35 28 192 0,-35-28-192 15,0 0 192-15,8 41-64 0,-8-41 0 0,1 33-128 16,-1-33 208-16,-3 38-64 0,-1-17-16 0,0-2 0 0,1 0-128 16,-3-3 0-16,2-1 0 0,1-4 128 0,-1 1 0 15,0-4-128-15,1-4 192 0,0 1-64 0,1-4 144 16,1 1 32-16,0-4 0 0,1-2 0 15,0 0 0-15,1-3 0 0,2-3 0 0,1-1 0 0,0-1-112 0,4-4-32 16,-1-2 0-16,2 0 0 0,0-2-160 16,1-1 0-16,2-4 0 0,-1 1 0 0,1 0 0 15,0 2-144-15,0 6 0 0,-1 2 0 0,-1 3-288 16,-4 3-48-16,1 4-16 0,-2 3-11344 16,-1 1-2256-16</inkml:trace>
  <inkml:trace contextRef="#ctx0" brushRef="#br0" timeOffset="8114.42">10448 2995 10815 0,'-4'0'240'0,"1"0"48"0,0 1 16 0,1-1 0 0,0 2-304 0,1-2 0 0,0 3 0 0,1-1 0 15,-2 3 3808-15,-1-1 704 0,1 4 144 0,0-1 16 16,3 0-1728-16,1-2-336 0,-2-5-80 0,0 0-16 0,0 0-1744 0,0 0-336 16,38 14-80-16,-38-14-16 0,29-6-144 0,-13 0-48 15,1-1 0-15,1-2 0 16,-2 0-144-16,0 1 160 0,-1-4-160 0,-3 2 160 15,-2 1-160-15,-2 0 0 0,-3-1 0 0,-3 0 0 16,-1 4 0-16,-4-2 0 0,-1 1-144 0,-4 2 144 0,-1 1 0 0,-2 2 0 16,-2-1 0-16,-2 3 0 0,1 3 0 0,-2 0 0 15,2 3-128-15,-1 0 128 0,0 2 0 0,1 2 0 16,2 1 0-16,-1 2 0 0,1 3 192 0,0 1 112 0,1 2 16 16,1 0 0-16,3 0 96 0,1 2 32 0,4-4 0 0,2-17 0 15,1 35-128-15,-1-35-32 0,0 0 0 0,24 38 0 16,-24-38-160-16,0 0-128 0,47 19 144 0,-47-19-144 15,42 2 0-15,-18-4-192 0,2-4 16 0,1 0-12304 16,-1-1-2480 0</inkml:trace>
  <inkml:trace contextRef="#ctx0" brushRef="#br0" timeOffset="8934.59">11126 2951 18431 0,'0'-3'1632'0,"0"1"-1312"0,0 1-320 0,0 0 0 16,-1 1 2160-16,1 0 352 0,-1-2 80 0,0-1 16 16,0 1 112-16,1-1 32 0,-1 1 0 0,0 4 0 15,-1-1-1536-15,0 3-320 0,0 3-48 0,-1 3-16 16,1 2-640-16,-1 2-192 0,0 2 0 0,-1 4 128 15,1-2-128-15,-3 2 0 0,0 3 0 0,0-1 0 0,-1 3 0 0,-2-3 0 16,3-3 0-16,-1-4 0 0,3-2 0 16,1-4 0-16,1-1 0 0,1-6 0 0,1-2 0 15,1-2 0-15,1-3 0 0,1-2 0 0,2-5-256 0,1 0 48 16,0-3 0-16,1 0 0 0,0 0-112 0,1-2 0 16,0-1-16-16,1-4 0 0,0 1 176 0,1 0 160 15,0-1-208-15,-2 1 80 0,2 2 128 0,0 3 0 16,0 2 0-16,0 4 128 0,-1 2 176 0,0 4 32 0,-2 0 16 0,0 4 0 15,-1 2 32-15,-6-2 16 16,0 0 0-16,0 0 0 0,0 0-80 0,19 49-32 16,-19-49 0-16,-1 36 0 0,1-36-288 0,-3 43 128 0,-2-20-128 0,2-2 0 15,-1 2 0-15,0-3 0 16,1-3 0-16,0-3 0 0,1-1 0 0,1-4 0 0,1-3 0 16,0-1 0-16,0-2-144 0,2-3-96 0,1-3-16 15,-1 1-18320-15</inkml:trace>
  <inkml:trace contextRef="#ctx0" brushRef="#br0" timeOffset="9262.68">11438 2999 25791 0,'0'-1'1152'0,"0"1"224"16,0-2-1104-16,-1 2-272 0,1 0 0 0,-1 0 0 15,1 0 2128-15,-1 0 368 0,0 0 80 0,-2 0 16 16,1 2-1344-16,-1-2-272 0,-1 5-48 0,0 0-16 15,1 2-704-15,-1 0-208 0,-1 3 0 0,2 2 128 16,-1 0 80-16,1 2 32 0,3-14 0 0,-2 30 0 16,2-30-48-16,0 0 0 0,10 36 0 0,-10-36 0 0,0 0-64 0,0 0-128 15,38 21 176-15,-38-21-176 0,26-5 176 0,-12 1-176 16,1-5 160-16,-1 1-160 0,-1 0 160 16,0-3-160-16,0-1 160 0,-2 0-160 0,-2-1 0 0,-1 0 128 15,-4-2-128-15,-2 0 0 0,-3 1 0 0,-3-1 0 0,-4 1 0 16,-3 0 0-16,-2 2 0 0,-3 3 0 0,0 0 0 0,-2 3 0 15,1 4 0-15,-1 2 128 0,1 2-128 0,1 3 0 16,3 2 0-16,3 0 144 0,2 3-144 16,2 2 128-16,4-1-128 0,2-11-272 0,0 0 64 15,6 34-18016-15</inkml:trace>
  <inkml:trace contextRef="#ctx0" brushRef="#br0" timeOffset="9564.87">11839 2861 19343 0,'1'-6'1728'0,"0"1"-1392"0,0 4-336 0,0-1 0 16,-1 1 1648-16,1-1 256 0,0 0 48 0,0-5 16 16,1 1 304-16,-1 0 64 0,-1-1 16 0,0 2 0 0,-1 3-1120 15,0 0-208-15,-2 2-64 0,-1 4 0 16,1 3-320-16,-3 3-64 0,0 4 0 0,-3 5-16 15,2 2-368-15,-3 3-192 0,0 1 192 0,0 2-192 16,-2 4 0-16,0 1 0 0,0-2 0 0,0 1 0 16,2-1 0-16,3-4 0 0,7-26 0 0,1 38 0 15,-1-38 0-15,0 0 0 0,0 0 0 0,34 26 0 16,-34-26 0-16,27-7 0 0,-13 0 0 0,0-2 0 16,0-1 0-16,0-1 0 0,-1-3 0 0,0 1 0 15,0-4-736-15,-2 0-96 0,-1-1-32 0,-1-2-16288 16</inkml:trace>
  <inkml:trace contextRef="#ctx0" brushRef="#br0" timeOffset="9736.15">11591 3003 29487 0,'-6'5'1296'0,"3"-4"288"0,2 0-1264 0,1-1-320 0,1 0 0 0,0-1 0 16,1 0 1728-16,3-3 272 15,2 1 64-15,4-2 16 0,6-2-720 0,5 0-144 0,5-3-16 0,2 1-16 16,2 2-832-16,0-3-160 15,1 3-48-15,-1 0 0 0,1 0-144 0,-2 1-144 0,0 3 144 16,-2 0-18560-16</inkml:trace>
  <inkml:trace contextRef="#ctx0" brushRef="#br0" timeOffset="10516.65">12613 2930 11967 0,'-3'2'1072'0,"1"0"-864"0,0-2-208 0,1 1 0 0,0 1 1616 15,1 0 288-15,-2 1 48 0,-2 1 16 0,-1 1 784 0,2 2 144 16,-2 0 48-16,3-2 0 16,1 2-672-16,2-2-128 0,1-1-32 0,2-1 0 0,0-1-1136 0,3 1-224 0,0-3-48 0,3 0-16 31,0-3-304-31,3-1-48 0,0-1-16 0,2-2 0 0,0 0-160 0,3-1-32 16,-3-1-128-16,1-3 192 0,1 3-192 0,-2-2 0 15,0-2 0-15,-2 3 0 16,-1 1 0-16,-4-3 0 0,0 3 0 0,-4-1 0 0,-2 1 0 0,-2 2 0 15,-3 2 0-15,-1 0 0 0,-4 1-336 16,-2 4 32-16,-2 2 16 0,-2 2 0 16,-2 2-480-16,0 2-80 0,-1 4-32 0,-1 0 0 15,2 0 304-15,-3 2 48 0,1 3 16 0,1-2 0 0,0 2 256 0,0-1 48 16,2 3 16-16,0-3 0 0,3 0 192 0,3-3 0 16,2-1 0-16,2-1 0 0,3-1 0 0,2-10 128 15,0 0 0-15,0 0-128 0,0 0 672 0,0 0 32 0,27 38 0 16,-27-38 0-16,0 0 128 0,40 1 48 15,-24-2 0-15,3-2 0 0,1-4-624 0,1 3-112 0,3-4-16 0,-2-1-128 16,-1 0 0-16,0 0 0 0,0-1 0 0,-1 0-144 16,-1 1-624-1,-2 0-128-15,-1-1-32 0,-3 2-16192 0</inkml:trace>
  <inkml:trace contextRef="#ctx0" brushRef="#br0" timeOffset="12415.75">13128 2896 7359 0,'4'-4'320'0,"-2"1"80"0,1 2-400 0,-1-2 0 0,-1 2 0 0,-1-1 0 16,1 1 3056-16,-1-2 528 0,2 0 96 0,0-4 32 15,0 3-128-15,-1-2 0 0,0 3-16 0,-2 0 0 16,1 0-1568-16,-1 1-304 0,-1 2-64 16,1-1-16-16,-1 2-960 0,1-1-192 15,0 2-32-15,0-2-16 0,0 0-288 0,0 1-128 0,1-1 0 0,0 2 128 16,0-2-128-16,0 0 0 15,0-2 0-15,-1 2 0 0,1-1 0 0,-1-1 0 16,0-1 0-16,-3 1 0 0,2 0-224 0,-4-1 32 0,1-1 0 16,-1 3 0-16,-2-1-96 0,-1 4-16 15,-1-1 0-15,-1 3 0 0,0 1-320 0,0 3-64 0,-1 0-16 16,0 2 0-16,1 2 416 0,1 0 80 0,2 2 16 0,-1 0 0 16,3 0 192-16,0 0 0 0,2 1 0 0,1-3 0 15,2-1 160-15,1-11-32 0,0 0 0 0,0 0 0 0,0 0 128 16,35 27 32-16,-23-28 0 0,1-2 0 0,1-2-48 15,0-1-16-15,2-1 0 0,-1-2 0 16,-1-1-224-16,1-1 0 0,-2 1-192 0,-2 1 192 16,-1-2-208-16,-3 2 64 0,-1 0 16 0,-4 0 0 0,0 1 128 15,-2 0 0-15,-2 4 0 0,0 0 0 16,-1 2 0-16,-2-1 128 0,1 4-128 0,-1 1 0 0,-1 1 480 0,1 1 32 16,-1 4 0-16,-1 1 0 0,0 3-128 0,0 1-32 15,0 4 0-15,0-3 0 0,2 3-352 0,-2-1 128 16,1 3-128-16,0 0 0 0,-1 2 0 0,0 3 0 0,0 0 0 15,-1 2 0-15,1 0 0 0,-2 0 0 0,-1 2 0 16,0-1 0-16,-1 1 0 0,-1-2 0 16,0-1 0-16,0 1 0 0,1-1 0 0,0-3 0 0,2 0 0 15,2-4 0-15,1-1 0 0,2-5 0 16,4-12 0-16,0 0 0 0,0 0 0 0,0 0 0 16,0 0 0-16,0 0-128 15,34-8-384-15,-24-5-64 0,2-4 0 0,0-3-16 0,2-1 192 0,0-5 32 16,1 0 16-16,-1-3 0 0,-1-1 64 0,-2-4 16 0,-3 4 0 0,-2 2 0 15,-2 2 80-15,-1 2 0 0,-2 2 16 0,-1 6 0 16,-1 1 176-16,-2 6 0 0,0 1 0 16,-1 4 0-16,0 2 0 0,0 4 144 0,-2 0-144 0,0 3 160 15,-1 2 416-15,2 3 64 0,-1-3 32 0,1 2 0 16,3-1-128-16,-1-1-32 0,2 0 0 0,1-3 0 16,2 1-320-16,0-3-64 0,3 1 0 0,2-3-128 15,0-2 208-15,1 0-64 0,3-2-16 0,2 0 0 16,0-1 16-16,2-2 0 0,1 0 0 0,1 0 0 15,0-2-144-15,1 2 0 0,1-1 0 0,0-1 128 0,0 2-128 16,-2-3 0-16,2 3 0 0,-3-2 0 16,-1-1 0-16,-2 0 0 0,0 1 0 0,-3 0 0 0,0-1 0 0,-3 1 0 15,-1 2 0-15,-3-1 0 0,0 1 0 16,-1 2 0-16,-2 2 0 0,-1 2 0 0,-1-1 0 0,-1 4 0 16,0-1 0-16,-1 2 0 0,-1 2 0 0,2-2 0 15,0 1 0-15,0 1 0 16,1 0 0-16,1-1 0 0,1 1 0 0,1 0 0 0,1-2 0 0,1 2 0 15,-3-5 0-15,0 0 0 0,0 0 0 0,0 0 0 0,35 13 0 16,-35-13 0-16,24 0 0 0,-11-2 0 0,3 2 0 0,1-3 0 16,-1 1 0-16,2 0 0 0,2-2 0 0,-2 1 0 15,1-2 0-15,-2 1 0 0,2-1 0 16,-3 1 0-16,1-1 0 0,-2-1 0 0,-1 2 0 16,-1-1 0-16,-3-1 0 0,-1 0 0 0,0 1 0 15,-4 1 0-15,0-4 0 0,-1 4 0 0,-2-3 0 0,0 2 0 16,-1 0 0-16,-1 0 0 0,0 1 0 0,-1-1 0 15,1 2 0-15,-1 1 0 0,0 1 0 0,0 2 0 16,-1 1 0-16,1 3 0 0,-2 0 0 16,0 2 0-16,0 0 0 0,0 5 0 0,0 0 0 15,-1 0 0-15,1 3 0 0,0 0 0 0,-1 2 0 0,4-17 0 16,-3 31 0-16,3-31 0 0,1 26 0 0,-1-26 0 0,0 0 0 0,0 0 0 16,19 41 0-16,-19-41 0 0,0 0 0 15,0 0 0-15,40 16 0 0,-40-16 0 16,24-3 0-16,-10 1 0 0,0-2 0 0,2-4 0 0,1 2-192 15,1-2 16-15,-1-2 16 0,3-1 0 16,-1 1-288-16,0-3-64 0,-2 3-16 0,1-2 0 16,-2 1-1824-16,-2 0-352 0,-2 2-80 0,-1 0-16 15,-3 0-928-15,-1 3-192 0,-2-1-48 0,1 5 0 16,-3-1 2496-16,-3 1 480 0,1 2 96 0,-2 0 32 16,1 2 1392-16,-1 1 288 0,-1-1 48 0,0 3 16 15,0-2 1664-15,0 1 336 0,1-2 64 0,-1 1 0 0,1 2-368 0,1-3-80 16,0 0 0-16,-1 1-16 0,1 1-992 0,1-1-192 15,-1-1-32-15,1 1-16 0,0 1-656 0,1-1-128 0,0 0-16 16,0 0-16-16,0 2-192 0,-2-5-48 16,0 0 0-16,0 0 0 0,0 0-192 0,0 0 0 0,0 0 128 0,32 25-128 15,-32-25 0-15,0 0 0 0,0 0 0 0,31 4 0 16,-23-4 0-16,0-2 0 0,0-1 0 16,0 0 0-16,2-1 0 0,-2 0 0 0,-1-1 0 15,1 1 0-15,-2 0 0 0,1-3 144 0,-3 3-144 0,1-1 128 16,-2 0-128-16,0 0 192 0,-2 0-192 15,0 1 192-15,0-1-192 0,-2 0 192 0,1 1-192 16,-1-4 192-16,0 4-192 0,1-3 128 0,-2 2-128 0,-1-4 128 16,0 4-128-16,0 0 0 0,-1 0 0 15,0 1 0-15,-1 2 0 0,0 1 0 0,-1 1 0 0,-1 2 0 16,-1 2 0-16,0-1 0 0,-1 5 0 0,0-3 0 16,1 4 0-16,1-2-176 0,-2 3 176 0,1 1-192 15,0 1 192-15,-1 2 0 0,1-2-144 0,0 2 144 16,0 0 0-16,2-2 0 0,0-2 0 0,1 2 0 0,2 0 0 0,0-3 0 15,3-9 0-15,0 0 0 16,0 0 0-16,-2 29 0 0,2-29 0 0,0 0 0 16,0 0 0-16,0 0 0 0,0 0 0 0,0 0 0 15,0 0 0-15,37 5 0 0,-28-8 0 0,0-1 0 16,2-2 0-16,1 0 0 0,0-2 0 0,0 1 0 16,-2 0 0-16,1 0 0 0,1-2 0 0,-1-1 0 15,-1 1 0-15,-2 0-144 0,2 1 144 0,-3-2 0 0,-1 1-128 16,0 0 128-16,-1 1 0 0,-3 2 0 0,1 0 0 15,-2 2 0-15,0 0 0 0,-2 1 0 0,1 0 0 0,-1 2 0 16,-1 0 0-16,1-1 0 0,0 0 0 0,1 1 0 16,-1 1 0-16,0 0 0 0,1-2 0 0,-1 2 0 15,1 0 0-15,0 0 0 0,0-2 0 0,0 2 0 16,0 0 0-16,0 2 0 0,1 0 0 0,-1-1 0 16,1 1 0-16,-1 2 0 0,1-1 0 0,-1 2 0 15,1-1 0-15,0 3 0 0,-1-7 208 0,0 0-48 0,0 0-16 0,11 36 0 16,-11-36-144-16,0 0 160 0,0 0-160 0,0 0 160 15,29 41-160-15,-29-41 0 0,0 0 0 0,0 0 128 16,42 16-128-16,-42-16 0 16,28-5 0-16,-12-1 0 0,1-2 0 0,1-1 0 0,-2-1 0 0,0-2 0 15,-2-1-352-15,-2 0 0 0,-1-1 0 0,-1 0 0 32,-1 0-1248-32,-2-1-256 0</inkml:trace>
  <inkml:trace contextRef="#ctx0" brushRef="#br0" timeOffset="12672.78">14580 2605 11967 0,'0'-2'528'0,"0"1"112"0,1-1-512 16,0 2-128-16,-1-1 0 0,1 0 0 0,0 1 2624 0,0 0 512 16,-1-3 80-16,2 2 32 0,-1 0-576 0,0 1-112 15,-1 0-32-15,-1 5 0 0,-1-1-608 0,0 6-128 16,-1 2-32-16,-3 2 0 0,0 6-1008 0,-2 3-208 15,1 5-32-15,-2 3-16 0,-2 5-304 0,2-3-64 16,0 2-128-16,1-1 192 0,2-6 48 16,2-2 0-16,4-26 0 0,-1 46 0 0,1-46-112 0,0 0-128 15,18 51 176-15,-18-51-176 0,0 0 0 0,0 0 0 16,39 33 0-16,-39-33 0 0,0 0-320 16,36 0-80-16,-24-3-16 0,0-3-18016 0</inkml:trace>
</inkml:ink>
</file>

<file path=ppt/ink/ink14.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6T09:43:38.304"/>
    </inkml:context>
    <inkml:brush xml:id="br0">
      <inkml:brushProperty name="width" value="0.05292" units="cm"/>
      <inkml:brushProperty name="height" value="0.05292" units="cm"/>
    </inkml:brush>
  </inkml:definitions>
  <inkml:trace contextRef="#ctx0" brushRef="#br0">4656 4767 7359 0,'-3'0'656'0,"1"1"-528"15,1-1-128-15,0 0 0 0,1 0 928 0,-1 2 160 16,-1-2 16-16,0 2 16 0,0-1 464 0,-2 2 80 16,2-3 32-16,0 1 0 0,1 1-192 0,1-2-32 15,1 1-16-15,1-1 0 0,1-1-368 0,2 1-64 16,1-3 0-16,1 1-16 0,4 0 208 0,1-3 32 15,1-2 16-15,1 2 0 0,1 0-112 0,2-1 0 16,1 1-16-16,-1 0 0 0,1-2-688 0,0 2-128 16,0 0-16-16,0 0-16 0,1 1-288 0,-2-1 0 15,-1 0 0-15,-1 1 0 0,-2 1 0 0,-1-2 0 0,0 3 0 16,-4 0 0-16,-2 0 0 0,-1 0 0 16,-2 2 0-16,-2 2 0 0,0-2-224 0,-1 2 0 0,-1 0 0 15,-1 1 0 1,0 2-1936-16,-1-1-384 0,0 1-80 0,-1 2-10352 0</inkml:trace>
  <inkml:trace contextRef="#ctx0" brushRef="#br0" timeOffset="299.49">4824 4767 11967 0,'-1'-2'528'0,"-1"2"112"0,3 0-512 0,-1-2-128 16,0 1 0-16,0 1 0 0,0 0 1296 0,0 0 240 15,0-2 32-15,0 1 16 0,0 0 144 0,1-1 16 16,-1 1 16-16,0 1 0 0,0-2-672 0,0 2-128 16,0 0-16-16,0 0-16 0,0 2-288 0,0-2-64 15,0 1-16-15,-1 1 0 0,0 0 16 0,-1 0 0 16,1 3 0-16,0 0 0 0,0-1-208 0,-1 2-48 16,1 0 0-16,-1 2 0 0,1 1-128 0,0 0-16 15,-1 3-16-15,0 0 0 0,0 2-32 0,0 3-128 16,-1 4 192-16,0 3-64 0,0 2 0 0,-2 3 0 15,2 6 0-15,-2 5 0 0,0 1-128 0,1-3 160 0,-2 0-160 16,1-3 160-16,0 1-160 0,-1 2 0 16,3-2 0-16,0-1-15248 0</inkml:trace>
  <inkml:trace contextRef="#ctx0" brushRef="#br0" timeOffset="1282.74">5143 4926 6447 0,'0'0'576'0,"-1"0"-576"0,1 0 0 0,0 0 0 16,0 0 1024-16,-1 0 80 0,0 2 32 0,0-2 0 16,-1 0 80-16,1 0 32 0,-1 1 0 0,1-1 0 15,1 0-160-15,0 2-48 0,0-2 0 0,1-2 0 16,2 2 128-16,0-1 32 0,1-1 0 0,2 0 0 16,-1-1 288-16,3-1 64 0,0 1 16 0,2 1 0 15,-1-3-464-15,1 1-80 0,4 1-32 0,2-1 0 16,0 1-640-16,0 0-128 0,-16 3-32 0,31-4 0 15,-17 1-192-15,-1 1 0 0,-1-1 0 0,-1 1-160 0,-3 1-160 16,-1 0-16-16,-2-1-16 0,-1 2-13856 16</inkml:trace>
  <inkml:trace contextRef="#ctx0" brushRef="#br0" timeOffset="1502.33">5153 5014 6447 0,'-4'0'576'0,"2"0"-576"0,1 0 0 0,0-2 0 16,1 2 2944-16,1 0 464 0,0 0 112 0,0-1 0 16,1 1-896-16,1 0-176 0,0-1-32 0,3 0-16 15,0 1-784-15,2-2-144 0,0 2-48 0,1 0 0 16,-9 0-816-16,0 0-160 0,32-1-48 0,-32 1 0 16,0 0-400-16,41-2 0 0,-41 2 0 0,31-4 0 31,-31 4-832-31,37-8-160 0,-18 4-32 0,0-3-13184 0</inkml:trace>
  <inkml:trace contextRef="#ctx0" brushRef="#br0" timeOffset="1862.56">6245 4238 12895 0,'5'-14'576'0,"-3"3"112"0,0 3-560 0,0 1-128 16,-1 5 0-16,-1 0 0 0,0-1 1920 0,0 0 336 15,0-3 80-15,0-2 16 0,-1-1-32 0,-1 3 0 16,-3 3 0-16,-1 0 0 0,-1 6-976 0,0 1-192 15,-2 4-32-15,0 3-16 0,0 2-496 0,-3 5-96 0,2 4-32 0,-1 6 0 16,1 3 80-16,1 4 16 16,1 3 0-16,4-4 0 0,0-4-224 0,2 1-32 0,2 0-16 15,2-5 0-15,-2-26-144 0,10 43-32 0,-10-43 0 0,20 40 0 16,-20-40-128-16,0 0 0 0,46 43 0 0,-46-43 0 16,0 0-256-16,56 21 32 0,-56-21 0 0,38 2-11168 15,-18-4-2240-15</inkml:trace>
  <inkml:trace contextRef="#ctx0" brushRef="#br0" timeOffset="2087.62">6460 4325 21183 0,'-8'-6'944'0,"3"2"192"0,2 2-912 0,0 1-224 16,2-1 0-16,0 2 0 0,0 0 2240 0,-1 0 384 15,0-2 96-15,1 1 16 16,-1 1-896-16,0 0-176 0,2 1-48 0,1 3 0 0,2 0-1200 0,-3-4-240 15,0 0-48-15,19 35-128 0,-19-35 0 0,0 0 0 16,31 51 0-16,-31-51 0 0,0 0 128 0,29 50-128 16,-29-50 0-16,0 0 0 0,30 42 0 0,-30-42 0 15,0 0 0-15,0 0-144 16,34 29-1648-16,-27-27-320 0</inkml:trace>
  <inkml:trace contextRef="#ctx0" brushRef="#br0" timeOffset="2271.42">6610 4260 21183 0,'-6'0'944'0,"1"0"192"0,2 0-912 0,-2 2-224 0,2 0 0 0,1 1 0 15,-2 0 1680-15,-4 3 304 16,-2 4 48-16,-6 2 16 0,-2 6-352 0,-3 2-64 0,0-1-16 0,3 0 0 16,0-1-848-16,2-1-160 0,2-2-32 0,1-1-16 15,4 0-304-15,2-2-64 0,0 0-16 0,3-3 0 16,1 0-368-16,1-1-80 0,0 1-16 0,2-2-15888 15</inkml:trace>
  <inkml:trace contextRef="#ctx0" brushRef="#br0" timeOffset="2482">6648 4404 20271 0,'5'-3'896'0,"-1"0"192"0,0 0-880 0,-2 1-208 15,-2 2 0-15,0 0 0 0,0 0 864 0,1 0 128 16,1 2 32-16,0 0 0 0,-1 3-224 0,0 2-32 16,0 0-16-16,-1 4 0 0,0 2-48 0,-1 1 0 0,-1 1 0 0,0 2 0 15,-1 1 64-15,1-2 16 0,-1 1 0 0,0 0 0 16,1-3-480-16,1-2-112 0,0-3 0 0,2-2-14608 16</inkml:trace>
  <inkml:trace contextRef="#ctx0" brushRef="#br0" timeOffset="2971.94">6333 4018 19343 0,'-2'0'1728'0,"1"-2"-1392"15,0 2-336-15,1 0 0 0,1 0 1504 0,-1 0 224 16,0 2 64-16,1-2 0 0,1 0-192 0,2 1-48 15,4 0 0-15,-8-1 0 16,0 0-624-16,43 2-128 0,-43-2-32 0,44-2 0 0,-17 1-448 0,0-4-80 0,2 0-32 0,-1 0 0 16,-2 0-208-16,-2-1 0 0,-1 0 0 15,-3 1 0 1,-1 2-1024-16,-3-1-128 0,-1 4-48 0,-15 0-13072 0</inkml:trace>
  <inkml:trace contextRef="#ctx0" brushRef="#br0" timeOffset="3333.48">6891 4357 11055 0,'-2'0'976'0,"1"0"-784"15,1 0-192-15,-1-2 0 0,1 2 1280 0,1-1 192 0,0 1 64 16,1 0 0-16,1-2 1056 0,3 1 224 15,2-2 32-15,3 0 16 0,2 1-1264 0,3-3-240 16,2 1-48-16,0-1-16 0,3 2-672 0,-1-1-144 16,0 1-32-16,-1-1 0 0,-19 4-320 0,37-3-128 0,-21 1 0 0,-1 0 0 31,-15 2-240-31,0 0-144 0,33-1-16 0,-25 2-13984 0</inkml:trace>
  <inkml:trace contextRef="#ctx0" brushRef="#br0" timeOffset="3711.33">7373 4213 21183 0,'-2'-1'944'0,"0"-1"192"0,1 0-912 0,1 0-224 16,0 1 0-16,0 1 0 0,0-2 1136 0,1 0 176 0,0-1 32 0,1-1 16 15,1-1 368-15,1 0 64 0,-1 1 0 0,2 1 16 16,-1 3-464-16,2 0-80 0,1 3-32 0,-7-3 0 15,0 0-592-15,0 0-128 0,29 38-32 0,-29-38 0 16,17 37-224-16,-17-37-32 0,19 50-16 0,-19-50 0 16,20 52-208-16,-20-52 128 0,19 50-128 0,-19-50 0 15,19 41 0-15,-19-41 0 16,0 0 0-16,30 43 0 16,-30-43-144-16,0 0-80 0,0 0-16 0,43 30-17136 15</inkml:trace>
  <inkml:trace contextRef="#ctx0" brushRef="#br0" timeOffset="3900.11">7665 4174 23039 0,'-5'-3'1024'0,"0"2"192"0,1 1-960 0,0 2-256 16,0 0 0-16,0 1 0 0,-1 4 1408 0,-4 0 256 15,-5 8 32-15,-6 6 16 0,-6 8-688 0,-3 5-144 16,-1 1-32-16,2-2 0 0,4-3-592 0,2-2-128 15,1-2-128-15,2-3 176 0,4 0-176 0,3-7 0 16,3-2 0-16,3-4-9680 16,2-3-1904-16</inkml:trace>
  <inkml:trace contextRef="#ctx0" brushRef="#br0" timeOffset="4255.35">7607 4416 23039 0,'2'0'1024'0,"0"-1"192"0,1 0-960 0,-1 1-256 0,0-2 0 0,0 2 0 16,-1-2 960-16,4 1 160 0,3-4 32 0,1 2 0 15,2-1-736-15,1-1-144 0,1 1-16 0,-1 0-16 0,1 3-240 0,-1-1 144 0,-12 2-144 0,0 0 128 16,33 5 512-16,-33-5 112 0,0 0 16 0,0 0 0 31,0 0-192-31,0 0-16 0,35 28-16 0,-33-24 0 0,-1 2-144 0,-2-2-16 0,-1 1-16 0,-3 2 0 16,1-4 32-16,-3 4 16 0,0-3 0 0,-2 1 0 15,1 2-160-15,0-2-48 0,0 2 0 0,1-2 0 16,0 2-208-16,1-2 176 0,1 2-176 0,2-2 160 16,1 0-160-16,2 0 0 0,0-2 0 0,1 2 0 15,2-2 0-15,3 1 0 0,-6-4 128 16,0 0-128-16,0 0 0 0,39 6 0 0,-39-6 0 0,30-1 0 0,-12-4 128 0,1 1 0 16,2-1 0-16,-1-1 0 0,0 0-128 0,-2-1-144 15,-1 2 144-15,1-2-16640 16</inkml:trace>
  <inkml:trace contextRef="#ctx0" brushRef="#br0" timeOffset="4537.93">7355 3967 16575 0,'0'0'1472'0,"0"0"-1168"0,0 0-304 0,0 0 0 16,1 1 1760-16,0-1 288 0,0 0 64 0,2 0 16 16,2 2 96-16,3-2 16 0,2 0 0 0,4-2 0 15,3 0-1040-15,2-3-208 0,4 0-32 0,3-2-16 16,3 0-624-16,3 0-112 0,1 0-16 0,0 0-16 15,0 2-432-15,-1 0-64 0,0 1-32 0,-2 1-15456 16</inkml:trace>
  <inkml:trace contextRef="#ctx0" brushRef="#br0" timeOffset="4830.74">8164 3894 18431 0,'0'0'816'0,"1"0"160"0,1 1-784 0,0 1-192 0,0-2 0 0,-1 1 0 15,1 1 2400-15,3 2 432 0,-5-4 96 0,0 0 16 16,0 0-1056-16,46 50-208 0,-46-50-32 0,32 43-16 0,-32-43-864 0,29 49-192 15,-29-49-16-15,26 60-16 0,-26-60-160 0,22 54-48 16,-22-54 0-16,14 62 0 0,-14-62-112 0,2 57-32 16,-7-31 0-16,-4 0 0 0,-4-2 96 0,-3-1 16 15,-2-4 0-15,-1 0 0 0,-1-2-160 0,-4 2-16 16,-4 0-128-16,-2 2-17744 0</inkml:trace>
  <inkml:trace contextRef="#ctx0" brushRef="#br0" timeOffset="5319.18">8613 4238 17503 0,'-4'3'1552'0,"1"-3"-1232"16,2 2-320-16,1-2 0 0,0 0 1792 0,-1 1 320 0,0 1 48 0,-1 0 16 16,-1 0 208-16,2 0 48 0,2 1 16 0,3-2 0 15,1 1-1424-15,3-2-272 0,2-2-64 0,2 1-16 16,1-1-96-16,1-1-32 0,3 1 0 0,-1 0 0 15,0-1-288-15,1 1-48 0,-1 0-16 0,-3 1 0 16,-1-1-192-16,0 2 0 0,-2 0 0 0,-2-1 0 16,1 0 0-16,-4 1 0 15,1 0 0-15,-2 0-11680 0,1 0-2224 0</inkml:trace>
  <inkml:trace contextRef="#ctx0" brushRef="#br0" timeOffset="5712.1">9204 4069 14735 0,'1'-6'640'0,"-1"3"160"0,1 0-640 0,-1 2-160 0,0-1 0 0,0 2 0 16,0-2 2704-16,0 1 512 0,-1-1 112 0,0-3 0 16,-1 3-640-16,-1-1-144 0,0 1-32 0,0-1 0 15,-1 3-1360-15,0 0-288 0,-1 0-48 0,-1 3-16 16,-1 2-544-16,-1 2-96 0,-1 2-32 0,-2 3 0 15,-1 4-128-15,-1 1 0 0,2 1 0 0,-4 5 128 16,0 4-128-16,-1 5 0 0,0 3 0 0,2 3 0 16,1 0 0-16,6-1 0 0,3-4 0 0,4-3 0 0,0-30 0 15,13 50 0-15,-13-50 0 0,0 0 0 0,36 48 0 0,-36-48 0 16,38 23-192-16,-38-23 192 16,46 12-1264-16,-46-12-128 15</inkml:trace>
  <inkml:trace contextRef="#ctx0" brushRef="#br0" timeOffset="6263.58">9344 4433 15663 0,'-6'3'688'0,"2"-1"144"0,2 0-656 0,0-2-176 0,1 0 0 0,1 2 0 16,-1-2 2192-16,0 1 416 0,0 3 80 0,1-1 0 15,-1-1-608-15,2 2-128 0,2-3-32 0,1 1 0 16,1 0-720-16,3-4-160 0,3-1-16 0,2-1-16 15,1-3-240-15,2 0-64 0,1-3 0 0,1 0 0 16,0-1-480-16,1-1-96 0,-1-3-128 0,0-1 176 16,-1 0-176-16,-2-3 0 0,0 2 0 0,-2-2 0 15,0 0 0-15,0-3 0 0,0-4 0 0,-2 0 0 16,-2 5 0-16,0-2 0 0,-2 1-176 0,-1 6 176 16,-1 2-176-16,-2 6 176 0,0 4-208 0,-3 1 80 15,0 1 128-15,-1 4 0 0,-1-1 0 0,-1 3 128 16,-1 1 128-16,-1 4 16 0,0 1 16 0,-2 4 0 0,1-2-160 15,1 3-128-15,-2 1 144 0,1 3-144 0,0-1 0 16,1 1 128-16,-1 0-128 0,2-2 0 0,0 2 0 0,0-2 0 16,2 0 0-16,1-1 0 0,1-2 0 0,0-14 0 15,0 0 0-15,0 0 0 0,0 0 0 0,21 34 0 16,-15-32-128-16,1-4 128 16,0 1-656-16,1-3-80 0,1 1-16 0,-1-4 0 15,2 1-848-15,-2-2-192 0,0 1-16 0,1-3-16 16,-1 0-432-16,0-2-96 0,1 1-16 0,-2-1 0 15,0 1 112-15,1-2 16 0,0-1 0 0,0-3 0 16,0 1 1040-16,-1-1 224 0,2-3 32 0,-1 0 16 0,1 1 928 0,-1 5 320 0,-1 2 0 0,-1 2 0 16,-3 4 816-16,-2 0 144 0,0 4 48 0,-2 2 0 15,1 0 944-15,-2 2 192 0,-2 3 32 0,-1 0 16 16,-1 5-704-16,-1 0-144 0,0 4-16 0,-1 2-16 16,1-2-768-16,0 2-160 0,0 4-16 0,2-2-16 15,0 0-352-15,2-1-80 0,3-2-16 0,0-15 0 16,0 0 16-16,9 40 0 0,-9-40 0 0,0 0 0 15,0 0-576-15,35 30-112 0</inkml:trace>
  <inkml:trace contextRef="#ctx0" brushRef="#br0" timeOffset="6468.06">9962 4267 8287 0,'0'-5'736'0,"0"1"-592"15,1 1-144-15,0 0 0 0,-1 3 2368 0,0 0 432 16,0 0 80-16,0 0 32 0,1 0-1056 0,-1 1-192 16,-1 2-64-16,-1 1 0 0,0 3-960 0,-1 0-208 15,-1 5-48-15,-1 0 0 0,1 2-192 0,-1 0-32 16,1 1-16-16,0 1 0 0,0-1 112 0,1-1 0 16,0-2 16-16,3-1 0 0,0-2-496 0</inkml:trace>
  <inkml:trace contextRef="#ctx0" brushRef="#br0" timeOffset="6704.52">10053 4203 15663 0,'-4'2'688'0,"1"-1"144"0,2 1-656 0,1 0-176 0,0-2 0 0,1 0 0 0,1 0 1168 0,0 0 208 16,2 2 32-16,3-2 16 0,-7 0-592 0,0 0-128 15,36-2-32-15,-20-3 0 0,1 0-368 0,2 1-80 16,1-1-16-16,0-1 0 0,2 1 0 0,-3 2 0 16,-2-2 0-16,-2 3 0 0,-1 0-208 0,0 1 0 15,-3-1 0-15,-1 0-10944 16</inkml:trace>
  <inkml:trace contextRef="#ctx0" brushRef="#br0" timeOffset="7153.23">10598 3938 11231 0,'0'-3'240'0,"0"1"48"0,0 1 16 0,-1-1 16 0,0 2-320 0,1 0 0 16,-1 0 0-16,0 0 0 0,-1 2 3456 0,0-1 608 15,-1 1 128-15,1 1 32 0,0 0-2176 0,1 0-448 0,-1 0-64 0,1 0-32 16,-1 1-848-16,1 0-160 0,-1-1-48 0,1 0 0 16,-1 1-112-16,0-2-16 0,0 1-16 0,0-1 0 15,0-1 224-15,-1 1 48 0,2-2 16 0,-2 1 0 16,1 0-80-16,0 1-32 0,-1 1 0 0,1-1 0 15,0 1-176-15,-1 1-48 0,0 3 0 0,-1 0 0 16,0 3-128-16,-1 0-128 0,-1 4 192 0,-2 1-192 16,2 0 144-16,-2 0-144 0,0 4 0 0,0-3 144 15,-2 4-144-15,2 0 0 0,-1 0 0 0,-1-1 0 16,2 0 0-16,0-1 0 0,0-1 0 0,1 0 0 16,0-3 0-16,0 0 0 0,1 1 0 0,-1 1 0 15,1-2 0-15,-1 3 0 0,1-3 0 0,-1 0 0 16,2 0 0-16,0-2 0 0,1 0 0 0,1-4 0 0,2-1 0 15,-1 0 0-15,2-4 0 0,1-2 0 0,1-1-208 0,2-4-32 16</inkml:trace>
  <inkml:trace contextRef="#ctx0" brushRef="#br0" timeOffset="7986.25">10614 4000 4607 0,'-2'-1'400'0,"1"-2"-400"15,1 0 0-15,1 2 0 0,0-1 1152 0,-1 0 160 16,0-3 32-16,-1 0 0 0,1-5-32 0,1 0 0 16,0 1 0-16,0 2 0 0,0 0 528 0,1 1 96 0,-1 3 32 0,0 0 0 15,0-1-32-15,-2 3 0 0,1 1 0 0,-2 0 0 16,1 1-336-16,-1 1-80 15,-1 1-16-15,-1 2 0 0,-1 1-672 0,0 0-144 0,-2 2-32 0,1 1 0 16,1 1-368-16,-2 2-80 0,1 2-16 0,-1 1 0 16,2 1-192-16,-2 1 0 0,1 1 0 15,-2 4 0-15,3-1 0 0,-2 0 0 0,3 1 0 0,0-3 0 16,1 1 208-16,1-2-48 0,2-18-16 0,-1 35 0 16,1-35-144-16,0 0 160 0,7 36-160 0,-7-36 160 15,0 0-160-15,0 0 0 0,0 0 0 0,0 0 0 16,44 19 192-16,-33-24-64 0,-1 1 0 0,1-1 0 15,1-2-128-15,0-3 0 0,2 0 0 0,-1-1 128 16,0 1-1696-16,-2-1-352 0,0-1-64 0,0-2 0 16,0 0-832-16,-2-1-176 0,1-2-16 15,-2-3-16-15,2 0 1232 0,-4-1 256 0,1 0 64 0,-3 1 0 16,0 2 768-16,-3 3 176 0,0 4 16 0,-2 3 16 0,0 4 1760 0,-1 1 336 16,0 1 80-16,0 2 16 0,-1 2 1120 0,0 1 240 15,0-1 32-15,0 0 16 0,1 1-1568 0,-1 1-320 16,1-1-64-16,0 1-16 0,0 1-480 0,0 0-80 15,1 2-32-15,0 0 0 0,0 0-128 0,0 3-32 16,0 2 0-16,0 0 0 0,0-1-16 0,-1 3-16 16,1 3 0-16,1 0 0 0,-1-3-112 0,1-14-32 15,1 33 0-15,-1-33 0 0,5 36-208 0,-5-36 144 0,0 0-144 0,18 43 128 16,-18-43-128-16,0 0 0 0,0 0 0 0,39 29 0 31,-39-29-464-31,0 0-32 0</inkml:trace>
  <inkml:trace contextRef="#ctx0" brushRef="#br0" timeOffset="8379.67">10910 4165 10127 0,'-3'3'896'0,"1"-1"-704"16,2-1-192-16,-1 0 0 0,1-1 3040 0,0 0 576 15,0 0 112-15,0 0 32 0,1 2-816 0,-1-2-176 16,3 1-16-16,0-1-16 0,2 0-1744 0,0 0-352 16,2-1-64-16,0 1 0 0,0-2-16 0,0 2 0 15,0 0 0-15,0 2 0 0,-7-2-240 0,0 0-32 16,0 0-16-16,0 0 0 0,0 0-272 0,0 0 0 15,33 31 0-15,-33-31 0 0,0 0 0 0,-3 22 0 16,-1-13 0-16,-3 1 0 0,1-1 0 0,-1 0 0 16,-3 1 0-16,1-3 0 0,1 0-160 15,-1-1 160-15,4 0-160 0,-1-1 160 0,3-3-192 0,2 1 192 0,1-1-208 0,0-1 80 16,1-1 128-16,3 0 0 0,1-1 0 0,1-1-128 16,2-1 128-16,0 1 0 0,2-1 0 0,0 0 0 15,2 0 0-15,0 0 0 0,1 0 0 0,0-1 0 16,0 2 0-16,-1-1-192 0,-1 1 192 0,0-1-11152 15,1 1-2128-15</inkml:trace>
  <inkml:trace contextRef="#ctx0" brushRef="#br0" timeOffset="8631.17">11265 3983 18943 0,'3'-1'416'0,"0"-1"96"0,0 2 0 0,-1 0 16 0,1 0-528 0,-1 0 0 16,2 2 0-16,2 1 0 0,-6-3 2288 0,0 0 336 16,38 19 80-16,-38-19 16 0,0 0-1376 0,46 30-256 15,-46-30-64-15,0 0-16 0,38 34 48 0,-38-34 16 16,0 0 0-16,28 42 0 0,-28-42-192 0,0 0-48 16,10 50 0-16,-12-28 0 0,-3 4-512 0,-3 1-128 15,-3 2 0-15,-5 3-16 0,-3 0-176 0,-2-3 0 0,0-2-160 0,-4-2-17504 16</inkml:trace>
  <inkml:trace contextRef="#ctx0" brushRef="#br0" timeOffset="9396.7">5772 4919 7359 0,'1'0'656'0,"-1"0"-528"15,1 2-128-15,0-2 0 0,0 0 1344 0,0 0 224 16,1 1 48-16,1 1 16 0,3-1 1184 0,1 0 224 16,-7-1 48-16,0 0 16 0,0 0-688 0,47 10-144 0,-47-10-32 0,0 0 0 15,52 4-1008-15,-52-4-208 0,44 3-32 0,-44-3-16 16,56 2-592-16,-25-2-128 0,5 0-32 0,0 0 0 15,-1 0 64-15,0-2 16 0,3 1 0 0,1-1 0 16,0-2 160-16,4 1 48 0,2-1 0 0,1 1 0 16,1-1-192-16,4-1-16 0,4 0-16 0,2-2 0 15,5 2-288-15,1 0 128 0,5-2-128 0,1 0 0 16,2 0 0-16,2 0 0 16,2 2 0-16,2 1 0 0,-3 1 128 0,1-2-128 0,3 1 0 0,4 1 0 0,3 3 192 15,-1 0-64-15,1-2 0 0,1 1-128 0,4 4 128 0,1-3-128 16,-3-2 0-16,5 2 0 0,3 2 128 15,1-1-128-15,-2-2 0 0,5 1 0 0,5 1 0 0,-1-1 0 16,-2-1 0-16,4-1 0 0,7 4 0 16,0-4 0-16,-2 1 0 0,4-1 0 15,4 0 0-15,1 0 0 0,7 2 0 0,-3-2 0 0,-5-1 128 0,5 0-128 16,4 1 144-16,3 2-144 0,4 2 144 0,-2-4-144 16,-2 0 128-16,-3-1-128 0,-3 1 0 0,2 4 0 15,1-1 128-15,-1 1-128 0,-5-5 0 0,-3 3 0 16,-5-2 0-16,-6 4 0 0,-5 1 0 0,-4 1 0 15,-6-1 0-15,-5-1-12528 16,-3 4-2448-16</inkml:trace>
  <inkml:trace contextRef="#ctx0" brushRef="#br0" timeOffset="10959.43">6981 5131 2751 0,'-9'6'256'0,"4"-3"-256"0,0-1 0 0,2 0 0 0,2 0 720 0,0-2 112 16,1 0 0-16,-1 0 16 0,-2 3 768 0,0-1 160 15,1-2 16-15,1 1 16 0,0-1 176 0,2-1 16 16,2-1 16-16,0 0 0 0,0-1-352 0,0 1-80 16,2 0-16-16,1-1 0 0,0 1-240 0,1 1-48 15,2 1-16-15,-1-2 0 0,-8 2-496 0,0 0-112 16,34 2-16-16,-34-2 0 0,0 0-384 0,48 6-64 16,-48-6-32-16,43 4 0 0,-43-4-32 0,54 5 0 15,-54-5 0-15,63 5 0 0,-31-5-128 0,-1 0 0 16,1-2 144-16,1-1-144 0,2 1 128 0,2 1-128 0,2-1 160 0,4 0-160 0,5 2 336 0,1-2-16 15,2-3-16-15,-2 1 0 0,-5 1 80 0,4 0 32 16,3 1 0-16,3 0 0 0,4 1-288 0,-2 1-128 16,2-2 128-16,0 1-128 0,4 1 0 0,3 1 0 15,6 1 0-15,-4-1 0 0,-4 1 0 0,2-2 0 16,3 2 0-16,5 1 0 0,1 1 0 16,-2-2 0-16,-1-1 128 0,3 2-128 0,2 2 0 0,1-1 0 15,1 0 0-15,0 1 0 0,-1-3 144 0,4 3-144 16,4 1 160-16,-5-2-160 0,-7 0 256 0,6 1-32 15,7 2-16-15,-1-2 0 0,-2-4-208 0,0 1 128 0,3 3-128 16,-2 0 0 0,-4-2 0-16,0 0 0 0,-1 2 0 0,1-3 0 0,-2 1-256 0,-1-1 16 0,-2-2 0 0,-3 0 0 31,-1 5-1056-31,-5-3-224 0,-2 0-32 0,-7-2-13184 0</inkml:trace>
  <inkml:trace contextRef="#ctx0" brushRef="#br0" timeOffset="11714.54">7040 5213 5519 0,'-1'0'496'0,"0"-2"-496"0,1 1 0 0,0 1 0 0,0 0 3136 0,0 0 512 16,0 0 128-16,0 0 0 15,0 0-512-15,-1-2-128 0,-1 2 0 0,1 2-16 0,-1-2-1072 0,0 0-192 16,-1 3-64-16,1-1 0 0,-1 1-1232 0,2-1-256 16,-2 5-48-16,1 2-16 0,1 1-240 0,0 4 0 15,0 1 128-15,1 4-128 0,0 2 0 0,0 2 0 16,-1 4 128-16,0 6-128 0,0 3 0 15,0-1 0-15,0 3 0 0,-1-2 0 0,-1 1 0 0,1 1 128 16,1 0-128-16,-1 3 0 0,1 4 0 0,0-3 0 16,0 3 0-16,0-3 0 0,-1-7 0 0,-1-3-192 15,0 0 192-15,-1-2-160 0,0 1 160 0,-2-5 0 16,3-3 0-16,-3-3-128 0,0-4 128 0,1-4 0 0,-1-4 0 16,1-3 0-16,0-3 0 0,0-3 0 0,-2-3 128 0,2-6-128 15,-1 0 128-15,-1-4-128 0,2-1 160 0,-3-5-160 16,1-1 176-16,-1-5-176 0,-2-3 192 0,0 0-192 15,-1-1 0-15,-1 4 0 0,0 2 0 0,-1 5 0 16,1 5 0-16,1 5 0 0,1 6 0 0,-1 3 0 16,2 5 0-16,-1 1 0 0,0 6 0 0,-1 5 0 15,0 2 0-15,2 3 0 0,1-3 0 0,0 6 0 16,1 1 0-16,0 3 0 0,2-3 0 0,-1-2 0 16,3-1 0-16,0-3 0 0,2-2 0 0,1-6-11392 15,0-12-2224-15</inkml:trace>
  <inkml:trace contextRef="#ctx0" brushRef="#br0" timeOffset="12327.85">7570 5348 9215 0,'5'-2'816'0,"-1"-3"-656"0,-1 2-160 0,-2 3 0 15,-1 0 1904-15,1-2 336 0,2 1 80 0,2-2 16 16,0-3 640-16,0 2 128 0,0 2 32 0,-4-1 0 16,-1 3-1152-16,-1 0-208 0,-3 3-48 0,-1-1-16 15,-1 2-848-15,-2 2-160 0,1 0-48 0,-1-1 0 0,-2 0-192 16,1 2-32-16,-1 0-16 0,0-1 0 16,-1 0-416-16,0-1 128 0,1 2-128 0,1-4 0 0,1 1 0 0,0-1 0 15,2 1 0-15,0-2 0 16,1 1 0-16,1 0 0 0,-1 1 0 0,1-1 0 0,1 2 0 0,0 0 0 15,0-1 0-15,1 1 0 0,0 1 0 0,2-1 0 16,0 0 0-16,1 0 0 0,1 0-128 0,2-2 128 16,-4-3 0-16,0 0 0 0,0 0 0 0,0 0 0 15,0 0-144-15,42 13 144 0,-42-13 0 0,0 0-192 16,39-2 192-16,-39 2-160 16,33-2-544-16,-33 2-128 0,35 3 0 0,-35-3-16 15,0 0-16-15,46 13 0 0,-46-13 0 0,0 0 0 16,0 0 352-16,0 0 64 0,0 0 0 0,24 39 16 0,-28-33 288 0,-4 3 144 0,-3 1-160 15,-2-2 160-15,-1 1 0 0,-4 0 160 0,-2 3 0 16,-3-3 0-16,-2 1 320 0,1-3 64 0,6 0 16 0,1-2 0 16,1-1 192-16,1-1 32 0,2-1 16 0,2-2 0 15,2-2-576-15,2 0-224 0,1-1 176 0,4-1-16176 16</inkml:trace>
  <inkml:trace contextRef="#ctx0" brushRef="#br0" timeOffset="12547.46">7748 5505 19871 0,'-2'-1'432'0,"0"1"80"0,1-2 32 0,0 2 32 0,0-1-576 0,1 1 0 16,0 0 0-16,-1-1 0 0,0 1 1344 0,0 0 144 16,-1 1 48-16,2 2 0 0,-1 0-1360 0,1 3-176 15,0 0-224-15,-1 3 48 0,1 1 176 0,-1 2 0 16,-2 2 0-16,0-1 0 0,0 1 544 0,1-1 32 15,-1 1 16-15,1-2 0 0,0-4-208 0,1-1-32 16,1 0-16-16,0-1-12704 0</inkml:trace>
  <inkml:trace contextRef="#ctx0" brushRef="#br0" timeOffset="12903.52">7844 5268 22111 0,'0'0'976'0,"0"-2"208"0,1 1-944 0,-1 1-240 0,0 0 0 0,1 0 0 16,0 0 1600-16,1-2 288 0,1 0 48 0,3-1 16 16,0 1-944-16,4-3-192 0,-1 0-48 0,1 1 0 15,2 1-96-15,0 0-32 0,1 0 0 0,-13 3 0 16,28-1-48-16,-28 1-16 0,0 0 0 0,0 0 0 15,37 4-400-15,-32 2-176 0,-2 0 128 0,-3 2-128 16,-1-1 0-16,-2 1 0 0,-3 1 0 0,-1 2 0 16,-2 1-240-16,-2-2 80 0,0 1 16 0,-1 1 0 15,0 0 144-15,1-2-160 0,1 0 160 0,2-1-160 16,1 0 160-16,2-4 0 0,3 0 0 0,1-1 0 16,2 1 0-16,1-3 0 0,-2-2 0 0,0 0 0 15,0 0 0-15,0 0 0 0,46 10 128 0,-46-10-128 16,32 0 320-16,-32 0 0 0,37 0 0 0,-37 0 0 15,36 0-128-15,-36 0-48 0,33 2 0 0,-33-2 0 16,0 0-672-16,44 3-144 0,-44-3-32 0,0 0-15200 16</inkml:trace>
  <inkml:trace contextRef="#ctx0" brushRef="#br0" timeOffset="13263.52">7133 5875 2751 0,'3'-3'256'0,"-1"1"-256"0,0 0 0 0,0 1 0 16,0 1 2144-16,0-2 384 0,3-1 80 0,4-3 16 15,2 0 1328-15,2 0 272 0,1 1 48 0,0 0 16 16,-14 5-1632-16,30-2-320 0,-30 2-64 0,35 0-16 16,-35 0-1200-16,42 2-240 0,-42-2-48 0,50 0-16 15,-50 0-320-15,60 0-64 0,-26-2-16 0,4 0 0 16,4 0-160-16,2-2-16 0,2 1-16 0,-1-2 0 16,-1-1-160-16,-4 0 0 0,0 1 0 0,1 0 0 0,1-3 0 15,0 0 0-15,-1 0 0 0,-4 3-176 16,-7 0-528-16,-3 1-96 0,-27 4-32 0,42-5-16144 15</inkml:trace>
  <inkml:trace contextRef="#ctx0" brushRef="#br0" timeOffset="14516.47">7450 6064 17503 0,'0'0'1552'0,"0"0"-1232"16,0 0-320-16,-1 0 0 0,1 0 1760 0,-1 0 288 16,0 2 64-16,-1-1 16 0,0 3-320 0,1-1-64 0,-3 1-16 0,1 1 0 15,-1 2-1024-15,1 1-224 16,-1 3-32-16,0 1-16 0,1 2 16 0,-2 1 16 0,1 0 0 0,0 2 0 15,-1 0-96-15,-2 0-32 0,2-1 0 0,-1 1 0 0,1-2-144 0,-1-3-16 32,2-1-16-32,0-4 0 0,2-2 96 0,1 0 32 15,1-3 0-15,0-2 0 0,1-2-288 0,1-1 160 0,1-4-160 0,1-2 128 16,3-3-128-16,-2-2 160 0,2-1-160 0,-1-3 160 16,2 0-160-16,-3 0-272 0,1 1 64 15,-2 0 16-15,1 1 192 0,-1 0-192 0,0 1 192 16,-2-1-192-16,1 3 192 0,0-1 0 0,1 3 0 0,-2 2 0 15,1 3 0-15,0 2 0 0,1-1 0 0,-2 3 0 0,2 2 448 16,-1 0 0-16,1 2-16 0,-1 1 0 16,1 1-32-16,0 3 0 0,-1-1 0 0,-3-6 0 15,0 0-208-15,0 0-64 0,18 39 0 0,-18-39 0 16,0 0-128-16,11 37 0 0,-11-37 0 0,0 0 0 16,9 37 0-16,-9-37 0 0,0 0 0 0,4 35 0 0,-3-26 0 15,-1 1 0-15,0-2 0 0,-1-1 0 0,1 0 0 0,-1-1 0 16,1-2 0-16,0 0 0 15,2-3-720-15,0 0-128 0</inkml:trace>
  <inkml:trace contextRef="#ctx0" brushRef="#br0" timeOffset="14733.87">7720 6164 4607 0,'3'-5'400'0,"0"0"-400"0,1 3 0 0,-2 0 0 15,-1-1 2928-15,0 3 496 0,0-2 96 0,0 1 32 16,1-1-352-16,2 1-80 0,-1 0-16 0,-1 3 0 16,-1 1-1616-16,-2 4-320 0,-1 2-64 0,-1 1-16 15,0 4-96-15,-1 0-32 0,0 3 0 0,-1-1 0 16,2 1-400-16,-1-2-96 0,1 1-16 0,1-3 0 16,2 0-576-16,1-3-128 0</inkml:trace>
  <inkml:trace contextRef="#ctx0" brushRef="#br0" timeOffset="15250.96">8541 5768 18431 0,'-2'0'1632'0,"0"0"-1312"0,0 0-320 0,2 0 0 15,0 0 1200-15,-1 0 160 0,0 1 48 0,-1 0 0 16,0-1 96-16,1 0 32 0,0 2 0 0,0-2 0 15,2 0 64-15,1 0 32 0,2 0 0 0,2 0 0 16,1 0-416-16,2 0-96 0,-9 0-16 0,0 0 0 16,41-6-624-16,-41 6-128 0,37-6-32 0,-16 3 0 15,-21 3-320-15,43-6 0 0,-43 6 0 0,43-7 128 0,-43 7-128 0,36-2 0 16,-36 2 0-16,31-5 0 16,-31 5 0-16,0 0 0 0,31-5 0 0,-25 5 0 0,-2 0-352 15,-1-1 16-15,-1 1 0 0,-2 0-17104 0</inkml:trace>
  <inkml:trace contextRef="#ctx0" brushRef="#br0" timeOffset="15714.17">8767 5609 911 0,'-1'-3'0'16,"0"1"0"-16,-1 2 0 0,2-1 0 0,0 0 2256 15,0 1 368-15,0 0 80 0,0-2 16 0,0 1 544 0,-1-1 96 16,1 0 32-16,-1 1 0 0,1 1-576 0,-1 0-96 15,1 0-32-15,-2 3 0 0,1 0-1072 0,-1 3-208 0,0 4-64 0,-2 0 0 16,1 2-768-16,1 4-144 16,-2 3-48-16,-1 2 0 0,1 7-256 0,-3 1-128 0,1 3 128 0,-2 1-128 15,2-1 0-15,0-1 0 16,3-7 0-16,2-1 0 16,1-5-304-16,0-18-144 0</inkml:trace>
  <inkml:trace contextRef="#ctx0" brushRef="#br0" timeOffset="16887.96">9607 5512 9215 0,'0'0'816'0,"-1"-2"-656"15,1 1-160-15,-1 1 0 0,1 0 720 0,0 0 112 0,-1 0 32 0,0 0 0 16,0 0 736-16,0-2 160 0,-2 2 32 0,0-3 0 15,1 3-544-15,-2-2-96 16,1 1-32-16,-1 0 0 0,-1-1 48 0,0 0 16 0,-1 1 0 0,0 1 0 16,-1-2-32-16,0 2 0 0,-1 0 0 0,-1 0 0 0,-1 0-256 15,1 2-48-15,-2-2-16 16,1 3 0-16,-1 0-336 0,0 0-80 0,-1 2-16 0,2 0 0 16,1-2-32-16,-1 1-16 0,2 1 0 15,0-1 0-15,0 2 32 0,2-2 0 0,0 1 0 0,0-2 0 16,3 1-96-16,-1-2-16 0,1 1 0 0,1-1 0 15,0 1-112-15,0-1-32 0,1-1 0 0,0 0 0 16,1-1-128-16,0 2 0 0,0-2 144 0,1 1-144 16,-1 1 0-16,2-2 0 0,-1 0 0 0,1 2 0 0,0 1 0 0,2-2 0 15,0 2 0-15,0 0 0 16,1 0 0-16,-5-3 0 0,0 0 0 0,0 0 0 16,0 0 0-16,37 30 0 0,-37-30 0 0,0 0 0 15,0 0 0-15,39 26 0 0,-39-26 0 0,0 0 0 16,0 0 0-16,42 33 0 0,-42-33 0 0,0 0 0 0,0 0 0 0,37 26 0 0,-37-26 0 0,0 0 0 15,0 0 0-15,0 0 0 0,0 0 0 0,0 0 128 32,0 0-128-32,0 0 0 0,29 36 0 0,-31-33 0 0,-2 1 128 0,0 1-128 15,-1 2 160-15,-1-2-160 0,0 2 256 0,-3 0-64 16,1 1 0-16,-4-1 0 0,1 4-192 0,-3-4 144 16,-2 1-144-16,0 0 128 0,1-3-128 0,1 0 0 0,0-2 0 0,2-1 0 15,1 0 0-15,0-2 0 0,2 0 0 16,1-4 0-16,1 1 0 0,2-2 0 0,1-2-192 0,1 1-18064 15</inkml:trace>
  <inkml:trace contextRef="#ctx0" brushRef="#br0" timeOffset="18757.32">9798 5749 1839 0,'-6'2'160'0,"0"-2"-160"0,2 0 0 0,3 0 0 16,0 0 944-16,-2-2 144 0,-3 2 48 0,-3 0 0 0,-2-3 640 0,-2 1 128 15,2 2 16-15,1-4 16 0,3 1 208 0,1 1 32 16,2-1 16-1,0 2 0-15,1 0-352 0,1-1-80 16,2-1-16-16,0 3 0 0,0-2-320 0,0 1-64 0,1-1-16 0,1 1 0 16,1 1-224-16,2 0-48 0,0 0-16 0,2-1 0 0,0 2-416 0,-7-1-64 15,0 0-32-15,0 0 0 16,45 4-352-16,-45-4-64 0,0 0 0 0,39 8-128 16,-39-8 128-16,0 0-128 0,0 0 0 0,0 0 0 0,40 21 0 15,-37-16 0-15,-3 1 0 0,-1 0 0 0,-2 2 0 16,-2-1 0-16,-2 3 0 0,-3-1 0 15,1 3 0-15,-2-3 0 0,1 3 0 0,-1-1 0 0,1 0 0 0,2-1 0 16,0-1-160-16,3-2 160 0,1-2 0 16,2 2 0-16,2 0 0 0,1-2 0 15,1-1 0-15,-2-4 0 0,0 0 0 0,0 0 0 16,0 0 0-16,42 5 0 0,-42-5 0 0,29-7 0 16,-12 3 0-16,1-2 0 0,-1-2 0 0,0 1 0 15,0-1-512-15,-1-2-64 0,-1 2-32 0,-1-1-15632 16</inkml:trace>
  <inkml:trace contextRef="#ctx0" brushRef="#br0" timeOffset="19126.57">9806 5476 24879 0,'-1'-2'2208'0,"1"0"-1760"15,1 1-448-15,-1 1 0 0,0-2 1856 0,1-1 272 0,1 0 64 0,1-3 16 16,2-1-832-16,0-3-160 0,4 1-48 0,-1 0 0 0,1-1-832 0,0 5-160 31,2-2-48-31,0 5 0 0,1 0 0 0,-12 2 0 0,0 0 0 0,0 0 0 16,42 11 16-16,-42-11 0 0,0 0 0 0,0 0 0 0,27 33-144 0,-27-33 0 16,0 0 0-16,0 0 0 15,11 35 0-15,-12-27 0 0,-1-2 0 0,0 0 0 0,-1 0 0 0,-1-2 0 16,0 1 0-16,-1-1 0 0,2 1 0 0,-2-2 0 15,3-1 0-15,0 0 0 0,2-1 0 16,0-1 0-16,0 0 0 0,2 0 0 0,0 0 0 0,2 0 0 0,0 0 0 0,2 1 0 16,1-1 0-1,-7 0 192-15,0 0-192 0,0 0 192 0,0 0 0 16,45 10 16-16,-45-10 0 0,0 0 0 16,35 7-208-16,-35-7 0 0,0 0 0 0,35 7 0 15,-35-7 0-15,0 0 0 0,37 2 0 0,-37-2 0 16,0 0-912-16,35-2-128 0,-35 2-32 15,0 0-15392-15</inkml:trace>
  <inkml:trace contextRef="#ctx0" brushRef="#br0" timeOffset="19514.43">9042 6026 14735 0,'-3'0'640'0,"0"0"160"0,0 2-640 0,1-2-160 0,1 0 0 0,0 0 0 15,1 1 2240-15,-1 1 432 0,0-2 80 0,1 2 0 16,0 1-192-16,3-1-32 0,3 0-16 0,-6-2 0 15,0 0-1168-15,40 3-224 0,-40-3-48 0,43 2-16 16,-43-2-416-16,55 0-64 0,-23 0-32 0,1-2 0 16,3 0-224-16,1 1-32 0,3 1-16 0,4 0 0 0,-1 0-144 0,3-2-128 15,3 2 192-15,0-2-192 16,-3-1 128-16,3-1-128 0,2 1 0 0,2-1 0 16,4 1 128-16,-1-4-128 0,-4 0 0 0,-2 1 0 15,-3-2 0-15,-3 3 0 0,-1 0 0 0,-2 0 0 0,-1 3 0 16,-4-2 0-16,-4 1 0 0,-4 0 0 15,-28 3-704-15,42-3-80 0,-42 3-32 0,0 0-16544 16</inkml:trace>
  <inkml:trace contextRef="#ctx0" brushRef="#br0" timeOffset="20077.32">9465 6237 17503 0,'-2'0'768'0,"0"-2"176"0,1-1-752 0,-1 3-192 0,1 0 0 0,0-2 0 0,-1 2 2400 0,-1-1 448 16,0 0 96-16,-2 1 0 0,0-2-592 15,1 4-128-15,-2 0-32 0,1 1 0 0,2 4-1296 0,-2 0-256 16,0 4-48-16,1 1-16 0,-2 5-352 16,1 0-80-16,-3 1-16 0,2 0 0 15,-1 2-128-15,1-3 0 0,0 1 0 0,1-3 0 0,1-1 0 0,0-2 0 16,3-2 0-16,0-3 0 16,1-4 0-16,0-1-144 0,1-1 144 0,1-2 0 15,1-4-928-15,0-2-80 0,0-2-16 0,1-1 0 16,0-1-688-16,-1-2-144 0,0-1-16 0,0-3-16 15,0 2 1120-15,0-3 240 0,-1 1 32 0,0-1 16 0,-1 3 1200 0,0 1 240 0,0-3 64 0,-1 3 0 16,1 2 384 0,0 1 64-16,0 4 32 0,1-1 0 0,1 2-192 0,2 3-32 15,0 0-16-15,1 1 0 0,-6 2-736 0,0 0-144 0,0 0-16 0,43 0-16 0,-43 0-192 16,0 0-32-16,47 5-128 16,-47-5 192-16,0 0-192 0,51 3 0 0,-51-3 0 15,0 0 0-15,43 6 0 0,-43-6 0 0,0 0 0 0,0 0 0 0,41 19 0 0,-41-19 0 16,0 0 0-16,0 0 0 0,13 36 0 0,-15-22 0 15,-1-2 0-15,-1 2 0 16,1-1 0-16,-2 1 0 0,0 2 0 0,1-3 0 16,1 0 0-16,0-3 128 0,1-1-128 0,1-2 0 0,0 0 0 15,0-1 0-15,1-2 0 0,0-1-12288 0,1 1-2448 0</inkml:trace>
  <inkml:trace contextRef="#ctx0" brushRef="#br0" timeOffset="20452.25">9747 6320 17503 0,'-3'0'768'0,"1"2"176"0,2-2-752 0,-2 1-192 0,1 1 0 0,1-2 0 0,0 0 2592 0,0 2 480 15,0-2 112-15,0 3 16 0,1-1-1152 0,1-2-240 16,3 0-32-16,1 0-16 0,-6 0-544 0,0 0-96 16,26-4-32-16,-26 4 0 0,0 0-576 0,35-1-128 15,-35 1-32-15,0 0 0 0,38 3-224 0,-38-3-128 16,0 0 128-16,0 0-128 0,42 9 0 0,-42-9 0 16,0 0 0-16,0 0 0 0,0 0 0 0,0 0 0 15,0 0 0-15,14 33 0 0,-20-27 0 0,0 2 0 16,-1 0 0-16,-1-1-128 0,-3 1 0 0,0 0 0 15,-1 0 0-15,1 1 0 0,2-1-32 0,1-2 0 0,1 2 0 16,1-2 0-16,3 0 160 0,1-1 0 0,2-1 0 0,1-1 128 16,2 1 16-16,-3-4 16 15,0 0 0-15,0 0 0 0,0 0 32 0,48 4 0 0,-48-4 0 16,32-8 0-16,-14 2-192 0,0 2 0 0,1-4 0 0,0 1-18128 16</inkml:trace>
  <inkml:trace contextRef="#ctx0" brushRef="#br0" timeOffset="21347.12">12920 4848 7359 0,'-1'0'656'0,"1"-2"-528"16,0 2-128-16,-1 0 0 0,1 0 1392 0,0 0 240 0,0 0 48 0,0 0 16 15,-1-3 432-15,1 3 96 0,1-3 16 0,-1 1 0 0,2 1-576 0,1 0-96 16,-2-1-32-16,2 0 0 0,1 1-112 0,1 1-16 15,1-2-16-15,1 2 0 0,1 0-208 0,1 0-32 0,2 2-16 0,1-2 0 16,0 0-576-16,-12 0-112 0,25 0-32 0,-25 0 0 16,0 0-272-16,36 3-144 15,-25-1 160-15,-1-2-160 0,0 1 0 16,-1 0 0-16,0-1 0 0,-2 0 0 16,0 0-528-16,-3 2-48 15,-1-2-16-15,-1 0-15616 0</inkml:trace>
  <inkml:trace contextRef="#ctx0" brushRef="#br0" timeOffset="21621.07">12850 5018 16575 0,'-6'8'736'0,"1"-3"160"0,0 0-720 0,3-1-176 15,0-2 0-15,0 0 0 0,1 1 1984 0,-2 2 352 16,0 0 80-16,-1 4 16 0,1-1-320 0,2 0-48 16,2-3-16-16,-1-5 0 0,0 0-464 0,0 0-112 15,0 0 0-15,45 10-16 0,-45-10-496 0,31-3-112 16,-14 1-16-16,-17 2 0 0,29-4-528 0,-29 4-112 16,26-3-32-16,-26 3 0 0,23-2-160 0,-23 2 0 15,21-1 0-15,-11-1 0 0,0 2-144 0,-2 0-16 0,-1 0 0 0,1 0-18112 16</inkml:trace>
  <inkml:trace contextRef="#ctx0" brushRef="#br0" timeOffset="25094.31">14126 4172 13823 0,'3'-1'1216'0,"-1"-2"-960"0,0 2-256 0,-2 1 0 16,0 1 992-16,0-1 160 0,2 0 16 0,0 0 16 16,0-1 256-16,1 1 48 0,1 3 16 0,-1-2 0 15,-1 2-272-15,1 0-48 0,-1 0-16 0,1 1 0 16,0-2-320-16,0-2-64 0,1 2-16 0,1-4 0 0,1 1 240 0,1-4 32 15,-1-1 16-15,2-1 0 16,1-4-496-16,0-1-112 0,0-2 0 0,1-3-16 0,-3 0-432 0,0 1 0 16,-4-1 0-16,-1 0 0 0,-2 1 0 0,-4 2 0 15,-2-2 0-15,-2 3-176 0,-3 1 176 16,-2 1 0-16,-2 1-144 0,-3 0 144 16,0 6-448-16,0 1 0 0,0 3-16 0,1 3 0 15,1 1 32-15,1 2 16 0,1 3 0 0,1 3 0 0,2 2 416 0,0 3 0 16,1 1 0-16,0 2 128 0,4 0 32 0,-1 2 16 15,3-3 0-15,1 0 0 0,3-19-176 0,1 33 160 0,-1-33-160 0,0 0 160 16,10 43-160-16,-10-43 0 16,0 0 0-16,0 0 0 0,0 0 0 0,34 36 0 0,-34-36 0 15,0 0 0-15,0 0 0 0,37 3 192 0,-26-6-192 0,0-3 192 16,-1 2-192-16,0-3 192 0,0 0-192 16,0-1 192-16,-1 0-192 0,-1 0 0 15,1-2 0-15,-2 1 0 0,0 0 0 0,-3 1 0 0,0 2 0 16,-2 1 0-16,-1 4 0 0,-2 1 0 0,-3 3 0 0,-2 4 0 15,-2 3 0-15,-3 4 0 0,-2 4 0 16,-2 4 0-16,-1 4 288 0,-3 7 32 0,-1 3 0 16,-1 2 0-16,0 2-32 0,1-5 0 0,3-1 0 0,3-8 0 15,4-5-144-15,0 0-16 0,3-1-128 0,1-4 192 16,3-1-192-16,2-4 0 0,1-1-144 0,0-10-16080 16</inkml:trace>
  <inkml:trace contextRef="#ctx0" brushRef="#br0" timeOffset="25459.24">14493 4013 17503 0,'3'0'1552'0,"0"0"-1232"16,-1 0-320-16,-2 0 0 15,0 0 0-15,0 0 0 0,1-2 0 0,0 2 0 0,-1 0 960 0,-1 2 128 16,-1-2 16-16,-3 3 16 0,1-1-240 0,-3 2-48 15,0 2-16-15,-1 0 0 0,-2 3 208 0,0 2 32 16,0 0 16-16,0 1 0 0,2-2 464 0,0 2 112 16,1 2 16-16,0 0 0 0,3-2-880 0,2 0-160 15,2-12-48-15,0 0 0 0,0 0-368 0,10 40-80 16,-10-40 0-16,0 0-128 0,0 0 0 0,35 26 0 16,-35-26 0-16,0 0 0 0,0 0 128 0,42 22-128 15,-42-22 0-15,0 0 0 0,0 0 0 0,0 0 0 16,30 33 0-16,-30-33 0 0,0 0 128 0,0 0-128 0,-3 33 0 15,-3-24 0-15,-1 1 0 0,-3 0 0 16,-1-1 0-16,-1 0 0 0,-1 2 192 0,-1-3-64 16,-2 1 0-16,2-1-128 0,-1-4 352 0,1 1-32 0,-1-2-16 15,1-3 0-15,3-2-304 0,0 1 0 0,1-4 128 0,0-1-128 32,2-2-592-32,1-3-176 0</inkml:trace>
  <inkml:trace contextRef="#ctx0" brushRef="#br0" timeOffset="25642.14">14400 4042 19343 0,'0'-3'848'0,"0"1"192"16,1-1-832-16,0 1-208 0,0 2 0 0,0-1 0 15,1 0 2384-15,1 1 432 0,3-4 96 0,2-1 16 0,4 0-480 0,3-3-80 16,2 0-32-16,0 1 0 0,2-1-1504 0,-1 1-320 16,0-1-48-16,1 2-16 15,-2 3-320-15,0-2-128 0,-1 5 0 0,-2 0 0 16,-14 0 0-16,0 0-128 0,0 0-16 0,39 17-11632 15,-39-17-2336-15</inkml:trace>
  <inkml:trace contextRef="#ctx0" brushRef="#br0" timeOffset="25852.04">14637 4277 6447 0,'-1'4'576'0,"1"-3"-576"0,1 1 0 0,0 0 0 0,0-1 4848 16,0 0 848 0,0 1 192-16,1-1 16 0,-2-1-2560 0,0 0-512 0,0 0-96 0,0 0-32 0,0 0-1936 0,26 35-384 15,-26-35-64 1,0 0-32-16,0 0-288 0,0 0 0 0,0 0-176 0,0 0 176 31,0 0-1216-31,0 0-144 0,0 0-32 0,0 0-14192 0</inkml:trace>
  <inkml:trace contextRef="#ctx0" brushRef="#br0" timeOffset="26241.1">14879 4118 5519 0,'2'-3'496'16,"0"1"-496"-16,-1 0 0 0,0 1 0 0,0 1 976 0,-1 0 112 15,2-2 0-15,1 1 16 0,1-2 1136 0,2 0 208 16,0 0 48-16,1 1 16 0,-1 0-240 0,1 0-48 16,1 2-16-16,0 0 0 0,1 0-608 0,0 0-112 15,1 0-16-15,0 0-16 0,0 0-368 0,0 2-64 16,0-2 0-16,-1 2-16 0,0 0-592 0,-2-1-112 16,0 3-32-16,-2-1 0 0,-1 1-272 0,-1 1 0 15,-3 0 0-15,-2 2 0 0,-2 0 0 0,-2 3 0 16,-3-1 0-16,1 0-144 0,-1 1-112 0,-2 2 0 15,-3 1-16-15,-2 2 0 16,-2-1-128-16,1 3-32 0,0-2 0 0,2-1 0 0,3-2 80 0,3-1 16 0,2-1 0 0,4-2 0 16,2-2 336-16,2 0 0 0,-1-6 0 0,0 0 0 15,0 0 0-15,0 0 0 16,33 8 0-16,-21-10 128 0,2-1 256 0,0-1 32 0,0-3 16 16,0 2 0-16,0 0-240 0,1-2-32 0,0 0-16 0,0 1 0 15,-2 0-144-15,-1-1-144 0,0 2 144 0,1-3-15408 16</inkml:trace>
  <inkml:trace contextRef="#ctx0" brushRef="#br0" timeOffset="26761.44">15297 4064 20271 0,'8'-12'896'0,"-3"4"192"0,0 1-880 15,0 1-208-15,-1 0 0 0,-2 2 0 16,2 1 1552-16,2-6 272 0,3-1 48 0,2-2 16 0,-1 1-272 0,-1 3-48 15,-4 1-16-15,-1 5 0 0,-3 4-608 0,-3 3-128 16,-2 2-32-16,-1 5 0 0,-2 0-160 0,-1 4-48 0,0-1 0 0,-1 0 0 16,2 2-256-16,0-2-48 0,3-3-16 15,0 0 0-15,4-12-256 0,0 0 160 16,0 0-160-16,0 0 128 0,11 43-128 0,-11-43 0 16,0 0 0-16,0 0 0 0,0 0 0 0,35 25 0 15,-29-21 128-15,-6-4-128 0,0 0 0 0,0 0 0 16,0 0 0-16,40 37 128 0,-40-37-128 0,0 0 0 0,0 0 0 15,24 44 0-15,-24-44 0 0,0 0 0 0,2 35 0 0,-6-24 0 16,-2-2 0-16,0 0 0 16,-1 0 0-16,-3 0 0 0,-2-2 0 0,0 2 0 0,-1-2 0 0,-3-2 0 15,-1 0 0-15,-3-1 0 0,1 1 0 0,-1-5 0 16,3 2 0-16,-1-2 0 0,1-2 0 0,2 0 0 16,1-3 0-16,1-2 0 0,3-1 0 0,2-3 0 15,4 1 0-15,3-4 0 0,2 2 0 0,2 0 0 0,3 1 0 16,1-1 0-16,2 0 0 0,2-2 128 0,3 2 0 0,0-2-128 15,5-1 192-15,-1-1-64 0,-5 4-128 0,3 0 0 16,4-5 0-16,1 1 0 0,1-3 0 0,0 0 0 16,0 0 0-16,-1-2 0 0,0 1 0 0,-4-1 128 15,-3 1-128-15,-3-2 0 0,-4 1 0 0,-4 1 0 16,-3 4 128-16,-3 2-128 0,-4 4 0 16,-2 0 0-16,-4 3 0 0,-3 2 0 0,-1 3 0 15,-4 2 0-15,1 3 0 0,-1 4 0 0,2-2-128 16,2 4-128-16,2 1 0 0,3-1-16 15,4 0-1008-15,2 1-192 0</inkml:trace>
  <inkml:trace contextRef="#ctx0" brushRef="#br0" timeOffset="26984.92">15539 4124 24879 0,'-2'0'1088'0,"2"0"256"0,0 0-1088 0,1 0-256 0,0 0 0 0,0 0 0 16,1-2 992-16,2 1 144 0,4 0 16 0,3-4 16 16,4 0-464-16,1-2-112 0,3-1-16 0,0 2 0 15,2-1-192-15,-2 2-32 0,0 0-16 0,-2 3 0 16,-1 1-96-16,-2 0-32 0,-3 1 0 0,-2 0-9920 31,-2 2-1984-31</inkml:trace>
  <inkml:trace contextRef="#ctx0" brushRef="#br0" timeOffset="27527.23">16134 3993 11055 0,'0'1'976'0,"0"-1"-784"16,1 0-192-16,-1 0 0 0,1 2 3184 0,0-2 592 15,1 0 112-15,2 0 16 0,2 0-704 0,2 0-128 0,3-2-48 0,0 0 0 16,1-3-2128-16,0-2-416 16,0-2-96-16,1 0 0 0,-1-1-384 0,0-2 144 0,-1-2-144 0,-3 2 0 15,-2 1 288-15,-2-1-48 16,-1-1-16-16,-3 3 0 0,-2-1-224 0,-2 1 0 15,-2 1 0-15,-1-1 0 0,-1 3 0 0,-3 2 0 16,0 2 0-16,-2 2 0 0,0 1 0 0,-1 4 0 0,1 1 144 16,0 2-144-16,0 3 192 0,0 0-32 15,1 4-16-15,1 0 0 0,1 2-144 0,2 1 0 0,1 0 144 16,4-2-144-16,3-15 128 0,0 0-128 0,0 39 128 0,0-39-128 16,0 0 0-16,0 0 0 0,0 0 0 0,36 31 128 0,-25-29-128 0,0-1 0 15,2-1 0-15,-1-1 0 16,0 1 0-16,0-2 0 0,0 0 0 0,-2 1 0 15,1-1 0-15,-2 2 0 0,-1 2 0 0,-1-1 0 0,-3 3 0 16,-1 1 0-16,-2-2 0 0,-2 4 0 0,-2 2 0 16,-1-2 0-16,-3 5 0 0,0 0 0 15,-3 0 0-15,-2 3 0 0,-1 1 0 0,-1 3 0 16,1-3 0-16,-1 1 0 0,0 2 128 0,0-1-128 16,0 2 368-16,2-2 0 0,2-1 0 0,0 0 0 0,4-3-224 15,0-1-144-15,2 0 192 0,1 0-192 0,1-2 0 16,1-2 0-16,1-2 0 0,0-1 0 0,1 0 0 15,0-3-272-15,1 1 48 0,1-3-17936 16</inkml:trace>
  <inkml:trace contextRef="#ctx0" brushRef="#br0" timeOffset="31135.5">16373 3996 12895 0,'4'-3'1152'0,"0"0"-928"0,-1 1-224 0,-1 1 0 15,0-1 1168-15,2 0 192 0,3-1 48 0,4-4 0 16,3 0 752-16,3-3 144 0,1 3 48 0,-3 2 0 16,-1 1-368-16,-1 1-64 0,-2 1 0 0,-2 2-16 15,-1 2-368-15,-8-2-80 0,0 0-16 0,0 0 0 16,0 0-864-16,0 0-160 0,0 0-32 0,15 43-16 16,-15-43-368-16,0 0 128 0,-8 25-128 0,3-17 0 0,1-1 0 0,-2 1 0 15,0-2 0-15,-1 2 0 0,0-3 0 0,-3 4 0 16,-1-4 0-16,-2 4 0 15,-2 1 0-15,-2 2 0 0,-2 0 0 0,1 2-128 0,2 0-144 0,2-2-32 16,4 0 0-16,0-1 0 0,5-3 304 16,0 1 0-16,5-9 0 0,0 0 0 0,0 0 160 0,0 0-160 0,0 0 160 15,0 0-160-15,38 17 288 0,-24-21-32 0,2-1-16 0,1-1 0 16,1-1-96-16,2-2-16 16,0-1 0-16,-1 1 0 0,-2 2-128 0,-2-1 0 15,-2 4 0-15,-2 0 0 0,-2 3 0 0,-3-2 0 16,-1 3 0-16,-3 1 0 15,-1 1-816-15,-1 1-80 0,-2-1-32 0,-1 2-16032 0</inkml:trace>
  <inkml:trace contextRef="#ctx0" brushRef="#br0" timeOffset="31344.96">16651 4086 27647 0,'1'0'1216'0,"-1"0"256"0,1 0-1168 0,0 1-304 15,-1-1 0-15,1 2 0 0,0-2 2432 0,0 3 416 16,2-1 96-16,-3-2 0 0,0 0-1472 0,0 0-288 16,0 0-64-16,0 0-16 0,31 26-784 0,-31-26-144 15,0 0-48-15,0 0 0 0,0 0-128 0,33 17 0 16,-33-17 0-16,0 0 0 0,0 0 0 0,29 9 0 16,-24-9 0-16,1 0-18960 0</inkml:trace>
  <inkml:trace contextRef="#ctx0" brushRef="#br0" timeOffset="31732.47">17088 3798 23039 0,'0'0'2048'0,"0"0"-1648"0,0 0-400 0,-1 0 0 16,0 2 960-16,-1-1 128 0,-1 0 0 0,-2 4 16 15,-3 0 208-15,-2 2 32 0,-4 4 16 0,-2 2 0 16,0 3-640-16,-1 3-128 0,-1 3-16 16,2 1-16-16,-1 3 272 0,2 0 48 0,1-2 16 0,3-1 0 15,1 1 0-15,1-2 0 0,9-22 0 16,-10 40 0-16,10-40-592 0,0 0-112 0,0 43-32 0,0-43 0 16,0 0-160-16,0 0 0 0,0 0 0 0,29 33 0 15,-20-32 0-15,1-2 0 0,2-4 0 0,-2 0 0 0,1-1 0 0,0-2 0 16,0-1 0-16,-1-1 0 0,0-1-240 0,-4-1 80 15,-2 0 16-15,-2 0 0 0,-3 0 144 0,-2 0 0 16,-4 5-144-16,0 0 144 0,-2 2 0 16,-3 1 0-16,0 3 0 0,-2 1 0 0,1 3-128 0,3 0 128 0,1 1 0 0,1-2 0 15,0 3-192-15,-1 0 48 16,3 2 0-16,0-2-11616 16,2-1-2320-16</inkml:trace>
  <inkml:trace contextRef="#ctx0" brushRef="#br0" timeOffset="32013.87">17303 3895 19343 0,'4'-4'848'0,"-2"1"192"0,0 0-832 0,-1 1-208 15,0 2 0-15,-1-2 0 0,-1 2 1808 0,0 0 320 16,-1 2 64-16,-1-2 16 0,-3 5-1168 0,-2-1-224 15,-4 6-48-15,0 2-16 0,-1 2-496 0,-3 3-80 16,0 2-32-16,0 2 0 0,1-1 400 0,2 0 80 0,1 1 16 0,3-4 0 16,9-17 304-16,-9 31 64 0,9-31 16 0,0 0 0 15,0 0-592-15,11 39-112 0,-11-39-32 0,0 0 0 16,0 0-288-16,39 16 0 0,-26-14 0 0,1-2 0 16,1-3 0-16,0 1 0 0,3 0 128 0,0-3-128 15,-1 2 0-15,1-1 0 0,-1 0 0 0,-2 0 0 16,-1 0 0-16,0-1-176 0,-1 0 0 0,-3-1 0 15,0 0-1872-15,-4 2-368 16</inkml:trace>
  <inkml:trace contextRef="#ctx0" brushRef="#br0" timeOffset="32187.12">17385 3932 13471 0,'-2'-6'288'0,"2"3"64"0,-1 1 16 0,0 2 16 0,1 0-384 0,-1 0 0 15,0 3 0-15,-1 1 0 16,2-4 4288-16,-8 21 784 0,-1-4 160 0,-3 0 16 0,-2 5-2800 0,-1 1-560 15,-4 5-112-15,-1-2-32 16,2 2-1248-16,-1 1-256 0,2-1-48 0,2-3-16 16,5-2-176-16,0-3 0 0,10-20 0 0,-9 39-17488 0</inkml:trace>
  <inkml:trace contextRef="#ctx0" brushRef="#br0" timeOffset="33937.19">13670 4836 5519 0,'-9'0'496'0,"1"0"-496"0,2-2 0 0,1 2 0 15,2 0 432-15,1 0-16 0,-1 0 0 0,-3 0 0 16,-2 2 176-16,-3-2 48 0,-1 0 0 0,0 2 0 0,2 0 240 16,0-1 48-16,3 1 16 0,0 1 0 15,4-1 80-15,0-2 32 0,0 2 0 0,2-2 0 0,1 2 512 16,1-2 96-16,1 0 32 0,2 0 0 0,0 0-512 0,1 0-96 15,2-2-32-15,2 0 0 0,2 0-160 0,1 0-48 16,3-1 0-16,2 0 0 16,1 1-288-16,1-3-64 0,2 3-16 0,1-3 0 0,0 3 224 15,-1-1 64-15,-2-1 0 0,3 3 0 0,0-1-96 16,1 2-16-16,0 0 0 0,1 0 0 0,1 2-208 16,2-1-32-16,3 3-16 0,0-3 0 0,1 1-208 0,2 0-64 15,-1-2 0-15,0 0 0 0,-3 0 48 0,6 0 0 0,4 0 0 16,6 0 0-16,4 0-32 0,3 0 0 0,3 0 0 0,-1-2 0 15,-3-3-16-15,5 0-128 0,5 1 192 16,4-1-64-16,5 0-128 0,-1-4 0 16,-1 2 0-16,4-3 0 0,5 3 128 0,4-3-128 15,1 1 0-15,-2 0 128 0,0 1-128 0,2-1 160 0,2 2-160 16,-1 0 160-16,-8 2-32 0,6-2-128 16,8-1 192-16,0 4-64 0,0-3-128 0,1 2 0 15,0 0 0-15,-1 0 0 0,-1 1 0 0,3-1 0 0,6-2 0 16,1-2 0-16,-5 4 0 0,5-3 0 0,4 2 128 15,-3-2-128-15,-10 1 0 0,6 0 0 0,8-2 0 0,-3 0 0 0,-11 1 0 0,-2 3 0 16,2-2 0-16,-7 0 0 16,-8 1 0-16,-3 1 0 0,-5 0-160 0,-3 2-11904 15,-1 2-2384-15</inkml:trace>
  <inkml:trace contextRef="#ctx0" brushRef="#br0" timeOffset="34704.56">13855 5175 14735 0,'-1'-3'1312'0,"1"1"-1056"16,1 2-256-16,0-1 0 0,0 0 1792 16,1 1 320-16,1-4 48 0,3 1 16 0,2-2-288 0,2 0-48 15,2-2-16-15,2 5 0 0,1-3-736 0,2 2-160 16,1 3-32-16,-18 0 0 0,41 0-192 0,-18 0-32 15,1 1-16-15,1 1 0 0,2-2-48 0,1 0-16 0,3 1 0 0,1-1 0 16,2 0-32-16,3 2-16 0,4-2 0 0,5 2 0 16,2-2-208-16,4-2-32 0,3 0-16 0,2-2 0 15,2 2-96-15,6-2 0 0,7 1-16 0,3-2 0 16,0-2-176-16,2-2 160 0,4 0-160 16,3-1 160-16,1-1-160 0,1 1 0 15,3-2 144-15,-2 0-144 0,-4 2 128 0,7-4-128 0,4 2 160 0,3 1-160 16,-4 1 176-16,4 1-176 0,-1-1 192 0,2 3-192 15,0 0 128-15,-2 2-128 0,1-1 0 0,-7 3 0 16,-12-2 0-16,7 3 0 0,2 1 0 0,-3-1 0 16,-5 2 0-16,-7 0 0 0,-7 0 0 0,-7 0 0 15,-6 2-448 1,-6-4-80-16,-5 2-32 0,-4-1-17360 0</inkml:trace>
  <inkml:trace contextRef="#ctx0" brushRef="#br0" timeOffset="35568.92">13849 5189 6447 0,'4'-2'576'0,"-1"0"-576"0,-1 1 0 0,0-1 0 15,0 2 1616-15,-1 0 224 0,0 0 32 0,1-1 16 0,1 0 736 16,0-1 128-16,1 1 48 0,0-1 0 16,-2 4-1504-16,0-2-288 0,0 1-64 0,-1 1-16 15,-1 0-736-15,1 0-192 0,-1 1 0 0,0 0 0 16,0-1 320-16,-1 1 16 0,1-2 16 0,-1 1 0 16,-1 1 784-16,1-3 144 0,0 1 48 0,1 1 0 15,-1-2 16-15,-1 0 0 0,1 0 0 0,0 0 0 0,-1 2-448 0,0-2-96 0,1 1-16 0,-1 0 0 16,1 2-464-16,-1 1-112 15,1-1-16-15,-2 2 0 0,1 2-192 0,0-1 0 16,-1 4 0-16,1 2 0 0,-2 2 128 0,0 5-128 16,4-19 0-16,-8 47 0 0,3-20 0 0,-1 6 0 15,0 0 0-15,-1 5 0 0,-2 0 0 0,1-2 0 0,0 2 0 0,-1 1 0 16,1 2 0-16,0 0 0 0,-1 3 0 0,2 0 0 0,0-2 0 0,2-4 0 31,1-5 0-31,1-5 0 0,3-28 0 0,-6 45 0 0,6-45 0 0,-5 34 0 0,5-34 0 0,-3 24 0 16,3-24 0-16,-6 21 0 0,3-13 0 0,0-2 0 15,1 1 0-15,-1-5 0 0,-1 0 0 16,1-2 0-16,1 1 0 0,-2-2 0 0,0-1 0 0,0-2 0 16,1-1 0-16,-1-2 0 0,0 0 0 0,2-2 0 15,-2-1 0-15,0-6 0 0,2 1 0 0,0-3 128 16,-1-2-128-16,-1-1 0 0,1-2 0 0,0 1 0 0,-2 1 0 0,0 1 0 16,0 1 0-16,0 2 0 15,0 6 0-15,1 5 0 0,-1 2 0 0,-1 4 0 16,-2 4 0-16,-2 2 0 0,-1 5 0 0,-1 1 0 0,0 0 0 0,0 2 0 31,1 1 0-31,-1 0 0 0,0 3 0 0,-1-1 0 0,0 2-368 0,2-1-16 0,1-3 0 0,2 1 0 16,0-3-1088-1,3-2-208-15</inkml:trace>
  <inkml:trace contextRef="#ctx0" brushRef="#br0" timeOffset="36789.36">14441 5362 12895 0,'2'-2'1152'0,"-1"0"-928"0,0 2-224 0,-1 0 0 15,0 0 1632-15,0-2 288 0,1 1 48 0,0-1 16 16,0 0 464-16,0-1 112 0,-1 2 0 0,0 0 16 16,-2 1-1232-16,0 0-256 15,0 0-64-15,-2 1 0 0,1 2-448 0,-2 0-80 0,0-1-32 0,-2 3 0 16,0 0-16-16,-1 2 0 0,-3 0 0 0,-2 3 0 16,0 3-112-16,-2 0-16 0,-2 6-16 0,0-1 0 0,1 4-160 0,1-5-16 15,1 1-128-15,0 0 192 0,2 0-64 16,1 1 0-16,1-2-128 0,2-1 192 0,3-2 0 15,1-2-16-15,4-12 0 0,0 0 0 16,0 0-176-16,0 0 0 0,0 0 0 0,0 0 0 16,30 31 0-16,-17-36 0 0,2-2 128 0,1 0-128 15,1-2 0-15,-1-1 0 0,-1 3 0 0,-1-3 128 16,-2 3-336-16,-1 0-80 0,-2 0-16 0,-3 0 0 16,-2 2 96-16,-3 1 16 0,-2 1 0 0,-2 1 0 0,-2 1 192 15,-4 1 0-15,0 0 0 0,-2 1 0 16,0 1 0-16,0-1 0 0,-2 3 0 0,0-2 0 0,2 0 0 0,0 1 0 15,2-1 128-15,2-1-128 0,1 1 0 0,1-2 0 0,3 0 0 0,0-2 0 32,2 1-592-32,2-3-176 0</inkml:trace>
  <inkml:trace contextRef="#ctx0" brushRef="#br0" timeOffset="36993.35">14466 5556 14735 0,'2'-4'1312'0,"-1"2"-1056"0,0 0-256 0,0 1 0 16,0 1 3264-16,-1 0 608 0,0 0 112 0,0 0 32 16,2 0-1008-16,0 0-208 0,0 1-48 0,0 3 0 15,-2-4-1936-15,0 0-400 0,0 0-80 16,0 0-16-16,0 0-192 0,0 0-128 0,15 42 128 16,-15-42-128-16,0 0 0 0,0 0 0 0,0 0 0 15,0 0-17952-15</inkml:trace>
  <inkml:trace contextRef="#ctx0" brushRef="#br0" timeOffset="37277.62">14781 5362 21183 0,'-1'2'1888'16,"0"-2"-1504"-16,0 0-384 0,0 1 0 0,0 1 2640 0,0-1 464 15,-2 3 96-15,-2-2 0 0,-1 5-1120 0,-2 0-224 16,-2 4-64-16,2 0 0 0,-1 1-1376 0,1 0-288 15,0 2-128-15,-2 0 128 0,2 0-128 0,0 0 0 16,-1 1 0-16,2-1 0 0,0 0 0 0,2-2 0 16,5-12 0-16,-7 23 0 0,7-23 0 0,0 0 0 15,0 0 0-15,0 0 0 0,12 36 128 0,-12-36-128 16,0 0 0-16,30 10 128 0,-30-10 16 0,28 0 0 16,-28 0 0-16,34 0 0 0,-15-2-144 0,-2 1 0 15,1-1 144-15,-2-1-144 0,-1 1 0 0,0 0 0 16,-2 0 0-16,-1-1 0 0,-2 0-176 0,-1 1-48 15,-2 0-16-15,-1-2-11552 0,-1 3-2320 16</inkml:trace>
  <inkml:trace contextRef="#ctx0" brushRef="#br0" timeOffset="37452.6">14889 5434 17503 0,'-1'-3'1552'0,"1"3"-1232"0,0 0-320 0,-1 0 0 16,1 1 2592-16,-1 1 464 0,-1 0 80 0,-1 3 32 0,-1 4-448 0,-3 3-96 15,-1 2 0-15,-1 3-16 0,-3 3-1936 16,0 0-384-16,-1 1-80 0,-1 1-16 0,1-3-64 16,0 0 0-16,0-1-128 0,4-3 192 0,2-4-64 0,1 1 0 15,2-2-128-15,4-10 192 16,0 0-560-16,0 0-112 0</inkml:trace>
  <inkml:trace contextRef="#ctx0" brushRef="#br0" timeOffset="37769.32">15032 5356 22111 0,'0'2'1968'0,"0"-2"-1584"16,1 2-384-16,0-2 0 0,1 1 1328 0,0 0 176 16,1-1 32-16,-3 0 16 0,0 0-272 0,0 0-64 0,37 8-16 0,-37-8 0 15,29-5-544-15,-13 2-96 0,1-1-32 0,0-1 0 16,-1 0 608-16,0 0 112 0,-1 1 32 0,-1 1 0 15,-1-1-576-15,-2 1-128 0,0 1 0 0,-1 0-16 16,-10 2-336-16,15-1-64 0,-15 1-16 0,0 0 0 16,0 0 0-16,0 0 0 0,0 0 0 0,0 0 0 0,0 0 0 0,0 0 0 15,0 0 0-15,13 41 0 0,-13-41-144 0,-6 24 160 16,6-24-160-16,-10 31 160 16,4-13-160-16,-1 1 0 0,0 2 0 15,0 1 0-15,-1-3 0 0,-1 2 0 0,-1 3 0 0,0 0 0 16,0-3 0-16,-1 2 0 0,-1 3 0 0,1-1 0 15,0-2 0-15,2-1 0 0,3-6 0 0,6-16-18880 0</inkml:trace>
  <inkml:trace contextRef="#ctx0" brushRef="#br0" timeOffset="38007.61">15019 5547 25103 0,'-5'5'544'0,"1"-3"112"0,1 0 32 0,2 1 32 16,1-2-576-16,0 1-144 0,0-2 0 0,0 2 0 0,2 0 2560 0,1 1 496 0,-3-3 80 0,0 0 32 16,0 0-2272-16,30 7-448 0,-17-7-80 0,3-3-32 15,2-1 80-15,2 1 16 0,6-1 0 0,1-4 0 16,1 1 0-16,2-2 0 0,1-1 0 0,1 3 0 0,-1-2-304 0,-1 1-128 16,0-1 0-16,-1 3 128 15,-1 0-352-15,-1-1-80 16,-1 2-16-16,-4 0-17584 0</inkml:trace>
  <inkml:trace contextRef="#ctx0" brushRef="#br0" timeOffset="38411.87">13874 6026 5519 0,'5'-2'496'0,"-2"-3"-496"0,1 2 0 0,-1 1 0 16,-1 1 2848-16,-1 0 480 0,1 1 80 0,0-2 32 15,4-1 352-15,0-1 80 0,4 0 16 0,1 0 0 0,1 2-1744 0,3-1-352 16,1 1-64-16,4 1 0 0,0 0-784 0,0-1-160 16,-3-1-16-16,6 1-16 0,4-1-352 0,8-1-64 15,3-1-16-15,4-1 0 0,7 1-96 0,3-1-32 16,3-1 0-16,4-1 0 0,-1-3-16 0,5-1-16 16,4 1 0-16,4 1 0 0,5-1-32 0,0-2-128 15,-4 0 192-15,3-2-64 0,1 0-128 0,0 1 0 16,-1-1 0-16,-7 2 0 0,-4 1 0 0,-5 0 0 15,-2 1 0-15,-5 3 0 0,-7 0 0 0,-9 3 0 16,-9 4 0-16,-27 1-12976 16,30 1-2496-16</inkml:trace>
  <inkml:trace contextRef="#ctx0" brushRef="#br0" timeOffset="39387.32">14504 6171 13823 0,'0'-3'1216'0,"1"3"-960"15,-1-2-256-15,1 2 0 0,-1 0 2560 0,0 0 448 0,0 0 112 0,0-2 16 16,1 2 480-16,-1-2 96 0,-1 2 32 0,-1 2 0 16,-1 2-2336-16,0 2-448 0,-1 2-112 0,-1 2-16 15,-1 2-496-15,1 2-96 0,-2 1-32 0,0 1 0 16,0-2-80-16,-2 1 0 0,3-1-128 0,-1 0 192 16,2-1-192-16,0 0 128 0,1-3-128 0,4-10 0 15,-4 16 0-15,2-9 0 0,2-7 0 0,0 0 0 16,0 0-384-16,0 0-64 0</inkml:trace>
  <inkml:trace contextRef="#ctx0" brushRef="#br0" timeOffset="39680.41">14718 6171 13823 0,'5'-3'1216'0,"-3"3"-960"15,0 0-256-15,-2 0 0 0,0 0 2624 0,0 0 464 16,1 0 112-16,1 0 0 0,-2 0-592 0,0 0-128 15,0 0-32-15,0 0 0 0,-3 26-1392 0,0-16-288 16,-2 2-48-16,0 0-16 0,5-12-384 0,-7 24-64 0,7-24-32 0,0 0 0 16,1 32 32-16,-1-32 16 15,0 0 0-15,0 0 0 0,37 23-272 0,-37-23 0 16,36-1 0-16,-15-4 0 0,1-2 0 0,1-3 0 16,2-1 0-16,-2-4 0 0,0 1 0 0,-1-2 0 0,-2 0 0 0,-4 1 0 15,-2 0 0-15,-4-1 160 0,-3 3-160 16,-4 0 128-16,-3 1-128 0,-4 2 0 0,-3 1 0 0,-5 0 128 15,-5 4-288-15,-3 0-64 0,0 4-16 0,-3 2 0 16,-4 4-432 0,-1 1-96-16,-3 3 0 0,0 2-16 0,2 1-496 0,3 2-80 15,3 0-32-15,3-1-12864 0</inkml:trace>
  <inkml:trace contextRef="#ctx0" brushRef="#br0" timeOffset="40120.32">15798 5778 14735 0,'-2'2'1312'0,"0"0"-1056"0,1-2-256 0,0 0 0 16,1 0 2288-16,0 0 400 0,1 1 64 0,1-1 32 0,-2 0-752 0,0 0-160 16,0 0-16-16,27 0-16 0,-27 0-336 0,27-5-64 15,-10 2-16-15,3-2 0 16,-1 3-448-16,2-3-80 0,-1 0-32 0,0 1 0 0,-1 1-544 0,-1-2-128 16,-2 3 0-16,-2-2-16 0,0 1-320 0,-2 0-64 0,-1 1-16 0,-2 0-17440 31</inkml:trace>
  <inkml:trace contextRef="#ctx0" brushRef="#br0" timeOffset="40290.87">16011 5524 30399 0,'-2'0'1344'0,"1"2"288"0,0-1-1312 0,-1 2-320 16,0 2 0-16,1 0 0 0,-1 3 1376 0,-3 4 208 15,0 9 32-15,-5 10 16 0,0 6-928 0,-2 6-192 16,0 2-48-16,1 0 0 0,2-5-464 0,4-4 0 16,3-6 0-16,2-30-11152 15,4 46-2336-15</inkml:trace>
  <inkml:trace contextRef="#ctx0" brushRef="#br0" timeOffset="41536.35">16615 5300 8287 0,'-3'-3'736'0,"2"2"-592"16,0 1-144-16,0-2 0 0,0 2 1424 0,0 0 256 0,0 0 48 0,0-2 16 16,0 2 1008-16,-1-1 192 0,-1 1 32 0,0 0 16 15,0 0-1072-15,1 1-192 0,1 1-64 0,-1 0 0 16,0-2-528-16,1 1-112 0,1 0-32 0,0-1 0 16,1 2-224-16,1-2-64 0,1-2 0 0,3 1 0 15,0 0-48-15,2-3-16 0,1 1 0 0,0 0 0 0,3-1-256 0,0 1-64 16,2-1-16-16,-1 1 0 0,1 3-304 15,-2-1 0-15,-12 1 128 0,0 0-128 16,31 6 0-16,-31-6 0 0,0 0 0 0,0 0 0 0,0 0 0 0,0 0 0 16,11 40 0-16,-17-31 0 0,-4 1 0 15,-2 0 0-15,-2 2 0 0,-2-2-144 0,-3 3-160 0,-1-1-16 16,-2 0-16-16,-1 0 0 16,3 0-288-16,0-1-48 0,3-1-16 0,1-2 0 15,3-2 144-15,5-1 32 0,1-3 0 0,3-1 0 0,4 1 512 0,0-4 0 16,2 1 0-16,3-1 0 0,2-1 0 0,3 1 0 15,2 0 0-15,0-3 0 0,1 3 0 0,1-1 128 0,0 1-128 0,-14 2 0 16,29 0 144-16,-29 0-16 0,32 5 0 0,-32-5 0 16,0 0-128-16,37 11 192 0,-37-11-192 15,0 0 192-15,0 0-192 0,0 0 0 0,0 0 144 0,17 41-144 16,-20-34 0-16,-3 0 128 16,-2 2-128-16,-2-1 0 0,0-3 144 0,-2 4-144 0,-1-2 192 15,-1 2-192-15,-2-1 160 0,0-1-160 0,-2 2 128 0,2-1-128 16,0 1 0-16,0-2 128 0,2 0-128 0,3 0 0 0,2 0-160 0,1-3-112 31,4 0-32-31,0 0-15952 0</inkml:trace>
  <inkml:trace contextRef="#ctx0" brushRef="#br0" timeOffset="41737.03">16746 5510 23039 0,'1'0'2048'0,"-1"0"-1648"0,1 0-400 0,0 0 0 16,-1 0 3152-16,1 0 560 0,1 2 96 0,1-2 32 16,-3 0-2112-16,0 0-432 0,0 0-80 0,0 0 0 0,32 12-960 0,-32-12-256 15,0 0 0-15,0 0 0 16,0 0 0-16,35 11 0 0,-35-11 0 0,0 0 0 0,0 0 0 0,0 0 0 16,0 0 0-16,34 10-18352 15</inkml:trace>
  <inkml:trace contextRef="#ctx0" brushRef="#br0" timeOffset="41952.97">17068 5287 29487 0,'-4'2'1296'0,"3"0"288"0,0-2-1264 0,0 1-320 0,0-1 0 15,1 2 0-15,-1-2 1408 0,0 3 240 16,-1 0 32-16,0 2 16 0,2-5-864 0,0 0-192 0,0 0-16 0,-8 29-16 15,8-29-32-15,0 0 0 16,-9 30 0-16,9-30 0 0,-9 25-192 0,9-25-32 16,-12 30-16-16,12-30 0 0,-11 29-208 0,11-29-128 15,-9 24 128-15,9-24-128 16,0 0-272-16,0 0-128 0</inkml:trace>
  <inkml:trace contextRef="#ctx0" brushRef="#br0" timeOffset="42217.32">17264 5218 26719 0,'-1'0'1184'0,"0"0"240"0,0 1-1136 0,0 0-288 0,0-1 0 0,-1 2 0 16,0 3 1936-16,-1 0 336 0,-2 3 64 0,-4 5 16 16,-2 4-1312-16,-1 2-256 0,0 1-48 0,1-2-16 0,2 1-576 15,2-1-144-15,7-18 0 0,-9 32 0 0,9-32 0 16,0 0 160-16,0 0-160 0,10 42 160 0,-10-42 48 0,0 0 16 15,0 0 0-15,33 17 0 0,-33-17 96 0,23 3 32 16,-23-3 0-16,31-1 0 0,-14 1-144 0,1-2-16 16,-18 2-16-16,35 0 0 0,-35 0-176 0,36-3 0 15,-20 1 0-15,0 2 128 0,-2-2-128 0,-2-1 0 0,0-1 0 0,-4 1 0 32,0-1-720-32,-4-1-128 0</inkml:trace>
  <inkml:trace contextRef="#ctx0" brushRef="#br0" timeOffset="42367.53">17381 5256 9215 0,'-2'-2'816'0,"1"1"-656"15,0 1-160-15,0 0 0 0,0 1 3712 0,1 1 720 0,-1 0 144 16,0 2 32-16,1-4-880 0,-6 20-160 0,6-20-48 0,-15 35 0 16,5-13-2368-16,-2 3-464 0,1 0-112 0,-2 0 0 0,4-2-416 0,1-3-160 15,8-20 128-15,-11 33-12144 16,11-33-2432-16</inkml:trace>
  <inkml:trace contextRef="#ctx0" brushRef="#br0" timeOffset="42814.08">16241 5810 8287 0,'-3'0'368'0,"1"0"80"0,1 0-448 0,0-2 0 0,1 2 0 0,0 0 0 0,0 0 1888 16,0-1 288 0,0 0 64-16,1-1 16 0,1 1 272 0,1-1 48 0,2-1 16 0,0 0 0 0,3 0-608 0,2 0-128 15,3 0-32-15,2 1 0 0,2 0-256 0,5 0-48 16,3-1-16-16,2-1 0 16,3 3-768-16,3-2-160 0,5-1-16 0,4-1-16 15,5 1-416-15,3-3-128 16,3 2 0-16,2-2 0 0,-1 1 0 0,4 0 0 0,2-3 0 0,1-1 0 15,1 3 0-15,-3 0 0 0,-2-2 0 0,-4 1 0 16,-2 1 0-16,-3 0 0 0,-2 2 0 0,-6 1 0 16,-3 1-448-1,-7-1-80-15,-3 3-32 0,-7 1-10864 0,-20 0-2176 0</inkml:trace>
  <inkml:trace contextRef="#ctx0" brushRef="#br0" timeOffset="44117.06">16928 5950 24879 0,'3'-1'2208'0,"0"0"-1760"0,-2 1-448 0,0-2 0 0,-1 2 1968 16,1-2 304-16,2 1 64 0,1-3 16 0,0 0-432 0,0 0-96 16,-1 0-16-16,-1 1 0 0,-1 2-1104 0,-1 0-208 15,-1-1-48-15,-1 2-16 0,-1 0-176 0,-1 2-48 0,0-1 0 16,-1 0 0-16,-1 2-208 0,-1 1 176 0,1 1-176 0,-2 0 160 16,3 0-160-16,-2 1 0 0,3-2 0 0,-2 1 0 15,2-1 0-15,2 0 0 0,0 1 0 0,1-3 0 16,1 1 0-16,0 0 0 0,2 1 0 0,-1-2 0 15,2 3 0-15,0-2 0 0,-3-3 0 0,0 0 0 16,0 0 0-16,0 0 0 0,0 0 0 0,33 29 0 16,-33-29 0-16,0 0 0 15,0 0 0-15,34 27 0 0,-34-27 0 0,0 0 0 0,0 0 0 0,35 36 0 0,-35-36 0 16,0 0 0-16,0 0 0 0,0 0 0 16,26 38 0-16,-26-38 0 0,0 0 0 0,0 0 0 15,0 0 0-15,-6 35 0 0,0-30 0 0,-2 3 0 16,-2 0 0-16,-1 0 0 0,0-1 0 0,-2 0 0 15,-1-3 0-15,-1 2 0 0,1-3 0 0,-1 0 0 0,0 0-144 16,2-1 144-16,1-2-192 0,1-2 192 0,1-1-208 0,2-1 64 16,1-1 16-16,1-2 0 0,1-3 128 15,2 1 0-15,1 0 0 0,1-1 0 0,1 3 0 0,1 0 0 16,0 2 0-16,1 0 0 16,0 3 0-16,-1-3 0 0,2 1 0 0,0 1 0 0,0 1 0 15,0-1 0-15,0 1 0 0,1 0 0 0,1 1 0 0,-1-2 0 16,2 0 0-16,0 0 0 15,3-4-160-15,0 2 160 0,1 0-192 0,1-3 192 0,2 0-192 0,2-2 192 16,2-1-192-16,-1 1 192 0,-2 1 0 0,2-1-128 16,-1-2 128-16,0 1 0 0,-2 1 0 15,-3 1 0-15,-2-1 0 0,-3 3 0 0,-2 1 0 16,-4 0 0-16,-3 3 0 0,-3-1 0 0,-4 2 0 0,-2 0 0 16,-3 2 0-16,-3-1 0 0,1 1 0 0,-1 0-192 0,2-2 192 0,0 2-208 31,0 0-1184-31,2 0-224 0</inkml:trace>
  <inkml:trace contextRef="#ctx0" brushRef="#br0" timeOffset="44719.31">18648 4613 6447 0,'-5'1'576'0,"2"1"-576"0,0-2 0 0,1 2 0 15,2-2 2304-15,0 0 336 0,0 0 80 0,0 0 16 16,0 2 448-16,3 0 80 0,2 3 32 0,2-2 0 0,3-2-1312 15,3-1-256-15,3 1-48 0,3-3-16 16,0 0-288-16,3 1-64 0,-2-3-16 0,0 1 0 16,1 1-592-16,-3 0-112 0,1-1-16 0,-2 0-16 0,-3 2-304 0,-1 1-64 15,-1 0-16-15,-3 1 0 0,-9-1-176 0,0 0 0 16,0 0 0-16,0 0-12288 16,0 0-2432-16</inkml:trace>
  <inkml:trace contextRef="#ctx0" brushRef="#br0" timeOffset="44936.57">18621 4875 25791 0,'0'0'2304'0,"1"0"-1856"16,0 1-448-16,0-1 0 0,1 0 1664 0,0-1 256 15,3 1 32-15,2-1 16 0,5-1 112 0,3-1 32 16,4-2 0-16,0 3 0 0,0-2-1440 0,-1 1-288 15,1 0-48-15,-1 1-16 0,2 1-192 0,-3 0-128 16,1 1 160-16,-2 0-160 0,-2 1 0 0,-3 0 0 16,-11-1-208-16,0 0-18320 0</inkml:trace>
  <inkml:trace contextRef="#ctx0" brushRef="#br0" timeOffset="45409.88">19465 4683 17503 0,'-1'0'1552'0,"0"0"-1232"16,1 1-320-16,0-1 0 16,0 0 2176-16,0-1 384 0,0 1 80 0,1 0 16 15,1 0 432-15,3 0 96 0,3 0 16 0,3 0 0 0,0-1-2016 0,2 1-400 16,2 0-80-16,-1 0 0 16,4 0-432-16,0 1-80 0,-1 0 0 0,1 1-16 0,-18-2-176 15,30 8 160-15,-30-8-160 0,0 0 160 0,35 15-160 0,-35-15 0 16,0 0 0-16,0 0 0 0,0 0 0 0,0 0 0 15,17 38 0-15,-21-30 0 0,-3 0 0 0,-1 2 0 16,-2 1 0-16,-2-1 0 0,0 1 0 0,-3 1 0 0,-2 2 0 16,-1-1 0-16,0 3 0 0,-1-2 0 15,3 0 0-15,0 1 0 0,2-1 0 0,4 0 0 16,2-2 0-16,8-12 0 0,0 0 0 0,0 0 0 0,0 0 0 0,11 40 0 16,-11-40 0-16,0 0 0 15,32 10 0-15,-17-8 0 0,2-2 0 0,0-2 0 16,3 1 0-16,-2-1 0 0,2 0 0 0,-2 0 0 15,1 1 0-15,-3-1 0 0,0-1 0 0,-1 1-192 16,-2 0 32-16,-1 0-18368 0</inkml:trace>
  <inkml:trace contextRef="#ctx0" brushRef="#br0" timeOffset="45568.47">19884 4843 24879 0,'2'-2'1088'0,"-1"2"256"0,0 0-1088 0,0 0-256 0,0 0 0 0,0 0 0 16,1 2 2368-1,0-2 432-15,-2 0 80 0,0 0 0 0,0 0-1488 0,0 0-304 0,37 19-64 0,-37-19-16 16,0 0-832-16,31 14-176 16,-31-14 0-16,0 0 0 15,30 12-320-15,-30-12-32 0,0 0 0 0,28 7-16544 0</inkml:trace>
  <inkml:trace contextRef="#ctx0" brushRef="#br0" timeOffset="45951.07">20270 4634 24879 0,'-2'-6'1088'0,"1"3"256"0,0 1-1088 0,0 1-256 15,1-1 0-15,0 2 0 0,0 0 2016 0,-1 0 352 16,1 0 64-16,0 0 0 0,0 2-1072 0,-1 1-208 16,1 2-64-16,0-5 0 0,0 0-848 0,0 0-240 15,0 0 0-15,0 0 0 0,6 44 240 0,-6-44-48 0,0 0 0 0,0 0 0 16,9 46 160-16,-9-46 32 0,0 0 0 0,0 0 0 15,14 43-112-15,-14-43-16 0,0 0 0 0,0 0 0 16,27 38-112-16,-27-38-16 0,0 0-128 0,28 25 192 16,-28-25-192-16,0 0 0 0,32 24 128 0,-32-24-128 15,0 0 0-15,32 24 176 0,-32-24-176 16,0 0 160-16,0 0-160 0,34 28 192 0,-34-28-192 0,0 0 192 16,0 0-192-16,0 0 0 0,15 38 0 0,-15-38 128 15,0 0-128-15,-13 24 0 0,4-17 144 0,-1 0-144 16,-1 3 128-16,0-5-128 0,-1 2 160 0,1-1-160 15,-1-2 0-15,0 1 0 0,0-2 0 0,-1 0 0 0,0-3 0 16,0 0 0-16,1-2 0 0,-1-1 0 0,2 1 0 16,-1-3 0-16,1-2 0 0,-1-3 0 0,2 1-288 0,0-2-48 15,-1-2-16-15,3-1-18080 16</inkml:trace>
  <inkml:trace contextRef="#ctx0" brushRef="#br0" timeOffset="46134.43">20240 4580 23039 0,'2'-7'1024'0,"0"4"192"0,0 1-960 0,1-2-256 0,0 1 0 0,0 1 0 15,0 1 2176-15,6-3 384 0,4-1 64 0,7-2 32 16,6-2-1280-16,5 2-256 0,2-1-48 16,1 1-16-16,1 2-864 0,-2-1-192 0,-1 0 0 0,-4 3 0 15,-1 0-624 1,-4 1-128-16,-1 1-16 0,-3 2-14608 0</inkml:trace>
  <inkml:trace contextRef="#ctx0" brushRef="#br0" timeOffset="46664.45">20896 4469 25791 0,'5'-3'1152'0,"-2"3"224"0,1-1-1104 0,-3 0-272 0,0 1 0 0,0 0 0 16,0 0 2128-16,0 0 368 0,2 0 80 0,-1 1 16 0,0 0-1568 0,-1 1-320 15,-2 3-64-15,-1-2-16 0,-2 3-176 0,-1 2-48 16,-3 1 0-16,-1 1 0 0,9-10-48 0,-17 23-16 0,17-23 0 0,-18 29 0 16,18-29-208-16,-16 28-128 0,16-28 160 0,0 0-160 15,-9 41 0-15,9-41 0 16,0 0 0-16,0 0 0 0,22 44 0 0,-22-44 0 15,0 0 0-15,33 32 0 0,-33-32 0 0,31 21 0 0,-31-21 0 16,33 20 0-16,-33-20 0 0,31 18 128 0,-31-18-128 0,27 20 0 16,-27-20 0-16,0 0 0 0,26 27 0 0,-26-27 0 0,0 0 0 15,0 0 0-15,0 0 0 0,-9 40 0 16,-2-32 0-16,-1-3 0 0,-1 2 0 16,-3-1 0-16,-1 0 0 0,-3 0 0 15,-1 0 0-15,0-2 0 0,1-1 0 0,-1-1 0 16,-1 0 0-16,0-2 0 0,3-2 0 0,-1 0 0 0,4-1 0 0,1-2 0 0,3 0 0 0,2-2 0 15,2 0 0-15,3-4 0 0,4 1 0 0,2-4 0 16,1 0 0-16,5-1 0 0,1-1 0 0,4-3 0 16,4 1 0-16,2-4 0 0,4 0 0 0,1-4 0 15,2 2 0-15,-1-1 0 16,-1 5 0-16,-1 2 0 0,0 0 0 0,-3 2 0 0,-1 2 128 0,-2 0-128 0,-2 2 0 0,-5 0 0 16,-3 3 192-16,-3 2-64 0,-1 1-128 0,-4 2 192 15,-2-1-192-15,-3 2 0 0,0 1 128 0,-3 1-128 16,-1 0 0-16,-1 1 0 0,-1 0 0 0,-1 0 0 31,1 1-304-31,0-1-96 0,2-1-32 0,3 1-17392 16</inkml:trace>
  <inkml:trace contextRef="#ctx0" brushRef="#br0" timeOffset="47133.41">21117 4597 23039 0,'8'-1'1024'0,"-4"-1"192"0,3 1-960 0,-3 0-256 0,0-1 0 0,-1 1 0 16,1 0 2624-16,3-2 496 0,6 0 80 15,4-3 32-15,3 1-1488 0,0 0-288 0,-2-3-64 0,1 2-16 16,-1 0-800-16,-1-2-176 0,1 0-16 0,-3-1-16 16,0 2-144-16,-2-3-32 0,-1 1 0 0,-3 0 0 15,-1 1-16-15,-4-4-16 16,-2 2 0-16,-2 1 0 0,-1 0-16 0,-4 1 0 0,-3 2 0 0,-1 1 0 0,-1 2-144 0,-1 2 0 15,-2 2 0-15,0 1 128 16,1 2-128-16,0 1 0 0,0 3 0 0,1-1 0 0,0 3 0 16,3-1 0-16,1-1-144 0,7-8 144 0,0 0 0 15,-13 28 0-15,13-28 0 0,0 0 0 0,0 0 0 16,0 0-128-16,0 0 128 0,0 0 0 0,0 0 0 16,18 35 0-16,-10-34 0 0,0-1 0 0,0 0 0 0,2-1 0 15,0-1 0-15,1 1 0 16,0-2 0-16,0 0 0 0,0 0 0 0,-1 1 0 15,1 1 0-15,-2 0 0 0,-2-1 0 0,0 0 0 0,-1 2 0 16,-1 0 0-16,0 2 0 0,-3-2 0 16,1 0 0-16,-1 2 0 0,-1 0 0 0,0 0 0 0,-1 1 0 0,0-1 0 0,0-2 0 0,0 0 0 31,0 0 0-31,0 0 0 0,-11 43 0 0,11-43 0 16,-12 38 192-16,12-38-48 0,-20 50-16 0,7-22 0 0,0 3 144 0,-2 1 32 0,-2 3 0 0,-2 0 0 15,0 1-176-15,0-1-128 16,3-2 192-16,1-2-192 0,4 0 0 0</inkml:trace>
  <inkml:trace contextRef="#ctx0" brushRef="#br0" timeOffset="49088.42">6086 7635 7359 0,'2'-4'656'0,"0"-1"-528"15,0 3-128-15,-1 0 0 0,0 0 1264 0,0 2 208 0,-1-2 64 16,2 1 0-16,0-3 1024 0,0 1 192 0,0-1 64 0,0 1 0 16,0 0-480-16,0-1-96 15,0 1 0-15,-1 1-16 0,0 2-672 0,-1-3-128 0,1 3-16 0,-1-2-16 16,1 2-576-16,0-1-112 0,-1 0-32 0,1 1 0 15,1 0-320-15,-1 0-64 16,0 0-16-16,0 1 0 0,1 0-272 0,0 1 0 16,0 1 128-16,1 0-128 0,0 1 0 0,0-1 0 0,-3-3 128 0,0 0-128 15,0 0 0-15,0 0 0 0,13 35 128 0,-13-35-128 16,0 0 0-16,5 34 160 16,-5-34-160-16,0 30 128 0,0-30-128 0,-2 38 0 0,1-22 0 0,-3 4 0 15,-1-2 0-15,0 2 0 0,-2 1 0 0,1-2 0 16,-1-3 0-16,1 3 0 0,0-2 0 0,1-1 0 15,0 1 0-15,2-5 0 0,3-12 0 0,0 0 0 16,-2 29 0-16,2-29 0 0,0 0 0 0,0 0 0 0,0 0 0 0,0 0 0 16,0 0 0-16,0 0 0 0,0 0 0 0,0 0 0 15,35 11 0-15,-26-16 0 16,1-1 0-16,0-2 128 0,1 1-128 0,1-2 0 0,0-1 128 0,0-1-128 16,1-2 0-16,1-1 128 0,0-1-128 15,1 0 0-15,1-2 0 0,0 0 0 0,-1 2 128 16,-2-2-128-16,1 2 0 0,-2-2 128 15,0 1-128-15,-1-1 160 0,-2 0-160 0,-3-3 160 0,-1 2-160 0,-3 0 128 16,-2 1-128-16,-2-2 128 16,-3 1-128-16,1 3 0 0,-1 0 0 0,1 1 0 0,-1 2 0 15,-1 0 0-15,1 1 128 0,-2 1-128 0,2 1 0 0,1-1 0 16,1-2 0-16,1 1 0 16,2 4-544-16,1-3-96 0,2 1 0 0,2 2-17024 0</inkml:trace>
  <inkml:trace contextRef="#ctx0" brushRef="#br0" timeOffset="49508.49">6625 7700 5519 0,'-5'2'240'0,"2"-2"64"0,0 1-304 0,2-1 0 0,0 0 0 0,1 0 0 0,0 0 1552 0,0 0 256 0,-1 0 48 16,0 0 16-16,1-1 1264 0,1-1 256 16,0 2 64-16,3-2 0 15,1 0-768-15,0 1-160 0,2 1-32 0,1 0 0 0,-8 0-912 0,0 0-192 16,31-2-48-16,-31 2 0 0,23-3-896 0,-23 3-192 16,26-2-48-16,-26 2 0 0,26-2-208 15,-14-2 0-15,-12 4 0 0,26-6 0 0,-26 6-160 0,21-4 32 16,-11 1 0-16,-2-1 0 15,-2 3-1600-15,-1-1-304 0</inkml:trace>
  <inkml:trace contextRef="#ctx0" brushRef="#br0" timeOffset="49692.84">6637 7818 26719 0,'0'0'1184'0,"-1"0"240"0,1 0-1136 0,0 0-288 0,0 1 0 16,0-1 0-16,1 0 1728 0,1 2 272 0,2-2 64 0,3 0 16 15,1 0-768-15,-8 0-160 0,24 0-16 0,-24 0-16 16,32-3-800-16,-15 1-176 0,3 0-16 0,-3-2-128 16,-17 4 0-16,36-6 0 0,-19 4-240 0,1-3-16816 15</inkml:trace>
  <inkml:trace contextRef="#ctx0" brushRef="#br0" timeOffset="57410.19">8027 6908 13823 0,'1'-2'1216'0,"1"-2"-960"0,-2 3-256 0,1 1 0 0,0-2 896 0,-1 1 128 16,2-1 16-16,0 0 16 0,1-3 736 0,-1 0 128 15,0 1 48-15,-1-1 0 0,1 2-736 0,-1 0-144 16,0 2-16-16,-1-1-16 16,0 0-240-16,0 1-48 0,0 1-16 0,-1-2 0 15,1 0 32-15,-2 1 16 0,1-1 0 0,-1 2 0 0,-1 0-192 16,-2 0-32-16,0 0-16 0,-3 0 0 0,-2 0-224 0,-2 2-32 15,-2-1-16-15,-1 3 0 16,-1-1-160-16,0 0-128 0,-2 0 144 0,1 2-144 0,2-2 128 0,-1 1-128 16,2 1 0-16,1-2 0 0,2 1 0 0,1 1 128 15,1-2-128-15,2 0 0 0,1 0 144 0,2 0-16 16,1-1 0-16,1 1 0 0,1-1-128 0,1-2 0 16,0 0 0-16,1 0 0 0,0 2 0 0,2-2 0 0,0 0 0 15,0 0 0-15,1 1 0 0,2 1 0 0,0-2 0 16,-6 0 0-16,0 0 128 0,0 0-128 15,34 17 0-15,-34-17 128 0,0 0-128 0,37 23 0 16,-37-23 144-16,0 0-144 0,39 31 0 0,-39-31 0 16,0 0 0-16,39 27 128 0,-39-27-128 0,0 0 0 15,0 0 0-15,36 30 128 0,-36-30-128 0,0 0 0 0,0 0 0 0,0 0 0 16,0 0 0-16,0 0 144 0,1 29-144 0,-9-23 0 0,0-1 384 0,-3 1-16 16,-1 0-16-16,-3-1 0 0,0 0-352 0,-1 2 144 15,0-3-144-15,1 1 0 0,2 0 0 0,0-1 0 16,0 1 0-16,1-2 0 0,1-1 0 15,4-2 0-15,0 0 0 0,4 0 0 0,0-2 0 0,2-3-224 16,4-1 32-16,2 0-17536 16</inkml:trace>
  <inkml:trace contextRef="#ctx0" brushRef="#br0" timeOffset="57644.24">8108 7074 19343 0,'1'-2'848'0,"0"-2"192"0,0 3-832 0,0-1-208 16,-1 1 0-16,0 1 0 0,0 0 1712 0,0 0 288 0,1-2 64 0,-1 2 16 16,1-1-416-16,-1 2-64 15,0 1-32-15,-1 2 0 0,0 2-768 0,0 2-160 0,0 0-16 0,0 2-16 16,0 1-144-16,0 0-16 16,0-1-16-16,-1 1 0 0,0-2-96 0,0 1-16 0,1-1 0 0,-1-1 0 15,2 1-160-15,0-4-32 0,1 0-128 0,0-1 192 16,0-2-192-16,0 1 0 0,1-1 0 0,0-2-11200 15,0 0-2224 1</inkml:trace>
  <inkml:trace contextRef="#ctx0" brushRef="#br0" timeOffset="59045.78">8223 6683 3679 0,'-1'0'320'0,"1"0"-320"0,-1 0 0 0,1-2 0 0,0 2 864 0,0 0 96 16,-1 0 32-16,1 0 0 15,-1 0 400-15,0-1 80 0,0 1 0 0,0 0 16 0,-1 0 208 0,1 1 32 0,0-1 16 0,-1 0 0 32,1 2-224-32,1-2-48 0,0 0-16 0,-1 0 0 0,1 0-176 15,0 2-48-15,-1-2 0 0,1 0 0 16,-1 0-208-16,1 0-32 0,0 0-16 0,0 0 0 15,0 0-352-15,0-2-80 0,-1 2-16 0,1 0 0 16,0 0-144-16,-1 0-16 0,1 0-16 0,0 0 0 16,-1 0-96-16,1 0-32 0,0-2 0 0,-1 2 0 0,1 0-32 15,-1 2 0-15,1-2 0 0,-1 0 0 0,1 0 16 0,0 0 0 16,1 0 0-16,-1 0 0 0,0 0-32 0,0 0-16 16,0-2 0-16,0 2 0 0,0 2-160 0,0-2 160 15,1-2-160-15,0 1 160 0,1 1-160 0,-1-2 128 16,2 2-128-16,-2-1 128 0,2 0-128 0,0-1 192 0,1 2-192 0,-2-3 192 15,3 3-48-15,-1-2 0 0,0 1 0 0,-1 1 0 16,2 0-16-16,-1 1-128 16,1 1 192-16,0 1-64 0,-1-1-128 0,0 0 0 0,0 3 0 0,0-2 128 15,-2 1-128-15,0-1 0 0,0 2 0 0,1-1 0 16,-2-2 0-16,-1 3 0 0,0-2 0 0,0-1 0 16,-1 0 0-16,1 0 0 0,-1-1 0 0,-1 1 0 0,1 0 0 0,-1-1 0 15,-1 1 0-15,0 0 0 0,-1 0 0 0,-1 0 0 16,-1 1 0-16,-1 2 0 0,1-3 0 0,-1 3 0 15,-2 1-128-15,0 0 128 0,1-1-272 0,1 1 16 16,0-1 0-16,0 0 0 0,2 2-64 16,1-2-16-16,0-3 0 0,1 3 0 0,2-4 336 15,0 3 0-15,1-4 0 0,0 1 0 0,1-1 0 0,0-1 0 0,2 1 0 16,0-2 0-16,2-1 160 0,-2 1 48 16,2 0 16-16,0-1 0 0,1 3 224 0,1-2 32 15,0-1 16-15,1 3 0 0,0-2-272 16,0 2-48-16,1 0-16 0,1 0 0 0,-10 0-160 15,0 0 0-15,28 3 0 0,-28-3 128 0,0 0-128 0,0 0 0 16,35 6 0-16,-35-6-12128 16,0 0-2416-16</inkml:trace>
  <inkml:trace contextRef="#ctx0" brushRef="#br0" timeOffset="59933.78">7757 7396 11967 0,'-6'-2'1072'0,"2"2"-864"0,2 0-208 15,0-1 0-15,1 0 1360 0,-2 1 240 16,0-2 32-16,-5 0 16 0,-2 1 416 0,-1-3 96 16,2 1 16-16,2 1 0 0,2-1-400 0,2 1-80 0,1 0-16 0,1 1 0 15,1-1-544-15,2 1-112 16,1 0-32-16,2-1 0 0,2 1-256 0,-7 1-48 16,0 0-16-16,36-1 0 0,-36 1-112 0,36-1-32 15,-36 1 0-15,45-5 0 0,-19 4-144 0,2-2-48 16,0 0 0-16,3-1 0 0,1 1-208 15,0-1-128-15,-2-1 160 0,1 1-160 0,-2-1 0 0,-2 0 0 16,1 3 0-16,-4-1 0 0,-1 1 0 0,-2-1 0 16,-21 3 0-16,35 0 0 0,-35 0 0 0,0 0 0 0,33 0 0 0,-33 0-12224 31,0 0-2368-31</inkml:trace>
  <inkml:trace contextRef="#ctx0" brushRef="#br0" timeOffset="60390.66">7894 7418 8287 0,'-8'2'736'0,"3"-2"-592"0,1 2-144 0,2-2 0 16,1 0 2240-16,0 0 400 0,0 0 96 0,0 0 16 15,-1 0 96-15,-1 0 32 0,1 1 0 0,1-1 0 16,0 2-896-16,-1 0-160 0,1 2-32 0,0 2-16 15,-1 1-1104-15,1 3-224 0,-2-1-32 0,2 3-16 16,-3-1-272-16,0 2-128 0,-1 3 128 0,0 2-128 16,-2 0 0-16,1 1 0 0,-1-3 0 0,2-1 0 0,0-1 0 0,2-3 0 15,1-3 0-15,1-4 0 0,1-1 0 0,0-3 0 16,0-3-160-16,2-1 160 16,-1-1-1264-16,2-2-144 0,0-3-48 0,1-2 0 15,-1 1-464-15,-1-1-80 0,2-3-32 0,-1 3 0 0,0-1 1328 0,-1 1 256 16,1-2 48-16,1 1 16 0,0 1 384 0,-1 1 0 15,2 1 0-15,0 2 176 0,-1 2 752 0,2 1 160 0,-1 3 16 0,1-2 16 16,0 3 832-16,1 1 160 16,0 0 48-16,-7 0 0 0,0 0-672 0,0 0-128 0,0 0-16 0,42 12-16 15,-42-12-816-15,0 0-144 0,0 0-48 0,0 0 0 16,38 32-320-16,-38-32 144 0,0 0-144 0,0 0 0 16,0 0 0-16,10 38 0 15,-11-29 0-15,-1 0 0 0,-2 2 0 0,0-1 0 0,-1 0 0 0,2-1 0 16,-1-2 0-16,1 0 0 0,1-2-128 0,1 0-11840 15,1-2-2352-15</inkml:trace>
  <inkml:trace contextRef="#ctx0" brushRef="#br0" timeOffset="60592.33">8095 7544 16575 0,'-2'0'736'0,"0"0"160"0,0 2-720 0,1-2-176 15,0 0 0-15,1 1 0 16,-1 0 2112-16,0 1 384 0,-1 1 64 0,0 2 32 16,-1 0-736-16,-1 4-128 0,1-2-48 0,1 2 0 15,0 1-848-15,0 0-192 0,0 2-16 0,0-1-16 0,2-11 16 16,-2 22 0-16,2-22 0 0,-3 25 0 0,3-25-368 0,0 0-80 16,2 29-16-16,-2-29-16496 0</inkml:trace>
  <inkml:trace contextRef="#ctx0" brushRef="#br0" timeOffset="61463.77">8733 7328 5519 0,'-2'1'496'0,"-1"0"-496"0,1-1 0 0,1 0 0 0,0 2 1344 0,0-2 160 16,1 0 32-16,-2 1 16 0,1 1 496 0,0 0 80 16,-1-1 32-16,1 1 0 0,0-1-176 0,2 0-48 15,1-1 0-15,0 0 0 0,3-1-16 0,2 0 0 16,0-2 0-16,2-1 0 0,1 1-448 0,1-1-80 15,0 1-32-15,1-2 0 0,0 3-544 0,0-2-112 16,2 1-32-16,-1 0 0 0,-13 3-400 0,27-2-80 16,-27 2 0-16,24 0-16 0,-24 0-176 0,0 0 0 15,30 2 0-15,-30-2 0 0,0 0 0 0,0 0 0 16,32 0 0-16,-25-2 0 16,-1 1-368-16,0 0-48 0</inkml:trace>
  <inkml:trace contextRef="#ctx0" brushRef="#br0" timeOffset="61658.26">8893 7150 21135 0,'-5'2'448'0,"2"-1"112"0,1 1 16 0,0 1 32 0,1 1-480 0,0-2-128 0,-1 3 0 0,0 0 0 15,-1 5 1952-15,-3 6 368 0,1 1 80 0,-2 6 16 16,1 1-1328-16,1-2-272 0,0 1-48 0,5-23-16 0,-4 40-16 0,4-40 0 15,0 31 0-15,0-31 0 16,0 0-288-16,0 0-48 0,17 36-16 0,-17-36-16400 16</inkml:trace>
  <inkml:trace contextRef="#ctx0" brushRef="#br0" timeOffset="62113.33">9734 6842 1839 0,'10'-12'160'0,"-3"5"-160"0,-1 0 0 16,-2 2 0-16,-2 2 3152 0,-2 1 608 15,1 1 112-15,0-2 32 0,0 0-176 0,0-4-16 0,-1 3-16 0,-4-1 0 16,-2 2-1776-16,-1 2-336 0,-3 1-80 15,-1 1-16-15,-1 2-512 0,-1 1-96 0,-1 1-32 0,-2 0 0 0,-1 2-448 0,1-2-80 16,2 2-32-16,1-3 0 16,5 1-288-16,1 0 0 0,1-1 0 0,2-1 0 0,2 2 0 0,0-1 0 15,2-1 0-15,0-3 0 0,0 0 0 0,0 0 0 16,0 0 0-16,0 0 0 16,0 0 144-16,26 40 32 0,-26-40 0 0,0 0 0 0,0 0 0 0,42 27 0 15,-42-27 0-15,0 0 0 16,36 23-176-16,-36-23 0 0,0 0 0 0,0 0 0 15,32 33 0-15,-32-33 0 0,0 0 0 0,0 0 0 0,0 0 0 16,0 0 0-16,8 43 0 0,-13-36 0 0,0 0 0 0,-1-1 0 16,-1 0 0-16,-1 0 0 0,-1 0 0 0,-2 1 0 15,-2-3 0-15,0 1 0 16,3 0 0-16,-1-2 0 0,-1 1 0 0,0 1 0 16,0-2 0-16,1 1 0 0,2 1 0 0,1-3 0 0,3 0 0 0,0-1 0 15,2 1-128-15,2-2-17536 16</inkml:trace>
  <inkml:trace contextRef="#ctx0" brushRef="#br0" timeOffset="62432">9801 7043 25791 0,'-1'1'1152'0,"1"1"224"0,0-2-1104 0,0 0-272 15,1 0 0-15,0 0 0 0,0 0 2560 0,0 0 464 0,1 0 96 0,3-3 16 16,-5 3-1696-16,14-2-336 15,-6-1-64-15,1 1-16 0,-9 2-800 0,16-1-224 16,-16 1 0-16,0 0 0 0,0 0 0 0,36 6 0 0,-36-6 0 0,0 0 0 16,0 0 0-16,0 0 0 0,33 23 0 0,-33-23 0 15,0 0 0-15,0 0 0 0,0 0 0 0,-4 32 0 0,-1-26 0 0,-3 3 0 0,0-1 0 0,0-1 0 16,0 1 0-16,1-1 0 16,0 0 0-1,1-2 0-15,2 2 0 0,1-3 0 0,1 1-144 0,2 0 144 16,0-5 0-16,0 0 0 0,0 0 0 0,0 0 0 0,0 0 0 0,0 0 0 15,39 5 0-15,-26-8 0 0,1-1 0 16,1-1 0-16,0 0 0 0,1 0 0 16,-3 0 0-16,-1 1 0 0,2 1 0 0,-2-2-18048 15</inkml:trace>
  <inkml:trace contextRef="#ctx0" brushRef="#br0" timeOffset="62759.46">9990 6698 24879 0,'2'-1'2208'0,"1"-1"-1760"0,0 0-448 0,-2 2 0 16,1 0 2016-16,1-1 320 16,3-1 64-16,0 2 16 0,5-5-960 0,3 1-192 15,0 1-48-15,0-1 0 0,0 1-896 0,-1 1-192 0,1 1-128 0,-1 1 144 16,-1 0-144-16,-12 0 0 0,0 0 0 15,0 0 0-15,0 0 0 0,33 24 0 16,-33-16 0-16,-2 1 0 0,-2 1-176 0,-3 1 48 16,1-1 0-16,-2 0 0 0,0 1-48 0,-1 1 0 15,0-2 0-15,2 1 0 0,1-1 176 0,3-3 0 0,1 0 0 0,1-2 0 16,1-5 208-16,0 0-16 0,0 0-16 0,0 0 0 16,0 0 80-16,41 14 0 0,-27-16 16 0,1 1 0 0,1-1 0 15,1 1 0-15,0-2 0 0,2 1 0 16,-1-1-272-16,-18 3 0 0,32-2 0 0,-32 2 0 15,24 0-1856-15,-24 0-336 16</inkml:trace>
  <inkml:trace contextRef="#ctx0" brushRef="#br0" timeOffset="63099.71">9373 7316 21599 0,'-20'10'464'0,"6"-4"112"0,3 0 0 0,4-2 48 0,2-2-496 15,2-2-128-15,0 3 0 0,-2-1 0 0,-4 3 1904 0,0 0 352 16,2-1 80-16,3-1 16 0,5-2-256 0,4-1-48 16,-5 0-16-16,26-5 0 0,-8 1-816 0,7 0-144 15,5-1-48-15,6-2 0 0,5 0-512 0,2 1-96 16,2 0-32-16,-1-1 0 0,2 0-256 0,-1 2-128 15,3-1 0-15,2 0 128 0,-1 2-128 0,-1-1 0 16,1 0 0-16,-2 0 0 0,0 0 0 0,0-3 0 0,0 0 0 16,-1-2 0-16,-3 1 0 0,-1 0 0 0,-4 1 0 0,-5 2 0 15,-5 1 0-15,-5 1 0 0,-4 1-176 0,-19 3 176 16,28-3-384-16,-28 3 0 0,0 0 0 0,0 0 0 16,0 0-736-1,0 0-144-15,-8 26-16 0,-4-17-15632 0</inkml:trace>
  <inkml:trace contextRef="#ctx0" brushRef="#br0" timeOffset="63520.98">9768 7434 32255 0,'0'0'1424'0,"0"0"304"15,1 0-1392-15,-1 0-336 0,0 0 0 0,0 0 0 0,0 0 1296 0,-1 1 192 16,1 3 48-16,0-1 0 0,-1 4-944 0,-2 1-176 0,0 1-32 0,-1 2-16 15,1 4-368-15,-3-1 144 0,0 2-144 0,-1 3 0 16,-1 2 128-16,-2 1-128 0,0 4 0 0,-1-2 0 16,1 0 0-16,1-5 0 0,2-3 0 0,2-2 0 15,0-2 0-15,5-12 0 0,-6 15 0 0,6-11 0 16,0-4 0-16,2 0 0 0,2-5 0 0,1-4-144 16,0-2-112-16,3-3 0 15,0-4-16-15,0-2 0 16,1 2-368-16,-1-1-80 0,1-2-16 0,0 0 0 0,0 1 736 0,0 2 0 15,0-4 0-15,1 6 0 0,-2 0 768 0,-1 4 208 16,1 2 48-16,-1 2 0 0,0 4-352 0,-1 0-64 0,0 3-16 16,-1 1 0-16,-5 0-208 0,0 0-32 0,0 0-16 0,0 0 0 0,0 0-144 0,36 15-48 15,-36-15 0-15,0 0 0 16,0 0-144-16,0 0 0 0,0 0 0 0,28 37 0 16,-28-37 0-16,0 0 0 0,0 0 0 0,10 36 0 15,-10-36 0-15,0 0 0 0,-7 33 0 0,3-20 0 16,-2 0 0-16,-1 0 0 0,0-2 0 0,1-2 0 0,3-1 0 15,1-1 0-15,0-3 0 0,2-1 0 16,0-3-480-16,0 0-80 0</inkml:trace>
  <inkml:trace contextRef="#ctx0" brushRef="#br0" timeOffset="63847.77">9985 7586 19343 0,'-1'2'1728'0,"0"-2"-1392"15,1-2-336-15,0 2 0 0,1 0 2944 0,-1 0 528 0,1 0 112 0,-1-2 0 16,2 0-1008-16,1-1-208 16,3-2-32-16,-1 3-16 0,2-3-1728 0,1 0-336 15,0 2-80-15,2 0-16 0,-2 1-160 0,1 1 128 16,-9 1-128-16,0 0 128 0,0 0-128 0,32 5 0 0,-32-5 0 0,0 0 0 0,0 0 0 0,0 0 0 31,0 0 0-31,14 36 0 0,-14-36 0 0,-9 20 0 16,2-10 0-16,-2 2 0 0,-1 0 0 0,-3 0 0 15,1-2 0-15,1 1 0 0,1-2-208 0,3-1 80 16,1-1 128-16,2-2-208 0,3-1 208 0,1-2 0 0,0-2 0 0,0 0 0 16,0 0 0-16,0 0 0 0,0 0 0 0,41 3 0 15,-24-8 0-15,2 1 0 0,2-1 192 0,2-1-192 16,0 0 192-16,3-1-192 0,-1 0 192 0,0 0-192 16,2-1 0-16,-1 0 0 0,-1 0-240 0,-1-2-18128 15</inkml:trace>
  <inkml:trace contextRef="#ctx0" brushRef="#br0" timeOffset="64181.66">10655 6898 24879 0,'-1'-4'1088'0,"2"-1"256"0,2 1-1088 0,0 3-256 16,-2-1 0-16,0 2 0 0,2 2 1648 0,2-4 272 15,3 2 48-15,3-1 16 0,-11 1-416 0,29 4-80 0,-29-4-16 16,0 0 0-16,45 26-688 0,-45-26-144 16,30 33-16-16,-30-33-16 0,29 36-96 0,-29-36-32 0,24 44 0 0,-24-44 0 15,20 48-240-15,-20-48-48 0,17 54-16 0,-17-54 0 16,10 63-176-16,-8-30 0 0,-1 2 0 15,-4 2 128-15,0 1-128 0,-6-2 0 0,-2 0 0 16,-4 2 0-16,-2-3 0 0,-6 6 0 0,-2 0 0 0,-4 0 0 16,-3-2 0-16,-2-1 0 0,-3-1 0 15,-5-1-18624-15</inkml:trace>
  <inkml:trace contextRef="#ctx0" brushRef="#br0" timeOffset="64631.67">7466 7114 17503 0,'-6'-14'1552'0,"2"5"-1232"16,2 2-320-16,0 0 0 0,1 6 1264 0,0-1 192 0,0 2 32 0,-1 0 16 16,-2-1 992-16,-1 1 208 0,-3 3 48 0,-3 5 0 15,0 6-1552-15,-3 5-304 0,-1 10-64 0,-1 6-16 16,-3 10-336-16,0 5-64 0,0 4-16 0,2 3 0 16,3-2-176-16,2-3-32 0,3-2-16 0,6-3 0 15,3 0-176-15,6-3 160 0,5-4-160 0,-11-40 160 0,34 59-160 0,-34-59-272 16,44 34 64-16,-44-34-16560 15</inkml:trace>
  <inkml:trace contextRef="#ctx0" brushRef="#br0" timeOffset="65283.34">10857 6692 24879 0,'-2'-2'2208'0,"1"0"-1760"0,1 2-448 0,1-2 0 16,0 2 1504-16,-1-1 224 0,1-1 32 0,2-3 16 0,1 1 176 0,1-4 32 16,3 1 16-16,2 0 0 15,3 2-1168-15,0 0-224 0,1 3-48 0,2 2-16 0,-16 0-352 0,34 5-64 16,-34-5 0-16,34 9-128 15,-34-9 0-15,0 0 0 0,42 26 0 0,-42-26 0 0,0 0 0 0,0 0 0 16,34 36 0-16,-34-36 0 0,0 0 0 0,0 0 0 16,-4 37 0-16,-3-26 0 0,-2-1 0 0,-3 1 0 15,-2 0 0-15,-1 1 0 0,2-2 0 0,-1 0 0 16,1-1 0-16,3-2 0 0,3 0 0 0,4-2 0 0,3-5 0 16,0 0 0-16,0 0 0 0,0 0 0 0,35 13 0 0,-16-14 0 15,3-3 0-15,2 1 0 16,2-2 128-16,2 0-128 0,0 0 0 0,4-1 0 0,0 0 0 0,-1 2 0 15,-2-1-320-15,-2 3-160 16,-2 4-32-16,-2-2-17168 0</inkml:trace>
  <inkml:trace contextRef="#ctx0" brushRef="#br0" timeOffset="65966.32">6988 8142 8287 0,'3'2'736'0,"-1"0"-592"0,0-2-144 16,-1 1 0-16,1 0 704 0,1-1 128 0,-3 0 0 15,0 0 16-15,0 0 592 0,38 5 112 0,-38-5 32 0,33 0 0 16,-33 0 544-16,36-3 112 0,-36 3 32 0,41-4 0 16,-41 4-384-16,49-5-80 0,-49 5-16 0,52-3 0 15,-26 1-512-15,2 2-128 0,2-1 0 0,0 0-16 16,1 1-368-16,2-2-80 0,2 2-16 0,3-2 0 15,4 2-368-15,2-1-80 0,5-1-16 0,0-1 0 16,1-1-208-16,-1-1 0 0,0 2 128 0,5 1-128 0,6 2 0 0,2-1 0 16,-1-2 0-16,1 0 0 0,-1 1 0 0,5 2 0 0,7-2 0 15,2 1 0 1,1-1 0-16,0 0 0 0,3 0 0 0,4 1 0 16,6-1 0-16,0-1 0 0,-1 1 0 0,4 0 0 15,7 0 288-15,0-3-32 0,0 2-16 0,5-1 0 16,5-1-48-16,0-1 0 0,-1 2 0 0,4-3 0 15,2 3-192-15,2-3 144 0,2 2-144 0,-2 0 128 16,-2 0-128-16,4 3 0 0,3-2 0 0,-2 3 0 0,-2 1 144 0,-3 0-144 16,-4 5 160-16,-1-3-160 15,1 3 144-15,-6 0-144 0,-4 1 128 0,-3 2-128 0,0 1 0 16,-6 1 128-16,-4-1-128 0,-3 1 0 0,-2 2 0 0,-6-3 0 16,-4-3-144-16,-2 2-18256 15</inkml:trace>
  <inkml:trace contextRef="#ctx0" brushRef="#br0" timeOffset="67815.67">7999 8345 20271 0,'3'-3'1792'0,"-2"1"-1424"15,0 2-368-15,-1-1 0 0,0 0 1712 0,0 1 272 16,0-2 48-16,1-1 16 0,-1-2-368 0,0 1-64 16,0-3-16-16,-1 4 0 0,-1-1-704 0,0 1-160 15,0 0-32-15,-2 1 0 0,1 2-288 0,-3 0-64 0,-1 0-16 0,-4 2 0 16,0 2-336-16,-2 2 144 16,-2 1-144-16,0 2 0 0,0 1 0 0,0 2 0 15,1 1-160-15,2 0 160 0,2 1-160 0,1-2 160 0,3 0 0 0,1-2-144 16,4-1 320-16,1-3 64 0,0-3 16 0,2 0 0 15,3-1-96-15,0-1-16 16,2-1 0-16,-7 0 0 0,0 0 208 0,29 2 32 0,-29-2 16 0,0 0 0 16,35 2-144-16,-35-2-16 0,0 0-16 0,36 13 0 15,-36-13-224-15,0 0 0 0,0 0 0 0,36 27 0 0,-36-27 0 16,0 0 0-16,0 0 0 0,11 34 0 0,-11-34 0 16,-5 16 0-16,-1-6 0 0,-3-1 0 0,0 0 0 15,-2-1 0-15,-1 1 0 0,-3 0 0 0,-1 1 128 16,0-2-128-16,2-1 0 0,0 0 0 0,0-1 0 0,2-1 128 15,1-2-128-15,2-3 0 0,1 1 0 0,0-1 0 16,3 0 0-16,0 0 0 0,2-1 0 0,1-1 0 16,2-1 0-16,1 0-160 15,2 0-992-15,2 0-192 0</inkml:trace>
  <inkml:trace contextRef="#ctx0" brushRef="#br0" timeOffset="68033">8049 8585 1839 0,'8'-3'160'0,"-2"1"-160"0,-1-1 0 0,0 1 0 15,-2-1 2912-15,-2 1 544 16,1 1 128-16,1-2 0 0,4-5 384 0,0 1 80 0,2-2 16 0,-1-1 0 16,-2 4-2032-16,-1 0-416 0,-1 0-80 0,0 3 0 15,-2 0-656-15,-1 3-128 16,0-2-32-16,0 2 0 0,-1 2-464 0,-1 1-80 0,0 0-32 0,-1 1 0 16,1 3 96-16,-2 0 16 0,0 3 0 0,-1 0 0 15,1 1 64-15,-2 3 32 0,0-1 0 0,1 3 0 16,-1-4-16-16,1 2 0 0,2-2 0 15,2-12 0-15,0 0-208 0,-1 28-128 0,1-28 160 0,0 0-160 16,0 0-128-16,0 0-128 0</inkml:trace>
  <inkml:trace contextRef="#ctx0" brushRef="#br0" timeOffset="68377.16">7718 8741 911 0,'-4'2'0'0,"0"-1"0"0,2 1 0 0,1-2 0 0,0 0 1872 0,-1 2 304 16,-1-2 48-16,-2 5 16 0,-1-2 1136 0,0 2 224 16,1-2 48-16,2 0 16 15,1 2-640-15,3-4-128 0,1 0-16 0,1 1-16 0,-3-2-1040 0,0 0-208 16,0 0-32-16,33 0-16 0,-33 0-704 0,29-4-144 0,-11 1-16 15,1-2-16-15,2 1-432 0,3-3-64 0,0 2-32 16,3 0 0-16,1-2-160 0,3 3 0 16,1-4 144-16,1 4-144 0,-2-1 0 0,-1 2 0 15,-1-1 0-15,-2 1 0 0,-27 3 0 0,45-5 0 16,-45 5 0-16,44-3 0 0,-44 3 0 0,37-3 0 16,-37 3 0-16,28 0 0 0,-28 0 0 0,0 0 0 15,0 0 0-15,0 0 0 0,0 0 0 0,0 0 0 0,0 0-192 16,0 0-18112-16</inkml:trace>
  <inkml:trace contextRef="#ctx0" brushRef="#br0" timeOffset="68903.25">7895 8860 1839 0,'0'-2'160'0,"-1"1"-160"16,1 1 0-16,0 0 0 0,0 0 2288 16,-1 1 416-16,0 1 96 0,-1 0 16 15,0 0 480-15,-1 3 96 0,-2 2 32 0,2 3 0 0,-3-1-608 0,1 3-128 16,0 0-32-16,-1 2 0 16,1 1-1136-16,-1 1-240 0,0-2-32 0,1 0-16 15,-2 0-720-15,2 1-160 0,-1-1-32 0,1 0 0 16,1-2-320-16,0-3 144 0,2-1-144 0,-1-2 0 15,1 0 0-15,0-4 0 0,1 0 0 0,-1-2 0 0,2 0 0 0,-1-2 0 16,1-2 0-16,0 0 0 0,1 0-320 0,0-3-64 0,1-2 0 0,-1 1-16 31,2-1-400-31,0-1-80 0,-1-1-16 0,2-1 0 16,0 0 304-16,0 0 48 0,1 2 16 0,0 1 0 0,-1 0 528 0,2 1 0 0,-2 1 0 16,2 0 144-16,0 2 368 0,-1 0 64 0,1-1 0 0,-1 1 16 15,3 0 320-15,-2 1 64 0,2-1 16 0,0 0 0 16,1 0-400-16,2-2-80 0,1 2 0 15,0-2-16-15,1 0-176 0,-1 1-48 0,1 0 0 0,-1 0 0 16,-12 6-128-16,21-8-16 0,-21 8-128 0,0 0 192 16,0 0-192-16,30-3 0 0,-30 3 0 15,0 0 0-15,0 0 0 0,0 0 128 0,0 0-128 0,0 0 0 16,16 34 0-16,-16-34 0 0,-1 18 128 0,-1-8-128 16,0 2 128-16,-1 0-128 0,-1 0 176 0,1 2-176 15,-2-1 128-15,1 0-128 0,1-3 0 0,0 1 0 16,0-1 0-16,0-1 0 0,1 2 0 0,0-3 0 15,1-1 0-15,-1-2 0 0,1-2 0 0,1-1 0 16,-1-2-224-16,2 0-96 0,0-4-32 0,2 1-18288 16</inkml:trace>
  <inkml:trace contextRef="#ctx0" brushRef="#br0" timeOffset="69233.92">8212 8959 5519 0,'0'0'496'0,"1"0"-496"16,-1 0 0-16,1-2 0 0,-1 2 3216 0,0 0 560 15,1-1 96-15,-1 1 32 0,1-2-112 0,0 2-16 0,0 0 0 0,-1-1 0 16,0 2-2176-16,-1-1-448 0,0 2-96 0,0 1-16 16,-1 2-368-16,-1-1-80 0,2 4-16 0,-3-1 0 0,1 2-176 15,-1 1-32-15,-1 2-16 0,-1 2 0 16,1 0-208-16,-2 0-144 0,2 0 192 0,0 0-192 16,1-2 0-16,1-2 0 0,2 0 0 0,0-4-17984 15</inkml:trace>
  <inkml:trace contextRef="#ctx0" brushRef="#br0" timeOffset="70348.61">8255 8231 11967 0,'-2'-2'1072'0,"0"-1"-864"0,2 3-208 0,0 0 0 16,0 0 1712-16,-1-2 288 0,0 2 64 0,-1-2 16 0,1 0 944 0,-1-1 192 15,0 1 48-15,1 1 0 0,1 1-1600 0,-1-2-304 16,2 2-64-16,1 0-16 0,1 0-368 0,0 0-80 0,2 2 0 0,1-2-16 15,0 1-336-15,1-1-64 16,-7 0-16-16,0 0 0 0,0 0-208 0,35 2-64 0,-35-2 0 0,0 0 0 16,28 2-128-16,-28-2 0 15,0 0 0-15,0 0 128 0,0 0-128 0,0 0 0 16,35 21 0-16,-34-16 0 0,-1 0 0 0,-3 2 0 16,-1 0 0-16,-2 1 0 0,-2 1 0 0,0-2 0 0,0 3 0 0,-3-4 0 15,1 3 0-15,-1-1 0 0,0 1 0 16,1 0 0-16,1-1-288 0,-1-1 64 15,4 1 16-15,0-2 0 0,2 0-80 0,3-2-16 0,1 1 0 16,1-2 0-16,0 1 304 0,-1-4 0 0,0 0 0 16,0 0 0-16,0 0 0 0,38 0 176 15,-26-4-48-15,3 1-128 0,0-2 400 0,2 3-16 0,0-3-16 0,1 0 0 16,0 1-368-16,-2 1 128 0,2-1-128 16,-18 4 0-1,30-3-688-15,-30 3-208 0</inkml:trace>
  <inkml:trace contextRef="#ctx0" brushRef="#br0" timeOffset="71996.09">8590 8406 11967 0,'4'-3'1072'0,"-1"0"-864"15,0 0-208-15,0 1 0 0,-1-1 1920 0,-2 3 352 16,2-2 64-16,1 0 16 0,2-3 672 0,1 0 144 0,2 1 32 0,-1-2 0 0,0 3-1488 0,0 2-304 15,-1 1-48-15,-6 0-16 16,0 0-416-16,0 0-96 0,0 0 0 0,38 38-16 16,-38-38-384-16,14 39-80 0,-14-39-16 0,11 47 0 15,-11-47-144-15,6 52-16 0,-5-24-16 0,-1 0 0 0,-3 3-32 0,0 2-128 16,-4 3 192-16,0 0-64 0,-3 2-128 0,-2-1 0 16,0-4 144-16,-2-4-144 0,2-5 0 15,-2-3-208-15,0-2 16 0,-1-2-18352 0</inkml:trace>
  <inkml:trace contextRef="#ctx0" brushRef="#br0" timeOffset="72422.66">7513 8526 16575 0,'0'-1'1472'0,"0"-1"-1168"0,1 2-304 0,-2 0 0 16,0 0 1920-16,0 0 336 0,-2 2 64 0,0-2 16 15,-2 0 336-15,-3 1 64 0,-1 1 16 0,-1 1 0 16,0-2-1296-16,-1 2-256 0,-1 1-48 0,0 0-16 16,0 2-560-16,0-1-96 0,-1 2-32 0,1 2 0 15,1 2-304-15,0 2-144 0,1 0 128 0,-1 5-128 16,1 5 0-16,-1 6 0 0,3 3 0 0,0 5 0 15,0 5 0-15,3-1 0 0,1 1 0 0,2-3 0 0,3-4 0 0,4-2 0 16,-5-33 0-16,17 52 0 0,-17-52-320 16,27 40-32-16</inkml:trace>
  <inkml:trace contextRef="#ctx0" brushRef="#br0" timeOffset="72901.92">6982 9296 2751 0,'-5'-5'256'0,"2"2"-256"0,1 1 0 0,0 0 0 16,2 2 1616-16,0-2 288 0,0 2 48 0,0-3 16 0,-1 1 624 0,1-1 128 16,0-1 32-16,1 1 0 0,1 1-1024 0,1 0-192 15,2 2-32-15,0 2-16 0,-5-2-320 0,0 0-64 16,0 0-16-16,39 9 0 16,-39-9 16-16,0 0 0 0,47 8 0 0,-47-8 0 0,40 2-464 0,-40-2-112 15,54 0-16-15,-54 0 0 0,65 0-320 0,-31-4-192 16,3 1 192-16,-2 0-192 15,0 1 0-15,3 0 0 0,2 0 0 0,3 1 0 16,3 2 128-16,1-1-128 0,3 0 0 0,1-1 0 16,1-4 448-16,1 2 0 0,0 0-16 0,4 3 0 15,-3-2 272-15,5 1 64 0,2-2 16 0,1 0 0 0,-1 2-368 16,3 1-80-16,5 1-16 0,-1 0 0 0,-4-1-128 0,2 0-16 16,2 0-16-16,1 2 0 0,2 2-16 0,-1 0 0 15,-4-3 0-15,-2 2 0 0,-1 0-144 0,-1 2 128 16,2-3-128-16,-6 3 128 0,-4-3-128 0,-4 1 0 15,-4 0 0-15,-3 3 0 0,-2 0 0 0,-4 0 0 16,-37-6 0-16,65 12-18752 0</inkml:trace>
  <inkml:trace contextRef="#ctx0" brushRef="#br0" timeOffset="74381.06">7506 9502 20271 0,'-1'0'1792'0,"-1"0"-1424"0,1 0-368 0,0 0 0 16,0 0 1792-16,0 0 272 0,-2 2 64 0,0 1 16 0,-3 4 192 0,0 2 32 16,-1 4 16-16,1 3 0 0,0 3-1312 0,0 1-272 15,2 3-48-15,-2 0-16 0,0 3-400 0,0-2-80 16,1 4 0-16,-1-4-16 0,0 2-48 0,2-7-16 15,1 0 0-15,0-2 0 0,2-3-176 0,1-1 0 16,0-13 144-16,0 0-144 0,0 0 0 0,0 0 0 16,0 0 0-16,0 0 0 0,0 0 0 0,0 0 0 15,0 0 0-15,17-13 0 32,-14 0-448-32,1 0-16 0,-1-4 0 0,1 0 0 0,1 0-848 0,-1-3-160 0,1 1-48 0,-1-3 0 15,0 1 752-15,-1 0 160 0,2-1 32 0,-2 2 0 16,2 2 576-16,0 3 0 0,0 2 144 0,0 3-16 0,0 1 528 0,0 3 112 0,1 3 32 15,-2 0 0-15,-4 3 352 0,0 0 64 0,0 0 0 0,0 0 16 16,0 0-624-16,35 24-128 0,-35-24-32 16,0 0 0-16,23 31-288 0,-23-31-160 15,0 0 160-15,20 36-160 0,-20-36 0 0,0 0 0 0,17 37 0 0,-17-37 0 16,7 29 0-16,-7-29 0 0,3 30 0 0,-3-30 0 31,-2 29 0-31,0-15 0 0,-1 1 0 0,1-4 0 0,0-1 0 0,1-1 0 0,0-1 0 0,1-2 0 16,1-1-880-16,1-2-112 0</inkml:trace>
  <inkml:trace contextRef="#ctx0" brushRef="#br0" timeOffset="74586.24">7803 9723 24127 0,'0'2'528'0,"0"0"112"0,0-1 32 0,0 1 0 0,0-2-544 0,0 0-128 16,0 2 0-16,-1-1 0 15,1 0 2928-15,0 1 544 0,0 2 112 0,0 0 32 0,-1 0-2144 0,1 1-416 16,0 0-96-16,-1 2 0 0,1 0-592 0,0 3-112 31,-2-1-32-31,0 3 0 0,-1 2-224 0,0-1 128 16,0 1-128-16,3 0 0 0,-2 0 0 0,2-14 0 0,0 0 0 0,3 26-18400 16</inkml:trace>
  <inkml:trace contextRef="#ctx0" brushRef="#br0" timeOffset="74815.81">8006 9668 30399 0,'-8'7'1344'0,"3"-4"288"15,2-1-1312-15,0 0-320 0,2-2 0 0,1 2 0 0,0-2 368 0,0 0 0 16,1 0 0-16,1 0 0 0,-2 0 80 0,0 0 32 0,21-8 0 0,-21 8 0 15,22-8 192-15,-22 8 32 0,29-13 16 0,-13 7 0 16,-16 6-384-16,32-7-80 0,-32 7 0 0,34-5-16 16,-34 5-240-16,32-2 144 0,-32 2-144 0,34 0 128 15,-34 0-128-15,33 0 0 0,-33 0 0 0,35-2-11056 16,-35 2-2128-16</inkml:trace>
  <inkml:trace contextRef="#ctx0" brushRef="#br0" timeOffset="75036">8609 9450 29487 0,'-2'4'1296'0,"1"-3"288"0,0 1-1264 0,0 0-320 16,0-1 0-16,0 1 0 0,0-2 1920 0,0 2 320 16,-1 0 64-16,0 3 0 0,0 0-1232 0,1 0-256 15,0 3-48-15,1-8-16 0,0 0-400 0,-1 26-80 16,1-26-16-16,1 27 0 15,-1-27-80-15,0 36-32 0,0-36 0 0,-4 39 0 0,2-18-144 0,0 0 0 16,0 2 144-16,0 1-144 0,2-3 0 0,0-21 0 0</inkml:trace>
  <inkml:trace contextRef="#ctx0" brushRef="#br0" timeOffset="75895.28">9849 9139 2751 0,'-1'1'256'0,"-1"-1"-256"0,1 0 0 0,0 2 0 15,0-2 1552-15,1 0 272 0,-1 0 48 0,-1 0 16 0,0 0 992 0,-1 2 208 16,0-2 48-16,1 1 0 0,0 0-512 0,-1 0-80 15,2 1-32-15,0 0 0 16,0-1-688-16,1 1-144 0,0 0-16 0,1-1-16 0,1 0-608 0,-2-1-112 16,0 0-32-16,0 0 0 15,0 0-336-15,0 0-80 0,33 0-16 0,-33 0 0 0,25-7-256 0,-12 2-48 16,2 1-16-16,0-1 0 16,0 0-144-16,0 3 0 0,-15 2 0 0,26-5 0 0,-26 5 0 15,24-5 0-15,-24 5 0 0,0 0 0 16,30-4-768-16,-30 4-64 15,0 0-32-15,26-3 0 0,-26 3-1248 0,0 0-240 0,0 0-48 0,0 0-12080 16</inkml:trace>
  <inkml:trace contextRef="#ctx0" brushRef="#br0" timeOffset="76086.41">9997 8912 12895 0,'-3'2'1152'0,"0"-2"-928"15,2 2-224-15,0-1 0 0,1 0 2160 0,-2 2 384 0,0 2 80 0,-2 4 0 0,-2 3 192 0,0 5 16 32,-1 2 16-32,1 2 0 0,0 3-1744 0,2 2-336 15,-2 0-80-15,2 2-16 0,1 1-240 0,0-1-48 0,2 1-16 0,1-29 0 16,3 42-192-16,-3-42-48 16,0 0 0-16,17 38-16432 0</inkml:trace>
  <inkml:trace contextRef="#ctx0" brushRef="#br0" timeOffset="76696.32">11123 8366 15663 0,'0'-6'688'0,"0"3"144"0,0-2-656 0,-1 4-176 16,1 1 0-16,-1 1 0 0,-1-1 1888 0,-2 0 352 15,-1 0 64-15,0 2 0 0,-2 1-672 0,0-1-144 0,1 1-16 16,1-1-16-16,0-2-608 0,1 1-112 0,1-1-32 0,-1 0 0 16,0 0-160-16,1 0-32 0,-1 0-16 0,-1-1 0 15,0 2-80-15,-2-1-16 0,0 1 0 0,-3 2 0 16,-1 2-128-16,-1 1-16 0,-1 2-16 0,0 1 0 15,0-2 64-15,2 3 16 0,2-1 0 0,0 0 0 0,3-1 96 16,2-3 32-16,2 2 0 0,2-7 0 16,0 0-112-16,0 0-16 0,0 0 0 0,0 0 0 0,0 0-320 15,32 26 0-15,-32-26 0 0,0 0 0 0,38 16 0 16,-38-16 144-16,0 0-144 0,39 22 0 0,-39-22 0 16,0 0 0-16,35 30 0 0,-35-30 0 0,0 0 0 0,24 34 0 15,-24-34 0-15,0 0 0 16,0 0 0-16,9 40 0 0,-9-40 0 0,0 0 0 0,-8 24 128 0,4-17-128 15,-3 0 0-15,0 0 0 16,-2-1 0-16,-1 0 128 0,-2-1-128 0,-2-1 0 16,-1 1 128-16,-1-2-128 0,-1 0 0 0,2 0 0 0,3-3 0 15,2 1 0-15,1-1 0 0,1 0 0 16,4 0-272-16,0 0-176 0</inkml:trace>
  <inkml:trace contextRef="#ctx0" brushRef="#br0" timeOffset="77001.14">11171 8644 35007 0,'2'0'1552'0,"-2"-2"320"0,1 1-1488 0,-1 1-384 0,1 0 0 16,0 0 0-16,1-2 1248 0,1 2 176 0,1-3 48 0,1 1 0 16,2 0-1040-16,1 0-208 0,1-1-32 0,1 1-16 15,2 0-176-15,-12 2 0 0,22-1 144 0,-22 1-144 16,0 0 144-16,0 0-144 0,35 8 192 0,-35-8-192 15,0 0 0-15,0 0 0 0,0 0 0 0,0 0 0 16,0 0 0-16,20 40 0 0,-23-31 0 0,-1 1 0 16,-1-1 0-16,1 2 0 0,0 0 0 0,1-2 0 15,3-9 0-15,0 0 0 0,0 0 0 0,4 31 0 16,-4-31 0-16,0 0 0 0,0 0 0 0,0 0 0 0,43 12 0 0,-43-12 0 16,30-7 0-16,-13 3-144 15,0-2-176-15,0-1-16 0,1-2-16 0,-1 4-17600 16</inkml:trace>
  <inkml:trace contextRef="#ctx0" brushRef="#br0" timeOffset="78285.36">11477 8210 1839 0,'1'-2'160'0,"-1"0"-160"0,0 1 0 0,0 1 0 0,0 0 1200 16,1 0 208 0,-2-2 32-16,1 1 16 0,0-1 720 0,-1 0 128 0,0 0 48 0,-1 0 0 0,0 2-32 0,0 0 0 15,-1 0 0 1,2 2 0-16,-1-2-368 0,1 2-80 15,-1-2-16-15,1 0 0 0,0 0-576 0,1 0-112 16,0 1-16-16,0-1-16 0,0 0-560 0,0-1-128 16,0 1 0-16,1 0-16 0,-1-2-176 0,1 2-16 15,-1 0-16-15,1 0 0 0,-1 0-224 0,1 0 0 16,-1 0 128-16,0 0-128 0,-1 0 0 0,1 0 0 0,0-2 0 0,0 2 0 16,0 0 0-16,0 2 0 0,0-2 0 0,0 0 0 15,0 0 0-15,0 0 128 0,0 0-128 0,0 0 0 16,-1 0 0-16,1 0 176 0,0 0-176 0,0 0 160 15,0 0-160-15,0 0 0 0,0 0 144 0,1 0-144 16,-1 0 0-16,0 0 0 0,0-2 0 0,0 2 0 16,0 0 0-16,0 0 0 0,0 0 0 0,0 0 0 15,0 0 0-15,0 0 0 0,-1 0 0 0,1 0 0 16,0 0 0-16,0 0 0 0,-1 0 0 0,1 0 128 16,0 0-128-16,0 2 0 0,0-2 0 0,0 0 128 15,0-2-128-15,0 2 192 0,0 0-64 0,0 0 0 0,0 0-128 16,0 0 0-16,0 0 128 0,0 0-128 0,0 0 0 0,0 0 0 15,0 0 0-15,0 0 128 0,0 0-128 0,0 0 0 16,0 0 0-16,0 0 0 0,-1 0 0 0,1 0 0 16,0 0 0-16,0 0 0 0,0 2 0 0,0-2 0 15,-1 0 0-15,1-2 0 0,0 4 0 0,0-2 144 16,-1 0-144-16,1 0 0 0,0 0 208 0,0 0-64 16,-1 0-16-16,1 0 0 0,-1 0-128 0,1 0 160 15,0 0-160-15,-1 0 160 0,1 0-160 0,0 0 0 16,0 0 0-16,0 0 128 0,-1 0-128 0,1 0 0 0,0-2 144 0,0 2-144 15,0-1 144-15,0 1-144 16,-1 0 192-16,1 0-192 0,0-2 144 0,0 2-144 0,0 0 0 0,0 0 144 16,0 0-144-16,0 0 0 15,0 0 0-15,0 2 128 0,-1-2-128 0,1 0 0 0,-1 0 0 0,1 0 0 16,-1 0 128-16,1 0-128 0,-1-2 0 0,1 2 128 16,0 0 16-16,0-2 0 0,-1 2 0 0,1-1 0 15,0 1-144-15,0-2 160 0,0 2-160 0,0-1 160 16,0 1-160-16,0-1 0 0,0 1 0 0,0 0 128 15,0 0-128-15,1 0 0 0,-1 0 0 0,0 0 0 0,1-2 0 0,0 2 0 16,0 0 0-16,0-1 0 0,1 1 0 0,-1-2 0 16,2 2 0-16,1-3 0 15,1 3 0-15,-1-2 160 0,2 1-160 0,-2 0 160 16,3 1 80-16,-2-2 16 0,1 2 0 0,0 0 0 0,0 2-256 0,0-2 0 16,0 1 128-16,0 0-128 0,0 1 0 0,0 1 0 15,0-1 0-15,-1 1 0 16,-1-2 0-16,-1 0 0 0,0 1 0 0,-1 1 0 0,0-3 0 15,-1 2 0-15,0-1 0 0,-2 1 0 0,0 1 0 16,-2 0 0-16,1 0 0 0,-3 0 0 0,0 3 0 16,-2-1 0-16,-1 0 0 0,0 2 0 0,-1-2 0 0,0 2 0 15,0 0 0-15,-1 0-160 0,1 1-64 16,1-1-16-16,1 0 0 0,2 1 0 0,3-2 240 0,0-1 0 16,1 1 0-16,2-3 0 0,2 0 0 0,-3-3 0 15,0 0 0-15,0 0 0 0,0 0 0 0,33 6 0 0,-22-8 0 0,2 0 0 16,0-1 0-16,1 1 0 15,-1-1 128-15,-2 0-128 0,1 0 0 0,-1 0 0 16,0 1 0-16,-2-1 0 0,0 1-720 0,-1 2-160 0</inkml:trace>
  <inkml:trace contextRef="#ctx0" brushRef="#br0" timeOffset="78841.57">10687 8924 16575 0,'0'0'1472'0,"-1"0"-1168"16,1 0-304-16,0 0 0 0,1 0 2016 0,-1 2 352 16,1-2 64-16,-1 0 0 0,2 0 0 0,2 0 0 15,2 0 0-15,0 0 0 0,1-2-784 0,4 0-176 16,-11 2-16-16,25-4-16 0,-25 4-720 0,35-4-144 0,-15 2-16 0,4 0-16 16,0 1-256-16,3-1-48 0,2 2-16 15,3 0 0-15,2 0-224 0,1 0 176 0,3 0-176 0,-1-2 160 16,1-1-160-16,-1 1 0 0,1-1 0 0,1 1 0 15,0-1 0-15,3 1 0 0,0-2 0 16,-1-1 0-16,-2-1 0 0,-3-2 0 0,-4 1 0 0,-4-1 0 16,-2 4 0-16,-5-3 0 0,-1 3 0 0,-20 4 0 15,29-5 0-15,-29 5 0 0,0 0 0 0,0 0 0 16,0 0-496-16,0 0 32 16,-5 25 0-16,-7-16-17840 0</inkml:trace>
  <inkml:trace contextRef="#ctx0" brushRef="#br0" timeOffset="79767.81">11013 9125 4607 0,'0'0'400'0,"-1"0"-400"0,1 0 0 0,0 0 0 16,0 0 1296-16,0 0 176 0,0-2 48 0,-1 1 0 15,1 1 1136-15,0-2 224 0,0 1 64 0,1 0 0 16,0-1-368-16,0-1-64 0,0 1-16 0,0 0 0 15,-1 1-720-15,0-1-160 0,0 2-16 0,0 0-16 16,1-2-608-16,-2 2-112 0,1 0-32 0,0 0 0 0,0 0-400 0,0 0-96 16,0 0-16-16,0 0 0 0,0 0-128 0,0 0-48 15,-1 0 0-15,1 0 0 16,0 0 16-16,0 0 0 0,-1 0 0 0,1 0 0 0,-1 0-160 0,1 0 128 16,-1 0-128-16,1 0 128 0,-1 0-128 0,1 0 0 15,-1 0 0-15,1 0 0 0,-1 0 0 0,1 0 0 16,-1 0 128-16,1 0-128 0,-1 0 0 0,1-2 0 15,0 4 0-15,0-2 0 16,-1 0 0-16,0-2 0 0,0 4 0 0,0-2 0 0,1 0 0 0,-1 2 128 0,0-2-128 0,0 0 0 16,-1 0 0-16,1 2 0 0,-1 1 128 0,1 0-128 15,-1 1 128-15,-1 0-128 16,0 1 192-16,0 2-64 0,0 1-128 0,-1-1 160 0,0 2-160 0,4-9 160 16,-5 19-160-16,5-19 0 0,-7 18 0 0,7-18 0 15,-5 20 0-15,1-11 0 0,0-1 0 16,0 2 0-16,1 1 0 0,-2-1 0 0,1 1 128 15,0 1-128-15,-1 0 0 0,1 1 0 0,-2 0 0 0,0 1 0 16,2 0 0-16,-2-2 0 0,2 0 0 0,3-4 128 16,-1-2-128-16,1-1 0 0,2-4 0 0,-1-1 0 15,1-1 0-15,1-1 0 0,0-4 0 0,2-2 0 16,1-2 0-16,0-2 0 0,0-2 0 0,0 0 0 0,1-1 0 0,-1-1-144 16,1 0 144-16,-1-1-160 15,0 0 160-15,1 2-128 0,-1 0 128 0,-1-2-128 16,1 0 128-16,-1 3 0 0,1 1 0 0,1 2 0 15,-1 4 0-15,1 0 0 0,-1 3 0 0,1 1 0 0,-1 1 176 16,-1 1-48-16,1 1 0 0,-1 0 0 0,-4 0 80 0,0 0 16 16,0 0 0-16,0 0 0 15,0 0-96-15,0 0-128 0,31 30 176 0,-31-30-176 0,0 0 144 0,0 0-144 0,18 42 0 0,-18-42 144 32,0 0-144-32,7 40 0 0,-7-40 0 0,0 29 0 0,0-29 0 15,-3 33 0-15,3-33 0 0,-3 28 0 0,3-28 0 0,-4 24 0 16,4-24 0-16,0 0 0 0,-2 24 0 0,2-24 0 15,0 0-176-15,0 0-19056 0</inkml:trace>
  <inkml:trace contextRef="#ctx0" brushRef="#br0" timeOffset="80079.82">11202 9272 11055 0,'0'0'976'0,"-1"0"-784"16,1 0-192-16,-1 0 0 0,1 0 3280 0,0-2 624 15,1 2 112-15,0-3 16 0,2 1-416 0,0-1-96 0,2-3 0 0,1 0-16 16,1 3-2480-16,1 0-512 0,0-2-80 0,-8 5-32 16,0 0-240-16,27-3-160 0,-27 3 192 15,0 0-192-15,0 0 0 0,0 0 0 0,0 0 0 0,35 20 0 16,-35-20 0-16,0 0 0 0,-1 24 0 0,-3-15 0 16,-2 2 0-16,1-1 0 0,-1 0 0 0,-1 1 0 15,-2-1 0-15,0 1 0 0,2-2 0 0,-1-1-144 16,2 1 144-16,-1-1 0 0,3-1 0 0,3 0 128 15,0-4 128-15,1-3 16 0,0 0 16 0,0 0 0 16,0 0-288-16,0 0 160 0,0 0-160 0,0 0 128 16,40 5 16-16,-30-8 0 0,-10 3 0 0,20-7 0 15,-10 2-144-15,1 0 0 0,0 1 0 0,0-2-18496 16</inkml:trace>
  <inkml:trace contextRef="#ctx0" brushRef="#br0" timeOffset="81448.34">10607 8508 10127 0,'0'-3'896'0,"1"0"-704"0,0 1-192 0,-1 1 0 0,2 1 288 0,-2 0 32 16,0-3 0-16,0-1 0 0,0-3 592 0,0 1 128 15,-1 0 32-15,-1 1 0 0,1 1 288 0,-1-1 64 16,-2 0 16-16,1 1 0 0,-1-1 352 0,0 0 64 15,-1 0 0-15,2-2 16 0,-1 2-144 0,0 0-48 16,2-1 0-16,-1 3 0 0,1-2-528 0,0 3-128 16,1 0 0-16,0 0-16 0,0 2-464 0,1 0-96 0,-1 2 0 0,0 0-16 15,1 2-240-15,-2 4-32 16,0 4-16-16,-1 4 0 0,0 6-144 0,0 1 160 16,1-2-160-16,-2 6 160 0,0 6-160 15,0 5 0-15,-1 4 0 0,1 4 0 0,0 3 0 0,-1 1 0 16,1 2 0-16,2-4 0 0,1-3 0 0,0-3 0 15,3-2 0-15,1-6 0 0,-3-34 0 0,15 54 0 16,-15-54 0-16,19 40 0 0,-19-40 0 0,18 35 0 16,-18-35 0-16,0 0 0 0,29 38 0 0,-29-38 0 15,0 0-224-15,0 0 80 16,43 27-1712-16,-43-27-352 0</inkml:trace>
  <inkml:trace contextRef="#ctx0" brushRef="#br0" timeOffset="81861.59">11826 8557 16575 0,'4'-8'736'0,"-1"1"160"16,0 2-720-16,-1 2-176 0,-1 1 0 0,0 1 0 0,0 1 2576 0,2-1 496 15,1 1 80-15,1 0 32 0,-5 0-480 0,0 0-80 0,0 0-32 0,29 34 0 16,-29-34-1424-16,13 42-272 0,-13-42-64 0,11 52-16 16,-11-52-496-16,9 60-80 0,-6-27-32 0,0 0 0 15,-1 0-32-15,-2 0-16 0,-1-2 0 0,-2-2 0 16,-2 0-160-16,-1 0 0 0,-2 2 0 16,-3-1 0-16,-1 0 0 0,-2 1 0 15,-1-2 0-15,-4 0-12320 0,1 3-2464 16</inkml:trace>
  <inkml:trace contextRef="#ctx0" brushRef="#br0" timeOffset="82393.2">10305 9535 2751 0,'-5'-9'256'0,"1"2"-256"0,0 2 0 0,2 0 0 0,0 1 896 0,1 3 128 16,-1-1 16-16,-2-2 16 0,0-2 160 0,-3-1 48 15,2 0 0-15,-2 3 0 0,2 2 64 0,2 1 16 0,0 1 0 0,1 0 0 16,0 0 336-16,1 0 80 16,0 3 16-16,1-3 0 0,1 2-48 0,1-1 0 0,-2-1 0 0,0 0 0 15,0 0-272-15,0 0-64 0,0 0-16 16,45 20 0-16,-45-20-384 0,0 0-80 0,54 5-16 15,-54-5 0-15,51 3-192 0,-51-3-32 0,60 1-16 0,-25 0 0 0,4-1-384 0,5 2-80 16,3-2 0-16,1 1-16 0,0 1-176 16,1-2 192-16,0 0-192 0,0 0 192 15,2-3 0-15,3-1 16 0,3 1 0 0,-4 1 0 16,-9 0-32-16,5 1-16 0,4 1 0 0,2 0 0 16,3 0-160-16,-3 0 160 0,1 3-160 0,-4-1 160 15,-5-2-160-15,2 3 0 0,1 1 0 0,0 1 128 16,0-3-128-16,-4 0 0 0,-2 3 0 0,-5 0 0 15,-3 2 0-15,-36-7-176 0,60 9 176 0,-60-9-18560 16</inkml:trace>
  <inkml:trace contextRef="#ctx0" brushRef="#br0" timeOffset="83046.34">10662 9749 32255 0,'0'-3'2864'0,"0"1"-2288"0,-1 2-576 0,1 0 0 0,0 0 1264 0,0 0 144 0,-1 0 16 0,0-2 16 31,0 4-752-31,0 0-160 0,-1 5-16 0,1 1-16 0,1-8-496 0,-4 28 0 16,2-9 0-16,-1 0 0 0,0 5 0 0,-2 1 0 15,-1 2 0-15,-1-1 0 16,1 2 0-16,-1-7 0 0,0-1 0 0,1-8 0 0,2-1 0 0,1-6 0 16,2-1 0-16,1-1 0 0,-1-3 0 0,1-4 0 15,1 1 0-15,0-4 0 0,1 0 0 0,1-4 128 16,-1-2-128-16,2-1 0 0,0-5 0 0,1 0 0 15,-2-3 0-15,2 1 0 0,0 2 0 0,-2 0 128 16,3 0-128-16,-1-2 0 0,1 2 320 0,0 3 32 16,1 1 0-16,0 3 0 0,0 4 0 0,-2 2 0 15,1 1 0-15,0 5 0 0,0-1 32 0,-6 1 0 16,0 0 0-16,0 0 0 0,0 0-192 0,0 0-48 0,31 44 0 0,-31-44 0 16,0 0-144-16,13 50 0 0,-13-50 0 0,6 40 0 15,-6-40 0-15,7 41 0 0,-7-41 0 0,6 35 0 16,-6-35 0-16,0 0 0 0,11 33 0 0,-11-33 0 15,0 0 0-15,0 0 0 0,0 0 0 0,0 0 0 16,0 0 0-16,0 0-176 0,0 0 176 0,0 0-12992 16,0 0-2496-16</inkml:trace>
  <inkml:trace contextRef="#ctx0" brushRef="#br0" timeOffset="83330.61">10886 9957 14735 0,'1'0'1312'0,"-1"-2"-1056"0,1 2-256 0,0 0 0 16,-1-2 3232-16,1 1 592 0,1-1 112 0,0-2 32 0,3-2-944 0,1 2-176 16,-1-3-32-16,2 2-16 0,0 1-1808 15,-1 1-352-15,-6 3-80 0,0 0-16 0,0 0-288 0,0 0-64 16,0 0-16-16,36 9 0 0,-36-9-176 0,0 0 0 16,0 0 0-16,12 31 0 0,-12-31 0 0,0 0 0 0,-1 29 0 0,-2-20 0 15,0 0 0-15,1-1 0 16,-2-1 0-16,1-2 0 0,1 0 0 0,1 0 0 15,1-5 0-15,0 0 0 0,0 0 0 0,0 0 0 16,0 0 0-16,0 0 0 0,0 0 0 0,0 0 0 16,0 0 0-16,35 6 0 0,-35-6 0 0,0 0 0 15,26-6 0-15,-26 6 0 0,0 0 0 0,27-5 0 0,-27 5 0 16,0 0 0-16,28-3-128 0,-28 3-64 16</inkml:trace>
  <inkml:trace contextRef="#ctx0" brushRef="#br0" timeOffset="83540.97">11279 9815 20271 0,'-4'2'1792'0,"2"1"-1424"0,0-1-368 0,1-2 0 0,1 2 3008 0,-1-2 544 16,-1 3 96-16,0 2 32 0,0-1-1312 0,2 1-256 0,0-5-48 0,0 0-16 31,0 0-1456-31,0 0-288 0,42 5-64 0,-42-5-16 16,33-5 0-16,-33 5 0 0,36-7 0 0,-36 7 0 0,34-4-224 15,-34 4 0-15,31-3 0 0,-31 3 0 16,27-3-320-16,-27 3-96 0</inkml:trace>
  <inkml:trace contextRef="#ctx0" brushRef="#br0" timeOffset="83744.55">11642 9744 18431 0,'1'0'1632'0,"-1"0"-1312"31,1 0-320-31,-1 1 0 0,0 0 3664 0,-1 1 672 16,1 1 128-16,-1 2 16 0,-1 0-1984 0,-1 5-384 15,0 2-96-15,-1 1-16 0,0 1-1424 0,-1 3-304 16,2 3-48-16,0 0-16 0,3-20-80 0,-1 44-128 16,1-44 176-16,4 41-176 0,-4-41 0 0,8 36 0 15,-8-36 0-15,0 0-18992 0</inkml:trace>
  <inkml:trace contextRef="#ctx0" brushRef="#br0" timeOffset="84332.48">13060 8014 13823 0,'-3'-3'1216'0,"1"0"-960"0,1 2-256 0,1 0 0 0,0 1 1872 0,0-2 336 16,0 2 64-16,0 0 16 15,1-2 720-15,0 1 128 0,1-1 48 0,2-1 0 0,-1 3-1584 0,3 0-320 16,2 0-64-16,1 0-16 0,-9 0-592 0,24 0-112 15,-24 0-32-15,31 0 0 0,-13-2-224 0,0 2-48 16,2-2-16-16,0 0 0 16,1 1-176-16,-3-1 0 0,-1-1 0 0,0 1 0 15,-2 1 0-15,-2 0-144 0,-13 1 144 0,23-2-160 16,-23 2-448-16,0 0-96 0,0 0 0 0,0 0-16272 16</inkml:trace>
  <inkml:trace contextRef="#ctx0" brushRef="#br0" timeOffset="84539.5">13031 8267 23039 0,'-2'2'1024'0,"1"-1"192"0,1 1-960 0,0-2-256 16,0 2 0-16,1-2 0 0,0 0 2576 0,0 1 480 0,1 0 80 0,2 1 32 0,-4-2-1152 0,0 0-224 15,0 0-64-15,34 5 0 0,-21-7-1088 0,2-1-208 16,1 1-48-16,-1 1-16 0,3 0-160 0,0-3-16 15,1 3-16-15,-2 1 0 16,-17 0-176-16,32 0 0 0,-32 0 0 0,39-3 0 31,-39 3-320-31,35 0-80 0</inkml:trace>
  <inkml:trace contextRef="#ctx0" brushRef="#br0" timeOffset="85147.53">14685 7352 18431 0,'1'-2'1632'0,"-1"1"-1312"0,0 1-320 0,0 0 0 16,-1 0 1600-16,1 0 256 0,-1-2 64 0,0 2 0 15,0 0 400 1,-1 2 96-16,1 1 16 0,-1 3 0 16,1 4-1376-16,-1 4-272 0,2-14-48 0,-6 40-16 0,6-40-352 15,-7 50-80-15,2-21-16 0,-1 2 0 0,1-1-80 0,-3 4 0 0,1-3-16 0,0 2 0 16,0-5-176-16,2-3 0 15,5-25 0-15,-6 37-11344 0,6-37-2272 0</inkml:trace>
  <inkml:trace contextRef="#ctx0" brushRef="#br0" timeOffset="85312.85">14801 7639 24879 0,'1'2'1088'0,"1"-2"256"0,1 2-1088 0,-1-2-256 15,-1 3 0-15,0-3 0 0,1 2 2496 0,-2-2 448 16,0 0 96-16,0 0 16 0,0 0-1456 0,0 0-272 16,38 28-64-16,-38-28-16 0,0 0-992 0,30 5-256 0,-19-5 0 0,1-4-17888 15</inkml:trace>
  <inkml:trace contextRef="#ctx0" brushRef="#br0" timeOffset="85631.87">15211 7380 28559 0,'0'0'1264'0,"0"0"272"0,0 0-1232 0,0 0-304 0,0 0 0 0,-1 0 0 15,0 2 1744-15,-2 1 304 0,-1 4 48 0,-2 5 16 16,-3 0-1120-16,1 4-224 0,-1 1-32 0,-1 2-16 0,3-1-592 0,0 2-128 16,7-20 0-16,-12 38 0 15,12-38 0-15,-3 35 0 0,3-35 0 0,0 0 0 0,0 0 0 0,16 44 0 16,-16-44 0-16,0 0 0 0,30 11 0 0,-16-11 0 15,1-3 0-15,1-4 0 0,1 0 176 0,3-2-16 16,1-3 0-16,-1 0 0 0,-1-2-32 0,0-3-128 16,-1 0 192-16,-1-1-64 0,-2-2-128 0,-3 2 0 0,-3-4 0 15,-3 3 0-15,-6 0 0 0,-3 1 0 0,-5 1 0 0,-4 2 0 16,-3 4 0-16,-3 4 0 0,-4 4 0 0,-2 3 0 16,-2 3 0-16,2 3 0 0,0 2 0 0,3 1 0 15,3 1 0-15,3 1-176 0,3 1 176 0,3-1-128 31,4-2-1104-31,5-9-224 0</inkml:trace>
  <inkml:trace contextRef="#ctx0" brushRef="#br0" timeOffset="86732">15842 7271 23951 0,'2'-5'2128'0,"-1"3"-1696"16,0 0-432-16,-1 0 0 0,0 1 2192 0,0-1 368 15,0-1 64-15,0-3 0 0,0 0-560 0,-2 2-112 16,-1-1-32-16,-1 3 0 0,0 4-1328 0,-2 1-272 15,0 1-48-15,-2 3-16 0,2 0-256 0,-1 3 128 16,0-1-128-16,1 1 0 0,3 1 160 0,3-11-160 0,0 0 128 0,-4 29-128 16,4-29 0-16,0 0 0 15,0 0 0-15,0 0 0 0,31 41 0 0,-31-41 0 0,0 0 0 0,41 28 0 16,-41-28 0-16,35 19 0 16,-35-19 0-16,34 21 0 0,-34-21 0 0,32 24 0 0,-32-24 0 0,0 0 0 15,37 30 0-15,-37-30 0 0,0 0 0 0,0 0 0 16,28 32 0-16,-28-32 0 0,0 0 0 0,0 0 0 15,-5 30 0-15,-3-24 0 0,0 0 0 0,-2-1 0 16,-1 0 0-16,-2-1 0 0,-1-1 0 0,-2 0 0 16,-1-1 0-16,1 0 0 0,-3-2 0 0,0-2 0 0,1 2 0 0,1-5 0 15,2 2 0-15,1-1 0 0,3-1 0 0,2-1 0 16,3-2 0-16,0 3 0 16,3-2 0-16,3-2 0 0,1 1 0 0,3-3 0 15,1 3 0-15,2-3 0 0,1 1 0 0,2-2 0 16,2 2 0-16,1-1 0 0,1-1 0 0,1 0 0 15,2-2 0-15,1 0 0 0,-1-1 0 0,0 0 0 0,0-2 0 16,-2-1 0-16,-1 0 0 0,-2-1 0 0,-1 2 0 16,-4-2 0-16,-1 2 0 0,-3-1 0 0,-2 1 0 0,-2 2-176 15,-2 2 176-15,-2 3-128 0,-3 4 128 0,-2 1-160 16,-3 4 160-16,-2 1-160 0,-1 5-128 0,-1 0-32 16,-1 4 0-16,3 1 0 15,0-1-1664-15,4 0-320 0</inkml:trace>
  <inkml:trace contextRef="#ctx0" brushRef="#br0" timeOffset="86965.36">16436 7067 21183 0,'12'-7'944'0,"-6"3"192"16,2 1-912-16,-3 0-224 0,-1 3 0 0,-2-2 0 0,1 2 1264 0,1 0 208 0,3 0 32 0,0 0 16 15,0 0-1136-15,-7 0-208 0,0 0-48 0,0 0-128 16,0 0 224-16,9 51-64 0,-9-51-16 0,-9 44 0 16,9-44 336-16,-14 57 64 0,4-24 16 0,-2 5 0 15,0 2-112-15,-1-1 0 0,1-1-16 0,3-3 0 16,2-4-80-16,7-31-16 0,-7 59 0 0,7-59 0 16,-3 54-784-16,3-54-144 0</inkml:trace>
  <inkml:trace contextRef="#ctx0" brushRef="#br0" timeOffset="87598.72">13855 7999 7359 0,'-7'-2'656'0,"2"1"-528"16,2 1-128-16,0 0 0 16,2 0 1680-16,-1-2 304 0,-1 2 64 0,-3-2 16 0,-1 0 912 0,-1-1 176 15,3 1 48-15,2 1 0 16,2-1-1168-16,1 2-240 0,3 0-32 0,0 0-16 0,2 0-1168 0,0 0-224 15,2 0-48-15,-7 0-16 16,0 0-160-16,30 0-128 0,-30 0 144 0,28 0-144 16,-28 0 384-16,38 2 0 0,-12-2-16 0,1 1 0 15,4 1 240-15,3 0 48 0,4 1 16 0,2-1 0 16,-1 0-256-16,6 1-48 0,7 0-16 0,8 1 0 0,6-2-128 0,4 0-32 16,3 1 0-16,5-3 0 0,7 0 80 0,3-3 16 15,4 1 0-15,0-4 0 0,1 0-144 0,4-3-16 16,3 0-128-16,5-1 192 0,8-4-64 0,-1 2-128 0,0-2 176 15,10-2-176-15,7 1 144 0,4-2-144 0,2 3 0 16,1-4 144-16,-1 1-144 0,2 1 0 0,-1 1 0 16,-1-1 0-16,2 3 0 0,-6 1 0 15,-3-2 128-15,-3 2-128 0,-3 0 0 0,-9 4 0 16,-7 2 0-16,-12 2 0 0,-11 1 0 0,-11 3 0 16,-9 2-160-16,-5 1-18320 0</inkml:trace>
  <inkml:trace contextRef="#ctx0" brushRef="#br0" timeOffset="88882.06">14312 8440 17503 0,'-2'-4'1552'0,"1"0"-1232"16,0 2-320-16,1 0 0 0,0 2 1888 0,-1-2 320 15,0-3 64-15,-2-1 16 0,2-2 240 0,-2 3 48 0,0-2 16 0,0 2 0 16,1 5-1248-16,-1 0-240 16,-1 0-48-16,-1 5-16 0,0 3-688 0,-2 3-144 15,1 1-16-15,-3 4-16 0,0 4-176 0,-1 3 0 16,1-2 144-16,-1 4-144 0,-2 0 0 0,2 1 0 0,1-1 0 0,1 0 128 16,2 1-128-16,2-5 0 0,4-21 0 0,0 38 0 15,0-38 0-15,0 0 0 0,0 0 0 0,24 36 0 16,-24-36 0-16,0 0 0 15,28 0 0-15,-16-5 0 0,2-5 0 0,3-4 0 0,1 0 0 16,0-2 0-16,-1-1 0 0,-1-1 128 0,-2 0-128 0,1-3 128 16,-2 2-128-16,-2-1 0 0,-2-1 0 0,-3 3 0 15,-2-4 0-15,-3 2 0 0,-2 0 0 0,-6-1 0 16,0 0 0-16,-3 2 0 0,-2 4 0 0,0 3 0 0,-2 5 0 16,2 2 0-16,1 6 0 0,-1 3 0 0,2 3 0 0,1 1-160 15,2 1 160-15,1 1 0 16,1 1-672-1,3 0-32-15,2-11 0 0,0 0-16192 0</inkml:trace>
  <inkml:trace contextRef="#ctx0" brushRef="#br0" timeOffset="89048.79">14422 8632 22111 0,'0'1'1968'0,"1"0"-1584"16,0-1-384-16,0 0 0 0,0 0 2512 0,0 0 432 15,0 2 64-15,2-2 32 0,-1 1-1056 0,-2-1-224 16,0 0-32-16,0 0-16 0,0 0-1392 0,0 0-320 16,0 0 0-16,0 0-11568 0,0 0-2352 15</inkml:trace>
  <inkml:trace contextRef="#ctx0" brushRef="#br0" timeOffset="89459.67">14808 8403 18431 0,'4'-3'816'0,"-2"1"160"0,-1 1-784 0,0 1-192 0,-1 0 0 0,-1 1 0 16,1 1 992-16,-1 0 160 0,0 0 16 0,-2 1 16 16,-1 4-432-16,0-2-96 0,0 4-16 0,-3 1 0 15,1 1 480-15,-2 1 96 0,-1 2 0 0,0 1 16 0,-2 1-144 0,1 1-48 16,0 2 0-16,2-3 0 0,0 1-480 0,3 0-112 15,0-1 0-15,5-16-16 0,0 0 144 0,1 38 16 16,-1-38 16-16,0 0 0 16,0 0-384-16,32 34-80 0,-32-34-16 0,0 0 0 15,35 4 64-15,-22-6 0 0,0-3 0 0,1-2 0 0,0-1 64 16,0-1 0-16,-2 0 16 0,0-2 0 0,-1-2-272 16,-1 1 128-16,-1-2-128 0,-1 0 0 0,-3-2 0 0,-2 1 0 15,-1-2 0-15,-3 2 0 0,-2 0 0 0,-1-2 0 16,-3 2 0-16,-1 1 0 0,-2 0 0 0,-1 4 0 15,-1 2 0-15,0 5 0 0,1 0 176 0,0 4-176 16,1 4 160-16,0 1-160 0,0 4 0 0,3-3 128 16,0 2-128-16,3-1 0 15,4-8-528-15,0 0-160 0,0 0-16 0,0 0-16176 16</inkml:trace>
  <inkml:trace contextRef="#ctx0" brushRef="#br0" timeOffset="89948.42">15181 8383 1839 0,'1'-2'160'0,"0"1"-160"0,0 1 0 0,0 0 0 16,-1-2 1568-16,0 2 288 0,2-1 48 0,1-2 16 15,1 0-128-15,0 0-32 0,-1 0 0 0,1 0 0 16,-1 0-368-16,0 1-80 0,-1-1-16 0,0 1 0 16,1 1 336-16,-2 0 64 0,0 1 16 0,-1-2 0 15,0 2 48-15,0 0 16 0,0 2 0 0,-1-2 0 0,0 0-352 0,-1 1-64 16,1 0-16-16,0-1 0 0,0 2-656 0,-1-2-144 15,2 0-32-15,-1 3 0 0,0-3-304 0,0 2-64 0,0-2-16 0,-1 3 0 16,0-1-128-16,-1 0 0 0,1 0 0 0,-2 4 0 16,-1-2 0-16,-1 3 0 15,-2 3 0-15,-1 2 0 0,-2 2 0 0,-1 3 0 16,1 1 0-16,-1 1 0 0,-1-1 0 0,2 0 0 0,1 1 0 0,2-3 0 16,2-2 0-16,6-14 0 15,-4 27 176-15,4-27-176 0,0 0 176 0,0 0-176 16,0 0 192-16,28 35-192 0,-28-35 0 0,0 0 0 0,33 1 0 0,-18-4 0 15,1-2 224-15,0-2-64 16,0 1-16-16,0 0 0 0,-1 0-144 0,-2 0 128 16,1-1-128-16,-1 2 128 0,-2-1-128 0,-1 1 0 0,-1 1 0 0,-2 1 0 31,-1 0-544-31,-2-2-96 0,-1 3 0 0,-1-2-16816 0</inkml:trace>
  <inkml:trace contextRef="#ctx0" brushRef="#br0" timeOffset="90132.63">15246 8418 16575 0,'-4'-2'736'0,"1"1"160"0,1 1-720 0,1 0-176 0,1 1 0 0,-1-1 0 0,0 3 3024 0,-1 1 576 16,2-4 112-16,-8 19 32 0,1-2-1504 0,-1 2-320 15,-2 2-48-15,-1 1-16 16,-2 3-1216-16,1-1-240 0,-1 1-48 0,0 0-16 0,0-1 48 0,2-2 0 16,1-1 0-16,2 0 0 0,1-5-144 0,7-16-32 15,-8 29 0-15,8-29 0 16,0 0-512-16,0 0-96 0</inkml:trace>
  <inkml:trace contextRef="#ctx0" brushRef="#br0" timeOffset="90465.11">15587 8249 34095 0,'-1'3'1504'0,"-1"0"320"0,0 0-1456 0,0 1-368 16,-1-1 0-16,0 1 0 0,-1 1 832 0,-2 2 80 15,-4 7 32-15,-5 4 0 0,-2 5-624 0,-1 0-128 16,2 1-32-16,0 2 0 0,2-3-160 0,1-1 0 0,2 2 0 0,0-2 0 16,0 1 0-16,0-2 0 15,2 4 0-15,1-2 0 0,8-23 0 0,-9 42 0 0,9-42 0 0,-1 41 0 16,1-41 0-16,0 0 0 0,15 45 0 0,-15-45 0 16,0 0-256-16,35 14 80 0,-18-19 16 0,0-2 0 31,3-5-208-31,-2 0-32 0,2-2-16 0,-3 0 0 0,-2 0 144 0,-2-3 16 0,-3 1 16 0,-3 1 0 15,-3 1 16-15,-4 0 0 0,-2 0 0 0,-6 2 0 16,-3 1 224-16,-3 2 0 0,-3 5 0 0,-5 2-144 16,0 4 144-16,-2 2-160 0,0 4 160 0,2 4-160 15,3-2 160-15,0 3-160 0,4 2 160 0,0-3-160 16,4 2 160-16,1-2 144 0,3 0-16 0,7-12-15120 16</inkml:trace>
  <inkml:trace contextRef="#ctx0" brushRef="#br0" timeOffset="90799.59">15872 8347 35007 0,'-4'0'1552'0,"-1"1"320"0,1 1-1488 0,-1-2-384 16,1 1 0-16,1 0 0 0,-1 1 640 0,-1 1 48 15,-6 2 16-15,-4 2 0 0,0 2-704 0,0 1 0 16,3-1 0-16,1-2-176 0,2 4 176 0,2 0 128 15,0-1-128-15,7-10 176 0,-8 23 960 0,8-23 192 16,0 0 32-16,-4 31 16 16,4-31-1744-16,0 0-336 0,0 0-80 0,18 38-16 0,-18-38 800 0,0 0 0 15,0 0 0-15,38 33 144 0,-38-33 0 0,0 0 0 0,31 28 0 0,-31-28 0 16,0 0-144-16,0 0 0 0,34 34 0 16,-34-34 0-16,0 0 0 0,0 0 0 0,0 0 0 0,0 0 0 15,7 36 0-15,-11-30 0 0,-2-1 0 0,-1 2 0 16,-3-2 0-16,-1 2 128 0,-4 0-128 0,-2 0 0 15,-3 2 208-15,-1-1-32 0,-1-2-16 0,-1 0 0 0,3-2-160 16,2-2 128-16,1-2-128 0,3-3 128 16,5-3-704-16,1-3-160 0</inkml:trace>
  <inkml:trace contextRef="#ctx0" brushRef="#br0" timeOffset="90982.56">15756 8393 27359 0,'-2'2'592'0,"1"0"128"0,1 1 32 0,1-3 16 0,0 2-608 0,-1-2-160 16,1 0 0-16,2 0 0 0,-3 0 2880 0,0 0 560 16,0 0 96-16,28 0 32 0,-15-4-2624 0,3 1-528 15,1 0-96-15,0-1-32 0,1 1-128 0,1-1-32 16,-1 3 0-16,0-2 0 0,-18 3-128 0,34-1 0 0,-34 1 0 0,26 0-12320 31,-26 0-2496-31</inkml:trace>
  <inkml:trace contextRef="#ctx0" brushRef="#br0" timeOffset="91315.9">16156 8543 5519 0,'-2'1'496'0,"1"-1"-496"0,1 2 0 0,0-2 0 0,0 0 3168 0,0 0 544 16,0 1 96-16,0 1 32 0,2 0 176 0,-1-1 32 16,4-1 16-16,3 2 0 0,0-4-2064 0,2 1-400 15,3 1-96-15,2-2-16 0,2-1-848 0,0 1-160 16,4-2-32-16,-2 1-16 0,1-2-288 0,-3 3-144 15,0-3 160-15,-2 1-160 0,-2 1 0 0,1-2 0 16,-1 3 0-16,-1-1 0 0,-2-1 0 0,-1 0 0 16,-1 1 0-16,-1 0 0 15,-1 1-960-15,-1 0-176 0</inkml:trace>
  <inkml:trace contextRef="#ctx0" brushRef="#br0" timeOffset="91530.24">16343 8378 17503 0,'-1'-2'1552'0,"0"0"-1232"16,1 2-320-16,0 0 0 0,0 2 2320 0,0-2 416 0,0-2 80 0,-1 2 0 15,-1 0 176-15,0 0 16 16,1 2 16-16,-2 2 0 0,3-4-1904 0,0 0-384 16,-10 29-80-16,10-29-16 0,-8 33-336 0,8-33-80 0,-13 41-16 0,13-41 0 15,-14 47-208-15,8-25 0 0,6-22 128 0,-10 43-128 16,10-43 0-16,-4 33 0 0,4-33 0 0,0 0 0 0,6 44 0 0,-6-44-128 15,0 0 128-15,0 0-18560 16</inkml:trace>
  <inkml:trace contextRef="#ctx0" brushRef="#br0" timeOffset="92227.59">16851 8360 16575 0,'2'-1'1472'0,"-1"-1"-1168"0,0 0-304 16,-1 2 0-16,0 0 2224 0,0 0 384 0,0-1 80 0,1 1 0 15,-1-2 192-15,-1 2 16 0,-1 0 16 0,0 0 0 16,-1 2-1648-16,1-1-336 0,0 3-64 0,-1-3-16 0,0 1-528 0,0 0-128 0,1 0 0 16,0-2-16-16,0 2-176 0,0-1 0 15,1 1 0-15,-1-1 0 0,0 3 0 0,0-2 0 16,2-2 128-16,-8 14-128 0,3-3 0 0,-2 2 128 0,1 3-128 0,-4 2 128 15,1 2-128-15,-1 0 0 16,0 1 0-16,-1 0 128 0,2 1-128 16,0-1 0-16,0 0 0 0,1-1 0 0,2-2 0 0,6-18 0 0,-8 32 128 0,8-32-128 15,0 0 0-15,0 37 128 16,0-37-128-16,0 0 128 0,0 0 0 16,0 0-128-16,29 26 192 0,-29-26-64 0,22-3-128 0,-8-1 160 15,0-1-160-15,2-3 160 0,0-1-160 0,-1-4 128 16,1 0-128-16,-2-1 128 0,0 2-128 0,-1-4 0 15,-1-3 0-15,-1-2 0 0,-1-2 0 0,-3 0 0 16,-2-3 0-16,-4 2 0 0,-2-2 0 0,-2 1 0 16,-4 1 0-16,0 3 0 0,-1 4 0 0,-3 2 0 15,-2 4 0-15,-2 5 0 0,-1 3 0 0,-2 5 0 0,1 2 0 16,2 4 0-16,0 2-160 0,2 1 160 16,2 1 0-16,1 2-144 0,4 0-176 0,6-14-16 15,-7 27-16-15,7-27-17904 0</inkml:trace>
  <inkml:trace contextRef="#ctx0" brushRef="#br0" timeOffset="92450.27">17089 8581 19343 0,'0'0'1728'0,"0"0"-1392"0,0 0-336 0,0 0 0 15,0 0 3584-15,0 0 656 0,0 0 128 0,0 0 32 16,0 0-2416-16,0 0-496 0,8 37-80 0,-8-37-32 0,0 0-1056 0,0 0-192 15,0 0-128-15,7 35 128 16,-7-35-128-16,0 0 0 0,0 0 0 0,0 0 0 16,0 0-288-16,0 0-80 0</inkml:trace>
  <inkml:trace contextRef="#ctx0" brushRef="#br0" timeOffset="92754.69">17300 8438 5519 0,'0'0'496'0,"0"0"-496"16,0 0 0-16,-1 0 0 0,0 0 3328 0,0 0 560 15,1 0 112-15,-2 2 32 0,0 0-80 0,0 1-16 0,-2 4 0 0,-2 0 0 16,2 2-2080-16,-2 1-400 0,1 0-96 0,-1 2-16 16,1 1-720-16,5-13-160 0,-8 25-16 0,8-25-16 15,0 0-240-15,-3 34-64 0,3-34 0 0,0 0 0 16,0 0-128-16,0 0 0 15,26 36 0-15,-26-36 0 0,0 0 0 0,0 0 0 0,37 3 0 0,-26-6 0 16,0-1 0-16,-1-2 0 0,0 0 0 0,-1-2 0 16,0-1 0-16,-2 0 0 0,-1 0 0 0,-2-2 0 15,1 2 0-15,-2-3 0 0,-1 0 0 0,-1-1 0 16,-3 0 0-16,-1-1 0 0,-2-2 0 0,0 1 0 16,-3-1 0-16,1 1 0 0,-2 2 0 0,-1 3 0 0,0 2 0 0,-1 4 0 15,0 2 0-15,-1 2 0 0,0 4 0 16,2 1 0-16,0 2 0 0,2 0-12176 15,1 2-2416-15</inkml:trace>
  <inkml:trace contextRef="#ctx0" brushRef="#br0" timeOffset="93112.51">17494 8352 19343 0,'-3'0'1728'0,"2"-1"-1392"16,0 0-336-16,1 1 0 0,0 0 2160 0,-1 0 352 16,0 0 80-16,0 0 16 0,1-3-400 0,1 1-80 15,2 2-16-15,3-3 0 0,1 1-976 0,2 1-208 0,2 0-32 0,2 1-16 16,0-2-432-16,2 2-64 0,2-2-32 16,-17 2 0-16,30 2-224 0,-30-2-128 15,0 0 128-15,33 11-128 0,-33-11 0 0,0 0 0 16,0 0 0-16,0 0 128 0,24 41-128 0,-24-41 0 0,0 0 0 0,-10 40 0 0,2-26 0 15,-2 1 0-15,-1 1 0 0,-2-2 0 16,-1 1 0-16,0-1 0 0,1 0 0 0,1-1 0 0,3-2 0 16,1 1 176-16,2-3-176 0,6-9 192 0,0 0-192 0,0 0 0 15,0 0 0-15,0 0 128 0,0 0-128 16,0 0 0-16,33 27 0 0,-19-30 0 16,2-1-432-1,3-2-16-15,-1-1 0 0,3 0 0 0,0 0-2256 16,0-3-464-16</inkml:trace>
  <inkml:trace contextRef="#ctx0" brushRef="#br0" timeOffset="93430.57">17847 8350 8287 0,'-8'-10'368'0,"3"4"80"0,1 1-448 0,0 2 0 16,1-2 0-16,1 3 0 0,0 0 2592 0,-1-1 432 16,-2-1 96-16,0-2 16 0,1 2 400 0,1 0 96 15,1 3 16-15,2 1 0 0,2 0-1472 0,-2 0-272 0,0 0-64 0,0 0-16 16,30 10-1072-16,-30-10-224 15,26 5-32-15,-26-5-16 0,33 2-320 0,-33-2-160 16,36 2 160-16,-36-2-160 0,34 0 192 0,-34 0-64 16,28 2-128-16,-28-2 192 0,0 0-192 0,28 8 0 15,-28-8 0-15,0 0 0 0,0 0 0 0,0 0 0 0,0 0 0 16,4 41 0-16,-12-30 0 0,-1 3 0 16,-3 2 0-16,-3-1 0 0,0 4 0 0,0-3 0 15,-2 3 0-15,1-2 0 0,3-3 0 0,2 0 0 0,4-2 0 0,7-12 0 16,0 0 0-16,-5 29 176 0,5-29-176 0,0 0 160 0,0 0-160 0,0 0 0 15,33 26 0-15,-33-26 0 0,25 2 0 16,-12-4 0-16,3-1 0 0,2 0 0 16,-1-1 0-16,2-3 0 0,-1 3 0 15,-1-4-12416-15,0 4-2496 0</inkml:trace>
  <inkml:trace contextRef="#ctx0" brushRef="#br0" timeOffset="94215.96">18149 8390 6447 0,'0'0'576'0,"0"0"-576"15,0 0 0-15,0-2 0 0,1 2 1280 0,-1 0 128 16,1-2 48-16,0-1 0 0,0 0 960 0,-1 1 192 0,1 0 32 0,-2 0 16 16,0 0 192-16,0 1 32 15,-1 1 16-15,1-2 0 0,-2 2-960 0,1 0-192 0,-1 0-32 16,-1 2-16-16,2-1-880 0,-2 1-176 15,0 0-48-15,1 0 0 0,0 1-352 0,-2 1-80 0,1 1-16 0,-1 0 0 16,0 0-144-16,0 2 0 0,-2 2 144 0,2 3-144 16,-2 0 144-16,0 2-144 0,0 2 192 0,0-1-192 15,0 2 144-15,7-17-144 0,-10 32 0 0,10-32 144 16,-5 34-144-16,5-34 160 0,0 0-160 0,8 42 160 16,-8-42-160-16,0 0 0 15,0 0 0-15,36 36 128 0,-36-36-128 0,27 3 0 0,-13-4 0 0,-1-2 0 0,2-3 0 0,0-1 0 31,-1-3 0-31,1-2 0 0,-1-2 0 0,-2 0 0 0,-2 0 0 0,-1-2 0 16,-4 1 0-16,-1 1 0 0,-3-3 0 0,-3 3 0 16,-4-3 0-16,-5 1 0 0,-3-1 0 0,-4 3 0 0,-2 0-128 15,-3 2-16-15,2 7 0 0,0 1 0 16,-1 6-496 0,4 3-112-16,2 1-16 0,0 4 0 0,2 2-944 0,2 0-192 15</inkml:trace>
  <inkml:trace contextRef="#ctx0" brushRef="#br0" timeOffset="94749.83">18933 7778 9215 0,'-1'-9'816'0,"1"4"-656"0,0 1-160 0,1 1 0 0,0 0 2816 0,-1 1 544 0,1 1 96 15,1-2 32-15,1-3-336 0,0 0-64 16,1 1-16-16,-1-1 0 0,0 2-1168 0,-2 0-240 0,1 3-64 0,0-2 0 0,0 0-832 0,2 0-160 16,-1-1-32-16,4 0-16 15,0-2-304-15,4-1-64 0,2-5-16 0,1 2 0 16,3-2-176-16,3-2 128 0,-1 0-128 0,1 2 128 16,-2 0-128-16,1 0 0 0,-1 1 0 0,0 2 0 15,-1 1 0-15,-1 1 0 0,-3 4 0 0,-2 1 0 16,-2 4 0-16,-9-2 0 0,0 0 0 0,0 0 0 15,10 38 0-15,-10-38 0 0,-9 39-144 0,9-39 144 16,-13 47 0-16,13-47-128 0,-11 50 128 0,11-50 0 16,-6 43 0-16,6-43 0 0,0 0 0 0,6 51 0 0,-6-51 0 15,0 0 0-15,31 30 0 0,-31-30 0 16,34 9 0-16,-13-7 0 0,0-4 0 0,0-1 0 0,-1-1 0 0,1-4 144 16,0-1-144-16,0-1 128 0,-2 1-128 15,-1-3 128-15,-1 0-128 0,-4 2 128 0,-1 1-128 0,-4 0 0 16,-1-1-160-16,-2 4-18320 0</inkml:trace>
  <inkml:trace contextRef="#ctx0" brushRef="#br0" timeOffset="95148.95">19022 8013 14735 0,'-2'-3'1312'0,"1"1"-1056"0,1 0-256 0,-1 2 0 15,1 0 1088-15,-1 0 144 0,0 0 48 0,-1 0 0 16,-1 0 624-16,-2 0 128 0,1 1 16 16,-2 2 16-16,0 0-1168 0,0 0-224 0,1 1-48 0,0 1-16 0,0 0-96 0,1-1 0 15,0 1-16-15,0 0 0 0,2-1 400 0,1-3 64 0,2 1 32 0,0 0 0 32,1-2 64-32,1 0 16 0,2-2 0 0,1-1 0 15,2-1-304-15,3-1-48 0,1-2-16 0,2-2 0 0,1 0-352 16,3-1-80-16,0-1-16 0,-1-1 0 15,3-1-80-15,-1 1-32 0,1 0 0 0,-4 0 0 0,-2 5-144 16,0-1 0-16,-3 3 144 0,0 1-144 0,-4 3 0 0,-1 1 0 16,-1 2 0-16,-5-2 0 15,0 0 0-15,0 0 0 0,0 0 0 0,6 42 0 16,-6-42 0-16,0 0 0 0,0 41 0 0,0-41 0 16,0 0 0-16,10 48 0 0,-10-48 0 0,0 0 0 0,30 42 0 0,-30-42 0 15,38 19 0-15,-38-19 0 0,50 9 0 0,-22-9 0 16,4-2 0-16,-2-3 0 0,1-2 0 15,1-2 0-15,1-1 0 0,2-4 0 0,2-3-320 0,-1-1-16 16</inkml:trace>
  <inkml:trace contextRef="#ctx0" brushRef="#br0" timeOffset="95515.93">20338 7610 12095 0,'1'-7'256'0,"-1"4"64"0,0 1 16 0,0 0 16 0,-1 0-352 0,1 1 0 0,0 1 0 0,-1-2 0 16,1 0 3328-16,-2 1 576 0,1 1 128 0,-1 0 64 0,0 3-1200 15,-2 2-224-15,-1 2-48 0,0 3 16 0,-3 6-1232 0,-1 1-240 16,0 4-48-16,-3 2 16 0,-3 6-688 0,-2 0-144 16,0 3-32-16,0-2 32 15,3-2-304-15,0 0 128 0,0 3-128 0,2-3 128 16,5-3-128-16,7-25 0 0,-8 44 0 0,8-44 0 0,0 0-352 0,11 41-32 0</inkml:trace>
  <inkml:trace contextRef="#ctx0" brushRef="#br0" timeOffset="95865.48">20599 7617 24879 0,'1'-2'2208'0,"0"1"-1760"16,0 0-448-16,-1 1 0 0,-1 1 1984 0,0-1 320 15,-1 0 64-15,-1 1 16 0,-1 4-480 0,-2-1-112 0,-2 3 0 0,-1 1-16 16,0 5-1264-16,-1-1-256 0,0 2-64 0,10-14 0 16,-17 32-64-16,17-32-128 0,-13 28 176 0,13-28-176 15,0 0 128-15,-9 39-128 0,9-39 0 0,0 0 0 16,0 0 0-16,0 0 0 0,15 46 0 0,-15-46 0 0,0 0 0 0,28 19 0 16,-28-19 0-16,0 0 0 15,36 19 144-15,-36-19-144 0,0 0 0 0,36 17 144 16,-36-17 16-16,0 0 0 0,26 13 0 0,-26-13 0 0,0 0-160 0,0 0 0 15,0 0 0-15,0 0 0 0,0 0 0 0,0 0 0 16,0 0 0-16,0 0 0 0,-2 39 0 16,-8-32 0-16,-2-1 128 0,-1 0-128 0,0 0 0 15,-1 0 0-15,-4 1 0 0,-1-2 0 0,-1 2 0 16,-2-3 128-16,-3 1-128 0,-1-1 0 0,2-1 0 0,1 0 0 16,5-3 0-16,2-3 0 0,5-1-768 15,2-6-144-15</inkml:trace>
  <inkml:trace contextRef="#ctx0" brushRef="#br0" timeOffset="96017.35">20475 7695 32255 0,'8'-4'1424'0,"-4"3"304"16,2-1-1392-16,-1 1-336 0,-2 0 0 0,1-1 0 0,2 0 1616 0,3-2 256 16,6 0 48-16,5-5 16 0,5-1-1104 0,2 1-240 15,0-3-32-15,-1 2-16 0,1-1-416 0,-2 3-128 16,1 1 0-16,-1 2 0 0,-1 1 0 0,-3 3-256 15,1 2 64-15,-22-1-17952 0</inkml:trace>
  <inkml:trace contextRef="#ctx0" brushRef="#br0" timeOffset="96232.23">20880 7866 19343 0,'1'2'848'0,"0"-2"192"0,0 0-832 0,-1 0-208 0,0 0 0 0,-1 1 0 16,1 1 2944-16,-1 0 560 0,-1 3 96 0,2-5 32 16,0 0-928-16,0 0-176 0,-9 31-32 0,9-31-16 0,0 0-1712 0,0 0-320 15,-1 40-80-15,1-40-16 16,0 0-352-16,0 0 0 0,0 0 0 0,0 0 0 16,26 35-256-16,-26-35-80 0</inkml:trace>
  <inkml:trace contextRef="#ctx0" brushRef="#br0" timeOffset="96764.86">21545 7558 19343 0,'0'-5'848'0,"0"2"192"0,0 1-832 0,-1 2-208 16,0 0 0-16,-1 0 0 0,0 0 1456 0,-2 2 240 16,-1-1 48-16,-3 4 16 0,-4-1 160 0,0 3 48 0,-1 0 0 0,0 3 0 15,0-1-752-15,0 1-160 0,1 2-32 0,0 2 0 16,1 0-528-16,1-2-112 0,10-12-32 0,-15 26 0 16,15-26-32-16,0 0 0 0,0 0 0 0,-3 39 0 15,3-39-112-15,0 0-16 0,0 0-16 0,28 37 0 0,-28-37-32 0,0 0 0 16,37 31 0-16,-37-31 0 15,28 24-144-15,-28-24 0 0,29 26 0 0,-29-26 128 16,0 0-128-16,33 40 0 0,-33-40 0 0,0 0 0 16,18 36 0-16,-18-36 0 0,0 0 0 0,0 0 0 0,-15 41 0 0,4-32 0 15,-2 0 0-15,-3 0 0 0,-1-1 0 16,-1-1 0-16,-2 0 0 0,0-1 0 16,-2 0 0-16,-1-2 0 0,-2 1 0 0,2-3 0 0,1-2 0 15,3-2 0-15,0-1 0 0,2 0 0 0,2-2 0 0,2-1 0 0,2-1 128 0,2-2-128 16,4-1 0-16,1 0 0 0,3 1 0 15,3-2 0-15,3-1 0 0,4 0 0 0,3-4 0 16,3 1 128-16,1-2-128 16,3-2 160-16,3 0-160 0,2-2 160 0,1-3-160 15,2-1 0-15,-1 3 0 0,1-4 0 0,2 0 0 16,2-3 0-16,2-2 128 0,-2 3-128 0,-2 2 0 0,-5 4 0 16,-3 6 0-16,-5 2 128 0,-5 4-128 0,-4 3 0 0,-5 2 0 15,-5 3 0-15,-5 4 0 0,-7 1 0 0,-7 4 0 16,-4 0 0-16,-4 5 0 0,-6 2 0 0,-2 3 0 15,-4 1-18192-15</inkml:trace>
  <inkml:trace contextRef="#ctx0" brushRef="#br0" timeOffset="99251.32">3938 10590 911 0,'-3'2'0'0,"2"-2"0"0,0 0 0 0,1 1 0 15,0-1 2928-15,0 0 496 0,-1 0 96 0,2 2 32 0,2-2-832 0,1 2-160 16,1-2-48-16,3 0 0 0,-8 0-384 0,22-2-80 16,-8-1 0-16,2-1-16 0,1-1-592 0,5 0-112 15,0-2-32-15,3-2 0 0,0-1-224 0,1 3-48 16,0-2-16-16,-2 1 0 0,0 2-432 0,-2-2-64 16,-2 1-32-16,-4 2 0 15,-3-1-336-15,-2 3-144 0,-2-2 128 0,-3 3-128 0,0 0 0 0,-3 0-144 16</inkml:trace>
  <inkml:trace contextRef="#ctx0" brushRef="#br0" timeOffset="99538.3">4287 10258 6447 0,'-1'-2'576'0,"0"-2"-576"0,1 3 0 0,0-1 0 15,0 2 4512-15,-1 2 800 0,0-2 144 0,-1 3 48 16,-1 3-2496-16,-1 4-512 0,-3 5-80 0,-1 6-32 16,-1 3-1328-16,-1 4-272 0,0 0-48 0,-1 6-16 15,0-1-368-15,-2 4-80 16,2-3-16-16,-3 4 0 0,-2 4-48 0,-2 2-16 16,2 2 0-16,-1-2 0 0,0-2-192 0,3-6 144 0,3-7-144 0,2-2 128 15,3-3-128-15,2-2 0 0,2-4 0 0,2-18 0 16,0 0 0-16,5 34 0 0,-5-34 0 15,0 0 0-15,0 0 0 0,38-8 0 0,-24-3-176 0,5-1 176 32,1-5-448-32,4 1 0 0,2-3 0 0,-1 2-10832 0,1 3-2176 0</inkml:trace>
  <inkml:trace contextRef="#ctx0" brushRef="#br0" timeOffset="101121.36">4494 10816 10127 0,'1'-2'896'0,"-1"1"-704"0,0 1-192 0,0 0 0 0,0-2 1408 0,0 2 256 15,0-2 64-15,-1 1 0 0,1-1 640 0,-1 2 144 0,0-2 32 0,0 2 0 16,1 2-928-16,-1-2-176 16,-1 2-32-16,1-2-16 0,0 3-784 0,0-1-160 0,0-1-16 0,0 1-16 15,0 0-96-15,1 0 0 16,-1-2-16-16,1 2 0 0,-1-2 16 0,1 1 0 15,-1 1 0-15,1 0 0 0,-1-1-32 0,1 1 0 16,0 0 0-16,-1 0 0 0,0 3-48 0,0-2-16 16,-1 1 0-16,0 2 0 0,0 0-64 0,-1 2-16 15,1 1 0-15,-1 0 0 0,0 3-144 0,-1 2 160 16,1 1-160-16,-1 2 160 0,2 0-160 0,0-2 0 16,2-15 144-16,1 24-144 0,-1-24 0 0,0 0 0 15,0 0 0-15,0 0 128 0,0 0-128 0,0 0 0 0,36 17 0 16,-25-24 0-16,0-3 0 0,1-2 176 0,2-1-176 15,-1-1 192-15,0-1-16 0,0 1 0 0,0-1 0 16,-1-1 0-16,-2 1-176 0,-2 1 0 0,1-4 0 0,-2 1 0 16,-3 2 0-16,-3 1 0 0,-3 2-144 0,-2 2 144 15,-2 2 0-15,-4 0 0 0,-1 3 0 0,-3 0 0 16,-1 3 0-16,-2 2 0 0,0 3 0 0,0-1 0 16,3 3-128-16,2-3 128 0,3 3 0 0,3 0 0 31,2 1-880-31,2 0-64 0,2-2-16 0,0-4-14848 0</inkml:trace>
  <inkml:trace contextRef="#ctx0" brushRef="#br0" timeOffset="101323.83">4721 10854 33167 0,'0'2'1472'0,"-1"-2"304"0,0 0-1424 0,1 1-352 15,-1 0 0-15,1 1 0 0,-1-1 896 0,0 3 96 16,0 3 32-16,0 1 0 0,0 3-560 0,1-11-96 16,0 0-32-16,3 27 0 0,-3-27-336 0,0 0 0 15,0 0 0-15,0 0-11280 0,0 0-2224 16</inkml:trace>
  <inkml:trace contextRef="#ctx0" brushRef="#br0" timeOffset="101694.27">4894 10790 4607 0,'2'-2'400'0,"-1"1"-400"0,0 1 0 0,-2 0 0 15,1 1 1792-15,0-1 256 0,0 2 64 0,-1-2 16 0,0 2 960 0,-2 0 192 16,0 3 48-16,-1 0 0 0,-1-1-448 15,-1 2-64-15,1 2-32 0,-2 0 0 0,3 1-1360 16,-2 0-272-16,1 1-48 0,1 2-16 16,-1-2-720-16,3 1-160 0,0 1-16 0,1-2-16 15,0 1-176-15,1-2 0 0,0-9 0 0,0 0 128 0,0 0-128 0,0 0 0 16,11 34 0-16,-11-34 0 0,0 0 0 0,0 0 0 16,0 0 0-16,32-2 0 0,-22-4 0 0,1-2 0 15,0-1 0-15,0-1 0 16,1-1-160-16,0-1 160 0,-3 1-208 0,1-1 80 15,-2 1-256-15,0-4-32 0,-2 1-16 0,-2 2 0 16,-2 0-32-16,-2 3-16 0,-2 0 0 0,-2-1 0 0,-2 4 288 0,-2 2 48 0,-1 1 16 16,-1 2 0-16,-2 1 128 0,2 0 0 0,0 2 0 0,0 1 0 15,2 2-864 1,1-2-144-16</inkml:trace>
  <inkml:trace contextRef="#ctx0" brushRef="#br0" timeOffset="102047.02">5173 10690 8287 0,'-1'-2'736'0,"0"-1"-592"0,1 3-144 0,-1 0 0 15,1 0 1408-15,0-2 240 0,-1 0 48 0,0-1 16 16,0-2 448-16,0 0 80 0,0-1 32 0,1 1 0 16,0 2 240-16,0-1 48 0,0 1 16 0,0 3 0 15,1-2-688-15,-2 2-144 0,1 2-16 0,0 1-16 16,-1 1-768-16,0 3-160 0,0 3-16 0,-2 4-16 0,0 1-336 0,0 3-64 15,-2 1-16-15,-1 5 0 0,-1 2-160 0,1-4-48 16,0 0 0-16,-1 3 0 0,-1 2-128 0,2 0 0 16,0 0 0-16,2-2-18864 15</inkml:trace>
  <inkml:trace contextRef="#ctx0" brushRef="#br0" timeOffset="103463.91">5470 10814 21183 0,'0'-1'1888'0,"0"1"-1504"0,0 0-384 0,0 0 0 16,0 1 1808-16,-1 1 304 0,0 0 48 0,0 2 16 16,-1 4-256-16,0 1-32 0,0 1-16 0,-1 2 0 15,-1 2-1296-15,0 0-272 0,0 0-48 0,-2 1-16 16,1-1-240-16,-3-2 0 0</inkml:trace>
  <inkml:trace contextRef="#ctx0" brushRef="#br0" timeOffset="104284.09">5666 10767 14735 0,'1'0'1312'0,"0"-1"-1056"0,0 1-256 0,0-2 0 15,0 1 2048-15,1 1 368 0,1-2 64 16,1-3 16-16,3 1 832 0,0-1 160 16,0 0 32-16,-2 3 16 0,-5 2-1808 0,0 0-384 15,0 0-64-15,0 0 0 0,0 0-832 0,0 0-176 16,0 0-16-16,0 0-16 0,0 0-240 0,0 0 0 0,0 0 128 0,25 28-128 15,-25-28 0-15,0 25 0 0,-1-12 0 0,1 3 0 16,0 4 0-16,-2-2 0 0,0 2 0 16,0-2 0-16,-1 2 0 0,2-2 0 0,0 1 0 15,1-1 0-15,0-18 0 0,4 27 0 0,-4-27 0 0,0 0 0 0,0 0 0 0,0 0 0 16,0 0 0-16,0 0 0 0,0 0 0 0,40-4 0 16,-32-7 0-16,1-4 0 0,0-1 0 0,-1-1 0 15,2 0 128-15,-4 0-128 16,1 3 0-16,-1-3 0 0,1-1 0 0,-3 1 0 0,0 0 0 15,-2 3 0-15,-2 0 0 0,-1 0 0 0,-1 0 0 0,-1 4 0 16,0 0 0-16,0 3 0 16,1-1-1312-16,0 2-160 0</inkml:trace>
  <inkml:trace contextRef="#ctx0" brushRef="#br0" timeOffset="105200.34">6246 10562 7359 0,'-2'1'656'0,"0"0"-528"0,1-1-128 0,1 0 0 16,0 0 1488-16,-2 2 272 0,0-1 48 0,-2 1 16 0,2 1 416 15,-1 1 64-15,0-4 32 0,1 2 0 0,1 1-320 0,0-3-64 16,2 0-16-16,1 0 0 0,2 0-240 0,0-3-48 0,3 1-16 0,0 0 0 16,2 0-352-16,1-1-64 15,-10 3 0-15,0 0-16 0,31-3-656 0,-31 3-128 16,0 0-32-16,36-2 0 0,-36 2-192 0,0 0-32 15,40 5-16-15,-40-5 0 0,0 0-144 0,36 5 0 16,-36-5 0-16,0 0 128 0,35 2-128 0,-35-2 0 0,0 0 0 0,31-4 0 0,-31 4 0 16,19-6 0-1,-12 2 0-15,1 0 0 0,-2 0-240 0,0 0 32 16,-1-1 0-16,-1 3-18000 0</inkml:trace>
  <inkml:trace contextRef="#ctx0" brushRef="#br0" timeOffset="105689.66">6334 10709 9215 0,'-3'0'400'0,"0"0"96"0,0 0-496 0,1 0 0 15,0 0 0-15,1 0 0 0,-1 0 1344 0,0 0 192 16,-3 0 16-16,-1 0 16 0,0 2 112 0,0 1 32 15,2-1 0-15,-1 0 0 0,1 0-560 0,2 1-128 16,-1-2 0-16,0 1-16 0,1 1-288 0,1-2-48 16,0 1-16-16,0-2 0 0,1 0 480 0,0 1 80 15,0-1 32-15,0 0 0 0,1-1-112 0,-1 1-32 16,0 0 0-16,0 0 0 0,0 0-288 0,1 0-64 16,-1 0-16-16,1-2 0 0,0 2-112 0,0-1-32 0,2 0 0 0,0-2 0 15,1 1-224-15,2-1-48 0,-6 3-16 0,0 0 0 16,27-4-16-16,-27 4 0 0,30-5 0 15,-30 5 0-15,42-5-144 0,-42 5-16 0,50-7-128 0,-22 3 192 16,1 1-192-16,-29 3 0 0,53-4 0 0,-53 4 0 16,45-3 0-16,-45 3 0 0,43-2 0 0,-43 2-18992 15</inkml:trace>
  <inkml:trace contextRef="#ctx0" brushRef="#br0" timeOffset="117006.52">5859 10630 7359 0,'0'0'656'0,"0"0"-528"16,1 0-128-16,-1 0 0 0,0 0 1040 0,0 0 176 15,0 0 48-15,0 1 0 0,0 1 688 0,0 0 144 16,0-2 16-16,0 3 16 0,-1-2-288 0,1 0-64 16,-1-1-16-16,1 2 0 0,0-2-480 0,0 0-80 0,0 0-32 15,0 0 0-15,0 0-288 0,0-2-64 16,0 2-16-16,0 0 0 0,0 0-240 0,0 2-48 15,0-2-16-15,0 3 0 0,0-1-240 0,0 3-32 16,0 2-16-16,1 2 0 0,-1 1-16 0,0 3 0 16,0 0 0-16,0 1 0 0,0 1-32 0,0 1-16 0,-1 2 0 15,1-1 0-15,0 3-144 0,0-4 128 0,0 4-128 16,0-20 128-16,4 38-128 0,-4-38 128 0,6 40-128 0,-6-40 128 0,6 38-128 0,-6-38 0 16,5 32 0-16,-5-32 0 15,0 0 0-15,9 38 0 0,-9-38 128 0,0 0-128 16,0 0 0-16,0 0 0 0,0 0 0 0,0 0 128 15,0 0 192-15,0 0 48 0,40 10 0 0,-33-17 0 16,0 0 0-16,2-5 0 0,0 0 0 0,1 0 0 0,-1-1-192 16,-1 0-48-16,0 1 0 0,-2 0 0 0,-1 1-128 0,-2 1 0 15,-1 1 0-15,-4 1 128 16,-2 1-128-16,-2 2 0 0,-3 1 0 0,-1 2 0 0,0 2 0 0,-2 3 0 16,-3 3 0-16,-1 1 0 15,1 3 0-15,0 0-256 0,0 1 64 0,2 1 16 16,2-3-592-16,1-1-112 0,4-2-16 0,2-1-10432 15,2-4-2064-15</inkml:trace>
  <inkml:trace contextRef="#ctx0" brushRef="#br0" timeOffset="117407.9">5731 10811 4607 0,'3'-12'192'0,"-1"3"64"0,0 0-256 0,0 3 0 16,-1 1 0-16,-1 3 0 0,1-2 1344 15,0-2 240-15,1-5 32 0,0 1 16 0,-1-1 992 0,-1 3 208 16,0 4 48-16,-1 1 0 0,-1 3-304 0,0 1-48 16,-1 3-16-16,-1 0 0 0,-1 4-864 0,2 1-176 15,-2 3-48-15,1 3 0 0,1 5-448 0,0 4-80 16,0 2-32-16,0 0 0 0,1 0-480 0,1 3-80 15,0 4-32-15,2 3 0 0,0-2-272 0,1 0 0 0,2 0 0 0,2-8-17328 16</inkml:trace>
  <inkml:trace contextRef="#ctx0" brushRef="#br0" timeOffset="120394.06">7187 10557 7359 0,'-4'0'656'0,"0"-2"-528"16,1 1-128-16,2 1 0 0,1 0 928 0,-1-2 160 0,-2 2 16 0,-1-2 16 15,-2 0 544-15,0-1 128 0,2-1 0 0,2 1 16 16,0 2 336-16,2-2 64 0,2 0 16 0,0 0 0 15,3 0-368-15,0-2-64 0,3 0 0 0,-1 2-16 16,2-2-432-16,1 0-96 16,2 2-16-16,1 0 0 0,-1 0-608 0,-12 3-128 15,27-3-32-15,-27 3 0 0,0 0-256 0,35 0-48 0,-35 0-16 0,0 0 0 16,0 0-144-16,0 0 0 0,36 25 0 16,-36-25 0-16,0 0 0 0,6 35 0 0,-8-22 0 15,-2 2 0-15,-2 2 0 0,-3 0 0 0,0-1 0 0,-1 1 0 16,-1 2-256-16,0-3 80 0,-2 1 16 15,0-2 0-15,0 1-16 0,0-4 0 0,1 0 0 0,1-1 0 0,2-3-144 16,3-1-16-16,3-3-16 0,1-2 0 0,2 1 352 0,2-3 0 16,0 1-144-16,1 1 144 0,-3-2 0 0,0 0 0 15,0 0 128-15,0 0-128 0,36 0 704 0,-36 0 64 16,0 0 0-16,29-3 0 0,-29 3-320 0,0 0-64 16,35-7-16-16,-35 7 0 0,24-5-144 0,-24 5-32 15,24-5 0-15,-24 5 0 16,23-6-192-16,-13 3 128 0,1-2-128 0,-1 3 0 15,0-3 0-15,1-2 0 0,1-2 0 0,1 1-18416 0</inkml:trace>
  <inkml:trace contextRef="#ctx0" brushRef="#br0" timeOffset="120572.2">7597 10648 18431 0,'-2'0'1632'0,"0"-1"-1312"15,2 1-320-15,0 0 0 0,0 0 3248 0,0 0 576 0,0 0 112 0,1 0 32 0,1 3-1408 0,-1-1-256 16,-1-2-64-16,0 0-16 0,0 0-1712 0,0 0-320 16,17 33-192-1,-17-33 192-15,0 0-192 0,0 0 0 0,0 0 0 0,0 0-18240 16</inkml:trace>
  <inkml:trace contextRef="#ctx0" brushRef="#br0" timeOffset="121024.17">7868 10472 20271 0,'-2'1'1792'0,"1"-1"-1424"0,1 0-368 0,0 0 0 16,1 0 2176-16,-1 0 352 0,-1 0 80 0,1 1 16 15,-1-1-336-15,1 0-64 0,0 0-16 0,1 0 0 16,0 0-1184-16,0 0-224 0,0 0-48 0,0 0-16 0,-1 2-400 0,0-1-80 0,-1 1 0 0,0 3-16 15,0-1-112-15,-1 2-128 0,-1 2 176 0,-1 2-176 16,0 2 160 0,0 0-160-16,-1 2 128 0,0 0-128 0,3 0 0 0,0-2 0 15,2-12 0-15,-1 24 0 0,1-24 0 0,0 0 0 16,0 0 0-16,0 0 0 0,0 0 0 0,0 0 0 0,31 26 0 0,-31-26 0 16,24-5 0-16,-11 0 0 0,2 1 128 15,-15 4-128-15,34-5 128 0,-34 5-128 16,33-2 192-16,-33 2-64 0,0 0-128 0,43 9 0 15,-43-9 0-15,0 0 0 0,0 0 0 0,37 29 0 16,-37-29 0-16,0 0 0 0,11 34 0 0,-13-23 0 0,-1-1 0 0,-2 1 0 16,-2-1 0-16,-1 1 0 0,0-1 128 15,-4-1-128-15,0 1 0 0,-2-3 0 0,-3 0 0 16,-2 0 0-16,0-2 0 0,0 0 0 0,1-1 0 0,-1-3 0 16,2 1 0-16,0-4 0 15,3 1 0-15,1-3 0 0,2-4 0 0,2-1 0 0,0-3 0 0,2-2 0 16,1-2 0-16,3 0-224 0,2 1 48 0,2-4 16 15,0 2-1248-15,2-2-256 0</inkml:trace>
  <inkml:trace contextRef="#ctx0" brushRef="#br0" timeOffset="121244.57">7891 10412 4607 0,'1'-3'400'0,"0"0"-400"0,0 2 0 0,0-1 0 15,0 0 3216-15,0 2 560 0,0 2 128 0,1-2 0 16,0 0 768-16,-2 0 128 0,0 0 48 0,0 0 0 16,0 0-2880-16,44 12-576 0,-44-12-112 0,0 0-32 15,46 5-864-15,-46-5-160 0,35-3-32 0,-17-2-16 0,0-1-176 0,-1 0 0 16,-1 0 144-16,-2-2-144 16,0 4 0-16,-2-3 0 0,-2 3 0 0,0 0 0 0,-3 2-176 0,-1 0-48 15,-3 2-16-15,-1 2-17936 16</inkml:trace>
  <inkml:trace contextRef="#ctx0" brushRef="#br0" timeOffset="121925.34">8431 10385 23951 0,'1'-3'1056'0,"0"0"224"0,0 1-1024 0,-1 2-256 0,0 0 0 0,0-2 0 0,-1 2 2560 15,0 0 448-15,-1 0 80 0,-1 2 32 0,0 0-1136 0,-3 1-240 16,1 1-32-16,-2 1-16 0,0 2-1184 0,-1 0-224 16,0 0-48-16,0 1-16 0,-1-1-224 0,1 2 128 15,0-1-128-15,0-1 0 16,2 2 0-16,1-2 128 0,2 0-128 0,1-2 0 16,1 2 0-16,1-7 0 0,0 0 0 0,0 0 0 0,0 0 0 0,0 0 0 15,30 33 0-15,-30-33 0 0,0 0 0 0,35 17 0 16,-35-17 0-16,0 0 0 0,41 16 0 0,-41-16 0 15,0 0 0-15,37 20 0 0,-37-20 0 0,0 0 0 16,0 0 0-16,0 0 0 0,32 33 0 0,-32-33 0 0,0 0 0 0,-3 21 0 16,0-14 0-16,-1-1 0 15,-2 2 0-15,-1-1 0 0,0 1 0 0,-2-1 0 16,0 2 0-16,-3 1 0 0,0-3 0 0,-1 2 0 16,-2 1 0-16,0-4 0 0,1-2-144 0,1 0 144 0,3-4 0 15,-1 0-144-15,2-4 144 0,2 0-192 16,-1 0 192-16,4-3-192 0,-1 0 48 0,3-3 0 0,0 0 0 15,3 1 0-15,1-2 144 0,0 1 0 16,3 0-144-16,-1-2 144 0,2 3 0 0,0-3 0 0,3-2 0 0,1 2 0 0,0-2 0 16,1 0 0-16,2 2 0 0,-1 0 0 0,0 0 0 15,0 0 0-15,3-2 144 0,-1 0-144 0,1 0 128 16,-2 0-128-16,-1 1 160 0,-2 1-160 0,-1 1 0 0,-1-1 128 16,-2 1-128-16,0 1 0 0,-2 0 0 0,-3 3 0 15,0 0 0-15,-2 2 0 0,-3 0 0 0,-3 3 0 16,-1 1 0-16,-3 2 0 0,-1 1 0 0,-3 3 0 15,-1 0 0-15,0 0 0 0,0 2 0 0,2-3 0 0,3 1 0 0,1 0 0 16,1-2-224-16,3 1 16 0,2 1 0 0,3-3-18032 16</inkml:trace>
  <inkml:trace contextRef="#ctx0" brushRef="#br0" timeOffset="122384.92">8689 10339 7359 0,'2'-3'656'0,"0"3"-528"16,-1 0-128-16,0 0 0 0,-1 0 3936 0,1 0 752 15,-1 0 160-15,0 0 16 0,0 0-512 0,0 0-128 16,37 5 0-16,-37-5-16 0,0 0-2928 0,0 0-576 0,42 7-112 0,-42-7-16 15,0 0-400-15,35 1-176 16,-35-1 160-16,0 0-160 0,32 2 128 0,-32-2-128 0,0 0 0 0,0 0 0 16,0 0 0-16,0 0 0 0,0 0 0 0,0 0 0 15,0 0 0-15,25 35 0 0,-31-25 0 0,-2-1 0 16,0 1 0-16,-2 1 0 0,-3-1 0 0,1 2 0 16,1 0 0-16,-1-2 0 0,2-1 0 0,2-1 0 15,1-2 0-15,2-1 0 0,2-3 0 0,2 1 0 0,0-1 0 0,2 0 0 16,1 1 0-16,1-3 0 15,2 0 0-15,-5 0 0 0,0 0 0 0,23-3 0 0,-12-1 0 16,-11 4 0-16,26-3 0 0,-26 3 0 16,29-4 0-16,-29 4 0 0,34 0 0 0,-34 0 0 15,31 2 0-15,-31-2 0 0,0 0 0 0,38 9 0 16,-38-9 0-16,0 0 0 0,0 0 0 0,0 0 0 16,10 33 0-16,-19-22 0 0,-5 2 0 0,-4 2 0 0,-4 3 0 0,-5 0 0 15,-2 2 0-15,-5 1 0 0,0 1 0 0,-1-5 0 16,0 0 0-16,6-4 0 0,4-5 0 0,4-3 0 15,6-3 0-15,4-4-18864 16</inkml:trace>
  <inkml:trace contextRef="#ctx0" brushRef="#br0" timeOffset="123403.07">10955 10508 13823 0,'-3'2'1216'0,"1"0"-960"16,1-2-256-16,1 0 0 0,-1 0 1552 0,0 0 272 0,0 0 48 16,-2 2 16-16,2 1 704 0,-2-1 144 0,2-1 16 0,2 1 16 15,1-2-1168-15,1-2-256 0,5 1-32 0,2-3-16 0,2 1-144 0,2-1-16 16,3-1-16 0,0 1 0-16,1-2-544 0,0 3-128 0,0-1 0 0,0 0-16 15,-1 1-240-15,1 0-64 0,-2 0 0 0,-1 0 0 0,-15 3-128 0,29-5 0 16,-15 2 0-16,-2-1 0 15,1-1 0-15,-2 0 0 0,0-2-160 0,-2 0-18144 0</inkml:trace>
  <inkml:trace contextRef="#ctx0" brushRef="#br0" timeOffset="123652.81">11174 10289 21183 0,'-1'3'1888'16,"1"-1"-1504"-16,0-1-384 0,0 0 0 0,0 2 2368 0,-1 2 416 0,1-5 80 0,-4 20 16 15,1-3-816-15,-2 2-144 16,-1 5-48-16,-1 0 0 0,-2 2-1248 0,0 0-256 16,1-2-48-16,-2 0-16 0,1 2-64 15,-1 0-16-15,2 2 0 0,0-4 0 0,3-3-96 0,5-21 0 16,0 35-128-16,0-35 192 0,0 0-192 0,15 36 0 16,-15-36 0-16,0 0 0 0,0 0 0 0,40 14 128 15,-40-14-128-15,26-1 0 0,-26 1 0 0,26-5 128 16,-11 2-128-16,0-2 0 0,0 0 0 0,-1-2 0 15,1 1 0-15,0 0 0 16,-2-1-496-16,1-2-192 0</inkml:trace>
  <inkml:trace contextRef="#ctx0" brushRef="#br0" timeOffset="123951.4">11434 10592 22111 0,'-2'-2'976'0,"0"2"208"0,1-1-944 0,1 0-240 0,0 1 0 0,0 0 0 15,0 0 3056-15,-1 0 560 0,0 0 112 0,-1 1 32 16,-1 2-1904-16,0 2-368 0,0 2-80 0,0 3 0 16,-1 2-1024-16,4-12-192 0,-5 27-32 0,5-27-16 0,-6 32-144 15,6-32 0-15,-3 33 144 0,3-33-144 16,0 0 0-16,7 32 0 0,-7-32 0 0,0 0 0 16,0 0 0-16,32 13 0 0,-32-13 0 0,24-8 0 0,-10 0 0 0,0-2 0 15,2-2 0-15,-2-1 0 0,-2 0 0 0,-1-1 0 16,-2-3 0-16,-2 3 128 15,-3 2-128-15,-2 0 0 0,-2 0 0 0,-4-2 0 0,-2 3 0 16,-4 2 0-16,-3 1 0 0,-4 6 0 0,0 0 0 0,0 6 0 16,-1 3 0-16,1 0 0 0,0 5-160 0,3 0 160 15,3 1-192-15,1-1 192 16,3 1-1072-16,3-1-96 0,4-12-32 16,0 0-15808-16</inkml:trace>
  <inkml:trace contextRef="#ctx0" brushRef="#br0" timeOffset="124181.32">11676 10706 14735 0,'-1'0'1312'0,"1"-2"-1056"0,1 2-256 0,-1-2 0 16,1 0 2560-16,0 1 464 0,1-4 96 0,0 1 16 15,1-4-816-15,1 2-144 0,1 1-48 0,-1 2 0 16,0 0-880-16,-4 3-176 0,0 0-48 0,0 0 0 15,0 0-560-15,0 0-112 0,0 0-32 0,18 34 0 16,-18-34-320-16,0 0 0 0,2 29 0 0,-2-29 128 16,0 0-128-16,0 0 0 0,0 0-176 0,0 0-16912 15</inkml:trace>
  <inkml:trace contextRef="#ctx0" brushRef="#br0" timeOffset="124544.84">11929 10560 23951 0,'2'0'1056'0,"-2"0"224"0,0 0-1024 0,0 0-256 15,0 2 0-15,0-2 0 0,-1 1 1984 0,-1 0 320 16,0 4 80-16,-1 0 16 0,-1 2-736 0,-1 2-128 15,-1 1-48-15,0-1 0 0,1 3-864 0,-1 2-176 0,2-1-48 0,-1 1 0 16,5-14-400-16,-6 30 128 16,6-30-128-16,-1 26 0 0,1-26 0 0,0 0 0 0,0 0 128 15,14 34-128-15,-14-34 0 0,0 0 128 16,0 0-128-16,38 6 128 0,-38-6-128 0,25-4 160 16,-11-4-160-16,1-1 160 0,1 0 16 0,-1-2 0 0,0-2 0 15,-2 0 0-15,-2 0-176 0,-3-1 0 0,0-2 0 0,-5 3 0 16,-1-1 0-16,-3 2 0 0,-2 3 0 0,-5-1 0 15,-1 4 0-15,-4 3 0 0,-1 1 0 0,-2 4 0 16,0 3 0-16,0-1-192 0,1 1 32 0,2 1 16 0,3 0-176 0,1 1-16 16,2-2-16-16,2 2-11360 15,3-3-2256-15</inkml:trace>
  <inkml:trace contextRef="#ctx0" brushRef="#br0" timeOffset="124836.81">12310 10533 22111 0,'7'-7'976'0,"-2"1"208"0,-1 3-944 0,-1 0-240 15,-1 1 0-15,-2 2 0 0,1 0 2000 0,1 0 368 16,0 0 64-16,0 0 0 0,1 2-592 0,-2 1-128 15,-1 2-32-15,-1 2 0 0,-2 2-528 0,3-9-128 16,-7 24 0-16,1-10-16 0,1 5-512 0,-3 0-112 0,1 3 0 0,0 1-16 16,-1-1-112-16,3-1 0 0,0-3-16 0,5-18 0 15,-6 34-240-15,6-34 0 0,0 0 0 0,3 30-19008 16</inkml:trace>
  <inkml:trace contextRef="#ctx0" brushRef="#br0" timeOffset="125268.26">12592 10720 22111 0,'-1'3'1968'0,"1"-3"-1584"16,0 0-384-16,0 0 0 0,0 0 3104 0,0 0 544 0,0 1 96 0,0 0 32 15,0-1-1536-15,0 0-288 16,0 0-64-16,0 0-16 0,0 0-976 0,0 0-192 16,0 0-32-16,0 0-16 0,0 0-448 0,0 0-80 0,17 38-128 15,-17-38 176-15,0 0-176 0,-5 25 0 0,-1-14 0 0,-1 1 0 16,-3 2 0-16,-3 0 0 0,1-2 0 0,-4 0 0 31,-5 2-496-31,-1-2 32 0</inkml:trace>
  <inkml:trace contextRef="#ctx0" brushRef="#br0" timeOffset="125650.06">12926 10487 28559 0,'5'-3'1264'0,"-1"0"272"0,-1 1-1232 0,-2 2-304 16,0 0 0-16,-2 2 0 0,1-2 2240 0,0 3 400 0,-1 0 80 0,-1 3 16 16,-1 1-1536-16,-3 5-304 15,0 0-64-15,-3 1-16 0,0 2-528 0,0 2-96 0,0 3-32 0,-1-2 0 16,3 1-160-16,0-5 0 0,7-14 0 0,-5 28 0 15,5-28 0-15,0 0 0 0,0 0 0 0,9 34-18672 16</inkml:trace>
  <inkml:trace contextRef="#ctx0" brushRef="#br0" timeOffset="125968.87">13156 10453 6447 0,'0'-1'576'0,"-1"1"-576"0,1 0 0 0,-1 1 0 15,0 1 5888-15,-1-1 1056 0,0 3 224 0,-2-2 32 16,0 5-3872-16,-4 1-784 0,0 3-160 0,-1 1-16 0,1 0-1616 0,1 1-320 16,0 0-64-16,1-1-16 0,1 0-224 15,1 0-128-15,4-12 160 0,0 0-160 16,-2 26 0-16,2-26 0 0,0 0 0 0,0 0 0 0,0 0 0 0,0 0 0 16,29 30 0-16,-29-30 0 0,0 0 0 0,0 0 0 15,41 18 0-15,-41-18 0 0,0 0 0 0,37 16 0 0,-37-16 0 16,0 0 0-16,33 16 0 0,-33-16 0 0,0 0 0 15,0 0 0-15,0 0 0 0,29 29 0 0,-29-29 0 0,0 0 0 16,0 0 0-16,0 0 128 0,-5 26-128 0,-2-21 0 16,-1-1 0-16,-3 2 144 0,-1-1-144 0,-2 1 128 15,-2-1-128-15,-3-1 0 0,-3 4 0 0,-1-4 0 16,0 2 0-16,0-1 0 0,1-4 0 16,3 1-12672-16,2-2-2512 15</inkml:trace>
  <inkml:trace contextRef="#ctx0" brushRef="#br0" timeOffset="126159.77">13157 10436 6447 0,'3'-4'576'0,"-2"1"-576"0,1 1 0 0,-1 2 0 0,-1 0 4624 0,0 0 816 16,0 0 176-16,1-1 16 0,0 1-1568 0,1 0-320 16,3 1-64-16,1-1-16 0,-6 0-2592 0,0 0-528 15,33 0-96-15,-33 0-32 16,31-1-160-16,-31 1-16 0,38-6-16 0,-38 6 0 15,40-8-224-15,-21 4 0 0,0-1 0 0,-2 0 0 0,-1 3-192 0,-2-2-16 16,-14 4-16-16,23-3-18320 0</inkml:trace>
  <inkml:trace contextRef="#ctx0" brushRef="#br0" timeOffset="126532.97">13721 10298 14799 0,'-5'1'320'0,"3"1"64"0,-1 0 0 0,1-1 64 0,1 1-448 0,0-2 0 0,-1 2 0 0,0 0 0 0,0 3 4896 0,-1 0 896 16,1-1 176-16,2-4 48 0,0 0-3600 0,0 0-720 0,0 0-144 0,0 0-16 15,0 0-880-15,0 0-160 16,42 12-48-16,-42-12 0 0,23-3-256 0,-10 0-64 0,0 0-128 16,-13 3 192-1,25-3-192-15,-25 3 0 0,21-3 0 0,-21 3 0 16,0 0 0-16,26-1-192 0,-26 1 192 0,0 0-208 15,0 0-672-15,23-4-128 0,-20 4-16 0,-1 0-17280 16</inkml:trace>
  <inkml:trace contextRef="#ctx0" brushRef="#br0" timeOffset="126701.66">13700 10479 6447 0,'0'0'576'0,"0"0"-576"16,0 0 0-16,0 0 0 0,0 0 3952 0,0 0 672 15,0 0 144-15,0 0 32 0,0 0-336 0,0 0-64 16,0 0-16-16,33 26 0 0,-33-26-2848 0,0 0-576 16,36 2-128-16,-24-4 0 0,1-1-400 0,-1 1-80 0,0 0-16 0,0-3 0 15,-1 2-336-15,0-1 0 16,-2-1 0-16,0 0-12896 16,0 2-2608-16</inkml:trace>
  <inkml:trace contextRef="#ctx0" brushRef="#br0" timeOffset="128138.82">14457 10472 7359 0,'-1'-3'656'0,"-1"3"-528"16,1-2-128-16,0 2 0 0,1 0 1424 0,-1-2 256 16,-2 1 48-16,-1-1 16 0,0 0 944 0,-2 0 176 0,2-1 32 0,-2 0 16 15,2 1-352-15,1 2-80 0,-1-2-16 0,0 2 0 16,1 0-928-16,1 0-192 0,1 0-48 0,0 0 0 16,1 0-560-16,1 0-112 15,0-2-32-15,2 2 0 0,2-2-272 0,1-1-64 0,1 1-16 0,1-1 0 16,3-1 16-16,-1 1 0 15,2-2 0-15,0 1 0 0,1 1-80 0,0-2-16 16,0 3 0-16,-13 2 0 0,24-1-160 0,-24 1 0 0,0 0 0 16,0 0 128-16,33 11-128 0,-33-11 0 0,0 0 0 0,0 0 0 15,0 0 0-15,0 0 0 0,11 38 0 16,-12-31 0-16,1-7 0 0,-6 19 0 0,0-9 128 16,0 1-128-16,-1-1 0 0,0 0 0 0,0 1 0 0,-2-2 0 15,1 0 128-15,0-1-128 0,-3 1 0 0,1 1 128 16,0-1-128-16,1 2 0 0,-1-2 0 0,1 0 0 0,3 0 0 0,-1 1 0 15,3-3 0-15,4-7 0 0,0 0 0 0,0 0 0 16,0 0 0-16,0 0 0 16,0 0 0-16,0 0 0 0,0 0 0 0,20 33 0 15,-20-33 0-15,0 0 0 0,21-2 0 0,-21 2 0 16,0 0 0-16,27-3 0 0,-27 3 0 0,19-4 128 0,-19 4-128 0,20-3 192 16,-9 1-192-16,-1-2 192 15,-10 4-64-15,16-4-128 0,-7 1 192 0,0 0-64 0,0-2-128 0,-1 0 0 16,3 0 0-16,-2-2 0 15,0 0-432-15,0 0-64 0</inkml:trace>
  <inkml:trace contextRef="#ctx0" brushRef="#br0" timeOffset="128325.41">14847 10531 18431 0,'1'0'1632'0,"0"2"-1312"0,1-2-320 0,-1 0 0 16,-1 0 3680-16,1 1 672 15,-1-1 128-15,0 0 16 0,0 0-1968 0,0 0-400 0,0 0-80 0,0 0 0 16,31 23-1424-16,-31-23-288 16,0 0-48-16,0 0-16 0,0 0-272 0,32 10 0 0,-32-10 0 15,11-3-12672-15,-6 2-2608 0</inkml:trace>
  <inkml:trace contextRef="#ctx0" brushRef="#br0" timeOffset="128707.78">15343 10228 19343 0,'-4'2'848'0,"1"0"192"0,0 0-832 0,0-2-208 0,1 1 0 0,0 1 0 0,1 0 1616 0,-3-1 288 0,-2 1 48 0,-2 2 16 15,0 1-208 1,-2 0-32-16,2 0-16 0,0 4 0 0,-2 1-688 0,1 0-128 0,-1 3-16 0,-1 2-16 15,0 1-432-15,-1 4-96 0,0 0-16 0,-1 0 0 16,3 1-144-16,0 0-48 0,2 3 0 0,1-5 0 16,7-19-128-16,-5 38 128 15,5-38-128-15,2 31 128 0,-2-31 256 0,0 0 64 16,21 35 0-16,-21-35 0 0,0 0-256 0,0 0-64 0,41 21 0 16,-41-21 0-16,25-2 112 0,-12 0 16 0,1-5 0 15,-1 0 0-15,0-3-112 0,0-2-16 0,-2 0 0 0,-3 0 0 16,0-2-128-16,-1 0 0 0,-3 0 0 0,-2-3 0 15,-1 3 0-15,-3-1 0 0,0 2 0 0,-4 4 0 16,-1 2 0-16,-4 4 0 0,0 3 0 16,-2 2 0-16,0 2 0 0,-1 4 0 0,1 1 0 15,0 1 0-15,1 4 0 0,3-4 0 0,2 3 0 0,7-13 0 16,-7 20-448-16,7-20-32 16,0 0 0-16</inkml:trace>
  <inkml:trace contextRef="#ctx0" brushRef="#br0" timeOffset="129122.89">15722 10354 9439 0,'-1'-3'192'0,"0"1"64"0,0 1 0 0,0 1 16 0,0 0-272 16,-1 1 0-16,0-1 0 0,-2 2 0 0,0 0 2048 0,-3 1 336 16,-1 1 80-16,-2 1 16 0,1 1 320 0,-3 2 64 15,2 1 16-15,-1 3 0 0,0 0-448 0,1 2-96 16,0-1-16-16,2 3 0 0,2-4-1296 0,0 2-256 16,6-14-48-16,0 0-16 0,-2 31-304 0,2-31-64 0,0 0-16 0,0 0 0 15,0 0-144-15,36 28-48 16,-36-28 0-16,27 0 0 0,-12-4-128 0,0-1 192 0,2-4-192 15,-3 1 192-15,1-1-192 0,-1-3 160 0,1 0-160 16,-2-2 160-16,-1 0-160 0,-2 0 0 0,-2 1 0 0,-3-1 128 16,-1 0-128-16,-4 2 0 0,-1 0 0 0,-4 1 0 15,1 1 0-15,-4 1 0 0,-2 1 0 0,-2 0 0 16,-2 4 0-16,-1 1 0 0,2 3 0 0,-1 3 0 0,-1 3 0 0,1 0 0 16,3 4 0-1,1 0 0-15,3-1-192 0,2 0-32 0,5-9 0 0,0 0-12064 16,0 0-2432-16</inkml:trace>
  <inkml:trace contextRef="#ctx0" brushRef="#br0" timeOffset="129526.13">16005 10289 10127 0,'2'0'896'0,"-1"0"-704"0,0 0-192 0,-1 0 0 0,0 0 5824 16,0 0 1152-16,1 0 208 0,0 0 48 0,0 0-4704 0,0 0-944 15,2-2-192-15,-2 2-48 16,-1 0-976-16,0 0-208 0,0 0-32 0,0 0-128 0,27-3 320 0,-27 3-32 16,0 0-16-16,32 1 0 0,-32-1-272 0,24 0 128 0,-24 0-128 0,29 4 0 15,-29-4 0-15,0 0 0 16,39 15 0-16,-39-15 0 0,0 0 0 0,33 24 0 16,-33-24 0-16,0 0 0 0,0 0 0 0,0 0 0 15,18 37 0-15,-23-30 0 0,-2 0 0 0,-2 1 0 16,-3 1 0-16,-2 0 0 0,-2 3 0 0,-3 0 0 15,0 0 0-15,0 2 0 0,0 0 0 0,4-2 0 16,3 0 0-16,1-3 0 0,6 1 0 0,5-10 0 0,0 0 0 0,0 0 0 16,0 0 0-16,0 0 0 0,11 33 0 15,-11-33 0-15,0 0 208 0,38 7-64 0,-38-7-16 0,39 0 0 16,-18 0 128-16,2-1 32 0,1-2 0 0,0 0 0 16,-1 1-288-16,0-1 128 0,-1 1-128 15,-1 1 0-15,-2 0 0 0,-19 1 0 0,33-5 0 0,-20 2 0 16,0 1 0-16,-2-2-272 0,0 1 48 0,1-4-19232 15</inkml:trace>
  <inkml:trace contextRef="#ctx0" brushRef="#br0" timeOffset="129624.84">16989 10507 31327 0,'0'0'1392'0</inkml:trace>
  <inkml:trace contextRef="#ctx0" brushRef="#br0" timeOffset="131702.96">5864 11637 11967 0,'-2'0'1072'0,"0"1"-864"15,1-1-208-15,1 0 0 16,0 0 1728-16,0 0 288 0,-1 0 64 0,1 0 16 0,-1 2 800 0,1-2 176 16,1 0 16-16,2-2 16 0,2 2-1056 0,0-2-224 15,2 0-32-15,1-1-16 0,-8 3-656 0,0 0-128 16,34-5-32-16,-34 5 0 0,0 0-576 0,46 0-112 15,-46 0-16-15,0 0-16 0,51 8-80 0,-51-8-16 16,42 9 0-16,-42-9 0 0,40 9-144 0,-40-9 0 16,0 0 0-16,49 10 0 15,-49-10 0-15,0 0 0 0,40-2 0 0,-29-3 0 0,1-1 0 0,-2-2 0 16,0 1 0-16,-1-1-12464 16,-1 1-2416-16</inkml:trace>
  <inkml:trace contextRef="#ctx0" brushRef="#br0" timeOffset="131952.96">6065 11649 22111 0,'-2'-1'976'0,"1"-1"208"0,0 1-944 0,0 1-240 0,0 0 0 0,1 0 0 0,-1 1 1216 16,1-1 208-16,-1 2 48 0,0-2 0 0,1 2-192 0,-1 0-16 15,1 1-16-15,-1-1 0 16,2 1-480-16,-1 0-112 0,-1 1-16 0,1 0 0 15,-1 1-192-15,0 2-64 0,1-7 0 0,-2 19 0 16,2-19 48-16,0 32 0 0,-1-12 0 0,0 4 0 16,-1 2-48-16,0 0 0 0,1 0 0 0,-2 0 0 15,0-2-128-15,1 1-48 0,0 0 0 0,0-4 0 0,2-21-208 16,-2 33 0-16,2-33 0 0,0 0-17456 16</inkml:trace>
  <inkml:trace contextRef="#ctx0" brushRef="#br0" timeOffset="136941.03">6654 11695 19343 0,'-1'-2'1728'0,"0"2"-1392"16,0-2-336-16,1 1 0 0,-1 1 1392 16,1-2 208-16,-1 0 32 0,-1-3 16 0,-1-2 304 0,1-1 64 15,0 4 16-15,1-1 0 0,1 0-576 0,0 3-112 0,0 1-32 16,0 0 0-16,0 1-464 0,1 0-80 0,-2 0-32 0,1 1 0 16,1 0-368-16,-1 1-80 0,0 1-16 15,-1 0 0-15,0 2-32 0,1-2-16 0,0 1 0 0,-1 1 0 16,1-2-32-16,0 2-16 15,0-5 0-15,0 0 0 0,0 0-48 0,0 0-128 16,0 0 192-16,0 0-64 0,0 0 48 0,0 0 0 0,0 0 0 0,0 0 0 16,0 0-32-16,0 0 0 0,0 0 0 0,41 13 0 15,-41-13-144-15,0 0 160 0,0 0-160 0,40 23 160 0,-40-23-160 0,0 0 0 32,47 26 0-32,-47-26 128 0,36 21-128 0,-36-21 0 15,38 22 0-15,-38-22 128 0,40 18-128 0,-40-18 0 16,38 12 0-16,-38-12 0 0,35 8 0 0,-35-8 0 0,34-2 0 0,-34 2 0 15,0 0 0-15,43-3 0 0,-43 3 0 0,0 0 128 0,0 0-128 16,33 0 192-16,-33 0-192 0,0 0 192 16,0 0-192-16,0 0 0 0,0 0 0 0,-1 23 0 15,-4-15 0-15,-2-1 0 0,0 2 0 0,0 1 0 16,1-3 0-16,-1 0 0 0,1 0 0 0,0-2 0 16,2-1 896-16,-1-1 80 0,0-1 32 0,1-1 0 15,-1 1-1648-15,0-2-320 0,0 0-64 0,-2 0 0 16,0 0 816-16,-2 2 208 0,-1-2 0 0,-3 2 0 0,-1 1 0 0,-4 2 0 15,-1 1 0-15,-3 3 0 0,-3 2 0 0,-3-1 0 16,3 3 0-16,-2 2 0 16,1 1 0-16,0 3 0 0,3-2 0 0,4-2 0 0,4-2 496 15,3 0 192-15,3-2 32 0,3-7-21376 0</inkml:trace>
  <inkml:trace contextRef="#ctx0" brushRef="#br0" timeOffset="170260.43">17025 10386 15663 0,'-4'0'1392'0,"0"1"-1120"0,2 0-272 0,1 0 0 15,0-1 1296-15,0 2 208 0,-4-2 32 0,-1 3 16 0,1-1 560 0,-1-2 96 16,3 0 32-16,3-2 0 0,1-1-256 16,4-2-64-16,1 1 0 0,5-4 0 0,1 1-688 0,4-1-144 15,0 0-16-15,3 1-16 0,0 0-672 0,3 2-144 16,1 0-32-16,-23 5 0 16,45-7-208-16,-45 7 0 0,45 0 128 0,-45 0-128 0,41 2 0 0,-41-2 0 15,39 8 0-15,-39-8 0 0,35 6 0 0,-35-6 0 16,0 0 0-16,0 0-12096 15,33 15-2432-15</inkml:trace>
  <inkml:trace contextRef="#ctx0" brushRef="#br0" timeOffset="170447.85">17077 10491 23039 0,'0'0'2048'0,"0"0"-1648"0,0 0-400 0,11-5 0 16,-11 5 2288-16,7-7 368 0,2 2 80 0,6-5 16 15,6-3-512-15,2 0-112 0,2-1-16 0,-1 3 0 16,-2 3-1568-16,-1 3-320 0,-21 5-64 0,40-6-16 16,-40 6-144-16,36 2 0 0,-36-2-160 0,0 0-11984 15,40 9-2384-15</inkml:trace>
  <inkml:trace contextRef="#ctx0" brushRef="#br0" timeOffset="170712.2">17343 10136 18431 0,'-2'-1'816'0,"1"1"160"0,1 0-784 0,0 0-192 0,0 1 0 0,0 0 0 15,0-1 2016-15,0 0 352 0,0 0 80 0,0 0 16 16,19 33-752-16,-19-33-160 0,0 0-16 0,36 36-16 16,-36-36-704-16,32 22-144 0,-32-22-32 0,40 15 0 15,-40-15 112-15,40 8 16 0,-40-8 0 0,42 5 0 0,-42-5-208 0,37 2-48 16,-37-2 0-16,0 0 0 15,32 5-368-15,-32-5-144 0,0 0 0 0,0 0 144 0,0 0-144 0,0 0 0 16,-4 32 0-16,-7-23 128 16,-2 3 32-16,-3 2 0 0,-2 2 0 0,-2 3 0 15,-1 0-160-15,-2 2 0 0,-1 1 0 0,-2 1 0 16,-1-1 0-16,1-1 0 0,-1 0 128 0,2-1-128 16,3-2-640-16,3-1-144 0</inkml:trace>
  <inkml:trace contextRef="#ctx0" brushRef="#br0" timeOffset="171119.7">18097 10263 21183 0,'-6'3'944'0,"3"-3"192"0,3 0-912 0,-3 3-224 0,3-3 0 0,0 0 0 16,0 0 1040-16,0 0 176 0,0 0 16 0,0 0 16 16,0 0 496-16,29-6 112 0,-29 6 0 0,31-7 16 15,-31 7-528-15,39-12-128 0,-19 7 0 0,-20 5-16 0,41-9-496 16,-41 9-80-16,38-7-32 0,-38 7 0 16,33-3-400-16,-33 3-192 0,31-2 160 0,-31 2-160 0,0 0 0 0,35-2 0 15,-35 2-176-15,0 0 176 16,27-7-1680-16,-27 7-224 0</inkml:trace>
  <inkml:trace contextRef="#ctx0" brushRef="#br0" timeOffset="171398.54">18341 10051 21183 0,'2'-4'1888'0,"1"0"-1504"0,-1 3-384 0,-1-1 0 15,-1 2 2272-15,2 0 384 16,1-2 80-16,0-3 16 0,2 0-384 0,-1 1-64 0,0 1 0 0,-1 1-16 15,-1 0-1488-15,-2 2-288 0,0 0-64 0,0 0-16 16,-7 23-176-16,1-9-48 0,-2 3 0 0,-1 4 0 16,-1 5-208-16,-2 3 128 0,0 4-128 0,-3 5 0 15,0 1 0-15,1 2 0 0,-1 2 0 0,4-4 0 16,4-4 0-16,4-4 0 0,3-31 0 0,5 47 0 0,-5-47 0 16,18 32 0-16,-18-32 0 0,0 0 0 15,43 26 0-15,-43-26 0 0,38 1 0 0,-38-1 0 16,38-9 0-16,-19 0 0 0,1-1 0 0,-2-2 0 0,0 0 0 15,-2 0 0-15,-2 1 0 0,-3 3-12416 16,-2 0-2400-16</inkml:trace>
  <inkml:trace contextRef="#ctx0" brushRef="#br0" timeOffset="171740.67">18635 10458 16575 0,'0'-3'736'0,"0"3"160"0,-1-4-720 0,1 4-176 15,0 0 0-15,0 0 0 0,-5 4 1216 0,5-4 224 0,-6 5 32 0,1 0 16 16,-2 4-480-16,0 3-112 16,0 0 0-16,7-12-16 0,-8 26-112 0,8-26-32 0,-4 26 0 0,4-26 0 15,0 0 368-15,6 29 80 16,-6-29 16-16,0 0 0 0,0 0-272 0,31 18-48 0,-31-18-16 0,23-4 0 0,-23 4-208 0,25-10-32 15,-10 3-16-15,0-5 0 16,1-1-608-16,-2-1 0 16,-1 1 0-16,-2-3 0 0,-3 2-832 0,-2 1-144 0,-2-1-32 15,-3 2 0-15,-4 3-528 0,-2-2-128 0,-3 2 0 0,-2 3-16 16,-1-2 640-16,-2 5 128 16,0 2 16-16,0 1 16 0,0 4 880 0,0 2 0 0,1 3 0 0,1 0 192 15,3 3-192-15,1-2-176 0,7-10 48 0,-8 18-10752 16</inkml:trace>
  <inkml:trace contextRef="#ctx0" brushRef="#br0" timeOffset="171960.86">18849 10496 17503 0,'2'-3'1552'0,"-1"1"-1232"15,1 1-320-15,-2 1 0 0,0 0 1568 0,0 0 256 0,0 0 48 0,0 0 16 16,0 0-384-16,0 0-80 0,0 0-16 0,0 0 0 16,0 0-336-16,0 0-80 15,0 0-16-15,23 34 0 0,-23-34-96 0,0 0-32 16,0 0 0-16,0 0 0 16,16 36-1072-16,-16-36-224 0</inkml:trace>
  <inkml:trace contextRef="#ctx0" brushRef="#br0" timeOffset="172316.72">19080 10394 15663 0,'0'0'1392'0,"4"-6"-1120"0,-4 6-272 0,0 0 0 15,0 0 1792-15,0 0 320 0,0 0 48 0,0 0 16 16,0 0-256-16,0 0-64 0,0 0 0 0,0 0 0 15,0 0-576-15,0 0-112 0,0 0-16 0,-8 20-16 16,8-20-496-16,-12 18-80 0,12-18-32 0,-11 22 0 0,11-22-528 16,-10 26 0-16,10-26 0 0,-5 24 0 15,5-24 256-15,0 0-48 0,0 0-16 0,9 35 0 0,-9-35 128 16,0 0 32-16,0 0 0 0,34 12 0 0,-34-12-16 0,21-7 0 16,-21 7 0-16,21-12 0 15,-8 5-336-15,-2-2 144 0,1-1-144 0,-1 0 0 0,0-1 0 16,-3-1 0-16,0 1 0 0,-2 1 0 0,-2 0 0 15,-3 0 0-15,-3 1-128 0,-2 0 128 0,-1-1 0 0,-4 3 0 16,1 1 0-16,-1 1 0 0,0 2 0 0,0 3 0 16,-2 2 0-16,1 1 0 15,-1 0-464-15,2 3-48 0,0 0-16 0,1 0 0 16,2 1-864-16,6-7-160 0</inkml:trace>
  <inkml:trace contextRef="#ctx0" brushRef="#br0" timeOffset="172580.89">19405 10366 9215 0,'0'0'816'0,"0"0"-656"16,0 0-160-16,0 0 0 15,6-7 2096-15,-6 7 384 0,0 0 80 0,0 0 0 0,5-8 880 0,-5 8 160 16,0 0 48-16,0 0 0 0,0 0-1232 0,0 0-240 15,0 0-64-15,0 0 0 0,-10 29-1136 0,10-29-224 16,-13 32-48-16,6-10-16 0,-2 0-400 0,2 1-80 16,0 1-16-16,2-1 0 15,5-23-192-15,-5 45 0 0,5-45 0 0,3 43-18816 16</inkml:trace>
  <inkml:trace contextRef="#ctx0" brushRef="#br0" timeOffset="173181.16">19681 10502 35935 0,'0'0'3200'0,"0"0"-2560"0,0 0-512 15,0 0-128-15,0 0 1104 0,0 0 208 16,0 0 32-16,0 0 16 0,0 0-944 0,0 0-192 0,22 35-32 15,-22-35-16-15,0 0-176 0,5 30 0 0,-5-30 0 0,0 0 0 16,-1 33 0-16,1-33-176 0,-10 18 48 16,3-9 0-16,-1-1-1296 15,-3-1-256-15</inkml:trace>
  <inkml:trace contextRef="#ctx0" brushRef="#br0" timeOffset="175241.28">20085 10434 2751 0,'0'0'256'0,"1"-5"-256"0,0 3 0 16,0 1 0-16,-1 1 1920 0,0 0 352 0,0 0 64 15,3-4 16-15,-2 2-832 0,1-3-176 0,0 2-16 0,1-1-16 16,-1-1 240-16,1 0 48 0,-2 1 16 0,1 1 0 15,-1-1 240-15,-1 4 32 0,2-2 16 0,-2 2 0 16,0 0-560-16,0 0-128 0,0 0 0 0,0 0-16 0,0 0-352 16,0 0-64-16,0 0-16 0,-6 15 0 15,6-15-176-15,-6 15-32 0,6-15-16 0,-7 21 0 16,7-21-240-16,-8 29-48 0,3-12-16 0,-1 1 0 0,6-18-240 16,-9 36 0-16,9-36 0 0,-6 36 0 15,6-36 0-15,-2 32-208 0,2-32 32 0,2 29-16784 0</inkml:trace>
  <inkml:trace contextRef="#ctx0" brushRef="#br0" timeOffset="175620.22">20243 10409 11055 0,'0'0'976'0,"1"-1"-784"16,-1 1-192-16,0 0 0 0,0 0 896 0,0 0 144 15,0 0 32-15,0 0 0 0,0 0 368 0,0 0 80 0,1-3 16 0,-1 3 0 0,-1 0-784 0,0 0-160 16,0 0-16-16,-1 3-16 16,-1-2 528-16,3-1 96 0,-6 8 32 0,1-3 0 15,5-5 128-15,-8 16 48 0,3-6 0 16,0 0 0-16,5-10-432 0,-4 18-64 16,4-18-32-16,0 0 0 0,0 0-176 0,8 34-48 15,-8-34 0-15,0 0 0 0,0 0 32 0,33 14 0 16,-33-14 0-16,0 0 0 0,36 5-368 0,-36-5-80 15,0 0-16-15,40 9 0 0,-40-9-64 0,0 0-16 0,36 14 0 0,-36-14 0 16,0 0-128-16,0 0 0 0,0 0 0 0,28 24 0 16,-28-24 0-16,0 0 0 0,-10 21 128 0,2-14-128 15,-3-1 0-15,-2 2 0 0,-3 0 144 0,-3-1-144 16,1 0 0-16,-3 0 144 0,-2-1-144 0,0 0 0 16,0 0 0-16,1-3 0 0,0 0 0 0,4-3 0 15,2-2-256-15,1-1-16 0,3-4 0 0,1 0 0 16,4-5-1632-16,1-2-320 0</inkml:trace>
  <inkml:trace contextRef="#ctx0" brushRef="#br0" timeOffset="175779.56">20222 10388 28559 0,'0'0'1264'0,"0"0"272"0,0 0-1232 0,0 0-304 16,0 0 0-16,0 0 0 0,0 0 2112 0,0 0 384 15,0 0 64-15,33 17 0 0,-33-17-1328 0,29-2-272 16,-29 2-48-16,39-7-16 0,-18 2-640 0,-1-1-256 0,1 0 176 0,-2-1-176 15,1 1 0-15,-20 6 0 0,33-10 0 0,-33 10-12256 16,25-8-2400-16</inkml:trace>
  <inkml:trace contextRef="#ctx0" brushRef="#br0" timeOffset="175973.48">20566 10540 35007 0,'0'0'3120'0,"0"0"-2496"16,0 0-496-16,0 0-128 15,0 0 1248-15,0 0 224 0,0 0 64 0,0 0 0 16,-2 27-896-16,2-27-160 0,0 0-32 0,0 0-16 16,2 30-432-16,-2-30 0 0,0 0 0 0,0 0-18656 15</inkml:trace>
  <inkml:trace contextRef="#ctx0" brushRef="#br0" timeOffset="176477.99">20801 10336 30399 0,'0'0'1344'0,"0"0"288"0,0 0-1312 0,0 0-320 15,0 0 0-15,0 0 0 0,-7 12 1168 0,7-12 176 16,0 0 16-16,-13 15 16 0,13-15-608 0,-13 19-112 15,6-10-16-15,0-2-16 0,1 0-336 0,6-7-64 0,-8 10-16 0,8-10 0 16,0 0 240-16,0 0 64 16,0 0 0-16,0 0 0 0,0 0-160 0,0 0-32 15,21 37 0-15,-21-37 0 0,0 0-32 0,31 21-16 0,-31-21 0 16,0 0 0-16,40 23-16 0,-40-23-16 16,0 0 0-16,34 26 0 0,-34-26-112 0,0 0-128 15,30 26 176-15,-30-26-176 0,0 0 0 0,0 0 0 0,25 35 0 16,-25-35 0-16,0 0 0 0,0 0 0 15,1 35 0-15,-1-35 0 0,-7 20 0 0,7-20 0 16,-12 16 0-16,4-6 0 0,-3-1 0 0,-2-2 0 0,0 3 0 16,-3-3 0-16,-1-2 0 0,0-1 0 0,0 1-160 15,1-2 160-15,3-3-336 0,2-2 48 0,2 1 16 0,0-4 0 16,2 1 272-16,2-4-128 0,1 2 128 0,4-3 0 0,0-1-192 16,3 0 64-16,2-2 128 0,1 0-208 15,2-2 208-15,1 2 0 0,2 0 0 0,1 1 0 0,2-1 0 0,0 1 0 16,2 0 0-16,-1 0 0 15,-1 1 0-15,0 1 0 0,-1-1 0 0,-2 1 0 0,-1 2 0 0,0-3 0 16,-2 0 0-16,-1 1 0 0,-2 0 0 0,-4-1 0 16,-2 0 0-16,-1 1 0 15,-4 0-448-15,-2-1 16 0,-3 0 0 0,-2 1 0 16,-1-2-576-16,-3 1-112 0,0-1-32 0,0 1 0 16,1 5 448-16,2 0 96 0,3 2 16 0,2 3-9664 15,1 0-1936-15</inkml:trace>
  <inkml:trace contextRef="#ctx0" brushRef="#br0" timeOffset="177438.89">21180 10252 13823 0,'-2'0'1216'0,"2"0"-960"0,0 0-256 16,0 0 0-16,0 0 1616 0,0-1 288 16,0 1 48-16,0 0 16 0,0 0 752 0,16-5 160 0,-16 5 16 0,21-7 16 15,-9 2-992-15,1 1-192 0,1-1-32 0,1 0-16 16,1 1-720-16,0-3-160 0,1 3-32 0,-17 4 0 15,30-8-512-15,-30 8-96 16,24-5-32-16,-24 5 0 0,19-4-128 0,-19 4 0 16,0 0 0-16,22-3 0 15,-22 3-448-15,0 0-128 0</inkml:trace>
  <inkml:trace contextRef="#ctx0" brushRef="#br0" timeOffset="177624.76">21285 10336 25791 0,'0'0'1152'0,"0"0"224"0,0 0-1104 0,0 0-272 0,0 0 0 0,0 0 0 0,0 0 1792 15,0 0 288-15,23-3 64 0,-23 3 16 0,0 0-944 16,23-5-176-16,-23 5-32 0,0 0-16 16,27-6-432-16,-27 6-96 0,0 0-16 0,24-7 0 0,-24 7-448 0,0 0 128 15,24-7-128-15,-24 7-11456 16,14-5-2336-16</inkml:trace>
  <inkml:trace contextRef="#ctx0" brushRef="#br0" timeOffset="178743.08">21882 10182 18431 0,'0'0'1632'0,"0"0"-1312"0,0 0-320 0,0 0 0 0,0 0 1904 0,-1 0 304 16,1 0 64 0,0 0 16-16,-1 0 208 0,1 0 32 0,0 0 16 0,-1 0 0 0,0 0-1280 0,1 0-256 15,-1 0-48-15,0 0-16 16,1 0-656-16,-1 1-128 0,0 1-32 0,1-2 0 15,-1 0-128-15,1 0 0 0,0 0 0 0,0 0 128 0,0 0 0 0,1 0-128 16,0-2 192-16,0 1-64 16,1-1 32-16,0 1 0 0,-2 1 0 0,0 0 0 15,11-6-160-15,-11 6 160 0,10-5-160 0,-4 3 160 0,-6 2-32 0,17-7-128 16,-7 4 192-16,-10 3-64 0,22-7 0 0,-11 3 0 16,0 1 0-16,-11 3 0 0,22-5 32 0,-22 5 0 15,23-5 0-15,-23 5 0 0,23 0-32 0,-23 0-128 16,0 0 192-16,31 3-64 0,-31-3-128 15,0 0 0-15,0 0 0 0,33 12 0 0,-33-12 0 16,0 0 0-16,0 0 0 0,0 0 0 0,0 0 0 0,29 28 0 16,-29-28 0-16,0 0 0 0,0 0 0 0,0 0 0 15,0 0 0-15,-2 34 0 0,2-34 0 0,-9 11 0 0,9-11 0 16,-10 12 0-16,3-7 0 0,0 2 0 16,-1 0 0-16,-3 0 0 0,2-1 0 0,-2 2-192 0,0 2 64 15,0-2 128-15,1 3-256 0,2-4 80 0,8-7 16 0,-13 19 0 0,13-19 160 16,0 0 0-16,-9 21 0 0,9-21-128 15,0 0 128-15,0 0 0 16,0 0 0-16,0 0 0 0,0 0 0 0,0 0 0 16,0 0 0-16,0 0 0 0,0 0 0 0,14 31 0 15,-14-31 0-15,0 0 0 0,0 0 0 0,0 0 0 16,0 0 0-16,0 0 128 0,0 0-128 0,0 0 0 0,0 0 0 16,0 0 0-16,0 0 0 0,0 0 0 0,0 0 0 0,26 1 128 15,-26-1-128-15,0 0 0 0,0 0 128 0,0 0-128 16,17-6 160-16,-17 6-32 0,0 0-128 0,19-7 192 0,-19 7-192 15,14-7 128-15,-14 7-128 0,18-7 0 0,-18 7 176 0,21-7-176 16,-21 7 192-16,18-5-192 16,-18 5 192-16,17-4-192 0,-17 4 192 0,0 0-192 15,25-1 128-15,-25 1-128 0,0 0 0 0,0 0 0 16,0 0 0-16,29 5 0 0,-29-5 0 0,0 0 0 16,0 0 0-16,0 0 0 0,0 0 0 0,0 0 0 15,0 0-336-15,0 0-80 0,0 0-16 0,0 0-18464 16</inkml:trace>
  <inkml:trace contextRef="#ctx0" brushRef="#br0" timeOffset="178958.1">22380 10254 3679 0,'0'0'320'0,"0"0"-320"0,0 0 0 0,0 0 0 0,0 0 5504 0,0 0 1040 16,0 0 208-16,0 0 32 0,0 0-2944 0,0 0-608 15,0 0-112-15,0 0-32 0,24 28-1984 0,-24-28-400 0,0 0-64 0,0 0-32 0,0 0-208 0,29 26-32 16,-29-26-16-16,0 0 0 16,0 0-352-16,0 0 144 15,0 0-144-15,24 28 0 0,-24-28 0 0,0 0 0 16,0 0 0-16,0 0-19008 0</inkml:trace>
  <inkml:trace contextRef="#ctx0" brushRef="#br0" timeOffset="179386.73">22733 10078 17503 0,'3'-2'1552'0,"-3"2"-1232"0,0 0-320 0,4-5 0 15,-4 5 1680-15,0 0 288 16,0 0 48-16,0 0 16 15,8-5 192-15,-8 5 32 0,0 0 16 0,0 0 0 0,0 0-544 0,0 0-128 16,-11 19 0-16,11-19-16 0,-12 17-880 0,12-17-192 0,-11 22-16 0,11-22-16 0,-6 23-320 0,6-23-160 31,0 0 160-31,0 35-160 0,0-35 144 0,0 0-144 16,0 0 128-16,17 36-128 0,-17-36 176 0,0 0-48 16,0 0-128-16,34 22 192 0,-34-22-64 0,0 0-128 15,34 11 176-15,-34-11-176 0,27 6 128 0,-27-6-128 16,28 7 0-16,-28-7 0 0,27 9 128 0,-27-9-128 15,0 0 0-15,28 16 0 0,-28-16 192 0,0 0-64 16,0 0 0-16,0 0-128 0,0 0 224 0,17 33-64 16,-17-33-16-16,0 0 0 0,0 0 64 0,-16 22 16 0,16-22 0 15,-16 14 0-15,6-9-96 0,0 2 0 0,1 0-128 0,-1-2 192 16,-1 0-192-16,2 2 0 0,-1-3 128 0,-1 1-128 16,1-2 0-16,-1 1 0 0,1-2 0 0,-1-1 0 15,1 1 0-15,-1-4 0 0,-1 1 0 0,-1-2 0 16,0-1-704-1,-1-3-96-15,0 0-16 0,-1-4-17952 0</inkml:trace>
  <inkml:trace contextRef="#ctx0" brushRef="#br0" timeOffset="179577.47">22748 10121 18431 0,'0'0'1632'0,"0"0"-1312"15,0 0-320-15,16-2 0 0,-16 2 2416 0,0 0 400 16,18-1 96-16,-18 1 16 0,36-4 0 0,-11-1 0 15,4 0 0-15,0 1 0 16,-2-2-1936-16,-1 2-384 0,-1-1-80 0,-4 0-16 16,-1 1-336-16,-3-1-176 0,-3 2 160 0,-3-1-160 0,-3 2 0 0,-1-1-240 15,-7 3 32-15,0 0-18096 0</inkml:trace>
  <inkml:trace contextRef="#ctx0" brushRef="#br0" timeOffset="180173.79">23266 10068 3039 0,'7'-2'0'0,"-2"1"128"0,-1 0-128 0,-4 1 176 0,0 0-176 0,7-4 0 15,1 1 0-15,2-2 0 0,4 0 2880 0,1-2 560 0,-2 1 96 0,-3 1 32 0,-3 2 48 0,-2-1 16 16,-5 4 0-16,0 0 0 0,0 0-1264 0,-3 0-256 15,3 0-64-15,-14 6 0 16,5-1-928-16,-2 0-192 0,1 0-32 0,-2 2-16 16,2 0-528-16,1 1-96 0,9-8-32 0,-14 18 0 0,14-18-96 0,0 0 0 15,-8 31-128-15,8-31 192 0,0 0-64 0,0 0-128 16,0 0 176-16,18 40-176 16,-18-40 336-16,0 0-32 0,32 25-16 0,-32-25 0 0,0 0-144 15,38 23-16-15,-38-23-128 0,27 16 192 16,-27-16-192-16,26 19 176 0,-26-19-176 0,0 0 160 0,31 26-160 0,-31-26 160 15,0 0-160-15,0 0 160 0,24 35-160 16,-24-35 0-16,0 0 0 0,0 0 0 0,0 0 0 16,4 36 0-16,-4-36 128 0,0 0-128 0,-14 17 0 0,14-17 0 15,-15 9 0-15,6-4 0 0,1-2 0 0,-3-1 0 16,1 0 0-16,-1 0 0 0,-1-2 0 0,1 0 0 16,1 0 0-16,-1 0 0 0,2-2 0 0,2 0 0 15,-1-2 0-15,2 1 0 0,0 0 0 0,1-1 0 0,1-1 128 0,-1-1-128 16,3 0 0-16,-1-3 0 0,0 0 0 0,2-2 0 15,0 0 0-15,2 1 128 16,0 1-128-16,1-1 0 0,1 1 0 0,-1 2 0 0,1-1 0 16,1 1 0-16,0-1 0 0,0 2 0 15,1 1 0-15,0-1 0 0,-1 1 0 0,2 0-176 16,0 0 176-16,1-2-192 0,1 0 192 0,0 1 0 0,0-2 0 16,0 3 0-16,1-4 0 0,-2 1 0 0,1-1 0 0,0-1 0 15,-1 1 0-15,0-1 0 0,-3 1 0 0,-1-1-128 16,-2 3 128-16,-1-1 0 0,-3 0 0 0,-1 3 0 15,-3 0 0-15,-1 1 0 0,-4 1 0 0,0 3 0 16,-1-1-256-16,1 2-32 0,-1-1 0 0,1 2 0 16,0 1 32-16,2-3 16 0,3 2 0 0,0 1-18128 15</inkml:trace>
  <inkml:trace contextRef="#ctx0" brushRef="#br0" timeOffset="180726.46">23614 9981 23039 0,'0'0'1024'0,"0"0"192"0,0 0-960 0,0 0-256 15,0 0 0-15,0 0 0 0,0 0 2480 0,0 0 448 0,0 0 80 0,0 0 32 16,22 5-976-16,-22-5-192 0,0 0-32 0,0 0-16 15,28 7-1184-15,-28-7-256 0,21 0-32 0,-21 0-16 16,28-3-144-16,-11 1-16 16,0 0-16-16,2-1 0 0,1-2-160 0,2 2 0 15,0-2 0-15,-1 1 0 0,0-2 0 0,-3 1 0 16,0 0 0-16,-1 1 0 0,-1-1 0 0,-1 2 0 16,-2-1 0-16,-13 4 0 0,20-3 0 0,-20 3 0 0,0 0 0 0,18-4 0 15,-18 4 0-15,0 0 0 0,0 0 0 0,0 0 0 0,0 0 0 16,0 0 0-16,0 0 0 15,0 0 0-15,0 0 128 0,0 0-128 0,0 0 192 0,0 0-64 0,0 0-128 16,0 0 160-16,0 0-160 0,0 0 160 16,25 23-160-16,-25-23 0 0,0 0 0 0,0 0 0 15,0 0 0-15,0 0 0 0,0 0 0 0,0 0 0 16,0 0 0-16,0 0 0 0,0 0 0 0,0 0 0 16,0 0 0-16,0 0 0 0,0 0 0 0,0 0 0 0,0 0 128 0,0 0 0 15,0 0 0-15,-10 28 0 16,10-28-128-16,0 0 0 0,-12 13 144 0,12-13-144 0,0 0 160 0,0 0-32 15,-12 28-128-15,12-28 192 16,0 0-192-16,-10 29 128 0,10-29-128 0,-9 32 0 0,9-32 160 16,-14 46-160-16,6-20 160 0,-1 4-160 0,-2 4 160 15,-2 4-160-15,1 0 160 0,-1 2-160 0,0-1 0 0,1 0 128 16,0-1-128-16,2-5 0 0,2-2 0 0,8-31-192 0,-14 51 48 0,14-51-19664 31</inkml:trace>
  <inkml:trace contextRef="#ctx0" brushRef="#br0" timeOffset="180974.58">23750 10282 31327 0,'0'0'1392'0,"0"0"272"0,0 0-1328 0,0 0-336 16,0 0 0-16,0 0 0 16,0 0 2112-16,0 0 336 0,0 0 80 0,0 0 16 0,29 2-1312 0,-29-2-256 15,42-4-48-15,-15-1-16 16,4-2-480-16,2-1-112 0,5 0 0 0,1-2-16 16,2-2-304-16,-1 0 0 0,-1-1 0 0,-1 1-19904 0</inkml:trace>
  <inkml:trace contextRef="#ctx0" brushRef="#br0" timeOffset="183832.7">7494 11742 18431 0,'-1'0'1632'0,"1"0"-1312"16,0 0-320-16,0 0 0 15,0 0 1408-15,0 0 224 0,0-2 32 0,1 2 16 0,0-2 576 0,3 0 112 16,-4 2 32-16,0 0 0 0,26-10-816 0,-26 10-176 15,30-10-16-15,-30 10-16 0,39-9-544 0,-39 9-96 16,39-9-32-16,-39 9 0 0,37-7-448 16,-37 7-112-16,33-5-16 0,-33 5 0 0,29-5-128 0,-29 5 0 15,26-6 0-15,-26 6 0 0,0 0 0 0,29-11 0 0,-29 11 0 0,0 0-12160 16,13-7-2432-16</inkml:trace>
  <inkml:trace contextRef="#ctx0" brushRef="#br0" timeOffset="184120.16">7717 11558 23951 0,'1'-5'2128'0,"0"2"-1696"16,0 1-432-16,-1 1 0 0,0 1 2560 0,0-1 416 0,1-1 96 0,-1-1 0 0,0-2-1024 0,-1 4-224 16,-1 0-32-16,-1 3-16 15,-1 1-1152-15,0 2-240 0,-1 1-32 0,0 2-16 16,-2 2-192-16,2 1-144 0,0 1 192 0,0 2-192 0,1 3 0 0,-1 4 0 15,1 2 0-15,0 6 0 16,1 3 0-16,0 3 0 0,1 3 0 0,0-1 0 0,1-4 0 0,0 1 0 16,-1-4 0-16,2-4 0 0,0-6 0 0,0-20 0 15,5 30 0-15,-5-30 0 16,0 0 0-16,0 0 0 0,21 32 0 0,-21-32-144 16,0 0-16-16,0 0 0 0,29-10 0 0,-17-1 0 15,-1-2-448-15,3-3-96 0,0-4 0 0,1-1-17328 16</inkml:trace>
  <inkml:trace contextRef="#ctx0" brushRef="#br0" timeOffset="184669.5">8027 11908 9215 0,'-1'-2'816'0,"1"1"-656"0,0 0-160 0,-1 1 0 0,1-2 1936 16,-1 2 368-16,1 0 64 0,-1 2 0 0,-1-2 1280 0,-2 2 240 15,1 0 48-15,-2 3 16 0,1 0-1728 0,-1 2-352 16,-1 2-64-16,1 1-16 15,0 2-1024-15,0 0-224 0,2 2-32 0,-1-1-16 16,2-2-352-16,0 3-144 0,1 0 128 0,1-14-128 0,3 26 0 0,-3-26 0 16,0 0 0-16,0 0 0 0,26 31 0 15,-26-31 0-15,0 0 0 0,34-6 0 0,-34 6 160 0,25-18-160 16,-13 5 192-16,-1 0-192 0,0-3 128 16,0-1-128-16,-1 1 0 0,-2-3 0 0,-1 2 0 0,-2 0 0 15,-3 3 0-15,-2 0-144 0,-1 2 144 0,-5 3-192 16,0-1 192-16,-4 6-192 0,0 3 192 0,-1 2-128 0,0 3 128 15,1 1-128-15,-1 4-192 0,3 1-16 0,1 0-16 16,2 1 0 0,1-1-352-16,2 1-80 0,2-11-16 0,0 0-15648 0</inkml:trace>
  <inkml:trace contextRef="#ctx0" brushRef="#br0" timeOffset="184853.74">8372 11954 35935 0,'0'0'1600'0,"-3"7"320"0,3-7-1536 0,0 0-384 0,0 0 0 0,0 0 0 0,0 0 1024 0,1 19 128 15,-1-19 16-15,0 0 16 0,12 27-784 0,-12-27-144 16,0 0-48-16,0 0 0 0,31 27-208 16,-31-27 0-16,0 0 0 0,0 0-12112 15,0 0-2432-15</inkml:trace>
  <inkml:trace contextRef="#ctx0" brushRef="#br0" timeOffset="185169.95">8631 11871 25791 0,'0'0'2304'0,"0"0"-1856"16,0 0-448-16,-2 7 0 0,2-7 2496 0,-4 4 416 0,0 2 80 0,-2 2 16 15,-4 4-1520-15,0 1-288 0,1 1-64 0,0 0-16 16,-1 0-864-16,3 0-256 15,1 1 0-15,2 0 128 0,1 0-128 0,3-15 0 16,-1 26 0-16,1-26 0 0,0 0 0 0,16 32 0 0,-16-32 0 0,0 0 0 16,0 0 0-16,45 16 0 15,-45-16 0-15,30-7 0 0,-30 7 0 0,32-15 0 16,-32 15 128-16,31-18-128 0,-16 4 0 0,-1 2 0 16,-2-3 0-16,-4-1 0 0,-1 1 0 0,-5 1-208 0,-3 1 48 0,-3-1 16 15,-3 2-368 1,-6-1-80-16,0 4-16 0,-3 2 0 15,-3 1-608-15,1 4-112 0,0 2-16 0,0 0-16 0,0 5 768 0,3 0 144 0,2 2 48 16,2 0-9232-16,1 5-1840 0</inkml:trace>
  <inkml:trace contextRef="#ctx0" brushRef="#br0" timeOffset="185419.16">8928 11852 12895 0,'0'0'576'0,"7"-8"112"0,-7 8-560 0,0 0-128 16,0 0 0-16,0 0 0 0,0 0 2992 0,0 0 560 15,0 0 112-15,0 0 32 0,0 0-80 0,0 0-16 16,0 0 0-16,6 29 0 0,-10-20-2112 0,0 3-416 15,-2 2-96-15,0 3-16 0,-3 0-576 0,3-1-128 16,1 1-32-16,1 2 0 0,0-3-352 0,2 1-80 16,0-3-16-16,2 1-18848 0</inkml:trace>
  <inkml:trace contextRef="#ctx0" brushRef="#br0" timeOffset="186032.69">9097 12056 23039 0,'0'0'2048'0,"0"0"-1648"0,0 0-400 0,0 0 0 0,0 0 1952 0,0 0 304 16,0 0 64-16,0 0 16 0,0 0-336 15,0 0-64-15,6 32-16 0,-6-32 0 0,-3 27-1472 0,-2-13-320 0,1 3-128 0,-3-1-11328 32,-1 1-2368-32</inkml:trace>
  <inkml:trace contextRef="#ctx0" brushRef="#br0" timeOffset="187469.71">9438 11774 10127 0,'0'-1'896'0,"0"-1"-704"16,0 2-192-16,0 0 0 0,0 0 1472 0,0 0 256 0,1-2 48 0,-1 1 16 16,0-1 720-16,0 2 160 15,0 0 16-15,0 0 16 0,-1 0-336 0,1 2-64 0,-1 1 0 0,0 2-16 16,1-5-736-16,0 0-144 15,-1 10-16-15,1-10-16 0,0 0-720 0,-3 16-144 0,3-16-16 0,-2 17-16 16,0-6-192-16,0 1-32 0,-1 3-16 0,0 4 0 16,-1 1-240-16,0 2 0 0,1 3 0 0,-2 0 0 15,0-1 0-15,1 2 0 0,0-2 0 0,0 1 0 16,2-1 0-16,1-5 0 0,1-19-192 0,2 28-12240 16,-2-28-2464-16</inkml:trace>
  <inkml:trace contextRef="#ctx0" brushRef="#br0" timeOffset="188578.99">9680 11771 8287 0,'1'0'736'0,"0"-2"-592"0,-1 2-144 0,0 0 0 0,0 0 1216 0,1-1 224 15,0 1 32-15,0-2 16 0,1 2 448 0,0-2 96 16,-1 2 16-16,0 0 0 0,-1-2-48 0,0 2 0 15,0 0 0-15,0 0 0 16,0 2-384-16,0-2-80 0,-1 0 0 0,0 1-16 0,1 0-544 16,-1-1-96-16,0 0-32 0,0 2 0 0,0-2-464 15,0 1-80-15,0 1-32 0,-1-2 0 0,0 2-48 0,1-1-16 16,-1 2 0-16,-1 0 0 16,0 2-64-16,0 0-16 0,1-1 0 0,-1 0 0 0,-1 2 0 0,-1-1 0 15,2 2 0-15,-1 0 0 16,0-1 64-16,1 2 0 0,-1 0 0 0,1 1 0 0,1-4-48 15,-1 2 0-15,1 0 0 0,0 0 0 0,2-7-144 0,0 0 0 16,0 0 0-16,0 0 128 0,0 0-128 0,0 0 0 16,0 0 0-16,0 0 0 0,0 0 0 0,36 24 0 0,-36-24 0 15,0 0 0-15,0 0 128 0,40 2-128 0,-40-2 128 0,0 0-128 16,34 8 0-16,-34-8 0 0,0 0 128 0,0 0-128 16,41 18 0-16,-41-18 0 0,0 0 0 0,0 0 0 15,0 0 0-15,24 26 0 0,-24-26 0 16,0 0 0-16,0 0 0 0,-6 20 0 0,1-16 0 0,-2 3 0 15,-3 0 0-15,0 0 0 0,-2 0 0 0,0-1 0 16,0 2 0-16,-1-2 0 0,0 0 0 0,-1-1 0 16,2 0 0-16,1 0 0 0,-1-3 0 0,0-1 0 15,2-1 0-15,1-1 0 0,2-4 0 0,-1 1 0 16,3-3-1008-16,-1 0-224 16</inkml:trace>
  <inkml:trace contextRef="#ctx0" brushRef="#br0" timeOffset="188743.67">9684 11790 23951 0,'0'0'2128'0,"0"0"-1696"0,0 0-432 0,0 0 0 0,0 0 2624 16,0 0 448-16,0 0 96 0,35-4 16 0,-35 4-1472 16,36-6-304-16,-36 6-48 0,34-9-16 0,-34 9-1040 0,29-9-304 15,-29 9 0-15,0 0 128 16,34-10-528-16,-34 10-112 0</inkml:trace>
  <inkml:trace contextRef="#ctx0" brushRef="#br0" timeOffset="189161.19">10010 11896 23951 0,'0'0'2128'0,"0"-2"-1696"0,0 2-432 0,0 0 0 0,0 0 2112 16,0 0 320-16,0 0 80 0,0 0 16 0,0 0-288 0,0 0-48 16,0 0-16-16,0 0 0 15,0 0-1280-15,0 0-256 0,18 31-48 0,-18-31-16 0,0 19-320 0,0-19-80 16,1 19-16-16,-1-19 0 15,0 0-160-15,0 0 0 0,0 0 0 0,6 24-12928 16,-6-24-2528-16</inkml:trace>
  <inkml:trace contextRef="#ctx0" brushRef="#br0" timeOffset="189770.49">10307 11736 10127 0,'0'0'896'0,"4"-3"-704"0,-4 3-192 16,0 0 0-16,0 0 3104 0,0 0 592 0,0 0 112 0,0 0 32 0,16-7-496 0,-16 7-80 0,0 0-32 0,0 0 0 16,0 0-1520-16,0 0-304 15,0 21-64-15,-5-14-16 16,-1 3-784-16,-1-3-160 0,0 2-16 0,-2 2-16 0,0 0-224 0,0-2-128 0,0 1 128 0,-1 1-128 31,2-2 0-31,0-1 0 0,3-1 0 0,5-7 0 16,-6 12 0-16,6-12 0 0,0 0 0 0,0 0 0 15,0 0 0-15,0 0 0 0,0 0 0 0,0 0 0 16,0 0 0-16,0 0 0 0,25 24 0 0,-25-24 0 16,0 0 0-16,0 0 0 0,33 8 0 0,-33-8 0 15,0 0 0-15,0 0 0 0,36 18 0 0,-36-18 0 16,0 0 0-16,0 0 0 0,28 31 128 0,-28-31-128 15,0 0 128-15,13 31-128 0,-13-31 128 0,0 0-128 0,5 31 0 0,-5-31 144 16,-1 21-144-16,1-21 0 0,-6 16 128 0,2-10-128 16,-1 0 0-16,-1-3 0 0,0 1 0 0,-3-1 0 15,0-1 0-15,-1 0 0 0,-1 1 0 0,-1-3 0 16,0 0 0-16,0 0 0 0,0 0-192 0,1 0-32 16,1-2-16-16,1-1 0 0,1 2-16 0,1-3 0 15,2-1 0-15,3 1 0 0,1-1 256 0,1 0 0 0,2-1 0 0,2 0 0 16,3-2 0-16,0 0 0 0,1-1 0 0,1 1 160 15,0-3-160-15,1 1 192 0,1 0-192 16,0-1 192-16,0-1-192 0,1 0 0 0,1-3 0 0,0 1 128 16,0-2-128-16,-1-1 0 0,1 0 0 15,-3 0 0-15,0 0 0 0,-2 0 0 0,0 1 0 16,-3-2 0-16,0 2 0 0,-1 1 0 0,-3 0 0 0,-2 2 0 16,-3 3 0-16,-1 4 0 0,-2 1 0 0,-2 2 0 15,-1 3-176-15,-2 1-16 0,1 3 0 0,-1 1 0 16,0 2-864-1,2-1-176-15,1 0-48 0,2 1-15456 0</inkml:trace>
  <inkml:trace contextRef="#ctx0" brushRef="#br0" timeOffset="190708.75">10908 11714 19343 0,'-3'3'1728'0,"1"1"-1392"0,-1-1-336 0,1-1 0 16,1-1 1920-16,-3 2 304 0,0 3 64 0,-3 0 16 15,1 4 48-15,0-3 16 0,3-2 0 0,3-5 0 0,0 0-1008 0,0 0-192 16,0 0-32-16,0 0-16 0,33-2-576 0,-33 2-112 16,29-8-32-16,-29 8 0 0,32-7-208 0,-32 7-32 15,37-5-16-15,-37 5 0 16,36-3-144-16,-36 3 0 0,37 1 144 0,-37-1-144 15,38 0 0-15,-38 0 0 0,39 0 0 0,-39 0 0 16,39-2 0-16,-39 2 0 0,39-5 0 0,-39 5 0 16,42-7 0-16,-42 7 0 0,41-12 0 0,-41 12 0 0,38-12 0 0,-38 12-192 15,31-12 192-15,-31 12-192 16,23-7-416-16,-23 7-96 0,0 0 0 0,0 0-17200 16</inkml:trace>
  <inkml:trace contextRef="#ctx0" brushRef="#br0" timeOffset="191024.49">11013 11854 7359 0,'-2'0'656'0,"2"0"-528"0,0 0-128 0,0 0 0 15,0 0 1696-15,0 0 304 0,-1-2 64 0,1 2 16 16,0 0 944-16,0 0 192 0,0 0 48 0,15-10 0 16,-15 10-832-16,0 0-144 0,25-7-48 0,-25 7 0 0,0 0-816 15,39-9-160-15,-39 9-48 0,34-10 0 16,-34 10-656-16,40-9-144 0,-40 9-32 0,44-7 0 0,-44 7-192 0,47-6-64 16,-47 6 0-16,48-3 0 0,-48 3-128 0,46-1 0 15,-46 1 0-15,41-2 0 16,-41 2 0-16,0 0 0 0,42 0 0 0,-42 0 0 15,0 0-256-15,0 0-16 0,33-7-16 0,-33 7-17568 0</inkml:trace>
  <inkml:trace contextRef="#ctx0" brushRef="#br0" timeOffset="191334.32">11372 11500 28559 0,'-7'3'1264'0,"3"0"272"0,0-1-1232 0,4-2-304 0,0 0 0 0,-4 5 0 16,4-5 1952-16,0 0 336 0,-3 12 64 0,3-12 16 16,0 0-1040-16,2 25-208 0,-2-25-32 0,0 0-16 15,0 0-560-15,37 22-96 0,-37-22-32 0,0 0 0 0,43 5-128 0,-43-5-48 32,36 2 0-32,-36-2 0 0,39 5-208 0,-39-5 0 0,41 5 128 0,-41-5-128 15,38 11 0-15,-38-11 0 0,0 0 0 16,49 17 0-16,-49-17 0 0,0 0 0 0,42 26 0 15,-42-26 0-15,0 0 0 0,26 26 0 0,-26-26 0 0,0 0 0 0,7 29 224 0,-7-29-48 16,-6 23-16-16,-1-10 0 16,-5 3-32-16,-2 0-128 0,-4 1 192 0,-2 2-64 15,-5-2-128-15,-5 5 192 0,-5 3-192 0,-2-1 192 0,4-3-192 0,2 0 0 16,5-1 0-16,4-4-13248 0,6-4-2576 0</inkml:trace>
  <inkml:trace contextRef="#ctx0" brushRef="#br0" timeOffset="191875.31">12544 11743 28559 0,'-4'-1'1264'0,"2"1"272"0,0-2-1232 0,0 2-304 15,1-1 0-15,0 0 0 0,1-1 1424 0,-1-1 240 0,-1 0 32 0,1-3 16 16,0-1-560-16,1 2-96 15,1-3-32-15,0 2 0 0,4-2-384 0,1 1-96 0,1-2-16 0,3-1 0 16,2-2-272-16,1 1-64 0,1 2-16 0,2-1 0 16,2-1-176-16,1 0 0 0,1 2 0 0,-20 9 0 15,35-12 0-15,-35 12 0 0,35-5 0 0,-35 5 0 16,33 7 0-16,-33-7 0 0,0 0 0 0,36 29 0 16,-36-29 0-16,12 31 0 0,-12-31 0 0,2 40 0 15,-3-17 0-15,-3-1 0 0,-1 0 0 0,0-1 0 16,-1 0 0-16,1-7 0 0,0 1 0 0,-1-4 128 15,2-1-128-15,-1-3 0 0,5-7 0 0,-6 7 0 16,6-7 256-16,-5 1-48 0,3-2 0 0,-1-4 0 0,2 0 80 16,0-2 16-16,1 0 0 0,0 0 0 0,2-2-96 0,2-3-16 15,0 1 0-15,2-2 0 0,3-3-192 16,1-1 128-16,2-4-128 0,1 2 0 0,0 2 0 0,2 0 0 16,2-1 0-16,2 2 0 0,-1 3 0 0,0 1 0 15,-3 3 0-15,-15 9 0 0,24-10 0 0,-24 10 0 16,0 0 0-16,0 0-12976 0,31 0-2560 0</inkml:trace>
  <inkml:trace contextRef="#ctx0" brushRef="#br0" timeOffset="192225.75">13042 11655 27647 0,'0'0'1216'0,"0"0"256"15,0 0-1168-15,0 0-304 16,0 0 0-16,0 0 0 0,0 0 2288 0,0 0 400 0,35 14 64 0,-35-14 32 15,0 0-1664-15,51 3-336 0,-51-3-64 0,40-3-16 16,-40 3-368-16,42-11-80 0,-42 11 0 0,38-17-16 0,-20 8-240 0,-3-1 0 16,-1-2 128-16,-1 0-128 0,-1 0 0 0,-3 0 0 15,-2 2 0-15,-1 1 0 0,-3 1 0 0,-2 2 0 16,-2 0 0-16,-2 3 0 0,-3-2 0 0,-1 2 0 16,-2 1 0-16,-2 2 0 0,0 2 0 0,-4 1 0 15,1 2 0-15,-3 1 0 16,-2 4 0-16,3 2 0 0,0 0 0 0,2 2 0 0,2 0 0 0,3 3-128 15,2-2 128-15,3 1 0 0,4-16 0 16,-1 30 0-16,1-30 0 0,8 31 0 0,-8-31 0 0,0 0 224 16,26 31-32-16,-26-31-16 0,0 0 144 0,37 15 16 15,-37-15 16-15,0 0 0 0,45 5-160 0,-45-5-48 16,30-3 0-16,-30 3 0 0,26-7-144 16,-26 7 0-16,30-12 0 0,-15 1-12928 0,1 0-2448 0</inkml:trace>
  <inkml:trace contextRef="#ctx0" brushRef="#br0" timeOffset="192528.05">13541 11612 15663 0,'0'0'1392'0,"0"0"-1120"16,0 0-272-16,0 0 0 0,0 0 3424 0,0 0 624 0,0 0 128 0,0 0 32 16,0 0-1152-16,0 0-240 15,0 0-32-15,40 12-16 0,-40-12-1936 0,0 0-400 16,30-12-80-16,-30 12-16 0,22-13-176 0,-22 13-32 15,21-14-128-15,-21 14 192 0,20-11-192 0,-20 11 0 0,0 0 0 16,23-6 0-16,-23 6 0 0,0 0 0 0,0 0 0 0,0 0 0 16,0 0 0-16,26 32 0 0,-26-32 0 0,4 24 0 15,-4-24 0-15,2 40 0 0,-2-16 0 0,-1 4 0 16,0 3 0-16,-1 5 0 0,-1 2 0 16,-1-1 0-16,1 1 0 0,-1-4 0 0,1-4 0 0,0-5 0 15,1-2 0-15,-2-3 0 0,4-20 0 0,-9 28 0 16,3-17 0-16,-3-4 0 0,-1-1 0 0,-4-2 0 15,-1-3-816 1,-2-2-48-16</inkml:trace>
  <inkml:trace contextRef="#ctx0" brushRef="#br0" timeOffset="192684.25">13671 11370 14735 0,'0'0'1312'0,"0"0"-1056"16,0 0-256-16,0 0 0 0,0 0 3456 0,0 0 640 15,0 0 128-15,24 34 32 0,-24-34-1184 0,0 0-224 16,38 35-48-16,-38-35-16 0,0 0-1904 0,45 19-384 16,-45-19-80-16,0 0-16 0,42 2-272 0,-42-2-128 15,27-4 128-15,-27 4-18624 0</inkml:trace>
  <inkml:trace contextRef="#ctx0" brushRef="#br0" timeOffset="193058.76">13984 11596 29487 0,'0'0'1296'0,"0"0"288"0,0 0-1264 0,0 0-320 0,0 0 0 0,0 0 0 16,0 0 2368-16,0 0 432 0,0 0 80 0,37 15 0 0,-37-15-1808 0,0 0-368 0,30 1-80 0,-30-1-16 16,0 0-352-16,35-6-80 15,-35 6-16-15,26-8 0 16,-26 8-160-16,27-13 0 0,-27 13 0 0,26-15 0 15,-26 15 0-15,24-15 0 0,-24 15 0 0,18-17 0 16,-11 9-272-16,-2 0 16 0,-1-1 0 0,-3 2 0 16,-1-1-64-16,-3 2 0 0,-4 0 0 0,-1 3 0 15,-2 0 128-15,-5 2 0 0,-2 2 16 0,-1 2 0 16,-1 3-224-16,1 2-48 16,2 1-16-16,1 2 0 0,1 2 464 0,1 3 240 0,1-2-32 0,0 0 0 0,1 3 224 15,1 0 32-15,1-1 16 0,3 3 0 0,1-4-240 0,2 1-48 16,3-16-16-16,1 28 0 0,-1-28 208 0,0 0 32 15,21 28 16-15,-21-28 0 0,0 0-112 0,43 12-32 16,-43-12 0-16,35 0 0 0,-35 0-288 0,37-4 0 16,-37 4 128-16,39-10-128 0,-18 3 0 0,1-2-272 15,2-2 48-15,-1 0-19136 0</inkml:trace>
  <inkml:trace contextRef="#ctx0" brushRef="#br0" timeOffset="193376.16">14684 11387 35007 0,'0'0'1552'0,"0"0"320"0,0 0-1488 0,0 0-384 0,0 0 0 0,0 0 0 15,0 0 1088-15,0 0 128 0,0 0 48 0,-3 28 0 16,-3-21-768-16,0-1-160 0,-2 0-16 0,1-1-16 16,0 0-176-16,-1-3-128 0,0 3 192 0,-2-3-192 0,-1 3 128 15,-2-2-128-15,-1 4 0 0,-4 0 0 16,0 4 0-16,0 1 0 0,-1 2-128 0,4 3 128 31,0 0-448-31,3 0 16 0,2 4 0 0,3-3 0 0,2-1 432 0,5-17 0 0,0 34 192 0,0-34-64 0,14 31 160 16,-14-31 32-16,0 0 16 0,42 32 0 0,-42-32-32 15,38 12-16-15,-38-12 0 0,42 6 0 16,-42-6-80-16,48 2-16 0,-48-2 0 0,47-5 0 16,-47 5-192-16,40-7 128 0,-40 7-128 0,33-10 0 0,-33 10 0 0,24-13 0 15,-24 13 0-15,15-13 0 16,-13 6-448-16,-2 0-64 0</inkml:trace>
  <inkml:trace contextRef="#ctx0" brushRef="#br0" timeOffset="193931.38">14394 11506 3679 0,'-3'0'320'0,"0"0"-320"15,3 0 0-15,-4 2 0 0,4-2 2240 0,0 0 368 0,-4 2 80 0,4-2 0 16,-6 7 880-16,6-7 160 16,-7 10 48-16,7-10 0 0,0 0-416 0,0 0-80 15,0 0-16-15,0 0 0 0,0 0-1872 0,34 15-384 16,-34-15-80-16,30-6-16 0,-30 6-432 0,36-9-96 15,-36 9 0-15,45-14-16 0,-21 7-240 0,2 1-128 16,1 0 160-16,-27 6-160 0,50-8 0 0,-50 8 0 16,48-4 0-16,-48 4 0 0,43-3 0 0,-43 3-240 0,34 1 80 15,-34-1-19056-15</inkml:trace>
  <inkml:trace contextRef="#ctx0" brushRef="#br0" timeOffset="195011.43">14528 11529 9215 0,'-2'-2'816'0,"2"0"-656"0,0 1-160 0,0-1 0 0,0 2 1792 0,0 0 320 15,3-5 64-15,-2 0 0 0,1-3 576 0,0 0 96 16,1-1 32-16,-1 1 0 0,-1 1-768 0,0 0-128 15,0 0-48-15,-2 2 0 0,0 1-784 0,0 1-144 16,-1 1-48-16,0 0 0 0,0 2-336 0,2-2-80 0,-1 2-16 0,1 0 0 16,0 0-208-16,0 0-32 0,0 0-16 0,0 0 0 15,0 0-272-15,0 0 160 0,36-6-160 0,-36 6 128 0,27-6 64 0,-27 6 0 16,33-10 0 0,-33 10 0-16,38-12-64 0,-38 12-128 0,41-14 192 0,-41 14-64 15,38-12-128-15,-38 12 128 0,29-8-128 0,-29 8 128 16,0 0-128-16,0 0 0 0,0 0 0 0,0 0 0 15,0 0 0-15,0 0 0 0,0 0 0 0,0 0 0 16,0 0 0-16,-1 27 0 0,-9-22 0 0,1 1 0 31,2 0-320-31,-2-2-80 0,-1 1-32 0,2 0 0 16,0-3-1552-16,2 0-320 0,0-2-64 0,2 2-16 16,-1-2-1008-16,1-2-208 0,2 2-48 0,0-1 0 15,0 0 1344-15,0 1 256 0,0-2 48 0,0-1 16 0,1 1 2416 0,-3 0 480 0,0 1 112 0,-1-1 0 16,0 2 1952-16,-3-1 384 0,0 0 80 0,-1 1 16 0,0 0-384 0,-3 1-80 15,-1 0-16-15,-1 1 0 0,-1 3-1824 16,0-2-352-16,2 1-80 0,-1 1-16 0,1 2-384 16,0-2-64-16,1 2-32 0,1-2 0 15,3 0-96-15,0-1-128 0,2 1 176 0,1-2-176 0,1 1 208 0,4-4-64 16,-5 5-16-16,5-5 0 0,0 0-128 0,-5 7 192 16,5-7-192-16,0 0 192 0,0 0-64 0,-5 4 0 15,5-4 0-15,0 0 0 0,0 0-128 0,-5 9 160 16,5-9-160-16,-5 6 160 0,5-6-160 15,-4 5 128-15,4-5-128 0,-6 7 128 0,2-5-128 0,4-2 0 16,-6 6 0-16,6-6 0 0,-6 6 0 0,6-6 0 16,-6 7 0-16,6-7 0 0,-5 7 0 0,5-7 0 0,-5 9 0 0,5-9 0 15,-6 10 0-15,6-10 0 0,-5 14 0 0,5-14 0 16,0 0 0-16,0 0 0 0,3 26 0 0,-3-26 0 16,0 0 0-16,0 0 0 0,0 0 0 0,33 31 0 15,-33-31 0-15,0 0 0 16,38 12 0-16,-38-12 0 0,0 0-256 0,47 0-16 15,-47 0-16-15,38-9-19088 0</inkml:trace>
  <inkml:trace contextRef="#ctx0" brushRef="#br0" timeOffset="195477.95">15286 11292 16575 0,'1'-2'1472'0,"0"-1"-1168"15,0 3-304-15,-1 0 0 0,0 0 2368 0,0 0 432 16,0 0 80-16,0 0 0 0,0 0 368 0,0 0 64 0,-7 17 16 0,0-8 0 16,0 6-2064-16,-2 1-416 15,-1 4-80-15,-2 3 0 0,0 3-528 0,0 0-112 16,0 1 0-16,-1 1-128 0,1 0 0 0,2 1 0 15,1 1 0-15,1-5 0 0,5 0 0 0,3-25 0 16,0 43 0-16,0-43 0 0,12 35 0 0,-12-35 0 0,0 0 0 0,30 38 0 16,-30-38 0-16,0 0 0 0,42 17 0 0,-42-17 0 15,32-2 192-15,-32 2-64 16,32-10 0-16,-18 1-128 0,0 0 128 0,-1-1-128 0,-2 0 0 0,-3 0 0 16,0 1 0-16,-3 0-176 0,-1-2 0 15,-2 2-12352-15,-2-2-2464 0</inkml:trace>
  <inkml:trace contextRef="#ctx0" brushRef="#br0" timeOffset="195658.94">14940 11536 35007 0,'0'0'1552'0,"0"0"320"0,0 0-1488 0,0 0-384 0,0 0 0 0,39 11 0 0,-39-11 1552 0,0 0 240 15,52 13 64-15,-16-6 0 0,5-1-880 0,0-2-160 16,-2 0-48-16,-3-4 0 0,1-2-480 0,-4-1-96 15,-1-1-32-15,-1-1 0 16,-2-2-160-16,-1-2-144 0</inkml:trace>
  <inkml:trace contextRef="#ctx0" brushRef="#br0" timeOffset="196188.06">16144 11368 12895 0,'1'-4'1152'0,"0"1"-928"16,0 1-224-16,-1 2 0 0,0-1 2400 0,1 1 432 16,0-2 96-16,0 0 16 0,1-1 560 0,-1 3 112 15,-1 0 32-15,0 0 0 0,0 0-1920 0,-1 22-368 16,1-22-80-16,-5 34 0 0,1-13-912 0,0 4-176 0,-1 2-48 15,0 2 0-15,-2 3-144 0,1 1 0 16,-3 1 0-16,1 1 0 0,1 0 0 0,-1-3 0 16,2-2 0-16,0-4 0 0,2-2 0 0,0-7 0 15,4-17-144-15,-6 30 144 16,6-30-1632-16,-5 17-224 0</inkml:trace>
  <inkml:trace contextRef="#ctx0" brushRef="#br0" timeOffset="196424.84">16390 11418 4607 0,'10'-8'400'0,"-10"8"-400"16,13-9 0-16,-13 9 0 0,0 0 4128 0,0 0 736 15,0 0 160-15,0 0 32 0,0 0-1040 16,0 0-208-16,0 0-32 0,0 0-16 16,0 0-2064-16,0 0-416 0,18 35-64 0,-18-35-32 15,-6 22-800-15,6-22-144 0,-8 26-48 0,8-26 0 16,-8 36-192-16,3-15 0 0,0 2 128 0,2 2-128 15,-1 1 0-15,1 2 0 0,0-2 0 0,2 1 0 16,1-1 0-16,0-26 0 0,-1 46 0 0,1-46 0 0,0 34-144 16,0-34-32-16,0 0 0 0,-2 31-18032 0</inkml:trace>
  <inkml:trace contextRef="#ctx0" brushRef="#br0" timeOffset="196624.39">16105 11649 22111 0,'0'1'1968'0,"0"-1"-1584"0,0 0-384 0,0 0 0 16,0 0 2672-16,0 0 448 0,0 0 80 0,0 0 32 15,32 3-912-15,-32-3-176 0,39-1-32 0,-39 1-16 16,51-6-1360-16,-25 1-272 0,-2 0-48 0,-2 0-16 16,0-2-400-16,-22 7 128 15,36-13-128-15,-36 13 0 0,34-15-240 0,-17 7-128 0</inkml:trace>
  <inkml:trace contextRef="#ctx0" brushRef="#br0" timeOffset="197035.49">16880 11468 36863 0,'0'0'1632'0,"0"0"336"0,0 0-1584 0,0 0-384 16,0 0 0-16,0 0 0 0,0 0 944 16,0 0 96-16,-7 7 32 0,7-7 0 15,-7 5-688-15,1-2-128 0,2 0-16 0,-1 2-16 16,0 0-224-16,5-5 0 0,-11 12 0 0,5-5 0 0,0 3 0 0,0 1 0 0,0 3 0 0,6-14 0 16,-8 34 0-16,8-34 0 15,-5 38-128-15,5-38 128 0,0 38 0 0,0-38 0 16,8 35 0-16,-8-35 144 0,0 0 64 0,27 38 16 15,-27-38 0-15,0 0 0 0,38 12-80 0,-38-12-16 0,34-9 0 0,-15-1 0 16,-1-2 64-16,1-4 16 16,3-1 0-16,-2-4 0 0,1-1-208 0,-4 1 0 15,-1 0 128-15,-4-1-128 0,-3 1 0 0,-2 2 0 16,-4-3 0-16,-4 4 0 0,-4-2 0 0,-3 4 128 16,-5 2-128-16,-5 2 0 0,-1 2 0 0,-3 8 144 0,0 2-144 15,-3 5 128-15,-2 3 64 0,1 5 16 16,2 1 0-16,2 1 0 0,1 4-208 0,4-3 0 0,1 3 0 0,5-2 0 15,2-3-160-15,9-14-128 0</inkml:trace>
  <inkml:trace contextRef="#ctx0" brushRef="#br0" timeOffset="197166.64">17363 12015 43311 0,'0'0'3840'16,"0"0"-3072"-16</inkml:trace>
</inkml:ink>
</file>

<file path=ppt/ink/ink15.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6T09:47:41.402"/>
    </inkml:context>
    <inkml:brush xml:id="br0">
      <inkml:brushProperty name="width" value="0.05292" units="cm"/>
      <inkml:brushProperty name="height" value="0.05292" units="cm"/>
    </inkml:brush>
  </inkml:definitions>
  <inkml:trace contextRef="#ctx0" brushRef="#br0">5695 4419 12895 0,'0'-1'1152'0,"1"-1"-928"15,-1 2-224-15,0 0 0 0,0 0 976 0,0 0 160 16,0 0 16-16,0-1 16 0,1 0 1008 0,-2 1 192 15,1 1 32-15,-2 2 16 0,0 5-944 0,0 1-192 0,-2 3-48 0,-1 6 0 16,0-1-640-16,-2 5-128 16,-2 9-16-16,-3 5-16 0,0 6-160 0,-2 2-16 15,1 2-16-15,-1-5 0 0,1-3-240 0,1-6 0 0,1 0 0 0,3-6 0 0,0-3 0 0,4-6 0 32,1-3 0-32,2-2 0 15,2-4-496-15,-1-8-80 0,0 0-32 0,0 0-13280 0</inkml:trace>
  <inkml:trace contextRef="#ctx0" brushRef="#br0" timeOffset="229.96">5948 4485 911 0,'-1'-3'0'0,"-1"1"0"0,1 2 0 0,0-1 0 0,1 1 4896 0,-1 0 896 0,0 1 176 0,0-1 48 15,-2 2-2832-15,0-1-560 16,-2 2-128-16,-1 3 0 0,2 1-1248 0,-2 1-240 0,0 3-48 15,-1 3-16-15,2 3-544 0,-2 2-96 0,1 2-32 0,-1 3 0 16,0 0-272-16,0 2 0 16,2 0 128-16,-1-2-128 0,1 2 0 0,-1-3 0 15,1-1-128-15,1-3 128 16,0-5-896-16,1 0-96 0,1-2-16 0,1 0-13856 16</inkml:trace>
  <inkml:trace contextRef="#ctx0" brushRef="#br0" timeOffset="429.92">5594 4753 24879 0,'0'0'1088'0,"1"0"256"0,1 2-1088 0,-1-2-256 0,0 0 0 0,1 0 0 16,0-2 1888-16,4 0 320 0,3-1 64 0,6-3 16 15,4-2-688-15,2-4-144 0,2 0-32 0,-1 0 0 16,-1 0-960-16,-1 0-192 0,-1 3-32 0,-2 0-16 15,1-1-224-15,-3 4 0 0,1 0 0 0,-2 2-11552 16,-14 4-2320-16</inkml:trace>
  <inkml:trace contextRef="#ctx0" brushRef="#br0" timeOffset="795.31">6165 4608 16575 0,'0'0'1472'0,"0"1"-1168"0,0 0-304 0,-1 0 0 15,0 1 1280-15,0 1 192 0,-2-1 32 0,-1 2 16 16,0 4 608-16,-3-1 128 0,1 2 32 0,-3 1 0 16,2 0-1056-16,-1 1-208 0,3 3-32 0,-1-2-16 15,2 2-448-15,0 1-80 0,1-3-32 0,3-12 0 16,0 0-112-16,0 0-32 0,10 32 0 0,-10-32 0 15,0 0-272-15,0 0 128 0,37 6-128 0,-24-11 0 16,0 0 384-16,1-4-48 0,1 1 0 0,1-3 0 16,0-1-16-16,-1 0-16 0,-1-2 0 0,-1-1 0 15,-1 4-112-15,-4 1-32 0,-1-2 0 16,-1 0 0-16,-3 3-160 0,-2-1 0 0,-1 2 0 0,-3-2 0 16,-4 2 144-16,0-1-144 0,-1 2 160 0,-4 2-160 15,0 0 224-15,-2 0-48 0,1 3-16 0,0 0 0 0,0 0-160 0,2 1 160 16,2 1-160-16,3 0 160 0,2 0-160 0,2 0 0 15,2 0 0-15,3 1-18048 16</inkml:trace>
  <inkml:trace contextRef="#ctx0" brushRef="#br0" timeOffset="1496.87">6475 4549 11967 0,'-1'0'1072'0,"0"0"-864"16,1 1-208-16,0-1 0 0,0 0 1792 0,0 2 320 15,0-2 64-15,-1 2 16 0,0-2 112 0,1 1 32 0,0 0 0 0,0 1 0 16,1-1-1008-16,1 1-208 16,1-2-32-16,1 2-16 0,0-2-400 0,1 0-80 0,1-2-16 0,0 2 0 15,0 0-176-15,-1 0-32 0,1 0-16 0,-1 0 0 16,2 0-496-16,-3 0-112 0,1 2 0 0,0 1-15248 16</inkml:trace>
  <inkml:trace contextRef="#ctx0" brushRef="#br0" timeOffset="1650.68">6425 4698 23951 0,'-1'-2'1056'0,"2"1"224"0,0 0-1024 0,0 1-256 0,0 0 0 0,0 0 0 0,1 0 1888 16,0 1 320-16,2 0 64 0,-4-1 16 0,0 0-944 15,0 0-192-15,0 0-48 0,0 0 0 0,34 29-1104 0,-34-29 0 16,0 0-272-16,0 0-15616 15</inkml:trace>
  <inkml:trace contextRef="#ctx0" brushRef="#br0" timeOffset="3169.02">7124 4528 8287 0,'0'-2'736'0,"0"1"-592"0,0-1-144 0,0 2 0 16,0 0 1424-16,0-2 256 0,-1 1 48 0,1-1 16 16,0 0 1056-16,-1-3 208 0,1 3 32 0,0-1 16 15,-1 1-752-15,1 2-160 0,1-2-32 0,-1 0 0 0,1 1-944 0,1 1-192 16,2-2-32-16,-1 2-16 0,1-2-352 0,1 2-64 15,1-1 0-15,-1 1-16 0,1-2-144 0,0 2-32 16,-6 0 0-16,0 0 0 0,0 0-80 0,0 0-32 16,39 8 0-16,-39-8 0 0,0 0-208 0,0 0 176 15,0 0-176-15,33 29 160 0,-33-29-160 0,0 0 0 16,0 0 0-16,14 41 128 0,-14-41-128 0,0 0 0 16,3 37 0-16,-3-37 0 0,-2 27 0 0,1-13 0 15,-2-1 0-15,0 0 0 0,0 2 0 0,-1-3 0 0,-1 0 0 16,0-1 0-16,0 1 0 0,-1-2 0 15,2-3 0-15,-1 0 0 0,0 0 0 0,0-1 0 0,-1 0 0 0,2-3 0 16,0 1 0-16,0-1 0 0,0 1 0 0,1-4 0 16,0 1 0-16,0-1 0 0,1 0 0 0,0-3 0 15,1 0 0-15,-2-1 0 0,0-4 0 0,0-1 0 16,0-2 0-16,0-1 0 0,-2-3 0 0,0-2 0 16,-1-3 0-16,-1 2 0 0,1 4 0 0,0-1 0 15,0 0-128-15,-1 1 128 0,2 4 0 0,0 3 0 16,2 0 0-16,-1 2 0 0,1 2 0 0,1-1 0 15,0 2 0-15,0-3 0 0,2 3 0 0,-1-1 0 0,2 1 0 16,0-1 0-16,1-2 0 0,1 1 0 0,2-1 0 0,0-1 0 16,3-2 0-16,2 1 0 0,1-4 0 0,1 0 0 15,1 0 176-15,2-1-176 0,2 2 176 0,-2-2-176 16,3-1 192-16,-1 3-192 16,0 0 128-16,-1 0-128 0,-1 4 0 0,-2 1 0 0,0 0 0 0,-13 5 0 15,0 0 0-15,31-2 0 0,-31 2 0 0,0 0 0 16,0 0 0-16,0 0 0 0,0 0 0 0,0 0 0 15,40 21 0-15,-40-21 0 16,0 0-592-16,0 0-128 0</inkml:trace>
  <inkml:trace contextRef="#ctx0" brushRef="#br0" timeOffset="3422.58">7525 4592 18479 0,'-1'1'400'0,"0"0"96"0,1-1 16 0,0 0 0 0,1 2-512 0,-1-2 0 15,0 0 0-15,0 1 0 0,-1 1 3152 0,1 1 528 16,-2 2 96-16,1 1 32 0,0 1-1664 0,0 0-336 0,-1 3-64 0,0 1-16 16,0 1-976-16,-1 3-208 15,0 4-32-15,1-3-16 0,-1 4-304 0,0-2-48 0,1-1-16 0,2-17 0 16,1 28-128-16,-1-28 0 15,0 0 0-15,0 0-18048 0</inkml:trace>
  <inkml:trace contextRef="#ctx0" brushRef="#br0" timeOffset="3826.94">7626 4163 18431 0,'-3'-5'816'0,"2"1"160"0,1 1-784 0,0 1-192 0,0 1 0 0,0 1 0 16,1 0 1760-16,0-2 304 16,1 2 64-16,1 0 16 0,1 0-128 0,0-2-32 15,4 2 0-15,-1 2 0 0,-7-2-928 0,0 0-192 16,0 0-32-16,34 7-16 0,-34-7-544 0,0 0-96 0,0 0-32 0,0 0 0 15,38 19-144-15,-38-19 0 0,0 0 0 0,0 0 0 16,0 0 0-16,0 0 0 0,0 0 0 0,20 41 0 16,-23-34-144-16,-2 0 144 0,0 0 0 0,-3 0 0 15,1 1-144-15,-1 1 144 16,-2-2 0-16,2 2-144 0,0-1 144 0,0-2 0 16,2 1-144-16,1 0 144 0,2-2 0 0,3 0 0 15,0-3 0-15,2 0 0 0,2 1 0 0,2-3 0 16,1-2 128-16,2 0-128 0,1 1 512 0,2-1 32 0,0-3 0 0,1 1 0 0,0 1-32 15,0-1 0-15,1 1 0 0,0-2 0 0,1 3-384 0,-15 2-128 16,27-4 0-16,-27 4 0 0,26-3-176 0,-26 3-144 16</inkml:trace>
  <inkml:trace contextRef="#ctx0" brushRef="#br0" timeOffset="4126.07">7855 4529 18431 0,'-3'1'1632'0,"2"1"-1312"16,1-1-320-16,1-1 0 0,0 0 2192 0,0 0 368 0,0 2 80 15,0-2 16-15,3 2-352 0,0-1-64 16,-4-1 0-16,0 0-16 0,28-1-976 0,-28 1-192 0,28-5-32 0,-12 3-16 16,1 0-608-16,-17 2-112 0,37-5-32 0,-19 2 0 15,-1 0-256-15,-1 0 0 0,-16 3 128 0,28-5-128 0,-28 5 0 0,24-3-304 16,-24 3 64-16,18-2 16 16,-9 2-1888-16,-4 0-368 0</inkml:trace>
  <inkml:trace contextRef="#ctx0" brushRef="#br0" timeOffset="4302.33">7909 4648 9215 0,'0'0'816'0,"1"-2"-656"16,0 2-160-16,1 0 0 0,0 0 4288 16,-1 0 832-16,2 0 176 0,2-1 16 0,3 0-1760 0,-8 1-352 15,26-5-80-15,-10 0-16 0,0 2-2208 0,-1-1-448 0,-15 4-96 0,27-7-16 16,-27 7-336-16,24-4 0 0,-12 1 0 0,1-2 0 31,-2 3-704-31,-1-3-224 16</inkml:trace>
  <inkml:trace contextRef="#ctx0" brushRef="#br0" timeOffset="5274.1">8589 4371 16575 0,'0'0'1472'0,"0"0"-1168"0,0 0-304 0,0 0 0 16,1 0 1664-16,0 0 288 0,0 0 48 0,1 0 16 16,-2 0 544-16,0 0 96 0,0 0 32 0,0 0 0 15,37 5-1056-15,-37-5-208 0,0 0-32 0,0 0-16 16,43 13-720-16,-43-13-144 0,0 0-16 0,33 26-16 15,-33-26-304-15,0 0-176 0,21 39 192 0,-21-39-192 16,8 38 0-16,-8-38 0 0,3 36 0 0,-3-36 0 16,-2 33 0-16,-1-18 0 0,0 1 0 0,-1-4 0 15,0 0 0-15,-1-5 0 0,-1 1 0 0,0-2 0 16,-2-3 0-16,-1-1 0 0,-1-2 0 0,-3-3 0 0,-1-2 0 16,0-2-144-16,2 0-16 0,1-2 0 15,1 0-1200-15,1-1-240 0,1-4-64 0,0-1 0 16,1 1 704-16,1-2 144 0,0 1 32 0,1-1 0 0,1-3 656 0,1 2 128 15,2 1 0-15,2-1 0 0,2 2 880 0,1-1 128 0,4 2 16 0,0 0 16 16,3-1 304-16,2 2 48 0,0 0 16 0,2-1 0 16,1 2-832-16,0 1-144 0,-1 1-48 15,2 1 0-15,1 2-192 0,-3 1-64 0,0 0 0 16,1 0 0-16,1 2-128 0,-2 0 0 0,0 1 0 0,-1 0 0 16,-14 3 0-16,26-4 0 0,-13 1 0 0,0 1 0 15,-13 2-128-15,23-5-64 0,-12 3-16 16,-3-2-12096-16,0 3-2416 15</inkml:trace>
  <inkml:trace contextRef="#ctx0" brushRef="#br0" timeOffset="5790.1">9019 4559 22111 0,'-6'4'976'0,"2"-4"208"0,1 3-944 0,0-1-240 0,2-2 0 0,0 0 0 15,1 2 1600-15,-1-2 288 0,-1 3 48 0,-1-1 16 16,2 1-128-16,1 0-32 16,1 0 0-16,2-2 0 0,1 1-864 0,2-2-176 15,0 0-48-15,1 0 0 0,-7 0-48 0,0 0-16 16,0 0 0-16,31 0 0 0,-31 0-384 0,0 0-96 15,0 0-16-15,0 0 0 0,0 0-144 0,36 12 0 0,-36-12 0 16,0 0 0-16,0 0 0 0,1 28 0 0,-6-20 128 0,-1 3-128 16,-2 0 0-16,0 2 0 15,-2-1 0-15,2 0 0 0,2-2 0 0,0-1 0 16,2-1 0-16,3-2 0 0,1-6 0 0,0 0 0 0,0 0 0 0,0 0 128 0,0 0-128 0,35 14 0 16,-35-14 0-16,30-4 128 15,-30 4-128-15,37-5 128 0,-16-2-128 0,-1 2 128 0,1-3-128 16,-2 2 0-16,2-2 0 0,-3 1-18432 15</inkml:trace>
  <inkml:trace contextRef="#ctx0" brushRef="#br0" timeOffset="6175.47">9316 4099 17503 0,'-3'-3'768'0,"2"2"176"0,1 0-752 0,0-1-192 15,0 0 0-15,0 1 0 0,0 1 1328 0,1-3 224 0,1 1 48 16,0-2 16-16,1 1 880 0,0 1 192 0,2 0 16 0,0 1 16 16,1 2-1184-16,1 1-224 0,-7-2-48 0,0 0-16 15,0 0-416-15,43 12-96 16,-43-12-16-16,0 0 0 0,39 16-448 0,-39-16-80 0,0 0-32 0,0 0 0 15,0 0-160-15,38 17 0 0,-35-15 0 0,-2 1 0 16,-2 2 0-16,-3-1 0 0,-2 3 128 0,-3-2-128 16,3 0 0-16,-2 2 128 0,-2 0-128 0,-3 2 128 15,0 2-128-15,-2 1 0 16,2 1 0-16,0 0 0 0,2 0 0 0,2 1 0 0,2 0 0 16,1-2 0-16,6-12 0 0,0 0 0 0,2 32 0 0,-2-32 0 15,0 0 0-15,0 0 0 0,38 18 0 0,-38-18 0 16,36-2 0-16,-15-3 192 0,4-2-192 0,-1-2 192 0,2 1-192 15,0-1 160-15,1-1-160 0,-3 1-18432 0</inkml:trace>
  <inkml:trace contextRef="#ctx0" brushRef="#br0" timeOffset="6987.84">11546 4341 16575 0,'1'-5'1472'0,"-1"0"-1168"0,0 3-304 0,0 1 0 15,0 1 1296-15,-1 0 208 0,1-2 32 0,0 0 16 16,-1-3 176-16,0 0 48 0,0 4 0 0,-1 2 0 0,-1 4-272 0,-1 4-48 15,0 3-16-15,-2 5 0 16,0 2-544-16,-2 5-96 0,0 2-32 0,-2 2 0 16,-1 1-320-16,0 0-80 0,1 1-16 0,-1-2 0 15,1 1-352-15,0-3 144 0,2-3-144 0,3-3 0 16,0-4 0-16,1-2 0 0,1-2 0 0,3-12-144 16,-2 17-1360-16,1-12-272 0</inkml:trace>
  <inkml:trace contextRef="#ctx0" brushRef="#br0" timeOffset="7227.8">11810 4288 23951 0,'5'-2'1056'0,"-1"0"224"0,0 2-1024 0,-3 2-256 16,0-1 0-16,-2 2 0 0,0 0 1600 0,-1 4 272 15,-1 3 48-15,-2 6 16 0,-2 6-592 0,-2-1-128 16,-2 5-32-16,-1-3 0 0,-1 4-832 0,0-1-160 15,0 2-48-15,1-2 0 0,-1 1-144 0,2 2 0 16,1-2 0-16,2-1 0 0,1-2 0 0,7-24 0 16,-4 38 0-16,4-38 0 0,0 0-288 0,4 36-96 15,-4-36 0-15,0 0-15104 0</inkml:trace>
  <inkml:trace contextRef="#ctx0" brushRef="#br0" timeOffset="7396.8">11463 4558 26319 0,'-4'3'576'0,"2"-1"112"0,1 1 16 0,2-3 64 0,0 0-624 0,1 0-144 0,1 0 0 0,1 0 0 0,3 0 2304 16,3-2 416-16,4-1 96 0,3-2 0 16,0 1-1536-16,2-4-320 0,-1 1-64 0,1-1-16 15,0-1-672-15,0 0-208 0,0 0 128 0,0 1-17808 16</inkml:trace>
  <inkml:trace contextRef="#ctx0" brushRef="#br0" timeOffset="7639.56">12181 4314 14735 0,'0'-2'1312'0,"0"-2"-1056"16,0 3-256-16,-1-1 0 0,1 2 3648 0,-1 2 688 16,-1-1 128-16,-1 1 16 0,-1 2-1472 0,-3 4-320 15,-1 3-48-15,-3 4-16 0,-2 0-1744 0,1 2-368 16,1 1-64-16,-1 2 0 0,1 2-192 0,1 2-48 0,1-2 0 16,1-1 0-16,3-2-208 0,0 1 0 0,0 0 0 15,5-20-12624 1,-3 35-2544-16</inkml:trace>
  <inkml:trace contextRef="#ctx0" brushRef="#br0" timeOffset="8508.56">12498 4414 15663 0,'2'0'1392'0,"-1"0"-1120"0,0 0-272 0,-1 0 0 16,0 0 2176-16,1 0 384 0,1 1 80 0,1 0 16 15,1-1-48-15,-4 0-16 0,0 0 0 0,0 0 0 16,0 0-1376-16,0 0-256 0,0 0-64 0,31 6-16 16,-27-4-576-16,-1-2-112 0,0 0-32 0,-2 2 0 15,1-2-448-15,-1 1-96 0</inkml:trace>
  <inkml:trace contextRef="#ctx0" brushRef="#br0" timeOffset="8701.06">12446 4546 12895 0,'-2'0'1152'0,"1"1"-928"15,1 1-224-15,0-2 0 0,0 3 3040 0,0-3 560 16,0 2 112-16,1 0 32 0,0 3-256 0,0 0-48 0,-1-5-16 0,0 0 0 15,0 0-2208-15,0 0-448 0,0 0-96 16,0 0-16-16,15 35-496 0,-14-32-160 16,0 0 0-16,0-2-18208 15</inkml:trace>
  <inkml:trace contextRef="#ctx0" brushRef="#br0" timeOffset="9433.04">13477 4410 1839 0,'0'-3'160'0,"0"0"-160"15,0 1 0-15,0 2 0 0,1-1 5152 0,-1 0 992 0,1 1 208 16,1 0 48-16,1 0-2592 0,0 0-512 16,3 0-96-16,0 0-32 0,-6 0-1824 0,0 0-352 0,0 0-80 0,0 0-16 15,39 12-448-15,-39-12-112 16,0 0-16-16,0 0 0 0,33 26-192 0,-33-26-128 15,0 0 160-15,0 0-160 0,22 42 0 0,-22-42 0 0,0 0 0 16,2 36 0-16,-2-36 0 0,-6 27 0 0,1-12 0 0,-3 0 0 16,0-1 0-16,-1-2 0 0,0-1 0 15,0 1 0-15,1-3 0 0,0-1 0 0,1-1 0 0,0-2 0 16,0 0 0-16,2-3 0 0,0-2 0 0,0 0 0 16,2-1 0-16,0-2 0 0,0-2 0 0,0 0 0 15,1-2 0-15,0-2 0 0,1 0 0 0,-2-2 0 16,1-1 0-16,-1-2 0 0,0 0 0 0,-1-2 0 15,0-1 0-15,-1 0 0 0,2 1 0 0,-1 2 0 16,1-1 0-16,0 1 0 0,1 2 0 0,2 0 0 0,0 3 0 0,2 1 0 16,0 0 0-16,3 2 0 0,0-1 128 0,2 0-128 15,1 1 0-15,2 0 144 0,0 4 32 0,1-3 0 16,2 0 0-16,0 2 0 0,1-1 16 0,2 0 0 16,0 1 0-16,1 1 0 0,2-3-64 0,-2 3-128 15,0-1 192-15,0 0-64 0,-3 0-128 0,-1 0 0 16,-13 3 0-16,25-3 128 0,-25 3-128 0,22-3 0 15,-22 3 0-15,0 0 0 16,23-1-560-16,-18 1 16 0,-5 0 0 0,0 0-17936 0</inkml:trace>
  <inkml:trace contextRef="#ctx0" brushRef="#br0" timeOffset="9711.5">13861 4554 13823 0,'0'-2'1216'0,"0"2"-960"16,0 0-256-16,0 0 0 0,0 0 2560 0,0 0 480 16,0 0 96-16,-1 2 0 0,0-1 320 0,-1 2 48 15,1 3 16-15,-2 1 0 16,-1 3-2224-16,0 1-432 0,4-11-96 0,-7 26 0 15,3-12-576-15,1 2-192 0,3-16 144 0,-6 27-144 16,6-27 0-16,0 0 0 0,0 35 0 0,0-35 0 16,0 0-576-16,0 0-192 0</inkml:trace>
  <inkml:trace contextRef="#ctx0" brushRef="#br0" timeOffset="10205.07">13986 4115 11055 0,'0'-2'976'0,"0"2"-784"0,0 0-192 0,0 0 0 16,1 0 2224-16,-1 0 400 0,1-2 64 0,0 1 32 16,1-1 224-16,0 2 64 0,1-1 0 0,-1 0 0 15,2-1-1328-15,-1 1-256 0,2 1-48 0,-1-2-16 0,1 2-400 0,0-2-64 16,2 1-32-16,0-1 0 16,1 2-416-16,-1-1-96 0,1 0-16 0,0 1 0 0,-8 0-208 15,0 0-128-15,0 0 160 0,0 0-160 0,35 13 0 16,-35-13 0-16,0 0 0 0,0 0 0 15,0 0 0-15,12 37 0 0,-13-30 0 0,1-7 0 0,0 0 0 16,-7 23 0-16,1-13 0 0,-2-2 0 0,0 0 0 0,-2 0 0 16,1-1 0-16,-2 0 0 0,0 0-144 15,-1-1 144-15,-1 0-208 0,0-1 80 0,2-1-64 0,0 1-16 16,5-2 0-16,0-1 0 0,4 0 208 16,1 0 0-16,2 1-160 0,0-3 160 0,4 2 0 0,-5-2 0 0,0 0 0 0,27 1 0 15,-27-1 192-15,25 0 16 0,-25 0 0 0,32-1 0 16,-32 1 0-16,31 0 0 0,-12-2 0 0,-3 0 0 15,-16 2-208-15,31-1 0 0,-16 1 0 0,-15 0-18352 16</inkml:trace>
  <inkml:trace contextRef="#ctx0" brushRef="#br0" timeOffset="10632.86">14588 4346 13823 0,'0'0'1216'0,"0"0"-960"15,0 0-256-15,0 0 0 0,0 0 1376 0,1 0 224 16,0 2 64-16,2-2 0 0,1 0 960 0,3-2 192 15,2 1 32-15,2-3 16 0,2 3-1200 0,1-3-224 16,2-1-48-16,2 0-16 0,1 1-576 0,0-2-112 16,1 2-32-16,0 0 0 0,-1 1-320 0,-2 0-64 15,-2 1-16-15,-2 1 0 0,-13 1-256 0,23-1 0 16,-23 1 0-16,0 0 0 0,26 0 0 0,-26 0 0 16,0 0-192-16,0 0 48 15,0 0-2016-15,0 0-400 0</inkml:trace>
  <inkml:trace contextRef="#ctx0" brushRef="#br0" timeOffset="10858.98">14480 4486 18431 0,'-3'2'1632'16,"2"-2"-1312"-16,1 0-320 0,1 0 0 15,0-2 1520-15,0 2 224 0,0 0 48 0,1-1 16 16,1 1 304-16,3-2 48 0,1 1 16 0,2-1 0 15,1 0-912-15,1 0-176 0,2 0-48 0,0 1 0 16,1-1-320-16,0 2-64 0,1-3-16 0,0 3 0 16,2 0-272-16,0-2-64 0,-2 2-16 0,-1-1 0 15,2 0-288-15,0 1 0 0,-1-3 0 0,0 1 0 16,-1-1-320-16,0 0-128 0,0 0-32 0,-1-2-16752 16</inkml:trace>
  <inkml:trace contextRef="#ctx0" brushRef="#br0" timeOffset="11078.65">14763 4122 28559 0,'-2'-7'1264'0,"1"3"272"0,1 1-1232 0,0 1-304 16,0 2 0-16,0-2 0 0,1 2 1520 0,-1 0 240 0,-1 2 48 0,0 0 16 15,-3 5-736-15,-1 2-160 0,-2 6-32 0,-1 2 0 16,-2 4-608-16,-3 5-128 15,1 7-32-15,-2 3 0 0,-1 2-128 0,-1 0 0 0,2-2 144 16,0-2-144-16,1 0 0 0,3-4 0 0,1-3 0 0,2-1-17280 16</inkml:trace>
  <inkml:trace contextRef="#ctx0" brushRef="#br0" timeOffset="11799.06">15280 4298 9215 0,'0'-7'816'0,"1"4"-656"0,1-1-160 16,0 1 0-16,0 3 1600 0,-2-2 304 0,2 0 48 0,2 1 16 15,2-1 672-15,0-3 144 0,3 1 32 0,1 1 0 16,0 1-832-16,-1 0-176 0,0 0-16 0,1 2-16 16,-10 0-560-16,0 0-128 0,0 0 0 0,33 16-16 15,-33-16-464-15,0 0-96 0,0 0 0 0,21 40-16 16,-21-40-224-16,0 0-32 0,6 45-16 0,-6-45 0 15,-3 31-32-15,3-31 0 0,-6 33 0 0,2-16 0 16,0-1-192-16,0 3 144 0,-2-1-144 0,1 0 128 16,1-4-128-16,-1-2 0 0,5-12 0 0,-8 26 0 15,3-16 0-15,1 0 0 0,-1-4 0 0,0 0 0 0,2-3 0 16,-2-3 0-16,0 0 0 0,1-2 0 16,-2 0 0-16,1-5 0 0,-2 2 0 0,0-5 0 15,-2 1 0-15,1-2 0 0,-1-1 0 0,-1-3 0 16,0-1-384-16,0-1-16 0,1 0 0 0,2-2 0 15,1-2-928-15,2 0-176 0,1-1-32 0,1-1-16 0,2 2 1184 0,0 3 368 0,1 2-176 0,2 0 176 16,2 4 512 0,1 0 192-16,2 4 48 0,1-1 0 0,2 0 336 0,1 1 64 0,1 1 0 15,1 0 16-15,-1 1-672 0,1 0-144 16,0 2-32-16,1-1 0 0,-1 0-144 0,3-1-48 0,3 2 0 0,-1 0 0 0,0-1-128 0,-2 1 128 16,2 1-128-16,-2-2 128 0,0 1-128 0,0 0 0 15,-1-1 0-15,-3 0 0 0,1 2 0 0,-2-2 0 16,-2 1 0-16,-2 3 0 0,-1-1 0 0,-3 1 0 15,0 2 0-15,-1-1 0 0,-2 2-208 0,-1 1 16 16</inkml:trace>
  <inkml:trace contextRef="#ctx0" brushRef="#br0" timeOffset="12287.29">15599 4518 16575 0,'-2'0'736'0,"1"0"160"0,1 0-720 0,0 0-176 0,0 0 0 0,0 0 0 0,1 0 1328 0,0 0 224 16,2 0 48-16,1 0 16 0,2 0 48 0,2 0 0 16,1 0 0-16,0 0 0 0,0 0-496 0,0 0-80 15,-1 0-32-15,-8 0 0 0,0 0-48 0,0 0-16 16,33 7 0-16,-33-7 0 0,0 0-528 0,0 0-96 15,0 0-32-15,0 0 0 0,0 0-144 0,0 0-48 16,29 30 0-16,-29-30 0 0,0 0 96 0,-5 18 16 16,0-11 0-16,-1 0 0 0,0 0-80 0,-1 3-16 15,-2-4 0-15,0 2 0 0,1 1-160 0,0-4 0 16,2 3 0-16,1-2 128 0,3-1-128 0,2-5 0 0,0 0 0 0,0 0 0 16,0 0 0-16,0 0 0 0,39 14 0 0,-39-14 0 15,30 0 1120-15,-13-2 144 0,3 0 16 16,0-1 16-1,0 1-1728-15,-2-3-336 0,1 0-80 0,-1 1-16 0,-1-4 480 0,0 2 112 0</inkml:trace>
  <inkml:trace contextRef="#ctx0" brushRef="#br0" timeOffset="12682.57">15841 4064 4607 0,'-2'-10'400'0,"2"5"-400"15,0 0 0-15,0 3 0 0,0-1 1824 0,-1 1 288 16,1-1 48-16,-1 1 16 0,1-2 144 0,0-3 48 16,-1 4 0-16,0-2 0 0,1 3-288 0,0 0-48 15,0 1-16-15,2 2 0 0,-1 3-272 0,3-1-48 16,-4-3-16-16,0 0 0 0,0 0-336 0,0 0-64 15,44 24 0-15,-44-24-16 0,0 0-528 0,42 12-96 16,-42-12-32-16,31 6 0 0,-31-6-336 0,34 3-64 0,-16-1-16 0,-18-2 0 16,30 3-192-16,-30-3 0 0,0 0 0 0,33 6 0 15,-28-5 0-15,-1 1 0 0,-2 0 0 0,-3-1 0 16,-3 3 0-16,-3-2 0 0,-2 3 0 0,-3 0 0 16,-1 0 0-16,-4 2 0 0,-1 0 0 15,2 1 0-15,-1-1 0 0,3 1 0 0,3-2 0 0,4 0 0 16,2-1 0-16,4 1 0 0,1-2 0 0,0-4 0 0,0 0 0 0,0 0 0 15,40 16 0-15,-19-15 0 0,1 1 224 0,3-2-48 16,3-2-16-16,2-1 0 0,1 0-160 0,1 0 0 16</inkml:trace>
  <inkml:trace contextRef="#ctx0" brushRef="#br0" timeOffset="17539.75">6479 6057 10127 0,'0'-3'896'0,"1"1"-704"0,0 0-192 0,1 2 0 0,-1-2 1824 0,0 2 336 15,1 0 64-15,0-2 16 0,3 1 704 0,1-1 160 16,3-1 32-16,0 1 0 0,1 0-1072 0,-1 2-208 16,2-3-32-16,2 3-16 0,0-2-832 0,0 2-160 0,-13 0-48 0,34-3 0 15,-34 3-416-15,37-2-96 16,-16 0 0-16,-21 2-16 0,48-5-112 0,-23 0-128 0,2 3 176 16,0-3-176-16,-3 0 0 0,-1 1 0 15,-3 1 0-15,-2-2 0 0,-3 2 0 0,-2 2 0 16,-1-1 0-16,-2-1 0 15,-3 3-576-15,-2 1-64 0,-1 1 0 0,-4 1-16400 0</inkml:trace>
  <inkml:trace contextRef="#ctx0" brushRef="#br0" timeOffset="17814.45">6703 6040 16575 0,'-8'-2'736'0,"2"2"160"0,3 0-720 0,0-2-176 0,2 2 0 0,0 0 0 0,0 0 1520 0,0 0 272 15,-1-2 48-15,-1 2 16 0,0 0 16 0,0 0 16 16,0 0 0-16,1 0 0 16,1 2-624-16,0 0-128 0,0 0-32 0,0 3 0 15,-1 1-608-15,1 2-128 0,-2-1-32 0,0 5 0 0,2 2-144 16,-2 1-16-16,-1 4-16 0,0 2 0 16,-1 3-160-16,-2 0 0 0,1 4 0 0,-1-4 0 15,0 2 0-15,0 2 0 0,-2 3 0 0,1-3 0 16,0 3 0-16,1-5 0 0,1 1 0 0,0-4 0 0,1-1 0 15,2-1 0-15,0-4 0 0,2-1 0 0,0-1-160 16,1-4 160-16,1-2 0 0,-1-9-10624 0,0 0-2032 16</inkml:trace>
  <inkml:trace contextRef="#ctx0" brushRef="#br0" timeOffset="18063.75">6584 6310 17503 0,'-1'-2'1552'0,"1"0"-1232"16,0 2-320-16,0-2 0 0,1 2 2096 0,-1 0 352 15,0 0 80-15,1-3 16 0,0 1 80 0,-1 0 0 16,3 1 16-16,0-1 0 0,2 2-1568 0,-1 0-320 0,3 0-64 0,0 0-16 16,-7 0-288-16,0 0-48 0,35-2-16 0,-35 2 0 15,33-7-64-15,-15 3-32 0,-18 4 0 0,39-8 0 16,-39 8-224-16,41-7 0 0,-41 7 128 0,41-8-128 15,-41 8 0-15,37-3 0 0,-37 3 0 0,34-5-12048 16,-34 5-2384-16</inkml:trace>
  <inkml:trace contextRef="#ctx0" brushRef="#br0" timeOffset="18329.49">7232 6138 21183 0,'-3'0'944'0,"2"0"192"0,0 0-912 0,0 2-224 16,1-2 0-16,0 0 0 0,0 1 2144 0,1 0 384 16,0 0 80-16,2 1 16 0,2 0-512 0,-5-2-80 0,0 0-32 0,0 0 0 15,34 0-1104-15,-22-2-208 16,-12 2-48-16,25-2-16 0,-25 2-448 0,0 0-176 0,38-1 128 0,-38 1-128 15,0 0 0-15,38-2 0 0,-38 2 0 0,0 0 0 32,30 0-768-32,-24 0-128 0,0 0-16 0,-3 0-16032 0</inkml:trace>
  <inkml:trace contextRef="#ctx0" brushRef="#br0" timeOffset="18514.66">7201 6307 29487 0,'0'-1'1296'0,"2"-1"288"0,1 2-1264 0,0-2-320 0,0 1 0 0,-2 1 0 16,2 0 1776-16,3 0 288 0,-6 0 64 0,0 0 16 0,35-5-992 0,-35 5-208 15,30-2-48-15,-30 2 0 0,0 0-688 0,40 0-208 16,-40 0 0-16,0 0 128 16,43 0-448-16,-43 0-64 0,29-2-32 0,-29 2-17184 0</inkml:trace>
  <inkml:trace contextRef="#ctx0" brushRef="#br0" timeOffset="19747.29">8370 5742 18431 0,'2'-3'1632'0,"0"1"-1312"0,-1-1-320 0,-1 3 0 16,1-2 1696-16,-1 2 272 16,0-2 48-16,1 0 16 0,1-4 144 0,-1 2 16 0,-1 0 16 0,-1-1 0 15,-2 2-640-15,0 1-128 0,-2 0-32 16,-1 1 0-16,-2 1-736 0,-2 0-160 0,-2 3-16 0,-2-2-16 16,1 2-288-16,-3 2-64 0,0 0-128 0,-1-1 192 15,0 4-192-15,1-4 0 0,2 2 128 0,1 0-128 16,1 2 0-16,1-2 0 0,1 0 0 0,1 0 0 15,2 2 0-15,1-2 0 0,1 2 0 0,1-3 0 16,2 3 0-16,0-2 0 0,3 2 0 0,1-2 0 16,-2-6 0-16,0 0 0 0,0 0 0 0,0 0 0 15,27 35 0-15,-27-35 0 0,0 0 0 0,0 0 0 0,35 35 0 16,-35-35 0-16,0 0 0 0,0 0 0 0,40 35 0 0,-40-35 0 16,0 0 0-16,0 0 0 0,35 32 0 0,-35-32 0 15,0 0 0-15,0 0 0 16,0 0 0-16,0 0 0 0,27 34 0 0,-27-30 0 0,-1 1 0 15,-2-2 0-15,-1 1 0 0,0-1 0 0,-5 2 0 0,-1 1 0 16,-3-1 0-16,-2 2 0 0,1-1 0 16,-2 0 0-16,-1 2 0 0,-1-2 0 0,2 0 0 15,1 0 0-15,1-1 0 0,2-2 0 0,3 0 0 0,0 0 0 16,2-3 0-16,1 1 0 0,2 1 0 16,2-2 0-16,0-2 0 0,3 1-12160 0,1-2-2400 0</inkml:trace>
  <inkml:trace contextRef="#ctx0" brushRef="#br0" timeOffset="19940.18">8428 5952 33167 0,'-1'4'1472'0,"0"0"304"0,0 0-1424 0,-1-1-352 0,0-1 0 0,1 1 0 0,-1 1 1328 0,-1 2 192 15,0 3 32-15,-2 2 16 0,0 3-1104 16,0 1-208-1,-1 0-64-15,1-1 0 0,0 0-192 0,0-2 0 0,2-1 0 0,-2-1 0 16,1-2 0-16,2-2 0 0,0-1 0 0,1-3-17568 16</inkml:trace>
  <inkml:trace contextRef="#ctx0" brushRef="#br0" timeOffset="20325.14">8537 5547 31327 0,'-2'-5'1392'16,"2"2"272"-16,2 0-1328 0,-1 0-336 0,0 3 0 0,0-2 0 0,0 1 960 0,2-1 128 0,3-2 32 0,2-3 0 16,4 2-544-16,0-3-128 15,2 2 0-15,1 3-16 0,-1-1-432 0,-14 4 0 16,27-1 0-16,-27 1 0 0,0 0 0 0,0 0 0 0,42 19 0 0,-42-19 0 0,0 0 0 0,0 0 0 31,0 0 0-31,15 39 128 0,-17-31 64 0,-2 1 0 0,-2 2 0 0,-1-2 0 16,-1 0 0-16,-3 0 0 0,1 2 0 0,0-4 0 15,1 1-64-15,-1 0 0 0,0 0 0 0,2 1 0 16,0-2-128-16,3-2 0 0,2 0 0 0,1 0 128 16,2-1 64-16,3 1 0 0,1-3 0 0,-4-2 0 15,0 0 32-15,0 0 16 0,42 5 0 0,-25-7 0 16,3 0-48-16,1 1-16 0,2-1 0 15,-1 0 0-15,-22 2-176 0,41 0 0 0,-41 0 0 16,42 2 0-16,-42-2 0 0,33 7 0 0,-33-7-160 16,0 0 160-1,41 10-1728-15,-41-10-240 0</inkml:trace>
  <inkml:trace contextRef="#ctx0" brushRef="#br0" timeOffset="20715.15">7689 6337 25791 0,'8'-5'1152'0,"-3"1"224"0,1 1-1104 0,-3 0-272 16,0 1 0-16,-1 1 0 0,0 0 2160 0,2 1 368 16,2-2 80-16,2-1 16 0,3 0-944 0,-1 1-176 0,-10 2-32 0,0 0-16 15,33 3-912-15,-33-3-176 16,0 0-48-16,40 11 0 0,-40-11-144 0,41 8-48 16,-41-8 0-16,55 7 0 0,-55-7-128 0,66 5 0 15,-28-7 0-15,0-1 0 0,5-2 0 0,4-2 0 16,6 0 0-16,4-1 0 0,0-1 0 0,1-3 0 0,-2-2 0 0,-1 0 0 15,1-1 0-15,-2 1 0 0,-2 2 0 0,-4 1 0 16,-4 2 0-16,-7 1 0 0,-4 2 0 0,-6 2 0 16,-27 4 0-16,41 0 0 0,-41 0 0 0,0 0-18752 15</inkml:trace>
  <inkml:trace contextRef="#ctx0" brushRef="#br0" timeOffset="21368.22">8358 6578 13823 0,'1'-2'608'0,"0"2"128"0,0 0-592 0,-1-1-144 0,1 1 0 16,-1 0 0-16,0 0 1920 0,1-1 368 0,1 1 64 0,0 0 16 15,0-2 608-15,1 2 128 16,-1-2 32-16,-1 1 0 0,1-1-1360 0,0 0-272 0,0-1-48 0,-1 3-16 0,1-4-800 16,-2 1-144-1,0 0-48-15,-1 1 0 0,0 0-192 0,-2-2-64 0,-1 1 0 0,0 2 0 16,-3 1-48-16,-2 0-16 0,-2 1 0 0,-2 2 0 0,-2 1-128 16,-3 1 0-16,-1 4 144 0,-3-1-144 15,-1 3 0-15,-2-2 0 0,4 3 0 0,2-2 128 16,1 2-128-16,0-3 0 0,4 1 0 0,0-1 0 15,3-1 0-15,1 0 0 0,3-2 0 0,1-2 0 0,3 1 0 0,0-3 0 16,3 1 0-16,0-1 0 0,3 0 128 16,0-1-128-16,2 1 160 0,0 0-160 15,2 1 176-15,-7-3-176 0,0 0 192 0,0 0-192 16,37 9 144-16,-37-9-144 0,0 0 0 0,38 10 144 16,-38-10-144-16,0 0 0 0,46 17 0 0,-46-17 0 0,0 0 0 0,41 20 0 15,-41-20 0-15,0 0 0 0,0 0 0 0,33 29 0 16,-33-29 0-16,0 0 0 0,0 0 0 15,3 33 0-15,-8-23 0 0,-3-1 0 0,-2 1 0 0,-4 1 0 16,0 0 0-16,-3 0 0 0,-1-2 0 0,1 1 0 16,-2-1 0-16,0 1 0 0,0-3 0 0,1 2 0 15,1-2 0-15,2-2 0 0,2 0 0 0,2 0 0 16,2-3 0-16,1 0 0 0,3 0 0 0,1-2-224 0,2 0 48 0,2-2-18640 16</inkml:trace>
  <inkml:trace contextRef="#ctx0" brushRef="#br0" timeOffset="21773.55">8414 6936 8063 0,'-5'0'176'0,"0"1"32"0,2 1 16 0,-1-2 0 0,1 0-224 0,0-2 0 0,0 2 0 0,-2 0 0 0,-3-1 1648 0,-4 1 272 15,0 0 64-15,1 0 16 0,2-2-528 0,2 2-96 16,1 0-32-16,2 0 0 16,2 2 720-16,2-2 144 0,2 0 32 0,2 1 0 0,-4-1-192 0,0 0-48 15,0 0 0-15,0 0 0 16,47 11-720-16,-47-11-160 0,0 0-32 0,36 5 0 0,-36-5-592 0,0 0-128 16,0 0-32-16,41 12 0 0,-41-12-336 0,0 0 0 15,0 0 0-15,0 0 0 16,0 0 0-16,0 0 0 0,22 38 0 0,-24-32 0 0,-2 2 0 15,-2-1 0-15,0 1 0 0,-1 1 0 0,-2 0 0 16,0 1 0-16,1-3 0 0,-2 2 0 0,2-1 0 0,1-2 0 16,1 0 0-16,2-2 128 0,2 1-128 0,2 0 0 15,1-3 0-15,3 1 0 0,-4-3 0 0,0 0 0 16,0 0 0-16,0 0 0 0,39 2 128 0,-28-5-128 16,-11 3 160-16,24-6-160 0,-24 6 0 0,32-8 0 15,-16 4 0-15,0-3 0 16,0 4-272-16,-1-4-160 0,0 2-16 0,-2 0-17280 0</inkml:trace>
  <inkml:trace contextRef="#ctx0" brushRef="#br0" timeOffset="22186.68">8554 6560 4607 0,'0'-5'400'0,"0"2"-400"0,1 1 0 0,-1 1 0 16,1 1 2560-16,-1-1 448 0,1 1 64 0,0 0 32 16,1 0 976-16,0-2 192 0,2 2 32 0,0-2 16 0,1 1-2128 0,1 1-416 15,1-2-96-15,1 1-16 16,-8 1-784-16,0 0-176 0,32-3-16 0,-32 3-16 0,0 0-416 0,37-1-96 15,-37 1-16-15,0 0 0 0,35 4-144 0,-35-4 0 0,0 0 0 0,0 0 0 16,0 0 0-16,0 0 0 0,0 0 0 0,19 35 0 16,-27-27 0-16,0 2 0 0,-3-1 0 0,0 1 0 15,-1-3-272-15,-1 2 64 0,-1 1 16 0,-1-3 0 16,3 0-48-16,-1 1 0 0,1-2 0 0,1 2 0 16,3-4 80-16,3-1 16 0,2 2 0 0,1-1 0 15,2-2 144-15,3-1 0 0,1 1 128 0,-4-2-128 16,0 0 384-16,30 0 0 0,-30 0 0 0,36-5 0 0,-14 3-80 15,3-3-16-15,1-1 0 0,1 0 0 0,-1 1-288 0,0-1-144 16,-1 1 16-16,-1 0-17824 16</inkml:trace>
  <inkml:trace contextRef="#ctx0" brushRef="#br0" timeOffset="22614.46">9417 6143 17503 0,'-2'-1'768'0,"1"1"176"0,0 0-752 0,-1 0-192 31,1 0 0-31,1 1 0 0,-1 0 1728 0,0 0 304 0,-1 1 64 0,0 1 16 16,0 0 288-16,2 0 64 15,1-2 16-15,3 3 0 0,1-3-960 0,-5-1-192 16,0 0-48-16,30 2 0 0,-30-2-560 0,32-3-112 16,-13 1-32-16,0-1 0 0,-1 1-384 0,0 1-64 15,-1 0-128-15,-17 1 176 0,35-2-176 0,-35 2 0 16,29 0 0-16,-29 0 0 0,26 0 0 0,-26 0 0 0,0 0-160 0,0 0-11984 16,0 0-2384-16</inkml:trace>
  <inkml:trace contextRef="#ctx0" brushRef="#br0" timeOffset="22840.07">9390 6332 19343 0,'-2'0'1728'0,"1"2"-1392"0,1-1-336 0,0 1 0 16,1-2 3040-16,0 0 544 0,0 2 96 0,1-1 32 0,1 3-1136 0,-3-4-208 15,0 0-64-15,0 0 0 16,0 0-1648-16,0 0-336 0,0 0-64 0,43 21 0 15,-43-21-96-15,0 0-16 0,29 1 0 0,-29-1 0 0,21-3-144 0,-10 0 0 16,2 1 144-16,-1-2-144 16,1 1 0-16,0 0 0 0,-1-1 0 0,-1 0 0 0,1 1-240 0,0 0-64 15,-1 1-16-15,-1 0-18240 16</inkml:trace>
  <inkml:trace contextRef="#ctx0" brushRef="#br0" timeOffset="23381.58">10836 5585 17503 0,'2'-9'1552'0,"-1"4"-1232"0,0 0-320 0,-1 3 0 16,0 0 1520-16,-2 2 240 0,0 0 48 0,-3 0 16 0,-1 0 416 0,-4 3 64 15,-5 5 32-15,-5 2 0 0,1 2-1520 0,-2 5-304 16,1 1-64-16,0 4-16 0,-2-1-128 0,1 5-32 0,0 1 0 0,0 3 0 16,2-2-144-16,0 3-128 15,3-2 192-15,3-2-192 0,1-2 272 0,1-1-48 0,3-1-16 0,0 1 0 16,3-1-80-16,2-3 0 16,3-20-128-16,1 28 192 0,-1-28-192 0,0 0 0 15,0 0 0-15,36 39 0 0,-36-39 320 0,34 0-48 0,-15-5 0 16,1-3 0-16,1-2 256 0,0-4 48 0,1-2 16 15,-1-3 0-15,-2 0-368 0,-3-3-80 16,-4 4-16-16,-5 1 0 0,-5 1-128 0,-4 3 128 16,-5 1-128-16,-3 4 128 0,-3 2 0 0,-4 4-128 15,0 2 192-15,-4 5-64 0,2 2-128 0,-2 1 160 16,1 3-160-16,2 0 160 0,4-1-160 0,2 0 0 16,3 2 0-16,4-3 0 15,2 3-608-15,3-12-48 0</inkml:trace>
  <inkml:trace contextRef="#ctx0" brushRef="#br0" timeOffset="23547.76">10898 5926 36863 0,'1'6'1632'0,"-1"-3"336"0,0 0-1584 0,1 0-384 0,-1-1 0 0,1 1 0 15,0-1 880-15,1 0 80 0,-2-2 32 0,0 0 0 0,0 0-720 0,0 0-144 16,35 38-128-16,-35-38 192 15,0 0-192-15,0 0 0 0,45 17 0 0,-45-17-18176 16</inkml:trace>
  <inkml:trace contextRef="#ctx0" brushRef="#br0" timeOffset="23882.63">11301 5630 23039 0,'1'0'2048'0,"-1"0"-1648"16,0 0-400-16,-1 0 0 0,1 2 608 0,-2-1 32 0,0 3 16 0,-2-1 0 16,-1 2 384-16,-2 2 80 15,-2 2 16-15,0 0 0 0,-2 3-528 0,0 0-96 16,1 0-32-16,-1 2 0 0,2 0 448 0,-1 1 96 16,2 2 0-16,0 0 16 0,1 3-288 0,0-1-64 15,1 0-16-15,1-1 0 0,1-2-432 0,1 0-96 0,3-16-16 0,-2 24 0 16,2-24-128-16,0 0 0 0,0 0 0 0,0 0 0 15,0 0 320-15,23 37 0 0,-23-37-16 0,0 0 0 16,0 0 192-16,33 9 32 0,-33-9 16 0,0 0 0 16,41 4-336-16,-26-4-64 0,-15 0-16 0,37 0 0 15,-37 0-128-15,38-1 0 0,-21-1 0 16,0 2 0-16,0-2 0 0,-2 0 0 0,1-1-160 0,-2 0 160 31,-1 1-960-31,-3 0-80 0,0-3-32 0,-4 0 0 0,-1 3-1744 16,-3-2-368-16</inkml:trace>
  <inkml:trace contextRef="#ctx0" brushRef="#br0" timeOffset="24040.94">11393 5744 11967 0,'-3'-9'528'0,"2"6"112"0,0 1-512 0,0 0-128 15,0 2 0-15,1 0 0 0,-1 0 3536 0,0 2 688 16,-1 2 128-16,-2 4 16 0,-1 4-1520 0,-2 4-304 16,-2 6-64-16,-1 1-16 0,0 3-1584 0,-1 0-320 15,-2-1-64-15,1 0-16 0,1-1-288 0,1-3-48 16,1 3-16-16,1-3 0 0,4-6-128 0,1 1 0 0,3-16 0 0,0 0-17248 15</inkml:trace>
  <inkml:trace contextRef="#ctx0" brushRef="#br0" timeOffset="24375.28">11595 5626 24879 0,'0'0'2208'0,"1"0"-1760"0,0 0-448 0,0 0 0 0,1-2 832 0,1 1 64 16,1 1 32-16,2-3 0 0,5 1-624 16,4-2-128-16,2-1-32 0,1 0 0 0,2-1-144 0,-2 2-144 15,2 0 144-15,-3 2-208 0,1-1 208 0,-2 3 0 16,-1 0 0-16,-15 0-144 0,0 0 752 0,33 5 160 16,-33-5 16-16,0 0 16 0,0 0 448 0,0 0 96 15,0 0 0-15,0 0 16 0,0 0-272 0,21 43-64 16,-21-43-16-16,-4 21 0 0,4-21-512 15,-8 28-112-15,4-11 0 0,4-17-16 16,-10 43-192-16,5-20-48 0,-1 4 0 0,1-1 0 0,-1 4-128 16,0-1 0-16,-1-1 0 0,0-2 0 0,0-1 0 15,-1 1 0-15,-1 4 0 0,-2-1 0 0,0 4 0 0,-1-3 0 16,0-1 0-16,0-1 0 0,1-3-128 0,2-5-16 16,1-3 0-16,2-5-18096 0</inkml:trace>
  <inkml:trace contextRef="#ctx0" brushRef="#br0" timeOffset="24581.58">11624 5886 23039 0,'-2'2'2048'0,"1"-1"-1648"16,0 1-400-16,1-1 0 0,0-1 2176 0,0 1 368 16,1 2 64-16,0-1 16 0,3 0-832 0,-4-2-176 31,0 0-16-31,33 5-16 0,-14-7-864 0,4-3-160 0,4-2-48 15,1 0 0-15,1-3-304 0,-1 1-64 0,3 0-16 0,-1-1-12064 16,-3 3-2416-16</inkml:trace>
  <inkml:trace contextRef="#ctx0" brushRef="#br0" timeOffset="25011.52">10329 6339 9215 0,'-8'0'400'0,"2"-2"96"0,0 2-496 0,2 0 0 0,3 0 0 0,-1 0 0 16,0 0 1600-16,-2 0 240 0,-1 0 32 0,-2-2 16 15,2 1 1248-15,0-1 240 0,1 2 48 0,3 0 16 16,2 0-432-16,2-2-96 16,2 2-16-16,1-2 0 0,2 1-1680 0,-8 1-320 15,25 0-80-15,-25 0-16 0,38 1-496 0,-38-1-112 16,52 4 0-16,-20-1-16 0,6 4-176 0,7-1 0 15,5 2 0-15,4 1 0 0,3-3 0 0,3 0 0 0,4-3 0 16,5-1 0-16,4-1-128 0,3-6 128 0,-2-3 0 16,0-2 0-16,-2-1 0 0,1-1 0 0,2 0 0 0,0-2 0 15,1-1 0-15,-2 1 0 0,1 2 0 0,-7 0 0 0,-7 1 0 16,-6 2 0-16,-3 1 0 0,-6 1 0 16,-5 2 0-16,-6 4 0 0,-6 2 0 0,-29-1 0 15,39 7 0-15,-39-7 0 0</inkml:trace>
  <inkml:trace contextRef="#ctx0" brushRef="#br0" timeOffset="25879.27">10533 6688 12895 0,'0'0'1152'0,"0"-3"-928"15,0 3-224-15,0-2 0 0,0 2 1680 0,0 0 304 16,0-2 48-16,-1-1 16 0,1 2 1344 0,-1-2 288 15,0 0 48-15,0 0 16 0,1 1-1536 0,0 1-304 16,-1 1-64-16,1 0-16 0,0 0-1104 0,1 1-208 16,1-1-64-16,1 2 0 0,2-1-272 0,2 1-176 15,-7-2 192-15,0 0-192 0,0 0 128 0,43 7-128 16,-43-7 0-16,0 0 0 0,47 7 0 0,-47-7 0 16,33 5 0-16,-33-5 0 0,0 0 0 0,41 7 0 15,-41-7 0-15,0 0 0 0,0 0 0 0,0 0 0 16,0 0 0-16,0 0 0 0,0 0 0 0,0 0 0 0,15 38 0 15,-27-29 0-15,0-1-192 0,-1-1 16 0,-3 2 0 16,-3-1 0-16,-1-1 176 0,-1 2-192 0,-1 1 192 0,2-3-192 16,1 0 32-16,3 0 0 0,5 0 0 0,1-3 0 0,4 2 160 15,0-2 0-15,3 1 0 0,1-2-128 0,3 1 128 16,3-4 0-16,-4 0 0 0,0 0 0 0,0 0 0 0,37 2 0 16,-37-2 0-16,30-2 0 15,-30 2 0-15,35 0 0 0,-35 0 128 0,37 0-128 16,-37 0 144-16,34 3-144 0,-34-3 192 0,0 0-192 0,36 16 128 15,-36-16-128-15,0 0 0 0,0 0 0 0,0 0 0 0,9 38 0 16,-15-29 0-16,-2 1 0 0,-2-1 0 16,-3-1 0-16,-2 3 128 0,-2-1-128 0,0-1 128 0,-2-2-128 15,0 1 144-15,0-2-144 0,1 0 0 0,1 0 0 16,0-1 0-16,4 0 0 0,3-1 0 16,2 2-288-16,1-4 32 0,4 0-17984 15</inkml:trace>
  <inkml:trace contextRef="#ctx0" brushRef="#br0" timeOffset="26065.8">10926 6846 17503 0,'0'0'1552'0,"0"0"-1232"16,-2 22-320-16,2-22 0 0,0 0 2928 0,0 0 528 0,0 0 96 15,0 0 32-15,4 36-992 0,-4-36-192 0,9 32-32 0,-9-32-16 16,0 0-1744-16,29 36-352 0,-29-36-64 0,0 0 0 15,37 19-192-15,-37-19 0 16,0 0 0-16,34 3-11712 16,-34-3-2320-16</inkml:trace>
  <inkml:trace contextRef="#ctx0" brushRef="#br0" timeOffset="26309.08">11281 6729 31327 0,'-2'-1'2784'0,"2"1"-2224"16,0 0-560-16,0 0 0 15,0 0 1344-15,-1 0 144 0,-1 0 48 0,1 0 0 0,-2 0-608 0,-1 0-112 16,0 1-32-16,0 0 0 16,0 0-576-16,-1 3-208 0,1 1 144 0,-2 4-144 15,1 1 176-15,-1 5-48 0,0 3-128 0,-1 1 192 0,1 5-192 0,-2 2 144 16,1 0-144-16,-1 2 128 0,2-1-128 0,0-3 0 15,6-24 0-15,-3 40 0 0,3-40 592 0,0 0 144 0</inkml:trace>
  <inkml:trace contextRef="#ctx0" brushRef="#br0" timeOffset="26625.77">11586 6605 34095 0,'-2'2'3024'0,"1"-2"-2416"0,0 3-480 0,0-1-128 16,-1-1 1136-16,-3 5 208 0,-1 1 32 0,-3 1 16 0,-2 5-624 0,-2 2-112 16,-2 3-16-16,2 0-16 15,0 0-496-15,1 1-128 0,3-1 0 0,-1-1 0 16,1 3 0-16,1-2 0 0,1 2 0 0,-1 1 0 16,1 0 0-16,0-1 0 0,2 1 0 0,0 0 0 15,5-21 0-15,-2 34 0 0,2-34 0 0,0 0 0 16,13 35 0-16,-13-35 0 0,0 0 0 0,0 0 0 15,45 12 0-15,-45-12 0 0,37-5 192 0,-17-2-64 16,3 2 48-16,-1-5 16 0,2 1 0 0,-3 0 0 16,2 1-192-16,-4 1 0 0,-1-2 0 0,-3 1 0 0,0 2 0 15,-3-2 0-15,-1 4 0 0,-11 4 0 0,17-8-384 0,-12 6 0 16,-2 0 0-16,-2 0 0 16,-1-1-1344-16,-1 3-256 0</inkml:trace>
  <inkml:trace contextRef="#ctx0" brushRef="#br0" timeOffset="26781.68">11708 6700 7359 0,'-9'4'656'0,"3"1"-528"0,-1 0-128 0,3 0 0 15,0 0 5040-15,0 1 976 16,0 2 192-16,-5 4 32 0,-4 8-2656 0,-6 10-512 0,-4 8-128 0,-3 5 0 16,1-1-2016-16,2-2-400 0,4-3-80 0,3-5 0 15,2-2-320-15,4-4-128 16,2-4 0-16,1-1 128 0,2 0-128 0,1-1 0 15</inkml:trace>
  <inkml:trace contextRef="#ctx0" brushRef="#br0" timeOffset="27611.98">12379 6226 6447 0,'-1'0'576'0,"0"0"-576"15,0 0 0-15,0 2 0 0,0-2 1664 0,0 0 240 0,-1 1 32 0,-3 0 16 0,0 2 320 0,1 1 64 16,0-1 16-16,0-1 0 0,3 0 16 0,1 1 0 16,1-1 0-16,1-1 0 0,3 1-608 0,1-4-112 15,-6 2-32-15,23-3 0 0,-8 0-608 0,2 1-128 31,2-3-32-31,0 0 0 0,2 1-368 0,-1-1-80 0,-1-1-16 0,0 0 0 16,-1 1-256-16,-3 1-128 0,0-1 128 0,-3 2-128 0,-2 0 0 0,-1 2 0 16,-2-1 0-16,-1 2 0 0,-2 0 0 0,-2 2 0 15,-2 0 0-15,-2 1 0 0,-1 2-224 0,-3 1-80 16</inkml:trace>
  <inkml:trace contextRef="#ctx0" brushRef="#br0" timeOffset="27844.59">12317 6399 24879 0,'-2'2'2208'0,"2"0"-1760"0,0-2-448 0,1 1 0 16,0 1 1904-16,-1-2 288 0,1 2 64 0,2-2 16 15,0 1-528-15,-3-1-96 0,0 0-32 0,0 0 0 0,31 3-1024 0,-31-3-208 16,22-2-32-16,-10 0-16 0,2-2-128 0,0 1-16 0,0 0-16 0,-1 0 0 15,0 2-176-15,0-2 128 0,-1 1-128 0,0-1 128 16,-12 3-128-16,0 0 0 0,29 1 0 0,-23-1 0 16,0 2 0-16,-1-2 0 0,-5 0 0 0,0 0-12096 15,0 0-2464-15</inkml:trace>
  <inkml:trace contextRef="#ctx0" brushRef="#br0" timeOffset="28424.48">13083 6254 7359 0,'-1'-4'320'0,"0"3"80"0,0 1-400 0,0-2 0 0,0 1 0 0,0 1 0 0,1 0 1072 0,-2 0 128 0,-2-2 16 0,-1 2 16 15,0 0 752-15,-1 0 128 16,1 2 48-16,-1-2 0 0,2 0-416 0,1 1-80 15,0 1 0-15,2-2-16 0,0 0 64 0,3-2 16 16,2 2 0-16,0-1 0 0,4-1-320 0,1 1-48 16,1-2-16-16,2 1 0 0,1 1-400 0,1-1-96 0,-14 2-16 15,30-2 0 1,-30 2-432-16,29 7-80 0,-29-7-32 0,0 0 0 0,39 16-288 0,-39-16 128 0,0 0-128 0,0 0 0 16,31 37 0-16,-31-37 0 0,0 0 0 0,0 0 0 15,9 34 0-15,-10-26 0 16,-2 2 0-16,-2-2 0 0,-1 2 0 0,0-2 0 15,-2-1 128-15,0 1-128 0,-2 1 0 0,-3 0 0 0,-2 2 128 0,-2-1-128 0,-1 2 0 16,-2 1 0-16,1 2 0 0,-1-1 0 0,1 3 0 0,2-3 0 16,3 0 0-16,4-1 0 0,4 0 0 0,2-1 0 15,4-12 0-15,0 0 0 0,0 0 0 0,0 0 0 16,0 0 0-16,32 34 0 0,-32-34 0 0,0 0 160 16,43 4 0-16,-43-4 0 0,36-4 144 0,-36 4 16 15,38-3 16-15,-38 3 0 0,35-5-208 0,-35 5-128 0,30-1 128 0,-30 1-128 16,29-3 0-16,-29 3-240 0,24-5 48 0,-24 5-18640 15</inkml:trace>
  <inkml:trace contextRef="#ctx0" brushRef="#br0" timeOffset="28598.92">13447 6432 28559 0,'1'0'1264'0,"0"2"272"16,1-2-1232-16,0 1-304 0,0 0 0 0,-1-1 0 0,0 2 2144 0,2 1 368 0,-3-3 80 0,0 0 16 15,0 0-1264-15,37 19-240 0,-37-19-48 0,0 0-16 16,39 16-704 0,-39-16-144-16,0 0-16 0,36 8-16 0,-36-8-160 15,0 0 0-15,29 2 0 0,-20-4-12576 16,-1-2-2432-16</inkml:trace>
  <inkml:trace contextRef="#ctx0" brushRef="#br0" timeOffset="28897.02">13829 6304 11967 0,'-3'2'1072'0,"1"-2"-864"0,0 2-208 0,0 0 0 15,0 1 3456-15,0 0 640 16,-1 1 128-16,-2 1 16 0,-1 7-2640 0,-4 0-544 0,-2 7-96 0,-2 0-32 16,-1 2-720-16,3 0-208 0,-1-2 0 0,3 0 128 15,1-4 32-15,5-1 16 0,4-14 0 0,0 0 0 16,0 0 368-16,10 35 80 0,-10-35 16 0,0 0 0 15,37 7 32-15,-20-9 16 0,4-5 0 0,1-3 0 16,0-1-224-16,2-3-32 0,-2-1-16 0,-1 1 0 16,-1-3-416-16,-1 1 0 0,0-4 0 0,-4 0 0 15,-3 0 128-15,-5-1-128 0,-4 2 0 0,-5 3 128 0,-6 1-128 16,-3 1 0-16,-4 2 0 0,-1 5 128 0,-5 2-128 0,0 5 0 16,-2 5-192-16,0 0 192 15,0 4-368-15,0 2 48 0,5 0 16 0,1 1 0 16,3 0-1024-16,3 0-208 0</inkml:trace>
  <inkml:trace contextRef="#ctx0" brushRef="#br0" timeOffset="29367.13">14273 6130 20271 0,'-1'-3'896'0,"0"2"192"0,0-1-880 0,0 1-208 16,0 0 0-16,0 1 0 0,0-1 1968 0,0 1 336 0,-2 0 80 0,0 0 16 0,-1 0-720 0,1 1-144 16,0 1-16-16,1 0-16 15,0-1-544-15,1 0-96 0,0 1-32 0,0 1 0 16,0-1-480-16,1-2-96 0,-1 3-32 0,1-3 0 15,-1 2 176-15,-2 0 48 0,0 0 0 0,-2 4 0 0,1-3-176 16,-3 3-16-16,-1 1-16 0,-2 5 0 0,-2 2-112 0,-3 5-128 16,0 2 176-16,-2 3-176 0,2-2 0 15,-2 6 0-15,-2 1 0 0,3 4 0 16,1-3 0-16,2 1 0 0,1 2 0 0,2-2 0 0,6-2 0 0,4-29 0 16,2 45 0-16,-2-45 0 0,0 0 0 0,23 35 0 15,-23-35 0-15,26 0 0 0,-10-4 0 16,1-6 0-16,3-2-160 0,-1 0 160 0,1-2 0 15,-1 0 0-15,1-3 0 0,-4 0 0 0,-1 1 0 16,-2-3 0-16,-3 2 0 0,-3-1 0 0,-4 1 0 0,-4 1 0 16,-4 1 128-16,-4 2-128 15,-2 3 128-15,-3 5-128 0,-4 2 192 0,-1 4-64 0,-3 5-128 0,1 2 0 16,1 4 0-16,0-1 128 0,2 4-384 0,3 0-96 0,2 0-16 16,3-1-17648-1</inkml:trace>
  <inkml:trace contextRef="#ctx0" brushRef="#br0" timeOffset="29677.28">14655 6014 22111 0,'0'0'1968'0,"0"0"-1584"0,0 2-384 0,-1-1 0 16,0 2 2480-16,0 1 400 0,1-4 96 0,-5 21 16 16,-2-2-976-16,-2 9-192 0,-1 7-32 0,-3 4-16 15,-2 4-1056-15,-1 3-208 0,-2 3-32 0,1 4-16 16,0 2-272-16,3 1-48 0,2 0-16 0,3-2 0 15,3-8-128-15</inkml:trace>
  <inkml:trace contextRef="#ctx0" brushRef="#br0" timeOffset="40797.29">4871 7567 10463 0,'1'-2'0'0,"-1"2"0"0,0 0 0 16,0-2 0-16,0 2 0 0,0 0-128 15,0-1 448-15,0 1 112 16,0-2 16-16,1 0 32 0,-1 0-352 0,1 0-128 15,-1 1 0-15,0 1 192 0,0-2-192 0,0 2-224 16,1 0 48-16,-1 0 176 0,0 0-160 0,0 0 160 16,1 2 0-16,-1-2 0 0,1 1-288 0,0-1 48 15,0 2 16-15,0-2 32 0,1 2 192 0,0-2-160 0,0 0 160 16,-1 1-160-16,0 0 1232 0,0-1 240 16,0 2 48-16,0-2 48 0,1 1 704 0,-1 1 128 15,0-2 16-15,-1 2 48 0,1 1-688 0,0-1-144 0,0 0-16 0,-1-1 16 16,1 1-640-16,0 0-128 0,-1-1-16 15,0 1 16-15,1-2-208 0,0 0-48 0,0 0-16 0,1 0 32 16,0-2-160-16,0 1-48 0,1-1 0 0,-1-1 48 16,2-1 16-16,-1-1 16 0,0 0 0 0,0 1 48 15,1-4-208-15,-1 2-48 0,-1 0 0 0,0 0 0 0,-2 0 64 0,1 2 16 16,-1-5 0-16,-1 2 0 16,0-1-208-16,-2-1 128 0,-2 2-128 0,0 0 0 0,-1 2 128 0,-1 0-128 15,-2 2 0-15,1 0 144 0,-1 2 112 16,-2 1 32-16,0 0 0 0,-1 2 0 0,1 3-96 0,-1 0 0 15,1-1-16-15,2 4 0 0,-1-2-176 16,2 0 0-16,1 0 0 0,0 2 128 0,2-3-128 16,0 4 0-16,1-2 0 0,1 2 0 0,0 2 0 0,1 0 0 15,0 1-144-15,0 0 144 0,1 2 0 0,0 0 0 16,1 0 0-16,-1 1 0 0,1-15 0 0,1 28-128 0,-1-28 128 0,0 0 0 16,8 33 0-16,-8-33 0 0,0 0 0 0,0 0 0 15,0 0 0-15,0 0 0 16,0 0-128-16,41 13 128 0,-33-18 0 0,2-1 0 0,0-1 0 15,1-1 0-15,0-2-192 0,-1 2 192 0,1-1-192 0,0-2 192 16,0 0-400-16,0 2 16 0,0-2 16 16,-3 3 0-16,-1-2 240 0,0 3 128 0,-1 0-160 15,0 1 160-15,-1 0 0 0,-2 4 0 0,0-2 0 0,-1 3 0 16,-1-1 0-16,0 2 0 0,-1 0 0 0,-1 0 0 16,1 0 0-16,0 0 0 0,-1 0 128 0,1 0-128 15,-1 0 384-15,1 0 0 0,-1 2 16 0,0-2 0 16,0 0-48-16,0 1-16 0,0 1 0 0,-1 0 0 15,2 0-80-15,-2 1-32 0,0 2 0 0,0-1 0 16,0 4-64-16,-1 3-16 0,1 1 0 0,-3 5 0 0,-1 4-144 16,-1 1 128-16,-1 6-128 0,-3 0 128 0,0 1-128 0,-1-2 0 15,0 0 0-15,-1 4 128 0,-2 4-128 0,-1 1 0 16,-2 0 0-16,1-1 0 0,2-4 0 16,2-2 0-16,1-6 0 0,1-1 0 0,4-7 0 15,0-3 0-15,5-3 0 0,0-3 0 0,2-3 0 16,2-1 0-16,-1-2 0 0,2-2 0 15,1-1-1264-15,2-1-128 0,-1-4-16 0,3-1-14720 16</inkml:trace>
  <inkml:trace contextRef="#ctx0" brushRef="#br0" timeOffset="41482.55">5524 7826 13823 0,'0'1'1216'0,"0"-1"-960"0,1-1-256 0,-1 1 0 16,1 0 1728-16,-1 0 320 0,0 1 48 0,0-1 16 16,1 0 160-16,1-1 32 0,0 1 16 0,1-3 0 15,-1-1-1136-15,1 1-224 0,-2-1-64 0,1-1 0 16,0 0-400-16,0-2-96 0,0 0-16 0,-2-1 0 16,0-1-176-16,-1 2-32 0,-1-2-16 0,-1 2 0 15,0-1-160-15,0 2 128 0,-2 0-128 0,0 2 128 16,0 1-128-16,-2 2 0 0,1 1 144 0,-2 1-144 0,0 2 448 0,-1 1 32 15,1 4 0-15,-2-2 0 0,1 2-272 0,1 1-48 16,-1-1-16-16,2 2 0 0,0 1-144 16,0-1 160-16,0 1-160 0,2 3 160 0,0-2-160 15,2 0 0-15,-1-3 0 0,2 1 0 0,1-3 0 0,1-1 0 16,0 0 0-16,1 0 0 0,1-2 0 0,0 0 0 16,0-1-144-16,1 0 144 0,-1-1 0 0,2 0 0 15,0 0-128-15,0-2 128 0,1 0 0 0,1-2 0 16,0 0 0-16,0-1 0 0,1-1-256 0,0-2 16 15,3-3 0-15,2-3 0 16,0-2-272-16,2-3-64 0,0-2-16 0,1-2 0 16,2-1-256-16,0-4-48 0,-1 0-16 0,0-3 0 15,-1-1-384-15,-1-1-80 0,-3 1-16 0,-2-1 0 0,-1 2 720 0,-4 3 144 16,0 3 16-16,-2 6 16 0,-1 3 496 0,-1 4 128 0,-2 6 16 0,0 1 0 16,-1 3 1264-16,1 1 240 0,-2 5 48 0,-1 2 16 15,0 4-16-15,-1 4 0 0,1-2 0 0,0 5 0 16,0 2-960-16,1 3-192 0,0 1-32 0,-1 2-16 15,2-1-176-15,0 1-16 0,0-1-16 0,0-1 0 16,1-2-144-16,0 0-16 0,2-2-128 0,-1 0 192 16,0 1-192-16,0-4 0 0,1 2 0 0,0-20 0 0,3 28 0 0,-3-28 0 15,0 0 0-15,0 0 0 16,0 0-944-16,0 0-176 0</inkml:trace>
  <inkml:trace contextRef="#ctx0" brushRef="#br0" timeOffset="41846.39">5737 7759 23039 0,'-3'8'1024'0,"0"-1"192"0,2-1-960 15,0 0-256-15,1-4 0 0,0-1 0 0,0 2 2032 0,1 0 352 0,-1-3 80 16,0 0 16-16,0 0-624 0,0 0-128 0,0 0-32 0,40 19 0 16,-40-19-896-16,25-10-176 0,-10 4-48 0,1-2 0 15,1 1-384-15,-2 0-64 0,1-2-128 0,-2 1 176 16,0 1-176-16,-2 0 0 15,0 0 0-15,-3 2 0 0,1-2 0 0,-4 2 0 0,0 0 0 0,-3-1 0 16,-1 1 0-16,-3 0 0 0,0 0 0 0,-4-2 0 16,-1 3 0-16,-2-3 0 0,0 4 0 0,-3-2 0 15,-2 1 0-15,0 3 0 0,1 1 0 0,-3 1 0 32,3 3-448-32,0 3 16 0,0 3 16 0,0 2 0 0,3 0 416 0,0 2-128 0,1 0 128 0,1 3 0 15,1 2 192-15,1-1 128 0,1-1 32 0,1 0 0 16,2-3-160-16,1-2-16 0,0-12-16 15,0 0 0-15,11 30-16 0,-11-30 0 0,0 0 0 0,0 0 0 16,0 0-144-16,51 18 0 0,-51-18 144 16,34-6-144-16,-15-1 0 0,1-2 0 0,1-3 0 0,2 2 0 15,-2-2-1136 1,0-1-144-16,0 0-16 0,0 2-15648 0</inkml:trace>
  <inkml:trace contextRef="#ctx0" brushRef="#br0" timeOffset="42612.19">6207 7717 7359 0,'-1'2'656'0,"0"-2"-528"0,1 1-128 0,-1-1 0 0,1 1 2032 0,-1 0 368 16,1 2 80-16,-2 0 16 0,1 2 816 0,-1 2 160 15,1-2 48-15,1 1 0 0,1-2-1424 0,0 0-288 16,2-1-48-16,0-2-16 0,2-1-896 0,1-1-176 16,2-2-32-16,1-2-16 0,1-1-48 0,1-4 0 0,0 1 0 0,-1-1 0 31,2-2-320-31,-2 0-64 0,-2 1 0 0,0-1-16 16,-3 2-176-16,-1 0 0 0,-2 4 0 0,-1-2 0 0,-2 2 0 0,-2 0 0 0,-1 3 0 0,-2 0 0 15,-1 3 0-15,-3 2 0 16,-1 0 0-16,-1 5 0 15,-1 0-448-15,-1 3 16 0,-1 0 16 0,2 2 0 0,0 2 288 0,1-2 128 16,2 2-128-16,1-4 128 0,2-1 0 0,2 0 0 16,1-2 0-16,2-2 0 0,2-1 0 0,2-1 0 15,1-3 0-15,1 0 0 0,2 0 0 0,3-3 144 16,1 0-16-16,1 0-128 0,-11 3 496 0,24-8-16 16,-24 8 0-16,0 0 0 0,35 0-352 0,-35 0-128 0,0 0 0 0,0 0 144 15,40 34-144-15,-40-34 0 0,10 31 0 0,-10-31 0 16,4 37 0-16,-5-13 0 0,-4 1 0 15,-2 2 0-15,-3 1 0 0,-3-2 0 0,-3 1 0 16,-2-3 128-16,0 1-128 0,-3-2 0 16,-2-2 0-16,0-3 128 0,1-1-128 0,-2-3 0 0,-1-2 0 0,2-5 128 15,3 0-128-15,2-4 0 0,3-5 0 0,2-1 0 16,3-4-368-16,3-3 0 0,2 0 0 0,3-3-11536 16,1-2-2320-16</inkml:trace>
  <inkml:trace contextRef="#ctx0" brushRef="#br0" timeOffset="43264.19">6483 7763 16575 0,'-1'0'1472'0,"0"-1"-1168"0,0 1-304 0,2 0 0 16,-1 0 1344-16,-1-2 224 0,1 1 32 0,-1-1 16 0,0-1 240 0,1 1 32 15,0 0 16-15,1-3 0 16,1 1-336-16,0 1-64 0,0 1-16 0,2-3 0 15,1 0-352-15,0 1-80 0,2-2-16 0,0 0 0 0,2-1-560 0,-1 2-112 16,1-3-32-16,0 2 0 0,0-1-208 0,0 2-128 16,0 0 160-16,1 2-160 0,-10 3 192 0,0 0-64 15,0 0-128-15,0 0 192 16,40 26-192-16,-40-26 144 0,0 0-144 0,12 43 128 0,-12-43-128 0,-1 33 160 16,-3-16-160-16,-1 0 160 0,0-1-160 0,-2-2 0 15,1-2 0-15,-2 0 0 0,1 0 0 0,-1-4 0 16,0 0 0-16,0-3 0 0,1 0 0 0,0-3 0 15,1-2 0-15,2-2 0 0,0 0-128 0,1-5 128 0,2 0 0 16,2-3 0-16,0 0-160 0,3-1 160 0,0-1-208 16,2-2 80-16,1 0 128 0,3-1-160 0,0 1 160 0,1 0-160 15,1 2 160-15,1 0 0 0,0 0 0 0,0 5 0 16,2 0 0-16,-3 0 0 0,-12 7 0 0,25-10-128 16,-25 10 128-16,0 0-208 15,34-7 80-15,-34 7-17440 0</inkml:trace>
  <inkml:trace contextRef="#ctx0" brushRef="#br0" timeOffset="43617.02">6782 7757 23951 0,'0'0'1056'0,"0"0"224"0,2 0-1024 0,-1 0-256 0,0 0 0 0,1-2 0 16,0 2 2416-16,1-1 416 0,-3 1 96 0,0 0 16 15,0 0-992-15,37-4-192 0,-37 4-32 0,0 0-16 16,36-9-1200-16,-36 9-224 0,24-5-48 0,-24 5-16 15,23-8-224-15,-13 5 0 0,0-2 0 0,1-1 0 16,-3 0 0-16,0 0 0 0,0-1 0 0,-2 0 0 16,-1 1 0-16,-2 0 0 0,0 0 0 0,-2 0 0 15,-1 2 0-15,-1-4-192 0,-1 2 192 0,0-1-160 16,-3 2-128-16,0 0-32 0,-1 0 0 0,-2 1 0 0,0-1 64 0,-1 2 16 16,0 3 0-16,2 0 0 15,1 2 0-15,-1 4 0 0,2 0 0 0,0 4 0 0,1 2 384 0,0 1 80 16,0 3 16-16,0 2 0 0,1 1 80 0,1-2 32 15,1 2 0-15,0-3 0 0,1-1-192 16,0-15-32-16,2 26-128 0,-2-26 192 0,0 0-192 0,0 0 0 16,18 35 0-16,-18-35 0 0,0 0 0 0,0 0 0 15,0 0 0-15,40 5 0 0,-31-10 0 0,2-2 0 0,1-1 0 16,2-1 0 0,0-2-1184-16,-1 1-128 0</inkml:trace>
  <inkml:trace contextRef="#ctx0" brushRef="#br0" timeOffset="43977.97">7155 7703 16575 0,'-2'-4'736'0,"1"1"160"0,0 2-720 0,0-1-176 0,1 2 0 0,-1 0 0 16,1 2 2448-16,-2-2 464 0,0 3 96 0,-1-1 0 15,0 3-80-15,0 2-32 0,2 0 0 0,0-2 0 16,1 2-1760-16,0-7-368 0,0 0-64 0,0 0 0 15,0 0-480-15,0 0-96 0,0 0 0 0,44 21-128 16,-44-21 128-16,28-4-128 0,-28 4 0 0,29-12 0 16,-13 4 0-16,-3-3 0 0,0 1 128 0,-1-2-128 15,-2 1 0-15,-3 1 0 0,1-2-128 0,-3 2 128 16,-2-1-160-16,-2 1 160 0,-2 2-160 0,-4 0 160 16,0 3 0-16,-3-2 0 0,-1 2 0 0,-1 3 0 15,0-1 0-15,-3 4 0 0,-1 3-160 0,0 6 160 0,1 0-384 16,0 3-16-16,0 4 0 0,2 2 0 0,1 2 400 15,0 3 0-15,3-3 144 0,0-2-144 0,4-2 256 0,1 0-64 16,2-17-16-16,2 26 0 0,-2-26-16 0,0 0 0 16,0 0 0-16,26 30 0 0,-26-30-160 0,0 0 0 15,34 5 0-15,-34-5 0 0,31-9-160 0,-15 1-112 0,0-1-32 0,0 0-17360 16</inkml:trace>
  <inkml:trace contextRef="#ctx0" brushRef="#br0" timeOffset="44346.86">7596 7646 911 0,'4'-3'0'0,"-1"3"0"0,-1-2 0 0,-1 2 0 0,-1 0 1600 0,1-2 224 16,0 1 48-16,2-1 16 0,2 0 992 16,-2-1 208-16,-1-1 48 0,-2 3 0 0,0-1-64 0,-2 1-16 15,-1 0 0-15,-1 1 0 0,0 1-944 16,-1 0-176-16,-1 1-32 0,-2 3-16 0,0-2-992 0,-3 2-208 15,-2 2-48-15,1-1 0 0,0 0-368 0,1 0-80 16,2 2 0-16,1-1-16 16,2 1 32-16,1-2 16 0,2 1 0 0,0-2 0 0,2 2-96 0,1-7 0 15,0 0-128-15,0 0 192 0,0 0-192 0,0 0 0 16,19 33 0-16,-19-33 0 0,0 0 0 0,0 0 0 16,36 21 0-16,-36-21 0 15,0 0 0-15,0 0 0 0,37 18 0 0,-37-18 0 16,0 0 0-16,0 0 0 0,0 0 0 0,0 0 0 15,0 0 0-15,0 0 0 0,4 30 0 0,-13-25 144 0,-1 2-16 16,-4-2-128-16,-1 2 192 0,-1-3-64 16,-2 1-128-16,-2 0 0 0,-1-1 0 0,0-1 0 0,2 0-192 0,2 1-112 0,2-4-16 0,4 2-17808 15</inkml:trace>
  <inkml:trace contextRef="#ctx0" brushRef="#br0" timeOffset="44780.63">8136 7686 17503 0,'2'-2'1552'0,"-1"-1"-1232"0,0 3-320 0,-1 0 0 16,-1 0 3008-16,0 0 560 0,-1 1 96 0,0 1 32 15,-1 0-768-15,-3 2-160 0,-1 4-16 0,-1-1-16 16,1 2-2080-16,-1 3-400 0,1 0-96 0,0 2-16 16,1-2-144-16,1 2 0 0,2 0 0 0,0-1 0 15,2 0 0-15,0-1 0 0,1-12 0 0,0 0 0 16,6 29-128-16,-6-29 128 0,0 0-160 0,0 0 160 15,0 0-272-15,38 7 32 0,-25-14 16 0,2-4 0 0,2-2-32 16,0-1-16-16,-1-3 0 0,-1 1 0 0,-1-1 96 0,-1-2 32 16,-3 3 0-16,-3-1 0 0,-3 1 144 0,-6 3 0 15,-3-1 0-15,-4 5 0 0,-4-1 0 0,-2 5 0 16,0 1 0-16,-2 4 0 0,-2 4-192 0,0 2 64 16,2 5 0-16,1 1 0 0,1 3 128 0,4 1-128 15,2 0 128-15,2-1-128 0,5-1-192 0,2-14-48 16,0 0 0-16,0 0-16032 0</inkml:trace>
  <inkml:trace contextRef="#ctx0" brushRef="#br0" timeOffset="45149.18">8762 7489 26719 0,'2'-6'1184'0,"-1"3"240"0,0 0-1136 0,-1 1-288 0,-1 0 0 0,0 2 0 16,-1 0 2176-16,-1 0 384 0,-1-1 80 0,-3 1 16 15,-1 0-1328-15,-1 3-272 0,-2-1-48 0,2 1-16 16,0 1-768-16,1-1-224 0,-1 2 0 0,1-1 128 0,0 3-128 16,2-2 0-16,0 0 128 0,0 2-128 0,-2 0 192 0,2 3-48 15,-1 3 0-15,-2 2 0 0,2 4 16 0,-1 2 0 16,1 3 0-16,0 2 0 0,2 5 16 0,0-3 0 16,1 3 0-16,1-2 0 0,2-1-176 0,0 5 160 15,2 3-160-15,1 0 160 0,1 3-160 0,0-1 0 16,3-2 0-16,-2-5 0 0,-4-31 0 15,11 52 0-15,-11-52 0 0,5 33 0 0,-5-33 0 16,-2 24 0-16,-2-14 0 0,-2-3 0 0,-2 0 0 0,-1 0 0 16,-3-4 0-16,-3 1 0 0,-3-2 0 0,-3 0 0 15,-2-2 0-15,-3 0 0 0,-2 0-320 0,-2-3 16 0,-1 0 0 16,0-5 0 0,1-1-784-16,3-3-176 0,3-4-16 0,2-3-15632 0</inkml:trace>
  <inkml:trace contextRef="#ctx0" brushRef="#br0" timeOffset="45270.66">8401 7784 911 0,'23'-6'0'0,"-8"4"0"16,-15 2 0-16,26-5 0 0,-26 5 4880 0,0 0 896 15,0 0 176-15,0 0 48 0,45 7-800 0,-45-7-144 16,44 8-48-16,-44-8 0 0,45 7-3488 0,-45-7-704 0,41 4-144 0,-41-4-32 16,43-4-416-16,-19-1-96 0,-1-5 0 0,2-1-128 0,0-2 0 0,0-3 0 15,1-3 0-15,-1 0-19200 16</inkml:trace>
  <inkml:trace contextRef="#ctx0" brushRef="#br0" timeOffset="45962.22">9585 7499 21183 0,'1'-5'1888'0,"-1"0"-1504"0,-1 2-384 0,0 3 0 0,-1 0 2176 15,0-2 384-15,-1 0 64 0,0-2 0 0,-4-2 16 0,-1 2 0 0,0 1 0 0,-1 1 0 16,0 4-1872-16,0 1-368 0,-1 1-80 0,2 4 0 31,1 1-320-31,-1 0 0 0,2 1 0 0,-1 4 0 0,1 3 0 0,-1 4 0 0,1 5 0 0,-1 1 0 16,3 6 0-16,-3-1 0 16,2 4 0-16,0-2 0 0,-1-2 0 0,2 0 0 0,-2 0 0 15,0 0 0-15,0 3 0 0,0-4 0 16,-1-3 0-16,1-2 0 0,0-4 0 0,0-8 0 0,3 0 0 15,-1-7 0-15,1-2 0 0,0-5 0 0,0 0 0 0,-1-5 0 16,2 0 0-16,-1-6 0 16,1-1 0-16,-2 0-144 15,0-4-752-15,0-1-160 0,-1-5-32 0,-2 1-16064 0</inkml:trace>
  <inkml:trace contextRef="#ctx0" brushRef="#br0" timeOffset="46116.8">9263 7726 11055 0,'-5'-7'480'0,"4"5"112"0,1 2-464 0,0 0-128 0,0 0 0 0,1 2 0 16,2-2 3776-16,-3 0 752 0,0 0 144 0,0 0 16 15,41 19-1024-15,-41-19-208 0,37 7-32 0,-37-7-16 16,44 5-2224-16,-44-5-448 0,51-2-96 0,-25-3 0 16,1 0-352-16,-2-5-64 0,1 2-16 0,-2-2 0 15,-1-1-208-15,-4 0 0 0,0 0 0 0,-3 1 0 16,-2 3-320-16,-1-3-96 0,-1 3-32 16,-4 2-18320-16</inkml:trace>
  <inkml:trace contextRef="#ctx0" brushRef="#br0" timeOffset="46432.06">9676 7699 15663 0,'5'-1'1392'0,"0"1"-1120"0,0-3-272 0,-1 3 0 15,-1-2 2880-15,-1 2 528 0,1-2 112 0,2 1 0 16,4-3-480-16,3-1-96 0,2 0-32 0,0 1 0 0,-1-1-1856 0,-13 5-368 16,22-7-80-16,-22 7-16 0,0 0-352 0,28 0-80 15,-28 0-16-15,0 0 0 0,0 0-144 0,35 12 0 16,-35-12 0-16,0 0 0 0,0 0 0 0,0 0 0 15,28 30 0-15,-28-30 0 0,0 0 0 0,0 0 0 0,7 38 0 0,-7-38 0 16,0 0 128-16,-4 26-128 16,1-18 192-16,1-2-64 0,0 2-128 0,0-3 0 15,0 2 0-15,0-5 0 0,1 3 0 0,1-5 0 0,0 0 0 16,2 0 0-16,0-3 0 0,1-1 0 0,1-1 0 16,0-2 0-16,1-3 0 0,0 1 0 0,2-3 128 0,0 0-128 15,2-2 0-15,-1-1 0 0,2-1 0 16,-1 3 0-16,0 2 0 0,-1-1 0 0,1 3 0 0,0 0 0 15,-2 1-176-15,2 1-16 0,-2 0 0 0,1 3-12128 16,0-2-2432-16</inkml:trace>
  <inkml:trace contextRef="#ctx0" brushRef="#br0" timeOffset="46747.45">10110 7636 23039 0,'0'0'1024'0,"0"0"192"0,0 0-960 0,0 0-256 0,0 0 0 0,0 0 0 0,0 0 2448 16,0 0 448-16,0 0 96 0,0 0 16 0,39 33-896 0,-39-33-192 15,0 0-16-15,35 15-16 16,-35-15-1248-16,0 0-256 0,42 2-64 0,-42-2 0 0,29-5-176 0,-14 0-144 16,-1-2 192-16,-2-1-192 15,-1 2 0-15,-1-3 0 0,1-1 0 0,-3 0 0 0,-1 2-160 0,-3-2-32 0,-1 0-16 0,-3 3 0 16,-2 0-160-16,-2 0-16 0,-2 2-16 0,-2 0 0 31,-4 1-592-31,-1 3-112 0,-2 2-32 0,-3 3 0 0,-1 3 112 0,0 1 0 16,0 3 16-16,3 1 0 0,1 0 560 0,3 3 96 0,2 1 32 0,3 0 0 15,2 2 1168-15,5-18 240 0,-3 34 64 0,3-34 0 16,0 0 288-16,10 38 64 16,-10-38 16-16,0 0 0 0,33 26-880 0,-33-26-192 0,0 0-16 0,50 13-16 15,-50-13-256-15,40 0-160 0,-40 0 192 0,37-7-192 16,-17 1 0-16,-1-3-224 0,0-2 16 0,0 1-18464 16</inkml:trace>
  <inkml:trace contextRef="#ctx0" brushRef="#br0" timeOffset="47115.94">10456 7688 30399 0,'-1'7'1344'0,"1"-4"288"0,0-3-1312 0,0 0-320 0,0 0 0 0,0 0 0 16,0 0 2064-16,0 0 352 0,0 0 64 0,0 0 16 16,45 16-1568-16,-45-16-304 0,34-1-64 0,-34 1-16 15,38-8-416-15,-19 1-128 0,0-3 0 0,-2 1 0 16,-1-1 0-16,-1 1 0 0,-3-3 0 0,-2 2 0 15,-2-1-336-15,-1 2-80 0,-2 1-16 0,-3-1 0 16,-2 4 224-16,-1-2 32 0,-2 3 16 0,-3 1 0 0,0 0 160 16,-4 1 0-16,-1 2 128 0,-1-2-128 0,-3 2 192 15,1 2-48-15,-1 1 0 0,0 2 0 16,3 1-144-16,1 1 160 0,0 3-160 0,2-1 160 0,1 1 112 16,1 1 32-16,3-1 0 0,0-1 0 0,4-9 16 0,-2 22 0 15,2-22 0-15,0 0 0 0,3 35-128 0,-3-35-32 16,0 0 0-16,0 0 0 0,16 40-160 0,-16-40 0 15,0 0 0-15,0 0 128 0,0 0-128 0,38 26 0 16,-38-26 0-16,0 0 0 0,34 0-256 0,-21-4-16 16,2-3-16-16,0 0 0 15,0-1-1360-15,0-1-272 0,2 0-48 0,1-2-14752 0</inkml:trace>
  <inkml:trace contextRef="#ctx0" brushRef="#br0" timeOffset="47550.73">10880 7662 14735 0,'0'0'640'0,"0"0"160"0,0 0-640 0,0 0-160 0,0 0 0 15,0 0 0-15,0 0 2176 0,0 0 416 0,32 2 80 0,-32-2 16 16,17-4-512-16,-17 4-112 0,18-8-16 0,-9 4 0 16,0-3-640-16,-2 0-128 0,1-1-16 0,-1 2-16 15,0-3-656-15,-2 1-128 0,1 1-16 0,-3-1-16 0,0 2-80 0,-1-2-16 16,-1 1 0-16,-1-1 0 0,-1 2 144 0,-1 0 32 16,-2 1 0-16,1 2 0 0,-2 0-64 15,-1 3 0-15,-4 0 0 0,-1 0 0 0,-2 3-144 0,-1 2-48 16,-1 1 0-16,2 3 0 15,-1 2-256-15,1 1 0 0,0 4 128 0,1 1-128 0,1 3 0 0,1 0 0 16,4 1 0-16,0-2 0 0,3 0 1632 16,3-19 320-16,1 29 64 0,-1-29 16 15,0 0-3280-15,0 0-656 0,0 0-128 0,25 35-16 0,-25-35 1616 16,0 0 432-16,29-2 0 0,-18-5 0 16,2-2-224-16,1-1 80 0,2-4 16 0,0-3 0 0,1-3-112 15,0-2-16-15,1 0 0 0,-4 1 0 0,0-1 16 0,-1 1 0 16,-1 0 0-16,0-3 0 0,-1-1 240 0,-2 0-176 0,0-2 176 0,-2 2-160 15,-2-1 160-15,-2 0 0 0,-1 1 0 0,-1 2 0 16,-2 5 0-16,-1 3 0 0,0 6 0 0,0 4 0 16,0 3 352-16,0 4 0 0,-2 4 0 0,1 3 0 15,0 5 32-15,-1 2 16 0,1 3 0 0,-1 0 0 16,0 6-400-16,-1 2 0 0,1 6 128 0,2-2-128 16,2-3 0-16,0 2 0 0,0 0 0 0,0-30 0 15,8 57 0-15,-8-57 0 0,11 43 0 0,-11-43 0 16,0 0 0-16,20 35 0 0,-20-35 0 15,0 0 0-15,0 0-512 16,31-2 0-16,-23-5 16 0,2-4-18336 0</inkml:trace>
  <inkml:trace contextRef="#ctx0" brushRef="#br0" timeOffset="48447.67">11328 7508 25855 0,'0'5'576'0,"0"-3"112"0,0 1 16 0,0-1 16 0,0-2-576 0,-1 1-144 0,1 0 0 0,-1 1 0 0,0 1 2880 0,0 2 560 15,0-1 96-15,-2 2 32 16,1-1-2528-16,-1-1-496 0,1 1-96 0,-1 1-32 16,-2 0-416-16,1 1 128 0,-1 2-128 0,-1 1 0 0,2 2 0 0,-2-1 0 15,1 3 0-15,0-1 0 16,1 3 0-16,4-16 0 0,-4 28 0 0,4-28 0 16,0 0 128-16,4 38 0 0,-4-38 0 0,0 0 0 0,0 0 0 0,0 0 0 15,34 14 0-15,-24-18 0 0,1-4 0 0,1-1-128 16,0-2 192-16,-1-2-64 15,0-3-128-15,0 1 0 0,-3 0 0 0,-2 0 0 0,0-1 0 0,-2-1 0 16,-3 0-224-16,-1 0 80 0,-1 1-48 0,-3 2-16 16,-3 1 0-16,0 4 0 0,-2 2 208 0,-1 5-192 15,0 2 192-15,-1 2-192 0,-1 5 192 0,-2 2 0 0,-1 3 0 16,0 2 160-16,2 3-16 0,0 0 0 16,1 0 0-16,0 4 0 0,3-4 32 0,3 0 0 0,1-3 0 0,5-14 0 15,0 0 48-15,0 0 16 0,0 0 0 16,0 0 0-16,27 32-240 0,-27-32 176 15,25-7-176-15,-9 0 160 0,0 0-32 0,3-4 0 16,0 1 0-16,2 0 0 0,-2-1-128 0,1 1 0 0,0 1-160 16,-1-1 160-16,-2 0-240 0,2 1 48 0,-2 0 16 0,-2 1 0 15,0 4 176-15,-3-1-192 0,-2 2 192 0,-10 3-192 0,0 0 192 0,0 0 0 16,0 0 0-16,0 0 0 16,0 0 0-16,0 0 0 0,0 0 0 0,19 36 0 0,-19-36 176 0,-6 19 16 15,2-7 0-15,-1-2 0 0,1 1 32 0,-1 1 16 16,1 0 0-16,0 0 0 0,0 0-112 0,0 0-128 15,4-12 176-15,-6 19-176 0,6-19 128 0,-6 19-128 16,3-12 0-16,0 0 0 0,2-3 0 0,-2 1 0 16,1-2 0-16,1-1 0 15,1-1 0-15,0-1 0 0,0-1 0 0,2-1 0 16,1-1 0-16,-1-2 0 0,3 1 0 0,2-4 0 0,0-1 0 0,1-3 0 16,2-1 0-16,1-2 0 0,2-2 0 0,-1 1 0 15,0-1 0-15,0 0-144 0,-1 1 144 16,2-1 0-16,0-2 0 0,-1 3-128 0,0 2 128 0,-3 5 0 15,-1 3 0-15,-1 1 0 0,-1 3 0 0,-2 2 0 16,-4 0 0-16,0 0 0 0,0 0 0 0,0 0 0 16,9 33 0-16,-9-33 128 0,-5 30-128 0,1-13 0 15,-2 3 0-15,-1 1 128 0,0-2-128 0,0 2 0 16,-1-4 0-16,2-3 0 0,0-2 0 0,1-2 0 16,1-4 0-16,0-1 128 0,2-2-128 0,0-1 0 15,0-2 0-15,0 0 0 0,0-2 0 0,1-1 0 0,0-2 0 0,2-3 0 16,0 0 0-16,2-4 0 15,0 0 0-15,1-2 0 0,2 0 0 0,1-3 0 0,2-3 0 0,1 0 0 16,0 1-224-16,1 0 32 0,2-2 16 0,-1 4 0 16,-1 3 176-16,1 0-192 0,2 2 192 15,-1 2-192-15,-1 3 192 0,-3 3 0 0,-9 4 0 0,0 0 0 16,0 0 0-16,0 0 0 0,0 0 0 0,35 21 0 16,-35-21 0-16,0 0 0 0,0 0 0 0,9 46 128 15,-9-46 16-15,3 30 16 0,-3-30 0 0,2 35 0 16,-2-35-160-16,-1 33 128 0,1-33-128 0,-3 30 128 0,3-30-128 15,-4 25 0-15,4-25 0 0,0 0 0 0,0 0 0 0,-2 26 0 16,2-26 0-16,0 0-12960 16,0 0-2592-16</inkml:trace>
  <inkml:trace contextRef="#ctx0" brushRef="#br0" timeOffset="49517.95">12348 7593 10127 0,'-10'3'896'0,"3"-1"-704"0,0 0-192 0,4 1 0 0,1-1 1824 0,0-2 336 0,1 0 64 0,-2 1 16 16,0 1 768-16,-2 0 176 0,1-1 16 0,1 0 16 16,3-1-896-16,2 0-176 15,3-1-32-15,1-2-16 0,4 1-912 0,1-1-176 16,3 0-48-16,1 0 0 0,-15 3-512 0,42-4-128 15,-18 0 0-15,1 3-16 0,1-1-128 0,1 1-32 16,-1 0 0-16,2 1 0 0,1 0-144 0,-2-2 192 16,-27 2-192-16,46-2 192 0,-17 1-192 0,1-4 128 15,3 3-128-15,-1-3 128 0,0-2-128 0,-1 3 0 0,-1-4 0 16,-1 1 0-16,-3 0 0 0,-1 0 0 0,-1 1 0 0,-3 0 0 0,-2-1-208 16,-3 2 16-16,-3 1 16 0,-4 1 0 31,-2 1-1408-31,-2 2-272 0</inkml:trace>
  <inkml:trace contextRef="#ctx0" brushRef="#br0" timeOffset="49782.06">12996 7430 9215 0,'0'-5'816'0,"0"0"-656"0,1 5-160 0,-1-1 0 16,-1 1 3168-16,1-1 608 0,-1-1 112 0,0-1 16 0,-1 1 144 0,-1-1 32 15,1 4 0-15,0 3 0 0,0 1-2560 0,0-1-512 16,2-4-112-16,0 0 0 15,0 0-576-15,0 0-96 0,19 39-32 0,-19-39 0 0,0 0-192 0,38 21 144 16,-38-21-144-16,32 10 128 0,-32-10-128 0,37 6 160 0,-37-6-160 0,40 5 160 16,-40-5-160-16,38 0 192 15,-38 0-192-15,28 1 192 0,-28-1-192 0,0 0 160 16,0 0-160-16,29 6 160 0,-29-6-160 0,0 0 0 16,-7 17 0-16,-2-8 0 0,-3 3 0 0,-5 2 0 15,-1 1 0-15,-6 2 0 0,-3 4 0 0,-1 0 0 0,-5 1 0 16,5-2-176-1,3 0-464-15,9-6-112 0</inkml:trace>
  <inkml:trace contextRef="#ctx0" brushRef="#br0" timeOffset="50510.81">13834 7423 12895 0,'4'-5'576'0,"-2"3"112"0,0-1-560 0,0 1-128 0,-2 0 0 0,0 2 0 0,1-1 3200 0,-1 1 592 15,1-2 128-15,0 2 32 0,0 0-352 0,-1 0-64 16,0 0-16-16,-1 2 0 0,0 3-2272 15,-1-2-464-15,2 3-80 0,-2-1-32 16,1 2-448-16,-2 3-96 0,0 2 0 0,-1 1-128 16,1 0 0-16,-1 0 0 0,-2 5 0 0,-1 2 0 0,-1 3 0 0,-3 3 0 15,1 0 0-15,0-2 0 0,-1 0-128 0,1-3 128 16,0-2-208-16,2-3 80 0,2-4 128 0,6-12-192 0,-7 14 192 0,5-10-192 16,2-1 192-16,1-5 0 15,1 0 0-15,2-1 0 0,1-4 0 0,2-4 0 16,1-1 0-16,1-1 0 0,2-1 0 0,-1-3-208 15,0 1 80-15,2-3 128 0,0 0-128 0,0-2 128 16,1 0 0-16,1-3 0 0,0 0 0 0,0-2 0 16,1 2 0-16,-2 3 0 0,-1 4 0 0,-1 3 160 0,-1 2-16 15,-1 7 0-15,-3 1 64 0,-1 3 16 0,-2 2 0 16,-3-1 0-16,0 0-16 0,0 0 0 0,0 0 0 0,10 38 0 16,-10-38-80-16,0 0-128 0,-2 42 176 0,2-42-176 15,-4 36 128-15,4-36-128 0,-5 38 0 0,5-38 0 16,-2 37 0-16,2-37 0 0,-2 32 0 0,2-32 0 15,0 0 0-15,0 30 0 0,0-30 0 0,0 0 0 16,0 0 0-16,0 0 0 0,0 0 0 0,-4 22 0 16,4-20 0-16,-1-2 0 0,0 2 0 0,1-2 0 15,0 0 0-15,0 0 0 0,1 0 0 0,0 1 0 0,0 0 0 16,0-1 0-16,-1 0 0 0,0 0 0 0,0 0-208 0,0 0 0 16,0 0 0-16,0 0 0 15,0 0-176-15,0 0-16 0,0 0-16 0,0 0 0 16,32 9 64-16,-27-12 16 0,0 0 0 0,-1-2 0 0,1 3 144 15,-1-5 16-15,-2 2 16 0,1 0 0 0,0 0 160 0,-1 1 0 16,0-1 0-16,-1 0 0 0,0 3 128 0,-1 1-128 16,0 0 128-16,0 1-128 0,0 0 272 0,-1 2-16 15,1-2 0-15,0 0 0 0,0 0 0 0,0 0-16 0,0 0 0 0,0 0 0 16,0 0-96-16,0 0-16 0,0 0 0 0,0 0 0 16,0 0-128-16,0 0 0 0,0 0 0 0,0 0-12432 15,33 13-2560-15</inkml:trace>
  <inkml:trace contextRef="#ctx0" brushRef="#br0" timeOffset="51039.59">14281 7378 23039 0,'-3'-2'1024'0,"2"1"192"0,0 1-960 0,1-2-256 0,0 2 0 0,0 0 0 16,0 0 2496-16,1 0 448 0,-1 0 80 0,1 2 32 15,-1 1-1072-15,0 3-192 0,0-6-64 0,0 0 0 0,-5 34-1168 0,1-18-240 16,0 4-64-16,-2 1 0 15,-1 5-256-15,-1 0 0 0,0 0 0 0,-1 1 0 16,-1 1 0-16,2-2 0 0,1-4 0 0,4-4 0 16,3-18 0-16,0 0 0 0,-1 31 0 0,1-31 0 0,0 0 0 0,0 0 0 15,23-3 0-15,-14-4 0 0,2-4 0 0,1-4 0 16,1 1 0-16,1-3 0 0,0-1-224 0,1-2 0 0,1-3 0 16,0-1 0-16,0 0 64 0,1-2 16 15,-1 0 0-15,-1 0 0 0,-2 1 144 0,-1 4 0 16,-2 3 0-16,-3 4 0 0,-1 4 160 0,-3 5 16 15,-2 3 0-15,-1 4 0 0,0 1 240 0,0-3 48 16,-5 14 16-16,5-14 0 0,-8 29-96 0,2-11 0 16,0 2-16-16,1-1 0 0,-1 4-368 0,0 1 128 15,1 0-128-15,2-2 0 0,3-22 0 0,0 39 0 16,0-39 0-16,0 0 128 0,10 38-128 0,-10-38 0 0,0 0 0 0,0 0 0 16,0 0 0-16,0 0 0 0,33 7 0 0,-27-13 0 15,0 0 0-15,1-2 0 0,1-2 0 0,0-4 0 16,2 2-320-16,-1-2 0 0,0-1 16 15,1-2 0 1,2-1-592-16,0-4-128 0</inkml:trace>
  <inkml:trace contextRef="#ctx0" brushRef="#br0" timeOffset="51774.85">14682 7439 12783 0,'1'-5'272'0,"0"3"64"0,0 1 16 0,-1 1 16 0,-1 0-368 0,1 0 0 16,0-1 0-16,-1-2 0 0,0 1 4512 0,0 2 832 16,-2 1 160-16,-1 3 48 0,1 1-2720 0,-2 4-528 0,0 3-128 0,-2 2 0 15,0 2-1504-15,-1 1-288 0,0 2-64 16,0 1-16-16,2 0-304 0,-1-3 0 0,2 2 128 0,0-5-128 16,5-14 0-16,-6 24 0 15,6-24 0-15,0 0 0 0,0 0 0 0,0 0 0 16,0 0 0-16,0 0 0 0,0 0 0 0,0 0 0 15,12-7 128-15,-8-2-128 0,2-1 192 0,0-4 0 0,1 0-16 0,0-3 0 16,1 2-176-16,0-2 0 16,2-3 0-16,1-1 0 0,1-1 0 0,0 1 0 0,0 2 0 0,0 0 0 15,0 4 0-15,-1 1 0 0,0 5 144 0,-1 2-144 0,0 2 144 0,-3 2-144 16,-7 3 192-16,0 0-192 0,0 0 256 0,0 0-48 16,0 0-16-16,0 0 0 0,30 36-192 0,-30-36 176 15,-2 31-176-15,2-31 160 0,-8 38-160 0,4-18 0 16,-1 0 144-16,1-2-144 0,-1 0 0 15,0-1 0-15,5-17 0 0,-6 29 128 0,6-29-128 0,0 0 0 0,-4 25 0 0,4-25 0 16,0 0 0-16,0 0 0 0,0 0 0 0,0 0 0 16,0 0 0-1,4-5 0-15,-1-2 0 0,0-3 0 0,2 1 0 0,0-3 0 16,3-2 0-16,1-2 0 0,0 1 0 0,1-3 0 16,2 0 0-16,1-2 0 0,0 0 0 0,1 2 0 0,0 1 0 0,-1 2-128 15,0 4 128-15,-1 2 0 0,-1 3 0 0,-3 0 0 16,-1 3 0-16,1 3 0 15,-8 0 0-15,0 0 0 0,0 0 0 0,0 0 0 0,0 0 0 16,22 36 0-16,-22-36 0 0,0 0 0 0,1 37 0 0,-1-37 0 16,-2 29 0-16,2-29 0 0,-3 29 0 0,3-29 0 15,-5 30 0-15,5-30 0 0,-5 31 0 0,5-31 0 16,-3 26 0-16,3-26 0 0,0 0 0 0,-1 29 0 16,1-29 0-16,0 0 0 0,0 0 0 0,0 0 0 15,0 0-368-15,0 0-32 0,0 0-16 0,0 0-18752 16</inkml:trace>
  <inkml:trace contextRef="#ctx0" brushRef="#br0" timeOffset="52222.93">15123 7487 9215 0,'-2'2'400'0,"0"-2"96"0,0 1-496 0,1-1 0 16,0 2 0-16,0-2 0 0,1 0 3008 0,-1 0 512 0,-1 2 112 0,0-1 16 15,1 0 272-15,-1 1 64 0,0-2 16 0,1 1 0 16,1 1-2048-16,0-2-416 16,2 2-64-16,0-2-32 0,1 0-896 0,2 0-176 15,1-2-48-15,0 2 0 0,-6 0-192 0,16-3-128 16,-16 3 128-16,17-2-128 0,-6 0 0 0,-1-2 0 15,0 1 0-15,0-1 0 0,0-1 0 0,1-1-208 16,0-1 80-16,0 0 128 0,-1-2-416 0,-1 0 32 16,0 0 16-16,-3 0 0 0,0 0 144 0,-3 0 32 15,-3 1 0-15,-2 2 0 0,-2-1 192 0,-3 2 0 0,-2 0 0 0,-2 2-144 16,-1 3 144-16,-2 0-128 0,-2 3 128 16,2 2-128-16,-2 1 128 0,1 3 0 0,0-1 128 0,1 2-128 15,1 2 192-15,1 0-48 0,1 2 0 0,0 0 0 0,2 3 48 0,1-1 0 16,4-4 0-16,4-12 0 0,-3 26 48 15,3-26 16-15,0 0 0 0,0 0 0 0,23 40-112 0,-23-40-16 0,0 0 0 0,32 14 0 16,-32-14-128-16,27 3 0 16,-12-6 0-16,1-3 0 15,0-2-480-15,-1 1-80 0,2-4-16 0,-1 2-18048 0</inkml:trace>
  <inkml:trace contextRef="#ctx0" brushRef="#br0" timeOffset="52544.78">15303 7451 13823 0,'-1'3'1216'0,"1"-3"-960"0,1 0-256 0,0 0 0 16,0-2 2672-16,1 1 480 0,2-1 112 0,-1 0 0 15,5-1-544-15,2-4-112 0,2 0-32 0,1-3 0 16,1 3-1824-16,0-1-368 0,0 2-80 0,-1 0-16 0,-1 3 96 0,-12 3 32 16,20-2 0-16,-20 2 0 0,0 0 32 0,0 0 16 15,0 0 0-15,27 37 0 0,-27-37-48 0,0 0-16 16,0 36 0-16,0-36 0 0,-7 33-240 0,1-17-160 15,0 1 192-15,-2 0-192 0,1-1 128 0,-1-2-128 16,3-2 0-16,-1-2 0 0,2-1 0 0,1-4 0 16,0-2 0-16,2-1 0 0,1 0 0 0,0-5 0 15,1 1 0-15,0 0 0 0,2-5 208 0,0 0-16 16,2-1 0-16,0-3 0 0,1 1 96 0,1-1 16 16,1-1 0-16,1-5 0 0,4-2-176 0,1-3-128 15,1 1 192-15,1 0-192 0,0 0 0 0,-2 3 0 0,0 1 0 16,-1 4 0-16,-1 1 0 0,-2 4 0 0,-3 2 0 15,0 4 0 1,-1-1-352-16,-6 3-128 0</inkml:trace>
  <inkml:trace contextRef="#ctx0" brushRef="#br0" timeOffset="53129.62">15684 7475 11055 0,'5'0'976'0,"-1"-2"-784"0,0 1-192 0,-2 1 0 0,0 0 3840 0,-1-2 704 16,2 2 160-16,1-2 32 0,4-1-1056 0,2-4-208 15,2 0-32-15,1-2-16 0,0-1-2592 0,-2-2-512 16,-1 1-96-16,-2-1-32 0,-1 0-192 0,-2 0 0 16,-2 0 0-16,-4 0 0 15,-2 3 0-15,-4 1 0 0,-3 4 0 0,-2 2 0 16,-4 2-304-16,-2 4-48 0,-2 4-16 0,-2 3 0 16,4 1-80-16,-1 2 0 0,1 3-16 0,1 2 0 0,1 1 464 15,3 0 0-15,3-1 0 0,2-3 0 0,8-16 0 16,-7 29 0-16,7-29 0 0,0 0 0 0,0 0 192 0,21 39 48 15,-21-39 0-15,28 6 0 0,-28-6 272 0,34-4 64 16,-18-1 16-16,3 0 0 0,-1-4-336 0,2 1-80 0,1-3-16 0,0-1 0 16,-1 0-160-16,-1 0 0 0,-2-1 0 15,-2 0 0-15,-3 1 0 0,-3 0 0 0,-1 0 0 16,-2 3 0-16,-3-1 0 0,-2 5 0 0,0 1 128 0,-2 2-128 16,0 2 0-16,-1 2 0 0,-1 2 0 0,0 4 0 0,3-8 144 0,-6 18-144 15,6-18 160-15,-5 27-160 0,5-27 144 0,0 0-144 16,4 43 128-16,-4-43-128 15,0 0 0-15,20 35 0 0,-20-35 128 0,0 0-128 16,34 21 0-16,-34-21 0 0,32 2 0 0,-16-5 0 16,1-3 128-16,2-3-128 0,3-5 128 0,0-1-128 0,2-4 0 15,-1-2 0-15,0 2 0 0,1-5 0 16,-1 1-496-16,0-1-16 0,-1-2-16 0,-1 0 0 31,0 0-1280-31,-3-1-256 0,-2 2-48 0,-1 1-16 0,-2 1 848 0,-3 3 192 0,-1 4 16 0,-3 2 16 16,0 2 1312-16,-3 6 272 0,-2 3 48 0,-1 3 16 15,-1 3 1088-15,-1 3 224 0,-4 6 32 0,0 4 16 0,-3 3-960 0,-1 4-192 16,-2 6-32-16,-1 3-16 16,0 5-496-16,1-2-112 0,1-2-16 0,1-2 0 0,2-1 48 15,2-4 0-15,1-1 0 0,5-25 0 0,-5 47-176 0,5-47 0 16,0 39 0-16,0-39 0 0,0 0-144 16,1 35-112-16,-1-35-32 0,0 0 0 0,0 0-1616 15,0 0-320-15</inkml:trace>
  <inkml:trace contextRef="#ctx0" brushRef="#br0" timeOffset="53308.65">16054 7347 35007 0,'-3'7'1552'0,"1"-3"320"0,2-4-1488 0,0 0-384 16,0 0 0-16,0 0 0 0,0 0 1360 0,0 0 208 15,0 0 32-15,0 0 16 0,50 22-848 0,-50-22-160 16,45 0-32-16,-18-5-16 0,1 0-352 0,1-3-64 0,1 1-16 0,-2-4 0 15,-1-1-256-15,-3 1-64 16,1 1-16-16,-3-2-12512 0,-2 4-2496 16</inkml:trace>
  <inkml:trace contextRef="#ctx0" brushRef="#br0" timeOffset="53933.62">16517 7366 27647 0,'4'0'1216'0,"-2"0"256"0,0 0-1168 0,-1 0-304 16,-1 0 0-16,-1 0 0 16,0 0 1552-16,-1 1 256 0,-2 2 48 0,-3 2 16 15,-3 0-848-15,0 5-192 0,-2-1-16 0,-1 1-16 0,2 1-528 0,1 1-96 16,1 2-32-16,2-2 0 16,7-12 192-16,-5 22 48 0,5-22 0 0,0 0 0 15,0 0 16-15,0 0 16 0,27 30 0 0,-27-30 0 0,28-2-144 0,-10-3-16 16,1-3-16-16,3-1 0 0,-2-2-80 0,1-1-16 15,-1-2 0-15,-3 2 0 0,-1-3-144 16,-5 2 0-16,-1 0 0 0,-5-1 0 0,-2 2 0 0,-5 0 0 16,-2 1 0-16,-4 1 0 0,-2 2 0 0,-4 3 0 15,-3 4 0-15,0 1 0 0,-1 5 0 0,-1-1-256 0,0 6 64 16,2 0 16-16,2-3 176 0,1 4-128 0,-3 2 128 0,1 1-128 16,2 2 128-16,3-3 0 0,4 0 0 0,2-5 0 15,5-8 0-15,0 0 0 0,0 0 0 16,0 0 0-16,0 0 0 0,0 0 176 15,34 16-176-15,-20-23 192 0,3 0 0 0,1-2 16 0,-1 0 0 0,3-2 0 16,1 2-208-16,0-1-160 0,3-1 32 0,0-1 0 16,1 0-176-16,-1 0-16 0,-1-1-16 0,-1 1 0 15,0 0 80-15,-2 1 32 0,0 2 0 0,0 2 0 16,-3 2 224-16,-1 0 0 0,-3 3 0 0,-13 2 0 16,25-2 368-16,-25 2 16 0,25 0 0 0,-25 0 0 15,0 0 128-15,33 9 16 0,-33-9 16 0,0 0 0 16,0 0-320-16,34 33-64 0,-34-33-16 0,0 0 0 0,13 38-144 15,-13-38 0-15,3 34 0 0,-3-34 0 0,-2 36 0 0,2-36 0 16,-7 40 0-16,1-22 0 0,0 1 0 16,-2-2 0-16,1-3 0 0,-1 0 0 15,1-4 0-15,-1-1 0 0,2-4 128 0,0 0-128 0,3-2 224 16,0-1-32-16,2-2-16 0,2-5 0 0,3 0 64 0,1-5 16 16,4-2 0-16,3-4 0 0,4-3-80 15,3-4-16-15,3-3 0 0,3-3 0 0,3-2-160 0,1-2 0 16,1-3 0-16,2 3 0 0,0 2-240 0,0 6 32 15,-3 4 0-15,-3 3 0 16,-1 4-512-16,-2 3-112 0,-2 3 0 0,-3 4-18448 0</inkml:trace>
  <inkml:trace contextRef="#ctx0" brushRef="#br0" timeOffset="54946.49">4602 8760 17503 0,'-3'2'1552'16,"0"-2"-1232"-16,2 2-320 0,0-2 0 0,0 1 1056 0,0-1 160 15,-1 2 16-15,-3 0 16 0,0 1 816 0,2-3 176 16,0 1 16-16,3-2 16 0,2-1-400 0,1-1-80 16,1 0 0-16,2-3-16 0,1 1-656 0,2 0-128 15,0-2-32-15,0 2 0 0,1 1-544 0,1-1-112 16,0 2-32-16,2-1 0 0,-13 4-144 0,27-8-128 16,-27 8 192-16,26-4-192 0,-26 4 128 0,28-5-128 15,-28 5 0-15,29-5 0 0,-29 5 128 0,28-6-128 16,-28 6 144-16,28-8-144 0,-28 8 128 0,24-5-128 0,-24 5 0 15,19-5 0-15,-19 5 0 0,0 0 128 0,0 0-128 0,0 0 0 16,0 0 0-16,0 0 0 0,0 0 0 0,0 0 0 16,14 34 0-16,-18-22 0 0,-3 0 0 0,1 2 0 15,-1 2 144-15,-1 1-144 0,0 2 128 0,-1 2-128 16,0 0 0-16,-1 1 0 0,2-1 128 0,-1 3-128 16,-2 2 0-16,0 3 0 0,-1-1 0 0,0 6 0 15,-1 5 0-15,-2 2 0 0,0 1 0 0,2-2 0 16,0-2 0-16,2-6 0 0,1-2 0 0,2-6 0 15,3-7 0-15,1-3 0 0,2-3 0 0,1-3 0 16,2-6-176-16,1-2-16 0,1-2 0 0,1-6-18352 16</inkml:trace>
  <inkml:trace contextRef="#ctx0" brushRef="#br0" timeOffset="55183.22">4650 9092 911 0,'-7'-5'0'0,"3"2"0"0,1 0 0 0,0 2 0 0,2-1 4464 0,1 2 800 16,-1 0 176-16,0-2 16 0,-1 2-1232 0,1 0-240 0,0 2-48 0,3 0-16 15,1 0-1824-15,-3-2-368 16,0 0-80-16,0 0-16 0,0 0-864 0,50 10-160 16,-50-10-32-16,40-10-16 0,-40 10-304 0,42-14-48 0,-16 4-16 0,2-3 0 15,0 0-192-15,2-2 0 0,5 0 0 0,-2-2 0 16,-1 0 0-16,-4 3 0 0,-2 2 0 15,-2 1-19216-15</inkml:trace>
  <inkml:trace contextRef="#ctx0" brushRef="#br0" timeOffset="55801.31">5564 9030 32255 0,'0'2'2864'0,"1"-1"-2288"0,0 1-576 0,0 0 0 0,-1-2 1728 0,1 0 224 15,0 3 48-15,1-1 16 0,-2-2-928 0,0 0-192 16,0 0-48-16,0 0 0 0,0 0-592 0,26-9-112 0,-19 0-16 0,2-4-128 16,1-3 0-16,-1-1 0 15,0-2 0-15,-1 0 0 0,-2 0-192 0,-2-1-32 0,-3 0-16 16,-3 3 0-1,-2 4-432-15,-3 2-96 0,-2 3 0 0,-2 5-16 16,-1 5-304-16,0 3-48 0,-1 4-16 0,1 1 0 0,0 4 416 16,-1 3 80-16,0 4 16 0,1 2 0 0,2-1 1184 0,1 0 240 0,0 3 48 15,2 2 16-15,1-1 112 0,0 0 0 16,3-5 16-16,3-2 0 0,0-19-272 0,0 0-48 0,16 33-16 16,-16-33 0-16,0 0-400 0,0 0-96 0,45-7-16 15,-30-6 0-15,3-2-128 0,0-2 128 0,-1-2-128 0,4-5 128 0,2-2-256 16,2-2-64-16,1-3-16 0,-1-1 0 15,-1 0-688-15,-3-1-128 0,-1-1-16 0,-5 1-16 16,-4 0-992-16,-2 2-192 0,-3-2-32 0,-3 5-16 0,-1 4 1616 0,-3-1 320 16,-2 2 64-16,0 5 16 15,-2 8 1376-15,-1 5 288 0,-2 8 48 0,-1 6 16 0,-1 4 464 0,-1 5 80 16,2 1 32-16,0 7 0 0,-1 5-1296 0,0 7-256 16,0 4-48-16,1 4-16 0,2-4-256 0,1-4-160 15,1-1 192-15,4-7-192 0,2-2 176 0,3-4-176 16,-4-24 160-16,12 45-160 0,-12-45 0 0,17 31 0 0,-17-31 0 0,0 0-12704 31,0 0-2640-31</inkml:trace>
  <inkml:trace contextRef="#ctx0" brushRef="#br0" timeOffset="56148.72">5954 8909 32255 0,'-7'8'1424'0,"1"-1"304"16,2 0-1392-16,1 0-336 15,1-5 0-15,1 0 0 0,1 1 1984 0,-2 2 336 0,1 2 64 0,1 2 16 16,0-9-1552-16,0 0-304 0,0 0-64 0,0 0-16 16,0 0-288-16,37 19-176 0,-37-19 192 15,26-12-192-15,-11 3 160 0,0-1-160 0,1-1 128 0,-2-1-128 16,0 0 0-16,0 0 0 0,-3 0 0 0,-1 1 0 16,-3 1 0-16,-2 2-192 0,-3 2 32 0,-4 1 16 15,-2 2 144-15,-3 2-160 0,-1 1 160 0,-2 1-160 16,-3 1 160-16,-1 4-160 0,1 0 160 0,0 2-160 15,-2 1 160-15,2 1 0 16,1 1 0-16,0 2 0 0,2 3 0 0,0-2 0 0,2 1 0 0,2-1 176 16,1 1 0-16,2-2 0 0,3 0 0 0,0-13 0 0,0 0-176 0,10 27 128 15,-10-27-128-15,0 0 128 0,0 0-128 0,0 0 0 0,46 10 0 0,-46-10 0 32,27-5 0-32,-27 5 0 0,32-9 0 0,-32 9 0 0,33-12-576 15,-33 12-32-15,33-12-16 0,-16 5-11728 0,1 1-2368 0</inkml:trace>
  <inkml:trace contextRef="#ctx0" brushRef="#br0" timeOffset="56514.2">6402 8935 6447 0,'5'-5'576'0,"-2"1"-576"16,-1 2 0-16,-1 0 0 0,-1 1 3664 0,2-1 624 16,1-3 128-16,1 0 32 0,2-3-176 0,-1 0-48 15,-3 3 0-15,-1 0 0 0,0 3-2384 0,-2-1-496 16,-1 1-80-16,1 0-32 0,0 2-848 0,-1-3-160 15,0 1-32-15,1-1-16 0,1 1-176 0,0 0 0 16,0-2 0-16,-1-1 0 0,0 2 0 0,-2-2 0 16,0-2 0-16,-4 3 0 0,1-1 0 0,-3 2 0 15,1 1-144-15,0 2 144 0,0 0-368 0,0 4-16 16,0 2 0-16,1 3 0 0,0 0 384 0,1 1 0 16,1 3 0-16,1 2 0 0,0 2 0 0,2 2 192 15,1-3-32-15,1 1 0 0,1 0-32 0,-1-17-128 0,8 35 192 16,-8-35-64-16,13 31 32 0,-13-31 0 0,0 0 0 15,25 40 0-15,-25-40-160 0,0 0 0 0,24 36 144 0,-24-36-144 16,0 0 0-16,14 42 0 0,-14-24 0 0,-2 0 0 16,-2 1 0-16,-2 0 0 0,-2 3 0 0,-2 1 0 15,-2-2 0-15,-4 2 0 0,-1 0 0 0,0-2 0 0,0-1 128 0,0 0-128 16,-5 1 160-16,0-1-160 0,-2-4 160 0,0 0-160 16,1-6 160-16,4-3-160 0,3-2 0 0,3-7 0 15,3-5 0-15,3-1-19312 16</inkml:trace>
  <inkml:trace contextRef="#ctx0" brushRef="#br0" timeOffset="56866.74">6504 8978 23039 0,'0'0'2048'0,"0"0"-1648"0,0 0-400 0,0 0 0 15,0 0 2960-15,0 0 512 0,0 0 112 0,0 0 0 16,0 0-1984-16,38 0-384 0,-38 0-96 0,22-7-16 15,-9 0-848-15,-1-1-256 16,2-1 0-16,-1 0 128 0,0-1-128 0,-1 3 128 16,-1 0-128-16,-11 7 128 0,18-9-128 0,-18 9 0 0,0 0 128 0,0 0-128 15,0 0 0-15,16 33 0 16,-19-17 0-16,0 1 0 0,-1 0 128 0,-2 4 16 16,-1 0 0-16,-1 1 0 0,1-1-144 0,-1-2 160 0,3-3-160 0,1-2 160 15,2-4-32-15,1-3 0 0,2-2 0 16,1-3 0-16,0-2 112 0,1-2 16 0,2-5 0 0,1-5 0 0,0 0-64 15,2-4-16-15,0 3 0 0,0-3 0 16,3 0-176-16,1-6 0 0,2-4 0 0,2-2 128 0,1-3-128 16,1 2 0-16,-3 3 0 0,1 3 0 0,-3 6-176 0,-1 3-16 15,-3 3 0-15,0 5 0 16,-9 6-304 0,0 0-64-16,0 0-16 0,0 0-11712 0,0 0-2336 0</inkml:trace>
  <inkml:trace contextRef="#ctx0" brushRef="#br0" timeOffset="57148.54">6833 9000 911 0,'0'0'0'0,"0"0"0"0,0 0 0 0,0 0 0 0,0 0 4272 0,0 0 768 16,0 0 144-16,0 0 48 15,0 0-528-15,0 0-96 0,44 2-32 0,-44-2 0 0,27-8-2800 0,-27 8-560 0,27-9-128 0,-14 2 0 16,0 0-656-16,0-2-128 16,-2 1-32-16,0-1 0 0,0-1-272 0,-2 1 0 0,-1-1 0 0,-3 1 0 15,0 0 0-15,-2 1 0 16,-2 1 0-16,-1 0 0 0,-1 2-160 0,-4 0-32 0,-2 1-16 0,-2-1 0 15,-3 1-144-15,-1 3-32 0,-2 1 0 0,0 3 0 16,0 2-384-16,1 2-96 16,0 4-16-16,2 0 0 0,1 1 880 0,0 3 320 0,2 2-16 0,1 2 0 0,0 2 464 15,4-3 112-15,0-2 16 16,1 3 0-16,3-19-448 0,3 33-64 16,-3-33-32-16,0 0 0 0,20 35-112 0,-20-35-32 15,0 0 0-15,0 0 0 0,45 8-208 0,-45-8 0 0,27-12 0 0,-13 2-12512 16,0-2-2400-1</inkml:trace>
  <inkml:trace contextRef="#ctx0" brushRef="#br0" timeOffset="57528.4">7109 8867 23039 0,'-8'9'1024'0,"3"-2"192"0,1-1-960 0,1-2-256 0,1-1 0 0,1-1 0 15,1 0 2544-15,-1 2 464 0,1-4 80 0,0 0 32 16,0 0-1360-16,0 0-272 0,0 0-48 0,29 26-16 15,-29-26-912-15,27-6-176 0,-27 6-32 0,30-17-16 0,-14 8-288 0,-1-1 160 16,0-2-160-16,-1 2 128 16,-2-1-128-16,-2 2 0 0,1 1 0 0,-4 2 0 15,-2 2 0-15,0 0 0 0,-1-1 0 0,-1 1 0 0,-2 3 0 0,-2-3 0 16,-1 1 0-16,-1-1 0 0,-2 1 0 0,1-1 0 16,-2-1 0-16,1 2 0 0,-2 1 0 0,2 0 0 15,-2 2 128-15,1 0-128 0,-1 0 0 0,1 2 0 16,2 0 144-16,-1 0-144 0,1 2 272 0,0 1-16 15,1 1 0-15,-1 0 0 0,2 2 0 0,-2-1 0 16,1 1 0-16,-1 1 0 0,1 0-256 0,-2 2 160 0,0-2-160 16,1 2 128-16,-1-1-128 0,0 2 0 0,0 2 0 15,1 2 0-15,1-1 0 0,1-1 0 0,1 0 0 16,1-14 0-16,1 25 0 0,-1-25 0 0,0 0 128 16,12 30-128-16,-12-30 0 0,0 0 0 0,0 0 0 0,48 7 0 15,-48-7-448-15,37-17 0 0,-13 5-16 0,1-5-18208 16</inkml:trace>
  <inkml:trace contextRef="#ctx0" brushRef="#br0" timeOffset="57837.2">7666 8715 10127 0,'-1'5'896'0,"0"-3"-704"0,0 0-192 0,-1 0 0 0,1 1 4432 0,1-3 864 16,-2 3 160-16,0-1 48 15,-2 3-2000-15,0 0-400 0,0 1-80 0,-2-1-16 0,2 0-2096 0,-1-3-416 16,1 0-96-16,0 1-16 15,0-1-176-15,-1-1-32 0,-1 2-16 0,-2 0 0 16,1 0-160-16,-2 4 0 0,-2-2 0 0,0 4 0 16,0 1 0-16,1-1 0 0,1 3 0 0,0 2 0 15,3-2 0-15,1-2 0 0,1 2 0 0,3-1 0 0,1-11 0 0,0 0 0 16,0 0 0-16,14 34 128 16,-14-34-128-16,0 0 0 0,0 0 0 0,39 16 0 0,-39-16 0 0,0 0 0 15,38 8 0-15,-38-8 0 0,0 0 0 0,36 5 0 16,-36-5 0-16,0 0 0 0,0 0 0 0,0 0 0 15,0 0 0-15,0 0 0 0,0 0 0 0,6 35 0 16,-13-29 0-16,-3 2 0 0,-3 1 0 0,-3 0 0 0,-1 1 0 16,-1 0 0-16,-1-3 0 0,1 1 0 0,4-2 0 15,1-1 0-15,2-1-240 0,5-1-16 16,2-1-16-16,4-2-18480 0</inkml:trace>
  <inkml:trace contextRef="#ctx0" brushRef="#br0" timeOffset="58197.21">8188 8811 20271 0,'-1'3'1792'0,"-1"0"-1424"0,0 0-368 0,1-1 0 0,-2 0 3088 16,1-1 560-16,-1 0 96 0,-1 2 32 0,-3 2-1776 0,-2 1-336 16,-1-1-80-16,0 1-16 0,3 0-1264 0,0-1-304 15,2-1 0-15,-1 1 0 16,3 0 0-16,0 0 0 0,0 2 0 0,0 0 0 0,0 0 0 0,1 3 0 15,-1 2 0-15,-1 0-128 16,1 4 128-16,1 0 0 0,0-1 0 0,0 1 0 16,2 1 320-16,0-17 0 0,5 26 0 0,-5-26 0 15,0 0-160-15,0 0-32 0,0 0-128 0,41 7 192 0,-29-18-192 16,4-3 0-16,1-6 0 0,0-1 0 16,0-3-144-16,-2 0-80 0,-3-2-16 0,-3 3 0 15,-3 0-336-15,-4 0-80 0,-2 3-16 0,-5 2 0 16,0 3-576-16,-4 2-112 0,-1 3-32 0,-2 4 0 0,0 4 1008 0,-1 6 208 0,-1 1 48 0,-1 6 0 15,2 3 1216-15,1 3 256 0,1 1 64 0,3 0 0 16,2-1-864-16,2-1-160 0,3-2-48 0,1-14-11584 16,0 0-2320-16</inkml:trace>
  <inkml:trace contextRef="#ctx0" brushRef="#br0" timeOffset="58532.93">8660 8691 35007 0,'2'-7'1552'0,"-3"2"320"0,0-2-1488 0,-1 5-384 16,0-2 0-16,0 1 0 15,-1 0 1280-15,-2 1 192 0,-1-7 48 0,-4 2 0 0,-2-1-896 0,0 2-176 16,1 3-48-16,0 5 0 0,1 1-208 0,0 3-64 16,0 4 0-16,-1 3 0 15,2 3-128-15,0 7 0 0,0 3 0 0,0 5 0 16,2 4 0-16,0 1 0 0,0 2 0 0,0 2 0 15,1 3 0-15,1 0 128 0,2-1-128 0,2 1 192 0,1-4-192 0,2-2 192 0,2-4-192 0,1-2 192 16,-5-31-192-16,7 53 0 0,-7-53 0 16,7 40 0-16,-7-40 0 0,-1 31 0 0,-2-18 0 15,-4-1 0-15,1-2 0 0,-3-3 0 0,0-2 0 0,-2-3 0 16,-2 0-160-16,-1-4 160 0,-1 1-208 0,-2-2 80 16,-3-3-128-16,1-2-32 0,-2-2 0 0,3-4 0 15,0-3-592-15,3-2-112 0,2-5-32 0,4-3-16384 16</inkml:trace>
  <inkml:trace contextRef="#ctx0" brushRef="#br0" timeOffset="58645.69">8361 8973 19807 0,'21'-8'432'0,"-21"8"80"0,17-6 32 0,-15 6 32 0,-1 0-576 15,1 0 0-15,-2 0 0 0,0 0 0 16,0 0 4560-16,47-3 816 16,-47 3 144-16,39-4 48 0,-39 4-4000 0,36-10-800 0,-36 10-144 0,37-12-48 15,-18 3-448-15,3 0-128 16,1-3 0-16,2 0-18624 0</inkml:trace>
  <inkml:trace contextRef="#ctx0" brushRef="#br0" timeOffset="59126.38">9272 8674 18431 0,'14'-14'816'0,"-5"3"160"0,0 3-784 0,-4 0-192 0,-2 5 0 0,-3 0 0 15,1 1 1168-15,2-3 192 0,1-2 48 0,0-3 0 16,0 1 352-16,-2-1 80 0,-3 6 16 0,-1 1 0 16,-2 3 320-16,-1 3 64 0,-1 1 0 0,-1 4 16 0,-1 1-1264 15,0 1-256-15,0 2-48 0,-2 4-16 16,2 3-336-16,-1 2-64 0,1 3-16 0,1 3 0 0,0 5-16 0,3 0-16 16,1 0 0-16,1 2 0 15,1-2-32-15,0 0-16 0,2 3 0 0,1-2 0 0,0-4-176 16,1 0 0-16,0 1 144 0,-3-30-144 0,9 46 0 0,-9-46 0 15,7 32 0-15,-7-32 0 16,0 0-528-16,0 0-80 0,0 0-16 0,0 0 0 16,0 0-1744-16,0 0-336 0,5-11-80 0,-7-2-16 15,-2-3-912-15,0-1-192 0,-1-2-48 0,-2 3 0 16,2-3 1168-16,-3-2 224 0,1-3 64 0,0-2 0 16,1 2 976-16,1 2 208 0,0 4 32 0,0 3 16 0,1 4 1408 0,1 3 288 0,-1 5 48 15,2 0 16-15,-1 3 2960 0,1 3 576 16,0 0 128-16,-1 2 32 0,2 0-160 0,0-1-16 0,0 4-16 15,1-8 0-15,0 0-1712 0,0 0-352 0,0 0-64 0,0 0-16 16,0 0-1040-16,0 0-224 0,0 0-32 0,36 12-16 16,-24-20-224-16,1-1-32 0,1-3-16 15,1 0 0-15,2 1-272 0,-1-3 0 0,-1 2 128 0,0 0-128 16,1 1 0-16,-1 0 0 0,-1 4 0 0,-1 0 0 16,0 0-240-16,-13 7-48 0,24-9-16 0,-24 9-18960 15</inkml:trace>
  <inkml:trace contextRef="#ctx0" brushRef="#br0" timeOffset="59519.76">9598 8767 18431 0,'2'-5'1632'0,"0"3"-1312"0,0-2-320 0,1 1 0 0,-1 1 3408 0,0 1 624 0,1-1 112 15,1 0 16-15,5-5-1728 0,0 0-336 0,3-1-80 0,1-1-16 0,-2 4-1424 0,1 0-304 32,-12 5-48-32,23-5-16 0,-23 5-208 0,0 0 144 0,0 0-144 0,44 12 128 15,-44-12-128-15,0 0 0 16,0 0 0-16,28 36 0 0,-28-36 0 0,3 26 0 15,-3-26 0-15,-1 33 0 0,-3-18 0 0,0-1 0 0,-1-2 0 0,1-3 0 16,0-2 0-16,0 0 0 0,2-2 176 16,0-2-176-16,0-1 224 0,2-2-48 0,0-2-16 0,1-2 0 15,1-2 112-15,0-1 32 0,2-4 0 16,1-2 0-16,0-1-32 0,2-2 0 0,0-1 0 16,3 0 0-16,-1 1-272 0,2-1 0 0,1 2 128 0,-1 1-128 15,-2 5 0-15,2 0 0 0,1-1 0 0,0 3 0 16,0 0-144-16,-1 2 16 0,-11 5 0 0,0 0-12992 15,28-3-2608-15</inkml:trace>
  <inkml:trace contextRef="#ctx0" brushRef="#br0" timeOffset="59833.51">9950 8799 23039 0,'0'0'1024'0,"0"0"192"16,0 0-960-16,0 0-256 0,0 0 0 0,0 0 0 0,0 0 2960 0,0 0 560 15,0 0 96-15,0 0 32 0,46 13-1792 16,-46-13-336-16,29-7-80 0,-13 2-16 0,-1-2-1024 0,1 1-208 0,0-2-32 0,1-2-16 15,-1-1-144-15,-1 1 0 16,-2 0 0-16,-2-1 0 16,-3 2-368-16,-1 1-48 0,-4 1-16 0,-2 0 0 15,-3 2-1168-15,-2 0-224 0,-4 3-48 0,-1 0-16 16,-2 2 400-16,-1 0 80 0,0 2 0 0,-2-2 16 0,-1 2 1616 0,0 1 320 16,0 4 64-16,0 2 16 0,1 1 288 0,2 1 64 0,1 2 16 15,1 1 0-15,3 2 480 0,0-1 112 0,3 1 16 16,0 3 0-16,2-2-752 0,2-17-144 0,2 33-16 0,-2-33-16 0,0 0-352 0,18 35-80 15,-18-35-16 1,0 0 0-16,0 0-224 0,50 20 0 0,-50-20 0 16,42-8 0-16,-17-1 0 0,0-2-208 0,0-2 32 0,-1-3-18864 0</inkml:trace>
  <inkml:trace contextRef="#ctx0" brushRef="#br0" timeOffset="60179.98">10305 8772 28559 0,'-1'1'1264'0,"-1"-1"272"0,1 0-1232 0,0 0-304 0,1 0 0 0,0 0 0 16,1 0 1632-16,-1 0 272 0,0 0 48 0,1 0 16 15,1 1-592-15,-1-1-112 0,-1 0-32 0,0 0 0 16,0 0-496-16,0 0-96 0,0 0-32 0,0 0 0 16,41 2-352-16,-41-2-64 0,22-4 0 0,-10-1-16 15,-12 5-176-15,26-9 0 0,-13 2 0 0,1 2 0 0,-1-3 0 16,0 2 0-16,1-2 0 0,-1-1 0 0,0-1 0 15,-2 1 0-15,-2-1 0 0,-2 1 0 16,-1 0 0-16,-4-1 0 0,-1-2 0 0,-1 3 0 0,-2 0 0 0,-3 1 0 16,-2 3 0-16,-3 0 0 0,-2 3-128 0,-2 2 128 15,-1 5-160-15,1 2 160 0,0 0-272 0,-2 5 32 16,0 3 16-16,1 3 0 0,2 1 224 0,0 2 0 16,2 2 0-16,1 0-144 0,1 0 144 0,3-2 0 15,2-1 0-15,4-20 0 0,0 26 128 0,0-26 16 0,0 0 0 0,0 0 0 16,0 0-16-16,42 14-128 0,-42-14 192 0,33-9-64 15,-14 2-128-15,3-2 0 0,0-3 0 0,1-2-18880 16</inkml:trace>
  <inkml:trace contextRef="#ctx0" brushRef="#br0" timeOffset="60644.74">10828 8710 25791 0,'-1'5'2304'16,"1"-2"-1856"-16,1-1-448 0,0-2 0 15,0 0 2688-15,0 0 432 0,1 0 80 0,-2 0 32 0,0 0-1808 0,0 0-352 16,22-8-80-16,-14 1-16 0,-1-4-688 0,1-1-144 16,-3 0-16-16,0-5-128 0,-1 1 128 0,-1-1-128 15,-3 3 0-15,0-2 0 0,-2 4 0 0,-1 2 0 16,-2 2 0-16,-1 4 0 0,0 2 0 0,-1 4 0 16,-1 0 0-16,1 6 0 0,-2-2 0 0,1 4 0 15,-1 2 0-15,-1 2 0 16,2 2 128-16,0 4-128 0,-1 1 144 0,2 3-144 15,1-1 160-15,0 1-160 0,2 0 160 0,3-5-160 0,1-19 0 0,4 33 128 16,-4-33-128-16,0 0 0 0,0 0 0 0,0 0 0 16,36 24 0-16,-36-24 0 0,20-7 0 0,-11 0 0 0,2-4 0 15,0-2 0-15,1-1 0 0,-1-3-160 16,1-2 160-16,1 0-192 0,0-2 0 0,-1-3-16 0,1 3 0 16,0-1 0-16,0 1 208 0,0 0 0 0,-1 2 0 15,-3-4 0-15,0 1 0 0,-2 0 0 0,-2 1 0 16,-2-3 0-16,-2 3 0 0,-2 0 0 0,0 4 0 0,-2 3 0 15,0 5 160-15,1 3 80 0,-1 4 16 0,0 4 0 16,-1 4 208-16,1 3 48 0,0 5 16 0,-1 3 0 0,0 2-336 0,1 6-64 16,-1 2 0-16,0 1-128 15,1-1 128-15,0 1-128 0,0 0 0 16,2 3 0-16,2 1 0 0,2-3 0 0,2 0 0 0,-5-29 0 16,13 44 0-16,-13-44 0 0,0 0 0 0,25 41 0 15,-25-41-144-15,0 0 16 0,0 0 0 0,37 14-12864 16,-37-14-2560-16</inkml:trace>
  <inkml:trace contextRef="#ctx0" brushRef="#br0" timeOffset="61462.19">11237 8654 26719 0,'-3'-1'1184'0,"1"-1"240"16,2 0-1136-16,-1 1-288 0,1 1 0 0,-1 0 0 15,0 0 2752-15,0 0 480 0,0-2 96 0,-1 2 32 0,1 0-1952 0,-2 2-384 16,-1-1-64-16,1 4-32 15,0 3-688-15,-1 0-240 0,-1 2 144 0,2 2-144 0,-1 4 0 0,0 0 128 16,1 1-128-16,1 2 0 16,2-19 0-16,-3 38 0 0,3-38 0 0,2 35 0 0,-2-35 0 0,0 0 0 15,14 34 0-15,-14-34 0 0,0 0 0 0,0 0 0 0,33-1 0 0,-22-8 0 0,0 0 0 16,0-5 0-16,0-1 0 0,0-4 0 16,-2 5-128-16,-1-5 128 15,-1 0 0-15,-1 0 0 0,-1-1 0 0,-2 0 0 0,-2 2 0 16,-3 0 0-16,-1 1 0 0,-3 1 0 15,0 3 0-15,-3 4 0 0,-1 5 0 0,0 2 0 16,0 5 0-16,0 3 0 0,0 3 144 0,-2 3 48 16,2 5 16-16,0 3 0 0,2 0-64 0,0-3-16 15,2 0 0-15,2-1 0 0,4-16-128 0,1 26 0 0,-1-26 0 16,0 0 0-16,0 0 0 0,0 0 0 0,39 21 0 0,-39-21 0 0,31-7 0 0,-14 0 0 16,4-2 0-16,-1-1 0 0,-1-1 0 0,2 1 0 15,-1-2 0-15,1 0 0 16,-1 0-192-16,0 0 48 0,-1 3 0 0,0-2 0 15,-3 2 144-15,0 0 0 0,-1 5 0 0,-3-1-128 16,-12 5 128-16,0 0 0 0,0 0 0 0,0 0 0 0,0 0 0 0,0 0 0 16,34 32 0-16,-38-17 128 0,0 2 96 15,-3 2 32-15,1 3 0 0,-2-1 0 16,1 0-128-16,1-2 0 0,0-2-128 0,2-3 192 0,1-2-192 16,3-12 0-16,0 0 0 0,0 0 0 0,-1 19 0 0,2-20 0 15,1-1 0-15,0 0 0 0,2-5 0 0,0 0 0 16,1-3 0-16,2 1 0 0,-1-3 0 15,2 0 0-15,1-4 0 0,0 1 0 0,1-1 0 0,1 0 0 16,0-2 0-16,0 2 0 0,-1 0 0 0,1 1 0 16,0-2 0-16,0 2 0 0,0 2 0 0,-2 1 0 0,-1 5 0 0,-1 2 0 15,-2 3 0-15,-1 0 0 0,-4 2 0 0,0 0 0 16,0 0 0-16,0 0 0 0,0 0 0 0,11 38 0 16,-11-38 0-16,-1 30 0 0,-2-11 0 0,1 2 0 15,-2 1 0-15,0-1 0 16,0 0 0-16,1-1 0 0,-1-4 0 0,4-16 0 15,-5 31 0-15,5-31 0 0,-3 19 0 0,3-19 0 16,0 0 0-16,-4 13 0 0,3-12 0 0,2-3 0 16,0 0 0-16,2-6 0 0,1 1 0 0,3-5 0 15,2-2 0-15,0-3 0 0,3 1 0 0,0-3 0 16,0-2 0-16,2-1 0 0,-1-1-256 0,1-1 0 0,1-2 0 0,-1 2 0 16,-1 1 64-16,-2 3 32 0,0 4 0 0,-2 4 0 15,-1 5 160-15,-1 4 0 0,-7 3 0 0,0 0 0 0,0 0 0 0,0 0 0 16,12 38 0-16,-14-20 0 15,0 2 256-15,-2 4 0 0,0 7-16 0,-2 1 0 16,-1 5-240-16,2-4 0 0,0 0 128 0,3-5-128 16,2-28 0-16,4 41 0 0,-4-41 0 0,0 0-19408 15</inkml:trace>
  <inkml:trace contextRef="#ctx0" brushRef="#br0" timeOffset="61816.92">12437 8634 5519 0,'-11'2'496'0,"4"-2"-496"0,1 3 0 16,2-1 0-16,1-1 4672 0,1 1 848 16,0-2 176-16,0 2 16 0,-1 1-3024 0,-2 1-592 0,2 1-128 0,1-1-32 15,2-4-336-15,0 0-64 0,0 0 0 0,0 0-16 16,40 10-624-16,-40-10-112 16,36-2-16-16,-15-2-16 0,2 0-432 0,1-2-96 0,3-2-16 0,2 1 0 0,2-2-208 0,3-1 0 15,0 1 0-15,0 2 0 16,3-3 0-16,-2 3 0 0,-1 2 0 15,1-1 0-15,-1 0 0 0,-3 2 0 0,-1-3-192 16,-4 2 192 0,-3 1-576-16,-1-1 0 0,-22 5 0 0,37-3-11424 0,-37 3-2288 0</inkml:trace>
  <inkml:trace contextRef="#ctx0" brushRef="#br0" timeOffset="62078.02">12951 8400 1839 0,'-4'-3'160'0,"0"1"-160"0,2 2 0 0,1 0 0 0,0 0 6544 0,1 2 1280 16,0-1 256-16,0 3 48 0,0-4-4320 0,0 0-864 16,0 0-192-16,6 38-16 15,-6-38-1744-15,0 0-352 0,18 33-64 0,-18-33 0 0,0 0-240 0,37 24-32 16,-37-24-16-16,33 9 0 0,-33-9-160 0,38 5-128 16,-38-5 144-16,37 3-144 0,-37-3 144 0,33 6-144 15,-33-6 128-15,0 0-128 0,38 11 0 0,-38-11 0 16,0 0 0-16,0 0 0 0,0 0 0 0,0 0 0 15,2 41 0-15,-14-29 0 0,-1 3 0 0,-3 1 128 16,-5 1-128-16,-2 2 0 0,-3 1 896 0,-1 0 80 0,-2-1 32 0,3-3 0 31,4-4-1968-31,4-2-384 0</inkml:trace>
  <inkml:trace contextRef="#ctx0" brushRef="#br0" timeOffset="63317.07">14052 8596 26719 0,'-1'5'2368'0,"1"-2"-1888"0,0 0-480 0,0-3 0 16,0 1 2224-16,0-1 336 0,0 3 80 0,1 1 16 15,-1 1-928-15,1-1-192 0,-1-4-48 0,0 0 0 0,0 0-800 0,0 0-176 16,0 0-16-16,21-4-16 0,-14-5-320 0,-1 0-160 16,2-1 160-16,-3-1-160 15,2-1 0-15,-2 0 0 0,-2 1 0 0,-2 0 0 0,0 1 0 0,-4 1 0 16,1 1 0-16,-3 2 0 0,-2 0 0 0,-1 2 0 16,0 2 0-16,-3 2 0 0,2 0 0 0,-2 2 0 15,0 2 0-15,0 2 0 0,-2 3 0 0,0-2 0 16,1 3 0-16,-1-1 0 0,1 3 0 0,0-2 0 15,1 1 0-15,-1 3 0 0,1 0 0 0,0 3 0 16,1-2 0-16,0 0 0 0,0 2 0 0,1 0 0 16,2-4 0-16,1 0 0 0,2-1 0 0,1-3 0 15,1 0 0-15,1-3 0 0,1-1 0 0,0-3 0 0,1 0 0 0,0-2 0 16,0 0 0-16,1 0 0 16,0-2 0-16,0 2 0 0,0 0 0 0,0 0 0 0,0 0 0 0,0 0 0 15,-2 0 0-15,0 0 0 0,0 0 0 0,0 0 0 16,0 0 0-16,0 0 0 0,0 0 0 0,6 36 0 15,-7-30 0-15,1-2 0 0,-1 2 0 0,0-3 0 0,1 1 0 0,-1-1 0 16,1-1 0-16,-1 0 0 16,0-1 0-16,0 1 0 0,1-2 0 0,-1 0 0 0,1 2 208 15,0-2-48-15,0 0-16 0,0 0 0 0,0-2-144 0,0 2 160 16,1-2-160-16,0 1 160 0,1-1-160 16,-1 1 160-16,2 0-160 0,1-4 160 15,2 0-160-15,1-1 0 0,2 0 0 0,3-3 0 0,0 0 0 16,3-1 0-16,1-2 0 0,1-2 0 0,1-2 0 15,0 1 0-15,-1-2 0 0,-1 3 0 0,-3 0 0 16,0-2 0-16,-1 1 0 0,-2-2 0 0,0 1 0 0,-5-1 0 16,1 1 0-16,-3 2 0 15,-2 1 0-15,-1-1 0 0,-2 0 0 0,-1 0 0 0,-1-3 0 16,0-1 0-16,0-1 0 0,-1-3 0 0,1 3 0 16,2 0 0-16,-1 0 0 0,1 0 0 0,1 5 0 0,0 1 0 0,2 1 0 15,-1 1 0-15,2 2 0 0,-1 0 0 0,1 1 0 16,0 1 0-16,0 0 0 0,0 0 0 0,1 2 0 0,-1-1 0 15,-1 3 0-15,0-2 0 0,0 3 0 0,0-1 0 16,-1 3 0-16,-1-2 0 0,1 0 0 0,-1 1 0 16,0 1 0-16,0 0 0 0,-1 0 0 0,0 0 0 15,1 1 0-15,-1 1 0 0,1 0 128 0,-1 3-128 16,0 2 128-16,-1 2-128 0,0 8 192 0,0 4-64 16,-2 8-128-16,-2 4 0 0,2 7 0 0,-3 1 0 15,1 2 0-15,-1-2 0 0,0 0 0 16,1-5 0-16,0 0 0 0,3-3 0 0,0 0 0 15,2-4 0-15,2-1 0 0,0-28 0 0,7 35-144 0,-7-35 144 32,0 0-576-32,0 0-48 0,0 0-16 0,39 8-18736 0</inkml:trace>
  <inkml:trace contextRef="#ctx0" brushRef="#br0" timeOffset="63692.98">14183 8613 23039 0,'-2'-3'512'0,"0"1"96"15,1 2 32-15,0 0 0 0,0 0-512 0,1 0-128 0,0 2 0 0,-1-1 0 0,0 3 3648 16,0-1 704-16,2 1 128 0,0 1 48 0,-1-5-2928 0,0 0-592 16,0 0-112-16,0 0-32 0,0 0-512 0,45 19-96 15,-45-19-32-15,28-4 0 0,-12-1-224 0,-1 0 0 16,4-5 0-16,-1 1 0 0,2-2 0 0,-1-1 0 15,-3 0 0-15,0 0 0 0,-3 0-192 0,-3 0 32 16,-2 1 0-16,-4 0 0 0,-2 2 32 0,-3 2 0 16,-3 0 0-16,-2 3 0 0,-2-1 0 0,-3 2 0 15,-1 0 0-15,-2 1 0 0,0 2 128 0,-2 2 0 16,-1 3 0-16,2 0-128 0,1 2 128 0,0 2 0 16,1 4 160-16,-1 3-160 0,1 1 240 0,1 1-48 15,1 2-16-15,3 1 0 0,2 2 16 0,2-1 16 16,4-22 0-16,-2 40 0 0,2-40-64 0,7 32-16 15,-7-32 0-15,0 0 0 0,31 30-128 0,-31-30 0 16,0 0 0-16,45 2 0 0,-26-6-192 0,1-6-32 0,4-4 0 16,0-2-18928-16</inkml:trace>
  <inkml:trace contextRef="#ctx0" brushRef="#br0" timeOffset="65507.99">14751 8428 16575 0,'0'-2'1472'0,"0"2"-1168"0,0-2-304 0,0 2 0 0,0 0 2016 15,0 0 352-15,0 0 64 0,-2-1 0 16,0 2 736-16,-1 3 144 0,0-2 16 0,-1 4 16 16,-2 3-2064-16,0 3-400 0,-1 2-96 0,0 2-16 0,-3 1-512 15,2 0-128-15,-1 2 0 0,-2-1-128 0,2 1 128 0,0-4-128 16,1 1 0-16,-1 0 0 15,2-1 0-15,-1-1 128 0,2-2-128 0,-1-2 0 0,3-1 128 0,-1-4-128 16,1 0 0-16,2-3 0 0,1-1 128 0,0-2-128 16,3-3 0-16,0-1 0 0,1-2 0 0,1-2 0 15,2-2 0-15,1-3 0 0,3-5 0 16,0 0 0-16,2-2 0 0,0 0 0 16,1-1 0-16,-1 1 0 0,1 2 0 0,-1-2 0 0,1 2 0 0,-2 2 0 15,1 0 0-15,-2 5 0 0,-1 1 0 16,1 4 0-16,-2 0 0 0,-2 6 0 0,-6 1 128 0,0 0 0 0,0 0 16 0,0 0 0 15,0 0 96-15,0 0 16 0,24 40 0 0,-24-40 0 16,0 0-128-16,0 44 0 16,0-44-128-16,-5 35 192 0,5-35-192 0,-7 38 0 0,2-19 128 0,-1-3-128 15,0 2 0-15,0 0 0 0,1-2 128 0,0-1-128 16,5-15 0-16,-5 24 0 0,5-24 0 0,0 0 0 16,0 0 0-16,0 0 0 0,0 0 0 0,0 0-12752 15,0 0-2528-15</inkml:trace>
  <inkml:trace contextRef="#ctx0" brushRef="#br0" timeOffset="65912.66">15008 8500 13823 0,'-1'2'1216'0,"0"-2"-960"0,1 0-256 0,0-2 0 15,0 2 2864-15,0-1 528 0,0 1 96 0,0-2 32 16,0 1-672-16,0-3-128 0,0 2-32 0,0-3 0 0,-1 0-1584 0,0 3-320 15,0-1-64-15,-2 3-16 16,0 0-128-16,-1 3-16 0,-2 1-16 0,0 4 0 16,-1 1-272-16,0 3-48 0,-1 2-16 0,1 1 0 15,-1 2-208-15,1 1 176 0,1 1-176 0,2-3 160 16,1 1-32-16,3-17 0 0,0 27 0 0,0-27 0 16,0 0-128-16,0 0 192 0,24 32-192 0,-24-32 192 15,0 0-64-15,37-4-128 0,-20-6 192 0,0 0-64 16,3-4 64-16,0-2 0 0,-1 0 0 0,-2-1 0 0,-3 0-192 0,-1 1 0 15,-1-1 0-15,-4 0 0 0,-3 2 0 0,-3-2 0 16,-3 2 0-16,-2-2 0 0,-5 3 0 16,-1 1 0-16,-4 2 0 0,-2 2 0 0,0 3 0 0,-1 3 0 15,-2 5 0-15,1 2 0 0,1 2 0 0,2 2 0 16,2 1 0-16,1 2 0 0,0 1-160 0,4 0 160 16,1 2 0-16,6-14-144 0,-2 23-80 0,2-23-16 0,0 0 0 15,0 0-18752-15</inkml:trace>
  <inkml:trace contextRef="#ctx0" brushRef="#br0" timeOffset="66477.57">15272 8478 11967 0,'0'0'1072'0,"0"0"-864"0,0 0-208 0,0 0 0 16,0 0 5040-16,0 0 960 0,1 0 192 0,0 1 32 0,-1 0-3488 0,1-1-704 0,-1 0-144 0,0 0-32 31,0 0-1232-31,0 0-256 0,0 0-48 0,0 0-16 0,1 31-304 0,-1-31 160 15,-4 15-160-15,0-6 128 16,0 2-128-16,-2 0 0 0,-1 1 0 0,0 1 0 16,-2-1 0-16,0 1 0 0,0 0 0 0,0 1 0 15,1-2 0-15,1 0 192 0,1-4-192 0,2-2 192 16,1-1-192-16,2-2 192 0,1-1-192 0,1-4 192 16,2-3-192-16,0 0 0 0,4-3 0 0,0-1 0 15,3-3 192-15,1-4-32 0,1 1-16 0,2-3 0 16,1-1-144-16,0 0 0 0,2-3 0 0,0 1 0 15,0 2 0-15,0 0 0 0,-3 3 0 0,-1 3 0 0,-1 2 0 0,-1 2 0 16,-3 3 0-16,0 3 0 0,-4 2 0 0,-4 1 0 16,0 0 0-16,0 0 0 0,0 0 144 0,0 0 0 15,0 0 0-15,9 42 0 0,-9-42-16 0,-6 27 0 16,2-11 0-16,-1-2 0 0,0-1-128 0,1 0 128 16,-1 2-128-16,0-3 128 0,2 2-128 0,-1-5 0 15,4-9 0-15,-6 18 128 0,3-10-128 0,0-3 0 16,0-3 0-16,0 1 0 0,2-1 0 0,0-1 0 15,0-1 0-15,0-1 0 0,1-2 0 0,1-1 0 0,1-1 0 0,0-3 0 16,3-1 0-16,1 0 0 16,2-3 0-16,1-2 0 0,2 0 0 0,3-3 0 0,1 1 0 0,0-3 0 15,2 2-320-15,-3 1 64 0,1 1 16 0,-2 1 0 16,0 5 112-16,-3 1 128 0,0 4-208 0,-4 1 80 16,-6 3 128-16,0 0 0 0,0 0 0 0,0 0 0 15,0 0 0-15,0 0 0 0,0 0 0 0,17 38 0 16,-17-38 0-16,0 0 0 0,-6 29 128 0,6-29-128 15,0 0 128-15,-8 31-128 0,8-31 160 0,-8 23-160 16,8-23 144-16,-9 24-144 0,4-11 128 0,0 0-128 16,0-1 0-16,1 0 0 0,-1 0 0 0,0 0 0 0,5-12 0 15,-5 21 0-15,5-21 0 0,0 0 0 0,0 0 0 0,-2 26 0 16,2-26 0-16,0 0-13088 16,0 0-2656-16</inkml:trace>
  <inkml:trace contextRef="#ctx0" brushRef="#br0" timeOffset="66685.41">15732 8287 34095 0,'-3'6'1504'0,"2"-1"320"0,0-1-1456 0,0 1-368 16,0-3 0-16,1 1 0 0,0-3 1600 0,0 0 256 16,0 0 64-16,0 0 0 0,17 40-1152 0,-17-40-208 0,0 0-48 0,0 0-16 15,42 26-304-15,-42-26-48 0,0 0-16 16,34-1 0-16,-25-2-128 0,0-2-144 0,-1 0 144 15,-3 0-19216-15</inkml:trace>
  <inkml:trace contextRef="#ctx0" brushRef="#br0" timeOffset="66843.96">15735 8516 22111 0,'0'0'976'0,"0"0"208"0,0 0-944 0,0 0-240 0,0 0 0 0,0 0 0 0,0 0 3040 0,0 0 560 16,0 0 112-16,0 0 32 15,0 0-1552-15,18 38-304 0,-20-29-64 0,-2 3-16 16,0 0-1248-16,-3-1-256 0,0 2-48 0,0-1-16 0,0-1-240 16,1-1 0-16,2-3 0 0,1 0 0 31,1-5-560-31,2 0-96 0</inkml:trace>
  <inkml:trace contextRef="#ctx0" brushRef="#br0" timeOffset="67654.59">16102 8473 7359 0,'5'-5'320'0,"-2"3"80"0,0 0-400 0,0-1 0 0,-1 1 0 16,-2 0 0-16,2 1 3792 0,1-1 688 15,2-3 128-15,0-2 16 0,2 0-464 0,-3 1-112 0,1 0-16 16,0-1 0-16,-3 2-2672 0,2 0-528 0,-1-1-128 0,0-2 0 0,0 1-384 0,1 0-64 31,-1 0 0-31,-1 0-16 0,0-2-240 0,-2 4 0 16,0-3 0-16,0 2 0 0,-2 1 0 0,0 2 0 15,-1 1 0-15,-1 0 0 0,1 2 160 0,-4 0-160 16,1 2 160-16,-2 1-160 0,1 1 192 0,-1 1-48 16,1 0-16-16,1 0 0 0,1-1-128 0,0 1 0 15,2 0 0-15,1-3 0 0,0 0 0 0,1 0 0 16,1-1 0-16,0 1 0 0,0-2 0 0,0 0 0 0,0 0 0 0,0 0 0 15,0 0 0-15,0 0 0 0,-1-2 0 0,1 2 0 16,-1 0 0-16,1-1 0 0,0 1 0 0,-1 0 0 16,1 0 224-16,0-2-32 0,0 2-16 0,0 0 0 15,1-1-176-15,0 0 192 0,-1 1-192 0,1-2 192 16,0 2-192-16,-1 0 0 0,1 0 0 0,-1 0 0 16,0 0 0-16,0 0 0 0,0 0 128 0,0 0-128 0,0 2 0 0,0-2 128 15,-1 1-128-15,0 0 128 0,0 2 16 0,-1 0 0 16,0 1 0-16,0 0 0 0,0 1-144 0,-2 2 128 15,-1-1-128-15,0 2 128 0,-1 2-128 0,0 2 0 16,-2 0 0-16,1 0 128 0,-1 2-128 0,0-2 0 16,1 0 0-16,-1 0 0 0,0 2 0 0,1 0 0 15,-2 0 0-15,2 0 0 0,1-2 0 0,0 0 0 0,6-12 0 16,-8 21 0-16,8-21 0 0,0 0 0 0,0 0 0 0,0 0 0 16,0 0 0-16,0 0 0 0,0 0 0 0,0 0 0 15,0 0 0-15,21-4 0 0,-16-3 0 0,2-3 0 16,0 0 0-16,1-3 0 0,0 3 0 15,-1-4 0-15,2 0-128 0,-1 1 128 16,0-2 0-16,1 0 0 0,0 1 704 0,-2 0 224 0,2 2 32 0,-2-2 16 16,1 4-1664-1,-1-1-336-15,0 1-64 0,-2 2 0 0,2 1 864 0,-3 0 224 0,1 2 0 0,-1 3 0 16,0-3 0-16,0 3 0 0,1-1 0 0,-1-1 0 16,0 1 0-16,1 1 0 0,-1-3 0 0,0 3 0 15,1-3 0-15,0 0 0 0,1 1 0 0,0-1 0 16,0-1 0-16,0 0 0 0,2 1 0 0,-2 1 0 0,0-1 0 15,-1 2 0-15,-1 3 0 0,-4 0 0 16,0 0 0-16,0 0 128 0,0 0-128 0,0 0 0 16,6 46 128-16,-6-46-128 0,-8 35 0 0,8-35 0 15,-9 40 144-15,9-40-144 0,-10 43 0 0,10-43 144 16,-7 38-144-16,7-38 0 0,1 31 144 0,-1-31-144 16,0 0 0-16,0 0 0 0,12 40 0 0,-12-40 0 15,0 0 0-15,0 0 0 0,0 0 0 0,0 0 0 16,0 0 0-16,0 0-160 0,28-3 160 0,-26-3-13360 0,1-4-2544 0</inkml:trace>
  <inkml:trace contextRef="#ctx0" brushRef="#br0" timeOffset="68151.56">16480 8411 12895 0,'0'0'1152'0,"0"0"-928"0,0 0-224 16,0 0 0-16,0 0 3744 0,0 0 704 15,0 0 144-15,0 0 16 0,0 0-1152 0,0 0-224 0,25-2-48 0,-20-1-16 16,-1 1-2272-16,-1 0-448 0,2-3-80 0,-1 0-32 16,0-1-208-16,0-2-128 15,1 1 160-15,-2-2-160 0,1-2 0 0,-1 0 0 0,-1-1 0 0,-1 0 0 16,-1 3 0-16,0 0 0 0,0-1 0 0,-3 3 0 16,-1 2 0-16,-2 3 0 15,-1 2 0-15,-2 2 0 0,-2 1 0 0,0 5 128 16,-2 3-128-16,1 0 0 0,-2 6 0 0,0 0 0 15,-1 4 0-15,1 3 0 0,0 0 0 0,2 2 0 0,1 0 0 0,2-3 0 16,3-4 0-16,6-19 0 0,-3 34 0 0,3-34 0 0,0 0 0 16,0 0 0-16,0 0 0 0,23 33 0 15,-23-33 0-15,18-3 0 0,-6-3 0 0,2-1 0 0,3-4 144 16,-1-1-144-16,2-1 128 0,0-2-128 16,1-1 0-16,0-1 0 0,0-2 0 0,-2 0 0 15,-1 0 0-15,-3 3 0 0,-1-1-192 0,-2 2 192 16,-2 1-192-16,-2 3 192 0,-2 4-160 0,-2 1 160 0,-1 4 0 0,-1 0 0 0,-1 4 0 0,-2 3 0 15,3-5 0-15,-6 17 0 0,6-17 208 0,-7 27-64 16,7-27 48-16,-5 35 0 0,5-35 0 0,-3 40 0 16,3-40-192-16,5 33 0 0,-5-33 0 0,0 0 128 31,22 36-128-31,-22-36 0 0,0 0 0 0,33 17 0 0,-33-17 0 16,27-1 0-16,-11-4 0 0,1-2 0 0,2-4 0 0,2-3 0 0,2-3-160 0,0 0 160 15,-1-4-656-15,1 0-48 0,2-1 0 0,0-3-17728 16</inkml:trace>
  <inkml:trace contextRef="#ctx0" brushRef="#br0" timeOffset="68313.03">17122 8146 14735 0,'6'-29'640'0,"-4"22"160"0,-2 5-640 0,0 2-160 15,0 0 0-15,-1-2 0 0,0 2 3456 0,-1 2 640 16,-4 3 144-16,-2 4 32 0,-2 7-1504 0,-3 4-288 16,0 3-64-16,-1 2-16 0,-1 5-1568 0,-1 1-320 0,2 2-64 0,0 0-16 15,3-1-144-15,3-4-32 16,2 0 0-16,6-28 0 0,-5 41-256 0,5-41 128 0,0 30-128 0,0-30 0 15,0 0 0-15,0 0-144 0,0 0-16 0,0 0 0 32,0 0-2400-32,0 0-496 0</inkml:trace>
  <inkml:trace contextRef="#ctx0" brushRef="#br0" timeOffset="68513.13">16913 8269 23951 0,'-8'-3'1056'0,"3"2"224"0,2 1-1024 0,0 1-256 16,1 0 0-16,0 1 0 0,1-2 2304 15,0 5 384-15,1-5 96 0,0 0 16 0,0 0-576 0,3 31-112 16,-3-31-32-16,0 0 0 16,0 0-1104-16,38 28-208 0,-38-28-64 0,33 3 0 0,-11-5-400 0,0-3-96 15,-1 2-16-15,2-4 0 0,-2-2-192 0,1-1 0 16,0-2 0-16,1 0 0 16,-1 0 0-16,0 0-256 0,0-2 48 0,-3 3 16 15,-1 3-576-15,-3 0-96 0,-2 2-32 0,-2 3-17792 0</inkml:trace>
  <inkml:trace contextRef="#ctx0" brushRef="#br0" timeOffset="69131.17">17227 8324 2751 0,'1'2'256'0,"0"-2"-256"0,0 0 0 15,0-2 0-15,1 2 2816 0,0-3 512 16,2 1 96-16,0-1 32 0,4-3 320 0,-1 1 64 16,-1 1 0-16,-2 1 16 0,-1 0-1152 0,-2 1-224 15,-2 2-48-15,-2 2-16 0,-1 1-1136 0,-3 3-240 16,-2 2-32-16,-2 4-16 0,-2 2-608 0,0 2-112 15,-1 4-16-15,0-2-16 0,2 1-240 0,1 0 0 16,2 1 128-16,1-3-128 0,8-17 192 0,-4 27-16 0,4-27 0 0,0 0 0 16,0 0-32-16,0 0 0 0,0 0 0 0,39 22 0 15,-26-27-16-15,1-1-128 0,3-3 192 0,0 0-64 16,0-2-128-16,0-1 192 0,-1 0-192 0,0-2 192 0,-2-3-192 16,0 0 0-16,-1-1 0 0,-2 0 0 0,-3 0 0 15,-3 1-144-15,-1 1 144 0,-2 3-160 0,-2 0 160 16,-3 3 0-16,-1 1 0 0,-4 2-128 0,-1 4 128 15,-3 3 0-15,-1 1 0 0,-1 2 0 16,0 5 0-16,-1-1 0 0,0 2 0 0,1 2 0 0,0 1 0 16,1 1 128-16,2-3-128 0,0 1 0 15,4-3 0-15,3 1 0 0,4-9 0 0,0 0 0 16,0 0 0-16,0 0 0 0,0 0 0 0,0 0 0 0,0 0 0 0,27 1 0 16,-16-7 0-16,2-1 0 0,2-2 0 0,1 0 0 15,2-1 0-15,2-1 0 0,-2 2 0 0,1-2 0 16,2 2 0-16,0 1 0 0,-5 1 0 0,2 2-128 15,-2 1 128-15,-1-1 0 0,1 2 0 0,-16 3 0 16,25-2 0-16,-25 2 0 0,0 0 0 0,30 7 0 0,-30-7 0 16,0 0 0-16,0 0 0 0,32 30 0 0,-32-30 0 0,0 0 0 15,9 39 0-15,-9-39 0 0,-1 31 0 0,1-31 128 16,-8 35-128-16,1-18 144 0,0 0-144 0,-2-1 160 16,2-2-160-16,-2-2 160 0,-1 0-160 0,1-2 160 15,1-1-160-15,-1-2 0 0,3-2 0 16,1-3 0-16,1-1 144 0,2 1-144 0,0-4 160 15,2-1-160-15,1-2 256 0,2-2-64 0,2-2 0 0,3-3 0 16,3-4-48-16,3-1-16 0,2-2 0 0,5-3 0 16,2-2-128-16,-1 1 0 0,0 2 0 0,2-1 0 15,1 3 0-15,1-2 0 0,3 2 0 0,-2 2 0 16,-3 5-128-16,-3 3 128 0,-4 3 0 0,-3 3 0 16,-3 0-144-16,-11 3 144 0,0 0-192 0,0 0-20080 15</inkml:trace>
  <inkml:trace contextRef="#ctx0" brushRef="#br0" timeOffset="78503.74">3856 9966 23951 0,'0'0'2128'0,"-1"0"-1696"0,1 0-432 0,0 0 0 0,0 0 1296 15,0 0 176-15,1 0 48 0,0 0 0 16,1 0 16-16,3 0 0 0,0-2 0 0,-5 2 0 0,0 0-240 0,29-7-32 15,-29 7-16-15,28-7 0 16,-28 7-672-16,33-10-144 0,-33 10-32 0,36-9 0 0,-36 9-272 0,38-9-128 16,-38 9 128-16,41-8-128 0,-41 8 0 0,42-4 0 15,-42 4 128-15,40-7-128 0,-40 7 0 0,35-7 0 0,-35 7 0 0,29-11 0 16,-29 11-208-16,22-9-32 16,-15 6 0-16,0 0 0 15,-2 0-1792-15,-3 1-352 0</inkml:trace>
  <inkml:trace contextRef="#ctx0" brushRef="#br0" timeOffset="78709.8">4100 9958 16575 0,'-2'-1'736'0,"1"-1"160"16,1 2-720-16,0-2-176 0,0 1 0 0,0 1 0 0,0 0 2496 0,1 0 480 16,-1 1 96-16,0 3 0 0,0 1-176 0,-2 0-32 15,1 6-16-15,-2 1 0 0,-2 2-1696 0,0 3-320 16,-1 2-80-16,-1 5-16 0,-1-5-544 0,0 4-192 0,-1 3 0 0,-2 1 144 15,2 1-144-15,1-4 0 0,1-1 0 0,2-3 0 16,2-4 0-16,1-4 0 0,2-2 0 0,1-6 0 16,-1-4-288-16,0 0-32 0,0 0-16 0,0 0-17440 15</inkml:trace>
  <inkml:trace contextRef="#ctx0" brushRef="#br0" timeOffset="79377.36">4310 10071 23951 0,'2'-6'1056'0,"-2"3"224"0,3 0-1024 0,-2-1-256 16,0 3 0-16,0-1 0 0,0 1 1600 0,0-2 272 16,1 0 48-16,0-2 16 0,-1 3-480 0,-1 0-112 0,0 2 0 0,0 0-16 15,-1 3-304-15,-1 1-48 0,-1 3-16 16,0 0 0-16,-1 2-544 0,1 2-112 0,-2 2-32 0,0 1 0 15,-1 0-96-15,2-2-32 16,0 2 0-16,1-2 0 0,0 2-144 0,1-4 128 0,2 0-128 16,1-4 128-16,1-2-128 0,0 0 0 0,1-4 0 0,-1 0 0 15,1 0 0-15,1-2 0 0,0-1 0 16,-1-2 0-16,2-1-144 0,-2 0 144 0,0 0-192 0,-1 0 192 16,1 2-608-1,-1-4-16-15,-1 4 0 0,1-1 0 0,-1 0 256 0,-1 1 48 0,1 0 16 0,0 0 0 16,-1 2 304-16,1 0 0 0,1 0 0 0,0-1 0 15,1-2 0-15,0 1 0 0,1-1 0 0,1-1 0 0,0-2 0 0,1 1 0 16,0-1 0-16,0-1 0 16,1 0 0-16,-1-1 0 0,2 3 0 0,-3-2 0 15,1 1 128-15,-2 1 16 0,1 2 16 0,-2 1 0 0,-1 1 224 0,-1 1 64 16,0 2 0-16,-1 0 0 0,-1 2-64 0,0-1-16 16,0 2 0-16,-2 0 0 0,1 2-160 0,-1 0-16 15,0-2-16-15,1 2 0 16,-1 0-176-16,1-2 0 0,0 2 144 0,0-2-144 0,0-1 0 15,2 0 0-15,0-2 0 0,0 3 0 16,0-3 0-16,0 2 0 0,1-2 0 0,-1 1 0 0,1 1 0 0,0 2 0 16,0 1 0-16,0 0 0 0,-1-5 0 0,0 0 0 15,2 26 0-15,-2-26 0 0,0 0 0 0,4 33 0 16,-4-33 0-16,3 24 0 0,-3-24 0 0,0 0 0 16,11 33 0-16,-11-33 0 0,0 0 0 0,0 0 0 0,0 0 0 15,0 0 0-15,0 0 0 0,32-7 0 0,-25-3 0 0,2-3 0 16,-2 0 0-16,2-1 144 0,0-3-144 0,0 1 160 15,0-1-160-15,0 0 128 0,-2 0-128 0,1 0 128 16,0 0-128-16,-3 2 0 0,1 1 0 0,-2 0 0 16,-1 3 0-16,-1 1 0 0,-2 5 0 0,-1 2 0 15,0 1 0-15,-2 2 0 16,-1 3 0-16,0 1 0 0,1 1 0 0,-1 0-176 0,0 1 16 0,0 0-12192 16,2 0-2432-1</inkml:trace>
  <inkml:trace contextRef="#ctx0" brushRef="#br0" timeOffset="79724.77">4721 10005 25791 0,'1'-3'1152'0,"0"1"224"0,0 0-1104 0,0-1-272 0,0 1 0 0,-1 2 0 0,1-2 1536 0,-1-1 256 15,1 1 64-15,0-3 0 0,0 2-432 0,-1 1-80 0,-2 0 0 0,1 2-16 31,-2 1-512-31,0 2-112 0,1 3 0 0,-3 0-16 16,-1 4-464-16,1-1-96 0,-1 3 0 0,0 0-128 16,-1 5 0-16,2-2 0 0,-1 0 0 0,2 2 0 15,0-2 0-15,0 1 0 0,2-4 0 0,2 0 0 16,0 0 0-16,0-12 0 0,0 0 0 0,0 0 0 0,0 0 144 0,0 0-144 16,0 0 0-16,44 3 144 15,-33-13 80-15,1-2 16 0,1-1 0 0,1-3 0 0,0-2-112 16,-1 0 0-16,0 0-128 0,-2 1 192 0,-1-1-192 0,-4 1 0 15,-2 5 0-15,-4 0 0 0,-2 2 0 0,-4 1 0 0,-1 4 0 16,-4 1 0-16,1 3 0 0,-3 4 0 0,-2 1 0 16,1 4 0-16,-2 1-240 0,1 0 16 0,2 1 0 0,1 0 0 15,3-1-176-15,0-1-48 16,4-2 0-16,2 0-17168 0</inkml:trace>
  <inkml:trace contextRef="#ctx0" brushRef="#br0" timeOffset="80326.59">5102 10026 19343 0,'-3'0'1728'0,"1"0"-1392"0,1 0-336 0,1 1 0 15,0 0 1728-15,-1-1 288 0,0 1 48 0,-1 1 16 16,1 3 176-16,1-3 48 0,1 0 0 0,-1-2 0 16,0 0-752-16,0 0-144 0,0 0-16 0,38 10-16 15,-38-10-800-15,0 0-144 0,41 0-48 0,-41 0 0 16,32-3-176-16,-32 3-32 0,34-2-16 0,-34 2 0 15,34-5-160-15,-34 5 0 0,32-7 0 0,-32 7 0 0,29-9 0 0,-29 9 0 16,21-11 0-16,-21 11-18656 16</inkml:trace>
  <inkml:trace contextRef="#ctx0" brushRef="#br0" timeOffset="81576.63">5818 9879 16991 0,'4'-2'368'0,"-1"1"80"0,0-1 0 0,-1 0 48 0,-1 2-496 0,-1-2 0 0,1 2 0 16,0 0 0-16,0-3 3520 0,0 1 592 0,0-1 128 0,-1 1 32 16,0-3-1664-16,-1 3-336 15,-1 2-64-15,0-3-16 0,-1 3-1360 0,-1 0-256 16,0 0-64-16,0 1-16 0,-1 1-304 0,1 0-48 15,-2 1-16-15,1 1 0 0,0 1-128 0,-1 0 0 0,0-1 0 16,-2 1 0-16,1 2 0 0,-2-1 0 0,-2 2 0 0,0 0 0 16,-1 1 0-16,0-2 0 0,2 1 0 0,0-1 0 15,0 0 0-15,2-3 0 0,2 1 0 0,0-2 0 16,1 0 0-16,1 0 0 0,-1 0 0 0,1 0 0 0,1-1 0 0,0-1 0 16,1 0 0-16,0 1 0 0,1-2 0 0,-1 3 0 15,2-3 0-15,-1 2 0 0,0-1 0 0,1 1 0 16,0 0 0-16,0 0 0 0,1-1 0 0,0 1 0 15,0 0 0-15,-1-2 0 0,0 0 0 16,0 0 0-16,0 0 0 0,0 0 0 0,0 0 0 0,0 0 0 0,0 0 0 0,36 1 0 31,-36-1 0-31,0 0 0 0,0 0 0 0,0 0 0 16,0 0 0-16,0 0 160 0,14-6-160 0,-15 4 160 0,1 2-160 0,-1 0 192 16,-1 0-192-16,1 0 192 0,-2 0-192 0,1 0 160 15,0 0-160-15,1 0 160 0,-1 0-160 0,1 2 0 0,-1-2 0 0,1 0 0 16,-1 1 0-16,0-1 0 0,1 0 0 0,0 0 0 15,1 2 0-15,0-2 0 0,0 0 0 0,-1 0 0 16,1 2 0-16,-1-1 0 0,1 1 0 0,-1-2 0 16,1 2 0-16,0 0 0 15,-1 0 0-15,1-2 0 0,-1 0 0 0,1 1 0 0,0 1 0 0,0-2 0 16,0 0 0-16,0 2 0 16,-1-2 0-16,1 0 0 0,0 0 0 0,0 0 0 15,0-2 0-15,0 2 0 0,0 0 0 0,0 0 0 16,-1 2 0-16,1-2 0 0,-1 0 0 0,0 0 0 15,1 0 0-15,-1 0 0 0,1 0 0 0,0 0 0 0,0 0 0 0,0 1 0 16,0 1 0-16,0-2 0 0,0 1 0 16,0 0 0-16,0-1 0 0,0 0 0 0,0 0 0 0,0 0 0 15,0 0 0-15,0-1 0 0,0 1 128 0,0 0-128 16,0 0 0-16,0 0 128 0,-1-1-128 0,1 1 128 16,0 0-128-16,0 0 128 0,-1 0-128 0,1 0 128 15,0 0-128-15,0-2 0 0,-1 2 0 0,1 0 0 16,0 0 0-16,1 2 0 0,-1-2 0 0,-1 0 0 15,1-2 0-15,0 2 0 0,0 0 0 0,0 2 0 16,0-2 0-16,0 0 0 0,0 0 0 0,0 0 0 0,0 0 0 0,0 0 0 16,0 0 0-16,0 0 0 0,0 0 0 0,0 0 0 15,0 0 0-15,0 0 0 0,0-2 0 16,0 1 0-16,0 1 0 0,0-2 0 0,0 2 0 0,0 0 0 16,0-2 0-16,0 2 0 0,0 0 0 0,0-1 0 15,-1 1 0-15,1 0 0 16,0 0 0-16,0 0 0 0,-1 0 0 0,1 0 0 0,0 0 0 0,1 0 0 15,-1 0 0-15,0 0 0 0,0 0 0 0,1-2 0 16,-1 2 0-16,0-1 0 0,0 0 0 0,1 1 0 0,-1 0 0 0,0 0 0 16,0 1 0-16,1-2 0 0,-1 1 0 15,0 0 0-15,0 0 0 0,0 0 0 16,0 0 0-16,1 0 0 0,-1-2 0 0,0 2 0 0,-1 0 0 0,1 0 0 16,0 0 0-16,0 2 0 0,0-4 0 0,0 2 0 15,0 2 0-15,0-2 0 0,0 0 0 0,1 0 0 16,-1 0 0-16,0 0 0 0,0-2 0 0,1 2 0 15,-1 0 0-15,0 2 0 0,0-2 0 0,0 0 0 16,0 0 0-16,1 0 0 0,-1 0 0 0,0 0 0 16,0 0 0-16,0 0 0 0,0-2 0 0,0 2 0 0,0 0 0 15,0 0 0-15,0 0 0 0,0 0 0 16,0 0 0-16,0 0 0 0,0-2 0 0,0 2 0 0,0 2 0 0,0-2 0 16,0 0 0-16,0 0 0 0,0 0 0 0,0 0 0 15,0 0 0-15,1 0 0 0,-1 0 0 0,1 0 0 16,-1 0 0-16,0 0 0 0,-1 0 0 0,1 0 0 15,1 0 0-15,-1 0 0 0,0 0 0 16,0 0 0-16,0 0 0 0,0 0 0 0,0 0 0 0,1 0 0 16,-1 0 0-16,0 0 0 0,0 0 0 0,0 0 0 15,0 0 0-15,0 0 0 0,0 0 0 16,0 0 0-16,-1 0 0 0,1 0 0 0,0-2 0 0,1 2 0 0,-1 0 0 0,0 0 0 16,0 2 0-1,0-2 0-15,-1 0 0 0,1 0 0 0,-1 0 0 0,1 0 0 0,0 2 0 0,0-2 0 16,-1 0 0-16,1 0 0 0,0 0 0 0,0 0 0 15,0 0-304-15,0 0 16 16,0 0 0-16,0 0-18928 0</inkml:trace>
  <inkml:trace contextRef="#ctx0" brushRef="#br0" timeOffset="81949.53">5791 9789 9215 0,'-2'-3'400'0,"0"-1"96"0,0 1-496 0,1 2 0 0,0 0 0 0,0 1 0 16,0 0 1728-16,1 0 256 0,-1-2 64 15,-2 1 0-15,1 1 544 0,0-2 112 0,-1 1 32 0,2 0 0 16,-2-1-576-16,1-1-112 0,0 1-32 0,0 0 0 16,1 1-464-16,-1 1-80 0,1-2-32 0,1 2 0 15,-2 0-672-15,1 0-128 0,-1 2-16 0,0-2-16 16,0 3-304-16,0-1-64 0,0 1-16 0,1 1 0 15,-2 2-96-15,0 0-128 0,0 2 176 0,0 3-176 16,-1 1 160-16,0 2-160 0,0 4 128 0,1 3-128 16,-1 2 0-16,-1 5 0 0,1 1 128 0,-1-1-128 0,1 0 0 15,2-3 0-15,-2 3 0 0,1-9 0 0,3-19 0 16,-3 33 0-16,1-14 0 0,2-19 0 0,0 28 0 0,0-28 0 16,0 0 0-16,0 0 0 15,0 0 0-15,0 0 0 0,0 0 0 0,0 0 0 0,0 0 0 16,41 1 0-16,-31-9 0 0,1-3 0 15,1 1 0-15,1-4 0 0,0 2-144 0,0-2 144 0,0 2-224 0,0-2 16 16,0 3 0-16,-2 0 0 16,-1 2-752-16,0 2-128 0,-1-1-48 15,-1 2-16192-15</inkml:trace>
  <inkml:trace contextRef="#ctx0" brushRef="#br0" timeOffset="82617.1">5968 9948 14735 0,'0'2'1312'0,"0"0"-1056"0,1-1-256 0,-1 1 0 16,0-2 2704-16,1 0 496 15,0 2 80-15,-1-2 32 0,0 0 80 0,0 0 0 16,0 0 16-16,0 0 0 0,0 0-2000 0,27-5-416 0,-21-2-80 0,1 0-16 16,0-2-528-16,-1 2-112 0,1-3-32 15,-1 0 0-15,-1-1-224 0,-1 2 0 0,0 0 0 0,-2 1 0 16,0-1 0-16,-2 1 0 0,-1 3 0 0,-1 1 0 15,-1 3 0-15,-2 1 0 0,-1 1 0 0,-4 3 0 16,1 3 0-16,-2 3-160 0,-1 3 160 0,-1 2-128 0,2 2-32 16,-1 0 0-16,1 2 0 0,1 2 0 15,2-4 160-15,0 2 0 0,2-3-144 0,1 1 144 16,2-1 0-16,2-4 0 0,0 0 0 0,1-12 0 0,0 0 0 16,0 0 0-16,0 0 0 0,0 0 0 15,0 0 0-15,0 0 0 0,38 6 0 0,-29-14 0 0,2 1 0 0,1-3 0 16,-1 0 0-16,1-1 0 0,1 1 0 0,-1-2-144 0,1-1 144 0,-2 0-160 15,0-1-96-15,-2 2-32 0,-2-2 0 0,0 2 0 16,-2 3 32-16,-3 1 0 16,0 2 0-16,-1 3 0 0,-2 1 256 0,0 4 0 0,0-1 0 0,-1 4 0 0,-1 3 0 0,0 0 176 15,1 5-48-15,0-1-128 16,0 3 336-16,2-15-32 0,0 34-16 0,0-34 0 0,1 35-96 0,-1-35-32 16,8 28 0-16,-8-28 0 0,0 0 16 0,19 30 0 15,-19-30 0 1,0 0 0-16,0 0 16 0,36 15 0 0,-36-15 0 0,0 0 0 0,35-6-192 0,-24 0 0 15,0-1 144-15,0-2-144 16,-1 0 0-16,1-1 0 0,-1-2 0 16,-1 0 0-16,-1 0-272 0,2-4-80 15,-2 1-16-15,0 1 0 16,0-1-544-16,-1 1-112 0,0 0-32 0,-1 0 0 16,0 1-464-16,-1 1-80 0,0 1-32 0,0 0 0 0,-2 4 1184 0,1-1 224 0,0 4 48 0,-1 1 16 15,-1 1 608-15,2 2 112 0,-2 2 16 0,-1 1 16 16,-1-3 864-16,0 0 160 0,0 0 48 0,3 26 0 15,-3-26-784-15,-1 21-160 0,1-21-16 0,-2 26-16 16,0-12-432-16,-2 1-64 0,1-1-32 0,-1 0 0 16,0 0-160-16,0 3 128 0,0-3-128 0,-1 0 128 15,1 1-128-15,1-1 0 0,0 0 0 0,0-2 0 16,1-3 0-16,1 1 0 0,1-10 0 0,0 0 0 0,0 0-272 16,0 0-96-16,0 0-16 0,0 0-18352 15</inkml:trace>
  <inkml:trace contextRef="#ctx0" brushRef="#br0" timeOffset="82791.14">6343 9684 33167 0,'-5'5'1472'0,"2"0"304"0,1-2-1424 0,1 2-352 16,2-1 0-16,-1-2 0 0,0 3 1536 0,0-5 224 15,0 0 48-15,3 29 16 0,-3-29-1136 0,0 0-240 0,9 40-32 0,-9-40-16 16,0 0-400-16,0 0 0 0,16 31 0 0,-16-31-18256 15</inkml:trace>
  <inkml:trace contextRef="#ctx0" brushRef="#br0" timeOffset="83155.99">6660 9623 10079 0,'1'-5'208'0,"-1"1"48"0,1 1 16 0,-1 0 32 15,0 1-304-15,-1 2 0 0,0-1 0 0,0 0 0 16,-1-1 5360-16,-1 0 1008 0,0-1 208 0,-1 5 32 0,0-1-4112 0,-1 3-832 16,0 0-176-16,0 4-16 0,0 1-768 0,-2 4-128 0,1 4-48 0,-1 3 0 15,1 7-336-15,-3 3-64 0,2 3 0 0,0 2-128 16,-2 6 0-16,2-1 0 0,-1 3 0 0,2-1 0 16,1-1 0-16,1-8 0 0,3 0 0 0,0-6 0 15,2-4 0-15,-1-23 0 0,0 0-208 0,0 0-12016 16,25 29-2416-1</inkml:trace>
  <inkml:trace contextRef="#ctx0" brushRef="#br0" timeOffset="83504.64">6723 9882 34095 0,'-4'12'1504'0,"1"-4"320"0,3-8-1456 0,0 0-368 0,-2 20 0 0,2-20 0 0,0 0 1536 0,0 0 224 15,0 0 48-15,18 31 16 0,-18-31-1120 0,0 0-240 16,33 22-32-16,-33-22-16 0,0 0-160 0,45-5-16 16,-29-2-16-16,0-4 0 15,-1-1-224-15,-1-1 0 0,-1 1 128 0,-2 0-128 16,0 2 0-16,-3-2 0 0,-1 3 0 0,-2-1 0 16,-1 4-256-16,-3 0 64 0,-1 0 16 0,-1 1 0 15,-2 2-80-15,-3-1 0 0,-2 2-16 0,-3 2 0 16,-1-1-64-16,-4 2-16 0,-2 3 0 0,0-2 0 0,0 4 208 0,1 2 144 15,0 2-192-15,1 4 192 16,3 0 0-16,2 3 0 0,2 2 160 0,1-3-32 16,3 2 224-16,0-1 48 0,3 1 16 0,2-18 0 0,0 33-32 0,0-33-16 15,0 0 0-15,13 38 0 0,-13-38-112 0,0 0-32 0,0 0 0 0,43 24 0 0,-43-24-96 0,0 0 0 32,42 2-128-32,-42-2 192 0,29-10-192 0,-13 1-256 15,-1 0 48-15,0-1-19216 16</inkml:trace>
  <inkml:trace contextRef="#ctx0" brushRef="#br0" timeOffset="84005.58">7100 9934 17503 0,'0'0'1552'0,"0"0"-1232"0,0 0-320 0,0 0 0 16,0 0 3504-16,0 0 640 0,0 0 128 0,0 0 16 16,0 0-1600-16,26 28-336 0,-26-28-64 0,0 0-16 15,0 0-1520-15,28-12-304 0,-22 5-64 0,-2-2-16 16,1-1-240-16,-1 0-128 0,-2 1 128 0,0-3-128 15,-1 1 0-15,-2 1 0 0,-1 1 0 0,0 2 0 0,-3-1 0 0,-2 2 0 16,-1 2 0-16,-2 1 0 0,0 2-256 0,-1 3 48 16,-1 1 0-16,1 5 0 0,1 1-32 0,1 2 0 15,0 3 0-15,-1 1 0 16,3 3 240-16,1-1 0 0,1 1 0 0,1-1 0 0,2-2 0 0,0 0 128 0,2-15-128 0,2 30 160 16,-2-30-160-16,0 0 128 15,0 0-128-15,0 0 128 0,26 28-128 16,-26-28 0-16,0 0 0 0,25-11 0 0,-16 4 0 0,2-3 0 0,0-3 0 0,0-2 0 15,0 1 0-15,1-3 0 0,1 0 0 0,-1-1 0 16,-1 0-304-16,0 0 16 0,-2 1 0 0,-2 0 0 16,1 1-352-1,-3-1-80-15,1 1-16 0,-3 1 0 16,-1-1-96-16,-1-3 0 0,0 1-16 0,-2 0 0 0,0 1 672 0,0 1 176 16,0 2 0-16,0 2 0 0,-1 0 288 0,0 5 96 0,1 0 0 0,1 2 16 0,0 1 560 0,0 3 96 31,1 1 32-31,0 0 0 0,1 0-544 0,-1 0-96 15,-1 0-32-15,0 0 0 0,0 0-64 0,0 0-16 16,0 0 0-16,12 40 0 0,-12-40-64 0,2 34-16 16,-2-34 0-16,0 43 0 0,0-14-256 0,0 2 160 15,0 1-160-15,0-1 128 0,0 2-128 0,0-4 0 16,0 0 0-16,2-4 0 0,-2-25 0 0,7 42 0 16,-7-42 0-16,11 30 0 15,-11-30-480-15,0 0-128 0,0 0-32 0,36 23-18224 0</inkml:trace>
  <inkml:trace contextRef="#ctx0" brushRef="#br0" timeOffset="84365.99">8065 9689 24879 0,'3'-5'1088'0,"-2"3"256"0,0 0-1088 16,-1 2-256-16,0 1 0 0,-1 0 0 0,0 1 2240 0,1 1 384 15,-2 2 64-15,-2 2 32 0,0 4-864 0,0 1-192 16,-2 5-16-16,1 2-16 0,0 0-960 0,1 2-192 16,0 1-32-16,0 2-16 0,0 0-304 0,0 4-128 15,0 0 0-15,0-2 128 0,0 0-128 0,1 0 0 16,0-1 0-16,1-2 0 0,2-23 0 0,-1 38 0 15,1-38 0-15,0 0 0 0,9 35 0 0,-9-35 0 16,0 0 0-16,0 0 0 0,0 0 0 0,40-2 0 0,-26-8-160 0,1-4 160 16,1 0-272-16,0-3 32 15,-1-2 16-15,-1 0 0 16,-1 0-192-16,-1 0-32 0,-2-1-16 0,-1 2 0 16,-4-2-1008-16,-3 0-208 0,-2 4-48 0,-3-1-14096 0</inkml:trace>
  <inkml:trace contextRef="#ctx0" brushRef="#br0" timeOffset="84544.22">7834 9936 26719 0,'-9'4'1184'0,"3"-3"240"0,2 1-1136 0,2-2-288 16,2-2 0-16,2 1 0 15,1 1 2768-15,2-2 496 0,3-2 112 0,-8 4 16 16,32-8-1808-16,-10 4-368 0,-22 4-64 0,54-8 0 16,-25 4-576-16,1 2-96 0,0-1-32 0,-30 3 0 15,53-3-320-15,-53 3-128 0,47-4 0 0,-47 4 0 16,41-5 0-16,-41 5-128 0,33-9-16 0,-18 2-19616 0</inkml:trace>
  <inkml:trace contextRef="#ctx0" brushRef="#br0" timeOffset="84944.47">8287 9943 32255 0,'0'0'1424'0,"0"0"304"0,0 0-1392 0,0 0-336 16,0 0 0-16,0 0 0 0,0 0 1600 0,35 10 240 0,-35-10 48 0,28-8 16 15,-12 1-1136-15,0-2-240 0,-1 0-32 0,-2-1-16 16,-1 0-224-16,-2 1-32 0,1 2-16 0,-2-3 0 16,2 3-80-16,-3 0-128 15,-1 0 176-15,0 1-176 0,-1 0 0 0,1 3 0 0,-2-1 0 16,-1 2 0-16,0-1 0 0,0 1 0 16,-3-1 0-16,0 1 0 0,-1 1 0 0,-1 0 0 0,-1-2 0 0,0 1 0 15,-1-1 0-15,-2-1-144 0,0 0 144 0,-3 0-192 16,1 0 0-16,-2 2 0 0,-1 0 0 0,0 2 0 15,-1 2 192-15,0 0 0 0,0 5-144 0,0 0 144 16,-1 5-176-16,1 0 48 0,0 1 0 0,0 2 0 16,1 2 256-16,0 3 64 0,1 1 16 0,1 0 0 15,2 1 48-15,0-4 0 0,3-1 0 0,3-17 0 16,-1 28 64-16,1-28 32 0,0 0 0 0,0 0 0 16,21 33-112-16,-21-33-32 0,0 0 0 0,34 7 0 15,-34-7-208-15,32-7 0 0,-32 7 128 0,30-14-128 16,-13 5 0-16,1-1 0 0,0-3 0 0,1 1 0 15,-1-1-448-15,1 1-48 0,-1-1 0 16,0 0-18496-16</inkml:trace>
  <inkml:trace contextRef="#ctx0" brushRef="#br0" timeOffset="85277.65">8844 9758 16575 0,'2'-1'1472'0,"-1"0"-1168"16,0 1-304-16,-1 0 0 0,0 0 3344 0,-1 1 624 15,1-1 112-15,-1 1 16 0,0 1-1152 0,-2 1-224 0,-2 2-48 0,0-1-16 16,-3 3-1872-16,0 0-368 0,-1 1-80 0,-2 1-16 16,-1 0-192-16,0 0-128 0,0 0 160 0,0-1-160 15,1 0 0-15,1-1 128 16,2 0-128-16,0 1 0 0,4-2 0 0,0 1 0 16,4-7 128-16,0 0-128 0,0 0 0 0,0 0 128 15,0 0-128-15,0 0 0 0,23 31 0 0,-23-31 0 0,0 0 0 0,0 0 0 16,39 12 0-16,-39-12 0 15,0 0 0-15,34 7 0 0,-34-7 0 0,0 0 0 0,0 0 0 16,38 10 0-16,-38-10 0 0,0 0 0 0,0 0 0 0,0 0 0 0,0 0 0 16,0 0 0-16,0 0 0 0,14 35 0 15,-18-28 0-15,-4 0 0 0,1 1 0 0,-3 1 0 0,0-3 0 16,-1 0 176-16,-2 3-176 0,-3-1 160 16,2-2-32-16,-2 2 0 0,2-3 0 0,1 2 0 0,2-3-128 0,2 1-256 15,3-2 64-15,3-1-12560 16,3-2-2528-16</inkml:trace>
  <inkml:trace contextRef="#ctx0" brushRef="#br0" timeOffset="85559.34">9269 9694 32255 0,'1'0'1424'0,"1"0"304"0,0 2-1392 0,-2 1-336 16,0-3 0-16,-1 2 0 0,-1 1 1712 0,0 1 272 0,0 3 48 0,-3 0 16 15,-1 5-1360-15,-2 2-272 0,-1 1-48 0,0 2-16 16,-2 3-352-16,0 1 128 0,0 1-128 0,0 2 0 16,0 0 0-16,2 2 0 15,0 0 0-15,4-2 0 0,-1-1 0 0,6-23 0 0,-4 39 0 16,4-39 0-16,5 33 0 0,-5-33 0 0,0 0 0 0,0 0 0 0,28 28 0 16,-28-28 0-1,0 0 0-15,34-2 0 0,-19-3 0 0,0-2 128 16,0-3-128-16,-1 1 0 0,0-3 0 0,-3 3 128 0,-4 2-128 15,1-1 0 1,-2-1-448-16,0-3-144 0,-1 0-48 0,-2-2 0 0,-3 0-2240 0,-5 3-448 0</inkml:trace>
  <inkml:trace contextRef="#ctx0" brushRef="#br0" timeOffset="85744.79">9017 9922 16575 0,'-9'4'736'0,"3"-1"160"15,2 0-720-15,2-1-176 0,2-2 0 0,1 0 0 0,-1 0 3248 16,0 0 608-16,0 0 128 0,0 0 32 15,0 0-816-15,47 6-176 0,-47-6-16 0,41-3-16 0,-18-2-1808 0,1 0-352 16,2 0-80-16,0-3-16 16,1 2-416-16,-2-2-96 0,0 2-16 0,-2 0 0 15,0-1-208-15,-3 0 0 0,-1 3 0 0,-2-3 0 16,1 2-304-16,-2-3-48 0</inkml:trace>
  <inkml:trace contextRef="#ctx0" brushRef="#br0" timeOffset="86110.99">9884 9881 19343 0,'-11'7'848'0,"4"-2"192"0,1 0-832 0,3-1-208 0,1-1 0 0,1-3 0 15,-1 3 2944-15,2-3 528 0,-5 9 112 0,5-9 32 0,0 0-928 0,0 0-176 16,0 0-32-16,0 0-16 0,0 0-1472 0,36 21-288 0,-36-21-64 0,26-4-16 16,-26 4-320-16,34-8-64 15,-34 8-16-15,39-7 0 0,-18 2-224 16,1 1 0-16,0 0 0 0,-22 4 0 15,40-6 0-15,-40 6 0 0,37-6 0 0,-37 6 0 16,31-5 0-16,-31 5 0 0,26-3 0 0,-26 3 0 16,0 0 0-16,30-5 0 0,-30 5 0 0,0 0 0 15,17-5-384-15,-14 3 48 0,-3 2 0 0,0 0 0 0,-1-2-832 0,-2 0-176 0,-3 0-16 16,-1 1-16336 0</inkml:trace>
  <inkml:trace contextRef="#ctx0" brushRef="#br0" timeOffset="86366.88">10113 9810 4607 0,'-9'-7'400'0,"5"2"-400"0,2 3 0 0,1 2 0 0,0 0 3584 0,0-2 624 0,0 2 128 0,-2-3 16 0,-2-1 464 16,-1 1 96-16,0 1 16 0,1-2 0 16,1 3-3072-16,1-1-624 15,3 2-112-15,-1 0-32 0,2 2-464 0,-1-2-112 16,0 0 0-16,0 0-16 0,0 0-256 0,0 0-48 16,45 26-16-16,-45-26 0 0,0 0 16 0,44 15 0 15,-44-15 0-15,38 14 0 0,-38-14-192 0,40 9 160 16,-40-9-160-16,38 12 160 0,-38-12-160 0,37 9 0 15,-37-9 0-15,0 0 0 0,45 14 0 0,-45-14 0 0,0 0 0 16,0 0 0-16,39 15 0 0,-39-15 0 16,0 0 0-16,0 0 0 0,0 0 0 0,-2 31 0 0,-6-21 0 15,-4 1 0-15,-3 1 0 0,-4 0 0 0,-2 4 128 0,-5-4-128 16,-5 0 0-16,1-2 0 0,-1 1 0 0,4-3-13472 16,4-2-2688-16</inkml:trace>
  <inkml:trace contextRef="#ctx0" brushRef="#br0" timeOffset="88742.38">11200 9812 10127 0,'3'-4'896'0,"0"-1"-704"16,0 0-192-16,-1 3 0 0,-1 2 1952 0,0-2 352 0,3-3 80 0,2-2 16 15,2-4 1120-15,1 0 208 16,1 2 48-16,-3 0 16 0,-1 3-1296 0,-2 3-272 16,0 2-48-16,-2-1-16 0,0 4-1328 0,-2-1-272 15,0 1-48-15,-2 2-16 0,0 2-304 0,0 2-64 0,-1-1-128 0,-2 5 192 16,0 0-192-16,-1 0 0 0,-1 4 128 0,0 1-128 16,-2 2 0-16,1 3 0 0,-1 1 0 15,0-2 0-15,1 2 0 0,1-3 0 0,3-3 0 0,0-1 0 16,1-4 0-16,3-12 0 0,0 0 0 0,0 0 0 15,0 0 0-15,21 34 0 0,-21-34 0 0,0 0 0 0,35-6 0 0,-20 0 0 16,2-2 0-16,0 1 0 0,0-2-128 0,0-3 128 16,-1 2 0-16,0-1 0 15,-1-1-512 1,-3 0 16-16,-1 3 0 0,-4-3-11712 0,-2 2-2336 0</inkml:trace>
  <inkml:trace contextRef="#ctx0" brushRef="#br0" timeOffset="88892.25">11029 9893 9215 0,'-8'0'816'0,"4"-2"-656"0,2 2-160 0,2 0 0 16,1 0 2560-16,-2 0 496 0,-1-2 80 0,0 1 32 16,3 1 1280-16,2 0 256 0,-3 0 48 15,0 0 16-15,31 3-2832 0,-31-3-560 0,39 0-112 0,-39 0-32 16,48 0 928-16,-22-3 176 16,1 1 32-16,1-3 16 15,-1 0-3520-15,0-1-704 0,-1-2-144 0,1 1-11840 0,0-2-2384 0</inkml:trace>
  <inkml:trace contextRef="#ctx0" brushRef="#br0" timeOffset="89394.84">11698 9711 23039 0,'-1'2'2048'0,"1"-2"-1648"0,1 2-400 15,-1-2 0-15,0 0 3232 0,0 0 560 0,0 1 112 0,0 1 32 0,0 0-2032 0,-1 0-416 16,1-2-80-16,-4 13 0 0,0-4-960 15,-1 1-192-15,-3 2-48 0,1 1 0 16,-2 2-208-16,-1-1 128 0,0 2-128 0,-1 1 0 0,1 2 0 0,-1-2 128 16,3 4-128-16,1-5 0 0,1 1 0 0,6-17 0 15,-5 24 0-15,5-24 0 16,0 0 0-16,0 0 0 0,0 0 0 0,0 0 0 16,33 15 0-16,-21-21 0 0,2-3 0 0,1-1 0 0,1-3-224 15,1 0 16-15,1-4 0 0,-2 1 0 0,-1 0-16 0,0-1 0 16,-1 2 0-16,-3-1 0 0,0 2 224 0,-3 2 0 15,-1 2 0-15,-2 1-144 0,-2 4 144 0,-1 3 0 16,-1 0 0-16,-2 2 0 16,0 2 288-16,-1 2-16 0,-1 0 0 0,-1 2 0 0,-1 4 48 0,-1-1 16 15,-1 5 0-15,0-2 0 0,1 2-208 0,-2 3-128 16,1-1 128-16,1-1-128 0,6-15 0 0,-6 31 0 16,6-31 0-16,0 0 0 0,0 35 0 0,0-35 0 0,0 0 0 0,0 0 0 15,0 0 0-15,0 0 0 0,39 15 0 16,-28-21 0-16,1-2 0 0,1-2 0 15,3-2 0-15,0-2 0 0,3-2 0 0,-2-1 0 16,1 1 0-16,0-2-128 0,-1-1-64 0,1 1 0 16,0-1 0-16,-2-1 0 0,2-1 32 0,-3 2 0 15,-1 2 0-15,-4 3 0 0,-2 5 160 0,-2 0 0 0,-3 3 0 16,-1 3 0-16,-2 2 0 0,-1 1 0 0,0 1 0 0,-2 0 0 16,-1 4 0-16,-2 0 0 0,2-1 0 0,-2 1 128 15,2 0-128-15,0-1-240 0,0-1 64 0,1 2-18608 16</inkml:trace>
  <inkml:trace contextRef="#ctx0" brushRef="#br0" timeOffset="89739.12">12208 9786 32255 0,'0'0'1424'0,"0"0"304"0,0 0-1392 15,0 0-336-15,0 0 0 0,0 0 0 0,0 0 1888 0,0 0 304 16,0 0 64-16,0 0 16 0,0 0-1376 0,0 0-288 15,0 0-48-15,0 0-16 0,0 0-352 16,0 0-64-16,0 0 0 0,-10 20-128 0,3-11 128 16,-1 0-128-16,-2 5 0 0,1 1 0 15,1 0 0-15,-1 3 0 0,2-1 0 0,7-17 0 0,-6 33 0 0,6-33 0 16,0 0 128-16,10 31-128 0,-10-31 0 0,0 0 0 16,0 0 0-16,38 5 0 0,-25-11 0 0,3 0 0 15,2-4 0-15,-1 0 0 0,2-1 208 0,0-1-64 16,-1-2-16-16,0 0 0 0,-2-1-128 0,-1 1 0 15,0-2 0-15,-4 1 0 0,-2 1 0 0,-5 0 0 16,-3 2 0-16,-4 0 0 0,-3 1 0 0,-5 2 0 16,-3 1 0-16,-3 5 0 0,0 1 0 0,-5 4 0 15,-1 5 0-15,-1 1-176 0,2 3 16 0,0 0 0 16,4 2 0-16,3-3 0 16,2-1-272-16,5 0-48 0,3 1-16 0,5-10-17984 0</inkml:trace>
  <inkml:trace contextRef="#ctx0" brushRef="#br0" timeOffset="90340.84">13115 9658 21183 0,'-10'3'944'0,"4"-1"192"0,0-1-912 0,3 1-224 16,1-2 0-16,1 0 0 0,0 2 1472 0,-1-2 256 0,-1 0 64 0,-1 0 0 15,2 0 624-15,1-2 128 0,1 0 16 0,3-1 16 16,0 0-1120-16,3-1-240 16,1-1-32-16,2 0-16 0,1 1-576 0,1-1-112 0,3 0-32 0,0 1 0 15,1 1-128-15,-15 3-16 0,31-3-16 16,-31 3 0-16,0 0-288 0,39 5 0 0,-39-5 0 0,0 0 0 15,0 0 0-15,30 27 0 16,-30-27 0-16,0 0 0 0,0 0 0 0,-2 37 0 0,-6-25 0 0,-1-2 0 16,-2 1-160-16,-1 1 16 0,-2-2 0 0,-2 0 0 15,-2 2-64-15,-2 0-16 0,0 1 0 0,0-3 0 0,3 1-32 16,0-1 0-16,3 0 0 0,2-4 0 16,3 3 128-16,1-3 128 0,3 1-208 0,1 0 80 0,2-2 128 0,2-5 0 15,0 0 0-15,0 0 0 0,0 0 0 16,0 0 0-16,0 0 128 0,39 24-128 15,-39-24 288-15,24-2-16 0,-24 2 0 0,32-6 0 0,-14 2-32 16,0-1-16-16,1-2 0 0,-2 2 0 0,-1 0-224 0,-1-1 144 16,-1 0-144-16,-14 6 128 0,20-7-384 0,-20 7-64 15,16-7-32-15,-10 3-18528 0</inkml:trace>
  <inkml:trace contextRef="#ctx0" brushRef="#br0" timeOffset="90523.02">13358 9763 12895 0,'3'0'1152'0,"0"0"-928"16,-3 0-224-16,0 0 0 0,0 0 3568 0,0 0 656 16,0 0 144-16,0 0 32 0,0 0-896 0,0 0-176 0,0 0-48 0,35 29 0 15,-35-29-2384-15,0 0-464 16,0 0-112-16,32 32 0 0,-32-32-320 0,0 0 0 0,0 0 0 0,0 0 0 16,34 19 0-16,-34-19 0 15,0 0 0-15,0 0 0 0,22-5-368 0,-17 1-128 0,1 0-16 0,-1 1-17472 0</inkml:trace>
  <inkml:trace contextRef="#ctx0" brushRef="#br0" timeOffset="90852.85">13648 9644 12895 0,'0'0'1152'0,"7"-6"-928"0,-3 5-224 0,-2-1 0 16,-2 2 3296-16,0 0 608 0,0 0 128 0,0 0 32 15,0 0-368-15,0 0-80 0,0 0-16 0,0 0 0 16,0 0-2560-16,-5 28-512 0,1-22-96 0,-3 1-32 15,1 1-400-15,-3 2 128 0,1-3-128 0,0 2 0 16,0-1 0-16,0 1 0 0,1-2 0 0,2 1 0 16,0 1 0-16,2-2 0 0,3-7 0 0,0 0 0 15,0 0 160-15,1 31-160 0,-1-31 192 0,0 0-192 0,0 0 128 0,0 0-128 16,31 31 0-16,-31-31 0 16,0 0 0-16,31 21 160 0,-31-21-160 0,0 0 128 0,33 26 0 15,-33-26 0-15,0 0 0 0,0 0 0 0,31 32-128 0,-31-32 0 16,0 0 0-16,0 0 0 0,0 0 0 0,14 35 0 15,-14-35 0-15,0 0 0 0,-9 16 0 0,2-11 0 16,-1 2 0-16,-3-2 0 0,-3 0 0 0,-2-1 0 16,-3 1 0-16,-2-3 0 0,-2 1 0 0,1-1 0 0,0-4 0 0,1 0 0 15,4-1 0-15,1-2 0 0,4-1-192 0,2-2 192 32,3-2-1264-32,4-5-128 0</inkml:trace>
  <inkml:trace contextRef="#ctx0" brushRef="#br0" timeOffset="91015.4">13686 9597 20271 0,'0'-3'1792'16,"0"3"-1424"-16,1 0-368 0,-1 0 0 16,0 0 3584-16,0 0 640 0,1-2 128 0,1 2 16 0,-1 0-2064 0,-1 0-432 15,0 0-80-15,0 0 0 16,28-2-1120-16,-28 2-224 0,25-5-32 0,-25 5-16 0,32-6-400 0,-14 1 0 16,3-1 128-16,-2 0-128 15,0-2 0-15,-1 1-256 0,1-2 64 0,-2 1-12720 16,0-1-2544-16</inkml:trace>
  <inkml:trace contextRef="#ctx0" brushRef="#br0" timeOffset="91393.82">14350 9424 23951 0,'0'0'2128'0,"-1"0"-1696"15,0 0-432-15,-1 0 0 0,0 0 2384 0,0 1 400 16,-2 0 80-16,-3-1 16 0,-2 3-1472 0,-3 2-272 0,-1 1-64 0,-1 0-16 16,-1 2-640-16,1 4-128 0,1 2-32 0,0 1 0 15,1 2-16-15,0 1-16 0,1 4 0 16,0-1 0-16,1 0-224 0,1-3 176 16,4 0-176-16,5-18 160 0,-5 31 96 0,5-31 32 15,0 0 0-15,0 0 0 0,0 0-288 0,25 33 0 16,-25-33 128-16,23-2-128 0,-9-3 0 0,2-4 0 0,2-1 0 0,1-4 0 15,2-3 0-15,0-2 0 16,0-2-192-16,-1-3 192 0,-3 0-400 0,-3 1 16 16,-3-1 0-16,-4 5 0 0,-2 2 112 0,-3 1 16 0,-3 0 16 15,-2 1 0-15,-2 3 240 0,-2 1 208 0,-2 3-32 0,-2 2-16 16,-1 2 432-16,-3 4 96 0,0 1 16 0,-2 4 0 16,4 1-368-16,-2 4-64 0,0 2-16 0,0 2 0 15,1 3-256-15,3 0 0 0,2 0 128 0,3-2-128 0,6-15 0 0,-6 24 0 0,6-24 0 0,0 0-12672 16,0 0-2544-16</inkml:trace>
  <inkml:trace contextRef="#ctx0" brushRef="#br0" timeOffset="92054.83">14396 9745 19343 0,'-1'-1'848'0,"0"1"192"0,1 0-832 0,-1 0-208 15,1 0 0-15,0 0 0 0,0 0 3008 0,-1 0 544 16,-1 1 112-16,-1 0 32 0,-2 1-1216 0,0 3-240 16,-2 0-64-16,0 2 0 0,-2 2-1280 0,-2 0-272 15,-1 2-48-15,-3 1-16 0,0 2-192 0,-3 2-48 0,0 1 0 16,-2 2 0-16,0-3-192 0,-1 2-128 0,2 0 160 0,0-1-160 15,4-1 0-15,1 1 0 0,0-3 0 0,2 0 0 16,0 3 0-16,2-3 0 0,0 0 0 0,2-2 0 16,-1 0-352-16,2-2-16 0,0 1 0 0,2-1 0 15,0-3-480-15,5-7-112 0,0 0 0 0,-5 17-16 16,5-17-656 0,0 0-128-16,0 0-32 0,0 0 0 0,0 0-1520 0,29-10-304 0,-17 1-64 0,2-1-16 15,1-2 832-15,1-4 176 0,0 2 16 0,0-1 16 16,1 1 1120-16,-1 0 208 0,-1 2 48 0,-3 0 16 0,-2 3 1968 0,-3 4 384 0,-1 0 64 15,-4 2 32-15,-1 3 2080 0,-2 1 400 0,-2 2 96 16,-2 1 16-16,0 0-368 0,-2 1-64 0,0 2-16 0,-2 1 0 16,-1-1-1728-16,0 2-368 0,-1 1-64 15,1 0-16-15,0 1-592 0,-2 1-128 0,2 2-32 0,0 0 0 16,2-1-208-16,0 1-32 16,1 0-16-16,1-4 0 0,6-10-144 0,-5 20 0 15,5-20 144-15,0 0-144 0,0 0 0 0,0 0 128 0,0 0-128 0,0 0 0 16,34 10 160-16,-19-20-32 15,3-4-128-15,4 0 192 0,0-5-192 0,1 0 0 0,2 0-144 0,0 0 144 0,-1 3-400 0,-2 1 16 16,-2 1 0-16,-3 2 0 0,-2 3 256 0,-6 1 128 31,-9 8-128-31,9-6 128 0,-9 6 0 0,-3 0 0 16,-2 2 0-16,-3 0 0 0,-4 3 416 0,-2 2 16 16,-2 0 0-16,-3 0 0 0,0 3-160 0,-3 2-16 15,-2 2-16-15,1-1 0 0,2 0-240 0,3 0 176 16,3-2-176-16,4-1 160 0,4-2-160 0,1 0 0 15,3-4 0-15,2-1 0 0,2-3 0 0,2-2 0 0,3-1 0 16,1-4 0 0,3 0-864-16,3-5-48 0</inkml:trace>
  <inkml:trace contextRef="#ctx0" brushRef="#br0" timeOffset="92873.64">14200 10051 911 0,'-2'-6'0'0,"1"1"0"0,0 1 0 0,1 1 0 0,1 1 3680 0,-1 1 656 16,0 0 128-16,1-1 16 0,2-3-768 0,-1 0-144 0,2 0-48 0,2 0 0 16,-2 0-1040-16,2 3-224 0,-1 0-32 0,-5 2-16 15,0 0-1040-15,0 0-208 16,0 0-32-16,38 6-16 0,-38-6-624 0,0 0-128 16,0 0-32-16,37 12 0 0,-37-12-128 0,0 0 0 15,0 0 0-15,0 0 0 0,38 20 0 0,-38-20 0 0,0 0 0 0,0 0 0 16,0 0 0-16,2 32 0 15,-9-22 0-15,-2 2 0 0,-2 0 0 0,-2 1 0 16,-5 2 0-16,-2 2 128 0,-3 0-128 0,-2 1 0 0,1-3-160 16,1-1 160-16,1-4-192 0,2-3 48 15,4-3 16-15,1-2 0 0,4-4 128 0,1-2 0 16,4-4 0-16,2-1 0 0,3 0 0 0,4-6 0 0,3 1-128 0,6-5-18000 16</inkml:trace>
  <inkml:trace contextRef="#ctx0" brushRef="#br0" timeOffset="93556.04">15102 9576 12527 0,'0'-2'1104'0,"0"1"-880"16,1 1-224-16,-1 0 0 0,0 0 2032 0,1 0 352 16,0-2 80-16,-1 0 48 0,1 1 800 15,1-1 144-15,-2 2 48 0,1-2 32 16,-1 2-1248-16,0 2-256 0,-1 0-48 0,0 3 0 15,-2 1-1024-15,-2 3-224 0,-1 5-32 0,-2 1 16 16,-1 3-560-16,-1 2-160 0,-1 1 0 0,-1 2 0 0,0 3 0 0,-3 2 0 0,-2 3-192 0,-1 2 192 16,3 0-224-1,1-2 64-15,2-7 16 0,3-3 144 0,9-21-240 0,-4 26 80 0,4-26 16 16,0 0 144-16,0 0-208 0,0 0 64 16,36 11 16-16,-23-16 128 0,2-3-160 0,0 1 160 15,2-2-160-15,1-3 160 0,-1 0 0 0,0-2-176 0,0 0 176 16,-2 0 0-1,-2 1-528-15,-3-1-16 0,-1 2 0 0,-3-2 32 16,-4 2-1568-16,-4 1-320 0</inkml:trace>
  <inkml:trace contextRef="#ctx0" brushRef="#br0" timeOffset="93704.11">14830 9766 5519 0,'-7'2'496'0,"3"-2"-496"0,3 0 0 0,2 0 0 0,-2 2 3264 0,-2-2 544 16,-3 1 112-16,-1 0 32 15,3 1 784-15,4-1 144 0,0-1 48 0,0 0 0 0,27 0-2816 0,-11-3-576 16,6 1-96-16,2-5-32 15,4 0-720-15,3-3-160 0,4 0-16 0,1-1-16 16,0 1-304-16,-2-1-64 0,0 1-128 0,-5 0 192 0,-4 1-192 16,-2 0 0-16,-2-1-192 0,-3 3-13024 15,0 0-2608-15</inkml:trace>
  <inkml:trace contextRef="#ctx0" brushRef="#br0" timeOffset="94358.11">15352 9723 11967 0,'3'2'1072'0,"0"0"-864"16,0-2-208-16,-1 0 0 0,-1-2 2736 0,1 2 496 0,3 0 96 0,-5 0 32 16,19-3 144-16,-7 0 16 0,2-1 16 0,-2-1 0 15,0 1-2048-15,-3-3-400 0,0 2-96 0,-1-2-16 16,-2 2-672-16,-1-2-144 0,-2 1-32 0,0 0 0 16,-1-1-128-16,-1 2 0 0,-2-2 0 0,0 3 128 15,-2-1 96-15,-1 0 16 0,-1 3 0 0,-1 2 0 16,-3 0-48-16,1 0 0 0,-1 4 0 0,-2 1 0 15,0 1-192-15,0 2 128 0,-1 4-128 0,0 0 0 16,0 0 0-16,1 3 0 0,-1 1 0 0,2 0 0 16,-1 1 0-16,3 2 0 0,1-2 0 0,1 0 0 15,6-17 0-15,-6 31 0 0,6-31 0 0,0 0 0 0,3 33 0 0,-3-33 0 16,0 0 0-16,0 0 0 0,0 0 1728 0,35 9 256 16,-24-12 64-16,0-4 0 15,1-2-3280-15,0-1-656 0,1 0-128 0,0-1-32 16,1-1 1648-16,0 0 400 0,0-2 0 0,0-1 0 0,-2 2-176 15,-2 0 176-15,-1 2-208 0,-2 2 80 0,-2 1 128 0,-1 3 0 16,-1 0 0-16,-2 3 0 0,-1 2 0 0,-1 2 0 16,-1-1 0-16,0 3 0 0,-1-1 192 0,3-3 32 0,-6 14 0 15,6-14 0-15,-8 16-32 0,8-16 0 0,-6 22 0 16,6-22 0-16,-4 24-192 0,4-24 0 0,0 0 0 0,6 35 0 16,-6-35 0-16,0 0 0 0,0 0 0 0,30 29 0 31,-30-29 0-31,0 0 0 0,36-3 0 0,-21-2 0 0,0-2 0 0,3-2 0 15,0-1 0-15,2-4 0 0,-2 2 0 0,0 0 0 0,0-2 0 0,0 0 0 16,-2 2-192 0,-3 0 64-16,-2 3 128 0,-3 2-208 0,-1 0 208 0,-3 4-144 0,-2 1 144 0,-1 2-128 15,0 0 128-15,-2 0 0 0,0 1 0 0,0 0 0 16,-1 1 0-16,1 1 0 0,-1-1 128 0,0 1-128 0,1-1 192 0,0 1-16 16,1 1-16-16,1-3 0 0,0 1-160 0,-1-2 0 31,0 0 144-31,0 0-144 0,0 0 0 0,0 0 0 0,0 0 0 0,0 0 128 0,10 35-128 0,-10-35 0 15,0 0 128-15,-5 38-128 16,5-38 0-16,-8 31 128 0,8-31-128 0,-9 31 0 0,9-31 0 16,-8 28 0-1,8-28 0-15,0 0 128 0,0 0-128 0,0 0 0 16,0 0 0-16,0 0 0 16,0 0-736-16,0 0-64 0</inkml:trace>
  <inkml:trace contextRef="#ctx0" brushRef="#br0" timeOffset="94522.44">15795 9528 11967 0,'-4'0'1072'0,"1"0"-864"0,1 2-208 0,2 1 0 15,-1-1 5152-15,0-1 992 0,1-1 192 0,0 0 32 16,0 0-3472-16,0 0-688 0,1 37-144 0,-1-37-16 16,0 0-1312-16,12 35-256 0,-12-35-48 0,0 0-16 15,0 0-288-15,0 0-128 0,32 32 128 0,-32-32-128 16,0 0-304-16,24-7-144 0</inkml:trace>
  <inkml:trace contextRef="#ctx0" brushRef="#br0" timeOffset="94792.88">16190 9400 27647 0,'4'-7'1216'0,"-3"4"256"0,0 0-1168 0,-1 0-304 0,0 3 0 0,-1 0 0 15,0 0 2240-15,-3 2 400 0,-3 0 80 0,-2 5 16 16,-3 3-1440-16,-2 4-272 0,-1 5-64 0,-1 2-16 16,-2 5-656-16,1 3-128 0,2 1-32 15,1-1 0-15,0 2 0 0,2 0 0 0,0 0 0 0,0-1 0 16,2 1 0-16,2-4-128 16,1 1 192-16,3-4-64 0,4-24-128 0,-5 45 0 15,5-45 144-15,-1 37-144 0,1-37 0 0,0 0 0 16,0 0 0-16,11 36 0 0,-11-36-192 0,0 0-48 0</inkml:trace>
  <inkml:trace contextRef="#ctx0" brushRef="#br0" timeOffset="95175.67">16354 9658 16575 0,'10'-7'736'0,"-2"0"160"0,-8 7-720 0,12-7-176 0,-12 7 0 0,0 0 0 16,0 0 2560-16,0 0 464 0,13-5 112 0,-13 5 0 0,0 0-368 16,0 0-80-16,0 0 0 0,0 0-16 0,0 0-1328 0,-16 14-272 0,3-6-48 15,-2-3-16-15,-1 4-624 0,-1-2-112 16,-3-1-16-16,0 0-16 0,-2 1 48 0,2-4 16 0,2 2 0 0,3-1 0 16,4-2-144-16,1 1-32 15,3 1 0-15,1-1 0 0,3-1-128 0,1 0 0 0,1 1 0 0,1-3 0 16,0 0 0-16,0 0 0 15,0 0 0-15,0 0 0 0,40 23 144 0,-40-23-144 16,29 10 160-16,-29-10-160 0,35 12 128 0,-35-12-128 16,32 12 0-16,-32-12 0 0,0 0 128 0,37 18-128 15,-37-18 0-15,0 0 0 0,0 0 0 0,0 0 128 0,25 34-128 0,-25-34 0 16,0 0 176-16,0 0-16 16,-11 19 0-16,4-14 0 0,-3-1 176 0,-2 1 48 15,-2 2 0-15,-5-2 0 0,0 0-192 0,-4-1-16 0,-2 1-16 16,0 0 0-16,4-3-160 0,0 0 0 0,0-1 0 0,3-1 128 15,1 0-368-15,4-1-80 0,4 1 0 0,2 0-20192 16</inkml:trace>
  <inkml:trace contextRef="#ctx0" brushRef="#br0" timeOffset="95318.95">16825 9903 44223 0,'0'0'1968'0,"0"0"400"0,0 0-1904 0,0 0-464 16,25 26 0-16,-25-26 0 16,0 0-128-16,-4 0-128 0,0-2-32 0</inkml:trace>
  <inkml:trace contextRef="#ctx0" brushRef="#br0" timeOffset="97599.93">4299 10886 12895 0,'-1'-2'1152'0,"0"2"-928"0,1-1-224 0,0 0 0 16,0 1 2288-16,0 0 400 0,1 0 96 15,0-2 16-15,-1 0-544 0,2-1-96 0,-1 0-32 0,1 1 0 16,-1-3 160-16,0 0 16 0,-1 1 16 0,1-3 0 16,-1 2-1232-16,1-2-240 0,-1-3-48 0,0 1-16 15,-1-1-336-15,1-1-80 0,-2-1-16 0,0 2 0 16,-1-2-208-16,0-1-144 16,-2 3 192-16,0 0-192 0,-1 3 0 0,-1 0 0 15,1 0 0-15,-1 2 0 0,-1 0 0 0,2 0 0 0,-1 2 0 0,2 0 0 16,-1 0 128-16,0 0-128 15,2 1 0-15,1 0 0 0,-2 0 0 0,2 0 0 0,-2 1 128 16,1 1-128-16,-1 1 0 0,0 3 160 0,0-2-160 16,-2 6 128-16,1-1-128 0,-2 4 0 0,1 3 0 15,-1 3 128-15,3 2-128 0,-2 5 0 0,1 5 0 0,1 6 0 16,1 1 0-16,2 4 0 0,-1-1 0 0,1 2 0 16,0 5 0-16,0-4 0 0,2-2 0 15,-1-2 0-15,2-4 0 0,-2-3 0 0,1 0 0 0,-2-2 0 16,0-2 0-16,-2-1 0 0,-1-2 0 0,0 0 0 0,-3-5 0 0,1 2 0 15,-1-5 0-15,0-1 0 16,0 1 0-16,-1-1 0 0,-2-1 0 0,1 0 0 0,0 0 0 16,-1-2 0-16,0 0 0 0,1 0 0 0,-2-2-224 15,2-1 32-15,0 0 0 0,0-4 0 16,1 0-432-16,2-5-80 0</inkml:trace>
  <inkml:trace contextRef="#ctx0" brushRef="#br0" timeOffset="97818.93">3885 11240 22111 0,'-2'1'1968'0,"1"0"-1584"16,1-1-384-16,0 0 0 0,1 0 2304 0,-1 2 368 15,1-2 80-15,2 0 0 0,0 1-256 0,-3-1-64 16,0 0-16-16,0 0 0 0,41-4-1328 0,-41 4-256 0,36-15-48 0,-14 5-16 16,2 0-384-16,2 1-96 0,3 0-16 0,1-1 0 15,3 3-272-15,-2 0 0 0,-1 3 0 0,-30 4 0 16,53-5 0-16,-53 5 0 0,41-3 0 15,-41 3 0-15,34 0 0 0,-34 0 0 0,0 0 0 0,45-2 0 16,-45 2-160-16,0 0 16 0,35-5 0 0,-35 5-19456 16</inkml:trace>
  <inkml:trace contextRef="#ctx0" brushRef="#br0" timeOffset="98935.52">4372 11460 4607 0,'-2'-2'400'0,"1"2"-400"0,0 0 0 0,0 0 0 16,0 0 3888-16,1 0 688 0,-1 0 144 0,0 0 16 0,-1 0-1488 0,-1-2-304 16,0 2-64-16,0 0-16 0,1-2-1216 0,0 2-240 15,1-1-64-15,-1 1 0 0,1 1-592 16,0 1-128-16,-1-2-32 0,1 2 0 16,-1 3-304-16,1 2-64 0,-2 0-16 0,0 2 0 15,1 2-16-15,-2 2-16 0,2 1 0 0,-1 0 0 16,0 3-176-16,0 0 160 0,1-1-160 0,1-1 160 15,1-1-160-15,1-4 0 0,-1-10 0 0,0 0 0 0,0 0 0 0,0 0 0 16,0 0 128-16,0 0-128 0,39-3 128 0,-29-9-128 16,-1 0 192-16,1-2-64 0,0-2 64 0,1-1 0 0,0-1 0 15,-2 0 0-15,-1 1-192 0,-1-1 0 0,-3 2 0 0,0 1 0 16,-3 0 0-16,-1 2 0 0,-2 1 0 0,-2 0 0 16,-1 3 0-16,-1 1 0 15,0-1 0-15,-1 5 0 0,2 1 0 0,-2 0 0 0,2 1 0 0,-2 4 0 16,3-1 0-16,-1 3 0 0,0 1 0 0,3 2 0 15,-1-2-192-15,2 4 16 0,0-4 16 0,1 3 0 16,0-8-128-16,0 0-32 0</inkml:trace>
  <inkml:trace contextRef="#ctx0" brushRef="#br0" timeOffset="99123.2">4612 11501 35007 0,'-5'9'3120'0,"4"-4"-2496"0,-1 0-496 0,1-3-128 16,1-2 1312-16,0 0 240 0,0 0 48 0,-1 16 16 15,1-16-992-15,2 22-208 0,-2-22-32 0,3 24-16 0,-3-24-368 0,0 0 0 16,0 0 0-16,0 0 0 0,18 28 0 0,-18-28-240 16</inkml:trace>
  <inkml:trace contextRef="#ctx0" brushRef="#br0" timeOffset="99441.37">4819 11410 29487 0,'-1'0'2624'0,"0"1"-2112"16,0-1-512-16,0 2 0 0,0-2 2240 0,-1 2 352 15,0 1 64-15,-3 1 16 0,-2 6-1600 0,0-2-320 0,0 5-64 0,-1-1-16 0,2 2-496 0,-1 1-176 31,2 0 0-31,1 1 144 0,0 0-144 0,2 1 0 16,2-17 0-16,-1 28 0 0,1-28 0 0,0 0 0 0,7 31 0 0,-7-31 0 16,0 0 0-16,0 0 0 0,0 0 0 0,39 17 0 0,-39-17 0 0,23-10 0 15,-11-2 0-15,2 0 0 0,-1-3 0 16,0-2 0 0,-1-1 0-16,-2 0 0 0,0-1 0 0,-4 2 0 0,-1-2-192 0,-4 2 192 15,-2 3-160-15,-4 2 160 16,-3 0 0-16,-3 5-144 0,-3 0 144 0,-2 5 0 0,0 2 0 0,0 2 0 15,0 5-256-15,1 3 16 0,0 2 16 0,2 2 0 16,3-2-112-16,1-1-32 0,4 1 0 0,1 2-17184 0</inkml:trace>
  <inkml:trace contextRef="#ctx0" brushRef="#br0" timeOffset="99806.65">5124 11396 35007 0,'-5'1'1552'0,"3"-1"320"0,-1 0-1488 0,1 0-384 15,0 2 0-15,0-2 0 0,0 0 1296 0,0 0 192 16,-3 2 48-16,-1-2 0 0,1 3-896 0,1-1-160 16,2-1-32-16,2 0-16 0,0-1-112 0,0 0 0 15,0 0-16-15,0 0 0 0,0 0-176 0,40 8-128 16,-40-8 144-16,0 0-144 0,0 0 128 0,43 12-128 0,-43-12 0 0,0 0 0 15,0 0 0-15,25 30 0 0,-25-30 0 0,0 22 0 16,-3-8 0-16,-3-2 0 0,1-1 0 16,-2 1 0-16,-1 1 0 0,-1 0 0 15,-1-1 0-15,-2 0 0 0,1 0 0 0,0-1 0 0,1-1 0 0,1 0 0 16,0-3 0-16,4 0 0 0,0 0 0 0,2-1 0 16,2 0 0-16,1-6 0 0,0 0 0 0,0 0 0 0,0 0 0 15,0 0 0-15,19 33 0 0,-19-33 0 16,0 0 0-16,0 0 0 0,38 16 0 0,-38-16 0 15,0 0 0-15,44 3 0 0,-44-3 0 0,33-6 0 0,-33 6-320 16,37-13 0-16</inkml:trace>
  <inkml:trace contextRef="#ctx0" brushRef="#br0" timeOffset="100140.78">5500 11410 29487 0,'-4'5'1296'0,"2"-2"288"15,0 1-1264-15,1-1-320 0,0-1 0 0,0 1 0 0,0-1 2240 0,-2 3 400 16,-1 4 80-16,-2 3 16 0,2 4-1584 0,-1-3-304 16,0 1-64-16,0 0-16 0,0 0-528 0,2-2-112 15,0 0-128-15,0-1 176 0,1 1-176 0,1-2 0 16,0 0 0-16,1-10 0 0,0 0 0 0,3 24 0 16,-3-24 0-16,0 0 0 0,0 0 128 0,17 30-128 15,-17-30 0-15,0 0 128 0,0 0 16 0,34 24 0 16,-34-24 0-16,0 0 0 0,0 0-144 0,42 16 0 15,-42-16 0-15,0 0 0 0,0 0 0 0,0 0 0 16,36 20 0-16,-36-20 0 0,0 0 0 0,0 0 0 16,-1 18 0-16,-4-12 0 0,-1 2 0 0,-1 0 0 15,-2-1 0-15,-1 0 0 0,-1 0 0 0,-3 2 0 16,-1-1 128-16,-2-1-128 0,2 1 0 0,-2-2 0 16,2-1 0-16,0-3 0 0,3 0 0 0,0-4 0 15,2 2 0-15,1-5 0 16,1-2-464-16,3-3-128 0</inkml:trace>
  <inkml:trace contextRef="#ctx0" brushRef="#br0" timeOffset="100309.34">5427 11504 23039 0,'1'2'2048'0,"0"-2"-1648"16,1 0-400-16,-1 0 0 16,1 0 2288-16,-2 0 368 0,0 0 80 0,0 0 16 0,0 0-736 15,49-3-144-15,-49 3-16 0,35-7-16 0,-35 7-1328 0,36-10-256 16,-36 10-48-16,36-12-16 15,-36 12-192-15,31-9 0 0,-31 9-144 0,0 0 144 16,37-4-1472-16,-37 4-208 0</inkml:trace>
  <inkml:trace contextRef="#ctx0" brushRef="#br0" timeOffset="100659.53">5819 11738 27647 0,'-1'2'2448'0,"1"-2"-1952"0,0 2-496 0,0-2 0 16,0 0 2512-16,0 1 416 0,0 1 80 0,-1 3 0 0,0 0-1616 0,0 5-336 0,-2 2-64 0,-1 1-16 16,0 1-656-16,-3 0-144 15,1 1-32-15,-3 1 0 0,-1-1-144 0,0-3 0 16,0 0 0-16,0-1-18944 0</inkml:trace>
  <inkml:trace contextRef="#ctx0" brushRef="#br0" timeOffset="101457.86">6230 11579 19343 0,'0'2'1728'15,"-1"-2"-1392"-15,1 1-336 0,0 1 0 0,0-2 2496 0,0 1 448 16,0 0 64-16,0 4 32 0,0-5-224 0,0 0-64 16,0 0 0-16,0 0 0 0,0 0-1632 0,0 0-336 15,0 0-64-15,0 0-16 0,0 0-368 0,37 0-80 0,-29-9 0 16,-1-1-16-16,3-2-112 0,-2-4-128 15,2 1 176-15,-1-2-176 0,0-1 0 0,-3 1 0 0,1-2 0 16,-3 1 0-16,-2 1-320 0,-1 0 48 0,-2 3 0 0,-1-2 0 16,-1 6 0-16,-4 0 0 0,0 1 0 15,-2 4 0-15,-2 0 272 0,0 5 0 0,-2 3 0 0,0 1 0 0,-1 7 0 16,0 2 0-16,1 3 0 0,-1 1 0 16,0 2 0-16,1 3 0 0,0 1 0 15,1 1 0-15,1 2 0 0,0-3 0 0,4-1 0 0,1-5 144 0,4 0-144 0,1-4 128 16,1-13-128-16,0 0 128 15,0 0-128-15,14 29 192 0,-14-29-192 0,0 0 192 0,0 0-192 0,41-5 0 16,-41 5 0-16,27-14 0 0,-11 4 0 0,1-1 0 16,-2-1 128-16,0 0-128 0,0 0-128 0,-2 0-64 15,0 2-16-15,-13 10 0 16,20-16-240-16,-20 16-32 0,0 0-16 0,0 0 0 16,0 0 128-16,0 0 32 0,0 0 0 0,0 0 0 0,0 0 144 0,-7 20 16 15,1-9 16-15,-2 3 0 0,0 1 336 0,0 2 64 0,0 1 16 0,0 3 0 31,-1 3 144-31,1 0 48 0,0 2 0 0,0 0 0 16,0 0-112-16,1-4-16 0,2-1 0 0,0-2 0 16,1-4-160-16,1-2-32 0,0-1-128 0,1-3-18720 15</inkml:trace>
  <inkml:trace contextRef="#ctx0" brushRef="#br0" timeOffset="104024.92">6548 11719 4607 0,'0'0'400'0,"0"0"-400"15,0 0 0-15,0 0 0 0,0 0 960 0,0 0 96 0,1 0 32 16,0 0 0-16,0 0 1296 0,1 0 272 16,1-3 48-16,0 1 16 0,0 1 96 0,0 0 32 0,1-2 0 0,0 1 0 15,-1-1-384-15,0 3-80 0,0 0-16 0,-1 0 0 16,0 1-1024-16,-2 3-224 0,0-4-32 0,0 0-16 16,0 21-560-16,-1-11-128 0,-4 4 0 0,-1 0-16 0,-3 3-240 0,0 0-128 15,0-1 160-15,-2-1-160 16,1 1-128-16,1-4-128 0</inkml:trace>
  <inkml:trace contextRef="#ctx0" brushRef="#br0" timeOffset="104723.92">6943 11479 21183 0,'-1'0'1888'0,"0"0"-1504"0,0 0-384 0,1-2 0 16,-1 2 1872-16,0 0 304 0,0-2 64 0,-1 1 16 15,0-1 32-15,0 1 0 0,1 0 0 0,0-1 0 16,1 0-1136-16,0 1-208 0,1 1-48 0,1-2-16 16,1 2-496-16,-3 0-80 0,0 0-32 0,0 0 0 0,0 0-48 15,33-3-16-15,-33 3 0 0,0 0 0 16,39-4-48-16,-39 4-16 0,31-8 0 0,-31 8 0 16,35-9-144-16,-35 9 0 0,37-14 0 0,-37 14 0 0,35-15 0 0,-35 15 0 15,31-16 0-15,-31 16 0 0,24-14 0 16,-24 14 0-16,19-11 128 0,-19 11-128 0,0 0 0 0,0 0 0 15,0 0 144-15,0 0-144 0,0 0 128 0,0 0-128 16,0 0 128-16,0 0-128 0,0 0 192 0,0 0-48 16,0 27 0-16,-4-19 0 0,1 1-16 0,-2-2 0 0,1 1 0 15,1 0 0-15,-1 2-128 0,0-2 0 0,0 1 0 16,1 0 128-16,-1 2-128 0,0 0 0 0,1 3 0 0,-1 0 0 16,0 2 0-16,-2 4 0 0,-1 1 0 15,0 3 0-15,-2-3 0 0,1 5 0 16,-2 2 0-16,-2 3 0 0,0 2 0 0,-1-2 0 0,0 0 0 0,1-3 0 15,1-4 0-15,1-2 0 0,2-3 0 0,0-2 0 16,1-3-160-16,2-2 160 0,1-3 0 0,0 0-144 16,0-3-304-16,2 0-48 0,0-3-16 0,0-1 0 15,1 0-768-15,1-4-176 16,1-3-16-16,1 0-15888 0</inkml:trace>
  <inkml:trace contextRef="#ctx0" brushRef="#br0" timeOffset="105003.59">6981 11698 6447 0,'-1'-3'272'0,"0"3"80"0,0-2-352 0,0 2 0 0,1 0 0 0,-1 0 0 31,0 0 3456-31,0 0 608 0,0 2 128 0,0 1 32 0,0 0 192 15,1 0 64-15,1 2 0 0,-1-5 0 0,0 0-2592 0,0 0-512 0,0 0-96 0,0 0-32 32,46 4-608-32,-46-4-112 0,32-13-16 0,-12 3-16 0,0 1-288 0,1-2-48 0,4 1-16 15,-4-2 0-15,-1 1-144 0,-20 11 0 0,35-15 0 16,-35 15-13200 0,35-14-2640-16</inkml:trace>
  <inkml:trace contextRef="#ctx0" brushRef="#br0" timeOffset="110270.67">7748 11316 1839 0,'-3'0'160'0,"0"0"-160"0,0 1 0 16,1-1 0-16,1 0 0 0,-2 0 0 0,-2 1 0 0,-3-1 0 16,-2 0 128-16,-1 0 112 0,3 2 16 0,1-2 0 15,1-2 1200-15,1 2 240 16,2 0 48-16,-1-1 16 0,1 0 256 0,0 1 48 16,2 0 16-16,0-2 0 0,0 2 560 0,1 0 112 15,-1 0 32-15,2 0 0 0,0 0-528 0,1 0-96 0,0-1-32 0,2 0 0 16,1 0-592-16,0-1-128 0,3-1-32 0,-1 1 0 0,-7 2-608 15,20-7-128-15,-20 7-32 0,23-7 0 16,-23 7-256-16,28-8-48 0,-28 8-16 0,29-4 0 16,-29 4-128-16,34-4-32 0,-34 4 0 0,30-1 0 0,-30 1-128 15,0 0 0-15,35-2 0 0,-35 2 0 16,0 0 0-16,0 0 0 0,0 0 0 0,29-3 0 0,-29 3 0 16,0 0 0-16,0 0 0 0,0 0 0 15,0 0-320-15,0 0-80 0,1 1-32 0,-5 0-11984 16,0 0-2416-16</inkml:trace>
  <inkml:trace contextRef="#ctx0" brushRef="#br0" timeOffset="110524.13">7716 11422 15663 0,'-4'3'688'0,"3"-3"144"0,-1 0-656 0,0 0-176 16,1 2 0-16,0-2 0 0,1 0 2096 0,-1 0 384 0,-1 0 80 0,0 1 0 15,1-1 48-15,0 0 0 16,1 0 0-16,0-1 0 0,1 1-992 0,0 0-192 16,2 0-32-16,-3 0-16 0,0 0-736 0,0 0-128 15,0 0-48-15,29-9 0 0,-29 9-64 0,0 0-16 16,31-7 0-16,-31 7 0 0,0 0-32 0,42-3-16 0,-42 3 0 0,34-4 0 16,-34 4-144-16,35-7-16 15,-35 7-16-15,34-5 0 0,-34 5-160 0,32-8 0 0,-32 8 0 16,28-11-13008-16,-28 11-2672 15</inkml:trace>
  <inkml:trace contextRef="#ctx0" brushRef="#br0" timeOffset="126300.61">8600 11061 23951 0,'1'-1'2128'0,"0"1"-1696"15,0 0-432-15,-1 0 0 0,0 0 1744 0,0 0 272 16,0-2 48-16,1 2 16 0,0-1 112 0,-1 1 32 16,-1 0 0-16,-1-2 0 0,0 2-1376 0,0 0-272 15,-1 0-48-15,0 0-16 0,1 2-304 0,-1-2-64 0,-1 3-16 0,1-3 0 16,1 2-128-16,-1 0 0 16,0 3 0-16,-1 0 0 0,2-1 0 0,-2 4 0 0,0 1 0 0,0 1 0 15,-1 2 0-15,-1 2 0 0,0 5 0 0,-2-2 0 16,0 4 0-16,0-3 0 0,-1 4 0 0,0 2 0 15,1-2 0-15,1 1 0 0,2-3 0 16,1-3 0-16,4-17 0 0,-1 27 0 0,1-27 0 16,0 0 0-16,0 0 0 0,0 0 0 0,22 33 0 0,-22-33 0 15,0 0 0-15,0 0 0 0,38 2 0 16,-38-2 0-16,26-4 0 0,-26 4 0 0,31-10 0 0,-31 10 0 16,34-9 0-16,-34 9 0 0,35-3 0 0,-35 3 0 0,35-2 0 0,-35 2 0 15,0 0 0-15,42 1 0 0,-42-1 0 0,0 0 0 16,0 0 0-16,37 11 0 0,-37-11 0 15,0 0 0-15,0 0 0 0,0 0-12352 16,0 0-2496-16</inkml:trace>
  <inkml:trace contextRef="#ctx0" brushRef="#br0" timeOffset="126500.46">8760 11122 25791 0,'-2'2'2304'0,"1"0"-1856"0,0 1-448 0,0-1 0 16,-1 3 2144-16,-1-1 336 15,-2 6 64-15,-4 6 16 16,-2 4-624-16,-2 4-112 0,0 2-32 0,0 0 0 0,1-1-1152 0,1 1-224 0,0-1-48 0,2 0-16 16,1-1-176-16,1-1-48 0,1 1 0 15,1-2 0-15,1-3-128 0,0 2 0 0,2-2 0 0,0 0 0 16,-1 0 0-16,3-19 0 16,-5 36 0-16,5-36 0 15,-2 30-656-15,2-30-64 0</inkml:trace>
  <inkml:trace contextRef="#ctx0" brushRef="#br0" timeOffset="127961.83">1711 11100 19343 0,'0'0'1728'0,"0"-2"-1392"16,1-1-336-16,0 1 0 0,0 0 592 0,-1 1 48 15,3-3 16-15,-1-3 0 0,1 0 1040 0,2-3 208 0,-1 3 32 0,-1 0 16 16,1 2-736-16,0 1-128 16,-2 3-48-16,1 1 0 0,-3 0-448 0,0 0-80 15,0 0-32-15,0 0 0 0,20 43-176 0,-20-43-48 0,9 36 0 0,-9-36 0 16,8 47-16-16,-4-22-16 0,0 0 0 0,-2 1 0 15,-1 0 0-15,-1-2 0 0,0-3 0 0,-1-2 0 16,0-3-224-16,0-1 176 0,-1-1-176 0,1-4 160 16,-1-1-160-16,0-2 0 0,1-4 0 0,-1 0 128 15,2-2-128-15,-2-1 0 0,0 0 0 0,-2-2 0 16,1-3 304-16,1 0-32 0,-2-1 0 0,1-2 0 16,1 1 160-16,0-2 16 0,1-3 16 0,0 0 0 15,1-2-240-15,0-3-48 0,1 0-16 0,2-1 0 0,0 3-160 16,2-4 0-16,1 3 144 0,2-3-144 15,0 2 0-15,1 1 0 0,1 1 0 0,2-1 0 0,-1 4 0 0,-1 0 0 16,1 3 0-16,-2-1-128 0,1 3-112 0,0 1-16 16,-2 1 0-16,-1 2 0 15,1 2-752-15,-1-1-144 0,0 0-48 0,-1 0-15136 0</inkml:trace>
  <inkml:trace contextRef="#ctx0" brushRef="#br0" timeOffset="128124.6">2055 11044 26719 0,'0'5'1184'0,"0"-2"240"0,0 0-1136 0,0-1-288 0,0 1 0 16,0-3 0-16,0 2 2016 0,1 1 352 0,0 4 64 0,-1-7 0 15,0 0-736-15,0 0-160 16,0 0-16-16,14 31-16 0,-10-27-1184 0,-4-4-320 16,0 0 128-16,0 0-12272 15,0 0-2448-15</inkml:trace>
  <inkml:trace contextRef="#ctx0" brushRef="#br0" timeOffset="128280.07">2037 11190 19343 0,'-5'3'1728'0,"3"-1"-1392"0,0 1-336 0,0-1 0 0,1 0 2720 0,1 0 480 16,-2 1 80-16,0 4 32 16,-1 2-544-16,-1 3-96 0,2 1-32 0,0 1 0 0,0 0-2032 0,1-2-416 15,1-1-64-15,0-2-128 0,2 0 0 0,-1-3 0 16,1-1 0-16,2-3-18224 15</inkml:trace>
  <inkml:trace contextRef="#ctx0" brushRef="#br0" timeOffset="128712.19">2162 11276 21599 0,'1'4'464'0,"-1"-1"112"0,1 1 0 0,0-3 48 0,0 2-496 0,-1-2-128 16,0 1 0-16,3-1 0 0,-3-1 3024 0,0 0 592 15,0 0 112-15,0 0 32 0,0 0-2464 0,0 0-480 0,42-3-112 0,-34-4 0 16,1 0-240-16,-2-3-32 0,1-2-16 0,0 0 0 16,-1 1-208-16,-1-3-32 0,-1 1-16 0,-2 0 0 15,-1 1-160-15,-2 2 0 0,0 3 0 0,-3-2 0 16,0 5 0-16,-3 1 128 16,1 1-128-16,-3 1 0 0,0 2 160 0,-1 1-160 15,2 1 192-15,-1 0-192 0,1 5 144 0,1-1-144 0,-1 0 0 16,1 2 144-16,2-1 16 0,0 3 0 0,0-1 0 0,2-1 0 15,-1-2-160-15,2 3 0 0,1-3 0 16,1 2 128-16,-1-9-128 0,0 0 0 0,0 0 0 0,0 0 0 16,17 36 0-16,-17-36 0 0,0 0 0 0,0 0 0 15,0 0 0-15,0 0 0 0,40 31 0 0,-40-31 0 16,0 0 0-16,0 0 0 0,24 32 0 0,-24-32 0 16,0 0 0-16,5 37 0 0,-6-23 0 0,-2 0 0 15,0 2 0-15,-4-1 0 0,-1 2 0 0,-2-1 0 16,-1 3 160-16,-2-4 0 0,-1 1 0 0,0-4 0 15,2-2 0-15,1-1 0 0,0-1 0 0,1-2 0 0,1-1-16 0,1-4 0 16,0 0 0-16,1-1 0 0,0-1-144 0,2-3 128 16,-1-1-128-16,2-1 128 0,2-3-416 0,2-4-96 15</inkml:trace>
  <inkml:trace contextRef="#ctx0" brushRef="#br0" timeOffset="129128.64">2437 10901 10127 0,'-2'-10'896'0,"1"3"-704"16,1 3-192-16,-1 1 0 0,1 1 5376 0,0 2 1024 0,-1 0 224 0,1 0 32 16,-1 2-3616-16,-1 1-736 0,0 1-128 0,0 4-48 15,0 4-1472-15,1 0-288 0,1-12-64 0,2 30-16 16,-2-30-96-16,5 34 0 15,-5-34-16-15,7 42 0 0,-7-42-176 0,8 48 0 16,-5-22 0-16,-2 2 0 0,1 0 0 0,-2 0 0 0,-1 2 0 0,0 1 0 16,0-2 0-16,0-2 0 0,-1-7 0 15,0-3 0-15,1 0 0 0,-1-5 0 0,2-3 0 0,-1-1 0 16,1-6 0-16,0 0 0 0,0-4 0 0,0 1 0 0,0-4 0 16,0-2 0-16,1-3 0 0,0-2 0 0,1 2 0 15,0-4 0-15,1-1 0 0,1 1 0 16,0 2 0-16,0-1 0 0,1 1 0 0,0 2 0 15,0 3 0-15,1 2 0 0,0 1 0 0,-6 4 0 0,0 0 0 16,0 0 0-16,0 0 0 0,0 0 0 0,25 33 0 16,-25-33 0-16,5 30 0 0,-5-30 0 15,3 38 0-15,-3-38 0 0,3 43 0 0,-3-43 0 0,1 40 0 16,-1-40 0-16,4 30 0 0,-4-30 0 16,0 0 0-16,0 0 0 0,0 0 0 0,0 0 0 15,0 0-560-15,25-6 16 0</inkml:trace>
  <inkml:trace contextRef="#ctx0" brushRef="#br0" timeOffset="129379.24">2741 11022 27647 0,'-3'5'1216'0,"0"-1"256"0,1 1-1168 0,0-3-304 0,0 1 0 0,1 2 0 16,0-1 2320-16,-2 3 416 0,-1 6 80 0,-1 3 0 15,0-2-1552-15,1 0-320 0,1 0-64 0,2 0-16 16,1-14-624-16,-1 25-240 0,1-25 176 0,0 30-176 15,0-30 128-15,-1 36-128 0,1-13 0 0,0 0 0 16,0 2 0-16,1 1 0 0,-1 0 0 0,1 0 0 16,0 0 0-16,-1-26 0 0,5 36 0 0,-5-36 0 15,0 0 0-15,0 0 0 0,16 30 0 16,-16-30 0-16,0 0 0 0,0 0 0 0,15-6 0 0,-13-2 0 16,2-1-192-16,0-3-48 0,0-2 0 0,-1-1-11840 0,0 1-2368 15</inkml:trace>
  <inkml:trace contextRef="#ctx0" brushRef="#br0" timeOffset="129578.4">2557 11240 25791 0,'-5'1'1152'0,"3"0"224"16,1-1-1104-16,1 2-272 0,0-2 0 0,1 0 0 0,1 1 2432 16,1 1 448-16,-3-2 64 0,0 0 32 0,0 0-992 0,39 12-208 15,-39-12-48-15,0 0 0 0,46 11-960 0,-46-11-192 16,36 6-32-16,-36-6-16 0,39 0-400 0,-39 0-128 15,38-8 0-15,-18 4 0 0,-2-1 0 0,2-2 0 16,2-1 0-16,0-1 0 16,-2-2-320-16,-1 1-128 0</inkml:trace>
  <inkml:trace contextRef="#ctx0" brushRef="#br0" timeOffset="130081.82">3162 11164 29487 0,'0'0'2624'0,"-1"0"-2112"0,1 0-512 0,0 0 0 16,0 0 2080-16,0 0 304 15,0 2 64-15,-1-2 16 0,1 3-992 0,0 2-208 0,0-5-48 0,0 0 0 16,0 0-848-16,0 0-176 0,15 32-48 0,-15-32 0 15,0 0-144-15,0 0 0 0,0 0 0 0,28 29 0 16,-28-29-144-16,0 0-16 16,0 0 0-16,0 0-18880 0</inkml:trace>
  <inkml:trace contextRef="#ctx0" brushRef="#br0" timeOffset="130229.13">3167 11382 31327 0,'-3'8'1392'0,"2"-4"272"0,1-1-1328 0,0 1-336 0,0-3 0 0,0 1 0 0,0 1 2368 0,1 1 384 16,-1-4 96-16,0 0 16 0,0 0-1568 16,14 37-304-16,-14-37-64 0,0 0-16 0,0 0-704 15,0 0-208-15,0 0 0 0,31 31 128 0</inkml:trace>
  <inkml:trace contextRef="#ctx0" brushRef="#br0" timeOffset="132321.76">8948 11349 23951 0,'1'0'2128'0,"0"0"-1696"16,-1 0-432-16,0 0 0 0,1 0 2624 0,0 2 448 15,0-2 96-15,1 3 16 0,-2-3-1904 0,0 0-368 0,0 0-80 0,0 0 0 16,15 45-240-16,-15-45-32 0,4 31-16 0,-4-31 0 15,0 0-416-15,6 35-128 0,-6-35 0 0,0 0 0 16,0 0-192-16</inkml:trace>
  <inkml:trace contextRef="#ctx0" brushRef="#br0" timeOffset="132671.54">9219 11178 8287 0,'1'-4'736'0,"0"1"-592"0,1 1-144 0,-1-1 0 0,0 1 3680 0,0 2 704 16,0-2 144-16,2-3 16 0,0 2-1168 0,1-1-240 15,1-3-64-15,-3 4 0 0,0 1-1488 0,0 2-304 16,-1 1-64-16,-1 2-16 0,-1 0-736 16,0 3-144-16,-2 0-16 0,0 3-16 15,-1 1-144-15,-2 2-16 0,-1 3-128 0,-2 0 192 0,1 0-192 0,-2 4 128 16,0 0-128-16,1 2 0 0,0 0 0 0,3-1 0 15,1-2 0-15,1-1 0 0,4-17 0 0,0 26 0 16,0-26 0-16,0 0 0 0,0 0 0 0,0 0 0 16,25 36 0-16,-25-36 0 0,0 0 0 0,32 0 0 15,-32 0 0-15,27-8 0 0,-12 2 144 0,0 0-144 16,-1 2 128-16,1-3-128 0,3 0 224 0,-1-1-32 16,-1-1-16-16,0 3 0 0,0 0-176 0,0-1 0 0,-2 2 0 0,-1-2 128 15,0 1-128-15,-1 0 0 16,-12 6 0-16,20-7 0 0,-13 3-480 15,-1 1-32-15,-2 1 0 0,-2-2-17888 0</inkml:trace>
  <inkml:trace contextRef="#ctx0" brushRef="#br0" timeOffset="132852.47">9404 11171 19343 0,'-5'-14'848'0,"3"8"192"0,1 0-832 0,0 1-208 0,0 3 0 16,1 2 0-16,-1-2 3152 0,1 2 592 0,-1 0 112 0,0 2 32 15,0 5-1408-15,-1 3-288 0,-1 6-48 0,-1 3-16 16,-1 1-1408-16,-2 3-272 0,-1 5-64 0,-1 1-16 15,-1 2-224-15,0 0-144 0,0 1 192 0,2-3-192 16,1-3 0-16,-1-2 0 0,3-1 0 0,0-5 0 16,1 0 0-16,2-6 0 0,1 0 0 0,1-7 0 31,0 2-480-31,2-4-96 0</inkml:trace>
  <inkml:trace contextRef="#ctx0" brushRef="#br0" timeOffset="133205.79">9561 11212 25791 0,'-1'0'2304'0,"1"0"-1856"15,0 0-448-15,0 0 0 0,1 0 2304 0,-1 0 352 16,1 0 80-16,0-2 16 0,3 1-1056 0,3-2-208 16,0-1-32-16,3-3-16 0,1 2-1088 0,2-2-224 15,1 0-128-15,3 0 160 0,1 2-160 0,0-2 0 16,1 2 0-16,0 3 128 0,-19 2-128 0,35-2 0 15,-35 2 0-15,0 0 0 0,41 16 0 0,-41-16 0 16,0 0 0-16,0 0 0 0,25 40 0 0,-25-40 0 16,-1 26 0-16,-1-14 0 0,-3 0 0 0,-2 2 0 0,-1 0 0 15,-2-1 0-15,-2 3 0 0,-3-1 0 0,-1 3 0 0,-1-1 0 16,0 2 0-16,0-3 0 0,2 1 0 0,2-3 0 16,2 1 0-16,3-1 0 0,1-4 0 0,3-1 0 15,2-1 0-15,2-8 0 0,0 0 0 0,0 0 0 16,0 0 0-16,0 0 0 0,0 0 0 0,42 9 128 15,-29-14 192-15,2 0 16 0,3-2 16 0,1 2 0 16,0-2-128-16,0 0-32 0,0 2 0 0,-1 0 0 16,-18 5-192-16,32-6 0 0,-32 6 128 0,28-4-12992 15,-28 4-2576-15</inkml:trace>
  <inkml:trace contextRef="#ctx0" brushRef="#br0" timeOffset="133404.04">10233 11465 35007 0,'0'0'3120'0,"0"0"-2496"0,0 0-496 0,0 0-128 0,0 0 1136 0,0 0 208 0,0 0 32 0,1 27 16 16,-1-27-800-16,-2 25-144 0,2-25-48 0,-3 24 0 15,3-24-592-15,0 0-128 0,-1 22-32 0,1-27 0 16</inkml:trace>
  <inkml:trace contextRef="#ctx0" brushRef="#br0" timeOffset="134086.84">11912 10729 16575 0,'-2'-15'1472'0,"1"5"-1168"0,0 1-304 0,0 4 0 15,1 3 2864-15,-1 2 512 0,0-2 96 0,0 1 32 0,-2-2-752 0,0 2-128 16,-3 5-48-16,1 3 0 0,-1 7-1520 0,0 3-304 16,0 4-64-16,-1 6-16 0,-1 4-528 0,1 4-144 15,-2 0 0-15,2 1 0 0,1 2 0 0,-1 0 0 16,1 2 0-16,1 0 0 0,2-6 0 0,-1 1 0 16,3-2 0-16,-2-4 0 15,1-1 0-15,1-4 0 0,1-24 0 0,0 38 0 0,0-38 0 0,0 0 0 16,8 38 0-16,-8-38 0 0,0 0 0 0,0 0 0 0,0 0 0 15,42 3 0 1,-30-9 0-16,1-2 0 0,-1 0 0 0,0-2 128 16,-2 1-128-16,2 0 0 0,-1-3-176 0,0 0 176 15,-1 0-2192-15,0 0-352 0</inkml:trace>
  <inkml:trace contextRef="#ctx0" brushRef="#br0" timeOffset="134420.23">11993 11200 18431 0,'0'2'816'0,"0"-2"160"15,1 1-784-15,0-1-192 0,0 0 0 0,0 0 0 0,1-1 2816 0,1 1 528 16,3 0 112-16,2-2 0 0,-8 2-768 0,0 0-176 16,35-5-16-16,-35 5-16 0,27 0-1680 0,-27 0-336 15,27 0-64-15,-27 0-16 0,0 0-384 0,36 0 0 16,-36 0 128-16,20-5-128 0,-11 1 0 0,-1-2 0 0,-2 0 0 0,0-4 0 31,-1 0-704-31,-1-2 0 0,-1 1-16 0,-2-1 0 16,-1 3-2480-16,-2-3-512 0,0 1-80 0,-2-1-32 15,-1 1 624-15,-2-1 128 0,-2 1 32 0,0 1 0 16,1 1 1392-16,0 2 288 0,2 3 48 0,-2 3 16 0,2 1 3344 0,0 4 688 16,1 2 128-16,-2 3 16 0,2 2 672 0,-2 4 128 0,1 2 32 0,0-1 0 15,0 3-1328-15,0 2-256 0,-1 1-48 0,0-1-16 16,1 0-1408-16,1-1-272 0,1-4-64 0,1 0-16 16,3-16-128-16,-1 30-32 0,1-30 0 0,0 0 0 15,0 0-144-15,13 37 0 0,-13-37 0 0,0 0 0 16,0 0 0-16,35 0 0 0,-19-7 0 0,0-3 0 15,2-2-256-15,-1 0-16 0,2-2-16 0,0 0-18064 16</inkml:trace>
  <inkml:trace contextRef="#ctx0" brushRef="#br0" timeOffset="134701.26">12442 10934 23039 0,'-1'-16'1024'0,"0"7"192"0,1-1-960 0,1 0-256 16,0 3 0-16,0 2 0 0,0 1 1664 0,1-4 272 0,1-3 64 0,-1-4 16 15,2 3-272-15,-2 4-48 16,0 3-16-16,-1 4 0 0,0 6-560 0,-3 2-112 0,-1 3-32 16,-2 4 0-16,0 5-512 0,-3 0-96 0,1 6-32 0,-1 2 0 15,-1 6-144-15,1 1-48 16,0 6 0-16,0 0 0 0,2 0 16 0,0-2 0 0,2-5 0 16,1 5 0-16,1 3-160 0,0 1 192 15,1-1-192-15,0-1 192 0,1-5-192 0,0-3 0 0,1-4 0 16,-1-28 0-16,3 47 0 0,-3-47 0 15,3 35 0-15,-3-35 0 0,0 0 0 0,0 0 0 0,0 0 0 0,0 0 0 0,0 0-320 0,0 0-64 16,-1-6 0-16,-1-11-18096 16</inkml:trace>
  <inkml:trace contextRef="#ctx0" brushRef="#br0" timeOffset="134871.66">12241 11146 8287 0,'-3'-1'736'0,"2"-1"-592"0,1 2-144 0,0 0 0 16,1 2 3360-16,1-2 640 0,0 3 128 0,-2-3 32 0,0 0-16 0,0 0 0 0,0 0 0 0,43 18 0 15,-43-18-2496-15,0 0-496 16,45 5-112-16,-45-5-16 0,35-5-608 0,-35 5-128 16,35-7-32-16,-17 2 0 15,0-1-256-15,-2-3 0 0,1 1 0 0,-1-1 0 0,-1 0-192 0,-1 1-80 16,0 3-32-16,-3-2-18416 16</inkml:trace>
  <inkml:trace contextRef="#ctx0" brushRef="#br0" timeOffset="135273.19">12611 11069 18431 0,'2'0'1632'0,"-1"-2"-1312"16,1 2-320-16,-1 0 0 16,-1 0 1744-16,1 0 288 15,-1 0 48-15,0 0 16 0,0 0-1424 0,22-5-288 0,-16 3-48 0,1-1-16 16,-2-2-480-16,0 2-96 15,0-2-32-15,-2 0 0 16,2 2-1344-16,-2-2-272 0,-1 1-48 0,0 0-16 16,-1 1 944-16,0 0 192 0,-1 0 48 0,-1 1 0 0,0 2 1968 0,0-2 400 0,0 0 80 0,0 2 0 0,-1-3 1392 0,0 1 272 0,1 0 48 15,0-1 16-15,0 1-1296 0,1-1-256 0,0-2-48 0,0 1-16 32,0 2-1072-32,1-1-224 0,-2 0-32 0,1 1-16 15,-1 1-176-15,0 0-16 0,0 2-16 0,0-1 0 16,0 1-224-16,-2 4 0 0,0 1 128 0,-1 2-128 15,0 4 0-15,0 3 0 0,-1 3 0 0,2 2 0 16,-1 0 0-16,0 2 0 0,0 2 0 0,1-3 0 16,0 3 0-16,-1-3 0 0,1 1 0 0,3-22 0 15,-2 40 0-15,2-40 0 0,2 28 0 0,-2-28 0 16,0 0 0-16,0 0 0 0,0 0 0 0,15 33 0 16,-15-33 0-16,0 0 0 0,0 0 0 0,25-5 0 0,-17 1 0 0,-2-3 0 15,2-2 0-15,-1 0 0 16,0-1-832-16,0 0-64 0</inkml:trace>
  <inkml:trace contextRef="#ctx0" brushRef="#br0" timeOffset="135456.68">12584 11105 11967 0,'-12'3'1072'0,"6"-1"-864"0,1 0-208 0,0-2 0 16,3 1 3072-16,1 0 576 0,-1-1 128 0,-1 2 0 16,0-1 320-16,0 3 64 15,2-1 16-15,1-3 0 0,0 0-2688 0,0 0-528 16,0 0-128-16,38 7 0 0,-38-7-384 0,32 0-80 0,-32 0-16 0,38-3 0 15,-38 3-352-15,37-4 144 16,-37 4-144-16,41-8 0 0,-22 4 0 0,1-1 0 16,-20 5 0-16,37-9-20032 0</inkml:trace>
  <inkml:trace contextRef="#ctx0" brushRef="#br0" timeOffset="135854.9">13128 11076 20271 0,'-4'0'896'0,"2"0"192"0,1 0-880 0,0-1-208 16,1 1 0-16,0 0 0 0,0-1 2336 0,0 1 416 15,1-2 96-15,1-1 16 0,0 1-192 0,1-1-48 16,2-1 0-16,0 1 0 0,1 1-1536 0,2-1-304 0,-8 3-64 0,0 0-16 15,31-4-368-15,-31 4-80 0,27-2 0 0,-27 2-16 16,30-3-240-16,-30 3 0 0,29-3 0 16,-29 3 0-16,25-4 0 0,-25 4 0 15,0 0 0-15,23-5-160 0,-23 5-496 16,0 0-112-16,0 0 0 0,0 0-17664 0</inkml:trace>
  <inkml:trace contextRef="#ctx0" brushRef="#br0" timeOffset="136004.28">13091 11209 12895 0,'3'1'1152'0,"0"-1"-928"16,-3 0-224-16,0 0 0 16,0 0 3888-16,0 0 720 0,0 0 160 0,0 0 32 0,36-1-1344 0,-36 1-256 15,38-6-48-15,-15 3-16 0,0-2-2112 0,-4 0-416 16,-19 5-96-16,34-7 0 0,-34 7-512 0,24-9 128 16,-24 9-128-16,17-8-19216 0</inkml:trace>
  <inkml:trace contextRef="#ctx0" brushRef="#br0" timeOffset="137570.78">14383 10671 20271 0,'2'-3'1792'0,"-1"1"-1424"16,0 0-368-16,-1 2 0 0,0 0 2496 0,0-2 416 0,0-1 96 0,0-2 0 16,-1 1-464-16,0-1-112 0,-2 0 0 0,1 1-16 15,-2 1-1600-15,0 0-320 0,-1 1-64 0,1 2-16 16,-2-1-208-16,0 0-32 0,0 1-16 0,1 2 0 15,-1 0-160-15,1 1 0 0,0 2 0 0,0 2 0 16,2 0 0-16,3-7 0 0,-6 21 0 0,6-21 0 0,-4 30 0 0,4-30 0 16,-3 39 0-16,3-39 128 0,0 43-128 0,0-43 0 15,1 52 0-15,-1-52 0 16,2 54 0-16,-2-54 0 0,7 60 0 0,-4-27 0 0,0 1 0 16,0 0 0-16,-1 1 0 0,-2-3 0 15,-1-3 0-15,-2-1 0 0,0-2 0 0,-1-4 0 0,-1-2 0 0,0-2 0 16,-4 2 0-16,0-3 0 0,1-2 0 0,-2-1 0 15,2-5 0-15,0 0 0 0,-1-1 0 0,0-4 0 16,0 1 0-16,-2-5 0 0,-2 0 0 16,-1-5 0-16,-1 1-160 0,0-6-18464 0</inkml:trace>
  <inkml:trace contextRef="#ctx0" brushRef="#br0" timeOffset="137838.66">14179 11044 12895 0,'1'-1'576'0,"0"-1"112"0,0 2-560 0,-1 0-128 0,1 2 0 0,-1-2 0 15,0 1 1136-15,1 1 192 16,-1-2 32-16,0 0 16 0,0 0 432 0,0 0 96 16,0 0 16-16,0 0 0 0,0 0 832 0,0 0 192 15,0 0 16-15,0 0 16 0,37 6-1184 0,-31-9-256 0,3-2-32 0,0-1-16 16,2 0-736-16,1 0-160 0,2-1-16 0,0 0-16 15,1 1-208-15,1 0-32 0,0 2-16 0,1-3 0 16,-17 7-304-16,33-9 0 0,-33 9 0 0,29-6 0 16,-29 6 0-16,26-4 0 0,-26 4 0 0,0 0-19520 15</inkml:trace>
  <inkml:trace contextRef="#ctx0" brushRef="#br0" timeOffset="139691.15">14520 11312 16575 0,'0'-1'1472'0,"0"1"-1168"0,0-2-304 0,0 2 0 0,0 0 1456 15,0 0 224-15,0 0 48 0,0-1 16 16,-1 1 608-16,1 0 112 0,-1 3 32 0,0-2 0 0,-1 1-1264 0,2-2-240 16,0 0-48-16,0 0-16 0,-7 19-528 0,7-19-96 15,-5 18-32-15,5-18 0 0,-7 19-272 0,7-19 0 16,-7 26 0-16,7-26 0 0,-7 31 240 0,7-31-64 15,-6 31-16-15,6-31 0 0,-6 28 176 0,6-28 48 16,0 0 0-16,-2 31 0 0,2-31 80 0,0 0 32 16,0 0 0-16,0 0 0 0,0 0-208 0,0 0-32 0,0 0-16 15,37-5 0-15,-28-4-48 0,2-3 0 16,0-2 0-16,-1 0 0 0,1-3-192 0,-1 3 0 16,-2-3 0-16,0 1 0 0,-1 1 0 0,-2-1 0 15,-1 0 0-15,-2 1 0 0,-2 3 0 0,-3 3 0 16,0 1 0-16,-3 0 0 0,-1 2 0 0,-2 4 0 15,0 0 0-15,-1 3 0 0,1 2 0 0,0 0 0 0,0 4 0 0,1-3 0 16,1 2-144-16,2 0 144 0,0 2-208 0,5-8-18112 16</inkml:trace>
  <inkml:trace contextRef="#ctx0" brushRef="#br0" timeOffset="139866.66">14645 11463 17503 0,'0'0'1552'0,"0"0"-1232"0,-4 19-320 0,4-19 0 16,0 0 3680-16,0 0 672 0,0 0 144 0,0 0 32 0,0 0-2112 0,6 31-432 15,-6-31-64-15,0 0-32 0,0 0-1472 0,0 0-288 16,24 33-128-16,-24-33 0 16,0 0 0-16,0 0-240 0</inkml:trace>
  <inkml:trace contextRef="#ctx0" brushRef="#br0" timeOffset="140285.22">14821 11407 19343 0,'0'0'1728'0,"0"0"-1392"0,0 0-336 0,0 0 0 16,0 0 2864-16,0 0 496 0,0 0 96 16,0 0 32-16,0 0-880 0,28-1-176 0,-28 1-48 15,18-7 0-15,-18 7-1776 0,21-9-352 0,-12 1-80 16,0 1-16-16,1-2-160 0,-1-2 0 0,-1-2 0 15,1-1 0-15,-1 0 0 0,-1-1 0 0,-1 1 0 16,-2-3 0-16,-2 3 0 0,0 1 0 0,-1 2 0 0,-2 0 0 16,-1 4 0-16,-2-1 0 0,-1 4 0 15,-2 2 0-15,-4 4-176 0,0 2 176 0,-2 6-128 0,0-1 128 32,0 3-464-32,0 0-16 0,0 5 0 0,1-2 0 0,1 1 480 0,2 0-144 0,1 1 144 0,8-17 0 15,-11 30 0-15,11-30 304 0,0 0-48 0,-1 32-16 16,1-32 16-16,0 0 0 0,0 0 0 0,0 0 0 15,36 18-256-15,-36-18 144 0,0 0-144 0,32-4 128 16,-32 4-128-16,21-8 0 0,-21 8 0 0,20-9 128 16,-20 9-128-16,18-6 0 0,-18 6 0 0,0 0 0 0,0 0 0 0,0 0 0 15,0 0 0-15,0 0 0 16,0 0 0-16,3 30 0 0,-11-13 0 0,-1 1 0 0,-2 4 0 16,-1-1 0-16,-1 2 0 0,0-1 0 0,1 2 0 15,2-5 0-15,1 2 0 0,1-4 0 0,8-17 176 0,-11 33-48 16,11-33-128-16,0 0 192 0,0 0-192 0,4 30 0 0</inkml:trace>
  <inkml:trace contextRef="#ctx0" brushRef="#br0" timeOffset="140669.43">15158 11276 11055 0,'1'0'480'0,"-1"0"112"0,0 0-464 0,-1 0-128 0,1 0 0 0,0 0 0 16,0 0 2672-16,0 0 512 0,0 0 96 0,-6 6 32 16,3-3 560-16,3-3 112 0,0 0 32 0,0 0 0 15,0 0-2240-15,0 0-448 0,0 0-96 0,0 0-16 16,0 0-672-16,0 0-144 0,31 2-16 0,-31-2-16 15,22-7-240-15,-22 7-128 0,25-11 160 0,-12 6-160 16,0 0 0-16,-13 5 0 0,25-11 0 0,-25 11 0 16,22-6 0-16,-22 6 0 0,0 0 0 0,21-4 0 15,-21 4 0-15,0 0 0 0,0 0 0 0,0 0 0 0,0 0 0 0,5 36 0 16,-5-36 0-16,-12 34 0 0,5-14 0 16,-1 1 0-16,-3 2 0 0,2 2 0 0,-1 0 0 15,0 1 0-15,0-2 0 0,2 0 0 0,1-2 0 0,0-2 0 16,7-20 0-16,-9 36 0 0,9-36 0 0,-4 29 0 15,4-29 0-15,0 0 0 0,1 29 0 0,-1-29 0 16,0 0 0-16</inkml:trace>
  <inkml:trace contextRef="#ctx0" brushRef="#br0" timeOffset="140906.39">15185 11477 23039 0,'0'0'2048'0,"0"0"-1648"0,0 0-400 0,0 0 0 0,0 0 2768 16,0 0 480-16,0 0 80 0,0 0 32 0,5-7-1568 0,-5 7-304 16,12-12-64-16,-3 3-16 15,0 2-864-15,2-1-176 0,1 1-48 0,1-1 0 16,3 0-96-16,-1 1-32 0,-15 7 0 0,29-10 0 16,-29 10-192-16,26-7 0 0,-26 7 0 0,0 0 0 15,32-3-192-15,-32 3-64 0,0 0-32 0,24-3-18112 16</inkml:trace>
  <inkml:trace contextRef="#ctx0" brushRef="#br0" timeOffset="141239.57">15611 11242 19343 0,'0'0'1728'0,"0"0"-1392"16,0 0-336-16,0 0 0 15,0 0 3104-15,0 0 544 0,0 0 128 0,0 0 0 0,0 0-1200 0,0 0-240 16,0 0-48-16,-2 36-16 0,2-36-1600 0,-7 14-320 0,7-14-64 0,-10 17-16 15,10-17-272-15,-13 21 160 16,13-21-160-16,-12 24 128 0,12-24-128 0,-11 27 0 0,11-27 0 0,-8 29 0 16,8-29 160-16,-2 27-160 15,2-27 192-15,0 0-192 0,9 33 224 0,-9-33-64 16,0 0-16-16,0 0 0 0,26 24-144 0,-26-24 0 16,0 0 0-16,29 9 128 0,-29-9-128 0,0 0 0 0,32 10 0 0,-32-10 0 0,0 0 0 0,0 0 0 31,33 16 0-31,-33-16 0 0,0 0 0 0,0 0 0 15,0 0 0-15,16 31 0 0,-16-31 0 0,0 0 0 0,-5 24 0 0,5-24 0 16,-9 14 0-16,9-14 0 0,-12 10 0 0,4-6 0 16,-4-1 0-16,-1 1 0 15,-1-3 0-15,-1-1 0 0,-2-1 0 0,-1-1 0 0,3-1-192 0,-1-3-12640 16,0-2-2528-16</inkml:trace>
  <inkml:trace contextRef="#ctx0" brushRef="#br0" timeOffset="141381.35">15568 11361 22751 0,'1'-2'496'0,"0"1"96"0,0-1 32 0,-1 2 16 0,0 0-512 0,0 0-128 0,0 0 0 0,12-7 0 15,-12 7 3232-15,19-12 608 0,-5 5 128 0,2-3 32 16,-2 2-2480-16,3 0-496 0,1-2-112 0,-1 1-16 16,1 0-640-16,0 0-256 0,-2 1 176 0,0 2-176 15,-16 6-416-15,28-6-176 0</inkml:trace>
  <inkml:trace contextRef="#ctx0" brushRef="#br0" timeOffset="141603.9">16010 11524 41471 0,'0'0'1840'0,"0"0"368"16,0 0-1760-16,0 0-448 0,0 0 0 0,0 0 0 0,0 0 448 0,0 0 0 0,0 0 0 0,0 0 0 16,-6 36-224-16,0-24-32 15,-2 1-16-15,-1 0 0 0,2 0-176 0,-2 0 0 0,1-1 0 0,-1 0-19440 16</inkml:trace>
  <inkml:trace contextRef="#ctx0" brushRef="#br0" timeOffset="145088">16264 11292 23951 0,'0'0'2128'0,"0"0"-1696"0,0 0-432 0,0 0 0 15,0 0 1520-15,0-1 208 16,0 1 64-16,2-1 0 0,-1-1-384 0,0 1-64 0,0-1 0 0,0 0-16 16,0 1-624-16,-1 1-128 0,0 0-32 0,0 0 0 15,0 0-64-15,0 0-16 0,0 0 0 0,0 0 0 0,0 0-96 0,0 0-32 16,0 0 0-16,0 0 0 15,0 0-16-15,0 0-16 0,0 0 0 0,0 0 0 0,0 0-112 16,0 0 0-16,0 0-16 0,0 0 0 0,29 3-48 0,-25-6 0 16,0 0 0-16,-1 0 0 0,2 0-128 0,-1-1 0 15,-1 2 0-15,1-1 0 0,-4 3 0 0,5-3 0 16,-5 3 0-16,0 0 0 0,0 0 0 0,0 0 0 16,0 0 0-16,0 0 0 0,0 0 0 0,0 0 0 15,0 0 0-15,0 0 0 0,0 0 0 0,0 0 0 16,0 0 0-16,0 0 0 15,0 0 0-15,0 0 0 0,0 0 0 0,0 0 0 0,0 0 0 0,0 0 0 0,0 0 0 0,0 0 0 16,0 0 0-16,0 0 0 0,0 0 128 0,0 0-128 16,0 0 0-16,29 7 0 15,-29-8 0-15,0 1 0 0,0 0 0 0,0 0 0 0,0 0 0 0,0 0 0 16,0 0 0-16,0 0 0 0,0 0 0 0,0 0 0 16,0 0 0-16,0 0 0 0,0 0 0 0,0 0 0 15,0 0 0-15,0 0 0 0,0 0 0 0,0 0 0 16,0 0 0-16,0 0 0 0,0 0 0 0,0 0 0 15,0 0 0-15,0 0 0 0,0 0 128 0,25-1-128 16,-25 1 0-16,0 0 192 0,0 0-192 0,0 0 192 0,0 0-192 16,0 0 160-16,0 0-160 0,0 0 160 0,0 0-160 0,0 0 0 15,0 0 0-15,0 0 128 16,0 0-128-16,0 0 0 0,0 0 0 0,0 0 0 16,0 0 0-16,0 0 0 0,0 0 0 0,0 0 0 0,0 0 0 0,0 0 0 15,0 0 0-15,0 0 0 0,0 0 0 0,0 0 0 16,0 0 0-16,0 0 0 0,0 0 0 0,0 0 0 15,0 0 0-15,0 0 0 0,0 0 0 0,0 0 0 16,0 0 0-16,0 0 0 0,0 0 0 0,0 0 0 0,0 0 0 0,0 0 0 16,0 0 0-16,0 0 0 15,0 0 0-15,0 0 0 0,-6 12 0 0,6-12 0 0,0 0 0 0,0 0 0 16,0 0 0 0,0 0 0-16,0 0 0 0,0 0 0 0,0 0 0 0,0 0 0 0,0 0 128 0,0 0-128 15,0 0 0-15,0 0 0 0,0 0 144 0,0 0-144 16,0 0 128-16,0 0-128 0,0 0 160 0,0 0-160 15,0 0 0-15,0 0 0 0,0 0 0 0,0 0 0 16,0 0 0-16,0 0 128 0,0 0-128 0,0 0 0 16,0 0 0-16,0 0 0 0,0 0 0 0,0 0 0 15,0 0 0-15,0 0 0 0,0 0 0 0,0 0 0 0,0 0 0 0,0 0 0 16,0 0 0-16,0 0 0 0,0 0 0 0,0 0 0 16,0 0 0-16,0 0 0 0,0 0 0 0,0 0 0 15,0 0 0-15,0 0 0 0,0 0 0 16,0 0 0-16,0 0 0 0,0 0 0 15,0 0 0-15,0 0 128 0,0 0-128 0,0 0 0 0,0 0 0 0,0 0 0 32,0 0 128-32,0 0-128 0,0 0 0 0,0 0 0 15,0 0 0-15,0 0 0 0,0 0 0 0,0 0 0 16,19-5 0-16,-18 5 0 0,0-2 0 0,0 1 0 16,-1 1 0-16,0 0 0 0,0 0 0 0,0 0 128 0,0 0-128 0,0 0 0 15,0 0 0-15,0 0 0 0,0 0 0 0,0 0 0 16,0 0 0-16,0 0 0 0,0 0 0 0,0 0 0 15,0 0 0-15,0 0 0 0,0 0 0 0,0 0 0 16,0 0 0-16,0 0 0 0,0 0 0 0,22-4 0 16,-22 4 0-16,0 0 0 0,8-4 0 0,-6 3 0 15,-2 1 0-15,0 0 0 0,8-5 0 0,-6 3 0 16,-2 2 0-16,0 0 128 0,0 0-128 0,0 0 0 16,0 0 160-16,0 0-160 0,0 0 160 0,0 0-160 0,0 0 0 0,0 0 0 15,0 0 0-15,0 0 0 0,0 0 0 0,0 0 0 16,0 0 0-16,0 0 0 0,0 0 0 0,0 0 0 15,0 0 0-15,0 0 0 16,0 0 0-16,0 0 0 0,0 0 0 0,0 0 0 0,0 0 0 0,0 0 0 16,0 0 0-16,0 0 0 0,0 0 0 0,23 0 0 15,-23 0 0-15,1 0 0 0,-1 0 0 0,0 0 0 16,0 0 0-16,0 0 0 0,0 0 0 0,0 0 0 0,0 0 0 0,0 0 0 16,0 0 0-16,1 0 0 0,-1 0 0 0,0 0 0 15,0 0 0-15,0 0 0 0,0 0 0 0,0 0 0 16,-1 2 0-16,1-2 0 0,0 0 0 0,0 0 0 15,0 0 0-15,0 0 0 0,0 0 0 0,0 0 0 16,0 0 0-16,1 0 0 0,-1 0 0 0,0 0 0 16,0 0 0-16,0 0 0 0,0 0 0 0,1 0 0 15,-1 0 0-15,0 0 0 0,0 0 0 0,0 0 0 16,1 0 0-16,-1 0 0 0,-1 0 0 0,1 0 0 16,0 0 0-16,0 0 0 0,0 0 0 0,0 1 0 15,0-1 0-15,0 0 0 0,1-1 0 0,-1 1 0 0,0 0 0 0,0 0 0 16,1 0 0-16,-1-2 0 15,0 2 0-15,1 0 0 0,-1 0 0 0,0 0 0 0,0 0 0 0,1 0 0 16,-1 0 0-16,0 0 0 0,1 0 0 0,-1 0 0 16,1 0 0-16,-1 0 0 0,0 0 0 15,0 0 0-15,0 0 0 0,0 0 0 0,0 0 0 0,0 0 0 16,0 0 0-16,0 0 0 0,0 0 0 0,0 0 0 16,0 0 0-16,0 0 0 15,0 0 0-15,0 0 0 0,0 0 0 0,0 0 0 0,0 0 0 16,0 0 0-16,0 0 0 0,0 0 0 0,0 0 0 15,0 0 0-15,0 0 0 0,0 0 0 0,0 0 0 0,0 0 0 0,0 0 0 16,0 0 0 0,0 0 0-16,0 0 0 0,0 0 0 0,0 0 0 0,0 0 0 15,1 0 0-15,-1 0 0 0,0 0 0 0,0 0 0 0,0 0 0 16,0 0 0-16,0 0 0 0,0 0 0 0,1 0 0 16,-1 0 0-16,0 0 0 0,0 0 0 0,0 0 0 0,0 0 0 0,0 0 0 15,0-1 0-15,0 1 0 16,0 0 0-16,0 0 0 0,0 0 0 0,0 0 0 15,0 0 0-15,0 0 0 0,0 0 0 0,0 0 0 16,0 0 0-16,0 0 0 0,0 0 0 0,0 0 0 0,0 1 0 16,0-1 0-16,0 0 0 0,0 0 0 0,-1 0 0 15,1 0 0-15,0 0 0 0,0 0 0 0,0 0 0 16,0 0 0-16,0 0 0 0,0 0 0 0,0 0 0 0,0 0 0 16,0 0 0-16,1 0 0 15,-1 2 0-15,0-4 0 0,0 2 0 0,0 0 0 0,0 0 0 0,0 0 0 16,0 0 0-16,0 0 0 0,0 0 0 0,0 0 0 15,0 0 0-15,0 0 0 0,0 0 0 0,0 0 0 0,0 0 0 0,0 0 0 0,0 0 0 0,0 0 0 32,0 0 0-32,0 2 0 0,0-2 0 0,0 0 0 15,0 0 0-15,0 0 0 0,0 0 0 0,0 0 0 0,0 0 0 0,0 0 0 16,0 0 0-16,0 0 0 0,0 0 0 0,0 0 0 16,0 0 0-16,0 0 0 15,0-2 0-15,0 2 0 0,0 0 0 0,0 0 0 16,0 0 0-16,0 0 0 0,0 0 0 0,0 0 0 0,0 0 0 0,0 0 0 15,0 0 0-15,0 0 0 0,0 0 0 0,0 0 0 16,0 0 0-16,0 0 0 0,0 0 0 0,0 0 0 0,0 0 0 0,0 0 0 16,0 0 0-16,0 0 128 0,0 0-128 0,0 0 0 15,0 0 0-15,0 0 0 0,0 0 0 0,1 0 0 16,-1 0 0-16,0 0 0 0,0 0 0 0,0 0 0 16,0 0 0-16,0-1 0 0,0 1 0 15,0 0 0-15,0 0 0 0,0 0 0 0,0 0 0 0,0 0 0 16,0 0 0-16,0 0 0 0,0 0 0 15,0 0 0-15,0 1 0 0,0-1 0 0,0 0 0 0,0 0 0 16,0 0 0-16,0 0 0 0,0 0 0 0,0-1 0 16,0 1 0-16,0 0 0 0,0 0 0 0,0 1 0 15,0-1 0-15,0 0 0 0,0-1 0 0,0 1 0 16,0 0 0-16,0 0 0 0,0 0 0 0,0 0 0 16,0 0 0-16,0 0 0 0,-1 0 0 0,1 0 0 0,0 0 0 0,0 0 0 15,0 0 0-15,0 0 0 0,0 0 0 0,0 0 0 16,0 0 0-16,0 0 0 0,0 0 0 0,0 0 0 15,0 0 0-15,0 0 0 0,-1-1 0 0,1 1 128 16,0 0-128-16,0 0 0 16,0 0 0-16,0 0 0 0,0 0 0 0,0 0 0 0,0 0 0 0,0-2 0 15,0 2 0-15,0 0 0 16,0-1 0-16,0 1 0 0,0 0 0 0,0 0 0 0,0 0 0 16,0 0 0-16,0 0 0 0,0 0 0 0,0 0 0 0,0 0 0 15,0-1 0-15,0 1 0 0,1 0 0 0,-1-1 0 16,-1 1 0-16,1 0 0 15,0 0 0-15,1 0 128 0,-1 0-128 0,0 0 0 16,-1 0 128-16,1 0-128 0,0 0 176 0,0 0-176 0,0 0 128 0,0 0-128 16,0 0 0-16,0 0 0 0,0 0 128 0,0 0-128 15,1 0 0-15,-1 0 0 0,0 0 0 0,0 0 0 16,0 0 0-16,0 0 0 0,0 0 0 0,0 0 0 16,0 0 0-16,0 0 0 0,0 0 0 0,0 0 0 15,0 0 0-15,0 0 0 0,0 0 0 0,0 1 0 16,0-1 0-16,1 0 0 0,-1 1 0 0,0-1 0 15,0 0 0-15,0 0 0 0,0 0 0 0,0 0 0 16,0 0 0-16,0 0 0 0,0 0 0 0,0 0 0 16,0 0 0-16,0 0 0 0,0 0 0 0,0 0 0 0,0 0 0 0,0 0 0 15,0 0 0-15,0 0 0 0,0 0 0 16,3 31 0-16,-3-31 0 0,0 0 0 0,0 0 0 0,0 0 0 16,0 0 0-16,0 0 0 0,0 0 0 0,0 0 0 15,0 0 0-15,0 0 0 0,0 0 0 16,0 0 0-16,0 0 0 0,0 0 0 0,0 0 0 0,0 0 0 15,0 29 0-15,0-29 0 0,0 0 0 0,0 0 0 16,0 0 0-16,0 0 0 0,0 0 0 0,0 0 0 16,0 0 0-16,0 0 0 0,-1 2 0 0,1-2 0 15,0 0 0-15,0 0 0 0,0 0 0 0,0 0 0 0,0 0 0 0,0 0 0 16,0 0 0-16,0 0 0 16,0 0 0-16,0 0 0 0,0 0 0 0,0 0 0 0,0 0 0 0,0 0 0 15,0 0 0-15,0 0 0 0,0 0 0 0,0 0 0 16,0 0 0-16,0 0 0 0,0 0 0 15,0 0 0-15,0 0 0 0,0 0 0 0,0 0 0 0,0 0 0 16,0 0 0-16,0 0 0 0,0 0 0 0,0 0 0 16,0 0 0-16,0 0 0 0,5-6 128 0,-5 3-128 15,0-2 0-15,0-2 0 0,0 2 0 0,0-2 0 16,-1-1 0-16,0 2 0 0,1-1 0 0,-1 2 0 0,-1 0 0 16,0-1 0-16,1 3 0 0,-1-2 0 0,0 2 0 15,0 1 0-15,0 2 0 0,0 0 0 0,-1 0 0 0,1 0 0 16,0 0 0-16,0 2 0 15,-1-2 0-15,-1 1 0 0,2 1 0 0,-2-2 0 0,0 2 0 16,1-2 0-16,0 1 0 0,0-1 0 0,-1 0 0 0,0-1 0 16,3 1 0-16,-3 0 0 0,1-2 0 0,-2 2 0 15,2-3 0-15,-1 3 0 0,0 0 0 0,1-2 0 16,0 2 0-16,-1 0 0 0,1 2 0 0,0-1 0 16,0 1 0-16,0 0 0 0,0 1 0 0,3-3 0 0,0 0 0 0,-7 11 0 15,7-11-128-15,0 0 128 0,-8 15 0 0,8-15 0 16,0 0 0-16,-7 16 0 15,7-16 0-15,-6 12 0 0,6-12 0 0,0 0 0 0,-8 16 0 0,8-16 0 16,0 0 0-16,-6 12 0 0,6-12 0 0,0 0 0 16,0 0 0-16,0 0 0 0,0 0 0 0,-8 15 0 15,8-15 0-15,0 0 0 0,0 0 0 0,0 0 0 16,0 0 0-16,0 0 0 0,0 0 0 0,0 0 0 16,0 0 0-16,2 29 0 0,-2-29 0 15,0 0 0-15,0 0 0 0,0 0 0 16,0 0 0-16,0 0 0 0,0 0 0 0,0 0 0 0,0 0 0 0,13 33 0 15,-13-33 0-15,0 0 0 0,0 0 0 0,0 0 0 16,0 0 0-16,0 0 0 0,21-3 0 0,-21 3 0 16,11-10 0-16,-5 2 0 0,1 2 0 15,-1-1 0-15,1-1 0 0,-1 2 0 0,0-1 0 0,0 0 0 16,0 2 0-16,-2 0 0 0,-4 5 0 0,9-5 0 16,-9 5 0-16,0 0 0 0,0 0 0 0,0 0 0 0,0 0-128 0,0 0 128 15,0 0 0-15,0 0 0 0,0 0 0 0,0 0 0 16,0 0 0-16,0 0 0 0,0 0 0 0,0 0 0 15,0 0 0-15,0 0 0 0,0 0 0 0,16-7 0 16,-15 3 0-16,0 1 0 0,0-1 0 0,0 1 0 0,-2 1 0 0,2-1 0 16,-1 1 0-16,0 2 0 15,0-1 0-15,0 0 0 0,0 1 0 0,0 0 0 16,0 0 0-16,0 0 0 16,0 0 0-16,-6 16 0 0,6-16 0 0,0 0 0 0,0 0 0 0,-5 31 0 15,5-31 0-15,0 0 0 16,-3 32 0-16,3-32 0 0,0 0 0 0,-4 39 0 0,4-39 0 0,-3 37 0 15,3-37 0-15,-6 44 0 0,2-21 0 0,0 0 0 16,-1 2 0-16,-1-1 0 0,0-2 0 0,0-1 0 16,6-21 0-16,-12 35 0 0,12-35 0 0,-8 21 0 15,8-21 0-15,0 0 0 0,0 0 0 0</inkml:trace>
  <inkml:trace contextRef="#ctx0" brushRef="#br0" timeOffset="145371.19">16779 11498 11103 0,'0'0'240'0,"0"0"48"0,0 0 16 0,0 0 16 0,0 0-320 16,0 0 0-16,0 0 0 0,0 0 0 0,0 0 3840 0,0 0 688 15,0 0 144-15,0 0 16 0,0 0-1360 0,0 0-288 16,-5 22-48-16,5-22-16 0,0 0-1552 0,0 0-304 16,-4 28-64-16,4-28-16 0,0 0-464 0,-1 28-80 15,1-28-32-15,0 0 0 0,0 27-304 0,0-27-160 0,0 0 160 0,-3 28-160 16,3-28 0-16,-8 17 0 0,3-8 0 0,-2-3-19728 16</inkml:trace>
  <inkml:trace contextRef="#ctx0" brushRef="#br0" timeOffset="145888.48">17100 11280 8287 0,'0'-1'368'15,"0"0"80"-15,0-1-448 0,0 2 0 0,-1 0 0 0,1 0 0 0,-1 0 1648 0,0-2 240 16,0 2 48-16,-1 0 16 0,0 2 512 0,0-2 96 15,0 2 32-15,0 0 0 0,2-2-368 0,0 0-80 16,0 0-16-16,0 0 0 0,0 0-656 0,0 0-144 0,0 0-32 0,0 0 0 16,22-2-528-16,-13-3-96 0,1 0-32 0,1 1 0 15,1-4-224-15,1 2-48 16,1-2-16-16,0 1 0 0,0 0-176 0,-1 0-48 16,-1 2 0-16,0 3 0 0,-12 2-128 0,16-5 160 0,-16 5-160 0,0 0 160 15,0 0-160-15,0 0 0 0,0 0 0 0,0 0 0 16,0 0 0-16,22 35 0 15,-22-35 0-15,-5 22 0 0,5-22 0 0,-7 26 160 16,7-26-160-16,-11 28 160 0,11-28 16 0,-10 34 0 0,10-34 0 16,-11 35 0-16,11-35-16 0,-8 36 0 0,8-36 0 15,-7 40 0-15,7-40-160 0,-7 43 192 0,7-43-192 0,-9 45 192 16,5-19-192-16,-2 2 0 0,1-1 0 0,-1 1 0 16,0-2 0-16,0-1 0 0,0 0 0 0,6-25 0 15,-9 40 0-15,9-40-144 0,-10 28 0 0,10-28-18928 16</inkml:trace>
  <inkml:trace contextRef="#ctx0" brushRef="#br0" timeOffset="146116.35">17050 11550 27647 0,'0'0'2448'0,"0"0"-1952"0,0 0-496 0,0 0 0 16,0 0 2560-16,0 0 400 15,0 0 96-15,19-11 16 0,-19 11-1632 0,23-14-320 0,-9 6-64 0,2 0-16 16,1-1-528-16,0 0-96 16,2 0-32-16,-2 1 0 0,1 0-192 0,-1 0-64 0,-2 3 0 0,1-2-13184 31,-1 0-2656-31</inkml:trace>
  <inkml:trace contextRef="#ctx0" brushRef="#br0" timeOffset="146538.13">17718 11029 14735 0,'-3'0'640'0,"0"-2"160"0,1 1-640 0,1-1-160 15,0 2 0-15,1-1 0 0,0 0 1984 0,0-1 384 16,0-1 64-16,0 0 0 0,1-1 672 0,1-1 128 16,1 1 32-16,0 1 0 0,2-1-1360 0,-5 4-272 15,13-5-48-15,-13 5-16 0,0 0-816 0,31-3-176 16,-31 3-16-16,28-2-16 0,-28 2-320 0,28 0-64 16,-28 0-16-16,28-2 0 0,-28 2-144 0,0 0 0 15,35-2 0-15,-35 2 0 16,0 0-368-16,32-3-48 0,-32 3-16 0,0 0-18416 0</inkml:trace>
  <inkml:trace contextRef="#ctx0" brushRef="#br0" timeOffset="146717.54">17760 11148 28559 0,'0'0'1264'0,"0"0"272"0,0 0-1232 0,0 0-304 0,0 0 0 0,0 0 0 16,0 0 2032-16,0 0 336 0,0 0 80 0,33-6 16 15,-33 6-1056-15,24-6-224 0,-24 6-32 0,27-10-16 16,-27 10-624-16,29-10-128 0,-29 10-32 0,31-11 0 16,-31 11-224-16,30-10-128 0,-30 10 160 0,30-8-160 0,-30 8 0 15,30-9-160-15,-30 9 0 0,27-9-18832 16</inkml:trace>
  <inkml:trace contextRef="#ctx0" brushRef="#br0" timeOffset="147107.07">19229 10332 21183 0,'1'-7'944'0,"0"2"192"0,1 0-912 0,0 1-224 0,-2 1 0 0,1 2 0 0,0 0 2288 16,1-4 400-16,1 0 96 0,1-2 16 0,-2 0-304 0,2 2-64 15,-2 0-16-15,-1 5 0 0,0 0-1520 0,-1 0-320 16,0 0-48-16,0 0-16 0,1 31-320 0,-1-31-64 15,-1 33 0-15,1-33-128 0,-3 43 128 0,3-43-128 16,-3 51 0-16,1-23 0 16,1 1 0-16,1-29 0 0,-2 56 0 0,2-56 0 0,-1 52 0 0,1-52 0 0,2 43 0 0,-2-43 0 15,3 33-208-15,-3-33-48 0</inkml:trace>
  <inkml:trace contextRef="#ctx0" brushRef="#br0" timeOffset="147619.7">18469 10934 7887 0,'-5'2'160'0,"2"-2"32"0,0 1 16 0,1 1 48 0,2-2-256 0,-2 0 0 0,1 2 0 0,-2-1 0 16,-1 3 2752-16,-1-2 512 0,-1 0 112 0,1 2 16 15,0-2-384-15,1 1-80 0,1-2-16 0,1-1 0 16,1 0-800-16,0 0-176 0,1 0-16 0,0-1-16 15,0 0-816-15,2 1-176 0,0-3-16 0,1 1-16 16,2 2-592-16,1-3-112 0,-6 3-32 0,18-3 0 16,-18 3-144-16,28-3 192 0,-28 3-192 0,38-3 192 15,-14 3 16-15,3 0 16 0,3 0 0 0,3 0 0 0,5 0-96 16,-1-2-128-16,0 2 176 0,7 0-176 0,8-2 144 0,5-1-144 16,2 2 0-16,2-3 144 15,-2-1-144-15,1-1 0 0,3-2 0 0,0 1 0 0,0-2 0 0,1-1 0 16,0 1 144-16,0-1-144 0,1 3 256 0,-1 0-32 15,2 4 0-15,-1-1 0 0,0 0-48 0,1 3-16 16,3 1 0-16,-2 1 0 0,-1 1-16 0,3 0 0 16,3-2 0-16,1 0 0 0,3 2-144 0,-1-2 0 15,-1-1 0-15,-2 0 0 0,-1-1 0 0,-2-1 0 0,2 1 0 16,-4-3 0-16,-2 0-272 0,-5-2 16 0,-7 5 0 16,-2 0-19392-16</inkml:trace>
  <inkml:trace contextRef="#ctx0" brushRef="#br0" timeOffset="148737.57">18766 11192 4607 0,'2'0'400'0,"-1"-2"-400"0,0 2 0 0,0 0 0 16,0 0 1696-16,-1 0 256 16,1-1 48-16,0 0 16 0,0 1 1248 0,1-3 240 15,0 1 48-15,0 0 16 0,0 1-960 0,-1-1-192 16,0 1-48-16,0 0 0 0,0-1-1264 0,-1 2-256 0,1-3-48 0,-1 3-16 15,0-2-464-15,1-1-80 0,-1 3-32 0,0-2 0 0,0 2 112 0,-1-2 32 16,0 0 0-16,-1 1 0 16,0 1 32-16,-1-2 0 0,0 2 0 0,1-2 0 15,-1 2-96-15,-1-1-16 16,0 1 0-16,1-2 0 0,-2 2-80 0,0-2-32 16,2 2 0-16,-1-2 0 0,0 0 32 0,1 1 16 15,0-1 0-15,-1 1 0 0,1 1-48 0,0 0-16 0,1 3 0 0,-2-2 0 16,0 3-144-16,1-2 128 0,-2 3-128 0,0 0 128 0,0 2-128 15,-1 2 0-15,1 1 0 0,-1 2 0 16,1 0 0-16,0 2 0 0,0 0 0 0,5-14 0 0,-5 33 0 16,5-33 0-16,-4 38 0 0,4-38 0 0,-3 41 0 0,3-41 0 15,1 49 0-15,-1-49 0 0,1 48 0 0,-1-48 0 16,1 48 0-16,-1-48 0 0,-3 46 0 16,3-46 0-16,-4 46 0 0,0-23 0 0,4-23 0 0,-9 41 0 15,9-41 0-15,-10 40 0 0,5-20 0 0,-3-2 0 16,1 1 0-16,-1-3 0 0,1-1 0 0,0-2 0 15,-1-4 0-15,1-1 0 0,-2-1 0 16,1-2 0-16,0 0 0 0,-2-3 0 0,0 0-176 16,1-1 48-16,-1 1 0 0,0-2 0 0,-1 2-608 0,0-2-112 0,1 0-32 0,1 0 0 31,0-2-1552-31,2 0-304 0,1-1-64 0,1-4-11600 0</inkml:trace>
  <inkml:trace contextRef="#ctx0" brushRef="#br0" timeOffset="148939.21">18532 11510 7999 0,'5'-7'176'0,"-2"4"32"0,-3 3 16 0,0 0 0 0,0 0-224 0,0 0 0 16,0 0 0-16,0 0 0 0,0 0 4288 0,0 0 800 15,1 32 160-15,-1-32 48 0,0 0-1888 0,-3 29-368 0,3-29-80 0,0 0-16 16,0 0-1616-16,0 0-336 16,0 0-64-16,0 0-16 0,0 0-480 0,37 18-112 15,-37-18 0-15,24-12-16 0,-11 5 48 0,2-2 16 0,2 0 0 0,-1 1 0 16,1-2-112-16,1 1-32 0,-2 2 0 15,0-1 0-15,-1 4-224 0,-2-3 0 0,-13 7 0 0,24-7 0 16,-24 7 0-16,22-8 0 0,-22 8-208 0,0 0-19344 16</inkml:trace>
  <inkml:trace contextRef="#ctx0" brushRef="#br0" timeOffset="149321.74">18870 11675 30399 0,'0'0'1344'0,"0"0"288"0,0 0-1312 0,0 0-320 15,0 0 0-15,0 0 0 0,0 0 1504 0,0 0 224 16,0 0 64-16,0 0 0 0,-5 25-896 0,5-25-160 16,-7 16-32-16,7-16-16 0,-8 23-496 0,8-23-192 15,-8 27 128-15,8-27-128 0,-3 28 144 0,3-28-144 0,0 0 160 0,2 36-160 16,-2-36 272-16,0 0-32 0,0 0-16 15,0 0 0-15,24 28-32 0,-24-28-16 0,0 0 0 0,26-9 0 16,-14 1-16-16,1-4 0 0,0-3 0 16,0-2 0-16,-1 0-160 0,0-1 0 0,-2 1 144 0,-4 0-144 15,0 1 0-15,-3 0 0 0,-3 3 0 0,-4 1 0 16,-2 3 0-16,-2 0 0 0,-2 4 0 16,-3 0 0-16,0 2 0 0,-1 4 0 0,0 3 0 0,1 1-128 15,1 2 128-15,1 0 0 0,1 3 0 16,2-1 0-16,1 1 0 0,7-10 0 0,-6 14-128 0,6-14 128 15,0 0-1408-15,0 0-208 0</inkml:trace>
  <inkml:trace contextRef="#ctx0" brushRef="#br0" timeOffset="149488.59">19092 11748 23039 0,'0'0'2048'0,"0"0"-1648"16,0 0-400-16,0 0 0 15,0 0 3248-15,0 0 560 0,0 0 112 0,0 0 32 16,0 0-1968-16,0 0-384 0,0 0-64 0,2 28-32 0,-2-28-976 0,0 0-192 0,0 0-32 0,0 0-16 31,0 0-288-31,0 0 0 0,20 28 0 0,-20-28 0 0,0 0 0 0,0 0-176 16,0 0 32-16,0 0-12720 0,0 0-2560 0</inkml:trace>
  <inkml:trace contextRef="#ctx0" brushRef="#br0" timeOffset="149723.63">19216 11666 11055 0,'0'0'976'16,"-1"0"-784"-16,1 0-192 0,0 0 0 16,-1 0 2592-16,1 0 480 15,0 0 80-15,-2 1 32 0,0 1-112 0,2-2-32 0,0 0 0 16,-4 5 0-16,2-3-1696 0,0 0-352 0,2-2-64 16,0 0-16-16,0 0-400 0,0 0-96 15,-5 13-16-15,5-13 0 0,0 0-192 0,-6 13-32 0,6-13-16 0,0 0 0 16,-6 17 80-16,6-17 16 0,0 0 0 0,0 0 0 15,-3 26-256-15,3-26 0 0,0 0 0 0,0 0 0 16,0 0-224-16,0 0-96 0,0 0 0 0,0 0-16 31,31 21-2400-31,-22-27-464 0,3-2-112 0,3-4-6096 16,1-2-1216-16</inkml:trace>
  <inkml:trace contextRef="#ctx0" brushRef="#br0" timeOffset="150276">19325 11669 3903 0,'0'0'352'0,"0"0"-352"0,0 0 0 0,0 0 0 0,0 0 2048 0,1-5 352 15,-1 5 64-15,0-2 16 16,-1 0 1584-16,0-1 320 0,-1 1 64 0,-1 2 16 0,1-2-1312 0,0 1-256 15,0 1-48-15,1-2-16 0,1 2-1456 0,-3-2-288 16,2-1-64-16,-1 1-16 0,1 0-416 0,-1-1-80 16,0 1 0-16,0 0-16 0,1-1-272 0,-1-1-48 0,0 1-16 0,-1 1 0 15,1-1-160-15,0 1 0 16,1-1 0-16,-1 1 128 0,0 0-128 0,1 2 0 0,-1-2 0 0,0 2 0 16,1-1 0-16,-1 1 0 0,1 0-128 0,0 0 128 15,-1 1-272-15,0 1 16 0,2-2 0 0,0 0 0 16,-5 4-48-16,3-3 0 0,2-1 0 0,0 0 0 15,0 0 304-15,0 0 0 0,0 0-128 0,-5 9 128 16,4-9 0-16,1 0 0 16,-3 0 0-16,3 0 0 0,-3 2 0 0,2-2 0 0,-2 0 0 0,1 0 144 15,-1 0 48-15,-1 1 0 16,2 0 0-16,-2-1 0 0,1 3-32 0,-1-2 0 0,1 3 0 0,-1-2 0 16,0 3-160-16,0 0 0 15,-1 0 144-15,0 2-144 0,5-7 128 0,-8 15-128 0,8-15 160 16,-6 15-160-16,6-15 128 0,0 0-128 0,-6 29 0 0,6-29 144 15,0 0 0-15,-2 26 0 0,2-26 0 0,0 0 0 0,0 0-144 0,6 31 192 16,-6-31-192-16,0 0 192 0,0 0-192 16,0 0 0-16,0 0 0 0,21 30 0 0,-21-30 0 15,0 0 0-15,0 0 0 0,0 0 0 16,0 0 0-16,0 0 0 0,35 5 0 0,-35-5 0 0,0 0 0 0,23-9 128 16,-23 9-128-16,17-11 0 0,-17 11 0 0,19-14 128 15,-10 6-128-15,-1-1 0 0,1 1 0 16,-2 1 0-16,0-2 0 0,-2 1 0 0,0-1 0 0,-2 0 0 15,1 1 0-15,-2-1 0 0,0-1 0 0,-2 1 0 16,-2-1 0-16,0 1 0 16,-1-1 0-16,0 1 0 0,-3-1 0 0,0-1 0 0,-3 1 0 15,0 1 0-15,-2 1 0 0,1 2 0 16,-1 1 0-16,0 2 0 0,1 2 0 0,1 1 0 0,1 1 0 16,0 2 0-16,2 2-144 0,1-1 144 0,1 1 0 0,1 0 0 15,3-5-128-15,0 0 128 0,0 0-176 0,0 0 32 16,0 0 0-16,0 0-20048 0</inkml:trace>
  <inkml:trace contextRef="#ctx0" brushRef="#br0" timeOffset="151281.31">19536 11585 5519 0,'0'-1'496'0,"0"-2"-496"0,0 3 0 0,0 0 0 16,0 0 1472-16,-1-2 208 0,1 2 48 0,-1-3 0 16,0 1 816-16,0 1 160 0,-1 0 48 0,1-1 0 15,-1 2-256-15,0 0-64 0,0 0 0 0,0 0 0 0,0 2-528 0,0 0-112 16,2-2-32-16,-2 2 0 0,2-2-544 0,-2 3-128 15,2-3 0-15,-2 2-16 16,2-2-592-16,0 0-112 0,0 0-32 0,0 0 0 16,0 0-96-16,0 0-32 0,0 0 0 0,0 0 0 0,0 0-16 0,9-7 0 0,-9 7 0 0,3-2 0 15,-3 2 0 1,3-2 0-16,-3 2 0 0,3-3 0 0,-3 3-48 0,0 0-16 16,0 0 0-16,4-5 0 0,-4 5-128 0,0 0 192 0,0 0-192 0,0 0 192 15,0 0-192-15,0 0 0 0,0 0 0 0,0 0 128 16,0 0-128-16,0 0 0 0,0 0 0 15,0 0 0-15,0 0 0 0,0 0 0 16,0 0 0-16,24-2 0 0,-24 2 160 0,0 0-160 0,0 0 192 0,22-5-192 16,-22 5 144-16,0 0-144 0,0 0 0 0,25-5 144 15,-25 5-144-15,0 0 0 0,0 0 0 0,0 0 0 16,0 0 0-16,0 0 0 0,0 0 0 0,32 22 0 16,-32-22 0-16,0 0 0 15,0 0 0-15,-5 31 0 0,0-20 0 0,-1-1 0 16,-1 3 0-16,-1-2 0 0,-2 3 0 0,0-2 0 0,-1 2 0 0,0-2 0 15,0 0 0-15,0 0 0 0,0 0 0 0,1-1 0 16,2-3 0-16,1-1 0 0,2-1 0 0,5-6 0 16,0 0 0-16,-7 10 0 0,7-10 0 0,0 0 0 15,0 0 0-15,0 0 0 0,0 0 0 0,0 0 0 0,0 0 0 0,22-5 0 16,-22 5 0-16,17-7 0 16,-17 7 0-16,22-9 0 0,-22 9 0 0,24-10 0 15,-24 10 0-15,24-9 0 0,-24 9 0 0,23-8 0 0,-23 8 0 0,21-9 0 16,-21 9-176-16,21-11 176 15,-12 5-976-15,-1 0-112 0</inkml:trace>
  <inkml:trace contextRef="#ctx0" brushRef="#br0" timeOffset="151656.4">19769 11553 16575 0,'0'0'736'0,"3"-7"160"0,-3 7-720 0,0 0-176 0,1-5 0 0,-1 5 0 15,0 0 3088-15,0 0 592 16,0 0 112-16,0 0 32 0,0 0-1168 0,0 0-224 0,0 0-64 0,0 0 0 15,-7 19-1536-15,7-19-320 16,-8 14-64-16,8-14-16 0,-12 19-256 0,12-19-48 0,-12 19-128 0,12-19 192 0,-13 22-48 0,13-22-16 16,-10 18 0-1,10-18 0-15,0 0 160 0,-6 23 32 16,6-23 0-16,0 0 0 0,0 0-128 0,0 0 0 0,0 0-16 16,0 0 0-16,0 0-176 0,29 25 0 15,-29-25 0-15,0 0 128 0,0 0-128 0,31 9 0 16,-31-9 0-16,0 0 0 0,0 0 0 0,0 0 0 15,32 17 0-15,-32-17 0 0,0 0 0 0,0 0 0 16,0 0 0-16,0 0 0 0,0 0 0 0,2 34 0 0,-2-34 0 0,-10 16 0 16,10-16 0-16,-14 14 0 0,14-14 0 0,-16 14 0 15,8-6 0-15,-1 1 0 0,1-2 0 0,-3-3 0 16,3 1 0-16,-1-2 0 0,-1-2 0 0,1 0 0 16,0 1 0-16,0-4 0 0,-1 2 0 0,1-2 0 15,0-1 0-15,-1-4-256 0,0 1 64 0,2-2-18832 16</inkml:trace>
  <inkml:trace contextRef="#ctx0" brushRef="#br0" timeOffset="151839.01">19633 11612 23039 0,'6'-6'1024'0,"-1"2"192"0,1-2-960 0,-6 6-256 16,0 0 0-16,11-8 0 0,-11 8 2848 0,13-7 528 0,1 0 96 0,4-3 32 15,1 1-1520-15,2 0-288 16,-1 1-64-16,-1 2-16 0,-19 6-1056 0,32-8-224 0,-32 8-32 15,26-2-16-15,-26 2-288 0,0 0 0 16,0 0 0-16,34 7 0 0,-34-7 0 0,0 0 0 0,0 0 0 0,0 0-18912 16</inkml:trace>
  <inkml:trace contextRef="#ctx0" brushRef="#br0" timeOffset="152437.2">20145 11648 12895 0,'0'0'1152'0,"0"0"-928"0,0 0-224 0,0 0 0 0,0 0 2544 0,0 0 464 16,0 0 80-16,0 0 32 0,0 0 336 0,0 0 80 16,0 0 16-16,0 0 0 0,0 0-1888 0,0 0-368 15,0 0-80-15,10 33 0 16,-10-33-768-16,0 0-160 0,-7 35-32 0,7-35 0 0,-8 26-256 0,8-26 0 15,-12 27 0-15,12-27 0 0,-15 25 0 0,15-25-224 16</inkml:trace>
  <inkml:trace contextRef="#ctx0" brushRef="#br0" timeOffset="152857.23">20269 11368 2751 0,'0'-4'256'0,"0"1"-256"16,1 1 0-16,-1 1 0 0,1-1 2704 0,-1 2 496 0,2 0 112 15,-1-1 16-15,-1 1 1408 0,0 0 304 0,12-4 48 16,-12 4 16-16,0 0-2416 0,22-7-464 0,-22 7-112 0,0 0 0 15,30-4-1424-15,-30 4-288 16,25-7-48-16,-25 7-16 0,32-8-144 0,-16 3-48 0,1 1 0 0,-1-1 0 16,-1 0-144-16,-2 1 0 0,-1-1 0 15,-3 0 128-15,-9 5-128 0,16-5 0 0,-16 5 0 0,0 0 0 16,0 0 0-16,15-7 0 0,-15 7 0 0,0 0 0 16,0 0 0-16,0 0 0 0,0 0 0 0,0 0 0 15,0 0 144-15,-9 25-144 0,9-25 160 0,-7 20-160 0,7-20 144 0,-8 27-144 16,8-27 128-16,-10 40-128 15,6-17 0-15,0 1 0 0,-1 2 0 0,0 0 0 16,0 0 0-16,0 3 0 0,-1-1 0 0,-1 0 0 0,2-1 0 16,-2-1 0-16,2 0 0 0,-1-3 0 15,6-23 0-15,-9 39 0 0,9-39 0 0,-10 30 0 16,10-30-192-16,-9 19 0 0,9-19-16 0,0 0-18688 16</inkml:trace>
  <inkml:trace contextRef="#ctx0" brushRef="#br0" timeOffset="153071.28">20307 11593 32255 0,'-4'1'1424'0,"2"-1"304"0,1 0-1392 0,0 0-336 16,1 0 0-16,0 0 0 0,0 0 1808 0,0 0 304 16,0 0 48-16,0 0 16 0,0 0-1232 0,0 0-240 0,22-6-64 0,-22 6 0 15,23-9-192-15,-9 4-32 16,4-1-16-16,4-2 0 0,1-2-208 0,0 1-32 0,1 0-16 0,-2-1 0 15,1 0-144-15,-1 2 0 0,-2 1 0 0,0 1 0 16,-20 6-240-16,36-11-16 0,-36 11-16 0,30-6-12688 16,-30 6-2528-16</inkml:trace>
  <inkml:trace contextRef="#ctx0" brushRef="#br0" timeOffset="153453.53">20717 11674 6447 0,'0'0'576'0,"0"0"-576"16,3-4 0-16,-3 4 0 0,0 0 4864 0,2-3 880 15,-2 3 160-15,0 0 48 0,0 0-1840 0,0 0-352 16,0 0-80-16,0 0-16 0,0 0-2272 0,0 0-464 15,0 0-96-15,0 0 0 0,-1 33-416 0,1-33-80 0,-10 21-16 0,4-11 0 0,-2 1-320 0,8-11 0 16,-15 20 0-16,8-13-20000 16</inkml:trace>
  <inkml:trace contextRef="#ctx0" brushRef="#br0" timeOffset="154051.4">21001 11472 23663 0,'0'0'512'0,"0"0"128"0,0 0 0 0,0 0 32 0,0 0-544 0,0 0-128 0,0 0 0 0,0 0 0 16,0 0 3088-16,0 0 592 15,0 0 112-15,0 0 32 0,0 0-2208 0,0 0-432 16,0 0-96-16,0 0 0 0,0 0-512 0,0 0-112 16,0 0-16-16,0 0 0 0,0 0-304 0,30 14-144 15,-25-20 128-15,-1 0-128 0,2-3 0 0,-1-3 0 0,2-2 0 16,-1 2 0-16,0-2 0 0,-1 0 0 15,0-3 0-15,-2 3 0 0,-1-2 0 0,-3 2 0 0,-2 4 0 0,-1 0 0 16,-2 3 0-16,-2 2 0 16,0 3 0-16,-1 2 0 0,-1 1-160 0,-2 3 160 0,-1 5 0 15,0 3-144-15,-1 0 144 0,2 2-160 0,0 2 160 16,1 2-160-16,1 2 160 0,2 0 0 0,1 1 0 0,7-21 0 16,-7 35 0-16,7-35 0 0,1 31 0 0,-1-31 0 15,0 0 0-15,18 29 144 0,-18-29-144 0,0 0 160 0,37 9 32 16,-37-9 0-16,34-5 0 0,-17 1 0 0,-17 4-192 0,31-12 0 15,-14 2 0-15,-1 1 128 0,-3 2-128 16,0-3 0-16,-1 1 0 0,-4 2-176 16,-8 7-32-16,10-11-16 0,-8 6 0 0,-2 2 0 15,0 3 224-15,-4-2 0 0,1 4 0 0,-3 1 0 0,6-3 0 0,-15 16 0 16,8-7 0-16,-3 3 0 0,2 3 288 0,-1 3 0 16,0 1 0-16,-1 5 0 0,1 0 80 0,0 5 16 15,-1 3 0-15,1 2 0 0,1-1-256 16,-1 1-128-16,1 1 160 0,0 0-160 0,0-4 0 0,2-5 0 15,-1 0 0-15,2-7-20112 0</inkml:trace>
  <inkml:trace contextRef="#ctx0" brushRef="#br0" timeOffset="154606.49">21518 11008 11967 0,'-3'2'1072'0,"1"-2"-864"0,2 0-208 0,0 0 0 0,0 0 2048 0,0 0 352 15,-1 0 80-15,0 1 16 0,0 0 576 0,-1-1 128 0,1 0 32 0,0 0 0 16,0 2-1328-16,1-2-272 16,-1 0-48-16,1 0-16 0,0 0-656 0,0 0-128 15,0 0-16-15,0 0-16 0,0 0-320 0,0 0-64 16,0 0-16-16,0 0 0 0,0 0 32 0,36 8 0 15,-36-8 0-15,28-8 0 0,-11 4-112 0,-1-3-16 16,3 2 0-16,-2 0 0 0,0-2-256 0,1 3 0 0,-18 4 128 0,32-8-128 16,-32 8 0-16,25-4 0 0,-25 4 0 15,0 0 0-15,0 0 0 0,27 3 0 16,-27-3 0-16,0 0-13248 16,-7 15-2592-16</inkml:trace>
  <inkml:trace contextRef="#ctx0" brushRef="#br0" timeOffset="154846.84">21504 11192 22111 0,'0'0'1968'0,"0"0"-1584"0,0 0-384 0,0 0 0 16,0 0 3504-16,0 0 608 0,0 0 128 0,0 0 32 0,0 0-2224 0,0 0-432 0,0 0-80 0,0 0-32 16,32 24-832-16,-32-24-160 15,0 0-48-15,34-1 0 0,-34 1-208 0,27-6-64 16,-27 6 0-16,27-9 0 15,-27 9-192-15,26-11 0 0,-26 11 128 0,25-9-128 16,-25 9 0-16,20-8 0 0,-20 8 0 0,16-6 0 16,-16 6-640-16,0 0 0 0,20-4-16 0,-20 4-18800 0</inkml:trace>
  <inkml:trace contextRef="#ctx0" brushRef="#br0" timeOffset="155340.29">22404 10704 26719 0,'4'-5'2368'0,"0"-2"-1888"16,-1 5-480-16,-2 0 0 0,-1 2 2144 0,1-3 336 0,1-1 64 16,2-1 16-16,1-3-864 0,-1 0-160 0,0 2-48 0,-1 2 0 15,-1 1-816-15,-2 3-160 16,0 0-48-16,0 0 0 0,0 0-208 0,-1 33-64 0,1-33 0 0,-7 36 0 15,7-36-192-15,-11 43 0 0,5-18 0 0,-2 0 0 16,2 0 0-16,-1 1 0 16,7-26 0-16,-10 46 0 0,10-46 0 0,-5 36 0 15,5-36 0-15,-2 30-19376 0</inkml:trace>
  <inkml:trace contextRef="#ctx0" brushRef="#br0" timeOffset="155604.78">21984 11215 15663 0,'-3'-1'1392'0,"1"1"-1120"15,1-2-272-15,1 2 0 16,0 0 3664-16,0 0 688 0,0 0 128 0,10-6 16 0,-10 6-1584 0,19-8-320 16,-3 3-64-16,4-2-16 0,2-1-1568 0,4-1-320 15,3 2-64-15,2 0-16 16,3 2-192-16,2-3-32 0,5 4-16 0,-1-3 0 15,3 2-304-15,-1-2 160 0,0 1-160 0,0-2 128 0,-3 3-128 0,1-2 0 16,-2 1 0-16,0 0 128 0,-1-1-128 0,-2-2 0 16,-1 2 0-16,-4-1 0 0,-2 1 0 0,-2 0-176 15,-2 2 48-15,-1 0-12944 0,-6 1-2592 16</inkml:trace>
  <inkml:trace contextRef="#ctx0" brushRef="#br0" timeOffset="156033.74">22199 11316 8287 0,'5'-5'736'0,"-1"0"-592"0,0 1-144 0,-2-1 0 16,1 2 3552-16,-2 3 672 0,1-2 144 0,0 0 32 16,2-1-112-16,1-2 0 0,0 1-16 0,-2 0 0 0,0 1-2864 0,-1 2-576 15,-2 1-128-15,0 0 0 0,0 0-256 0,-7 12-64 16,2-4 0-16,-1-1 0 16,6-7-176-16,-12 20-32 0,12-20-16 0,-14 21 0 0,6-8-160 0,0-1 0 15,-2 3 0-15,1 1 0 16,-2-2 0-16,-1 5 0 0,-1-1 0 0,-1 2 0 15,0-1 0-15,-1 3 0 0,1-1 0 0,1-2 0 0,-1 3 0 16,2-2 0-16,2-2 0 0,3 0 0 16,7-18 0-16,-7 25 0 0,7-25 0 0,0 0 0 0,0 0 0 0,0 0 0 0,27 26 0 15,-27-26 0-15,31-3 0 16,-11-2 0-16,2 0 0 0,0-2 0 0,-1 1 0 16,2-2 128-16,2 1-128 0,0-1 0 0,1 1 160 0,-3 0-160 15,-1 1 192-15,-2 2-192 0,-20 4 0 16,32-8 0-16,-32 8 0 0,20-3 0 15,-20 3-816-15,0 0-160 0</inkml:trace>
  <inkml:trace contextRef="#ctx0" brushRef="#br0" timeOffset="156204.38">22273 11470 32255 0,'0'0'1424'0,"0"0"304"0,0 0-1392 0,0 0-336 16,0 0 0-16,0 0 0 15,0 0 1648-15,0 0 256 0,-4 24 48 0,4-24 16 16,-10 30-960-16,2-8-192 0,-4 2-48 0,1 0 0 15,-2 1-384-15,2-1-96 0,0 0-16 0,2-1 0 0,-1-1-272 16,2-4 128-16,2-1-128 0,6-17 0 16,-9 29-128-16,9-29-144 0</inkml:trace>
  <inkml:trace contextRef="#ctx0" brushRef="#br0" timeOffset="156368.07">22369 11686 23951 0,'0'0'2128'0,"0"0"-1696"0,0 0-432 0,0 0 0 0,0 0 2720 0,0 0 464 15,0 0 80-15,0 0 32 0,0 0-1888 16,19 30-368-16,-19-30-80 0,0 0 0 0,0 0-1168 0,0 0-240 16</inkml:trace>
  <inkml:trace contextRef="#ctx0" brushRef="#br0" timeOffset="156738.37">22746 11387 21183 0,'0'0'944'0,"-7"2"192"0,7-2-912 0,0 0-224 0,-9 7 0 0,9-7 0 16,0 0 2240-16,-12 12 416 0,3-2 80 0,-3 4 16 16,-3 2-320-16,0 1-48 0,0 0-16 0,1 1 0 15,1 0-1280-15,1 0-272 0,2 1-48 0,1-1-16 16,9-18-384-16,-11 35-80 0,11-35-16 0,-4 35 0 16,4-35-128-16,0 0-16 0,9 38-128 0,-9-38 192 15,0 0-192-15,0 0 0 0,40 21 0 0,-40-21 0 16,30-7 160-16,-14 0-160 0,1-5 160 0,1-2-160 0,-2 0 0 0,0-3 128 15,-1 0-128-15,-2-1 0 0,-2-1 0 16,-3 0-288-16,0 0 64 0,-4 2 16 0,-3 1-144 0,-2-3-32 16,-5 3 0-16,-4-1 0 15,-3 2-128-15,-4 1-48 0,-3 4 0 0,-3 3 0 16,0 7-944-16,-1 3-192 0,1 5-32 0,1 3-9072 16,2 1-1808-16</inkml:trace>
  <inkml:trace contextRef="#ctx0" brushRef="#br0" timeOffset="158287.34">22463 11460 13823 0,'0'0'1216'0,"2"-4"-960"0,-2 1-256 15,0 3 0-15,0 0 1632 0,0 0 288 0,2-5 48 0,-1 1 16 16,-1-1 880-16,2 0 176 0,0 1 32 0,-1-1 16 16,2 0-1088-16,-1 3-208 15,0-1-64-15,-2 3 0 0,6-5-784 0,-6 5-176 0,0 0-16 0,16-4-16 16,-16 4-288-16,0 0-64 0,0 0-16 0,0 0 0 16,29 14-192-16,-29-14-48 0,0 0 0 0,12 38 0 0,-12-38-128 0,3 33 0 15,-3-33 0-15,-2 41 0 16,2-41 0-16,-7 42 0 0,0-16 0 0,-3 0 0 15,-1-2 0-15,-1 2 0 0,-1-4 0 0,-1-1 0 16,0-1 0-16,1-4 0 0,0 0-144 0,2-2 144 16,1-4 0-16,10-10 0 0,-13 16 0 0,13-16 0 15,0 0 0-15,0 0 0 0,0 0 0 0,0 0 0 16,0 0 0-16,0 0 0 0,0 0 0 0,20-5 0 16,-20 5 128-16,22-9 48 0,-22 9 0 0,30-9 0 0,-30 9 48 15,33-8 16-15,-33 8 0 0,31-4 0 0,-31 4-240 16,32-5 0-16,-32 5 0 0,32-5-19568 15</inkml:trace>
  <inkml:trace contextRef="#ctx0" brushRef="#br0" timeOffset="158732.85">23142 10984 23951 0,'0'0'2128'0,"0"0"-1696"15,0 0-432-15,0 0 0 0,0 0 1728 16,0 0 272-16,0 0 48 0,0 0 16 0,0 0 112 0,0 0 32 15,0 0 0-15,0 0 0 0,0 0-1168 0,0 0-224 0,31 12-48 0,-31-12-16 32,22-2-352-32,-22 2-64 0,25-3-16 0,-25 3 0 0,27-6-320 0,-27 6 0 15,25-6 0-15,-25 6 0 0,20-5-256 0,-20 5-112 0,0 0-16 16,0 0-18432-16</inkml:trace>
  <inkml:trace contextRef="#ctx0" brushRef="#br0" timeOffset="158907.43">23043 11226 26719 0,'0'0'2368'0,"15"-5"-1888"15,-15 5-480-15,0 0 0 0,0 0 2320 0,23-3 368 0,-23 3 80 0,30-8 16 16,-4 4-1120-16,2-2-240 0,1 1-32 0,-5 2-16 16,-3 1-1024-16,-21 2-208 0,35-1-144 0,-35 1-18544 15</inkml:trace>
  <inkml:trace contextRef="#ctx0" brushRef="#br0" timeOffset="159822">23710 10984 23951 0,'0'0'2128'0,"0"0"-1696"0,0 0-432 0,-2 0 0 16,2 0 1728-16,0 0 256 0,0 0 48 0,0 0 16 15,0 0-128-15,-11 12 0 0,11-12-16 0,-11 14 0 16,11-14-976-16,-14 26-192 0,14-26-32 0,-17 36-16 0,6-15-496 16,1 2-192-1,1 1 176-15,0 0-176 0,0 2 176 0,1-1-176 0,1 0 192 0,7-25-192 16,-9 47 256-16,9-47-48 0,-1 38-16 0,1-38 0 15,0 0-32-15,13 34-16 0,-13-34 0 0,0 0 0 16,27 5 32-16,-27-5 0 0,22-10 0 0,-10 2 0 16,0-4-48-16,1-2 0 0,0-2 0 0,0-3 0 15,0 1-128-15,-2-1 0 0,-1-1 0 0,-1 1 0 16,-1-2 0-16,-4 0 0 0,-1 2 0 0,-1-3 0 16,-3 3 0-16,-2-1 0 0,-2 0 0 0,-1 1 0 15,-2-2 0-15,-2 4 0 0,0 0 0 0,0 3 0 16,2 5 0-16,-2 1 0 0,1 4 0 0,1 2 0 15,-1 4 0-15,3 0 0 0,6-2 0 0,-10 13 0 0,10-13 0 16,0 0 0-16,0 0 0 0,-2 35 0 16,2-35-432-16,0 0 48 0</inkml:trace>
  <inkml:trace contextRef="#ctx0" brushRef="#br0" timeOffset="160004.45">23805 11233 37775 0,'0'0'3360'0,"0"0"-2688"16,0 0-544-16,0 0-128 0,0 0 896 0,0 0 128 0,0 0 48 0,0 0 0 15,16 34-624-15,-16-34-128 0,0 0-32 0,20 32 0 16,-20-32-288-16,0 0-176 16,0 0 32-16,0 0-18688 0</inkml:trace>
  <inkml:trace contextRef="#ctx0" brushRef="#br0" timeOffset="160367.42">24059 10892 20271 0,'0'0'896'0,"0"0"192"0,0 0-880 0,0 0-208 0,0 0 0 0,0 0 0 0,0 0 2592 15,0 0 480-15,0 0 80 0,0 0 32 0,0 0-496 0,0 0-112 16,30 11-16-16,-30-11 0 0,20 0-1488 0,-20 0-304 0,25 0-64 0,-10-2-16 16,0 2-384-16,0 0-80 15,-15 0-16-15,27 5 0 0,-27-5-208 0,0 0 0 16,32 16 0-16,-32-16 0 0,0 0-128 0,0 0 128 16,9 50-192-16,-9-50 192 0,-13 34-336 0,13-34 32 0,-24 42 16 15,10-23 0-15,-1 1 32 0,-1-2 0 16,-3 2 0-16,2-2 0 0,-1 1 256 0,0-1 0 15,3 0-128-15,1-1 128 0,14-17 0 0,-20 30 256 0,20-30-64 16,0 0 0-16,-8 34 240 0,8-34 32 0,0 0 16 16,0 0 0-16,23 25-224 0,-23-25-64 0,24 2 0 0,-8-4 0 0,1-3-192 0,2-2 128 31,0-3-128-31,2-1 0 16,-2 1-304-16,0-3-144 0,-1 1-48 0,-2-1-18976 0</inkml:trace>
  <inkml:trace contextRef="#ctx0" brushRef="#br0" timeOffset="160805.39">24434 10854 36863 0,'0'0'1632'0,"-14"9"336"0,14-9-1584 0,0 0-384 0,0 0 0 0,0 0 0 16,0 0 1008-16,0 0 112 0,0 0 32 0,0 0 0 15,-11 28-448-15,11-28-96 0,0 0-16 0,0 0 0 16,0 0-80-16,27 5 0 0,-27-5-16 0,24-2 0 0,-10-1-304 0,-1 3-48 16,1-2-16-16,-1 2 0 15,-13 0-128-15,22 6 0 0,-22-6 0 0,0 0 0 0,0 0 0 0,0 0 0 16,7 42 0-16,-7-42 0 0,-17 28-144 0,17-28 144 16,-29 33 0-16,10-14 0 0,-1 2 688 0,-3-2 240 15,0-2 48-15,1-3 16 16,3 0-1600-16,4-3-320 0,2-2-64 0,13-9-16 0,-15 11 816 0,15-11 192 15,0 0 0-15,0 0 0 0,0 0 0 0,0 0 0 16,0 0 0-16,21 5 0 0,-21-5 0 0,22-2 0 16,-22 2 0-16,26 0 0 0,-26 0 832 0,22 0 144 15,-22 0 48-15,25 6 0 0,-25-6-832 0,0 0-192 0,28 15 0 0,-28-15 0 32,0 0-768-32,0 0-208 0,14 35-48 0,-14-35 0 0,0 0 832 0,-10 31 192 0,10-31 0 0,-17 25 0 15,17-25 768-15,-27 26 208 0,11-13 48 0,0-3 0 31,0-1-1648-31,1-1-320 0,1-1-64 0,1 0-16 0,2-3 752 0,11-4 144 0,-16 2 128 0,16-2-192 16,-7-4-688-16,7-1-144 0</inkml:trace>
  <inkml:trace contextRef="#ctx0" brushRef="#br0" timeOffset="161303.06">24734 10875 37887 0,'5'-3'0'15,"-2"1"0"1,-3 2 1280-16,0 0 272 0,0 0 48 0,0 0 16 0,0 0-1040 0,0 0-192 16,0 0-64-16,0 0 0 0,0 0-320 0,0 0 0 15,-18 25 0-15,18-25 0 16,-20 20 0-16,20-20 144 0,-26 27-144 0,12-11 0 0,0 1 192 0,14-17-64 16,-25 39 0-16,25-39-128 0,-21 36 384 0,21-36-48 0,-12 31 0 0,12-31 0 15,0 0-96-15,0 0-32 16,5 41 0-16,-5-41 0 0,0 0-208 0,0 0 0 0,30 30 0 0,-30-30 0 15,0 0 0-15,33 22 0 16,-33-22 0-16,0 0 0 0,31 24 0 0,-31-24 0 16,0 0 0-16,0 0 0 0,21 38 0 0,-21-38 0 15,0 0 0-15,0 0 0 0,-2 46 0 0,2-46 0 16,0 0 0-16,-13 32 0 0,13-32 0 0,-15 16 0 16,15-16 0-16,-19 12 0 0,9-8 0 0,-1-1 0 15,-1-3 0-15,0 2 0 0,-1-4 0 0,3 0 128 0,1-1-128 16,-1 1 0-16,4-5 0 0,-1 2 0 0,2-5 0 15,0 1 0-15,2-2 128 0,2-1 0 0,1-2-128 0,1-1 192 0,3-2 48 16,1 1 0-16,2 0 0 16,2 1 0-16,2 3-240 0,1 0 0 0,1 0 128 0,0 3-128 15,2-1 0-15,-1 1 0 0,4-3 0 0,-1 1 0 16,0-1 848-16,0 0 128 0,0 0 32 0,-3 0 0 0,-3 2-800 16,0-1-208-16,-1-1 0 0,-1-1 0 15,0 0-720-15,-2 0-240 0,-2-1-32 0,-3 0-16 0,-2 1 816 0,-3 0 192 16,-4-3 0-16,-3 1 0 0,-3-1 800 15,-3 2 160-15,-2 4 16 0</inkml:trace>
  <inkml:trace contextRef="#ctx0" brushRef="#br0" timeOffset="165241.89">8528 12013 11967 0,'-1'-3'1072'0,"-1"1"-864"0,1 0-208 0,0 0 0 0,1 1 1664 0,0 1 304 16,-2-4 48-16,0 1 16 0,-1-1 784 15,0-1 176-15,1 2 16 0,0 1 16 16,0 2-1104-16,0 0-208 0,1 0-48 0,0 2-16 16,1-2-848-16,0 0-160 0,0 0-48 0,0 0 0 15,0 0 112-15,0 0 0 0,0 0 16 0,0 0 0 16,42 6-256-16,-42-6-48 0,27-3-16 0,-27 3 0 0,33-5-160 15,-33 5-48-15,39-2 0 0,-39 2 0 16,43 0-192-16,-43 0 0 0,41 2 0 0,-41-2 0 0,34 5 0 0,-34-5 0 16,0 0 0-16,36 14 0 0,-36-14 0 15,0 0 0-15,0 0 0 0,0 0 0 0,0 0-256 0,0 0 16 16,17 31 0-16,-22-27 0 16,-3-1-1024-16,-1 0-208 0</inkml:trace>
  <inkml:trace contextRef="#ctx0" brushRef="#br0" timeOffset="165439.13">8620 11958 23039 0,'-3'0'1024'0,"0"0"192"0,1 0-960 0,1 0-256 0,0 2 0 16,0-2 0-16,-1 1 1648 0,0 1 272 16,0 3 64-16,-2 0 16 0,0 4-496 0,4-9-96 0,-6 26-32 0,6-26 0 15,-3 38-896-15,2-13-176 0,0 2-48 0,1 4 0 16,-1 1-256-16,0 1 0 0,-1-1 0 0,0 0-144 15,-2-1 144-15,1-4-128 0,-1-1 128 0,2-4-128 0,-1-4 128 0,3-18-192 16,-4 24 192-16,4-24-10592 16,0 0-2016-16</inkml:trace>
  <inkml:trace contextRef="#ctx0" brushRef="#br0" timeOffset="165657.19">8516 12186 17503 0,'0'0'768'0,"-2"1"176"0,2-1-752 16,0 0-192-16,0 0 0 0,0 0 0 0,0 0 2480 0,0 0 464 16,0 0 80-16,0 0 32 0,37 18-320 0,-37-18-64 0,0 0-16 0,47 7 0 15,-47-7-1520-15,39 2-304 16,-39-2-64-16,44-2-16 0,-44 2-496 0,42-5-112 16,-42 5-16-16,36-5 0 0,-36 5-128 0,29-6 0 15,-29 6 0-15,0 0 0 0,32-5 0 0,-32 5-224 0</inkml:trace>
  <inkml:trace contextRef="#ctx0" brushRef="#br0" timeOffset="167157.9">9578 11994 6447 0,'0'0'576'0,"0"0"-576"0,0 0 0 0,0 0 0 0,0 0 896 0,0 0 64 16,0 0 0-16,1-5 16 0,-1 5 352 0,0 0 64 15,0 0 16-15,0 0 0 0,0 0-128 0,0 0-32 16,0 0 0-16,0 0 0 0,0 0 320 0,0 0 64 16,0 0 16-16,0 0 0 0,0 0 192 0,0 0 32 15,0 0 16-15,0 0 0 0,0 0-480 0,0 0-80 16,0 0-32-16,0 0 0 0,0 0-560 0,0 0-112 16,0 0-32-16,0 0 0 0,0 0-224 0,0 0-48 0,0 0-16 0,0 0 0 15,0 0-176-15,0 0-128 0,0 0 144 0,0 0-144 16,0 0 0-16,0 0 128 0,0 0-128 0,0 0 0 15,0 0 0-15,0 0 0 0,0 0 0 0,0 0 0 16,0 0 128-16,0 0-128 0,0 0 0 0,0 0 0 16,0 0 160-16,0 0-160 0,-6 14 160 0,6-14-160 15,0 0 144-15,0 0-144 0,0 0 128 0,0 0-128 16,0 0 128-16,0 0-128 0,0 0 128 0,0 0-128 16,0 0 0-16,0 0 0 0,0 0 128 0,0 0-128 0,0 0 0 0,0 0 0 15,0 0 0-15,-5 3 0 0,5-3 0 0,0 0 0 16,-2 0 0-16,2 0 0 0,0 0 0 15,0 0 0-15,0 0 0 0,0 0 0 0,0 0 0 0,0 0 0 16,-4 2 0-16,4-2 0 0,0 0 128 0,0 0-128 16,0 0 128-16,-5 2-128 0,5-2 0 0,0 0 0 15,0 0 128-15,0 0-128 0,0 0 0 0,0 0 0 16,0 0 0-16,-5 5 0 0,5-5 0 0,0 0 0 16,0 0 0-16,0 0 0 0,0 0 0 0,0 0 0 15,0 0 128-15,0 0-128 0,-2 0 0 0,2 0 0 0,0 0 0 0,0 0 128 16,0 0-128-16,-6 3 0 0,6-3 0 0,-5 2 128 15,5-2-128-15,-6 4 0 0,0-1 0 0,0 0 0 16,-1 1 0-16,0-1 0 0,-2 2 0 0,-1-1 0 16,-1 1 0-16,0 0 0 0,-2 1 0 0,0-1 0 15,-1 0 0-15,-1 2 0 0,2-2 0 0,-1 0 0 16,-1 0 0-16,-1-1 0 0,0 1 0 0,1-2 0 16,1 1 0-16,1-2 0 0,0 1 0 0,0-1 0 15,1-1-176-15,1 1 48 0,1 0 0 16,1-1 0-16,1 0 128 0,1 1-128 0,1-1 128 15,2 1-128-15,4-2 128 0,-6 3 0 0,6-3 0 16,0 0 0-16,0 0 0 0,0 0 0 0,-6 9 0 0,6-9 0 0,0 0 0 0,0 0 0 16,0 0 128-16,0 0-128 15,0 0 192-15,0 0-16 0,0 0-16 0,0 0 0 16,0 0-32-16,0 0-128 0,0 0 192 0,0 0-64 16,0 0-128-16,0 0 192 0,0 0-192 0,24 29 192 0,-24-29-192 15,0 0 160-15,0 0-160 0,0 0 160 0,0 0-160 0,35 20 128 16,-35-20-128-16,0 0 128 0,0 0-128 0,36 22 160 15,-36-22-160-15,0 0 160 0,29 24-16 0,-29-24 0 16,0 0 0-16,28 26 0 0,-28-26-16 16,0 0 0-16,29 27 0 0,-29-27 0 0,0 0 0 0,26 26-128 15,-26-26 192-15,0 0-64 0,28 20-128 0,-28-20 0 16,0 0 0-16,0 0 0 0,35 12 0 0,-35-12 0 16,0 0 0-16,0 0 0 0,0 0 0 0,32 7 0 0,-32-7 0 0,0 0 0 15,0 0 0-15,0 0-176 0,0 0 48 0,0 0-19792 31</inkml:trace>
  <inkml:trace contextRef="#ctx0" brushRef="#br0" timeOffset="168754.1">10057 11913 24879 0,'1'-2'2208'0,"-1"0"-1760"0,0 2-448 0,-1 0 0 0,0 2 1792 0,0-2 256 0,0 0 64 16,-1 2 16-16,-1-1-576 0,-2 3-112 0,-1 0-32 0,0 2 0 31,0 0-896-31,0 2-176 0,-1-1-32 0,1 2-16 16,-2 1-128-16,1 2-32 0,-2 0 0 0,-2 2 0 15,0 1-128-15,-1 1 0 0,1 3 0 0,0-3 0 16,3 3 0-16,0-4 0 0,4-1 0 0,-1 0 0 0,5-14 0 0,-2 24 0 15,2-24 0-15,0 0 0 0,0 0 0 0,15 32 0 16,-15-32 0-16,0 0 0 0,0 0 240 0,35 17 64 16,-35-17 16-16,0 0 0 0,40 7-64 0,-40-7 0 15,0 0 0-15,44 8 0 0,-44-8-256 0,0 0 160 16,41 4-160-16,-41-4 128 0,0 0-128 0,40 0 0 16,-40 0 0-16,25-7 0 15,-25 7-1008-15,22-9-128 0,-22 9-16 0,17-15-16016 0</inkml:trace>
  <inkml:trace contextRef="#ctx0" brushRef="#br0" timeOffset="168952.67">10093 12025 11967 0,'-4'-5'1072'0,"2"0"-864"0,1 3-208 0,0 0 0 16,1 2 3136-16,0 2 576 0,0-2 112 0,0 0 16 16,0 0-352-16,-1 26-80 0,1-26-16 0,-3 45 0 15,0-16-2128-15,-1 2-432 0,-3 1-96 0,0 0-16 16,-3 1-496-16,0 0-96 0,-1 0-128 0,1-5 176 0,2-4-176 0,-1-4 0 15,4 0 0-15,-1-5 0 0,6-15 0 0,-7 18 0 16,7-18 0-16,0 0-18272 16</inkml:trace>
  <inkml:trace contextRef="#ctx0" brushRef="#br0" timeOffset="169207.71">10368 12188 17503 0,'0'0'768'0,"4"-6"176"0,-4 6-752 0,0 0-192 16,0 0 0-16,0 0 0 0,0 0 3072 0,0 0 576 15,0 0 112-15,0 0 16 0,0 0-880 0,0 0-176 16,0 0-32-16,16 37-16 0,-16-37-1744 0,0 0-352 0,7 32-64 0,-7-32 0 15,0 0-272-15,0 0-48 0,12 35-16 16,-12-35 0-16,0 0-176 0,0 0 0 0,0 0 0 16,0 0-19200-16</inkml:trace>
  <inkml:trace contextRef="#ctx0" brushRef="#br0" timeOffset="172368.9">11115 11956 13695 0,'0'0'1216'0,"0"0"-960"16,0 0-256-16,0 0 0 0,0 0 0 0,0 0 0 0,0 0 0 16,0 0 128-16,0 0-128 0,0 0 0 0,0 0 0 15,0 0 0-15,0 0 0 0,0 0 0 16,0 0 0-16,0 0 0 0,0 0 0 0,0 0 0 15,-2-5 0-15,2 5 0 0,0 0 0 0,0 0 0 16,0 0 0-16,0-2 0 0,0 2 0 0,0 0 0 16,0 0 0-16,0 0 0 0,0-3 0 0,0 3 0 0,0 0 0 15,0 0 0-15,0 0 0 0,0 0 0 0,0 0-160 0,0 0 32 0,0 0 0 0,0 0 128 16,0-3-336-16,0 3 48 16,0 0 16-16,0 0 0 0,0 0 0 0,0 0 0 15,0 0 0-15,0 0 32 0,0 0-96 0,0 0-32 0,0 0 0 0,0 0 48 16,0 0-16-16,0 0 0 0,-4 1 0 0,4-1 32 15,0 0 304-15,0 0-192 0,0 0 192 0,0 0-160 16,-4 2 160-16,4-2 0 0,0 0 0 0,0 0 0 16,0 0 0-16,0 0 0 0,0 0 208 0,0 0-16 15,0 0 0-15,0 0 16 0,0 0 0 0,0 0 0 16,0 0 144-16,0 0 32 0,0 0 0 0,0 0 32 16,3-4 288-16,-3 4 48 0,0 0 16 0,0 0 32 15,0 0 160-15,0 0 48 0,0 0 0 0,0 0 32 16,0 0 176-16,0 0 16 0,0 0 16 0,0 0 0 15,0 0 144-15,0 0 16 0,-4 0 16 0,4 0 48 0,0 0 544 0,0 0 112 32,0 0 32-32,0 0 0 0,0 0-1904 0,0 0-256 15,0 0-272-15,0 0 48 0,-6 5 544 0,6-5 96 0,0 0 32 0,0 0 0 0,0 0-48 0,0 0 0 16,0 0 0-16,0 0 0 0,0 0-16 0,0 0-16 16,0 0 0-16,0 0 0 15,0 0-160-15,0 0-16 0,0 0-16 0,0 0 0 16,0 0-32-16,0 0 0 0,0 0 0 0,0 0 0 15,17-5 0-15,-17 5 0 0,0 0 0 0,0 0 0 16,0 0 16-16,0 0 0 0,17-8 0 0,-17 8 0 16,0 0 0-16,0 0 0 0,20-4 0 0,-20 4 0 15,0 0 80-15,23-5 16 0,-23 5 0 0,0 0 0 0,24-2-96 0,-24 2-16 16,0 0 0-16,0 0 0 0,0 0-144 0,34 17 0 16,-34-17 0-16,0 0 0 0,0 0 0 0,20 32 0 15,-20-32 0-15,0 0 0 0,0 0 0 0,9 38 0 16,-9-38 0-16,0 0 0 0,-3 27 0 0,3-27 0 15,-8 16 0-15,8-16 0 0,-10 15 0 0,4-9 0 16,-2 2 0-16,0-2 0 0,0 0 0 0,-2 0-192 16,-2 2 64-16,0-4 128 0,1 2-336 0,-2 0 48 15,1-1 16-15,0 0 0 16,3-3-128-16,1 1-32 0,2 1 0 0,0-1 0 0,6-3 272 0,0 0 160 0,-7 4-192 0,7-4 192 16,0 0 0-16,0 0 0 0,0 0 0 0,0 0 0 15,0 0 0-15,0 0 0 0,0 0 0 0,0 0 0 16,0 0 272-16,0 0 16 0,33 19 0 15,-33-19 0-15,0 0-96 0,0 0 0 0,34 7-16 16,-34-7 0-16,0 0-176 0,34 6 128 0,-34-6-128 0,0 0 128 16,38 6-128-16,-38-6 0 0,28 5 0 0,-28-5 0 15,28 2 0-15,-28-2 0 0,0 0 0 0,33 3 0 16,-33-3 0-16,0 0 0 0,26-2 0 0,-26 2-12304 16,0 0-2544-16</inkml:trace>
  <inkml:trace contextRef="#ctx0" brushRef="#br0" timeOffset="177179.07">8145 12091 11055 0,'0'0'976'0,"0"0"-784"16,0 0-192-16,3-3 0 0,-3 1 320 0,0 2 0 0,1-2 16 0,0 0 0 16,1-3-176-16,1-1-32 15,0 0-128-15,1 0 192 0,1 0 352 0,-1 1 64 0,0 1 16 0,0-1 0 16,-1 0 544-16,-1 3 112 0,-2 2 32 0,0 0 0 15,0 0 464-15,0 0 80 0,0 0 32 16,0 0 0-16,0 0-208 0,-5 4-32 0,-1 1-16 0,-1 0 0 16,-2 0-960-16,-2 2-192 0,-2-2-32 0,-1 2-16 15,-3-2-240-15,-2 0-32 0,0 1-16 0,-1-1 0 16,1 0-144-16,0-3 0 0,2 3 0 16,-1-3 128-16,2 1-128 0,1-1 0 0,1 3 0 0,1-3 128 15,0 3 112-15,3-3 16 0,0 0 0 0,4-1 0 16,1 1 128-16,1 0 16 0,2-2 16 0,2 0 0 0,0 0 208 0,0 0 32 15,0 0 16-15,0 0 0 0,0 0-256 0,0 0-48 16,0 0-16-16,0 0 0 0,0 0-128 0,0 0-32 16,34 17 0-16,-34-17 0 0,0 0 0 15,0 0-16-15,0 0 0 0,0 0 0 0,32 22-32 0,-32-22 0 16,0 0 0-16,0 0 0 0,31 21-16 0,-31-21-128 16,0 0 192-16,0 0-64 0,38 26 0 0,-38-26 0 15,0 0 0-15,33 26 0 0,-33-26-128 0,0 0 128 16,37 33-128-16,-37-33 128 0,0 0-128 0,32 33 0 15,-32-33 0-15,0 0 0 0,30 24 0 0,-30-24 0 16</inkml:trace>
  <inkml:trace contextRef="#ctx0" brushRef="#br0" timeOffset="179337.38">6584 12079 23039 0,'-1'0'2048'0,"1"-2"-1648"16,0 2-400-16,0 0 0 0,-1 2 1648 0,0-2 240 15,-1 1 48-15,-1 1 16 0,-1 1-224 0,-2 0-64 16,0 5 0-16,-1-3 0 0,1 4-928 0,-2-1-192 16,0 3-32-16,0-1-16 0,-1 3-336 0,0 0-160 15,-1 3 160-15,0-1-160 0,2 1 128 0,1 0-128 16,0-1 0-16,3 0 0 0,1 1 0 0,3-16 0 0,-3 28 0 0,3-28 0 15,0 0 0-15,10 33 0 16,-10-33 0-16,0 0 0 0,0 0 0 0,0 0 0 0,43 21 0 0,-43-21 0 16,0 0 0-16,35-6-128 15,-23-1 128-15,-1 2 0 0,0-5 224 0,1 0 96 0,0-1 32 0,0-4 0 16,-1 2-96-16,-1 0 0 0,-2-1-16 0,-1-1 0 16,-3 0-240-16,-1 0 0 0,-2-2 0 0,-2 1 0 15,-1 0-192-15,-1-1 0 0,-3 0 16 0,0 1 0 16,-1 2 176-16,-1 0-192 0,-2 1 192 0,0 2-192 15,0 1 0-15,1 3-16 0,0 2 0 0,1 1 0 0,1 4 0 16,-1 0 0-16,4 2 0 0,-1 2 0 0,2 4 0 16,1-1 0-16,1 1 0 0,1-8 0 15,0 0-592-15,5 29-112 0</inkml:trace>
  <inkml:trace contextRef="#ctx0" brushRef="#br0" timeOffset="179522.14">6716 12243 31327 0,'0'0'1392'0,"0"0"272"0,0 0-1328 0,0 0-336 0,0 0 0 15,0 0 0-15,0 0 1600 0,0 0 256 0,0 0 64 16,0 0 0-16,0 0-976 0,19 40-192 0,-19-40-48 0,0 0 0 16,7 31-528-16,-7-31-176 15,0 0 0-15,0 0 0 0,0 0 0 0,10 33 0 16,-10-33-240-16,0 0-17808 0</inkml:trace>
  <inkml:trace contextRef="#ctx0" brushRef="#br0" timeOffset="179889.55">6895 12065 21183 0,'-2'2'1888'0,"2"-1"-1504"0,0 1-384 0,0-2 0 15,0 1 2016-15,0 0 336 0,0-1 64 0,0 0 16 16,0 0-704-16,0 0-128 0,0 0-16 0,0 0-16 16,37 16-736-16,-37-16-128 0,0 0-48 0,36-3 0 0,-36 3-272 15,0 0-48-15,36 0-16 0,-36 0 0 0,0 0-320 0,0 0 144 16,0 0-144-16,36 25 0 0,-36-25 0 16,0 0 0-16,0 36 0 0,-4-24 0 0,-3 0 0 15,-2 2 0-15,-1 1 0 0,-3 0 0 0,0 0 0 16,0-1 0-16,0 1 0 0,0-2 0 0,1-3-144 15,0 1 144-15,1 1-128 0,4-2 128 0,1-3 0 0,6-7-160 16,0 0 160-16,0 0 0 0,0 0 0 0,0 0 0 16,0 0 0-16,0 0 0 0,0 0 384 0,34 19 48 0,-34-19 0 0,27-7 0 15,-27 7-112-15,23-9 0 0,-8 3-16 16,0 0 0-16,1 1-304 0,-1-2 128 0,-1 2-128 0,-1-1 0 16,-13 6 0-16,26-11-272 0,-26 11 16 0,22-9-18016 15</inkml:trace>
  <inkml:trace contextRef="#ctx0" brushRef="#br0" timeOffset="180307.36">7276 11999 29487 0,'-1'2'1296'0,"0"-2"288"15,1 2-1264-15,0-2-320 0,0 0 0 0,0 1 0 16,0 1 1872-16,1-2 320 0,-1 0 64 0,0 0 16 0,0 0-1056 0,0 0-224 15,0 0-32-15,0 0-16 0,0 0-544 0,35 9-96 16,-35-9-32-16,0 0 0 16,0 0-272-16,0 0 160 0,0 0-160 0,0 0 128 15,0 0-128-15,0 0 0 0,20 33 0 0,-26-23 0 0,-1 0 0 0,-1 1-192 16,-2 2 64-16,-1 0 128 16,-1 0-288-16,0 0 64 0,1 0 16 0,3-2 0 15,1-1 16-15,1-1 0 0,6-9 0 0,-7 14 0 0,7-14 192 0,0 0 0 16,0 0 0-16,0 0 0 0,0 0 0 0,0 0 0 0,0 0 0 15,0 0 0-15,32 24 0 0,-32-24 192 16,0 0-64-16,0 0-128 0,38 0 224 0,-38 0-64 16,0 0-16-16,0 0 0 0,36 4-144 0,-36-4 0 15,0 0 0-15,0 0 0 0,0 0 0 0,0 0 0 16,0 0 0-16,21 34 0 0,-26-27 0 0,-1 0 0 16,-1 3 0-16,-1-3 0 0,-2 2 0 0,0 1 0 0,-2 0 0 15,-2-1 0-15,1 0 0 0,0 1 0 0,3-6 0 0,1 1 0 0,1-2 0 0,2-1 0 16,1-2 0-16,1 0 0 15,3-2-448-15,1-1-128 0,1-2-32 0,5 1-17168 0</inkml:trace>
  <inkml:trace contextRef="#ctx0" brushRef="#br0" timeOffset="180822.36">7620 12036 911 0,'-3'-6'0'0,"1"3"0"0,0-2 0 0,1 3 0 16,0 0 1056-16,0 2 128 0,-1-3 32 0,1 1 0 15,-2-1 576-15,-2-1 112 0,2-1 16 0,-1 2 16 16,1 0 912-16,0 2 176 0,1 1 48 0,0 1 0 16,-1 2-512-16,0 0-112 0,-1 2-16 0,2-1 0 0,-2 4-640 0,-1-2-128 15,1 3-16-15,-1 0-16 0,-1 0-656 0,2 0-128 16,0 1-16-16,0-1-16 0,4-9-528 0,-5 18-96 15,5-18-32-15,0 0 0 0,-1 27-160 0,1-27 0 16,0 0 0-16,0 0 0 0,15 40 0 0,-15-40 0 16,0 0 0-16,23 36 0 0,-23-36 0 0,0 0 0 15,27 38 0-15,-27-38 0 0,0 0 0 0,23 40 0 16,-23-40 0-16,0 0 0 0,11 36 0 0,-11-36 0 16,-1 24 0-16,1-24 0 0,-6 18 0 0,0-9 0 15,0 0 0-15,-2-1 0 0,1 0 0 0,-2-4 0 0,0 2 0 0,-1-2 0 16,1-2 0-16,-2-1 0 0,-2-1 0 0,2-1 0 15,1-1-192-15,0-3 192 0,1-3-160 16,0-1 160-16,2 0-192 0,0 0 192 0,2-5-208 16,-1-1 80-16,3 1-112 0,1-3-16 0,3 2 0 15,0 0 0-15,5 0 256 0,1 1 0 0,3 2 0 0,2 1 0 16,1-1 0-16,2 0 208 0,-1 1-64 0,2 0-16 16,0 2 16-16,0-2 0 0,-1 3 0 0,-2-2 0 15,1 3-144-15,-2-2 192 0,-2 2-192 0,-2-2 192 16,0 3-64-16,-3-3-128 0,0 2 192 0,-3-3-64 15,0 3 32-15,-1-2 0 0,-3-1 0 0,1-1 0 0,-3 2-16 16,-1 1 0-16,0-2 0 0,-3 3 0 0,0 2-144 0,-3 1 0 16,-5 2 0-16,-5 4-18880 15</inkml:trace>
  <inkml:trace contextRef="#ctx0" brushRef="#br0" timeOffset="185378.99">10832 11866 22111 0,'-1'1'1968'0,"-1"0"-1584"16,1 1-384-16,1-2 0 0,-1 1 1280 0,-1 1 160 15,-1 1 32-15,-3 1 16 0,1 1 192 0,-3 2 48 16,3-3 0-16,-1-1 0 0,3 0-512 0,-1-1-80 16,2-1-32-16,0 0 0 0,0 1-480 0,0 1-112 15,0-1 0-15,-1 3-16 0,-1 0-368 0,0 4-128 16,0 1 0-16,-2 2 0 0,2 2 0 0,-2 2 0 0,-1 6 0 0,-1 2 0 16,1 2 0-16,-1 0 0 15,2 0 0-15,0 0 0 0,4-4 0 0,2-22 0 16,-1 35 0-16,1-35 0 0,0 0 0 0,0 0 0 0,16 34 0 15,-16-34 0-15,0 0 144 0,0 0-144 16,40 1 128-16,-40-1-128 0,29-6 416 0,-29 6 0 0,32-5 0 0,-32 5 0 16,33-3-128-16,-33 3-32 0,32 0 0 0,-32 0 0 15,0 0-112-15,43 8-16 16,-43-8-128-16,0 0 192 0,34 11-192 0,-34-11 0 0,0 0 0 0,0 0 0 0,36 2-384 16,-36-2 0-16,13-9-16 0,-9-1-18096 15</inkml:trace>
  <inkml:trace contextRef="#ctx0" brushRef="#br0" timeOffset="185557.8">10885 11931 30399 0,'-2'-3'2704'0,"2"0"-2160"16,1 1-544-16,0 2 0 0,-1 2 1728 16,1-2 256-16,-1 1 32 0,0-1 16 15,0 0-688-15,0 25-144 0,-2-6-32 0,-3 7 0 16,-2 8-688-16,-4 6-144 0,-3 5-16 0,-4 4-16 15,-2 2-304-15,-3 0 160 0,1-5-160 0,-3 1-19120 0</inkml:trace>
  <inkml:trace contextRef="#ctx0" brushRef="#br0" timeOffset="190174.41">11931 12097 13823 0,'-1'0'1216'0,"0"0"-960"0,0 0-256 0,1 0 0 0,0 0 1344 0,0 0 240 16,0 0 32-16,-1-1 16 0,2 1 496 0,1 0 112 16,-2 0 0-16,0 0 16 15,0 0-112-15,31-2-32 0,-31 2 0 0,0 0 0 16,43-6-1024-16,-43 6-224 0,38-3-32 0,-38 3-16 0,40-3-368 0,-40 3-80 16,41-3-16-16,-41 3 0 15,37-4-352-15,-37 4 0 0,34-5 0 0,-34 5 128 16,28-7-128-16,-28 7 0 0,26-5 0 0,-26 5 0 15,20-7-496-15,-20 7-16 0,0 0 0 0,0 0-16560 16</inkml:trace>
  <inkml:trace contextRef="#ctx0" brushRef="#br0" timeOffset="190410.97">11887 12248 22111 0,'-2'-2'976'0,"1"1"208"0,0-1-944 0,1 2-240 31,0-2 0-31,1 1 0 0,0 1 2048 0,1-2 384 0,1 0 64 0,-3 2 0 0,0 0-384 0,0 0-96 16,32-7-16-16,-32 7 0 16,0 0-1024-16,40-4-208 0,-40 4-32 0,38-5-16 15,-38 5-400-15,43-4-64 0,-43 4-32 0,50-4 0 0,-50 4-96 0,47-5 0 16,-47 5-128-16,43-7 192 0,-43 7-192 0,38-6 128 16,-38 6-128-16,32-8 0 0,-32 8 0 0,28-9 0 15,-28 9 0-15,0 0 0 16,26-8 0-16,-26 8-240 0,0 0 32 0,7-9-18416 15</inkml:trace>
  <inkml:trace contextRef="#ctx0" brushRef="#br0" timeOffset="190678.13">12209 11842 23951 0,'0'0'1056'0,"0"0"224"0,0 0-1024 16,0 0-256-16,0 0 0 0,0 0 0 0,0 0 1616 0,0 0 272 15,14 34 48-15,-14-34 16 0,19 40-112 0,-19-40-32 16,28 42 0-16,-28-42 0 0,33 41-656 0,-33-41-128 16,39 37-16-16,-39-37-16 0,44 27-544 0,-44-27-96 15,43 21-32-15,-43-21 0 0,40 13-64 0,-40-13-32 16,0 0 0-16,45 13 0 0,-45-13-224 0,0 0 128 16,0 0-128-16,0 0 0 0,27 22 0 0,-27-22 128 0,-8 18-128 0,-5-4 0 15,-3 1 0-15,-7 2 0 16,-5 1 0-16,-4 1 0 0,-4 2 0 0,-7 3 0 0,-3 2 0 15,-4 3 0-15,2 2-272 0,4-5-112 0,2-2 0 0,7-6-18448 16</inkml:trace>
  <inkml:trace contextRef="#ctx0" brushRef="#br0" timeOffset="192208.86">13447 11958 21183 0,'0'0'1888'0,"0"0"-1504"16,0 0-384-16,0 0 0 0,0 2 1808 0,0-2 304 16,0 1 48-16,-1 1 16 0,1-2-320 0,0 0-64 0,0 0-16 0,-5 19 0 15,3-14-784-15,0 2-160 16,2-7-16-16,-3 16-16 0,3-16-576 0,-5 26-224 0,2-11 176 0,0 4-176 16,0 3 0-16,-2 3 0 15,1 1 0-15,0 1 0 0,-2 1 0 0,0-1 0 16,-1 0 0-16,0-3 0 0,0 1 0 0,0-4 0 15,1-1 0-15,2-3 0 0,4-17 0 0,-7 27 0 0,7-27 0 16,0 0 0-16,0 0 0 0,0 0-128 0,-2 23 128 0,2-25-160 31,0 2-1024-31,2-5-208 0,0 0-32 0,0-1-14112 0</inkml:trace>
  <inkml:trace contextRef="#ctx0" brushRef="#br0" timeOffset="193122.03">13563 12165 7359 0,'0'0'656'0,"0"0"-528"0,0 0-128 0,0 0 0 15,0 0 576-15,0 0 96 0,0 0 16 0,0 0 0 16,0 0 192-16,0 0 32 0,27-7 16 0,-27 7 0 0,8-8 288 0,-5 4 48 15,-3 4 16-15,4-7 0 0,-4 7-64 0,2-3-16 16,-2 3 0-16,1-2 0 0,-1-1 128 0,-1 1 16 16,0 2 16-16,1-3 0 0,0 3-48 0,0-2-16 15,0 0 0-15,0-2 0 0,1 1-272 0,0-2-48 16,0 0-16-16,2-3 0 0,-1-1-192 0,1-2-32 16,1 1-16-16,-1-1 0 0,-1 1-48 0,1-3-16 15,-1 0 0-15,-1-4 0 0,-1 1-304 0,-2-1-64 16,-1 1-16-16,-2 4 0 0,-2 0-16 0,-1 2-16 15,-1 4 0-15,-1 3 0 0,-1 3 0 0,-2 5 0 16,0 0 0-16,-1 5 0 0,0 2-240 0,-1 1 0 16,1 1 0-16,0 5 0 0,0 0 0 0,1 3 0 0,1 1 0 0,-1-1 0 15,3 1 0-15,1-1 0 0,1-1 0 16,1 0 0-16,1-2 0 0,1-4-128 16,5-15 128-16,-8 28 0 0,8-28 0 0,-5 24 0 15,5-24 0-15,-4 23 0 0,4-23 0 0,-1 21 0 0,1-21 0 0,0 0 0 16,2 38 0-16,-2-38 0 0,0 0 0 0,5 36 0 15,-5-36 176-15,0 0-176 0,12 40 192 0,-12-40-192 0,0 0 176 0,19 36-176 16,-19-36 160-16,0 0-160 0,0 0 0 0,37 22 0 16,-37-22 0-16,23-6 0 0,-10-3 0 15,3-3 0-15,1-2 0 0,1-3 0 0,0-1 0 16,0-2-192-16,1 2 48 0,0-2 0 16,-2 2-960-1,0-1-192-15</inkml:trace>
  <inkml:trace contextRef="#ctx0" brushRef="#br0" timeOffset="193556.78">13805 12210 17503 0,'0'0'768'0,"0"0"176"0,0 0-752 0,0 0-192 0,0 0 0 16,0 0 0-16,0 0 3504 0,0 0 656 16,0 0 144-16,0 0 32 0,23-8-1600 0,-23 8-320 15,0 0-64-15,10-7-16 0,-10 7-1440 0,6-9-304 16,-3 4-48-16,-1-2-16 0,0-3-336 0,-1 1-192 0,-1-3 192 0,0 0-192 15,-2-1 0-15,-1 3 0 0,0-1 0 0,1 2 0 16,-2 5 0-16,0 0 0 0,0 3 0 0,0 1 0 16,0 3 896-16,0 1 80 0,-3 6 16 0,1-1 0 15,-2 6-1664-15,0 0-336 0,0 2-64 0,1 3-16 16,-1 1 864-16,-1 0 224 0,2 2 0 0,-2 0 0 16,2 0 0-16,1-4 0 0,1 0 0 0,5-19 0 15,-5 24 0-15,5-24 0 0,0 0 0 0,0 0 0 0,0 0 0 0,0 0 0 16,0 0 0-16,31-15-128 15,-21 3-48-15,1-4 0 0,2 0 0 16,-1-1 0-16,0 0-144 0,-1 1-16 0,-1 0-16 0,-3 3 0 16,0 0 144-16,-3 5 16 0,-1-2 16 0,0 6 0 15,-2-1 176-15,-1 5 0 0,1-3 0 0,-1 3 0 0,0 0 0 0,0 0 0 0,-6 22 0 0,6-22 0 32,-4 21 256-32,4-21-32 0,-6 27 0 0,6-27 0 0,-3 30-16 0,3-30 0 15,-2 26 0-15,2-26 0 0,0 0 0 0,2 34 0 16,-2-34 0-16,0 0 0 0,0 0-80 0,0 0 0 15,0 0-128-15,34 16 192 0,-34-16-192 0,19-14-160 16,-8 3 32-16,1-3-19136 0</inkml:trace>
  <inkml:trace contextRef="#ctx0" brushRef="#br0" timeOffset="193987.46">14152 12054 22111 0,'0'0'1968'0,"0"0"-1584"0,0 0-384 0,0 0 0 15,0 0 2464-15,-2 28 416 16,2-28 64-16,-2 24 32 0,2-24-736 0,-6 40-128 16,1-19-48-16,5-21 0 0,-9 35-1376 0,9-35-288 0,-9 31-48 0,9-31-16 15,-11 24-144-15,11-24-48 16,-13 21 0-16,13-21 0 0,-11 20-16 0,11-20-128 0,-9 17 192 0,9-17-64 16,-7 15 0-16,7-15-128 0,0 0 192 0,0 0-64 15,0 0-128-15,0 0 0 16,0 0 0-16,0 0 0 0,0 0 0 0,0 0-224 0,0 0 48 0,0 0 16 15,10-15-544-15,-5 4-128 0,0-1 0 0,2-2-16 32,0-2-656-32,0-1-128 0,0-2-32 0,1 0 0 0,-2 0 880 0,1 0 160 0,-1 0 48 0,1 3 0 15,-2 2 576-15,0 2 240 0,0 2-16 0,0 0 0 16,1 1 1104-16,-1 2 208 0,1 3 64 0,-6 4 0 0,10-8-496 0,-10 8-80 16,0 0-32-16,0 0 0 0,0 0-400 0,0 0-80 15,0 0 0-15,30 5-16 0,-30-5-288 16,0 0-48-16,0 0-16 0,0 0 0 0,13 38-144 15,-13-38 0-15,0 0 0 0,-1 43 128 0,1-43-128 0,-6 35 0 0,6-35 0 16,-8 41 0-16,1-23 0 16,1 2 0-16,0-1 0 0,6-19 0 0,-9 33 0 0,9-33 0 15,-6 23 0-15,6-23 0 0,0 0-368 16,0 0-48-16,0 0-16 0,0 0-18512 0</inkml:trace>
  <inkml:trace contextRef="#ctx0" brushRef="#br0" timeOffset="194557.96">14404 12193 8287 0,'0'0'368'0,"3"-11"80"0,-2 5-448 0,-1 6 0 0,2-6 0 0,-2 6 0 16,1-6 2352-16,1 2 384 0,0-6 80 0,1 1 0 15,-1-1 1008-15,0 1 192 0,1 2 32 0,-2 2 16 16,-1 5-1504-16,1-4-320 0,-1 4-48 0,0 0-16 15,0 0-1232-15,0 0-256 0,-4 28-48 0,4-28-16 16,-6 33-320-16,1-12-64 0,-1 1-16 0,-3-1 0 16,1 2-224-16,-1-1 144 0,0-1-144 0,2-2 128 15,-1-2-128-15,8-17 0 0,-9 23 0 0,9-23 0 0,-5 13 0 0,5-13 0 16,0 0 0-16,0 0 0 0,0 0 0 16,0-8 0-16,2-1 0 0,2-3 0 0,1-2 0 0,0-2-176 15,3-1 176-15,0-2-192 0,0 0-32 0,1 0-16 16,0-2 0-16,-1 2 0 0,2-1 240 0,-2 2 0 0,0-2-160 15,2 2 160-15,-2 3 0 0,0 2 0 16,1 5 0-16,-1-1 0 0,-8 9 128 0,18-7-128 16,-18 7 192-16,0 0-64 0,0 0 144 0,33 11 32 0,-33-11 0 15,0 0 0-15,20 29 688 0,-20-29 144 0,0 0 16 0,9 44 16 16,-9-44-896-16,-2 36-272 0,2-36 128 0,-7 32-128 31,7-32-752-31,-9 30-208 0,9-30-64 0,-9 24 0 0,9-24 816 0,-9 18 208 0,9-18 0 16,-8 12 0-16,8-12 0 0,0 0-128 0,-6 10 128 0,6-10 0 15,0 0-640-15,-1-5-64 0,1 5 0 0,6-12-18560 16</inkml:trace>
  <inkml:trace contextRef="#ctx0" brushRef="#br0" timeOffset="194908.9">14798 12141 24879 0,'0'0'1088'0,"4"-5"256"0,-4 5-1088 0,1-5-256 15,-1 5 0-15,0 0 0 0,0 0 2640 0,-1-2 480 16,1 2 80-16,-3-3 32 0,3 3-1488 0,-8 5-288 16,8-5-64-16,-12 12-16 0,12-12-992 0,-14 26-208 15,6-11-48-15,1 1 0 0,-1 3-128 16,1 0 0-16,-1 0 0 0,8-19 0 0,-8 36 0 0,8-36 0 16,0 31 128-16,0-31-128 0,0 0 0 0,0 0 128 15,21 29-128-15,-21-29 128 0,0 0-128 0,28-6 0 16,-28 6 0-16,23-14 0 0,-12 2 176 0,0 0 0 0,0-2 0 15,0-2 0-15,-1 1-176 0,-2-1 0 16,-1-3 144-16,-2 2-144 0,-2 3 0 0,-2-3 0 16,-2 1 0-16,-2 3 0 0,-3 2 0 0,-2 1 0 15,-1 3 0-15,0 5 0 0,-2 0-144 0,0 4 144 16,0 2-160-16,-1 2 160 0,0 3-192 0,1 0 192 16,1 3-208-16,2 0 80 0,0 0 128 0,8-12 0 0,-8 17 0 15,8-17 0-15,0 0-400 0,0 0 0 0</inkml:trace>
  <inkml:trace contextRef="#ctx0" brushRef="#br0" timeOffset="195197.83">15179 11998 36863 0,'0'0'1632'0,"0"0"336"0,0 0-1584 0,0 0-384 0,0 0 0 0,0 0 0 16,0 0 960-16,0 0 128 0,0 0 0 0,0 0 16 0,0 0-656 0,5 30-144 15,-5-30-32-15,0 0 0 0,0 0-96 0,-8 11-32 16,8-11 0-16,-8 7 0 16,8-7-144-16,-14 16 0 0,5-4 0 0,-2 5 128 15,-1 2-128-15,0 5 0 0,0 2 0 0,0 2 0 16,-1 0 0-16,1 1 0 0,2-2 128 0,1-1-128 16,1 0 0-16,4 0 0 0,4-26 144 0,-2 42-144 0,2-42 128 15,8 33-128-15,-8-33 128 0,0 0-128 0,29 21 0 0,-29-21 0 16,28-2 0-16,-28 2 0 0,30-14 0 0,-15 2 0 15,0 0-144-15,-1-2 144 0,-2 0-368 0,-2-2 0 16,0 1 0-16,-2-4 0 16,-2 3-1360-16,0-1-256 0,-4 3-64 0,-2-3-14272 15</inkml:trace>
  <inkml:trace contextRef="#ctx0" brushRef="#br0" timeOffset="195353.85">15188 12202 2879 0,'-52'-33'128'0,"50"31"16"0,2 2-144 0,0 0 0 16,-6 0 0-16,-2 0 0 0,-5 3 1856 0,-8 1 352 0,-4 4 64 15,1 1 16-15,3 0 1648 0,3 1 336 0,6-1 64 0,5-2 16 16,7-7-544-16,0 0-96 0,0 0-32 0,0 0 0 15,0 0-2144-15,40 19-448 0,-40-19-64 0,36-5-32 16,-36 5-304-16,40-11-64 0,-18 4-16 0,0-3 0 16,-1 0-224-16,1 1-32 0,-2-3-16 0,0 3 0 15,-1-1-336-15,0 1 128 0,-1 2-128 0,0-1 0 16,-18 8 448-16,32-14 0 0</inkml:trace>
  <inkml:trace contextRef="#ctx0" brushRef="#br0" timeOffset="195820.67">15880 12143 3679 0,'0'0'320'0,"-12"10"-320"0,12-10 0 0,0 0 0 0,-7 8 3856 0,7-8 704 0,0 0 144 15,0 0 32-15,0 0 224 0,-7 6 48 0,7-6 16 0,0 0 0 16,0 0-3168-16,0 0-640 16,0 0-128-16,22-12-32 0,-11 5-528 0,0 0-96 15,0 0-32-15,1-1 0 0,1 0-240 0,-13 8-160 0,25-10 192 0,-25 10-192 16,22-7 160-16,-22 7-160 16,0 0 128-16,0 0-128 0,35 11 0 0,-35-11 0 15,0 0 0-15,12 31 0 0,-12-31 0 0,-1 29 0 16,1-29 0-16,-11 31 0 0,11-31 0 0,-17 33 0 15,8-19-144-15,-2-1 144 0,1 0-128 0,-1-1 128 0,1 0-192 16,1-5 192-16,0 1 0 0,9-8-128 16,-11 7 128-16,11-7 0 0,-6 0 0 0,6 0 0 0,0 0 0 0,0-6 0 15,0 6 0-15,5-11 144 0,-5 11-144 16,9-13 192-16,-1 5 48 0,0-2 16 0,1-1 0 16,3-2 0-16,0-1-112 0,2-3-16 0,0 0 0 0,3-1 0 15,0-1-128-15,0 2 0 0,2 0 144 0,-2-1-144 16,-1 3 0-16,0 1 0 0,0 1 0 0,-1 2 0 15,-2 2 0-15,0 2 0 0,-13 7 0 0,18-11-128 16,-18 11-544-16,0 0-96 0,0 0-32 0,0 0-18704 16</inkml:trace>
  <inkml:trace contextRef="#ctx0" brushRef="#br0" timeOffset="196158.88">16211 12181 15663 0,'0'0'1392'0,"0"0"-1120"16,0 0-272-16,0 0 0 0,0 0 3584 0,0 0 640 15,0 0 144-15,0 0 32 0,32 18-1392 0,-32-18-288 16,0 0-48-16,34 8-16 0,-34-8-1664 0,0 0-336 16,34 0-64-16,-34 0-16 0,22-7-240 0,-22 7-48 0,19-10-16 0,-19 10 0 15,21-17-272-15,-11 8 160 16,1-3-160-16,-1 1 128 0,-1-1-128 0,0 0 0 0,-1 1 0 0,-2 1 0 16,-1-1 0-16,-2 0 0 0,-1 2 0 0,-3 0 0 15,-1 1 0-15,-1 1 0 0,-1 2 0 0,-2 1 0 16,0 0-160-16,-4 4 160 0,-1 2-208 0,-3 1 80 15,-1 3-160-15,-2 1-32 0,-2 5 0 0,1-2 0 16,1 4 144-16,1 0 32 0,2 0 0 0,2-2 0 16,1 2 144-16,4 1 0 0,7-15 0 0,-10 31 0 0,10-31 160 15,0 28 64-15,0-28 16 0,0 0 0 0,15 33 128 0,-15-33 16 16,0 0 16-16,36 21 0 0,-36-21-144 0,30 3-16 16,-30-3-16-16,30-5 0 0,-30 5-224 0,31-14 0 15,-15 4 0-15,0-2 0 16,0 0-304-16,-1-2-96 0,1 0-32 0,-2 0-19264 0</inkml:trace>
  <inkml:trace contextRef="#ctx0" brushRef="#br0" timeOffset="196556.17">16541 12151 15663 0,'0'0'1392'0,"0"0"-1120"16,-7 13-272-16,7-13 0 0,0 0 3760 0,0 0 688 16,0 0 144-16,0 0 16 0,0 0-1552 0,-2 26-320 0,2-26-64 0,0 0-16 0,0 0-1568 0,0 0-304 31,37 0-64-31,-37 0-16 0,26-14-448 0,-12 5-80 15,0 2-32-15,-14 7 0 0,27-14-144 0,-27 14 0 16,22-8 0-16,-22 8 0 0,0 0 0 0,0 0 0 0,0 0 0 0,30 29 0 16,-30-29 0-16,1 31 0 15,-1-31 0-15,-9 40 0 0,1-14 0 0,-5 2 0 16,-1 4 0-16,-3-2 0 0,-3 2 0 0,-1 0-176 16,-2-1 176-16,0-2-128 0,0-1-32 0,2-6 0 0,0-2 0 0,5-3 0 15,2-4 0-15,2-4 0 0,1-1 0 16,11-8 0-16,-14 6-368 0,7-8-80 15</inkml:trace>
  <inkml:trace contextRef="#ctx0" brushRef="#br0" timeOffset="196708.53">16622 11876 21183 0,'0'0'1888'0,"0"0"-1504"15,0 0-384-15,0 0 0 0,0 0 2816 0,0 0 512 16,0 0 80-16,19 38 32 0,-19-38-1168 0,17 37-224 15,-17-37-64-15,20 36 0 0,-20-36-1392 0,18 28-272 16,-18-28-64-16,0 0-16 0,26 24-240 0,-26-24 0 16,0 0 0-16,0 0-18464 15</inkml:trace>
  <inkml:trace contextRef="#ctx0" brushRef="#br0" timeOffset="197108.64">16808 12172 28559 0,'0'0'1264'0,"0"0"272"0,0 0-1232 0,0 0-304 16,0 0 0-16,0 0 0 0,25 21 2176 0,-25-21 368 0,0 0 80 0,30 3 0 15,-30-3-1360-15,33 2-288 0,-33-2-48 0,33-3-16 16,-33 3-560-16,30-4-112 0,-30 4-32 0,26-5 0 16,-26 5-208-16,22-10 0 0,-22 10 0 0,19-12 0 15,-19 12 0-15,15-14 0 0,-15 14 0 0,11-11 0 16,-11 11 0-16,8-12 0 0,-8 12 0 0,3-12 0 15,-3 12 0-15,0-12 0 0,0 5 0 0,-3-1 0 16,-1 0 0-16,-2 0 0 0,0-1 0 0,0 2 0 16,-2 2 0-16,1 0 0 0,0 0 0 0,1 5 0 0,-1 0 128 15,1 5 16-15,-1 0 16 0,1 2 0 16,-3 5 96-16,0 2 32 0,-2 2 0 0,0 4 0 16,0-2-112-16,-1 2-32 0,-1 1 0 0,0 0 0 15,2-2-16-15,-1 2 0 0,0-1 0 0,3-2 0 16,9-18 32-16,-11 26 0 0,11-26 0 0,0 0 0 0,0 0-160 15,7 34 0-15,-7-34 0 0,0 0 0 16,0 0 0-16,38 9 0 0,-38-9 0 0,31-5 0 0,-31 5 0 16,36-9 0-16,-36 9 0 0,37-12 0 0,-37 12 0 0,36-14-176 0,-18 7 48 15,-18 7 0 1,33-14-352-16,-19 4-64 0,2 1-16 0,1-1-18768 16</inkml:trace>
  <inkml:trace contextRef="#ctx0" brushRef="#br0" timeOffset="197407.44">17526 12051 4607 0,'0'0'400'0,"0"0"-400"0,0 0 0 0,0 0 0 0,0 0 6256 0,0 0 1168 31,0 0 224-31,0 0 48 0,5-7-3840 0,-5 7-768 16,-2-5-144-16,2 5-48 0,-4-5-1600 0,4 5-320 0,-4-2-64 0,4 2-16 15,-8 1-496-15,8-1-96 0,-10 3-32 0,3 0 0 16,-2 2-272-16,-2 0 0 0,-2 4 0 0,-3 1 0 0,-5 4 0 15,-1 2 0-15,-3 3 0 0,1 2 0 0,1 1 0 0,1-1 0 16,4 0 0-16,3 1-144 0,3-3 144 0,12-19 0 16,-11 35-144-16,11-35 144 0,0 0 0 0,9 36 0 15,-9-36 0-15,0 0 0 16,38 22 0-16,-38-22 0 0,37 7 0 0,-37-7 0 0,45 0 0 0,-45 0 0 0,42-3 0 0,-42 3 0 16,35-7 0-16,-35 7 0 0,30-9 0 0,-30 9 0 15,23-12-320-15,-23 12 48 0,15-15 16 0,-15 15-20176 16</inkml:trace>
  <inkml:trace contextRef="#ctx0" brushRef="#br0" timeOffset="197600.31">17248 12036 35935 0,'0'0'1600'0,"0"0"320"0,0 0-1536 0,0 0-384 31,0 0 0-31,0 0 0 0,0 0 1424 0,30 20 224 15,-30-20 32-15,0 0 16 0,29 28-656 0,-29-28-128 16,26 24-16-16,-26-24-16 0,0 0-384 0,43 26-80 0,-43-26-16 0,32 7 0 16,-32-7-272-16,39-2-128 15,-39 2 0-15,41-12 128 0,-19 5-128 0,1-5-224 16,0 1 48-16,0-1-20480 0</inkml:trace>
  <inkml:trace contextRef="#ctx0" brushRef="#br0" timeOffset="199492.98">17574 12105 15231 0,'0'0'0'15,"0"0"0"1,0 0 0-16,0 0 0 0,0 0 0 0,0 0 0 0,0 0 0 0,0 0 0 16,0 0-160-16,0 0 160 0,0 0 560 0,0 0 192 15,0 0 32-15,0 0 16 16,0 0 112-16,0 0 32 0,0 0 0 0,0 0 32 16,0 0-672-16,0 0-144 0,0 0-32 0,0 0 48 15,0 0 112-15,0 0 32 0,0 0 0 0,0 0 32 0,0 0 544 0,0 0 128 16,0 0 0-16,0 0 64 15,0 0 368-15,0 0 80 0,0 0 0 0,0 0 16 0,0 0-112 0,0 0-32 16,0 0 0-16,0 0 48 0,6-7-400 0,-6 7-80 0,1-4-16 0,-1 2 48 16,1-1-640-16,-1 0-128 0,0 2-32 0,-1 0 48 15,1-1-256-15,0-1-192 16,-1 1 48-16,-1 2 144 0,2 0-176 0,-3-2 176 0,1 2-160 0,2 0 160 16,-4 0 0-16,1 0 0 0,3 0 0 0,-5 2 0 15,2-2 0-15,0 0 0 0,-1-2 144 0,2 1-144 16,-1 1 208-16,0-2-48 0,0 0-16 0,0 0 0 15,1 1-16-15,0-3-128 0,-1 1 192 0,1 1-64 16,-1-2 16-16,1 1 0 0,1 0 0 0,0 1 0 16,-1 0 16-16,-1-1 0 0,1 1 0 0,0 0 0 15,0 1-32-15,-1 1-128 0,-1 0 192 16,0 1-64-16,1 1-128 0,-2 0 0 0,1-1 144 0,-1 3-144 0,0-2 0 16,0 1 0-16,1-1 0 0,-2 1 0 15,3-1 0-15,-2-1 0 0,1 0 0 16,1-1 0-16,0 0 0 0,0 0 0 0,0 0 0 0,0 0 128 15,1 0-128-15,-1-2 176 0,0 2-176 0,0-2 192 16,0 0-192-16,0 1 192 0,0-1-192 0,-2 2 192 16,2-2-192-16,-2 2 160 0,0-1-160 0,1 1 160 0,0 0-160 15,-2 1 0-15,2 1 0 0,-2 0 128 0,2 1-128 0,-2-1 0 16,1 0 0-16,-1 1 0 0,2 1 0 0,0-1 128 16,-1-2-128-16,1 2 0 15,1 0 144-15,-1-1-144 0,1-1 160 0,0 1-160 16,0 0 160-16,1 0-160 0,-1 0 160 0,-1 1-160 15,0 0 128-15,1 0-128 0,-1 0 0 0,0 0 144 16,1 0-144-16,-2 1 0 0,1 1 0 0,0 0 0 16,4-5 0-16,-8 9 0 0,8-9 0 0,-7 12 0 0,7-12 0 0,0 0 0 15,-7 17 0-15,7-17 0 0,0 0 0 16,0 0 0-16,-2 29 128 0,2-29-128 16,0 0 0-16,0 0 0 0,0 0 144 0,4 37-144 0,-4-37 160 15,0 0-32-15,0 0-128 0,9 39 192 0,-9-39-192 0,0 0 0 16,2 34 0-16,-2-34 0 0,0 0 0 0,0 36 0 15,0-36 0-15,0 0 0 0,0 0 0 0,8 32 0 16,-8-32 0-16,0 0 0 0,0 0 0 0,0 0 0 16,0 0 0-16,38 1 0 0,-38-1 240 0,25-12-48 0,-11 5-16 15,2 0 0-15,1-3-48 0,2-1-128 0,-1 1 192 0,2-1-64 16,-1 1-128-16,0 0 0 0,-2-2 0 0,1 3-13792 16,0-2-2640-1</inkml:trace>
  <inkml:trace contextRef="#ctx0" brushRef="#br0" timeOffset="199910.27">17836 11972 2751 0,'0'0'256'0,"9"-9"-256"0,-9 9 0 0,0 0 0 0,0 0 3424 0,0 0 640 0,0 0 128 0,0 0 32 16,0 0 864-16,0 0 176 16,0 0 48-16,0 0 0 0,23 29-3312 0,-23-29-656 15,-8 29-128-15,8-29-16 0,-13 38-816 0,4-18-144 0,0 4-48 16,-3-1 0-16,-1 2-192 0,1 0 0 15,-1 1 128-15,1-3-128 0,1 0 0 0,3-2 0 16,0-1 0-16,8-20 0 0,-7 32 0 0,7-32 0 16,0 0 0-16,5 33 0 0,-5-33 0 0,0 0 0 15,0 0 0-15,32 22 0 0,-32-22 0 0,25-2 0 16,-25 2 0-16,30-9 0 0,-30 9 272 0,30-15-32 16,-16 5-16-16,1 0 0 0,0 1-224 0,-1 0 0 15,0-2 128-15,-2 2-128 0,-3 1-128 0,-9 8-80 0,14-13-16 0,-14 13 0 16,6-14-544-16,-6 8-96 0</inkml:trace>
  <inkml:trace contextRef="#ctx0" brushRef="#br0" timeOffset="200053.2">17663 12152 34095 0,'0'0'1504'0,"0"0"320"0,0 0-1456 0,0 0-368 0,0 0 0 0,0 0 0 0,0 0 1744 0,40 10 288 15,-40-10 48-15,44 2 16 0,-13-2-912 0,0-3-176 16,-1 0-48-16,-1-2 0 15,-1 0-544-15,0-2-112 0,-1-3-32 0,-1 1 0 16,-1-3-272-16,-1-2-256 0</inkml:trace>
  <inkml:trace contextRef="#ctx0" brushRef="#br0" timeOffset="200811.55">18669 12085 22111 0,'2'-3'1968'0,"-1"0"-1584"0,-1 3-384 0,0 0 0 0,0 0 1904 0,0 0 288 16,0 0 64-16,1-5 16 0,-1 5 96 0,3-4 32 15,-3 4 0-15,0 0 0 16,0 0-1312-16,0 0-256 0,0 0-48 0,0 0-16 0,0 0-416 0,-5 36-96 16,5-36 0-16,-9 33-16 15,3-11-112-15,-2 3-128 0,0 1 176 0,-1 0-176 16,-1 0 128-16,-1 2-128 0,1 1 0 0,0-3 0 15,2-2 0-15,0-1 0 0,8-23 0 0,-8 36 0 16,8-36 0-16,0 0 0 0,-2 33-160 0,2-33-12528 0,0 0-2512 16</inkml:trace>
  <inkml:trace contextRef="#ctx0" brushRef="#br0" timeOffset="201085.57">18868 12097 31327 0,'0'0'1392'0,"0"0"272"0,0 0-1328 0,0 0-336 16,0 0 0-16,0 0 0 0,0 0 2016 0,0 0 336 16,0 0 64-16,0 0 16 0,0 0-1488 0,0 0-304 15,0 0-48-15,0 0-16 0,0 0-352 0,0 0-80 16,29 18-16-16,-29-18 0 0,0 0-128 0,0 0 0 16,0 0 144-16,0 0-144 0,-7 26 0 0,7-26 0 15,-7 19 0-15,7-19 0 0,-8 26 128 0,8-26-128 16,-9 26 160-16,9-26-160 0,-10 31 0 0,10-31 128 0,-11 35-128 0,11-35 0 15,-12 36 0-15,12-36 0 0,-11 33 0 16,11-33 0-16,-10 35 0 0,10-35 0 0,-9 29 0 0,9-29 0 16,-4 24-256-16,4-24-80 0,0 0-32 0,0 0-12192 15,0 0-2448 1</inkml:trace>
  <inkml:trace contextRef="#ctx0" brushRef="#br0" timeOffset="201309.01">18693 12241 14735 0,'0'0'1312'0,"-9"10"-1056"0,9-10-256 0,0 0 0 0,0 0 2800 0,0 0 496 15,0 0 96-15,0 0 32 0,0 0-208 0,-6 25-32 16,6-25-16-16,0 0 0 0,0 0-1968 0,0 0-400 16,0 0-80-16,0 0-16 0,29 16-192 0,-29-16-64 15,20-6 0-15,-20 6 0 0,24-10-48 0,-24 10-16 16,28-14 0-16,-28 14 0 0,33-12-224 0,-33 12-160 15,33-10 192-15,-33 10-192 0,34-9-144 0,-34 9-144 0,32-9-32 16,-32 9-19072-16</inkml:trace>
  <inkml:trace contextRef="#ctx0" brushRef="#br0" timeOffset="201727.92">19229 12131 14735 0,'0'0'640'0,"4"-8"160"0,-4 8-640 0,2-6-160 16,-2 6 0-16,0 0 0 0,0 0 2448 0,-1-2 464 0,1 2 96 0,-3-5 0 15,3 5 128-15,-6-2 0 0,2 2 16 0,-1 0 0 16,-1 2-1680-16,1 0-352 0,5-2-64 0,-12 10-16 16,5-6-592-16,7-4-112 0,-13 12-16 0,6-6-16 0,7-6-48 0,-12 16-16 15,12-16 0-15,-10 16 0 0,10-16-112 0,-9 17 0 16,9-17-128-16,-5 21 192 0,5-21-192 0,0 0 0 15,-4 32 0-15,4-32 0 0,0 0 0 0,3 38 0 16,-3-38 0-16,0 0 0 16,10 34 128-16,-10-34-128 0,0 0 0 0,19 30 0 15,-19-30 128-15,0 0-128 0,30 14 0 0,-30-14 144 0,26-1 0 0,-26 1 0 16,32-13 0-16,-15 3 0 0,3-6-16 16,-2-1 0-16,1-2 0 0,-2-1 0 0,-1 2-128 15,-3-4 0-15,-2 3 0 0,-1-2 0 0,-3-1 0 0,-2 2 0 16,-3 0 0-16,-5 2 0 0,-3 1 0 0,-3 2 0 15,-5 1 0-15,-4 5 128 0,-4 4-128 0,-2 3 0 0,0 6 0 0,-1 2 128 16,-1 5-128-16,0 4 0 0,2 2 0 0,1 3 0 16,1 1 0-16,4 1 0 0,2-1-128 15,3-2 128-15,5 0-336 0,8-19 0 16,-8 29 0-16,8-29-19072 0</inkml:trace>
  <inkml:trace contextRef="#ctx0" brushRef="#br0" timeOffset="201888.2">19587 12406 44223 0,'0'0'1968'0,"0"0"400"0,0 0-1904 0,0 0-464 0,0 0 0 0,0 0 0 0,0 0 0 0,0 0-336 15,0 0 48-15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AD6F77-CFCE-A445-8E2C-54D16F9EECCC}" type="datetimeFigureOut">
              <a:rPr lang="en-US" smtClean="0"/>
              <a:t>10/16/2023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42D00-D33B-6747-961F-9152114FB45F}" type="slidenum">
              <a:rPr lang="en-US" smtClean="0"/>
              <a:t>‹#›</a:t>
            </a:fld>
            <a:endParaRPr lang="en-US"/>
          </a:p>
        </p:txBody>
      </p:sp>
    </p:spTree>
    <p:extLst>
      <p:ext uri="{BB962C8B-B14F-4D97-AF65-F5344CB8AC3E}">
        <p14:creationId xmlns:p14="http://schemas.microsoft.com/office/powerpoint/2010/main" val="2981403554"/>
      </p:ext>
    </p:extLst>
  </p:cSld>
  <p:clrMap bg1="lt1" tx1="dk1" bg2="lt2" tx2="dk2" accent1="accent1" accent2="accent2" accent3="accent3" accent4="accent4" accent5="accent5" accent6="accent6" hlink="hlink" folHlink="folHlink"/>
  <p:notesStyle>
    <a:lvl1pPr marL="0" algn="l" defTabSz="685783" rtl="0" eaLnBrk="1" latinLnBrk="0" hangingPunct="1">
      <a:defRPr sz="900" kern="1200">
        <a:solidFill>
          <a:schemeClr val="tx1"/>
        </a:solidFill>
        <a:latin typeface="+mn-lt"/>
        <a:ea typeface="+mn-ea"/>
        <a:cs typeface="+mn-cs"/>
      </a:defRPr>
    </a:lvl1pPr>
    <a:lvl2pPr marL="342892" algn="l" defTabSz="685783" rtl="0" eaLnBrk="1" latinLnBrk="0" hangingPunct="1">
      <a:defRPr sz="900" kern="1200">
        <a:solidFill>
          <a:schemeClr val="tx1"/>
        </a:solidFill>
        <a:latin typeface="+mn-lt"/>
        <a:ea typeface="+mn-ea"/>
        <a:cs typeface="+mn-cs"/>
      </a:defRPr>
    </a:lvl2pPr>
    <a:lvl3pPr marL="685783" algn="l" defTabSz="685783" rtl="0" eaLnBrk="1" latinLnBrk="0" hangingPunct="1">
      <a:defRPr sz="900" kern="1200">
        <a:solidFill>
          <a:schemeClr val="tx1"/>
        </a:solidFill>
        <a:latin typeface="+mn-lt"/>
        <a:ea typeface="+mn-ea"/>
        <a:cs typeface="+mn-cs"/>
      </a:defRPr>
    </a:lvl3pPr>
    <a:lvl4pPr marL="1028675" algn="l" defTabSz="685783" rtl="0" eaLnBrk="1" latinLnBrk="0" hangingPunct="1">
      <a:defRPr sz="900" kern="1200">
        <a:solidFill>
          <a:schemeClr val="tx1"/>
        </a:solidFill>
        <a:latin typeface="+mn-lt"/>
        <a:ea typeface="+mn-ea"/>
        <a:cs typeface="+mn-cs"/>
      </a:defRPr>
    </a:lvl4pPr>
    <a:lvl5pPr marL="1371566" algn="l" defTabSz="685783" rtl="0" eaLnBrk="1" latinLnBrk="0" hangingPunct="1">
      <a:defRPr sz="900" kern="1200">
        <a:solidFill>
          <a:schemeClr val="tx1"/>
        </a:solidFill>
        <a:latin typeface="+mn-lt"/>
        <a:ea typeface="+mn-ea"/>
        <a:cs typeface="+mn-cs"/>
      </a:defRPr>
    </a:lvl5pPr>
    <a:lvl6pPr marL="1714457" algn="l" defTabSz="685783" rtl="0" eaLnBrk="1" latinLnBrk="0" hangingPunct="1">
      <a:defRPr sz="900" kern="1200">
        <a:solidFill>
          <a:schemeClr val="tx1"/>
        </a:solidFill>
        <a:latin typeface="+mn-lt"/>
        <a:ea typeface="+mn-ea"/>
        <a:cs typeface="+mn-cs"/>
      </a:defRPr>
    </a:lvl6pPr>
    <a:lvl7pPr marL="2057348" algn="l" defTabSz="685783" rtl="0" eaLnBrk="1" latinLnBrk="0" hangingPunct="1">
      <a:defRPr sz="900" kern="1200">
        <a:solidFill>
          <a:schemeClr val="tx1"/>
        </a:solidFill>
        <a:latin typeface="+mn-lt"/>
        <a:ea typeface="+mn-ea"/>
        <a:cs typeface="+mn-cs"/>
      </a:defRPr>
    </a:lvl7pPr>
    <a:lvl8pPr marL="2400240" algn="l" defTabSz="685783" rtl="0" eaLnBrk="1" latinLnBrk="0" hangingPunct="1">
      <a:defRPr sz="900" kern="1200">
        <a:solidFill>
          <a:schemeClr val="tx1"/>
        </a:solidFill>
        <a:latin typeface="+mn-lt"/>
        <a:ea typeface="+mn-ea"/>
        <a:cs typeface="+mn-cs"/>
      </a:defRPr>
    </a:lvl8pPr>
    <a:lvl9pPr marL="2743132" algn="l" defTabSz="685783"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a:t>
            </a:fld>
            <a:endParaRPr lang="en-US"/>
          </a:p>
        </p:txBody>
      </p:sp>
    </p:spTree>
    <p:extLst>
      <p:ext uri="{BB962C8B-B14F-4D97-AF65-F5344CB8AC3E}">
        <p14:creationId xmlns:p14="http://schemas.microsoft.com/office/powerpoint/2010/main" val="3075741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a:t>
            </a:fld>
            <a:endParaRPr lang="en-US"/>
          </a:p>
        </p:txBody>
      </p:sp>
    </p:spTree>
    <p:extLst>
      <p:ext uri="{BB962C8B-B14F-4D97-AF65-F5344CB8AC3E}">
        <p14:creationId xmlns:p14="http://schemas.microsoft.com/office/powerpoint/2010/main" val="2660721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3</a:t>
            </a:fld>
            <a:endParaRPr lang="en-US"/>
          </a:p>
        </p:txBody>
      </p:sp>
    </p:spTree>
    <p:extLst>
      <p:ext uri="{BB962C8B-B14F-4D97-AF65-F5344CB8AC3E}">
        <p14:creationId xmlns:p14="http://schemas.microsoft.com/office/powerpoint/2010/main" val="1472465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4</a:t>
            </a:fld>
            <a:endParaRPr lang="en-US"/>
          </a:p>
        </p:txBody>
      </p:sp>
    </p:spTree>
    <p:extLst>
      <p:ext uri="{BB962C8B-B14F-4D97-AF65-F5344CB8AC3E}">
        <p14:creationId xmlns:p14="http://schemas.microsoft.com/office/powerpoint/2010/main" val="2140009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5</a:t>
            </a:fld>
            <a:endParaRPr lang="en-US"/>
          </a:p>
        </p:txBody>
      </p:sp>
    </p:spTree>
    <p:extLst>
      <p:ext uri="{BB962C8B-B14F-4D97-AF65-F5344CB8AC3E}">
        <p14:creationId xmlns:p14="http://schemas.microsoft.com/office/powerpoint/2010/main" val="26335348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6</a:t>
            </a:fld>
            <a:endParaRPr lang="en-US"/>
          </a:p>
        </p:txBody>
      </p:sp>
    </p:spTree>
    <p:extLst>
      <p:ext uri="{BB962C8B-B14F-4D97-AF65-F5344CB8AC3E}">
        <p14:creationId xmlns:p14="http://schemas.microsoft.com/office/powerpoint/2010/main" val="18134915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7</a:t>
            </a:fld>
            <a:endParaRPr lang="en-US"/>
          </a:p>
        </p:txBody>
      </p:sp>
    </p:spTree>
    <p:extLst>
      <p:ext uri="{BB962C8B-B14F-4D97-AF65-F5344CB8AC3E}">
        <p14:creationId xmlns:p14="http://schemas.microsoft.com/office/powerpoint/2010/main" val="6822331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8</a:t>
            </a:fld>
            <a:endParaRPr lang="en-US"/>
          </a:p>
        </p:txBody>
      </p:sp>
    </p:spTree>
    <p:extLst>
      <p:ext uri="{BB962C8B-B14F-4D97-AF65-F5344CB8AC3E}">
        <p14:creationId xmlns:p14="http://schemas.microsoft.com/office/powerpoint/2010/main" val="30433098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9</a:t>
            </a:fld>
            <a:endParaRPr lang="en-US"/>
          </a:p>
        </p:txBody>
      </p:sp>
    </p:spTree>
    <p:extLst>
      <p:ext uri="{BB962C8B-B14F-4D97-AF65-F5344CB8AC3E}">
        <p14:creationId xmlns:p14="http://schemas.microsoft.com/office/powerpoint/2010/main" val="2944610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10</a:t>
            </a:fld>
            <a:endParaRPr lang="en-US"/>
          </a:p>
        </p:txBody>
      </p:sp>
    </p:spTree>
    <p:extLst>
      <p:ext uri="{BB962C8B-B14F-4D97-AF65-F5344CB8AC3E}">
        <p14:creationId xmlns:p14="http://schemas.microsoft.com/office/powerpoint/2010/main" val="10216410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11</a:t>
            </a:fld>
            <a:endParaRPr lang="en-US"/>
          </a:p>
        </p:txBody>
      </p:sp>
    </p:spTree>
    <p:extLst>
      <p:ext uri="{BB962C8B-B14F-4D97-AF65-F5344CB8AC3E}">
        <p14:creationId xmlns:p14="http://schemas.microsoft.com/office/powerpoint/2010/main" val="4773325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12</a:t>
            </a:fld>
            <a:endParaRPr lang="en-US"/>
          </a:p>
        </p:txBody>
      </p:sp>
    </p:spTree>
    <p:extLst>
      <p:ext uri="{BB962C8B-B14F-4D97-AF65-F5344CB8AC3E}">
        <p14:creationId xmlns:p14="http://schemas.microsoft.com/office/powerpoint/2010/main" val="30424815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13</a:t>
            </a:fld>
            <a:endParaRPr lang="en-US"/>
          </a:p>
        </p:txBody>
      </p:sp>
    </p:spTree>
    <p:extLst>
      <p:ext uri="{BB962C8B-B14F-4D97-AF65-F5344CB8AC3E}">
        <p14:creationId xmlns:p14="http://schemas.microsoft.com/office/powerpoint/2010/main" val="28257087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14</a:t>
            </a:fld>
            <a:endParaRPr lang="en-US"/>
          </a:p>
        </p:txBody>
      </p:sp>
    </p:spTree>
    <p:extLst>
      <p:ext uri="{BB962C8B-B14F-4D97-AF65-F5344CB8AC3E}">
        <p14:creationId xmlns:p14="http://schemas.microsoft.com/office/powerpoint/2010/main" val="6974182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15</a:t>
            </a:fld>
            <a:endParaRPr lang="en-US"/>
          </a:p>
        </p:txBody>
      </p:sp>
    </p:spTree>
    <p:extLst>
      <p:ext uri="{BB962C8B-B14F-4D97-AF65-F5344CB8AC3E}">
        <p14:creationId xmlns:p14="http://schemas.microsoft.com/office/powerpoint/2010/main" val="4041535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16</a:t>
            </a:fld>
            <a:endParaRPr lang="en-US"/>
          </a:p>
        </p:txBody>
      </p:sp>
    </p:spTree>
    <p:extLst>
      <p:ext uri="{BB962C8B-B14F-4D97-AF65-F5344CB8AC3E}">
        <p14:creationId xmlns:p14="http://schemas.microsoft.com/office/powerpoint/2010/main" val="15143764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17</a:t>
            </a:fld>
            <a:endParaRPr lang="en-US"/>
          </a:p>
        </p:txBody>
      </p:sp>
    </p:spTree>
    <p:extLst>
      <p:ext uri="{BB962C8B-B14F-4D97-AF65-F5344CB8AC3E}">
        <p14:creationId xmlns:p14="http://schemas.microsoft.com/office/powerpoint/2010/main" val="32042103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18</a:t>
            </a:fld>
            <a:endParaRPr lang="en-US"/>
          </a:p>
        </p:txBody>
      </p:sp>
    </p:spTree>
    <p:extLst>
      <p:ext uri="{BB962C8B-B14F-4D97-AF65-F5344CB8AC3E}">
        <p14:creationId xmlns:p14="http://schemas.microsoft.com/office/powerpoint/2010/main" val="28992873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19</a:t>
            </a:fld>
            <a:endParaRPr lang="en-US"/>
          </a:p>
        </p:txBody>
      </p:sp>
    </p:spTree>
    <p:extLst>
      <p:ext uri="{BB962C8B-B14F-4D97-AF65-F5344CB8AC3E}">
        <p14:creationId xmlns:p14="http://schemas.microsoft.com/office/powerpoint/2010/main" val="41494809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20</a:t>
            </a:fld>
            <a:endParaRPr lang="en-US"/>
          </a:p>
        </p:txBody>
      </p:sp>
    </p:spTree>
    <p:extLst>
      <p:ext uri="{BB962C8B-B14F-4D97-AF65-F5344CB8AC3E}">
        <p14:creationId xmlns:p14="http://schemas.microsoft.com/office/powerpoint/2010/main" val="37290994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21</a:t>
            </a:fld>
            <a:endParaRPr lang="en-US"/>
          </a:p>
        </p:txBody>
      </p:sp>
    </p:spTree>
    <p:extLst>
      <p:ext uri="{BB962C8B-B14F-4D97-AF65-F5344CB8AC3E}">
        <p14:creationId xmlns:p14="http://schemas.microsoft.com/office/powerpoint/2010/main" val="35591768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22</a:t>
            </a:fld>
            <a:endParaRPr lang="en-US"/>
          </a:p>
        </p:txBody>
      </p:sp>
    </p:spTree>
    <p:extLst>
      <p:ext uri="{BB962C8B-B14F-4D97-AF65-F5344CB8AC3E}">
        <p14:creationId xmlns:p14="http://schemas.microsoft.com/office/powerpoint/2010/main" val="38024385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23</a:t>
            </a:fld>
            <a:endParaRPr lang="en-US"/>
          </a:p>
        </p:txBody>
      </p:sp>
    </p:spTree>
    <p:extLst>
      <p:ext uri="{BB962C8B-B14F-4D97-AF65-F5344CB8AC3E}">
        <p14:creationId xmlns:p14="http://schemas.microsoft.com/office/powerpoint/2010/main" val="4500869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24</a:t>
            </a:fld>
            <a:endParaRPr lang="en-US"/>
          </a:p>
        </p:txBody>
      </p:sp>
    </p:spTree>
    <p:extLst>
      <p:ext uri="{BB962C8B-B14F-4D97-AF65-F5344CB8AC3E}">
        <p14:creationId xmlns:p14="http://schemas.microsoft.com/office/powerpoint/2010/main" val="18025028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25</a:t>
            </a:fld>
            <a:endParaRPr lang="en-US"/>
          </a:p>
        </p:txBody>
      </p:sp>
    </p:spTree>
    <p:extLst>
      <p:ext uri="{BB962C8B-B14F-4D97-AF65-F5344CB8AC3E}">
        <p14:creationId xmlns:p14="http://schemas.microsoft.com/office/powerpoint/2010/main" val="4188066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26</a:t>
            </a:fld>
            <a:endParaRPr lang="en-US"/>
          </a:p>
        </p:txBody>
      </p:sp>
    </p:spTree>
    <p:extLst>
      <p:ext uri="{BB962C8B-B14F-4D97-AF65-F5344CB8AC3E}">
        <p14:creationId xmlns:p14="http://schemas.microsoft.com/office/powerpoint/2010/main" val="18638894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27</a:t>
            </a:fld>
            <a:endParaRPr lang="en-US"/>
          </a:p>
        </p:txBody>
      </p:sp>
    </p:spTree>
    <p:extLst>
      <p:ext uri="{BB962C8B-B14F-4D97-AF65-F5344CB8AC3E}">
        <p14:creationId xmlns:p14="http://schemas.microsoft.com/office/powerpoint/2010/main" val="26037104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28</a:t>
            </a:fld>
            <a:endParaRPr lang="en-US"/>
          </a:p>
        </p:txBody>
      </p:sp>
    </p:spTree>
    <p:extLst>
      <p:ext uri="{BB962C8B-B14F-4D97-AF65-F5344CB8AC3E}">
        <p14:creationId xmlns:p14="http://schemas.microsoft.com/office/powerpoint/2010/main" val="17459869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29</a:t>
            </a:fld>
            <a:endParaRPr lang="en-US"/>
          </a:p>
        </p:txBody>
      </p:sp>
    </p:spTree>
    <p:extLst>
      <p:ext uri="{BB962C8B-B14F-4D97-AF65-F5344CB8AC3E}">
        <p14:creationId xmlns:p14="http://schemas.microsoft.com/office/powerpoint/2010/main" val="23128286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Cover 1">
    <p:bg>
      <p:bgPr>
        <a:solidFill>
          <a:srgbClr val="1C3D74"/>
        </a:solidFill>
        <a:effectLst/>
      </p:bgPr>
    </p:bg>
    <p:spTree>
      <p:nvGrpSpPr>
        <p:cNvPr id="1" name=""/>
        <p:cNvGrpSpPr/>
        <p:nvPr/>
      </p:nvGrpSpPr>
      <p:grpSpPr>
        <a:xfrm>
          <a:off x="0" y="0"/>
          <a:ext cx="0" cy="0"/>
          <a:chOff x="0" y="0"/>
          <a:chExt cx="0" cy="0"/>
        </a:xfrm>
      </p:grpSpPr>
      <p:sp>
        <p:nvSpPr>
          <p:cNvPr id="7"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8"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4010446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gradFill>
          <a:gsLst>
            <a:gs pos="12000">
              <a:srgbClr val="1C3D74"/>
            </a:gs>
            <a:gs pos="100000">
              <a:srgbClr val="2DB8C5"/>
            </a:gs>
          </a:gsLst>
          <a:lin ang="19800000" scaled="0"/>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1280325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bg>
      <p:bgPr>
        <a:gradFill flip="none" rotWithShape="1">
          <a:gsLst>
            <a:gs pos="74000">
              <a:srgbClr val="10746A"/>
            </a:gs>
            <a:gs pos="18000">
              <a:srgbClr val="0096E3">
                <a:lumMod val="90000"/>
                <a:lumOff val="10000"/>
              </a:srgb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3193694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9_Custom Layout">
    <p:bg>
      <p:bgPr>
        <a:gradFill flip="none" rotWithShape="1">
          <a:gsLst>
            <a:gs pos="0">
              <a:srgbClr val="73B82B">
                <a:lumMod val="88000"/>
                <a:lumOff val="12000"/>
              </a:srgbClr>
            </a:gs>
            <a:gs pos="97312">
              <a:srgbClr val="10746A"/>
            </a:gs>
            <a:gs pos="59000">
              <a:srgbClr val="10746A">
                <a:lumMod val="94000"/>
                <a:lumOff val="6000"/>
              </a:srgbClr>
            </a:gs>
          </a:gsLst>
          <a:lin ang="1200000" scaled="0"/>
          <a:tileRect/>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1660772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0_Custom Layout">
    <p:bg>
      <p:bgPr>
        <a:gradFill>
          <a:gsLst>
            <a:gs pos="0">
              <a:srgbClr val="73B82B">
                <a:lumMod val="88000"/>
                <a:lumOff val="12000"/>
              </a:srgbClr>
            </a:gs>
            <a:gs pos="69000">
              <a:srgbClr val="2DB8C5"/>
            </a:gs>
          </a:gsLst>
          <a:lin ang="0" scaled="0"/>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141877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1_Custom Layout">
    <p:bg>
      <p:bgPr>
        <a:gradFill flip="none" rotWithShape="1">
          <a:gsLst>
            <a:gs pos="85484">
              <a:srgbClr val="8D3786"/>
            </a:gs>
            <a:gs pos="19000">
              <a:srgbClr val="EC008C"/>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1055588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2_Custom Layout">
    <p:bg>
      <p:bgPr>
        <a:gradFill flip="none" rotWithShape="1">
          <a:gsLst>
            <a:gs pos="3226">
              <a:srgbClr val="8D3786"/>
            </a:gs>
            <a:gs pos="35000">
              <a:srgbClr val="8D3786"/>
            </a:gs>
            <a:gs pos="100000">
              <a:srgbClr val="F18500"/>
            </a:gs>
          </a:gsLst>
          <a:lin ang="19800000" scaled="0"/>
          <a:tileRect/>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3086862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ontent slide 3">
    <p:spTree>
      <p:nvGrpSpPr>
        <p:cNvPr id="1" name=""/>
        <p:cNvGrpSpPr/>
        <p:nvPr/>
      </p:nvGrpSpPr>
      <p:grpSpPr>
        <a:xfrm>
          <a:off x="0" y="0"/>
          <a:ext cx="0" cy="0"/>
          <a:chOff x="0" y="0"/>
          <a:chExt cx="0" cy="0"/>
        </a:xfrm>
      </p:grpSpPr>
      <p:sp>
        <p:nvSpPr>
          <p:cNvPr id="13"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7" name="Text Placeholder 2">
            <a:extLst>
              <a:ext uri="{FF2B5EF4-FFF2-40B4-BE49-F238E27FC236}">
                <a16:creationId xmlns:a16="http://schemas.microsoft.com/office/drawing/2014/main" id="{BF9F98BB-2095-434E-97D1-3636B7E7563C}"/>
              </a:ext>
            </a:extLst>
          </p:cNvPr>
          <p:cNvSpPr>
            <a:spLocks noGrp="1"/>
          </p:cNvSpPr>
          <p:nvPr>
            <p:ph type="body" sz="quarter" idx="13" hasCustomPrompt="1"/>
          </p:nvPr>
        </p:nvSpPr>
        <p:spPr>
          <a:xfrm>
            <a:off x="186596" y="1311275"/>
            <a:ext cx="867209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marL="0" indent="0">
              <a:buNone/>
            </a:pPr>
            <a:endParaRPr lang="en-US"/>
          </a:p>
        </p:txBody>
      </p:sp>
    </p:spTree>
    <p:extLst>
      <p:ext uri="{BB962C8B-B14F-4D97-AF65-F5344CB8AC3E}">
        <p14:creationId xmlns:p14="http://schemas.microsoft.com/office/powerpoint/2010/main" val="23164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slide 3">
    <p:spTree>
      <p:nvGrpSpPr>
        <p:cNvPr id="1" name=""/>
        <p:cNvGrpSpPr/>
        <p:nvPr/>
      </p:nvGrpSpPr>
      <p:grpSpPr>
        <a:xfrm>
          <a:off x="0" y="0"/>
          <a:ext cx="0" cy="0"/>
          <a:chOff x="0" y="0"/>
          <a:chExt cx="0" cy="0"/>
        </a:xfrm>
      </p:grpSpPr>
      <p:sp>
        <p:nvSpPr>
          <p:cNvPr id="13"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7" name="Text Placeholder 2">
            <a:extLst>
              <a:ext uri="{FF2B5EF4-FFF2-40B4-BE49-F238E27FC236}">
                <a16:creationId xmlns:a16="http://schemas.microsoft.com/office/drawing/2014/main" id="{BF9F98BB-2095-434E-97D1-3636B7E7563C}"/>
              </a:ext>
            </a:extLst>
          </p:cNvPr>
          <p:cNvSpPr>
            <a:spLocks noGrp="1"/>
          </p:cNvSpPr>
          <p:nvPr>
            <p:ph type="body" sz="quarter" idx="13" hasCustomPrompt="1"/>
          </p:nvPr>
        </p:nvSpPr>
        <p:spPr>
          <a:xfrm>
            <a:off x="186596" y="1311275"/>
            <a:ext cx="4277455"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marL="0" indent="0">
              <a:buNone/>
            </a:pPr>
            <a:endParaRPr lang="en-US"/>
          </a:p>
        </p:txBody>
      </p:sp>
      <p:sp>
        <p:nvSpPr>
          <p:cNvPr id="9" name="Text Placeholder 2">
            <a:extLst>
              <a:ext uri="{FF2B5EF4-FFF2-40B4-BE49-F238E27FC236}">
                <a16:creationId xmlns:a16="http://schemas.microsoft.com/office/drawing/2014/main" id="{35C7A6F9-784D-428C-B9C4-650A70FFC077}"/>
              </a:ext>
            </a:extLst>
          </p:cNvPr>
          <p:cNvSpPr>
            <a:spLocks noGrp="1"/>
          </p:cNvSpPr>
          <p:nvPr>
            <p:ph type="body" sz="quarter" idx="14" hasCustomPrompt="1"/>
          </p:nvPr>
        </p:nvSpPr>
        <p:spPr>
          <a:xfrm>
            <a:off x="4580865" y="1311275"/>
            <a:ext cx="4277455"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p:txBody>
      </p:sp>
    </p:spTree>
    <p:extLst>
      <p:ext uri="{BB962C8B-B14F-4D97-AF65-F5344CB8AC3E}">
        <p14:creationId xmlns:p14="http://schemas.microsoft.com/office/powerpoint/2010/main" val="3102203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B6C74048-C75E-FD4A-A2F0-C36E16C2A344}"/>
              </a:ext>
            </a:extLst>
          </p:cNvPr>
          <p:cNvSpPr>
            <a:spLocks noGrp="1"/>
          </p:cNvSpPr>
          <p:nvPr>
            <p:ph type="pic" sz="quarter" idx="11" hasCustomPrompt="1"/>
          </p:nvPr>
        </p:nvSpPr>
        <p:spPr>
          <a:xfrm>
            <a:off x="4679950" y="1311276"/>
            <a:ext cx="4186238" cy="2791997"/>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9" name="Text Placeholder 8">
            <a:extLst>
              <a:ext uri="{FF2B5EF4-FFF2-40B4-BE49-F238E27FC236}">
                <a16:creationId xmlns:a16="http://schemas.microsoft.com/office/drawing/2014/main" id="{C8558A91-5849-F74E-9FFB-8BB3E3F86F0C}"/>
              </a:ext>
            </a:extLst>
          </p:cNvPr>
          <p:cNvSpPr>
            <a:spLocks noGrp="1"/>
          </p:cNvSpPr>
          <p:nvPr>
            <p:ph type="body" sz="quarter" idx="12" hasCustomPrompt="1"/>
          </p:nvPr>
        </p:nvSpPr>
        <p:spPr>
          <a:xfrm>
            <a:off x="4679950" y="4176072"/>
            <a:ext cx="4186238" cy="87954"/>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1"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7" name="Text Placeholder 2">
            <a:extLst>
              <a:ext uri="{FF2B5EF4-FFF2-40B4-BE49-F238E27FC236}">
                <a16:creationId xmlns:a16="http://schemas.microsoft.com/office/drawing/2014/main" id="{00C9E275-0734-425E-938B-16131D4657EE}"/>
              </a:ext>
            </a:extLst>
          </p:cNvPr>
          <p:cNvSpPr>
            <a:spLocks noGrp="1"/>
          </p:cNvSpPr>
          <p:nvPr>
            <p:ph type="body" sz="quarter" idx="13" hasCustomPrompt="1"/>
          </p:nvPr>
        </p:nvSpPr>
        <p:spPr>
          <a:xfrm>
            <a:off x="186596" y="1311275"/>
            <a:ext cx="4385404"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90828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B6C74048-C75E-FD4A-A2F0-C36E16C2A344}"/>
              </a:ext>
            </a:extLst>
          </p:cNvPr>
          <p:cNvSpPr>
            <a:spLocks noGrp="1"/>
          </p:cNvSpPr>
          <p:nvPr>
            <p:ph type="pic" sz="quarter" idx="11" hasCustomPrompt="1"/>
          </p:nvPr>
        </p:nvSpPr>
        <p:spPr>
          <a:xfrm>
            <a:off x="6767512" y="1311276"/>
            <a:ext cx="2098675" cy="2773707"/>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3" name="Text Placeholder 8">
            <a:extLst>
              <a:ext uri="{FF2B5EF4-FFF2-40B4-BE49-F238E27FC236}">
                <a16:creationId xmlns:a16="http://schemas.microsoft.com/office/drawing/2014/main" id="{C8558A91-5849-F74E-9FFB-8BB3E3F86F0C}"/>
              </a:ext>
            </a:extLst>
          </p:cNvPr>
          <p:cNvSpPr>
            <a:spLocks noGrp="1"/>
          </p:cNvSpPr>
          <p:nvPr>
            <p:ph type="body" sz="quarter" idx="12" hasCustomPrompt="1"/>
          </p:nvPr>
        </p:nvSpPr>
        <p:spPr>
          <a:xfrm>
            <a:off x="6767512" y="4176072"/>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0"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3" name="Text Placeholder 2">
            <a:extLst>
              <a:ext uri="{FF2B5EF4-FFF2-40B4-BE49-F238E27FC236}">
                <a16:creationId xmlns:a16="http://schemas.microsoft.com/office/drawing/2014/main" id="{9602840F-CF0A-4B0C-876C-214741C51912}"/>
              </a:ext>
            </a:extLst>
          </p:cNvPr>
          <p:cNvSpPr>
            <a:spLocks noGrp="1"/>
          </p:cNvSpPr>
          <p:nvPr>
            <p:ph type="body" sz="quarter" idx="13" hasCustomPrompt="1"/>
          </p:nvPr>
        </p:nvSpPr>
        <p:spPr>
          <a:xfrm>
            <a:off x="186596" y="1311275"/>
            <a:ext cx="6447286"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1516180862"/>
      </p:ext>
    </p:extLst>
  </p:cSld>
  <p:clrMapOvr>
    <a:masterClrMapping/>
  </p:clrMapOvr>
  <p:extLst>
    <p:ext uri="{DCECCB84-F9BA-43D5-87BE-67443E8EF086}">
      <p15:sldGuideLst xmlns:p15="http://schemas.microsoft.com/office/powerpoint/2012/main">
        <p15:guide id="1" pos="419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3 ">
    <p:spTree>
      <p:nvGrpSpPr>
        <p:cNvPr id="1" name=""/>
        <p:cNvGrpSpPr/>
        <p:nvPr/>
      </p:nvGrpSpPr>
      <p:grpSpPr>
        <a:xfrm>
          <a:off x="0" y="0"/>
          <a:ext cx="0" cy="0"/>
          <a:chOff x="0" y="0"/>
          <a:chExt cx="0" cy="0"/>
        </a:xfrm>
      </p:grpSpPr>
      <p:sp>
        <p:nvSpPr>
          <p:cNvPr id="9" name="Picture Placeholder 5">
            <a:extLst>
              <a:ext uri="{FF2B5EF4-FFF2-40B4-BE49-F238E27FC236}">
                <a16:creationId xmlns:a16="http://schemas.microsoft.com/office/drawing/2014/main" id="{EBDDE399-7978-8146-B813-A0B3CFED1CCE}"/>
              </a:ext>
            </a:extLst>
          </p:cNvPr>
          <p:cNvSpPr>
            <a:spLocks noGrp="1"/>
          </p:cNvSpPr>
          <p:nvPr>
            <p:ph type="pic" sz="quarter" idx="14" hasCustomPrompt="1"/>
          </p:nvPr>
        </p:nvSpPr>
        <p:spPr>
          <a:xfrm>
            <a:off x="6767512" y="2874141"/>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1" name="Picture Placeholder 5">
            <a:extLst>
              <a:ext uri="{FF2B5EF4-FFF2-40B4-BE49-F238E27FC236}">
                <a16:creationId xmlns:a16="http://schemas.microsoft.com/office/drawing/2014/main" id="{6D51F31A-86D2-8C4F-A1A9-C88372B37B39}"/>
              </a:ext>
            </a:extLst>
          </p:cNvPr>
          <p:cNvSpPr>
            <a:spLocks noGrp="1"/>
          </p:cNvSpPr>
          <p:nvPr>
            <p:ph type="pic" sz="quarter" idx="16" hasCustomPrompt="1"/>
          </p:nvPr>
        </p:nvSpPr>
        <p:spPr>
          <a:xfrm>
            <a:off x="6767513" y="1311274"/>
            <a:ext cx="2098675" cy="1242000"/>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7" name="Text Placeholder 8">
            <a:extLst>
              <a:ext uri="{FF2B5EF4-FFF2-40B4-BE49-F238E27FC236}">
                <a16:creationId xmlns:a16="http://schemas.microsoft.com/office/drawing/2014/main" id="{C8558A91-5849-F74E-9FFB-8BB3E3F86F0C}"/>
              </a:ext>
            </a:extLst>
          </p:cNvPr>
          <p:cNvSpPr>
            <a:spLocks noGrp="1"/>
          </p:cNvSpPr>
          <p:nvPr>
            <p:ph type="body" sz="quarter" idx="12" hasCustomPrompt="1"/>
          </p:nvPr>
        </p:nvSpPr>
        <p:spPr>
          <a:xfrm>
            <a:off x="6767511" y="2607606"/>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8" name="Text Placeholder 8">
            <a:extLst>
              <a:ext uri="{FF2B5EF4-FFF2-40B4-BE49-F238E27FC236}">
                <a16:creationId xmlns:a16="http://schemas.microsoft.com/office/drawing/2014/main" id="{C8558A91-5849-F74E-9FFB-8BB3E3F86F0C}"/>
              </a:ext>
            </a:extLst>
          </p:cNvPr>
          <p:cNvSpPr>
            <a:spLocks noGrp="1"/>
          </p:cNvSpPr>
          <p:nvPr>
            <p:ph type="body" sz="quarter" idx="17" hasCustomPrompt="1"/>
          </p:nvPr>
        </p:nvSpPr>
        <p:spPr>
          <a:xfrm>
            <a:off x="6767513" y="4176072"/>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3"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10" name="Text Placeholder 2">
            <a:extLst>
              <a:ext uri="{FF2B5EF4-FFF2-40B4-BE49-F238E27FC236}">
                <a16:creationId xmlns:a16="http://schemas.microsoft.com/office/drawing/2014/main" id="{739CEF63-09E5-47AB-B122-292E3DA7266B}"/>
              </a:ext>
            </a:extLst>
          </p:cNvPr>
          <p:cNvSpPr>
            <a:spLocks noGrp="1"/>
          </p:cNvSpPr>
          <p:nvPr>
            <p:ph type="body" sz="quarter" idx="13" hasCustomPrompt="1"/>
          </p:nvPr>
        </p:nvSpPr>
        <p:spPr>
          <a:xfrm>
            <a:off x="186596" y="1311275"/>
            <a:ext cx="6447286"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18400498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4">
    <p:spTree>
      <p:nvGrpSpPr>
        <p:cNvPr id="1" name=""/>
        <p:cNvGrpSpPr/>
        <p:nvPr/>
      </p:nvGrpSpPr>
      <p:grpSpPr>
        <a:xfrm>
          <a:off x="0" y="0"/>
          <a:ext cx="0" cy="0"/>
          <a:chOff x="0" y="0"/>
          <a:chExt cx="0" cy="0"/>
        </a:xfrm>
      </p:grpSpPr>
      <p:sp>
        <p:nvSpPr>
          <p:cNvPr id="14" name="Picture Placeholder 5">
            <a:extLst>
              <a:ext uri="{FF2B5EF4-FFF2-40B4-BE49-F238E27FC236}">
                <a16:creationId xmlns:a16="http://schemas.microsoft.com/office/drawing/2014/main" id="{DE942392-5A1D-4B43-9FC3-CF83A59FC53E}"/>
              </a:ext>
            </a:extLst>
          </p:cNvPr>
          <p:cNvSpPr>
            <a:spLocks noGrp="1"/>
          </p:cNvSpPr>
          <p:nvPr>
            <p:ph type="pic" sz="quarter" idx="16" hasCustomPrompt="1"/>
          </p:nvPr>
        </p:nvSpPr>
        <p:spPr>
          <a:xfrm>
            <a:off x="6767513" y="1311275"/>
            <a:ext cx="2098675" cy="1242000"/>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8" name="Picture Placeholder 5">
            <a:extLst>
              <a:ext uri="{FF2B5EF4-FFF2-40B4-BE49-F238E27FC236}">
                <a16:creationId xmlns:a16="http://schemas.microsoft.com/office/drawing/2014/main" id="{FA0FF9DD-FA38-C644-8804-531A719824B2}"/>
              </a:ext>
            </a:extLst>
          </p:cNvPr>
          <p:cNvSpPr>
            <a:spLocks noGrp="1"/>
          </p:cNvSpPr>
          <p:nvPr>
            <p:ph type="pic" sz="quarter" idx="20" hasCustomPrompt="1"/>
          </p:nvPr>
        </p:nvSpPr>
        <p:spPr>
          <a:xfrm>
            <a:off x="4572001" y="1322602"/>
            <a:ext cx="2098675" cy="1242000"/>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4" name="Text Placeholder 8">
            <a:extLst>
              <a:ext uri="{FF2B5EF4-FFF2-40B4-BE49-F238E27FC236}">
                <a16:creationId xmlns:a16="http://schemas.microsoft.com/office/drawing/2014/main" id="{C8558A91-5849-F74E-9FFB-8BB3E3F86F0C}"/>
              </a:ext>
            </a:extLst>
          </p:cNvPr>
          <p:cNvSpPr>
            <a:spLocks noGrp="1"/>
          </p:cNvSpPr>
          <p:nvPr>
            <p:ph type="body" sz="quarter" idx="12" hasCustomPrompt="1"/>
          </p:nvPr>
        </p:nvSpPr>
        <p:spPr>
          <a:xfrm>
            <a:off x="6767511" y="2607606"/>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5" name="Text Placeholder 8">
            <a:extLst>
              <a:ext uri="{FF2B5EF4-FFF2-40B4-BE49-F238E27FC236}">
                <a16:creationId xmlns:a16="http://schemas.microsoft.com/office/drawing/2014/main" id="{C8558A91-5849-F74E-9FFB-8BB3E3F86F0C}"/>
              </a:ext>
            </a:extLst>
          </p:cNvPr>
          <p:cNvSpPr>
            <a:spLocks noGrp="1"/>
          </p:cNvSpPr>
          <p:nvPr>
            <p:ph type="body" sz="quarter" idx="17" hasCustomPrompt="1"/>
          </p:nvPr>
        </p:nvSpPr>
        <p:spPr>
          <a:xfrm>
            <a:off x="6767513" y="4176072"/>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6" name="Picture Placeholder 5">
            <a:extLst>
              <a:ext uri="{FF2B5EF4-FFF2-40B4-BE49-F238E27FC236}">
                <a16:creationId xmlns:a16="http://schemas.microsoft.com/office/drawing/2014/main" id="{EBDDE399-7978-8146-B813-A0B3CFED1CCE}"/>
              </a:ext>
            </a:extLst>
          </p:cNvPr>
          <p:cNvSpPr>
            <a:spLocks noGrp="1"/>
          </p:cNvSpPr>
          <p:nvPr>
            <p:ph type="pic" sz="quarter" idx="14" hasCustomPrompt="1"/>
          </p:nvPr>
        </p:nvSpPr>
        <p:spPr>
          <a:xfrm>
            <a:off x="6767512" y="2874141"/>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7" name="Picture Placeholder 5">
            <a:extLst>
              <a:ext uri="{FF2B5EF4-FFF2-40B4-BE49-F238E27FC236}">
                <a16:creationId xmlns:a16="http://schemas.microsoft.com/office/drawing/2014/main" id="{EBDDE399-7978-8146-B813-A0B3CFED1CCE}"/>
              </a:ext>
            </a:extLst>
          </p:cNvPr>
          <p:cNvSpPr>
            <a:spLocks noGrp="1"/>
          </p:cNvSpPr>
          <p:nvPr>
            <p:ph type="pic" sz="quarter" idx="21" hasCustomPrompt="1"/>
          </p:nvPr>
        </p:nvSpPr>
        <p:spPr>
          <a:xfrm>
            <a:off x="4572001" y="2874141"/>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8" name="Text Placeholder 8">
            <a:extLst>
              <a:ext uri="{FF2B5EF4-FFF2-40B4-BE49-F238E27FC236}">
                <a16:creationId xmlns:a16="http://schemas.microsoft.com/office/drawing/2014/main" id="{C8558A91-5849-F74E-9FFB-8BB3E3F86F0C}"/>
              </a:ext>
            </a:extLst>
          </p:cNvPr>
          <p:cNvSpPr>
            <a:spLocks noGrp="1"/>
          </p:cNvSpPr>
          <p:nvPr>
            <p:ph type="body" sz="quarter" idx="22" hasCustomPrompt="1"/>
          </p:nvPr>
        </p:nvSpPr>
        <p:spPr>
          <a:xfrm>
            <a:off x="4571999" y="2607606"/>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9" name="Text Placeholder 8">
            <a:extLst>
              <a:ext uri="{FF2B5EF4-FFF2-40B4-BE49-F238E27FC236}">
                <a16:creationId xmlns:a16="http://schemas.microsoft.com/office/drawing/2014/main" id="{C8558A91-5849-F74E-9FFB-8BB3E3F86F0C}"/>
              </a:ext>
            </a:extLst>
          </p:cNvPr>
          <p:cNvSpPr>
            <a:spLocks noGrp="1"/>
          </p:cNvSpPr>
          <p:nvPr>
            <p:ph type="body" sz="quarter" idx="23" hasCustomPrompt="1"/>
          </p:nvPr>
        </p:nvSpPr>
        <p:spPr>
          <a:xfrm>
            <a:off x="4571999" y="4173000"/>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9"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12" name="Text Placeholder 2">
            <a:extLst>
              <a:ext uri="{FF2B5EF4-FFF2-40B4-BE49-F238E27FC236}">
                <a16:creationId xmlns:a16="http://schemas.microsoft.com/office/drawing/2014/main" id="{A5E523E2-4C7B-424A-8715-BA3BD5E8B973}"/>
              </a:ext>
            </a:extLst>
          </p:cNvPr>
          <p:cNvSpPr>
            <a:spLocks noGrp="1"/>
          </p:cNvSpPr>
          <p:nvPr>
            <p:ph type="body" sz="quarter" idx="13" hasCustomPrompt="1"/>
          </p:nvPr>
        </p:nvSpPr>
        <p:spPr>
          <a:xfrm>
            <a:off x="186597" y="1311275"/>
            <a:ext cx="4288564"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14759352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5">
    <p:spTree>
      <p:nvGrpSpPr>
        <p:cNvPr id="1" name=""/>
        <p:cNvGrpSpPr/>
        <p:nvPr/>
      </p:nvGrpSpPr>
      <p:grpSpPr>
        <a:xfrm>
          <a:off x="0" y="0"/>
          <a:ext cx="0" cy="0"/>
          <a:chOff x="0" y="0"/>
          <a:chExt cx="0" cy="0"/>
        </a:xfrm>
      </p:grpSpPr>
      <p:sp>
        <p:nvSpPr>
          <p:cNvPr id="21" name="Picture Placeholder 5">
            <a:extLst>
              <a:ext uri="{FF2B5EF4-FFF2-40B4-BE49-F238E27FC236}">
                <a16:creationId xmlns:a16="http://schemas.microsoft.com/office/drawing/2014/main" id="{FA0FF9DD-FA38-C644-8804-531A719824B2}"/>
              </a:ext>
            </a:extLst>
          </p:cNvPr>
          <p:cNvSpPr>
            <a:spLocks noGrp="1"/>
          </p:cNvSpPr>
          <p:nvPr>
            <p:ph type="pic" sz="quarter" idx="20" hasCustomPrompt="1"/>
          </p:nvPr>
        </p:nvSpPr>
        <p:spPr>
          <a:xfrm>
            <a:off x="4572001" y="1322602"/>
            <a:ext cx="2098675" cy="1242000"/>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2" name="Picture Placeholder 5">
            <a:extLst>
              <a:ext uri="{FF2B5EF4-FFF2-40B4-BE49-F238E27FC236}">
                <a16:creationId xmlns:a16="http://schemas.microsoft.com/office/drawing/2014/main" id="{EBDDE399-7978-8146-B813-A0B3CFED1CCE}"/>
              </a:ext>
            </a:extLst>
          </p:cNvPr>
          <p:cNvSpPr>
            <a:spLocks noGrp="1"/>
          </p:cNvSpPr>
          <p:nvPr>
            <p:ph type="pic" sz="quarter" idx="21" hasCustomPrompt="1"/>
          </p:nvPr>
        </p:nvSpPr>
        <p:spPr>
          <a:xfrm>
            <a:off x="4572001" y="2874141"/>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3" name="Text Placeholder 8">
            <a:extLst>
              <a:ext uri="{FF2B5EF4-FFF2-40B4-BE49-F238E27FC236}">
                <a16:creationId xmlns:a16="http://schemas.microsoft.com/office/drawing/2014/main" id="{C8558A91-5849-F74E-9FFB-8BB3E3F86F0C}"/>
              </a:ext>
            </a:extLst>
          </p:cNvPr>
          <p:cNvSpPr>
            <a:spLocks noGrp="1"/>
          </p:cNvSpPr>
          <p:nvPr>
            <p:ph type="body" sz="quarter" idx="22" hasCustomPrompt="1"/>
          </p:nvPr>
        </p:nvSpPr>
        <p:spPr>
          <a:xfrm>
            <a:off x="4571999" y="2607606"/>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4" name="Text Placeholder 8">
            <a:extLst>
              <a:ext uri="{FF2B5EF4-FFF2-40B4-BE49-F238E27FC236}">
                <a16:creationId xmlns:a16="http://schemas.microsoft.com/office/drawing/2014/main" id="{C8558A91-5849-F74E-9FFB-8BB3E3F86F0C}"/>
              </a:ext>
            </a:extLst>
          </p:cNvPr>
          <p:cNvSpPr>
            <a:spLocks noGrp="1"/>
          </p:cNvSpPr>
          <p:nvPr>
            <p:ph type="body" sz="quarter" idx="23" hasCustomPrompt="1"/>
          </p:nvPr>
        </p:nvSpPr>
        <p:spPr>
          <a:xfrm>
            <a:off x="4571999" y="4173000"/>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33" name="Picture Placeholder 5">
            <a:extLst>
              <a:ext uri="{FF2B5EF4-FFF2-40B4-BE49-F238E27FC236}">
                <a16:creationId xmlns:a16="http://schemas.microsoft.com/office/drawing/2014/main" id="{FA0FF9DD-FA38-C644-8804-531A719824B2}"/>
              </a:ext>
            </a:extLst>
          </p:cNvPr>
          <p:cNvSpPr>
            <a:spLocks noGrp="1"/>
          </p:cNvSpPr>
          <p:nvPr>
            <p:ph type="pic" sz="quarter" idx="24" hasCustomPrompt="1"/>
          </p:nvPr>
        </p:nvSpPr>
        <p:spPr>
          <a:xfrm>
            <a:off x="6767513" y="1322601"/>
            <a:ext cx="2098675" cy="2792301"/>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34"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6767512" y="4177950"/>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6"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10" name="Text Placeholder 2">
            <a:extLst>
              <a:ext uri="{FF2B5EF4-FFF2-40B4-BE49-F238E27FC236}">
                <a16:creationId xmlns:a16="http://schemas.microsoft.com/office/drawing/2014/main" id="{7216A11E-B4A5-4F26-9049-F166D72D6258}"/>
              </a:ext>
            </a:extLst>
          </p:cNvPr>
          <p:cNvSpPr>
            <a:spLocks noGrp="1"/>
          </p:cNvSpPr>
          <p:nvPr>
            <p:ph type="body" sz="quarter" idx="13" hasCustomPrompt="1"/>
          </p:nvPr>
        </p:nvSpPr>
        <p:spPr>
          <a:xfrm>
            <a:off x="186597" y="1311275"/>
            <a:ext cx="4288564"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28699232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6">
    <p:spTree>
      <p:nvGrpSpPr>
        <p:cNvPr id="1" name=""/>
        <p:cNvGrpSpPr/>
        <p:nvPr/>
      </p:nvGrpSpPr>
      <p:grpSpPr>
        <a:xfrm>
          <a:off x="0" y="0"/>
          <a:ext cx="0" cy="0"/>
          <a:chOff x="0" y="0"/>
          <a:chExt cx="0" cy="0"/>
        </a:xfrm>
      </p:grpSpPr>
      <p:sp>
        <p:nvSpPr>
          <p:cNvPr id="21" name="Picture Placeholder 5">
            <a:extLst>
              <a:ext uri="{FF2B5EF4-FFF2-40B4-BE49-F238E27FC236}">
                <a16:creationId xmlns:a16="http://schemas.microsoft.com/office/drawing/2014/main" id="{FA0FF9DD-FA38-C644-8804-531A719824B2}"/>
              </a:ext>
            </a:extLst>
          </p:cNvPr>
          <p:cNvSpPr>
            <a:spLocks noGrp="1"/>
          </p:cNvSpPr>
          <p:nvPr>
            <p:ph type="pic" sz="quarter" idx="20" hasCustomPrompt="1"/>
          </p:nvPr>
        </p:nvSpPr>
        <p:spPr>
          <a:xfrm>
            <a:off x="4572001" y="1322602"/>
            <a:ext cx="4305300" cy="1242000"/>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2" name="Text Placeholder 8">
            <a:extLst>
              <a:ext uri="{FF2B5EF4-FFF2-40B4-BE49-F238E27FC236}">
                <a16:creationId xmlns:a16="http://schemas.microsoft.com/office/drawing/2014/main" id="{C8558A91-5849-F74E-9FFB-8BB3E3F86F0C}"/>
              </a:ext>
            </a:extLst>
          </p:cNvPr>
          <p:cNvSpPr>
            <a:spLocks noGrp="1"/>
          </p:cNvSpPr>
          <p:nvPr>
            <p:ph type="body" sz="quarter" idx="22" hasCustomPrompt="1"/>
          </p:nvPr>
        </p:nvSpPr>
        <p:spPr>
          <a:xfrm>
            <a:off x="4571999" y="2607606"/>
            <a:ext cx="4305302"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3" name="Picture Placeholder 5">
            <a:extLst>
              <a:ext uri="{FF2B5EF4-FFF2-40B4-BE49-F238E27FC236}">
                <a16:creationId xmlns:a16="http://schemas.microsoft.com/office/drawing/2014/main" id="{EBDDE399-7978-8146-B813-A0B3CFED1CCE}"/>
              </a:ext>
            </a:extLst>
          </p:cNvPr>
          <p:cNvSpPr>
            <a:spLocks noGrp="1"/>
          </p:cNvSpPr>
          <p:nvPr>
            <p:ph type="pic" sz="quarter" idx="21" hasCustomPrompt="1"/>
          </p:nvPr>
        </p:nvSpPr>
        <p:spPr>
          <a:xfrm>
            <a:off x="4572001" y="2874141"/>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4" name="Text Placeholder 8">
            <a:extLst>
              <a:ext uri="{FF2B5EF4-FFF2-40B4-BE49-F238E27FC236}">
                <a16:creationId xmlns:a16="http://schemas.microsoft.com/office/drawing/2014/main" id="{C8558A91-5849-F74E-9FFB-8BB3E3F86F0C}"/>
              </a:ext>
            </a:extLst>
          </p:cNvPr>
          <p:cNvSpPr>
            <a:spLocks noGrp="1"/>
          </p:cNvSpPr>
          <p:nvPr>
            <p:ph type="body" sz="quarter" idx="23" hasCustomPrompt="1"/>
          </p:nvPr>
        </p:nvSpPr>
        <p:spPr>
          <a:xfrm>
            <a:off x="4571999" y="4173000"/>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5" name="Picture Placeholder 5">
            <a:extLst>
              <a:ext uri="{FF2B5EF4-FFF2-40B4-BE49-F238E27FC236}">
                <a16:creationId xmlns:a16="http://schemas.microsoft.com/office/drawing/2014/main" id="{EBDDE399-7978-8146-B813-A0B3CFED1CCE}"/>
              </a:ext>
            </a:extLst>
          </p:cNvPr>
          <p:cNvSpPr>
            <a:spLocks noGrp="1"/>
          </p:cNvSpPr>
          <p:nvPr>
            <p:ph type="pic" sz="quarter" idx="24" hasCustomPrompt="1"/>
          </p:nvPr>
        </p:nvSpPr>
        <p:spPr>
          <a:xfrm>
            <a:off x="6778626" y="2877213"/>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6"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6778624" y="4176072"/>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5"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10" name="Text Placeholder 2">
            <a:extLst>
              <a:ext uri="{FF2B5EF4-FFF2-40B4-BE49-F238E27FC236}">
                <a16:creationId xmlns:a16="http://schemas.microsoft.com/office/drawing/2014/main" id="{11A76B9A-C73D-41F4-848B-7B422BD2540C}"/>
              </a:ext>
            </a:extLst>
          </p:cNvPr>
          <p:cNvSpPr>
            <a:spLocks noGrp="1"/>
          </p:cNvSpPr>
          <p:nvPr>
            <p:ph type="body" sz="quarter" idx="13" hasCustomPrompt="1"/>
          </p:nvPr>
        </p:nvSpPr>
        <p:spPr>
          <a:xfrm>
            <a:off x="186597" y="1311275"/>
            <a:ext cx="4288564"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33685009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slide 2 column text + image + caption 1">
    <p:spTree>
      <p:nvGrpSpPr>
        <p:cNvPr id="1" name=""/>
        <p:cNvGrpSpPr/>
        <p:nvPr/>
      </p:nvGrpSpPr>
      <p:grpSpPr>
        <a:xfrm>
          <a:off x="0" y="0"/>
          <a:ext cx="0" cy="0"/>
          <a:chOff x="0" y="0"/>
          <a:chExt cx="0" cy="0"/>
        </a:xfrm>
      </p:grpSpPr>
      <p:sp>
        <p:nvSpPr>
          <p:cNvPr id="19" name="Picture Placeholder 5">
            <a:extLst>
              <a:ext uri="{FF2B5EF4-FFF2-40B4-BE49-F238E27FC236}">
                <a16:creationId xmlns:a16="http://schemas.microsoft.com/office/drawing/2014/main" id="{FA0FF9DD-FA38-C644-8804-531A719824B2}"/>
              </a:ext>
            </a:extLst>
          </p:cNvPr>
          <p:cNvSpPr>
            <a:spLocks noGrp="1"/>
          </p:cNvSpPr>
          <p:nvPr>
            <p:ph type="pic" sz="quarter" idx="24" hasCustomPrompt="1"/>
          </p:nvPr>
        </p:nvSpPr>
        <p:spPr>
          <a:xfrm>
            <a:off x="6102847" y="1322601"/>
            <a:ext cx="2763341" cy="2792301"/>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0"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6102847" y="4177950"/>
            <a:ext cx="2763341"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1"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9" name="Text Placeholder 2">
            <a:extLst>
              <a:ext uri="{FF2B5EF4-FFF2-40B4-BE49-F238E27FC236}">
                <a16:creationId xmlns:a16="http://schemas.microsoft.com/office/drawing/2014/main" id="{6B742EC7-0905-4619-9932-945C15BD9FB8}"/>
              </a:ext>
            </a:extLst>
          </p:cNvPr>
          <p:cNvSpPr>
            <a:spLocks noGrp="1"/>
          </p:cNvSpPr>
          <p:nvPr>
            <p:ph type="body" sz="quarter" idx="26" hasCustomPrompt="1"/>
          </p:nvPr>
        </p:nvSpPr>
        <p:spPr>
          <a:xfrm>
            <a:off x="3144721" y="1311275"/>
            <a:ext cx="285455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marL="457200" indent="0">
              <a:buFont typeface="Arial" panose="020B0604020202020204" pitchFamily="34" charset="0"/>
              <a:buNone/>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p:txBody>
      </p:sp>
      <p:sp>
        <p:nvSpPr>
          <p:cNvPr id="8" name="Text Placeholder 2">
            <a:extLst>
              <a:ext uri="{FF2B5EF4-FFF2-40B4-BE49-F238E27FC236}">
                <a16:creationId xmlns:a16="http://schemas.microsoft.com/office/drawing/2014/main" id="{E839734A-FE59-489D-8235-3CE5E3DE21EF}"/>
              </a:ext>
            </a:extLst>
          </p:cNvPr>
          <p:cNvSpPr>
            <a:spLocks noGrp="1"/>
          </p:cNvSpPr>
          <p:nvPr>
            <p:ph type="body" sz="quarter" idx="27" hasCustomPrompt="1"/>
          </p:nvPr>
        </p:nvSpPr>
        <p:spPr>
          <a:xfrm>
            <a:off x="186595" y="1311275"/>
            <a:ext cx="285455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33717197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slide 1 column text + image + caption">
    <p:spTree>
      <p:nvGrpSpPr>
        <p:cNvPr id="1" name=""/>
        <p:cNvGrpSpPr/>
        <p:nvPr/>
      </p:nvGrpSpPr>
      <p:grpSpPr>
        <a:xfrm>
          <a:off x="0" y="0"/>
          <a:ext cx="0" cy="0"/>
          <a:chOff x="0" y="0"/>
          <a:chExt cx="0" cy="0"/>
        </a:xfrm>
      </p:grpSpPr>
      <p:sp>
        <p:nvSpPr>
          <p:cNvPr id="13" name="Picture Placeholder 5">
            <a:extLst>
              <a:ext uri="{FF2B5EF4-FFF2-40B4-BE49-F238E27FC236}">
                <a16:creationId xmlns:a16="http://schemas.microsoft.com/office/drawing/2014/main" id="{EBDDE399-7978-8146-B813-A0B3CFED1CCE}"/>
              </a:ext>
            </a:extLst>
          </p:cNvPr>
          <p:cNvSpPr>
            <a:spLocks noGrp="1"/>
          </p:cNvSpPr>
          <p:nvPr>
            <p:ph type="pic" sz="quarter" idx="24" hasCustomPrompt="1"/>
          </p:nvPr>
        </p:nvSpPr>
        <p:spPr>
          <a:xfrm>
            <a:off x="2496620" y="1309603"/>
            <a:ext cx="6380681" cy="280837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4"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2496620" y="4176072"/>
            <a:ext cx="6380680"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0"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6" name="Text Placeholder 2">
            <a:extLst>
              <a:ext uri="{FF2B5EF4-FFF2-40B4-BE49-F238E27FC236}">
                <a16:creationId xmlns:a16="http://schemas.microsoft.com/office/drawing/2014/main" id="{57C490C0-3F42-428E-9663-C0315B61F18B}"/>
              </a:ext>
            </a:extLst>
          </p:cNvPr>
          <p:cNvSpPr>
            <a:spLocks noGrp="1"/>
          </p:cNvSpPr>
          <p:nvPr>
            <p:ph type="body" sz="quarter" idx="13" hasCustomPrompt="1"/>
          </p:nvPr>
        </p:nvSpPr>
        <p:spPr>
          <a:xfrm>
            <a:off x="186597" y="1311275"/>
            <a:ext cx="212629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24739450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 hero image + caption">
    <p:spTree>
      <p:nvGrpSpPr>
        <p:cNvPr id="1" name=""/>
        <p:cNvGrpSpPr/>
        <p:nvPr/>
      </p:nvGrpSpPr>
      <p:grpSpPr>
        <a:xfrm>
          <a:off x="0" y="0"/>
          <a:ext cx="0" cy="0"/>
          <a:chOff x="0" y="0"/>
          <a:chExt cx="0" cy="0"/>
        </a:xfrm>
      </p:grpSpPr>
      <p:sp>
        <p:nvSpPr>
          <p:cNvPr id="7" name="Picture Placeholder 5">
            <a:extLst>
              <a:ext uri="{FF2B5EF4-FFF2-40B4-BE49-F238E27FC236}">
                <a16:creationId xmlns:a16="http://schemas.microsoft.com/office/drawing/2014/main" id="{FA0FF9DD-FA38-C644-8804-531A719824B2}"/>
              </a:ext>
            </a:extLst>
          </p:cNvPr>
          <p:cNvSpPr>
            <a:spLocks noGrp="1"/>
          </p:cNvSpPr>
          <p:nvPr>
            <p:ph type="pic" sz="quarter" idx="24" hasCustomPrompt="1"/>
          </p:nvPr>
        </p:nvSpPr>
        <p:spPr>
          <a:xfrm>
            <a:off x="287339" y="1322601"/>
            <a:ext cx="8578850" cy="2792301"/>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0"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287339" y="4177950"/>
            <a:ext cx="8578850"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2"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Tree>
    <p:extLst>
      <p:ext uri="{BB962C8B-B14F-4D97-AF65-F5344CB8AC3E}">
        <p14:creationId xmlns:p14="http://schemas.microsoft.com/office/powerpoint/2010/main" val="34615912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Hero image + caption">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EBDDE399-7978-8146-B813-A0B3CFED1CCE}"/>
              </a:ext>
            </a:extLst>
          </p:cNvPr>
          <p:cNvSpPr>
            <a:spLocks noGrp="1"/>
          </p:cNvSpPr>
          <p:nvPr>
            <p:ph type="pic" sz="quarter" idx="24" hasCustomPrompt="1"/>
          </p:nvPr>
        </p:nvSpPr>
        <p:spPr>
          <a:xfrm>
            <a:off x="279400" y="250826"/>
            <a:ext cx="8597901" cy="3867149"/>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6"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287339" y="4177950"/>
            <a:ext cx="8578850"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Tree>
    <p:extLst>
      <p:ext uri="{BB962C8B-B14F-4D97-AF65-F5344CB8AC3E}">
        <p14:creationId xmlns:p14="http://schemas.microsoft.com/office/powerpoint/2010/main" val="24365865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D0557C50-0B31-9348-AF2A-301002B74889}"/>
              </a:ext>
            </a:extLst>
          </p:cNvPr>
          <p:cNvGrpSpPr/>
          <p:nvPr userDrawn="1"/>
        </p:nvGrpSpPr>
        <p:grpSpPr>
          <a:xfrm>
            <a:off x="203484" y="1234649"/>
            <a:ext cx="2219675" cy="1349665"/>
            <a:chOff x="1985262" y="1786188"/>
            <a:chExt cx="3594613" cy="2579532"/>
          </a:xfrm>
        </p:grpSpPr>
        <p:sp>
          <p:nvSpPr>
            <p:cNvPr id="36" name="TextBox 35">
              <a:extLst>
                <a:ext uri="{FF2B5EF4-FFF2-40B4-BE49-F238E27FC236}">
                  <a16:creationId xmlns:a16="http://schemas.microsoft.com/office/drawing/2014/main" id="{B0759468-3783-DD45-AC2F-7E3842278B7D}"/>
                </a:ext>
              </a:extLst>
            </p:cNvPr>
            <p:cNvSpPr txBox="1"/>
            <p:nvPr/>
          </p:nvSpPr>
          <p:spPr>
            <a:xfrm>
              <a:off x="2401825" y="1786188"/>
              <a:ext cx="2677754" cy="1470585"/>
            </a:xfrm>
            <a:prstGeom prst="rect">
              <a:avLst/>
            </a:prstGeom>
            <a:noFill/>
          </p:spPr>
          <p:txBody>
            <a:bodyPr wrap="square" rtlCol="0">
              <a:spAutoFit/>
            </a:bodyPr>
            <a:lstStyle/>
            <a:p>
              <a:pPr algn="ctr"/>
              <a:r>
                <a:rPr lang="en-US" sz="4400" b="1">
                  <a:solidFill>
                    <a:srgbClr val="2DB8C5"/>
                  </a:solidFill>
                  <a:latin typeface="Arial" panose="020B0604020202020204" pitchFamily="34" charset="0"/>
                  <a:cs typeface="Arial" panose="020B0604020202020204" pitchFamily="34" charset="0"/>
                </a:rPr>
                <a:t>19%</a:t>
              </a:r>
            </a:p>
          </p:txBody>
        </p:sp>
        <p:cxnSp>
          <p:nvCxnSpPr>
            <p:cNvPr id="37" name="Straight Connector 36">
              <a:extLst>
                <a:ext uri="{FF2B5EF4-FFF2-40B4-BE49-F238E27FC236}">
                  <a16:creationId xmlns:a16="http://schemas.microsoft.com/office/drawing/2014/main" id="{7499D1F6-6F64-E045-A629-F16A8AF17DEB}"/>
                </a:ext>
              </a:extLst>
            </p:cNvPr>
            <p:cNvCxnSpPr/>
            <p:nvPr/>
          </p:nvCxnSpPr>
          <p:spPr>
            <a:xfrm flipV="1">
              <a:off x="2114979" y="3256871"/>
              <a:ext cx="3407805" cy="10321"/>
            </a:xfrm>
            <a:prstGeom prst="line">
              <a:avLst/>
            </a:prstGeom>
            <a:ln w="28575">
              <a:solidFill>
                <a:srgbClr val="2DB8C5"/>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9D3155A-02B7-9146-95B9-2D706BFA7810}"/>
                </a:ext>
              </a:extLst>
            </p:cNvPr>
            <p:cNvSpPr txBox="1"/>
            <p:nvPr/>
          </p:nvSpPr>
          <p:spPr>
            <a:xfrm>
              <a:off x="1985262" y="3500871"/>
              <a:ext cx="3594613" cy="864849"/>
            </a:xfrm>
            <a:prstGeom prst="rect">
              <a:avLst/>
            </a:prstGeom>
            <a:noFill/>
          </p:spPr>
          <p:txBody>
            <a:bodyPr wrap="square" rtlCol="0">
              <a:spAutoFit/>
            </a:bodyPr>
            <a:lstStyle/>
            <a:p>
              <a:pPr algn="ctr"/>
              <a:r>
                <a:rPr lang="en-US" sz="1400">
                  <a:solidFill>
                    <a:srgbClr val="2DB8C5"/>
                  </a:solidFill>
                  <a:latin typeface="Arial" panose="020B0604020202020204" pitchFamily="34" charset="0"/>
                  <a:ea typeface="Frutiger-Light" panose="02020603050405020304" pitchFamily="18" charset="77"/>
                  <a:cs typeface="Arial" panose="020B0604020202020204" pitchFamily="34" charset="0"/>
                </a:rPr>
                <a:t>Insert text Insert Text</a:t>
              </a:r>
            </a:p>
            <a:p>
              <a:pPr algn="ctr"/>
              <a:r>
                <a:rPr lang="en-US" sz="1400">
                  <a:solidFill>
                    <a:srgbClr val="2DB8C5"/>
                  </a:solidFill>
                  <a:latin typeface="Arial" panose="020B0604020202020204" pitchFamily="34" charset="0"/>
                  <a:ea typeface="Frutiger-Light" panose="02020603050405020304" pitchFamily="18" charset="77"/>
                  <a:cs typeface="Arial" panose="020B0604020202020204" pitchFamily="34" charset="0"/>
                </a:rPr>
                <a:t>Insert text Insert Text</a:t>
              </a:r>
            </a:p>
          </p:txBody>
        </p:sp>
      </p:grpSp>
      <p:grpSp>
        <p:nvGrpSpPr>
          <p:cNvPr id="52" name="Group 51">
            <a:extLst>
              <a:ext uri="{FF2B5EF4-FFF2-40B4-BE49-F238E27FC236}">
                <a16:creationId xmlns:a16="http://schemas.microsoft.com/office/drawing/2014/main" id="{D0557C50-0B31-9348-AF2A-301002B74889}"/>
              </a:ext>
            </a:extLst>
          </p:cNvPr>
          <p:cNvGrpSpPr/>
          <p:nvPr userDrawn="1"/>
        </p:nvGrpSpPr>
        <p:grpSpPr>
          <a:xfrm>
            <a:off x="3299430" y="1210655"/>
            <a:ext cx="2156489" cy="1349665"/>
            <a:chOff x="1985262" y="1786188"/>
            <a:chExt cx="3594613" cy="2579532"/>
          </a:xfrm>
        </p:grpSpPr>
        <p:sp>
          <p:nvSpPr>
            <p:cNvPr id="53" name="TextBox 52">
              <a:extLst>
                <a:ext uri="{FF2B5EF4-FFF2-40B4-BE49-F238E27FC236}">
                  <a16:creationId xmlns:a16="http://schemas.microsoft.com/office/drawing/2014/main" id="{B0759468-3783-DD45-AC2F-7E3842278B7D}"/>
                </a:ext>
              </a:extLst>
            </p:cNvPr>
            <p:cNvSpPr txBox="1"/>
            <p:nvPr/>
          </p:nvSpPr>
          <p:spPr>
            <a:xfrm>
              <a:off x="2401825" y="1786188"/>
              <a:ext cx="2677754" cy="1526203"/>
            </a:xfrm>
            <a:prstGeom prst="rect">
              <a:avLst/>
            </a:prstGeom>
            <a:noFill/>
          </p:spPr>
          <p:txBody>
            <a:bodyPr wrap="square" rtlCol="0">
              <a:spAutoFit/>
            </a:bodyPr>
            <a:lstStyle/>
            <a:p>
              <a:pPr algn="ctr"/>
              <a:r>
                <a:rPr lang="en-US" sz="4400" b="1">
                  <a:solidFill>
                    <a:srgbClr val="8D3786"/>
                  </a:solidFill>
                  <a:latin typeface="Arial" panose="020B0604020202020204" pitchFamily="34" charset="0"/>
                  <a:cs typeface="Arial" panose="020B0604020202020204" pitchFamily="34" charset="0"/>
                </a:rPr>
                <a:t>19%</a:t>
              </a:r>
            </a:p>
          </p:txBody>
        </p:sp>
        <p:cxnSp>
          <p:nvCxnSpPr>
            <p:cNvPr id="54" name="Straight Connector 53">
              <a:extLst>
                <a:ext uri="{FF2B5EF4-FFF2-40B4-BE49-F238E27FC236}">
                  <a16:creationId xmlns:a16="http://schemas.microsoft.com/office/drawing/2014/main" id="{7499D1F6-6F64-E045-A629-F16A8AF17DEB}"/>
                </a:ext>
              </a:extLst>
            </p:cNvPr>
            <p:cNvCxnSpPr/>
            <p:nvPr/>
          </p:nvCxnSpPr>
          <p:spPr>
            <a:xfrm flipV="1">
              <a:off x="2114979" y="3256871"/>
              <a:ext cx="3407806" cy="10321"/>
            </a:xfrm>
            <a:prstGeom prst="line">
              <a:avLst/>
            </a:prstGeom>
            <a:ln w="28575">
              <a:solidFill>
                <a:srgbClr val="8D3786"/>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49D3155A-02B7-9146-95B9-2D706BFA7810}"/>
                </a:ext>
              </a:extLst>
            </p:cNvPr>
            <p:cNvSpPr txBox="1"/>
            <p:nvPr/>
          </p:nvSpPr>
          <p:spPr>
            <a:xfrm>
              <a:off x="1985262" y="3500872"/>
              <a:ext cx="3594613" cy="864848"/>
            </a:xfrm>
            <a:prstGeom prst="rect">
              <a:avLst/>
            </a:prstGeom>
            <a:noFill/>
          </p:spPr>
          <p:txBody>
            <a:bodyPr wrap="square" rtlCol="0">
              <a:spAutoFit/>
            </a:bodyPr>
            <a:lstStyle/>
            <a:p>
              <a:pPr algn="ctr"/>
              <a:r>
                <a:rPr lang="en-US" sz="1400">
                  <a:solidFill>
                    <a:srgbClr val="8D3786"/>
                  </a:solidFill>
                  <a:latin typeface="Arial" panose="020B0604020202020204" pitchFamily="34" charset="0"/>
                  <a:ea typeface="Frutiger-Light" panose="02020603050405020304" pitchFamily="18" charset="77"/>
                  <a:cs typeface="Arial" panose="020B0604020202020204" pitchFamily="34" charset="0"/>
                </a:rPr>
                <a:t>Insert text Insert Text</a:t>
              </a:r>
            </a:p>
            <a:p>
              <a:pPr algn="ctr"/>
              <a:r>
                <a:rPr lang="en-US" sz="1400">
                  <a:solidFill>
                    <a:srgbClr val="8D3786"/>
                  </a:solidFill>
                  <a:latin typeface="Arial" panose="020B0604020202020204" pitchFamily="34" charset="0"/>
                  <a:ea typeface="Frutiger-Light" panose="02020603050405020304" pitchFamily="18" charset="77"/>
                  <a:cs typeface="Arial" panose="020B0604020202020204" pitchFamily="34" charset="0"/>
                </a:rPr>
                <a:t>Insert text Insert Text</a:t>
              </a:r>
            </a:p>
          </p:txBody>
        </p:sp>
      </p:grpSp>
      <p:grpSp>
        <p:nvGrpSpPr>
          <p:cNvPr id="56" name="Group 55">
            <a:extLst>
              <a:ext uri="{FF2B5EF4-FFF2-40B4-BE49-F238E27FC236}">
                <a16:creationId xmlns:a16="http://schemas.microsoft.com/office/drawing/2014/main" id="{D0557C50-0B31-9348-AF2A-301002B74889}"/>
              </a:ext>
            </a:extLst>
          </p:cNvPr>
          <p:cNvGrpSpPr/>
          <p:nvPr userDrawn="1"/>
        </p:nvGrpSpPr>
        <p:grpSpPr>
          <a:xfrm>
            <a:off x="6395376" y="1210655"/>
            <a:ext cx="2184743" cy="1349665"/>
            <a:chOff x="1985262" y="1786188"/>
            <a:chExt cx="3594613" cy="2579532"/>
          </a:xfrm>
        </p:grpSpPr>
        <p:sp>
          <p:nvSpPr>
            <p:cNvPr id="57" name="TextBox 56">
              <a:extLst>
                <a:ext uri="{FF2B5EF4-FFF2-40B4-BE49-F238E27FC236}">
                  <a16:creationId xmlns:a16="http://schemas.microsoft.com/office/drawing/2014/main" id="{B0759468-3783-DD45-AC2F-7E3842278B7D}"/>
                </a:ext>
              </a:extLst>
            </p:cNvPr>
            <p:cNvSpPr txBox="1"/>
            <p:nvPr/>
          </p:nvSpPr>
          <p:spPr>
            <a:xfrm>
              <a:off x="2401825" y="1786188"/>
              <a:ext cx="2677754" cy="1526203"/>
            </a:xfrm>
            <a:prstGeom prst="rect">
              <a:avLst/>
            </a:prstGeom>
            <a:noFill/>
          </p:spPr>
          <p:txBody>
            <a:bodyPr wrap="square" rtlCol="0">
              <a:spAutoFit/>
            </a:bodyPr>
            <a:lstStyle/>
            <a:p>
              <a:pPr algn="ctr"/>
              <a:r>
                <a:rPr lang="en-US" sz="4400" b="1">
                  <a:solidFill>
                    <a:srgbClr val="10746A"/>
                  </a:solidFill>
                  <a:latin typeface="Arial" panose="020B0604020202020204" pitchFamily="34" charset="0"/>
                  <a:cs typeface="Arial" panose="020B0604020202020204" pitchFamily="34" charset="0"/>
                </a:rPr>
                <a:t>19%</a:t>
              </a:r>
            </a:p>
          </p:txBody>
        </p:sp>
        <p:cxnSp>
          <p:nvCxnSpPr>
            <p:cNvPr id="58" name="Straight Connector 57">
              <a:extLst>
                <a:ext uri="{FF2B5EF4-FFF2-40B4-BE49-F238E27FC236}">
                  <a16:creationId xmlns:a16="http://schemas.microsoft.com/office/drawing/2014/main" id="{7499D1F6-6F64-E045-A629-F16A8AF17DEB}"/>
                </a:ext>
              </a:extLst>
            </p:cNvPr>
            <p:cNvCxnSpPr/>
            <p:nvPr/>
          </p:nvCxnSpPr>
          <p:spPr>
            <a:xfrm flipV="1">
              <a:off x="2114979" y="3256871"/>
              <a:ext cx="3407804" cy="10321"/>
            </a:xfrm>
            <a:prstGeom prst="line">
              <a:avLst/>
            </a:prstGeom>
            <a:ln w="28575">
              <a:solidFill>
                <a:srgbClr val="10746A"/>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49D3155A-02B7-9146-95B9-2D706BFA7810}"/>
                </a:ext>
              </a:extLst>
            </p:cNvPr>
            <p:cNvSpPr txBox="1"/>
            <p:nvPr/>
          </p:nvSpPr>
          <p:spPr>
            <a:xfrm>
              <a:off x="1985262" y="3500872"/>
              <a:ext cx="3594613" cy="864848"/>
            </a:xfrm>
            <a:prstGeom prst="rect">
              <a:avLst/>
            </a:prstGeom>
            <a:noFill/>
          </p:spPr>
          <p:txBody>
            <a:bodyPr wrap="square" rtlCol="0">
              <a:spAutoFit/>
            </a:bodyPr>
            <a:lstStyle/>
            <a:p>
              <a:pPr algn="ctr"/>
              <a:r>
                <a:rPr lang="en-US" sz="1400">
                  <a:solidFill>
                    <a:srgbClr val="10746A"/>
                  </a:solidFill>
                  <a:latin typeface="Arial" panose="020B0604020202020204" pitchFamily="34" charset="0"/>
                  <a:ea typeface="Frutiger-Light" panose="02020603050405020304" pitchFamily="18" charset="77"/>
                  <a:cs typeface="Arial" panose="020B0604020202020204" pitchFamily="34" charset="0"/>
                </a:rPr>
                <a:t>Insert text Insert Text</a:t>
              </a:r>
            </a:p>
            <a:p>
              <a:pPr algn="ctr"/>
              <a:r>
                <a:rPr lang="en-US" sz="1400">
                  <a:solidFill>
                    <a:srgbClr val="10746A"/>
                  </a:solidFill>
                  <a:latin typeface="Arial" panose="020B0604020202020204" pitchFamily="34" charset="0"/>
                  <a:ea typeface="Frutiger-Light" panose="02020603050405020304" pitchFamily="18" charset="77"/>
                  <a:cs typeface="Arial" panose="020B0604020202020204" pitchFamily="34" charset="0"/>
                </a:rPr>
                <a:t>Insert text Insert Text</a:t>
              </a:r>
            </a:p>
          </p:txBody>
        </p:sp>
      </p:grpSp>
      <p:grpSp>
        <p:nvGrpSpPr>
          <p:cNvPr id="60" name="Group 59">
            <a:extLst>
              <a:ext uri="{FF2B5EF4-FFF2-40B4-BE49-F238E27FC236}">
                <a16:creationId xmlns:a16="http://schemas.microsoft.com/office/drawing/2014/main" id="{D0557C50-0B31-9348-AF2A-301002B74889}"/>
              </a:ext>
            </a:extLst>
          </p:cNvPr>
          <p:cNvGrpSpPr/>
          <p:nvPr userDrawn="1"/>
        </p:nvGrpSpPr>
        <p:grpSpPr>
          <a:xfrm>
            <a:off x="1800890" y="2785639"/>
            <a:ext cx="2268189" cy="1349665"/>
            <a:chOff x="1985262" y="1786188"/>
            <a:chExt cx="3594613" cy="2579532"/>
          </a:xfrm>
        </p:grpSpPr>
        <p:sp>
          <p:nvSpPr>
            <p:cNvPr id="61" name="TextBox 60">
              <a:extLst>
                <a:ext uri="{FF2B5EF4-FFF2-40B4-BE49-F238E27FC236}">
                  <a16:creationId xmlns:a16="http://schemas.microsoft.com/office/drawing/2014/main" id="{B0759468-3783-DD45-AC2F-7E3842278B7D}"/>
                </a:ext>
              </a:extLst>
            </p:cNvPr>
            <p:cNvSpPr txBox="1"/>
            <p:nvPr/>
          </p:nvSpPr>
          <p:spPr>
            <a:xfrm>
              <a:off x="2401825" y="1786188"/>
              <a:ext cx="2677754" cy="1470585"/>
            </a:xfrm>
            <a:prstGeom prst="rect">
              <a:avLst/>
            </a:prstGeom>
            <a:noFill/>
          </p:spPr>
          <p:txBody>
            <a:bodyPr wrap="square" rtlCol="0">
              <a:spAutoFit/>
            </a:bodyPr>
            <a:lstStyle/>
            <a:p>
              <a:pPr algn="ctr"/>
              <a:r>
                <a:rPr lang="en-US" sz="4400" b="1">
                  <a:solidFill>
                    <a:srgbClr val="F18500"/>
                  </a:solidFill>
                  <a:latin typeface="Arial" panose="020B0604020202020204" pitchFamily="34" charset="0"/>
                  <a:cs typeface="Arial" panose="020B0604020202020204" pitchFamily="34" charset="0"/>
                </a:rPr>
                <a:t>19%</a:t>
              </a:r>
            </a:p>
          </p:txBody>
        </p:sp>
        <p:cxnSp>
          <p:nvCxnSpPr>
            <p:cNvPr id="62" name="Straight Connector 61">
              <a:extLst>
                <a:ext uri="{FF2B5EF4-FFF2-40B4-BE49-F238E27FC236}">
                  <a16:creationId xmlns:a16="http://schemas.microsoft.com/office/drawing/2014/main" id="{7499D1F6-6F64-E045-A629-F16A8AF17DEB}"/>
                </a:ext>
              </a:extLst>
            </p:cNvPr>
            <p:cNvCxnSpPr/>
            <p:nvPr/>
          </p:nvCxnSpPr>
          <p:spPr>
            <a:xfrm flipV="1">
              <a:off x="2114979" y="3256871"/>
              <a:ext cx="3407805" cy="10321"/>
            </a:xfrm>
            <a:prstGeom prst="line">
              <a:avLst/>
            </a:prstGeom>
            <a:ln w="28575">
              <a:solidFill>
                <a:srgbClr val="F18500"/>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49D3155A-02B7-9146-95B9-2D706BFA7810}"/>
                </a:ext>
              </a:extLst>
            </p:cNvPr>
            <p:cNvSpPr txBox="1"/>
            <p:nvPr/>
          </p:nvSpPr>
          <p:spPr>
            <a:xfrm>
              <a:off x="1985262" y="3500872"/>
              <a:ext cx="3594613" cy="864848"/>
            </a:xfrm>
            <a:prstGeom prst="rect">
              <a:avLst/>
            </a:prstGeom>
            <a:noFill/>
          </p:spPr>
          <p:txBody>
            <a:bodyPr wrap="square" rtlCol="0">
              <a:spAutoFit/>
            </a:bodyPr>
            <a:lstStyle/>
            <a:p>
              <a:pPr algn="ctr"/>
              <a:r>
                <a:rPr lang="en-US" sz="1400">
                  <a:solidFill>
                    <a:srgbClr val="F18500"/>
                  </a:solidFill>
                  <a:latin typeface="Arial" panose="020B0604020202020204" pitchFamily="34" charset="0"/>
                  <a:ea typeface="Frutiger-Light" panose="02020603050405020304" pitchFamily="18" charset="77"/>
                  <a:cs typeface="Arial" panose="020B0604020202020204" pitchFamily="34" charset="0"/>
                </a:rPr>
                <a:t>Insert text Insert Text</a:t>
              </a:r>
            </a:p>
            <a:p>
              <a:pPr algn="ctr"/>
              <a:r>
                <a:rPr lang="en-US" sz="1400">
                  <a:solidFill>
                    <a:srgbClr val="F18500"/>
                  </a:solidFill>
                  <a:latin typeface="Arial" panose="020B0604020202020204" pitchFamily="34" charset="0"/>
                  <a:ea typeface="Frutiger-Light" panose="02020603050405020304" pitchFamily="18" charset="77"/>
                  <a:cs typeface="Arial" panose="020B0604020202020204" pitchFamily="34" charset="0"/>
                </a:rPr>
                <a:t>Insert text Insert Text</a:t>
              </a:r>
            </a:p>
          </p:txBody>
        </p:sp>
      </p:grpSp>
      <p:grpSp>
        <p:nvGrpSpPr>
          <p:cNvPr id="64" name="Group 63">
            <a:extLst>
              <a:ext uri="{FF2B5EF4-FFF2-40B4-BE49-F238E27FC236}">
                <a16:creationId xmlns:a16="http://schemas.microsoft.com/office/drawing/2014/main" id="{D0557C50-0B31-9348-AF2A-301002B74889}"/>
              </a:ext>
            </a:extLst>
          </p:cNvPr>
          <p:cNvGrpSpPr/>
          <p:nvPr userDrawn="1"/>
        </p:nvGrpSpPr>
        <p:grpSpPr>
          <a:xfrm>
            <a:off x="4949634" y="2785639"/>
            <a:ext cx="2289366" cy="1349665"/>
            <a:chOff x="1985262" y="1786188"/>
            <a:chExt cx="3594613" cy="2579532"/>
          </a:xfrm>
        </p:grpSpPr>
        <p:sp>
          <p:nvSpPr>
            <p:cNvPr id="65" name="TextBox 64">
              <a:extLst>
                <a:ext uri="{FF2B5EF4-FFF2-40B4-BE49-F238E27FC236}">
                  <a16:creationId xmlns:a16="http://schemas.microsoft.com/office/drawing/2014/main" id="{B0759468-3783-DD45-AC2F-7E3842278B7D}"/>
                </a:ext>
              </a:extLst>
            </p:cNvPr>
            <p:cNvSpPr txBox="1"/>
            <p:nvPr/>
          </p:nvSpPr>
          <p:spPr>
            <a:xfrm>
              <a:off x="2401825" y="1786188"/>
              <a:ext cx="2677753" cy="1470585"/>
            </a:xfrm>
            <a:prstGeom prst="rect">
              <a:avLst/>
            </a:prstGeom>
            <a:noFill/>
          </p:spPr>
          <p:txBody>
            <a:bodyPr wrap="square" rtlCol="0">
              <a:spAutoFit/>
            </a:bodyPr>
            <a:lstStyle/>
            <a:p>
              <a:pPr algn="ctr"/>
              <a:r>
                <a:rPr lang="en-US" sz="4400" b="1">
                  <a:solidFill>
                    <a:srgbClr val="73B82B"/>
                  </a:solidFill>
                  <a:latin typeface="Arial" panose="020B0604020202020204" pitchFamily="34" charset="0"/>
                  <a:cs typeface="Arial" panose="020B0604020202020204" pitchFamily="34" charset="0"/>
                </a:rPr>
                <a:t>19%</a:t>
              </a:r>
            </a:p>
          </p:txBody>
        </p:sp>
        <p:cxnSp>
          <p:nvCxnSpPr>
            <p:cNvPr id="66" name="Straight Connector 65">
              <a:extLst>
                <a:ext uri="{FF2B5EF4-FFF2-40B4-BE49-F238E27FC236}">
                  <a16:creationId xmlns:a16="http://schemas.microsoft.com/office/drawing/2014/main" id="{7499D1F6-6F64-E045-A629-F16A8AF17DEB}"/>
                </a:ext>
              </a:extLst>
            </p:cNvPr>
            <p:cNvCxnSpPr/>
            <p:nvPr/>
          </p:nvCxnSpPr>
          <p:spPr>
            <a:xfrm flipV="1">
              <a:off x="2114979" y="3271937"/>
              <a:ext cx="3407805" cy="10321"/>
            </a:xfrm>
            <a:prstGeom prst="line">
              <a:avLst/>
            </a:prstGeom>
            <a:ln w="28575">
              <a:solidFill>
                <a:srgbClr val="73B82B"/>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49D3155A-02B7-9146-95B9-2D706BFA7810}"/>
                </a:ext>
              </a:extLst>
            </p:cNvPr>
            <p:cNvSpPr txBox="1"/>
            <p:nvPr/>
          </p:nvSpPr>
          <p:spPr>
            <a:xfrm>
              <a:off x="1985262" y="3500872"/>
              <a:ext cx="3594613" cy="864848"/>
            </a:xfrm>
            <a:prstGeom prst="rect">
              <a:avLst/>
            </a:prstGeom>
            <a:noFill/>
          </p:spPr>
          <p:txBody>
            <a:bodyPr wrap="square" rtlCol="0">
              <a:spAutoFit/>
            </a:bodyPr>
            <a:lstStyle/>
            <a:p>
              <a:pPr algn="ctr"/>
              <a:r>
                <a:rPr lang="en-US" sz="1400">
                  <a:solidFill>
                    <a:srgbClr val="73B82B"/>
                  </a:solidFill>
                  <a:latin typeface="Arial" panose="020B0604020202020204" pitchFamily="34" charset="0"/>
                  <a:ea typeface="Frutiger-Light" panose="02020603050405020304" pitchFamily="18" charset="77"/>
                  <a:cs typeface="Arial" panose="020B0604020202020204" pitchFamily="34" charset="0"/>
                </a:rPr>
                <a:t>Insert text Insert Text</a:t>
              </a:r>
            </a:p>
            <a:p>
              <a:pPr algn="ctr"/>
              <a:r>
                <a:rPr lang="en-US" sz="1400">
                  <a:solidFill>
                    <a:srgbClr val="73B82B"/>
                  </a:solidFill>
                  <a:latin typeface="Arial" panose="020B0604020202020204" pitchFamily="34" charset="0"/>
                  <a:ea typeface="Frutiger-Light" panose="02020603050405020304" pitchFamily="18" charset="77"/>
                  <a:cs typeface="Arial" panose="020B0604020202020204" pitchFamily="34" charset="0"/>
                </a:rPr>
                <a:t>Insert text Insert Text</a:t>
              </a:r>
            </a:p>
          </p:txBody>
        </p:sp>
      </p:grpSp>
      <p:sp>
        <p:nvSpPr>
          <p:cNvPr id="23" name="Content Placeholder 2"/>
          <p:cNvSpPr>
            <a:spLocks noGrp="1"/>
          </p:cNvSpPr>
          <p:nvPr>
            <p:ph sz="quarter" idx="10" hasCustomPrompt="1"/>
          </p:nvPr>
        </p:nvSpPr>
        <p:spPr>
          <a:xfrm>
            <a:off x="186596" y="211096"/>
            <a:ext cx="8672097" cy="1171575"/>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Tree>
    <p:extLst>
      <p:ext uri="{BB962C8B-B14F-4D97-AF65-F5344CB8AC3E}">
        <p14:creationId xmlns:p14="http://schemas.microsoft.com/office/powerpoint/2010/main" val="24768753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Content slide 3">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4348A56A-D03E-7C4E-AE8E-F896E6A5A11B}"/>
              </a:ext>
            </a:extLst>
          </p:cNvPr>
          <p:cNvGraphicFramePr/>
          <p:nvPr userDrawn="1">
            <p:extLst>
              <p:ext uri="{D42A27DB-BD31-4B8C-83A1-F6EECF244321}">
                <p14:modId xmlns:p14="http://schemas.microsoft.com/office/powerpoint/2010/main" val="286463332"/>
              </p:ext>
            </p:extLst>
          </p:nvPr>
        </p:nvGraphicFramePr>
        <p:xfrm>
          <a:off x="2925649" y="1218723"/>
          <a:ext cx="4923808" cy="3149179"/>
        </p:xfrm>
        <a:graphic>
          <a:graphicData uri="http://schemas.openxmlformats.org/drawingml/2006/chart">
            <c:chart xmlns:c="http://schemas.openxmlformats.org/drawingml/2006/chart" xmlns:r="http://schemas.openxmlformats.org/officeDocument/2006/relationships" r:id="rId2"/>
          </a:graphicData>
        </a:graphic>
      </p:graphicFrame>
      <p:sp>
        <p:nvSpPr>
          <p:cNvPr id="7"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5" name="Text Placeholder 2">
            <a:extLst>
              <a:ext uri="{FF2B5EF4-FFF2-40B4-BE49-F238E27FC236}">
                <a16:creationId xmlns:a16="http://schemas.microsoft.com/office/drawing/2014/main" id="{A91CD518-0B4F-4DDD-8245-74B5057E9664}"/>
              </a:ext>
            </a:extLst>
          </p:cNvPr>
          <p:cNvSpPr>
            <a:spLocks noGrp="1"/>
          </p:cNvSpPr>
          <p:nvPr>
            <p:ph type="body" sz="quarter" idx="13" hasCustomPrompt="1"/>
          </p:nvPr>
        </p:nvSpPr>
        <p:spPr>
          <a:xfrm>
            <a:off x="186597" y="1311275"/>
            <a:ext cx="229662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25838018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Content slide 3">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ADE844C2-66A4-7347-BB76-EF1AA2EFEA89}"/>
              </a:ext>
            </a:extLst>
          </p:cNvPr>
          <p:cNvGraphicFramePr/>
          <p:nvPr userDrawn="1">
            <p:extLst>
              <p:ext uri="{D42A27DB-BD31-4B8C-83A1-F6EECF244321}">
                <p14:modId xmlns:p14="http://schemas.microsoft.com/office/powerpoint/2010/main" val="1544693725"/>
              </p:ext>
            </p:extLst>
          </p:nvPr>
        </p:nvGraphicFramePr>
        <p:xfrm>
          <a:off x="3380198" y="1259540"/>
          <a:ext cx="5003514" cy="3295755"/>
        </p:xfrm>
        <a:graphic>
          <a:graphicData uri="http://schemas.openxmlformats.org/drawingml/2006/chart">
            <c:chart xmlns:c="http://schemas.openxmlformats.org/drawingml/2006/chart" xmlns:r="http://schemas.openxmlformats.org/officeDocument/2006/relationships" r:id="rId2"/>
          </a:graphicData>
        </a:graphic>
      </p:graphicFrame>
      <p:sp>
        <p:nvSpPr>
          <p:cNvPr id="7"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6" name="Text Placeholder 2">
            <a:extLst>
              <a:ext uri="{FF2B5EF4-FFF2-40B4-BE49-F238E27FC236}">
                <a16:creationId xmlns:a16="http://schemas.microsoft.com/office/drawing/2014/main" id="{796BE319-1C15-41CC-A596-E46D2BF7CC74}"/>
              </a:ext>
            </a:extLst>
          </p:cNvPr>
          <p:cNvSpPr>
            <a:spLocks noGrp="1"/>
          </p:cNvSpPr>
          <p:nvPr>
            <p:ph type="body" sz="quarter" idx="13" hasCustomPrompt="1"/>
          </p:nvPr>
        </p:nvSpPr>
        <p:spPr>
          <a:xfrm>
            <a:off x="186597" y="1311275"/>
            <a:ext cx="229662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29708132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Content slide 3">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EF8E69A5-8A32-3B48-8662-8A79DC2E0921}"/>
              </a:ext>
            </a:extLst>
          </p:cNvPr>
          <p:cNvGraphicFramePr/>
          <p:nvPr userDrawn="1">
            <p:extLst>
              <p:ext uri="{D42A27DB-BD31-4B8C-83A1-F6EECF244321}">
                <p14:modId xmlns:p14="http://schemas.microsoft.com/office/powerpoint/2010/main" val="3268563056"/>
              </p:ext>
            </p:extLst>
          </p:nvPr>
        </p:nvGraphicFramePr>
        <p:xfrm>
          <a:off x="2586555" y="1209354"/>
          <a:ext cx="5804951" cy="3027488"/>
        </p:xfrm>
        <a:graphic>
          <a:graphicData uri="http://schemas.openxmlformats.org/drawingml/2006/chart">
            <c:chart xmlns:c="http://schemas.openxmlformats.org/drawingml/2006/chart" xmlns:r="http://schemas.openxmlformats.org/officeDocument/2006/relationships" r:id="rId2"/>
          </a:graphicData>
        </a:graphic>
      </p:graphicFrame>
      <p:sp>
        <p:nvSpPr>
          <p:cNvPr id="7"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5" name="Text Placeholder 2">
            <a:extLst>
              <a:ext uri="{FF2B5EF4-FFF2-40B4-BE49-F238E27FC236}">
                <a16:creationId xmlns:a16="http://schemas.microsoft.com/office/drawing/2014/main" id="{020285F8-6946-46F6-9325-70AD32F1D6C8}"/>
              </a:ext>
            </a:extLst>
          </p:cNvPr>
          <p:cNvSpPr>
            <a:spLocks noGrp="1"/>
          </p:cNvSpPr>
          <p:nvPr>
            <p:ph type="body" sz="quarter" idx="13" hasCustomPrompt="1"/>
          </p:nvPr>
        </p:nvSpPr>
        <p:spPr>
          <a:xfrm>
            <a:off x="186597" y="1311275"/>
            <a:ext cx="229662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33148262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Content slide 3">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AFD6674-8208-4117-92B8-8BA50FAB180F}"/>
              </a:ext>
            </a:extLst>
          </p:cNvPr>
          <p:cNvGraphicFramePr>
            <a:graphicFrameLocks noGrp="1"/>
          </p:cNvGraphicFramePr>
          <p:nvPr userDrawn="1">
            <p:extLst>
              <p:ext uri="{D42A27DB-BD31-4B8C-83A1-F6EECF244321}">
                <p14:modId xmlns:p14="http://schemas.microsoft.com/office/powerpoint/2010/main" val="2266213361"/>
              </p:ext>
            </p:extLst>
          </p:nvPr>
        </p:nvGraphicFramePr>
        <p:xfrm>
          <a:off x="287338" y="1689652"/>
          <a:ext cx="7137192" cy="1106344"/>
        </p:xfrm>
        <a:graphic>
          <a:graphicData uri="http://schemas.openxmlformats.org/drawingml/2006/table">
            <a:tbl>
              <a:tblPr firstRow="1" bandRow="1">
                <a:tableStyleId>{5C22544A-7EE6-4342-B048-85BDC9FD1C3A}</a:tableStyleId>
              </a:tblPr>
              <a:tblGrid>
                <a:gridCol w="1189532">
                  <a:extLst>
                    <a:ext uri="{9D8B030D-6E8A-4147-A177-3AD203B41FA5}">
                      <a16:colId xmlns:a16="http://schemas.microsoft.com/office/drawing/2014/main" val="3822116847"/>
                    </a:ext>
                  </a:extLst>
                </a:gridCol>
                <a:gridCol w="1189532">
                  <a:extLst>
                    <a:ext uri="{9D8B030D-6E8A-4147-A177-3AD203B41FA5}">
                      <a16:colId xmlns:a16="http://schemas.microsoft.com/office/drawing/2014/main" val="1796008628"/>
                    </a:ext>
                  </a:extLst>
                </a:gridCol>
                <a:gridCol w="1189532">
                  <a:extLst>
                    <a:ext uri="{9D8B030D-6E8A-4147-A177-3AD203B41FA5}">
                      <a16:colId xmlns:a16="http://schemas.microsoft.com/office/drawing/2014/main" val="3879958063"/>
                    </a:ext>
                  </a:extLst>
                </a:gridCol>
                <a:gridCol w="1189532">
                  <a:extLst>
                    <a:ext uri="{9D8B030D-6E8A-4147-A177-3AD203B41FA5}">
                      <a16:colId xmlns:a16="http://schemas.microsoft.com/office/drawing/2014/main" val="3650332254"/>
                    </a:ext>
                  </a:extLst>
                </a:gridCol>
                <a:gridCol w="1189532">
                  <a:extLst>
                    <a:ext uri="{9D8B030D-6E8A-4147-A177-3AD203B41FA5}">
                      <a16:colId xmlns:a16="http://schemas.microsoft.com/office/drawing/2014/main" val="3035283889"/>
                    </a:ext>
                  </a:extLst>
                </a:gridCol>
                <a:gridCol w="1189532">
                  <a:extLst>
                    <a:ext uri="{9D8B030D-6E8A-4147-A177-3AD203B41FA5}">
                      <a16:colId xmlns:a16="http://schemas.microsoft.com/office/drawing/2014/main" val="2593290401"/>
                    </a:ext>
                  </a:extLst>
                </a:gridCol>
              </a:tblGrid>
              <a:tr h="276586">
                <a:tc>
                  <a:txBody>
                    <a:bodyPr/>
                    <a:lstStyle/>
                    <a:p>
                      <a:pPr algn="ctr"/>
                      <a:r>
                        <a:rPr lang="en-US" sz="800" b="0" i="0">
                          <a:latin typeface="+mj-lt"/>
                        </a:rPr>
                        <a:t>XXXXXXXXXXXXX</a:t>
                      </a: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a:t>
                      </a:r>
                      <a:endParaRPr lang="en-US" sz="800">
                        <a:latin typeface="+mj-lt"/>
                      </a:endParaRPr>
                    </a:p>
                  </a:txBody>
                  <a:tcPr marL="32707" marR="32707" marT="49061" marB="4906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ap="flat" cmpd="sng" algn="ctr">
                      <a:solidFill>
                        <a:schemeClr val="bg1"/>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extLst>
                  <a:ext uri="{0D108BD9-81ED-4DB2-BD59-A6C34878D82A}">
                    <a16:rowId xmlns:a16="http://schemas.microsoft.com/office/drawing/2014/main" val="1577180098"/>
                  </a:ext>
                </a:extLst>
              </a:tr>
              <a:tr h="276586">
                <a:tc>
                  <a:txBody>
                    <a:bodyPr/>
                    <a:lstStyle/>
                    <a:p>
                      <a:pPr algn="ct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001B71"/>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001B7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extLst>
                  <a:ext uri="{0D108BD9-81ED-4DB2-BD59-A6C34878D82A}">
                    <a16:rowId xmlns:a16="http://schemas.microsoft.com/office/drawing/2014/main" val="988255196"/>
                  </a:ext>
                </a:extLst>
              </a:tr>
              <a:tr h="2765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001B71"/>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001B71"/>
                      </a:solidFill>
                      <a:prstDash val="solid"/>
                      <a:round/>
                      <a:headEnd type="none" w="med" len="med"/>
                      <a:tailEnd type="none" w="med" len="med"/>
                    </a:lnT>
                    <a:lnB w="12700" cap="flat" cmpd="sng" algn="ctr">
                      <a:solidFill>
                        <a:srgbClr val="001B7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extLst>
                  <a:ext uri="{0D108BD9-81ED-4DB2-BD59-A6C34878D82A}">
                    <a16:rowId xmlns:a16="http://schemas.microsoft.com/office/drawing/2014/main" val="3377887121"/>
                  </a:ext>
                </a:extLst>
              </a:tr>
              <a:tr h="2765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001B71"/>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001B71"/>
                      </a:solidFill>
                      <a:prstDash val="solid"/>
                      <a:round/>
                      <a:headEnd type="none" w="med" len="med"/>
                      <a:tailEnd type="none" w="med" len="med"/>
                    </a:lnT>
                    <a:lnB w="12700" cap="flat" cmpd="sng" algn="ctr">
                      <a:solidFill>
                        <a:srgbClr val="001B7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algn="ct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extLst>
                  <a:ext uri="{0D108BD9-81ED-4DB2-BD59-A6C34878D82A}">
                    <a16:rowId xmlns:a16="http://schemas.microsoft.com/office/drawing/2014/main" val="2157991891"/>
                  </a:ext>
                </a:extLst>
              </a:tr>
            </a:tbl>
          </a:graphicData>
        </a:graphic>
      </p:graphicFrame>
      <p:graphicFrame>
        <p:nvGraphicFramePr>
          <p:cNvPr id="6" name="Table 5">
            <a:extLst>
              <a:ext uri="{FF2B5EF4-FFF2-40B4-BE49-F238E27FC236}">
                <a16:creationId xmlns:a16="http://schemas.microsoft.com/office/drawing/2014/main" id="{485AC98B-3184-4158-8DB1-FD0896BAEA5C}"/>
              </a:ext>
            </a:extLst>
          </p:cNvPr>
          <p:cNvGraphicFramePr>
            <a:graphicFrameLocks noGrp="1"/>
          </p:cNvGraphicFramePr>
          <p:nvPr userDrawn="1">
            <p:extLst>
              <p:ext uri="{D42A27DB-BD31-4B8C-83A1-F6EECF244321}">
                <p14:modId xmlns:p14="http://schemas.microsoft.com/office/powerpoint/2010/main" val="2248348035"/>
              </p:ext>
            </p:extLst>
          </p:nvPr>
        </p:nvGraphicFramePr>
        <p:xfrm>
          <a:off x="287338" y="3153802"/>
          <a:ext cx="7137192" cy="1106344"/>
        </p:xfrm>
        <a:graphic>
          <a:graphicData uri="http://schemas.openxmlformats.org/drawingml/2006/table">
            <a:tbl>
              <a:tblPr firstRow="1" bandRow="1">
                <a:tableStyleId>{5C22544A-7EE6-4342-B048-85BDC9FD1C3A}</a:tableStyleId>
              </a:tblPr>
              <a:tblGrid>
                <a:gridCol w="1189532">
                  <a:extLst>
                    <a:ext uri="{9D8B030D-6E8A-4147-A177-3AD203B41FA5}">
                      <a16:colId xmlns:a16="http://schemas.microsoft.com/office/drawing/2014/main" val="3822116847"/>
                    </a:ext>
                  </a:extLst>
                </a:gridCol>
                <a:gridCol w="1189532">
                  <a:extLst>
                    <a:ext uri="{9D8B030D-6E8A-4147-A177-3AD203B41FA5}">
                      <a16:colId xmlns:a16="http://schemas.microsoft.com/office/drawing/2014/main" val="1796008628"/>
                    </a:ext>
                  </a:extLst>
                </a:gridCol>
                <a:gridCol w="1189532">
                  <a:extLst>
                    <a:ext uri="{9D8B030D-6E8A-4147-A177-3AD203B41FA5}">
                      <a16:colId xmlns:a16="http://schemas.microsoft.com/office/drawing/2014/main" val="3879958063"/>
                    </a:ext>
                  </a:extLst>
                </a:gridCol>
                <a:gridCol w="1189532">
                  <a:extLst>
                    <a:ext uri="{9D8B030D-6E8A-4147-A177-3AD203B41FA5}">
                      <a16:colId xmlns:a16="http://schemas.microsoft.com/office/drawing/2014/main" val="3650332254"/>
                    </a:ext>
                  </a:extLst>
                </a:gridCol>
                <a:gridCol w="1189532">
                  <a:extLst>
                    <a:ext uri="{9D8B030D-6E8A-4147-A177-3AD203B41FA5}">
                      <a16:colId xmlns:a16="http://schemas.microsoft.com/office/drawing/2014/main" val="3035283889"/>
                    </a:ext>
                  </a:extLst>
                </a:gridCol>
                <a:gridCol w="1189532">
                  <a:extLst>
                    <a:ext uri="{9D8B030D-6E8A-4147-A177-3AD203B41FA5}">
                      <a16:colId xmlns:a16="http://schemas.microsoft.com/office/drawing/2014/main" val="2593290401"/>
                    </a:ext>
                  </a:extLst>
                </a:gridCol>
              </a:tblGrid>
              <a:tr h="276586">
                <a:tc>
                  <a:txBody>
                    <a:bodyPr/>
                    <a:lstStyle/>
                    <a:p>
                      <a:pPr algn="ctr"/>
                      <a:r>
                        <a:rPr lang="en-US" sz="800" b="0" i="0">
                          <a:latin typeface="+mj-lt"/>
                        </a:rPr>
                        <a:t>XXXXXXXXXXXXX</a:t>
                      </a:r>
                    </a:p>
                  </a:txBody>
                  <a:tcPr marL="32707" marR="32707" marT="49061" marB="49061" anchor="ctr">
                    <a:lnL w="12700" cap="flat" cmpd="sng" algn="ctr">
                      <a:solidFill>
                        <a:srgbClr val="2DB8C5"/>
                      </a:solidFill>
                      <a:prstDash val="solid"/>
                      <a:round/>
                      <a:headEnd type="none" w="med" len="med"/>
                      <a:tailEnd type="none" w="med" len="med"/>
                    </a:lnL>
                    <a:lnR w="12700" cmpd="sng">
                      <a:noFill/>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a:t>
                      </a:r>
                      <a:endParaRPr lang="en-US" sz="800">
                        <a:latin typeface="+mj-lt"/>
                      </a:endParaRPr>
                    </a:p>
                  </a:txBody>
                  <a:tcPr marL="32707" marR="32707" marT="49061" marB="49061" anchor="ctr">
                    <a:lnL w="12700" cmpd="sng">
                      <a:noFill/>
                    </a:lnL>
                    <a:lnR w="12700" cmpd="sng">
                      <a:noFill/>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mpd="sng">
                      <a:noFill/>
                    </a:lnL>
                    <a:lnR w="12700" cmpd="sng">
                      <a:noFill/>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mpd="sng">
                      <a:noFill/>
                    </a:lnL>
                    <a:lnR w="12700" cmpd="sng">
                      <a:noFill/>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mpd="sng">
                      <a:noFill/>
                    </a:lnL>
                    <a:lnR w="12700" cmpd="sng">
                      <a:noFill/>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mpd="sng">
                      <a:noFill/>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extLst>
                  <a:ext uri="{0D108BD9-81ED-4DB2-BD59-A6C34878D82A}">
                    <a16:rowId xmlns:a16="http://schemas.microsoft.com/office/drawing/2014/main" val="1577180098"/>
                  </a:ext>
                </a:extLst>
              </a:tr>
              <a:tr h="276586">
                <a:tc>
                  <a:txBody>
                    <a:bodyPr/>
                    <a:lstStyle/>
                    <a:p>
                      <a:pPr algn="ct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88255196"/>
                  </a:ext>
                </a:extLst>
              </a:tr>
              <a:tr h="2765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77887121"/>
                  </a:ext>
                </a:extLst>
              </a:tr>
              <a:tr h="2765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7991891"/>
                  </a:ext>
                </a:extLst>
              </a:tr>
            </a:tbl>
          </a:graphicData>
        </a:graphic>
      </p:graphicFrame>
      <p:sp>
        <p:nvSpPr>
          <p:cNvPr id="10"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7" name="Text Placeholder 2">
            <a:extLst>
              <a:ext uri="{FF2B5EF4-FFF2-40B4-BE49-F238E27FC236}">
                <a16:creationId xmlns:a16="http://schemas.microsoft.com/office/drawing/2014/main" id="{3ABA65EC-BE67-47F1-855B-E0BFD2EA8CE3}"/>
              </a:ext>
            </a:extLst>
          </p:cNvPr>
          <p:cNvSpPr>
            <a:spLocks noGrp="1"/>
          </p:cNvSpPr>
          <p:nvPr>
            <p:ph type="body" sz="quarter" idx="13" hasCustomPrompt="1"/>
          </p:nvPr>
        </p:nvSpPr>
        <p:spPr>
          <a:xfrm>
            <a:off x="186596" y="1311275"/>
            <a:ext cx="867209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p:txBody>
      </p:sp>
    </p:spTree>
    <p:extLst>
      <p:ext uri="{BB962C8B-B14F-4D97-AF65-F5344CB8AC3E}">
        <p14:creationId xmlns:p14="http://schemas.microsoft.com/office/powerpoint/2010/main" val="38335702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End slide_Logo">
    <p:bg>
      <p:bgPr>
        <a:solidFill>
          <a:srgbClr val="1C3D74"/>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0F016AB-50EC-D145-8FEE-4F74E8E3B1D6}"/>
              </a:ext>
            </a:extLst>
          </p:cNvPr>
          <p:cNvPicPr>
            <a:picLocks noChangeAspect="1"/>
          </p:cNvPicPr>
          <p:nvPr userDrawn="1"/>
        </p:nvPicPr>
        <p:blipFill>
          <a:blip r:embed="rId2"/>
          <a:stretch>
            <a:fillRect/>
          </a:stretch>
        </p:blipFill>
        <p:spPr>
          <a:xfrm>
            <a:off x="2126986" y="3228967"/>
            <a:ext cx="4335556" cy="1158812"/>
          </a:xfrm>
          <a:prstGeom prst="rect">
            <a:avLst/>
          </a:prstGeom>
        </p:spPr>
      </p:pic>
      <p:sp>
        <p:nvSpPr>
          <p:cNvPr id="2" name="TextBox 1">
            <a:extLst>
              <a:ext uri="{FF2B5EF4-FFF2-40B4-BE49-F238E27FC236}">
                <a16:creationId xmlns:a16="http://schemas.microsoft.com/office/drawing/2014/main" id="{AF811C00-D549-464E-ADFA-3C1836754071}"/>
              </a:ext>
            </a:extLst>
          </p:cNvPr>
          <p:cNvSpPr txBox="1"/>
          <p:nvPr userDrawn="1"/>
        </p:nvSpPr>
        <p:spPr>
          <a:xfrm>
            <a:off x="3282511" y="1820461"/>
            <a:ext cx="2770419" cy="646331"/>
          </a:xfrm>
          <a:prstGeom prst="rect">
            <a:avLst/>
          </a:prstGeom>
          <a:noFill/>
        </p:spPr>
        <p:txBody>
          <a:bodyPr wrap="square" rtlCol="0">
            <a:spAutoFit/>
          </a:bodyPr>
          <a:lstStyle/>
          <a:p>
            <a:pPr algn="l"/>
            <a:r>
              <a:rPr lang="en-GB" sz="3600" b="1">
                <a:solidFill>
                  <a:schemeClr val="bg1"/>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22635927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End slide_Logo">
    <p:bg>
      <p:bgPr>
        <a:solidFill>
          <a:srgbClr val="1C3D74"/>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0F016AB-50EC-D145-8FEE-4F74E8E3B1D6}"/>
              </a:ext>
            </a:extLst>
          </p:cNvPr>
          <p:cNvPicPr>
            <a:picLocks noChangeAspect="1"/>
          </p:cNvPicPr>
          <p:nvPr userDrawn="1"/>
        </p:nvPicPr>
        <p:blipFill>
          <a:blip r:embed="rId2"/>
          <a:stretch>
            <a:fillRect/>
          </a:stretch>
        </p:blipFill>
        <p:spPr>
          <a:xfrm>
            <a:off x="2126986" y="1954745"/>
            <a:ext cx="4335556" cy="1158812"/>
          </a:xfrm>
          <a:prstGeom prst="rect">
            <a:avLst/>
          </a:prstGeom>
        </p:spPr>
      </p:pic>
    </p:spTree>
    <p:extLst>
      <p:ext uri="{BB962C8B-B14F-4D97-AF65-F5344CB8AC3E}">
        <p14:creationId xmlns:p14="http://schemas.microsoft.com/office/powerpoint/2010/main" val="4293692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theme" Target="../theme/theme2.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image" Target="../media/image1.png"/><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image" Target="../media/image2.jpeg"/><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F016AB-50EC-D145-8FEE-4F74E8E3B1D6}"/>
              </a:ext>
            </a:extLst>
          </p:cNvPr>
          <p:cNvPicPr>
            <a:picLocks noChangeAspect="1"/>
          </p:cNvPicPr>
          <p:nvPr userDrawn="1"/>
        </p:nvPicPr>
        <p:blipFill>
          <a:blip r:embed="rId9"/>
          <a:stretch>
            <a:fillRect/>
          </a:stretch>
        </p:blipFill>
        <p:spPr>
          <a:xfrm>
            <a:off x="298188" y="373575"/>
            <a:ext cx="2489200" cy="665316"/>
          </a:xfrm>
          <a:prstGeom prst="rect">
            <a:avLst/>
          </a:prstGeom>
        </p:spPr>
      </p:pic>
      <p:cxnSp>
        <p:nvCxnSpPr>
          <p:cNvPr id="4" name="Straight Connector 3">
            <a:extLst>
              <a:ext uri="{FF2B5EF4-FFF2-40B4-BE49-F238E27FC236}">
                <a16:creationId xmlns:a16="http://schemas.microsoft.com/office/drawing/2014/main" id="{CA670BE8-3C46-EF4F-BC90-6793A5222276}"/>
              </a:ext>
            </a:extLst>
          </p:cNvPr>
          <p:cNvCxnSpPr/>
          <p:nvPr userDrawn="1"/>
        </p:nvCxnSpPr>
        <p:spPr>
          <a:xfrm>
            <a:off x="298188" y="4830791"/>
            <a:ext cx="856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6779460"/>
      </p:ext>
    </p:extLst>
  </p:cSld>
  <p:clrMap bg1="lt1" tx1="dk1" bg2="lt2" tx2="dk2" accent1="accent1" accent2="accent2" accent3="accent3" accent4="accent4" accent5="accent5" accent6="accent6" hlink="hlink" folHlink="folHlink"/>
  <p:sldLayoutIdLst>
    <p:sldLayoutId id="2147483717" r:id="rId1"/>
    <p:sldLayoutId id="2147483750" r:id="rId2"/>
    <p:sldLayoutId id="2147483765" r:id="rId3"/>
    <p:sldLayoutId id="2147483766" r:id="rId4"/>
    <p:sldLayoutId id="2147483767" r:id="rId5"/>
    <p:sldLayoutId id="2147483768" r:id="rId6"/>
    <p:sldLayoutId id="2147483769" r:id="rId7"/>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userDrawn="1">
          <p15:clr>
            <a:srgbClr val="F26B43"/>
          </p15:clr>
        </p15:guide>
        <p15:guide id="2" orient="horz" pos="158" userDrawn="1">
          <p15:clr>
            <a:srgbClr val="F26B43"/>
          </p15:clr>
        </p15:guide>
        <p15:guide id="3" pos="176" userDrawn="1">
          <p15:clr>
            <a:srgbClr val="F26B43"/>
          </p15:clr>
        </p15:guide>
        <p15:guide id="4" orient="horz" pos="2981" userDrawn="1">
          <p15:clr>
            <a:srgbClr val="F26B43"/>
          </p15:clr>
        </p15:guide>
        <p15:guide id="5" pos="5585" userDrawn="1">
          <p15:clr>
            <a:srgbClr val="F26B43"/>
          </p15:clr>
        </p15:guide>
        <p15:guide id="6" orient="horz" pos="1620" userDrawn="1">
          <p15:clr>
            <a:srgbClr val="F26B43"/>
          </p15:clr>
        </p15:guide>
        <p15:guide id="7" orient="horz" pos="554" userDrawn="1">
          <p15:clr>
            <a:srgbClr val="F26B43"/>
          </p15:clr>
        </p15:guide>
        <p15:guide id="8" orient="horz" pos="690" userDrawn="1">
          <p15:clr>
            <a:srgbClr val="F26B43"/>
          </p15:clr>
        </p15:guide>
        <p15:guide id="9" orient="horz" pos="826" userDrawn="1">
          <p15:clr>
            <a:srgbClr val="F26B43"/>
          </p15:clr>
        </p15:guide>
        <p15:guide id="10" pos="2812" userDrawn="1">
          <p15:clr>
            <a:srgbClr val="F26B43"/>
          </p15:clr>
        </p15:guide>
        <p15:guide id="11" pos="2948" userDrawn="1">
          <p15:clr>
            <a:srgbClr val="F26B43"/>
          </p15:clr>
        </p15:guide>
        <p15:guide id="12" pos="1474" userDrawn="1">
          <p15:clr>
            <a:srgbClr val="F26B43"/>
          </p15:clr>
        </p15:guide>
        <p15:guide id="13" pos="4263" userDrawn="1">
          <p15:clr>
            <a:srgbClr val="F26B43"/>
          </p15:clr>
        </p15:guide>
        <p15:guide id="14" orient="horz" pos="2822" userDrawn="1">
          <p15:clr>
            <a:srgbClr val="F26B43"/>
          </p15:clr>
        </p15:guide>
        <p15:guide id="15" orient="horz" pos="27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23B30F1-BEAB-1D48-98D9-E0838B9BE62A}"/>
              </a:ext>
            </a:extLst>
          </p:cNvPr>
          <p:cNvPicPr>
            <a:picLocks noChangeAspect="1"/>
          </p:cNvPicPr>
          <p:nvPr userDrawn="1"/>
        </p:nvPicPr>
        <p:blipFill rotWithShape="1">
          <a:blip r:embed="rId19"/>
          <a:srcRect t="86937"/>
          <a:stretch/>
        </p:blipFill>
        <p:spPr>
          <a:xfrm>
            <a:off x="0" y="4471626"/>
            <a:ext cx="9144000" cy="671874"/>
          </a:xfrm>
          <a:prstGeom prst="rect">
            <a:avLst/>
          </a:prstGeom>
        </p:spPr>
      </p:pic>
      <p:pic>
        <p:nvPicPr>
          <p:cNvPr id="10" name="Picture 9">
            <a:extLst>
              <a:ext uri="{FF2B5EF4-FFF2-40B4-BE49-F238E27FC236}">
                <a16:creationId xmlns:a16="http://schemas.microsoft.com/office/drawing/2014/main" id="{F674CA67-DD21-8043-AD24-58925882A109}"/>
              </a:ext>
            </a:extLst>
          </p:cNvPr>
          <p:cNvPicPr>
            <a:picLocks noChangeAspect="1"/>
          </p:cNvPicPr>
          <p:nvPr userDrawn="1"/>
        </p:nvPicPr>
        <p:blipFill>
          <a:blip r:embed="rId20">
            <a:alphaModFix/>
          </a:blip>
          <a:stretch>
            <a:fillRect/>
          </a:stretch>
        </p:blipFill>
        <p:spPr>
          <a:xfrm>
            <a:off x="298188" y="4539884"/>
            <a:ext cx="1760102" cy="470442"/>
          </a:xfrm>
          <a:prstGeom prst="rect">
            <a:avLst/>
          </a:prstGeom>
        </p:spPr>
      </p:pic>
      <p:sp>
        <p:nvSpPr>
          <p:cNvPr id="13" name="TextBox 12">
            <a:extLst>
              <a:ext uri="{FF2B5EF4-FFF2-40B4-BE49-F238E27FC236}">
                <a16:creationId xmlns:a16="http://schemas.microsoft.com/office/drawing/2014/main" id="{5EFACAD1-D0A6-9749-A5C6-07C38D8E6F7D}"/>
              </a:ext>
            </a:extLst>
          </p:cNvPr>
          <p:cNvSpPr txBox="1"/>
          <p:nvPr userDrawn="1"/>
        </p:nvSpPr>
        <p:spPr>
          <a:xfrm>
            <a:off x="7926850" y="4846638"/>
            <a:ext cx="939338" cy="138499"/>
          </a:xfrm>
          <a:prstGeom prst="rect">
            <a:avLst/>
          </a:prstGeom>
          <a:noFill/>
        </p:spPr>
        <p:txBody>
          <a:bodyPr wrap="square" lIns="0" tIns="0" rIns="0" bIns="0" rtlCol="0">
            <a:spAutoFit/>
          </a:bodyPr>
          <a:lstStyle/>
          <a:p>
            <a:pPr algn="r"/>
            <a:fld id="{A98891B2-5225-5C40-A770-7C3A43B5E5B1}" type="slidenum">
              <a:rPr lang="en-US" sz="900" b="0" i="0" smtClean="0">
                <a:solidFill>
                  <a:schemeClr val="bg1"/>
                </a:solidFill>
                <a:latin typeface="Arial" panose="020B0604020202020204" pitchFamily="34" charset="0"/>
                <a:cs typeface="Arial" panose="020B0604020202020204" pitchFamily="34" charset="0"/>
              </a:rPr>
              <a:pPr algn="r"/>
              <a:t>‹#›</a:t>
            </a:fld>
            <a:endParaRPr lang="en-US" sz="900" b="0"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695733"/>
      </p:ext>
    </p:extLst>
  </p:cSld>
  <p:clrMap bg1="lt1" tx1="dk1" bg2="lt2" tx2="dk2" accent1="accent1" accent2="accent2" accent3="accent3" accent4="accent4" accent5="accent5" accent6="accent6" hlink="hlink" folHlink="folHlink"/>
  <p:sldLayoutIdLst>
    <p:sldLayoutId id="2147483885"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877" r:id="rId11"/>
    <p:sldLayoutId id="2147483878" r:id="rId12"/>
    <p:sldLayoutId id="2147483879" r:id="rId13"/>
    <p:sldLayoutId id="2147483880" r:id="rId14"/>
    <p:sldLayoutId id="2147483881" r:id="rId15"/>
    <p:sldLayoutId id="2147483882" r:id="rId16"/>
    <p:sldLayoutId id="2147483883"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86">
          <p15:clr>
            <a:srgbClr val="F26B43"/>
          </p15:clr>
        </p15:guide>
        <p15:guide id="2" pos="18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3466171"/>
      </p:ext>
    </p:extLst>
  </p:cSld>
  <p:clrMap bg1="lt1" tx1="dk1" bg2="lt2" tx2="dk2" accent1="accent1" accent2="accent2" accent3="accent3" accent4="accent4" accent5="accent5" accent6="accent6" hlink="hlink" folHlink="folHlink"/>
  <p:sldLayoutIdLst>
    <p:sldLayoutId id="2147483844" r:id="rId1"/>
    <p:sldLayoutId id="2147483884"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9.png"/><Relationship Id="rId11" Type="http://schemas.openxmlformats.org/officeDocument/2006/relationships/customXml" Target="../ink/ink2.xml"/><Relationship Id="rId5" Type="http://schemas.openxmlformats.org/officeDocument/2006/relationships/image" Target="../media/image8.png"/><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customXml" Target="../ink/ink1.xml"/></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customXml" Target="../ink/ink3.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19.png"/><Relationship Id="rId4" Type="http://schemas.openxmlformats.org/officeDocument/2006/relationships/image" Target="../media/image15.png"/><Relationship Id="rId9" Type="http://schemas.openxmlformats.org/officeDocument/2006/relationships/customXml" Target="../ink/ink4.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27.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1.png"/><Relationship Id="rId7" Type="http://schemas.openxmlformats.org/officeDocument/2006/relationships/customXml" Target="../ink/ink5.xml"/><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46.png"/></Relationships>
</file>

<file path=ppt/slides/_rels/slide17.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47.png"/><Relationship Id="rId4" Type="http://schemas.openxmlformats.org/officeDocument/2006/relationships/customXml" Target="../ink/ink7.xml"/></Relationships>
</file>

<file path=ppt/slides/_rels/slide1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image" Target="../media/image49.png"/><Relationship Id="rId4" Type="http://schemas.openxmlformats.org/officeDocument/2006/relationships/customXml" Target="../ink/ink8.xml"/></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51.png"/><Relationship Id="rId4" Type="http://schemas.openxmlformats.org/officeDocument/2006/relationships/customXml" Target="../ink/ink9.xml"/></Relationships>
</file>

<file path=ppt/slides/_rels/slide20.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52.png"/></Relationships>
</file>

<file path=ppt/slides/_rels/slide21.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0.png"/><Relationship Id="rId7" Type="http://schemas.openxmlformats.org/officeDocument/2006/relationships/image" Target="../media/image520.pn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510.png"/><Relationship Id="rId5" Type="http://schemas.openxmlformats.org/officeDocument/2006/relationships/image" Target="../media/image500.png"/><Relationship Id="rId4" Type="http://schemas.openxmlformats.org/officeDocument/2006/relationships/image" Target="../media/image490.png"/></Relationships>
</file>

<file path=ppt/slides/_rels/slide22.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480.png"/><Relationship Id="rId7" Type="http://schemas.openxmlformats.org/officeDocument/2006/relationships/image" Target="../media/image56.pn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55.png"/><Relationship Id="rId5" Type="http://schemas.openxmlformats.org/officeDocument/2006/relationships/image" Target="../media/image54.png"/><Relationship Id="rId10" Type="http://schemas.openxmlformats.org/officeDocument/2006/relationships/image" Target="../media/image59.png"/><Relationship Id="rId4" Type="http://schemas.openxmlformats.org/officeDocument/2006/relationships/image" Target="../media/image490.png"/><Relationship Id="rId9" Type="http://schemas.openxmlformats.org/officeDocument/2006/relationships/image" Target="../media/image58.png"/></Relationships>
</file>

<file path=ppt/slides/_rels/slide23.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480.pn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55.png"/><Relationship Id="rId11" Type="http://schemas.openxmlformats.org/officeDocument/2006/relationships/image" Target="../media/image63.png"/><Relationship Id="rId5" Type="http://schemas.openxmlformats.org/officeDocument/2006/relationships/image" Target="../media/image54.png"/><Relationship Id="rId10" Type="http://schemas.openxmlformats.org/officeDocument/2006/relationships/image" Target="../media/image62.png"/><Relationship Id="rId4" Type="http://schemas.openxmlformats.org/officeDocument/2006/relationships/image" Target="../media/image490.png"/><Relationship Id="rId9" Type="http://schemas.openxmlformats.org/officeDocument/2006/relationships/image" Target="../media/image60.png"/></Relationships>
</file>

<file path=ppt/slides/_rels/slide2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66.png"/><Relationship Id="rId5" Type="http://schemas.openxmlformats.org/officeDocument/2006/relationships/customXml" Target="../ink/ink11.xml"/><Relationship Id="rId4" Type="http://schemas.openxmlformats.org/officeDocument/2006/relationships/image" Target="../media/image64.png"/></Relationships>
</file>

<file path=ppt/slides/_rels/slide25.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67.png"/></Relationships>
</file>

<file path=ppt/slides/_rels/slide26.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69.png"/><Relationship Id="rId5" Type="http://schemas.openxmlformats.org/officeDocument/2006/relationships/customXml" Target="../ink/ink14.xml"/><Relationship Id="rId4" Type="http://schemas.openxmlformats.org/officeDocument/2006/relationships/image" Target="../media/image68.png"/></Relationships>
</file>

<file path=ppt/slides/_rels/slide27.xml.rels><?xml version="1.0" encoding="UTF-8" standalone="yes"?>
<Relationships xmlns="http://schemas.openxmlformats.org/package/2006/relationships"><Relationship Id="rId3" Type="http://schemas.openxmlformats.org/officeDocument/2006/relationships/image" Target="../media/image670.png"/><Relationship Id="rId7" Type="http://schemas.openxmlformats.org/officeDocument/2006/relationships/image" Target="../media/image71.png"/><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70.png"/><Relationship Id="rId5" Type="http://schemas.openxmlformats.org/officeDocument/2006/relationships/image" Target="../media/image690.png"/><Relationship Id="rId4" Type="http://schemas.openxmlformats.org/officeDocument/2006/relationships/image" Target="../media/image680.png"/></Relationships>
</file>

<file path=ppt/slides/_rels/slide2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29.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7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ph type="title" idx="4294967295"/>
          </p:nvPr>
        </p:nvSpPr>
        <p:spPr>
          <a:xfrm>
            <a:off x="943599" y="1751595"/>
            <a:ext cx="7870825" cy="11715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buNone/>
              <a:defRPr sz="4000" b="1">
                <a:solidFill>
                  <a:schemeClr val="bg1"/>
                </a:solidFill>
                <a:latin typeface="Arial" panose="020B0604020202020204" pitchFamily="34" charset="0"/>
                <a:cs typeface="Arial" panose="020B0604020202020204" pitchFamily="34" charset="0"/>
              </a:defRPr>
            </a:lvl1pPr>
          </a:lstStyle>
          <a:p>
            <a:pPr lvl="0">
              <a:spcBef>
                <a:spcPts val="750"/>
              </a:spcBef>
              <a:defRPr/>
            </a:pPr>
            <a:r>
              <a:rPr lang="en-US" dirty="0"/>
              <a:t>EMS702UP Statistical Thinking and Applied Machine Learning</a:t>
            </a:r>
            <a:br>
              <a:rPr lang="en-US" dirty="0"/>
            </a:br>
            <a:br>
              <a:rPr lang="en-US" dirty="0"/>
            </a:br>
            <a:endParaRPr kumimoji="0" lang="en-US" sz="40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7"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dirty="0"/>
              <a:t>W3.1 Hypothesis Testing</a:t>
            </a:r>
          </a:p>
          <a:p>
            <a:r>
              <a:rPr lang="en-US" dirty="0"/>
              <a:t>Jun Chen</a:t>
            </a:r>
          </a:p>
        </p:txBody>
      </p:sp>
    </p:spTree>
    <p:extLst>
      <p:ext uri="{BB962C8B-B14F-4D97-AF65-F5344CB8AC3E}">
        <p14:creationId xmlns:p14="http://schemas.microsoft.com/office/powerpoint/2010/main" val="18639283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Introduction to Hypothesis Testing</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2" name="TextBox 1">
            <a:extLst>
              <a:ext uri="{FF2B5EF4-FFF2-40B4-BE49-F238E27FC236}">
                <a16:creationId xmlns:a16="http://schemas.microsoft.com/office/drawing/2014/main" id="{E3557D00-50C6-7D21-B888-1027CE8D2317}"/>
              </a:ext>
            </a:extLst>
          </p:cNvPr>
          <p:cNvSpPr txBox="1"/>
          <p:nvPr/>
        </p:nvSpPr>
        <p:spPr>
          <a:xfrm>
            <a:off x="186596" y="713997"/>
            <a:ext cx="8672097" cy="3077766"/>
          </a:xfrm>
          <a:prstGeom prst="rect">
            <a:avLst/>
          </a:prstGeom>
          <a:noFill/>
        </p:spPr>
        <p:txBody>
          <a:bodyPr wrap="square">
            <a:spAutoFit/>
          </a:bodyPr>
          <a:lstStyle/>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Data must be </a:t>
            </a:r>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interpreted</a:t>
            </a:r>
            <a:r>
              <a:rPr lang="en-GB" sz="1400" dirty="0">
                <a:effectLst/>
                <a:latin typeface="Calibri" panose="020F0502020204030204" pitchFamily="34" charset="0"/>
                <a:ea typeface="DengXian" panose="02010600030101010101" pitchFamily="2" charset="-122"/>
                <a:cs typeface="Times New Roman" panose="02020603050405020304" pitchFamily="18" charset="0"/>
              </a:rPr>
              <a:t> in order to discover meaning. We can interpret data by assuming a specific structured outcome and use statistical methods to confirm or reject the </a:t>
            </a:r>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assumption</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p>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The assumption is called a </a:t>
            </a:r>
            <a:r>
              <a:rPr lang="en-GB" sz="1400" b="1" dirty="0">
                <a:solidFill>
                  <a:srgbClr val="1C3D74"/>
                </a:solidFill>
                <a:effectLst/>
                <a:latin typeface="Calibri" panose="020F0502020204030204" pitchFamily="34" charset="0"/>
                <a:ea typeface="DengXian" panose="02010600030101010101" pitchFamily="2" charset="-122"/>
                <a:cs typeface="Times New Roman" panose="02020603050405020304" pitchFamily="18" charset="0"/>
              </a:rPr>
              <a:t>hypothesis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and the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statistical tools </a:t>
            </a:r>
            <a:r>
              <a:rPr lang="en-GB" sz="1400" i="1" dirty="0">
                <a:latin typeface="Calibri" panose="020F0502020204030204" pitchFamily="34" charset="0"/>
                <a:ea typeface="DengXian" panose="02010600030101010101" pitchFamily="2" charset="-122"/>
                <a:cs typeface="Times New Roman" panose="02020603050405020304" pitchFamily="18" charset="0"/>
              </a:rPr>
              <a:t>legitimately </a:t>
            </a:r>
            <a:r>
              <a:rPr lang="en-GB" sz="1400" dirty="0">
                <a:effectLst/>
                <a:latin typeface="Calibri" panose="020F0502020204030204" pitchFamily="34" charset="0"/>
                <a:ea typeface="DengXian" panose="02010600030101010101" pitchFamily="2" charset="-122"/>
                <a:cs typeface="Times New Roman" panose="02020603050405020304" pitchFamily="18" charset="0"/>
              </a:rPr>
              <a:t>used for this purpose are called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statistical</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hypothesis tests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p>
          <a:p>
            <a:pPr marL="285750" indent="-285750" algn="just">
              <a:spcBef>
                <a:spcPts val="600"/>
              </a:spcBef>
              <a:spcAft>
                <a:spcPts val="600"/>
              </a:spcAft>
              <a:buFont typeface="Arial" panose="020B0604020202020204" pitchFamily="34" charset="0"/>
              <a:buChar char="•"/>
              <a:tabLst>
                <a:tab pos="3616325" algn="l"/>
              </a:tabLst>
            </a:pPr>
            <a:r>
              <a:rPr lang="en-GB" sz="1400" dirty="0">
                <a:latin typeface="Calibri" panose="020F0502020204030204" pitchFamily="34" charset="0"/>
                <a:ea typeface="Calibri" panose="020F0502020204030204" pitchFamily="34" charset="0"/>
                <a:cs typeface="Calibri" panose="020F0502020204030204" pitchFamily="34" charset="0"/>
              </a:rPr>
              <a:t>Any assumptions made may or may not be true but you must always be sure of your grounds for using a given statistical tool. Effectively you will find that you will be asked to decide which of two </a:t>
            </a: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statements</a:t>
            </a:r>
            <a:r>
              <a:rPr lang="en-GB" sz="1400" dirty="0">
                <a:latin typeface="Calibri" panose="020F0502020204030204" pitchFamily="34" charset="0"/>
                <a:ea typeface="Calibri" panose="020F0502020204030204" pitchFamily="34" charset="0"/>
                <a:cs typeface="Calibri" panose="020F0502020204030204" pitchFamily="34" charset="0"/>
              </a:rPr>
              <a:t>, each called an </a:t>
            </a:r>
            <a:r>
              <a:rPr lang="en-GB" sz="1400" b="1" dirty="0">
                <a:latin typeface="Calibri" panose="020F0502020204030204" pitchFamily="34" charset="0"/>
                <a:ea typeface="Calibri" panose="020F0502020204030204" pitchFamily="34" charset="0"/>
                <a:cs typeface="Calibri" panose="020F0502020204030204" pitchFamily="34" charset="0"/>
              </a:rPr>
              <a:t>hypothesis</a:t>
            </a:r>
            <a:r>
              <a:rPr lang="en-GB" sz="1400" dirty="0">
                <a:latin typeface="Calibri" panose="020F0502020204030204" pitchFamily="34" charset="0"/>
                <a:ea typeface="Calibri" panose="020F0502020204030204" pitchFamily="34" charset="0"/>
                <a:cs typeface="Calibri" panose="020F0502020204030204" pitchFamily="34" charset="0"/>
              </a:rPr>
              <a:t>, is the more likely to be true. </a:t>
            </a:r>
          </a:p>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Whenever we want to make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claims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about the distribution of data or whether one set of results are different from another set of results in applied machine learning, we must rely on statistical hypothesis tests.</a:t>
            </a:r>
          </a:p>
          <a:p>
            <a:pPr marL="285750" indent="-285750" algn="just">
              <a:spcBef>
                <a:spcPts val="600"/>
              </a:spcBef>
              <a:spcAft>
                <a:spcPts val="600"/>
              </a:spcAft>
              <a:buFont typeface="Arial" panose="020B0604020202020204" pitchFamily="34" charset="0"/>
              <a:buChar char="•"/>
              <a:tabLst>
                <a:tab pos="3616325" algn="l"/>
              </a:tabLst>
            </a:pPr>
            <a:r>
              <a:rPr lang="en-GB" sz="1400" dirty="0">
                <a:latin typeface="Calibri" panose="020F0502020204030204" pitchFamily="34" charset="0"/>
                <a:ea typeface="DengXian" panose="02010600030101010101" pitchFamily="2" charset="-122"/>
                <a:cs typeface="Times New Roman" panose="02020603050405020304" pitchFamily="18" charset="0"/>
              </a:rPr>
              <a:t>Statistical hypothesis tests i</a:t>
            </a:r>
            <a:r>
              <a:rPr lang="en-GB" sz="1400" dirty="0">
                <a:latin typeface="Calibri" panose="020F0502020204030204" pitchFamily="34" charset="0"/>
                <a:ea typeface="Calibri" panose="020F0502020204030204" pitchFamily="34" charset="0"/>
                <a:cs typeface="Calibri" panose="020F0502020204030204" pitchFamily="34" charset="0"/>
              </a:rPr>
              <a:t>s concerned with making decisions concerning populations and population parameters on the basis of available </a:t>
            </a: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evidence</a:t>
            </a:r>
            <a:r>
              <a:rPr lang="en-GB" sz="1400" dirty="0">
                <a:latin typeface="Calibri" panose="020F0502020204030204" pitchFamily="34" charset="0"/>
                <a:ea typeface="Calibri" panose="020F0502020204030204" pitchFamily="34" charset="0"/>
                <a:cs typeface="Calibri" panose="020F0502020204030204" pitchFamily="34" charset="0"/>
              </a:rPr>
              <a:t>.</a:t>
            </a:r>
          </a:p>
        </p:txBody>
      </p:sp>
      <p:sp>
        <p:nvSpPr>
          <p:cNvPr id="4" name="TextBox 3">
            <a:extLst>
              <a:ext uri="{FF2B5EF4-FFF2-40B4-BE49-F238E27FC236}">
                <a16:creationId xmlns:a16="http://schemas.microsoft.com/office/drawing/2014/main" id="{3C92E723-F1AB-BEB2-699A-D429C651BBB1}"/>
              </a:ext>
            </a:extLst>
          </p:cNvPr>
          <p:cNvSpPr txBox="1"/>
          <p:nvPr/>
        </p:nvSpPr>
        <p:spPr>
          <a:xfrm>
            <a:off x="186596" y="3909864"/>
            <a:ext cx="8672096" cy="523220"/>
          </a:xfrm>
          <a:prstGeom prst="rect">
            <a:avLst/>
          </a:prstGeom>
          <a:noFill/>
        </p:spPr>
        <p:txBody>
          <a:bodyPr wrap="square">
            <a:spAutoFit/>
          </a:bodyPr>
          <a:lstStyle/>
          <a:p>
            <a:pPr algn="just"/>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You should be clear from the outset that the statistical tools you will study here will not allow you to prove anything, but they will allow you to measure the strength of the evidence against the hypothesis</a:t>
            </a:r>
          </a:p>
        </p:txBody>
      </p:sp>
    </p:spTree>
    <p:extLst>
      <p:ext uri="{BB962C8B-B14F-4D97-AF65-F5344CB8AC3E}">
        <p14:creationId xmlns:p14="http://schemas.microsoft.com/office/powerpoint/2010/main" val="1245838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Introduction to Hypothesis Testing</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2" name="TextBox 1">
            <a:extLst>
              <a:ext uri="{FF2B5EF4-FFF2-40B4-BE49-F238E27FC236}">
                <a16:creationId xmlns:a16="http://schemas.microsoft.com/office/drawing/2014/main" id="{E3557D00-50C6-7D21-B888-1027CE8D2317}"/>
              </a:ext>
            </a:extLst>
          </p:cNvPr>
          <p:cNvSpPr txBox="1"/>
          <p:nvPr/>
        </p:nvSpPr>
        <p:spPr>
          <a:xfrm>
            <a:off x="186596" y="963007"/>
            <a:ext cx="8672097" cy="1046440"/>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Statistical hypothesis tests are important for quantifying answers to questions about samples of data.</a:t>
            </a:r>
          </a:p>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The interpretation of a statistical hypothesis test requires a correct understanding of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p-values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and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critical values</a:t>
            </a:r>
            <a:r>
              <a:rPr lang="en-GB" sz="1400" dirty="0">
                <a:effectLst/>
                <a:latin typeface="Calibri" panose="020F0502020204030204" pitchFamily="34" charset="0"/>
                <a:ea typeface="DengXian" panose="02010600030101010101" pitchFamily="2" charset="-122"/>
                <a:cs typeface="Times New Roman" panose="02020603050405020304" pitchFamily="18" charset="0"/>
              </a:rPr>
              <a:t>.</a:t>
            </a:r>
          </a:p>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Regardless of the significance level, the finding of hypothesis tests may still contain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errors</a:t>
            </a:r>
            <a:r>
              <a:rPr lang="en-GB" sz="1400" dirty="0">
                <a:effectLst/>
                <a:latin typeface="Calibri" panose="020F0502020204030204" pitchFamily="34" charset="0"/>
                <a:ea typeface="DengXian" panose="02010600030101010101" pitchFamily="2" charset="-122"/>
                <a:cs typeface="Times New Roman" panose="02020603050405020304" pitchFamily="18" charset="0"/>
              </a:rPr>
              <a:t>.</a:t>
            </a:r>
            <a:endParaRPr lang="en-GB" sz="1400"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3C92E723-F1AB-BEB2-699A-D429C651BBB1}"/>
              </a:ext>
            </a:extLst>
          </p:cNvPr>
          <p:cNvSpPr txBox="1"/>
          <p:nvPr/>
        </p:nvSpPr>
        <p:spPr>
          <a:xfrm>
            <a:off x="979343" y="2423964"/>
            <a:ext cx="7086600" cy="738664"/>
          </a:xfrm>
          <a:prstGeom prst="rect">
            <a:avLst/>
          </a:prstGeom>
          <a:noFill/>
        </p:spPr>
        <p:txBody>
          <a:bodyPr wrap="square">
            <a:spAutoFit/>
          </a:bodyPr>
          <a:lstStyle/>
          <a:p>
            <a:pPr algn="ct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You should be clear from the outset that the statistical tools you will study here will not allow you to prove anything, but they will allow you to measure the strength of the evidence against the hypothesis</a:t>
            </a:r>
          </a:p>
        </p:txBody>
      </p:sp>
    </p:spTree>
    <p:extLst>
      <p:ext uri="{BB962C8B-B14F-4D97-AF65-F5344CB8AC3E}">
        <p14:creationId xmlns:p14="http://schemas.microsoft.com/office/powerpoint/2010/main" val="564857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a typeface="DengXian" panose="02010600030101010101" pitchFamily="2" charset="-122"/>
                <a:cs typeface="Times New Roman" panose="02020603050405020304" pitchFamily="18" charset="0"/>
              </a:rPr>
              <a:t>S</a:t>
            </a:r>
            <a:r>
              <a:rPr lang="en-GB" sz="2500" b="1" dirty="0">
                <a:effectLst/>
                <a:ea typeface="DengXian" panose="02010600030101010101" pitchFamily="2" charset="-122"/>
                <a:cs typeface="Times New Roman" panose="02020603050405020304" pitchFamily="18" charset="0"/>
              </a:rPr>
              <a:t>tatistical Hypothesis Testing – Types of statements</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3" name="TextBox 2">
            <a:extLst>
              <a:ext uri="{FF2B5EF4-FFF2-40B4-BE49-F238E27FC236}">
                <a16:creationId xmlns:a16="http://schemas.microsoft.com/office/drawing/2014/main" id="{28C6106F-59DD-7D77-5647-684A21218310}"/>
              </a:ext>
            </a:extLst>
          </p:cNvPr>
          <p:cNvSpPr txBox="1"/>
          <p:nvPr/>
        </p:nvSpPr>
        <p:spPr>
          <a:xfrm>
            <a:off x="186595" y="730321"/>
            <a:ext cx="8672097" cy="3600986"/>
          </a:xfrm>
          <a:prstGeom prst="rect">
            <a:avLst/>
          </a:prstGeom>
          <a:noFill/>
        </p:spPr>
        <p:txBody>
          <a:bodyPr wrap="square">
            <a:spAutoFit/>
          </a:bodyPr>
          <a:lstStyle/>
          <a:p>
            <a:pPr algn="just">
              <a:spcBef>
                <a:spcPts val="600"/>
              </a:spcBef>
              <a:spcAft>
                <a:spcPts val="600"/>
              </a:spcAft>
            </a:pPr>
            <a:r>
              <a:rPr lang="en-GB" sz="1400" dirty="0">
                <a:latin typeface="Calibri" panose="020F0502020204030204" pitchFamily="34" charset="0"/>
                <a:ea typeface="Calibri" panose="020F0502020204030204" pitchFamily="34" charset="0"/>
                <a:cs typeface="Calibri" panose="020F0502020204030204" pitchFamily="34" charset="0"/>
              </a:rPr>
              <a:t>In statistics, when we wish to start asking questions about the data and interpret the results, we use statistical methods that provide a </a:t>
            </a:r>
            <a:r>
              <a:rPr lang="en-GB" sz="1400" b="1" dirty="0">
                <a:latin typeface="Calibri" panose="020F0502020204030204" pitchFamily="34" charset="0"/>
                <a:ea typeface="Calibri" panose="020F0502020204030204" pitchFamily="34" charset="0"/>
                <a:cs typeface="Calibri" panose="020F0502020204030204" pitchFamily="34" charset="0"/>
              </a:rPr>
              <a:t>confidence</a:t>
            </a:r>
            <a:r>
              <a:rPr lang="en-GB" sz="1400" dirty="0">
                <a:latin typeface="Calibri" panose="020F0502020204030204" pitchFamily="34" charset="0"/>
                <a:ea typeface="Calibri" panose="020F0502020204030204" pitchFamily="34" charset="0"/>
                <a:cs typeface="Calibri" panose="020F0502020204030204" pitchFamily="34" charset="0"/>
              </a:rPr>
              <a:t> or </a:t>
            </a:r>
            <a:r>
              <a:rPr lang="en-GB" sz="1400" b="1" dirty="0">
                <a:latin typeface="Calibri" panose="020F0502020204030204" pitchFamily="34" charset="0"/>
                <a:ea typeface="Calibri" panose="020F0502020204030204" pitchFamily="34" charset="0"/>
                <a:cs typeface="Calibri" panose="020F0502020204030204" pitchFamily="34" charset="0"/>
              </a:rPr>
              <a:t>likelihood</a:t>
            </a:r>
            <a:r>
              <a:rPr lang="en-GB" sz="1400" dirty="0">
                <a:latin typeface="Calibri" panose="020F0502020204030204" pitchFamily="34" charset="0"/>
                <a:ea typeface="Calibri" panose="020F0502020204030204" pitchFamily="34" charset="0"/>
                <a:cs typeface="Calibri" panose="020F0502020204030204" pitchFamily="34" charset="0"/>
              </a:rPr>
              <a:t> about the answers</a:t>
            </a:r>
          </a:p>
          <a:p>
            <a:pPr algn="just">
              <a:spcBef>
                <a:spcPts val="600"/>
              </a:spcBef>
              <a:spcAft>
                <a:spcPts val="600"/>
              </a:spcAft>
            </a:pPr>
            <a:r>
              <a:rPr lang="en-GB" sz="1400" dirty="0">
                <a:latin typeface="Calibri" panose="020F0502020204030204" pitchFamily="34" charset="0"/>
                <a:ea typeface="Calibri" panose="020F0502020204030204" pitchFamily="34" charset="0"/>
                <a:cs typeface="Calibri" panose="020F0502020204030204" pitchFamily="34" charset="0"/>
              </a:rPr>
              <a:t>In Science, we investigate a hypothesis. Similarly, in statistics, a hypothesis test calculates some quantity under a given assumption (</a:t>
            </a:r>
            <a:r>
              <a:rPr lang="en-GB" sz="1400" b="1" dirty="0">
                <a:latin typeface="Calibri" panose="020F0502020204030204" pitchFamily="34" charset="0"/>
                <a:ea typeface="Calibri" panose="020F0502020204030204" pitchFamily="34" charset="0"/>
                <a:cs typeface="Calibri" panose="020F0502020204030204" pitchFamily="34" charset="0"/>
              </a:rPr>
              <a:t>statement </a:t>
            </a:r>
            <a:r>
              <a:rPr lang="en-GB" sz="1400" dirty="0">
                <a:latin typeface="Calibri" panose="020F0502020204030204" pitchFamily="34" charset="0"/>
                <a:ea typeface="Calibri" panose="020F0502020204030204" pitchFamily="34" charset="0"/>
                <a:cs typeface="Calibri" panose="020F0502020204030204" pitchFamily="34" charset="0"/>
              </a:rPr>
              <a:t>or</a:t>
            </a:r>
            <a:r>
              <a:rPr lang="en-GB" sz="1400" b="1" dirty="0">
                <a:latin typeface="Calibri" panose="020F0502020204030204" pitchFamily="34" charset="0"/>
                <a:ea typeface="Calibri" panose="020F0502020204030204" pitchFamily="34" charset="0"/>
                <a:cs typeface="Calibri" panose="020F0502020204030204" pitchFamily="34" charset="0"/>
              </a:rPr>
              <a:t> claim</a:t>
            </a:r>
            <a:r>
              <a:rPr lang="en-GB" sz="1400" dirty="0">
                <a:latin typeface="Calibri" panose="020F0502020204030204" pitchFamily="34" charset="0"/>
                <a:ea typeface="Calibri" panose="020F0502020204030204" pitchFamily="34" charset="0"/>
                <a:cs typeface="Calibri" panose="020F0502020204030204" pitchFamily="34" charset="0"/>
              </a:rPr>
              <a:t>). The result of the test allows us to interpret whether the statement holds or whether the statement has been violated.</a:t>
            </a:r>
          </a:p>
          <a:p>
            <a:pPr algn="just">
              <a:spcBef>
                <a:spcPts val="600"/>
              </a:spcBef>
              <a:spcAft>
                <a:spcPts val="600"/>
              </a:spcAft>
            </a:pPr>
            <a:r>
              <a:rPr lang="en-GB" sz="1400" dirty="0">
                <a:latin typeface="Calibri" panose="020F0502020204030204" pitchFamily="34" charset="0"/>
                <a:ea typeface="Calibri" panose="020F0502020204030204" pitchFamily="34" charset="0"/>
                <a:cs typeface="Calibri" panose="020F0502020204030204" pitchFamily="34" charset="0"/>
              </a:rPr>
              <a:t>There two types of statements:</a:t>
            </a:r>
          </a:p>
          <a:p>
            <a:pPr marL="285750" indent="-285750" algn="just">
              <a:spcBef>
                <a:spcPts val="600"/>
              </a:spcBef>
              <a:spcAft>
                <a:spcPts val="600"/>
              </a:spcAft>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Statements that do not need to be back up by facts and figures, they are a matter of opinion.</a:t>
            </a:r>
          </a:p>
          <a:p>
            <a:pPr marL="269875" algn="just">
              <a:spcBef>
                <a:spcPts val="600"/>
              </a:spcBef>
              <a:spcAft>
                <a:spcPts val="600"/>
              </a:spcAft>
            </a:pPr>
            <a:r>
              <a:rPr lang="en-GB" sz="1400" dirty="0">
                <a:solidFill>
                  <a:srgbClr val="FF0000"/>
                </a:solidFill>
                <a:latin typeface="Calibri" panose="020F0502020204030204" pitchFamily="34" charset="0"/>
                <a:ea typeface="Calibri" panose="020F0502020204030204" pitchFamily="34" charset="0"/>
                <a:cs typeface="Calibri" panose="020F0502020204030204" pitchFamily="34" charset="0"/>
              </a:rPr>
              <a:t>E.g., Lux, makers of the best luxury cars</a:t>
            </a:r>
          </a:p>
          <a:p>
            <a:pPr marL="285750" indent="-285750" algn="just">
              <a:spcBef>
                <a:spcPts val="600"/>
              </a:spcBef>
              <a:spcAft>
                <a:spcPts val="600"/>
              </a:spcAft>
              <a:buFont typeface="Arial" panose="020B0604020202020204" pitchFamily="34" charset="0"/>
              <a:buChar char="•"/>
            </a:pPr>
            <a:r>
              <a:rPr lang="en-GB" sz="1400" dirty="0">
                <a:solidFill>
                  <a:srgbClr val="1C3D74"/>
                </a:solidFill>
                <a:latin typeface="Calibri" panose="020F0502020204030204" pitchFamily="34" charset="0"/>
                <a:ea typeface="Calibri" panose="020F0502020204030204" pitchFamily="34" charset="0"/>
                <a:cs typeface="Calibri" panose="020F0502020204030204" pitchFamily="34" charset="0"/>
              </a:rPr>
              <a:t>Statements that contain information </a:t>
            </a:r>
            <a:r>
              <a:rPr lang="en-GB" sz="1400" dirty="0">
                <a:latin typeface="Calibri" panose="020F0502020204030204" pitchFamily="34" charset="0"/>
                <a:ea typeface="Calibri" panose="020F0502020204030204" pitchFamily="34" charset="0"/>
                <a:cs typeface="Calibri" panose="020F0502020204030204" pitchFamily="34" charset="0"/>
              </a:rPr>
              <a:t>of a numerical nature can often be investigated by taking random samples of the objects or quantities in question and investigating the likelihood that a statement or hypothesis concerning them is true</a:t>
            </a:r>
            <a:r>
              <a:rPr lang="en-GB" sz="1400" dirty="0">
                <a:solidFill>
                  <a:srgbClr val="1C3D74"/>
                </a:solidFill>
                <a:latin typeface="Calibri" panose="020F0502020204030204" pitchFamily="34" charset="0"/>
                <a:ea typeface="Calibri" panose="020F0502020204030204" pitchFamily="34" charset="0"/>
                <a:cs typeface="Calibri" panose="020F0502020204030204" pitchFamily="34" charset="0"/>
              </a:rPr>
              <a:t>.</a:t>
            </a:r>
          </a:p>
          <a:p>
            <a:pPr marL="269875" algn="just">
              <a:spcBef>
                <a:spcPts val="600"/>
              </a:spcBef>
              <a:spcAft>
                <a:spcPts val="600"/>
              </a:spcAft>
            </a:pPr>
            <a:r>
              <a:rPr lang="en-GB" sz="1400" dirty="0" err="1">
                <a:solidFill>
                  <a:srgbClr val="FF0000"/>
                </a:solidFill>
                <a:latin typeface="Calibri" panose="020F0502020204030204" pitchFamily="34" charset="0"/>
                <a:ea typeface="Calibri" panose="020F0502020204030204" pitchFamily="34" charset="0"/>
                <a:cs typeface="Calibri" panose="020F0502020204030204" pitchFamily="34" charset="0"/>
              </a:rPr>
              <a:t>E.g</a:t>
            </a:r>
            <a:r>
              <a:rPr lang="en-GB" sz="1400" dirty="0">
                <a:solidFill>
                  <a:srgbClr val="FF0000"/>
                </a:solidFill>
                <a:latin typeface="Calibri" panose="020F0502020204030204" pitchFamily="34" charset="0"/>
                <a:ea typeface="Calibri" panose="020F0502020204030204" pitchFamily="34" charset="0"/>
                <a:cs typeface="Calibri" panose="020F0502020204030204" pitchFamily="34" charset="0"/>
              </a:rPr>
              <a:t>, the model skills of Model 1 and Model 2 are the same</a:t>
            </a:r>
          </a:p>
        </p:txBody>
      </p:sp>
    </p:spTree>
    <p:extLst>
      <p:ext uri="{BB962C8B-B14F-4D97-AF65-F5344CB8AC3E}">
        <p14:creationId xmlns:p14="http://schemas.microsoft.com/office/powerpoint/2010/main" val="379879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a typeface="DengXian" panose="02010600030101010101" pitchFamily="2" charset="-122"/>
                <a:cs typeface="Times New Roman" panose="02020603050405020304" pitchFamily="18" charset="0"/>
              </a:rPr>
              <a:t>S</a:t>
            </a:r>
            <a:r>
              <a:rPr lang="en-GB" sz="2500" b="1" dirty="0">
                <a:effectLst/>
                <a:ea typeface="DengXian" panose="02010600030101010101" pitchFamily="2" charset="-122"/>
                <a:cs typeface="Times New Roman" panose="02020603050405020304" pitchFamily="18" charset="0"/>
              </a:rPr>
              <a:t>tatistical Hypothesis Testing – Types of statements</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3" name="TextBox 2">
            <a:extLst>
              <a:ext uri="{FF2B5EF4-FFF2-40B4-BE49-F238E27FC236}">
                <a16:creationId xmlns:a16="http://schemas.microsoft.com/office/drawing/2014/main" id="{28C6106F-59DD-7D77-5647-684A21218310}"/>
              </a:ext>
            </a:extLst>
          </p:cNvPr>
          <p:cNvSpPr txBox="1"/>
          <p:nvPr/>
        </p:nvSpPr>
        <p:spPr>
          <a:xfrm>
            <a:off x="186595" y="730321"/>
            <a:ext cx="8672097" cy="738664"/>
          </a:xfrm>
          <a:prstGeom prst="rect">
            <a:avLst/>
          </a:prstGeom>
          <a:noFill/>
        </p:spPr>
        <p:txBody>
          <a:bodyPr wrap="square">
            <a:spAutoFit/>
          </a:bodyPr>
          <a:lstStyle/>
          <a:p>
            <a:pPr algn="just">
              <a:spcBef>
                <a:spcPts val="600"/>
              </a:spcBef>
              <a:spcAft>
                <a:spcPts val="600"/>
              </a:spcAft>
            </a:pPr>
            <a:r>
              <a:rPr lang="en-GB" sz="1400" dirty="0">
                <a:latin typeface="Calibri" panose="020F0502020204030204" pitchFamily="34" charset="0"/>
                <a:ea typeface="Calibri" panose="020F0502020204030204" pitchFamily="34" charset="0"/>
                <a:cs typeface="Calibri" panose="020F0502020204030204" pitchFamily="34" charset="0"/>
              </a:rPr>
              <a:t>We usually try to establish a </a:t>
            </a: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pair</a:t>
            </a:r>
            <a:r>
              <a:rPr lang="en-GB" sz="1400" dirty="0">
                <a:latin typeface="Calibri" panose="020F0502020204030204" pitchFamily="34" charset="0"/>
                <a:ea typeface="Calibri" panose="020F0502020204030204" pitchFamily="34" charset="0"/>
                <a:cs typeface="Calibri" panose="020F0502020204030204" pitchFamily="34" charset="0"/>
              </a:rPr>
              <a:t> of hypotheses, called a </a:t>
            </a:r>
            <a:r>
              <a:rPr lang="en-GB" sz="1400" b="1" dirty="0">
                <a:latin typeface="Calibri" panose="020F0502020204030204" pitchFamily="34" charset="0"/>
                <a:ea typeface="Calibri" panose="020F0502020204030204" pitchFamily="34" charset="0"/>
                <a:cs typeface="Calibri" panose="020F0502020204030204" pitchFamily="34" charset="0"/>
              </a:rPr>
              <a:t>null hypothesis </a:t>
            </a:r>
            <a:r>
              <a:rPr lang="en-GB" sz="1400" dirty="0">
                <a:latin typeface="Calibri" panose="020F0502020204030204" pitchFamily="34" charset="0"/>
                <a:ea typeface="Calibri" panose="020F0502020204030204" pitchFamily="34" charset="0"/>
                <a:cs typeface="Calibri" panose="020F0502020204030204" pitchFamily="34" charset="0"/>
              </a:rPr>
              <a:t>(or </a:t>
            </a:r>
            <a:r>
              <a:rPr lang="en-GB" sz="1400" b="1" dirty="0">
                <a:latin typeface="Calibri" panose="020F0502020204030204" pitchFamily="34" charset="0"/>
                <a:ea typeface="Calibri" panose="020F0502020204030204" pitchFamily="34" charset="0"/>
                <a:cs typeface="Calibri" panose="020F0502020204030204" pitchFamily="34" charset="0"/>
              </a:rPr>
              <a:t>hypothesis Zero/H0</a:t>
            </a:r>
            <a:r>
              <a:rPr lang="en-GB" sz="1400" dirty="0">
                <a:latin typeface="Calibri" panose="020F0502020204030204" pitchFamily="34" charset="0"/>
                <a:ea typeface="Calibri" panose="020F0502020204030204" pitchFamily="34" charset="0"/>
                <a:cs typeface="Calibri" panose="020F0502020204030204" pitchFamily="34" charset="0"/>
              </a:rPr>
              <a:t>)</a:t>
            </a:r>
            <a:r>
              <a:rPr lang="en-GB" sz="1400" b="1" dirty="0">
                <a:latin typeface="Calibri" panose="020F0502020204030204" pitchFamily="34" charset="0"/>
                <a:ea typeface="Calibri" panose="020F0502020204030204" pitchFamily="34" charset="0"/>
                <a:cs typeface="Calibri" panose="020F0502020204030204" pitchFamily="34" charset="0"/>
              </a:rPr>
              <a:t> </a:t>
            </a:r>
            <a:r>
              <a:rPr lang="en-GB" sz="1400" dirty="0">
                <a:latin typeface="Calibri" panose="020F0502020204030204" pitchFamily="34" charset="0"/>
                <a:ea typeface="Calibri" panose="020F0502020204030204" pitchFamily="34" charset="0"/>
                <a:cs typeface="Calibri" panose="020F0502020204030204" pitchFamily="34" charset="0"/>
              </a:rPr>
              <a:t>and an </a:t>
            </a:r>
            <a:r>
              <a:rPr lang="en-GB" sz="1400" b="1" dirty="0">
                <a:latin typeface="Calibri" panose="020F0502020204030204" pitchFamily="34" charset="0"/>
                <a:ea typeface="Calibri" panose="020F0502020204030204" pitchFamily="34" charset="0"/>
                <a:cs typeface="Calibri" panose="020F0502020204030204" pitchFamily="34" charset="0"/>
              </a:rPr>
              <a:t>alternative hypothesis </a:t>
            </a:r>
            <a:r>
              <a:rPr lang="en-GB" sz="1400" dirty="0">
                <a:latin typeface="Calibri" panose="020F0502020204030204" pitchFamily="34" charset="0"/>
                <a:ea typeface="Calibri" panose="020F0502020204030204" pitchFamily="34" charset="0"/>
                <a:cs typeface="Calibri" panose="020F0502020204030204" pitchFamily="34" charset="0"/>
              </a:rPr>
              <a:t>(or</a:t>
            </a:r>
            <a:r>
              <a:rPr lang="en-GB" sz="1400" b="1" dirty="0">
                <a:latin typeface="Calibri" panose="020F0502020204030204" pitchFamily="34" charset="0"/>
                <a:ea typeface="Calibri" panose="020F0502020204030204" pitchFamily="34" charset="0"/>
                <a:cs typeface="Calibri" panose="020F0502020204030204" pitchFamily="34" charset="0"/>
              </a:rPr>
              <a:t> hypothesis one/H1</a:t>
            </a:r>
            <a:r>
              <a:rPr lang="en-GB" sz="1400" dirty="0">
                <a:latin typeface="Calibri" panose="020F0502020204030204" pitchFamily="34" charset="0"/>
                <a:ea typeface="Calibri" panose="020F0502020204030204" pitchFamily="34" charset="0"/>
                <a:cs typeface="Calibri" panose="020F0502020204030204" pitchFamily="34" charset="0"/>
              </a:rPr>
              <a:t>)</a:t>
            </a:r>
            <a:r>
              <a:rPr lang="en-GB" sz="1400" b="1" dirty="0">
                <a:latin typeface="Calibri" panose="020F0502020204030204" pitchFamily="34" charset="0"/>
                <a:ea typeface="Calibri" panose="020F0502020204030204" pitchFamily="34" charset="0"/>
                <a:cs typeface="Calibri" panose="020F0502020204030204" pitchFamily="34" charset="0"/>
              </a:rPr>
              <a:t> </a:t>
            </a:r>
            <a:r>
              <a:rPr lang="en-GB" sz="1400" dirty="0">
                <a:latin typeface="Calibri" panose="020F0502020204030204" pitchFamily="34" charset="0"/>
                <a:ea typeface="Calibri" panose="020F0502020204030204" pitchFamily="34" charset="0"/>
                <a:cs typeface="Calibri" panose="020F0502020204030204" pitchFamily="34" charset="0"/>
              </a:rPr>
              <a:t>and then investigate how the evidence that we have supports one hypothesis more than the other. </a:t>
            </a:r>
            <a:endParaRPr lang="en-GB" sz="14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298B2DA5-A0C5-20E0-5D7D-14D88903ED25}"/>
              </a:ext>
            </a:extLst>
          </p:cNvPr>
          <p:cNvSpPr txBox="1"/>
          <p:nvPr/>
        </p:nvSpPr>
        <p:spPr>
          <a:xfrm>
            <a:off x="186595" y="1468985"/>
            <a:ext cx="8479794" cy="1107996"/>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pPr>
            <a:r>
              <a:rPr lang="en-GB" sz="1400" b="1" dirty="0">
                <a:latin typeface="Calibri" panose="020F0502020204030204" pitchFamily="34" charset="0"/>
                <a:ea typeface="Calibri" panose="020F0502020204030204" pitchFamily="34" charset="0"/>
                <a:cs typeface="Calibri" panose="020F0502020204030204" pitchFamily="34" charset="0"/>
              </a:rPr>
              <a:t>H0</a:t>
            </a:r>
            <a:r>
              <a:rPr lang="en-GB" sz="1400" dirty="0">
                <a:latin typeface="Calibri" panose="020F0502020204030204" pitchFamily="34" charset="0"/>
                <a:ea typeface="Calibri" panose="020F0502020204030204" pitchFamily="34" charset="0"/>
                <a:cs typeface="Calibri" panose="020F0502020204030204" pitchFamily="34" charset="0"/>
              </a:rPr>
              <a:t>: also called the default statement or the statement that nothing has changed. It is the statement of the test fails to be rejected.</a:t>
            </a:r>
          </a:p>
          <a:p>
            <a:pPr marL="285750" indent="-285750" algn="just">
              <a:spcBef>
                <a:spcPts val="600"/>
              </a:spcBef>
              <a:spcAft>
                <a:spcPts val="600"/>
              </a:spcAft>
              <a:buFont typeface="Arial" panose="020B0604020202020204" pitchFamily="34" charset="0"/>
              <a:buChar char="•"/>
            </a:pPr>
            <a:r>
              <a:rPr lang="en-GB" sz="1400" b="1" dirty="0">
                <a:latin typeface="Calibri" panose="020F0502020204030204" pitchFamily="34" charset="0"/>
                <a:ea typeface="Calibri" panose="020F0502020204030204" pitchFamily="34" charset="0"/>
                <a:cs typeface="Calibri" panose="020F0502020204030204" pitchFamily="34" charset="0"/>
              </a:rPr>
              <a:t>H1</a:t>
            </a:r>
            <a:r>
              <a:rPr lang="en-GB" sz="1400" dirty="0">
                <a:latin typeface="Calibri" panose="020F0502020204030204" pitchFamily="34" charset="0"/>
                <a:ea typeface="Calibri" panose="020F0502020204030204" pitchFamily="34" charset="0"/>
                <a:cs typeface="Calibri" panose="020F0502020204030204" pitchFamily="34" charset="0"/>
              </a:rPr>
              <a:t>: the violation of the test statement, meaning </a:t>
            </a:r>
            <a:r>
              <a:rPr lang="en-GB" sz="1400" i="1" dirty="0">
                <a:latin typeface="Calibri" panose="020F0502020204030204" pitchFamily="34" charset="0"/>
                <a:ea typeface="Calibri" panose="020F0502020204030204" pitchFamily="34" charset="0"/>
                <a:cs typeface="Calibri" panose="020F0502020204030204" pitchFamily="34" charset="0"/>
              </a:rPr>
              <a:t>some other hypothesis</a:t>
            </a:r>
            <a:r>
              <a:rPr lang="en-GB" sz="1400" dirty="0">
                <a:latin typeface="Calibri" panose="020F0502020204030204" pitchFamily="34" charset="0"/>
                <a:ea typeface="Calibri" panose="020F0502020204030204" pitchFamily="34" charset="0"/>
                <a:cs typeface="Calibri" panose="020F0502020204030204" pitchFamily="34" charset="0"/>
              </a:rPr>
              <a:t>. It is when the statement of the test (H0) does not hold and is rejected at some level of significance.</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9B1E62E5-20ED-7657-5A87-AFA476C1C77D}"/>
                  </a:ext>
                </a:extLst>
              </p:cNvPr>
              <p:cNvSpPr txBox="1"/>
              <p:nvPr/>
            </p:nvSpPr>
            <p:spPr>
              <a:xfrm>
                <a:off x="186594" y="2643615"/>
                <a:ext cx="8672097" cy="738664"/>
              </a:xfrm>
              <a:prstGeom prst="rect">
                <a:avLst/>
              </a:prstGeom>
              <a:noFill/>
            </p:spPr>
            <p:txBody>
              <a:bodyPr wrap="square">
                <a:spAutoFit/>
              </a:bodyPr>
              <a:lstStyle/>
              <a:p>
                <a:pPr algn="just">
                  <a:spcBef>
                    <a:spcPts val="600"/>
                  </a:spcBef>
                  <a:spcAft>
                    <a:spcPts val="600"/>
                  </a:spcAft>
                </a:pP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E.g.</a:t>
                </a:r>
                <a:r>
                  <a:rPr lang="en-GB" sz="1400" dirty="0">
                    <a:solidFill>
                      <a:srgbClr val="1C3D74"/>
                    </a:solidFill>
                    <a:latin typeface="Calibri" panose="020F0502020204030204" pitchFamily="34" charset="0"/>
                    <a:ea typeface="Calibri" panose="020F0502020204030204" pitchFamily="34" charset="0"/>
                    <a:cs typeface="Calibri" panose="020F0502020204030204" pitchFamily="34" charset="0"/>
                  </a:rPr>
                  <a:t>,</a:t>
                </a:r>
                <a:r>
                  <a:rPr lang="en-GB" sz="1400" b="1" dirty="0">
                    <a:solidFill>
                      <a:srgbClr val="1C3D74"/>
                    </a:solidFill>
                    <a:latin typeface="Calibri" panose="020F0502020204030204" pitchFamily="34" charset="0"/>
                    <a:ea typeface="Calibri" panose="020F0502020204030204" pitchFamily="34" charset="0"/>
                    <a:cs typeface="Calibri" panose="020F0502020204030204" pitchFamily="34" charset="0"/>
                  </a:rPr>
                  <a:t> </a:t>
                </a:r>
                <a:r>
                  <a:rPr lang="en-GB" sz="1400" dirty="0">
                    <a:solidFill>
                      <a:srgbClr val="1C3D74"/>
                    </a:solidFill>
                    <a:latin typeface="Calibri" panose="020F0502020204030204" pitchFamily="34" charset="0"/>
                    <a:ea typeface="Calibri" panose="020F0502020204030204" pitchFamily="34" charset="0"/>
                    <a:cs typeface="Calibri" panose="020F0502020204030204" pitchFamily="34" charset="0"/>
                  </a:rPr>
                  <a:t>a</a:t>
                </a:r>
                <a:r>
                  <a:rPr lang="en-GB" sz="1400" dirty="0">
                    <a:latin typeface="Calibri" panose="020F0502020204030204" pitchFamily="34" charset="0"/>
                    <a:ea typeface="Calibri" panose="020F0502020204030204" pitchFamily="34" charset="0"/>
                    <a:cs typeface="Calibri" panose="020F0502020204030204" pitchFamily="34" charset="0"/>
                  </a:rPr>
                  <a:t> demolition engineer might be interested in the burn rate of fuses connected to explosive devices and on the basis of experience hypothesise that the mean burn rate (say </a:t>
                </a:r>
                <a14:m>
                  <m:oMath xmlns:m="http://schemas.openxmlformats.org/officeDocument/2006/math">
                    <m:r>
                      <a:rPr lang="en-GB" sz="1400" i="1" dirty="0" smtClean="0">
                        <a:latin typeface="Cambria Math" panose="02040503050406030204" pitchFamily="18" charset="0"/>
                        <a:ea typeface="Cambria Math" panose="02040503050406030204" pitchFamily="18" charset="0"/>
                        <a:cs typeface="Calibri" panose="020F0502020204030204" pitchFamily="34" charset="0"/>
                      </a:rPr>
                      <m:t>𝜇</m:t>
                    </m:r>
                  </m:oMath>
                </a14:m>
                <a:r>
                  <a:rPr lang="en-GB" sz="1400" dirty="0">
                    <a:latin typeface="Calibri" panose="020F0502020204030204" pitchFamily="34" charset="0"/>
                    <a:ea typeface="Calibri" panose="020F0502020204030204" pitchFamily="34" charset="0"/>
                    <a:cs typeface="Calibri" panose="020F0502020204030204" pitchFamily="34" charset="0"/>
                  </a:rPr>
                  <a:t>) is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600 </m:t>
                    </m:r>
                    <m:r>
                      <a:rPr lang="en-GB" sz="1400" i="1" dirty="0" smtClean="0">
                        <a:latin typeface="Cambria Math" panose="02040503050406030204" pitchFamily="18" charset="0"/>
                        <a:ea typeface="Calibri" panose="020F0502020204030204" pitchFamily="34" charset="0"/>
                        <a:cs typeface="Calibri" panose="020F0502020204030204" pitchFamily="34" charset="0"/>
                      </a:rPr>
                      <m:t>𝑚𝑚</m:t>
                    </m:r>
                    <m:r>
                      <a:rPr lang="en-GB" sz="1400" i="1" dirty="0" smtClean="0">
                        <a:latin typeface="Cambria Math" panose="02040503050406030204" pitchFamily="18" charset="0"/>
                        <a:ea typeface="Calibri" panose="020F0502020204030204" pitchFamily="34" charset="0"/>
                        <a:cs typeface="Calibri" panose="020F0502020204030204" pitchFamily="34" charset="0"/>
                      </a:rPr>
                      <m:t>/</m:t>
                    </m:r>
                    <m:r>
                      <m:rPr>
                        <m:sty m:val="p"/>
                      </m:rPr>
                      <a:rPr lang="en-GB" sz="1400" i="1" dirty="0" smtClean="0">
                        <a:latin typeface="Cambria Math" panose="02040503050406030204" pitchFamily="18" charset="0"/>
                        <a:ea typeface="Calibri" panose="020F0502020204030204" pitchFamily="34" charset="0"/>
                        <a:cs typeface="Calibri" panose="020F0502020204030204" pitchFamily="34" charset="0"/>
                      </a:rPr>
                      <m:t>sec</m:t>
                    </m:r>
                    <m:r>
                      <a:rPr lang="en-GB" sz="1400" i="1" dirty="0" smtClean="0">
                        <a:latin typeface="Cambria Math" panose="02040503050406030204" pitchFamily="18" charset="0"/>
                        <a:ea typeface="Calibri" panose="020F0502020204030204" pitchFamily="34" charset="0"/>
                        <a:cs typeface="Calibri" panose="020F0502020204030204" pitchFamily="34" charset="0"/>
                      </a:rPr>
                      <m:t>⁡</m:t>
                    </m:r>
                  </m:oMath>
                </a14:m>
                <a:r>
                  <a:rPr lang="en-GB" sz="1400" dirty="0">
                    <a:latin typeface="Calibri" panose="020F0502020204030204" pitchFamily="34" charset="0"/>
                    <a:ea typeface="Calibri" panose="020F0502020204030204" pitchFamily="34" charset="0"/>
                    <a:cs typeface="Calibri" panose="020F0502020204030204" pitchFamily="34" charset="0"/>
                  </a:rPr>
                  <a:t>. A colleague may disagree and claim that the mean burn rate is greater than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600 </m:t>
                    </m:r>
                    <m:r>
                      <a:rPr lang="en-GB" sz="1400" i="1" dirty="0" smtClean="0">
                        <a:latin typeface="Cambria Math" panose="02040503050406030204" pitchFamily="18" charset="0"/>
                        <a:ea typeface="Calibri" panose="020F0502020204030204" pitchFamily="34" charset="0"/>
                        <a:cs typeface="Calibri" panose="020F0502020204030204" pitchFamily="34" charset="0"/>
                      </a:rPr>
                      <m:t>𝑚𝑚</m:t>
                    </m:r>
                    <m:r>
                      <a:rPr lang="en-GB" sz="1400" i="1" dirty="0" smtClean="0">
                        <a:latin typeface="Cambria Math" panose="02040503050406030204" pitchFamily="18" charset="0"/>
                        <a:ea typeface="Calibri" panose="020F0502020204030204" pitchFamily="34" charset="0"/>
                        <a:cs typeface="Calibri" panose="020F0502020204030204" pitchFamily="34" charset="0"/>
                      </a:rPr>
                      <m:t>/</m:t>
                    </m:r>
                    <m:r>
                      <m:rPr>
                        <m:sty m:val="p"/>
                      </m:rPr>
                      <a:rPr lang="en-GB" sz="1400" i="1" dirty="0" smtClean="0">
                        <a:latin typeface="Cambria Math" panose="02040503050406030204" pitchFamily="18" charset="0"/>
                        <a:ea typeface="Calibri" panose="020F0502020204030204" pitchFamily="34" charset="0"/>
                        <a:cs typeface="Calibri" panose="020F0502020204030204" pitchFamily="34" charset="0"/>
                      </a:rPr>
                      <m:t>sec</m:t>
                    </m:r>
                    <m:r>
                      <a:rPr lang="en-GB" sz="1400" i="1" dirty="0" smtClean="0">
                        <a:latin typeface="Cambria Math" panose="02040503050406030204" pitchFamily="18" charset="0"/>
                        <a:ea typeface="Calibri" panose="020F0502020204030204" pitchFamily="34" charset="0"/>
                        <a:cs typeface="Calibri" panose="020F0502020204030204" pitchFamily="34" charset="0"/>
                      </a:rPr>
                      <m:t>⁡</m:t>
                    </m:r>
                  </m:oMath>
                </a14:m>
                <a:r>
                  <a:rPr lang="en-GB" sz="1400" dirty="0">
                    <a:latin typeface="Calibri" panose="020F0502020204030204" pitchFamily="34" charset="0"/>
                    <a:ea typeface="Calibri" panose="020F0502020204030204" pitchFamily="34" charset="0"/>
                    <a:cs typeface="Calibri" panose="020F0502020204030204" pitchFamily="34" charset="0"/>
                  </a:rPr>
                  <a:t>. </a:t>
                </a:r>
              </a:p>
            </p:txBody>
          </p:sp>
        </mc:Choice>
        <mc:Fallback>
          <p:sp>
            <p:nvSpPr>
              <p:cNvPr id="7" name="TextBox 6">
                <a:extLst>
                  <a:ext uri="{FF2B5EF4-FFF2-40B4-BE49-F238E27FC236}">
                    <a16:creationId xmlns:a16="http://schemas.microsoft.com/office/drawing/2014/main" id="{9B1E62E5-20ED-7657-5A87-AFA476C1C77D}"/>
                  </a:ext>
                </a:extLst>
              </p:cNvPr>
              <p:cNvSpPr txBox="1">
                <a:spLocks noRot="1" noChangeAspect="1" noMove="1" noResize="1" noEditPoints="1" noAdjustHandles="1" noChangeArrowheads="1" noChangeShapeType="1" noTextEdit="1"/>
              </p:cNvSpPr>
              <p:nvPr/>
            </p:nvSpPr>
            <p:spPr>
              <a:xfrm>
                <a:off x="186594" y="2643615"/>
                <a:ext cx="8672097" cy="738664"/>
              </a:xfrm>
              <a:prstGeom prst="rect">
                <a:avLst/>
              </a:prstGeom>
              <a:blipFill>
                <a:blip r:embed="rId3"/>
                <a:stretch>
                  <a:fillRect l="-211" t="-1653" r="-211" b="-743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53BCF74-A1AC-A53A-0138-B204A8D08571}"/>
                  </a:ext>
                </a:extLst>
              </p:cNvPr>
              <p:cNvSpPr txBox="1"/>
              <p:nvPr/>
            </p:nvSpPr>
            <p:spPr>
              <a:xfrm>
                <a:off x="265339" y="3357288"/>
                <a:ext cx="8593352" cy="507831"/>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𝐻</m:t>
                      </m:r>
                      <m:r>
                        <a:rPr lang="en-GB" i="1" dirty="0" smtClean="0">
                          <a:latin typeface="Cambria Math" panose="02040503050406030204" pitchFamily="18" charset="0"/>
                        </a:rPr>
                        <m:t>0: </m:t>
                      </m:r>
                      <m:r>
                        <a:rPr lang="en-GB" i="1" dirty="0" smtClean="0">
                          <a:latin typeface="Cambria Math" panose="02040503050406030204" pitchFamily="18" charset="0"/>
                          <a:ea typeface="Cambria Math" panose="02040503050406030204" pitchFamily="18" charset="0"/>
                        </a:rPr>
                        <m:t>𝜇</m:t>
                      </m:r>
                      <m:r>
                        <a:rPr lang="en-GB" i="1" dirty="0" smtClean="0">
                          <a:latin typeface="Cambria Math" panose="02040503050406030204" pitchFamily="18" charset="0"/>
                        </a:rPr>
                        <m:t>=600</m:t>
                      </m:r>
                    </m:oMath>
                  </m:oMathPara>
                </a14:m>
                <a:endParaRPr lang="en-GB"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𝐻</m:t>
                      </m:r>
                      <m:r>
                        <a:rPr lang="en-GB" i="1" dirty="0" smtClean="0">
                          <a:latin typeface="Cambria Math" panose="02040503050406030204" pitchFamily="18" charset="0"/>
                        </a:rPr>
                        <m:t>1: </m:t>
                      </m:r>
                      <m:r>
                        <a:rPr lang="en-GB" i="1" dirty="0" smtClean="0">
                          <a:latin typeface="Cambria Math" panose="02040503050406030204" pitchFamily="18" charset="0"/>
                          <a:ea typeface="Cambria Math" panose="02040503050406030204" pitchFamily="18" charset="0"/>
                        </a:rPr>
                        <m:t>𝜇</m:t>
                      </m:r>
                      <m:r>
                        <a:rPr lang="en-GB" i="1" dirty="0" smtClean="0">
                          <a:latin typeface="Cambria Math" panose="02040503050406030204" pitchFamily="18" charset="0"/>
                        </a:rPr>
                        <m:t>&gt;600</m:t>
                      </m:r>
                    </m:oMath>
                  </m:oMathPara>
                </a14:m>
                <a:endParaRPr lang="en-GB" dirty="0"/>
              </a:p>
            </p:txBody>
          </p:sp>
        </mc:Choice>
        <mc:Fallback xmlns="">
          <p:sp>
            <p:nvSpPr>
              <p:cNvPr id="9" name="TextBox 8">
                <a:extLst>
                  <a:ext uri="{FF2B5EF4-FFF2-40B4-BE49-F238E27FC236}">
                    <a16:creationId xmlns:a16="http://schemas.microsoft.com/office/drawing/2014/main" id="{453BCF74-A1AC-A53A-0138-B204A8D08571}"/>
                  </a:ext>
                </a:extLst>
              </p:cNvPr>
              <p:cNvSpPr txBox="1">
                <a:spLocks noRot="1" noChangeAspect="1" noMove="1" noResize="1" noEditPoints="1" noAdjustHandles="1" noChangeArrowheads="1" noChangeShapeType="1" noTextEdit="1"/>
              </p:cNvSpPr>
              <p:nvPr/>
            </p:nvSpPr>
            <p:spPr>
              <a:xfrm>
                <a:off x="265339" y="3357288"/>
                <a:ext cx="8593352" cy="507831"/>
              </a:xfrm>
              <a:prstGeom prst="rect">
                <a:avLst/>
              </a:prstGeom>
              <a:blipFill>
                <a:blip r:embed="rId4"/>
                <a:stretch>
                  <a:fillRect/>
                </a:stretch>
              </a:blipFill>
            </p:spPr>
            <p:txBody>
              <a:bodyPr/>
              <a:lstStyle/>
              <a:p>
                <a:r>
                  <a:rPr lang="en-GB">
                    <a:noFill/>
                  </a:rPr>
                  <a:t> </a:t>
                </a:r>
              </a:p>
            </p:txBody>
          </p:sp>
        </mc:Fallback>
      </mc:AlternateContent>
      <p:sp>
        <p:nvSpPr>
          <p:cNvPr id="11" name="TextBox 10">
            <a:extLst>
              <a:ext uri="{FF2B5EF4-FFF2-40B4-BE49-F238E27FC236}">
                <a16:creationId xmlns:a16="http://schemas.microsoft.com/office/drawing/2014/main" id="{8E6762AE-A185-C123-0293-6369E38F519F}"/>
              </a:ext>
            </a:extLst>
          </p:cNvPr>
          <p:cNvSpPr txBox="1"/>
          <p:nvPr/>
        </p:nvSpPr>
        <p:spPr>
          <a:xfrm>
            <a:off x="186594" y="4024292"/>
            <a:ext cx="8672097" cy="307777"/>
          </a:xfrm>
          <a:prstGeom prst="rect">
            <a:avLst/>
          </a:prstGeom>
          <a:noFill/>
        </p:spPr>
        <p:txBody>
          <a:bodyPr wrap="square">
            <a:spAutoFit/>
          </a:bodyPr>
          <a:lstStyle/>
          <a:p>
            <a:pPr algn="ct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Before we can reject or fail to reject the null hypothesis, we must interpret the result of the test.</a:t>
            </a:r>
          </a:p>
        </p:txBody>
      </p:sp>
    </p:spTree>
    <p:extLst>
      <p:ext uri="{BB962C8B-B14F-4D97-AF65-F5344CB8AC3E}">
        <p14:creationId xmlns:p14="http://schemas.microsoft.com/office/powerpoint/2010/main" val="3439982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Introduction – Statistical Hypothesis Interpretation</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F5E79CA-794F-21FD-DE81-263E49B8DF52}"/>
                  </a:ext>
                </a:extLst>
              </p:cNvPr>
              <p:cNvSpPr txBox="1"/>
              <p:nvPr/>
            </p:nvSpPr>
            <p:spPr>
              <a:xfrm>
                <a:off x="186596" y="724796"/>
                <a:ext cx="8672096" cy="3893374"/>
              </a:xfrm>
              <a:prstGeom prst="rect">
                <a:avLst/>
              </a:prstGeom>
              <a:noFill/>
            </p:spPr>
            <p:txBody>
              <a:bodyPr wrap="square">
                <a:spAutoFit/>
              </a:bodyPr>
              <a:lstStyle/>
              <a:p>
                <a:pPr algn="just">
                  <a:spcBef>
                    <a:spcPts val="600"/>
                  </a:spcBef>
                  <a:spcAft>
                    <a:spcPts val="600"/>
                  </a:spcAft>
                  <a:tabLst>
                    <a:tab pos="3616325" algn="l"/>
                  </a:tabLst>
                </a:pPr>
                <a:r>
                  <a:rPr lang="en-GB" sz="1400" b="1" dirty="0">
                    <a:effectLst/>
                    <a:latin typeface="Calibri" panose="020F0502020204030204" pitchFamily="34" charset="0"/>
                    <a:ea typeface="DengXian" panose="02010600030101010101" pitchFamily="2" charset="-122"/>
                  </a:rPr>
                  <a:t>Consider:</a:t>
                </a:r>
                <a:r>
                  <a:rPr lang="en-GB" sz="1400" dirty="0">
                    <a:effectLst/>
                    <a:latin typeface="Calibri" panose="020F0502020204030204" pitchFamily="34" charset="0"/>
                    <a:ea typeface="DengXian" panose="02010600030101010101" pitchFamily="2" charset="-122"/>
                  </a:rPr>
                  <a:t> </a:t>
                </a:r>
                <a:r>
                  <a:rPr lang="en-GB" sz="1400" dirty="0" err="1">
                    <a:latin typeface="Calibri" panose="020F0502020204030204" pitchFamily="34" charset="0"/>
                    <a:ea typeface="Calibri" panose="020F0502020204030204" pitchFamily="34" charset="0"/>
                    <a:cs typeface="Calibri" panose="020F0502020204030204" pitchFamily="34" charset="0"/>
                  </a:rPr>
                  <a:t>SwitchRight</a:t>
                </a:r>
                <a:r>
                  <a:rPr lang="en-GB" sz="1400" dirty="0">
                    <a:latin typeface="Calibri" panose="020F0502020204030204" pitchFamily="34" charset="0"/>
                    <a:ea typeface="Calibri" panose="020F0502020204030204" pitchFamily="34" charset="0"/>
                    <a:cs typeface="Calibri" panose="020F0502020204030204" pitchFamily="34" charset="0"/>
                  </a:rPr>
                  <a:t>, a manufacturer of engine management systems requires its supplier of control modules to supply modules with at least 99% complying with their specification. The quality control operators at </a:t>
                </a:r>
                <a:r>
                  <a:rPr lang="en-GB" sz="1400" dirty="0" err="1">
                    <a:latin typeface="Calibri" panose="020F0502020204030204" pitchFamily="34" charset="0"/>
                    <a:ea typeface="Calibri" panose="020F0502020204030204" pitchFamily="34" charset="0"/>
                    <a:cs typeface="Calibri" panose="020F0502020204030204" pitchFamily="34" charset="0"/>
                  </a:rPr>
                  <a:t>SwitchRight</a:t>
                </a:r>
                <a:r>
                  <a:rPr lang="en-GB" sz="1400" dirty="0">
                    <a:latin typeface="Calibri" panose="020F0502020204030204" pitchFamily="34" charset="0"/>
                    <a:ea typeface="Calibri" panose="020F0502020204030204" pitchFamily="34" charset="0"/>
                    <a:cs typeface="Calibri" panose="020F0502020204030204" pitchFamily="34" charset="0"/>
                  </a:rPr>
                  <a:t> check a random sample of 1000 control modules delivered to </a:t>
                </a:r>
                <a:r>
                  <a:rPr lang="en-GB" sz="1400" dirty="0" err="1">
                    <a:latin typeface="Calibri" panose="020F0502020204030204" pitchFamily="34" charset="0"/>
                    <a:ea typeface="Calibri" panose="020F0502020204030204" pitchFamily="34" charset="0"/>
                    <a:cs typeface="Calibri" panose="020F0502020204030204" pitchFamily="34" charset="0"/>
                  </a:rPr>
                  <a:t>SwitchRight</a:t>
                </a:r>
                <a:r>
                  <a:rPr lang="en-GB" sz="1400" dirty="0">
                    <a:latin typeface="Calibri" panose="020F0502020204030204" pitchFamily="34" charset="0"/>
                    <a:ea typeface="Calibri" panose="020F0502020204030204" pitchFamily="34" charset="0"/>
                    <a:cs typeface="Calibri" panose="020F0502020204030204" pitchFamily="34" charset="0"/>
                  </a:rPr>
                  <a:t> and find that 985 match the specification. Does this result imply that less than 99% of the control modules supplied do not match </a:t>
                </a:r>
                <a:r>
                  <a:rPr lang="en-GB" sz="1400" dirty="0" err="1">
                    <a:latin typeface="Calibri" panose="020F0502020204030204" pitchFamily="34" charset="0"/>
                    <a:ea typeface="Calibri" panose="020F0502020204030204" pitchFamily="34" charset="0"/>
                    <a:cs typeface="Calibri" panose="020F0502020204030204" pitchFamily="34" charset="0"/>
                  </a:rPr>
                  <a:t>SwitchRight’s</a:t>
                </a:r>
                <a:r>
                  <a:rPr lang="en-GB" sz="1400" dirty="0">
                    <a:latin typeface="Calibri" panose="020F0502020204030204" pitchFamily="34" charset="0"/>
                    <a:ea typeface="Calibri" panose="020F0502020204030204" pitchFamily="34" charset="0"/>
                    <a:cs typeface="Calibri" panose="020F0502020204030204" pitchFamily="34" charset="0"/>
                  </a:rPr>
                  <a:t> specification? </a:t>
                </a:r>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algn="just">
                  <a:spcBef>
                    <a:spcPts val="600"/>
                  </a:spcBef>
                  <a:spcAft>
                    <a:spcPts val="600"/>
                  </a:spcAft>
                  <a:tabLst>
                    <a:tab pos="3616325" algn="l"/>
                  </a:tabLst>
                </a:pPr>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Step 1:</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p>
              <a:p>
                <a:pPr algn="just">
                  <a:spcBef>
                    <a:spcPts val="600"/>
                  </a:spcBef>
                  <a:spcAft>
                    <a:spcPts val="600"/>
                  </a:spcAft>
                  <a:tabLst>
                    <a:tab pos="3616325" algn="l"/>
                  </a:tabLst>
                </a:pPr>
                <a:r>
                  <a:rPr lang="en-GB" sz="1400" dirty="0">
                    <a:latin typeface="Calibri" panose="020F0502020204030204" pitchFamily="34" charset="0"/>
                    <a:ea typeface="Calibri" panose="020F0502020204030204" pitchFamily="34" charset="0"/>
                    <a:cs typeface="Calibri" panose="020F0502020204030204" pitchFamily="34" charset="0"/>
                  </a:rPr>
                  <a:t>H0: 99% of the control modules match </a:t>
                </a:r>
                <a:r>
                  <a:rPr lang="en-GB" sz="1400" dirty="0" err="1">
                    <a:latin typeface="Calibri" panose="020F0502020204030204" pitchFamily="34" charset="0"/>
                    <a:ea typeface="Calibri" panose="020F0502020204030204" pitchFamily="34" charset="0"/>
                    <a:cs typeface="Calibri" panose="020F0502020204030204" pitchFamily="34" charset="0"/>
                  </a:rPr>
                  <a:t>SwitchRight’s</a:t>
                </a:r>
                <a:r>
                  <a:rPr lang="en-GB" sz="1400" dirty="0">
                    <a:latin typeface="Calibri" panose="020F0502020204030204" pitchFamily="34" charset="0"/>
                    <a:ea typeface="Calibri" panose="020F0502020204030204" pitchFamily="34" charset="0"/>
                    <a:cs typeface="Calibri" panose="020F0502020204030204" pitchFamily="34" charset="0"/>
                  </a:rPr>
                  <a:t> specification.</a:t>
                </a:r>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algn="just">
                  <a:spcBef>
                    <a:spcPts val="600"/>
                  </a:spcBef>
                  <a:spcAft>
                    <a:spcPts val="600"/>
                  </a:spcAft>
                  <a:tabLst>
                    <a:tab pos="3616325" algn="l"/>
                  </a:tabLst>
                </a:pPr>
                <a:r>
                  <a:rPr lang="en-GB" sz="1400" dirty="0">
                    <a:latin typeface="Calibri" panose="020F0502020204030204" pitchFamily="34" charset="0"/>
                    <a:ea typeface="Calibri" panose="020F0502020204030204" pitchFamily="34" charset="0"/>
                    <a:cs typeface="Calibri" panose="020F0502020204030204" pitchFamily="34" charset="0"/>
                  </a:rPr>
                  <a:t>H1: less than 99% of the control modules match </a:t>
                </a:r>
                <a:r>
                  <a:rPr lang="en-GB" sz="1400" dirty="0" err="1">
                    <a:latin typeface="Calibri" panose="020F0502020204030204" pitchFamily="34" charset="0"/>
                    <a:ea typeface="Calibri" panose="020F0502020204030204" pitchFamily="34" charset="0"/>
                    <a:cs typeface="Calibri" panose="020F0502020204030204" pitchFamily="34" charset="0"/>
                  </a:rPr>
                  <a:t>SwitchRight’s</a:t>
                </a:r>
                <a:r>
                  <a:rPr lang="en-GB" sz="1400" dirty="0">
                    <a:latin typeface="Calibri" panose="020F0502020204030204" pitchFamily="34" charset="0"/>
                    <a:ea typeface="Calibri" panose="020F0502020204030204" pitchFamily="34" charset="0"/>
                    <a:cs typeface="Calibri" panose="020F0502020204030204" pitchFamily="34" charset="0"/>
                  </a:rPr>
                  <a:t> specification. </a:t>
                </a:r>
              </a:p>
              <a:p>
                <a:pPr algn="just">
                  <a:spcBef>
                    <a:spcPts val="600"/>
                  </a:spcBef>
                  <a:spcAft>
                    <a:spcPts val="600"/>
                  </a:spcAft>
                  <a:tabLst>
                    <a:tab pos="3616325" algn="l"/>
                  </a:tabLst>
                </a:pPr>
                <a:r>
                  <a:rPr lang="en-GB" sz="14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Step 2:</a:t>
                </a:r>
                <a:r>
                  <a:rPr lang="en-GB" sz="1400" b="1" dirty="0">
                    <a:effectLst/>
                    <a:latin typeface="Calibri" panose="020F0502020204030204" pitchFamily="34" charset="0"/>
                    <a:ea typeface="Calibri" panose="020F0502020204030204" pitchFamily="34" charset="0"/>
                    <a:cs typeface="Calibri" panose="020F0502020204030204" pitchFamily="34" charset="0"/>
                  </a:rPr>
                  <a:t> </a:t>
                </a:r>
                <a:r>
                  <a:rPr lang="en-GB" sz="1400" dirty="0">
                    <a:latin typeface="Calibri" panose="020F0502020204030204" pitchFamily="34" charset="0"/>
                    <a:ea typeface="Calibri" panose="020F0502020204030204" pitchFamily="34" charset="0"/>
                    <a:cs typeface="Calibri" panose="020F0502020204030204" pitchFamily="34" charset="0"/>
                  </a:rPr>
                  <a:t>suppose that </a:t>
                </a:r>
                <a14:m>
                  <m:oMath xmlns:m="http://schemas.openxmlformats.org/officeDocument/2006/math">
                    <m:r>
                      <a:rPr lang="en-GB" sz="1400" b="0" i="1" dirty="0" smtClean="0">
                        <a:latin typeface="Cambria Math" panose="02040503050406030204" pitchFamily="18" charset="0"/>
                        <a:ea typeface="Calibri" panose="020F0502020204030204" pitchFamily="34" charset="0"/>
                        <a:cs typeface="Calibri" panose="020F0502020204030204" pitchFamily="34" charset="0"/>
                      </a:rPr>
                      <m:t>𝑋</m:t>
                    </m:r>
                  </m:oMath>
                </a14:m>
                <a:r>
                  <a:rPr lang="en-GB" sz="1400" dirty="0">
                    <a:latin typeface="Calibri" panose="020F0502020204030204" pitchFamily="34" charset="0"/>
                    <a:ea typeface="Calibri" panose="020F0502020204030204" pitchFamily="34" charset="0"/>
                    <a:cs typeface="Calibri" panose="020F0502020204030204" pitchFamily="34" charset="0"/>
                  </a:rPr>
                  <a:t> is the number of control modules and </a:t>
                </a: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independent</a:t>
                </a:r>
                <a:r>
                  <a:rPr lang="en-GB" sz="1400" dirty="0">
                    <a:latin typeface="Calibri" panose="020F0502020204030204" pitchFamily="34" charset="0"/>
                    <a:ea typeface="Calibri" panose="020F0502020204030204" pitchFamily="34" charset="0"/>
                    <a:cs typeface="Calibri" panose="020F0502020204030204" pitchFamily="34" charset="0"/>
                  </a:rPr>
                  <a:t> in a </a:t>
                </a: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random sample</a:t>
                </a:r>
                <a:r>
                  <a:rPr lang="en-GB" sz="1400" dirty="0">
                    <a:latin typeface="Calibri" panose="020F0502020204030204" pitchFamily="34" charset="0"/>
                    <a:ea typeface="Calibri" panose="020F0502020204030204" pitchFamily="34" charset="0"/>
                    <a:cs typeface="Calibri" panose="020F0502020204030204" pitchFamily="34" charset="0"/>
                  </a:rPr>
                  <a:t> of 1000 matching </a:t>
                </a:r>
                <a:r>
                  <a:rPr lang="en-GB" sz="1400" dirty="0" err="1">
                    <a:latin typeface="Calibri" panose="020F0502020204030204" pitchFamily="34" charset="0"/>
                    <a:ea typeface="Calibri" panose="020F0502020204030204" pitchFamily="34" charset="0"/>
                    <a:cs typeface="Calibri" panose="020F0502020204030204" pitchFamily="34" charset="0"/>
                  </a:rPr>
                  <a:t>SwitchRight’s</a:t>
                </a:r>
                <a:r>
                  <a:rPr lang="en-GB" sz="1400" dirty="0">
                    <a:latin typeface="Calibri" panose="020F0502020204030204" pitchFamily="34" charset="0"/>
                    <a:ea typeface="Calibri" panose="020F0502020204030204" pitchFamily="34" charset="0"/>
                    <a:cs typeface="Calibri" panose="020F0502020204030204" pitchFamily="34" charset="0"/>
                  </a:rPr>
                  <a:t> specification.</a:t>
                </a:r>
              </a:p>
              <a:p>
                <a:pPr algn="just">
                  <a:spcBef>
                    <a:spcPts val="600"/>
                  </a:spcBef>
                  <a:spcAft>
                    <a:spcPts val="600"/>
                  </a:spcAft>
                  <a:tabLst>
                    <a:tab pos="3616325" algn="l"/>
                  </a:tabLst>
                </a:pPr>
                <a14:m>
                  <m:oMathPara xmlns:m="http://schemas.openxmlformats.org/officeDocument/2006/math">
                    <m:oMathParaPr>
                      <m:jc m:val="centerGroup"/>
                    </m:oMathParaPr>
                    <m:oMath xmlns:m="http://schemas.openxmlformats.org/officeDocument/2006/math">
                      <m:r>
                        <a:rPr lang="pt-BR" sz="1400" i="1" dirty="0" smtClean="0">
                          <a:latin typeface="Cambria Math" panose="02040503050406030204" pitchFamily="18" charset="0"/>
                          <a:ea typeface="Calibri" panose="020F0502020204030204" pitchFamily="34" charset="0"/>
                          <a:cs typeface="Calibri" panose="020F0502020204030204" pitchFamily="34" charset="0"/>
                        </a:rPr>
                        <m:t>𝑋</m:t>
                      </m:r>
                      <m:r>
                        <a:rPr lang="pt-BR" sz="1400" i="1" dirty="0" smtClean="0">
                          <a:latin typeface="Cambria Math" panose="02040503050406030204" pitchFamily="18" charset="0"/>
                          <a:ea typeface="Calibri" panose="020F0502020204030204" pitchFamily="34" charset="0"/>
                          <a:cs typeface="Calibri" panose="020F0502020204030204" pitchFamily="34" charset="0"/>
                        </a:rPr>
                        <m:t>∼</m:t>
                      </m:r>
                      <m:r>
                        <a:rPr lang="pt-BR" sz="1400" i="1" dirty="0" smtClean="0">
                          <a:latin typeface="Cambria Math" panose="02040503050406030204" pitchFamily="18" charset="0"/>
                          <a:ea typeface="Calibri" panose="020F0502020204030204" pitchFamily="34" charset="0"/>
                          <a:cs typeface="Calibri" panose="020F0502020204030204" pitchFamily="34" charset="0"/>
                        </a:rPr>
                        <m:t>𝐵</m:t>
                      </m:r>
                      <m:r>
                        <a:rPr lang="pt-BR" sz="1400" i="1" dirty="0" smtClean="0">
                          <a:latin typeface="Cambria Math" panose="02040503050406030204" pitchFamily="18" charset="0"/>
                          <a:ea typeface="Calibri" panose="020F0502020204030204" pitchFamily="34" charset="0"/>
                          <a:cs typeface="Calibri" panose="020F0502020204030204" pitchFamily="34" charset="0"/>
                        </a:rPr>
                        <m:t>(1000, </m:t>
                      </m:r>
                      <m:r>
                        <a:rPr lang="pt-BR" sz="1400" i="1" dirty="0" smtClean="0">
                          <a:latin typeface="Cambria Math" panose="02040503050406030204" pitchFamily="18" charset="0"/>
                          <a:ea typeface="Calibri" panose="020F0502020204030204" pitchFamily="34" charset="0"/>
                          <a:cs typeface="Calibri" panose="020F0502020204030204" pitchFamily="34" charset="0"/>
                        </a:rPr>
                        <m:t>𝑝</m:t>
                      </m:r>
                      <m:r>
                        <a:rPr lang="pt-BR" sz="1400" i="1" dirty="0" smtClean="0">
                          <a:latin typeface="Cambria Math" panose="02040503050406030204" pitchFamily="18" charset="0"/>
                          <a:ea typeface="Calibri" panose="020F0502020204030204" pitchFamily="34" charset="0"/>
                          <a:cs typeface="Calibri" panose="020F0502020204030204" pitchFamily="34" charset="0"/>
                        </a:rPr>
                        <m:t>) </m:t>
                      </m:r>
                    </m:oMath>
                  </m:oMathPara>
                </a14:m>
                <a:endParaRPr lang="pt-BR" sz="1400" dirty="0">
                  <a:latin typeface="Calibri" panose="020F0502020204030204" pitchFamily="34" charset="0"/>
                  <a:ea typeface="Calibri" panose="020F0502020204030204" pitchFamily="34" charset="0"/>
                  <a:cs typeface="Calibri" panose="020F0502020204030204" pitchFamily="34" charset="0"/>
                </a:endParaRPr>
              </a:p>
              <a:p>
                <a:pPr algn="just">
                  <a:spcBef>
                    <a:spcPts val="600"/>
                  </a:spcBef>
                  <a:spcAft>
                    <a:spcPts val="600"/>
                  </a:spcAft>
                  <a:tabLst>
                    <a:tab pos="3616325" algn="l"/>
                  </a:tabLst>
                </a:pPr>
                <a14:m>
                  <m:oMathPara xmlns:m="http://schemas.openxmlformats.org/officeDocument/2006/math">
                    <m:oMathParaPr>
                      <m:jc m:val="centerGroup"/>
                    </m:oMathParaPr>
                    <m:oMath xmlns:m="http://schemas.openxmlformats.org/officeDocument/2006/math">
                      <m:r>
                        <a:rPr lang="pt-BR" sz="1400" i="1" dirty="0" smtClean="0">
                          <a:latin typeface="Cambria Math" panose="02040503050406030204" pitchFamily="18" charset="0"/>
                          <a:ea typeface="Calibri" panose="020F0502020204030204" pitchFamily="34" charset="0"/>
                          <a:cs typeface="Calibri" panose="020F0502020204030204" pitchFamily="34" charset="0"/>
                        </a:rPr>
                        <m:t>𝐻</m:t>
                      </m:r>
                      <m:r>
                        <a:rPr lang="pt-BR" sz="1400" i="1" dirty="0" smtClean="0">
                          <a:latin typeface="Cambria Math" panose="02040503050406030204" pitchFamily="18" charset="0"/>
                          <a:ea typeface="Calibri" panose="020F0502020204030204" pitchFamily="34" charset="0"/>
                          <a:cs typeface="Calibri" panose="020F0502020204030204" pitchFamily="34" charset="0"/>
                        </a:rPr>
                        <m:t>0: </m:t>
                      </m:r>
                      <m:r>
                        <a:rPr lang="pt-BR" sz="1400" i="1" dirty="0" smtClean="0">
                          <a:latin typeface="Cambria Math" panose="02040503050406030204" pitchFamily="18" charset="0"/>
                          <a:ea typeface="Calibri" panose="020F0502020204030204" pitchFamily="34" charset="0"/>
                          <a:cs typeface="Calibri" panose="020F0502020204030204" pitchFamily="34" charset="0"/>
                        </a:rPr>
                        <m:t>𝑝</m:t>
                      </m:r>
                      <m:r>
                        <a:rPr lang="pt-BR" sz="1400" i="1" dirty="0" smtClean="0">
                          <a:latin typeface="Cambria Math" panose="02040503050406030204" pitchFamily="18" charset="0"/>
                          <a:ea typeface="Calibri" panose="020F0502020204030204" pitchFamily="34" charset="0"/>
                          <a:cs typeface="Calibri" panose="020F0502020204030204" pitchFamily="34" charset="0"/>
                        </a:rPr>
                        <m:t>=0.99 </m:t>
                      </m:r>
                    </m:oMath>
                  </m:oMathPara>
                </a14:m>
                <a:endParaRPr lang="en-GB" sz="1400" i="1" dirty="0">
                  <a:latin typeface="Cambria Math" panose="02040503050406030204" pitchFamily="18" charset="0"/>
                  <a:ea typeface="Calibri" panose="020F0502020204030204" pitchFamily="34" charset="0"/>
                  <a:cs typeface="Calibri" panose="020F0502020204030204" pitchFamily="34" charset="0"/>
                </a:endParaRPr>
              </a:p>
              <a:p>
                <a:pPr algn="just">
                  <a:spcBef>
                    <a:spcPts val="600"/>
                  </a:spcBef>
                  <a:spcAft>
                    <a:spcPts val="600"/>
                  </a:spcAft>
                  <a:tabLst>
                    <a:tab pos="3616325" algn="l"/>
                  </a:tabLst>
                </a:pPr>
                <a14:m>
                  <m:oMathPara xmlns:m="http://schemas.openxmlformats.org/officeDocument/2006/math">
                    <m:oMathParaPr>
                      <m:jc m:val="centerGroup"/>
                    </m:oMathParaPr>
                    <m:oMath xmlns:m="http://schemas.openxmlformats.org/officeDocument/2006/math">
                      <m:r>
                        <a:rPr lang="pt-BR" sz="1400" i="1" dirty="0" smtClean="0">
                          <a:latin typeface="Cambria Math" panose="02040503050406030204" pitchFamily="18" charset="0"/>
                          <a:ea typeface="Calibri" panose="020F0502020204030204" pitchFamily="34" charset="0"/>
                          <a:cs typeface="Calibri" panose="020F0502020204030204" pitchFamily="34" charset="0"/>
                        </a:rPr>
                        <m:t>𝐻</m:t>
                      </m:r>
                      <m:r>
                        <a:rPr lang="pt-BR" sz="1400" i="1" dirty="0" smtClean="0">
                          <a:latin typeface="Cambria Math" panose="02040503050406030204" pitchFamily="18" charset="0"/>
                          <a:ea typeface="Calibri" panose="020F0502020204030204" pitchFamily="34" charset="0"/>
                          <a:cs typeface="Calibri" panose="020F0502020204030204" pitchFamily="34" charset="0"/>
                        </a:rPr>
                        <m:t>1: </m:t>
                      </m:r>
                      <m:r>
                        <a:rPr lang="pt-BR" sz="1400" i="1" dirty="0" smtClean="0">
                          <a:latin typeface="Cambria Math" panose="02040503050406030204" pitchFamily="18" charset="0"/>
                          <a:ea typeface="Calibri" panose="020F0502020204030204" pitchFamily="34" charset="0"/>
                          <a:cs typeface="Calibri" panose="020F0502020204030204" pitchFamily="34" charset="0"/>
                        </a:rPr>
                        <m:t>𝑝</m:t>
                      </m:r>
                      <m:r>
                        <a:rPr lang="pt-BR" sz="1400" i="1" dirty="0" smtClean="0">
                          <a:latin typeface="Cambria Math" panose="02040503050406030204" pitchFamily="18" charset="0"/>
                          <a:ea typeface="Calibri" panose="020F0502020204030204" pitchFamily="34" charset="0"/>
                          <a:cs typeface="Calibri" panose="020F0502020204030204" pitchFamily="34" charset="0"/>
                        </a:rPr>
                        <m:t>&lt;0.99</m:t>
                      </m:r>
                    </m:oMath>
                  </m:oMathPara>
                </a14:m>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algn="just">
                  <a:spcBef>
                    <a:spcPts val="600"/>
                  </a:spcBef>
                  <a:spcAft>
                    <a:spcPts val="600"/>
                  </a:spcAft>
                  <a:tabLst>
                    <a:tab pos="3616325" algn="l"/>
                  </a:tabLst>
                </a:pPr>
                <a:endParaRPr lang="en-GB" sz="1400" dirty="0">
                  <a:effectLst/>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 name="TextBox 3">
                <a:extLst>
                  <a:ext uri="{FF2B5EF4-FFF2-40B4-BE49-F238E27FC236}">
                    <a16:creationId xmlns:a16="http://schemas.microsoft.com/office/drawing/2014/main" id="{7F5E79CA-794F-21FD-DE81-263E49B8DF52}"/>
                  </a:ext>
                </a:extLst>
              </p:cNvPr>
              <p:cNvSpPr txBox="1">
                <a:spLocks noRot="1" noChangeAspect="1" noMove="1" noResize="1" noEditPoints="1" noAdjustHandles="1" noChangeArrowheads="1" noChangeShapeType="1" noTextEdit="1"/>
              </p:cNvSpPr>
              <p:nvPr/>
            </p:nvSpPr>
            <p:spPr>
              <a:xfrm>
                <a:off x="186596" y="724796"/>
                <a:ext cx="8672096" cy="3893374"/>
              </a:xfrm>
              <a:prstGeom prst="rect">
                <a:avLst/>
              </a:prstGeom>
              <a:blipFill>
                <a:blip r:embed="rId3"/>
                <a:stretch>
                  <a:fillRect l="-211" t="-313" r="-211"/>
                </a:stretch>
              </a:blipFill>
            </p:spPr>
            <p:txBody>
              <a:bodyPr/>
              <a:lstStyle/>
              <a:p>
                <a:r>
                  <a:rPr lang="en-GB">
                    <a:noFill/>
                  </a:rPr>
                  <a:t> </a:t>
                </a:r>
              </a:p>
            </p:txBody>
          </p:sp>
        </mc:Fallback>
      </mc:AlternateContent>
    </p:spTree>
    <p:extLst>
      <p:ext uri="{BB962C8B-B14F-4D97-AF65-F5344CB8AC3E}">
        <p14:creationId xmlns:p14="http://schemas.microsoft.com/office/powerpoint/2010/main" val="2587368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Introduction – Statistical Hypothesis Interpretation</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F5E79CA-794F-21FD-DE81-263E49B8DF52}"/>
                  </a:ext>
                </a:extLst>
              </p:cNvPr>
              <p:cNvSpPr txBox="1"/>
              <p:nvPr/>
            </p:nvSpPr>
            <p:spPr>
              <a:xfrm>
                <a:off x="186596" y="724796"/>
                <a:ext cx="8672096" cy="722570"/>
              </a:xfrm>
              <a:prstGeom prst="rect">
                <a:avLst/>
              </a:prstGeom>
              <a:noFill/>
            </p:spPr>
            <p:txBody>
              <a:bodyPr wrap="square">
                <a:spAutoFit/>
              </a:bodyPr>
              <a:lstStyle/>
              <a:p>
                <a:pPr algn="just">
                  <a:spcBef>
                    <a:spcPts val="600"/>
                  </a:spcBef>
                  <a:spcAft>
                    <a:spcPts val="600"/>
                  </a:spcAft>
                  <a:tabLst>
                    <a:tab pos="3616325" algn="l"/>
                  </a:tabLst>
                </a:pPr>
                <a:r>
                  <a:rPr lang="en-GB" sz="14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Step 3: </a:t>
                </a:r>
                <a14:m>
                  <m:oMath xmlns:m="http://schemas.openxmlformats.org/officeDocument/2006/math">
                    <m:r>
                      <a:rPr lang="pt-BR" sz="1400" i="1" dirty="0" smtClean="0">
                        <a:latin typeface="Cambria Math" panose="02040503050406030204" pitchFamily="18" charset="0"/>
                        <a:ea typeface="Calibri" panose="020F0502020204030204" pitchFamily="34" charset="0"/>
                        <a:cs typeface="Calibri" panose="020F0502020204030204" pitchFamily="34" charset="0"/>
                      </a:rPr>
                      <m:t>𝑋</m:t>
                    </m:r>
                    <m:r>
                      <a:rPr lang="pt-BR" sz="1400" i="1" dirty="0" smtClean="0">
                        <a:latin typeface="Cambria Math" panose="02040503050406030204" pitchFamily="18" charset="0"/>
                        <a:ea typeface="Calibri" panose="020F0502020204030204" pitchFamily="34" charset="0"/>
                        <a:cs typeface="Calibri" panose="020F0502020204030204" pitchFamily="34" charset="0"/>
                      </a:rPr>
                      <m:t>∼</m:t>
                    </m:r>
                    <m:r>
                      <a:rPr lang="pt-BR" sz="1400" i="1" dirty="0" smtClean="0">
                        <a:latin typeface="Cambria Math" panose="02040503050406030204" pitchFamily="18" charset="0"/>
                        <a:ea typeface="Calibri" panose="020F0502020204030204" pitchFamily="34" charset="0"/>
                        <a:cs typeface="Calibri" panose="020F0502020204030204" pitchFamily="34" charset="0"/>
                      </a:rPr>
                      <m:t>𝐵</m:t>
                    </m:r>
                    <m:r>
                      <a:rPr lang="pt-BR" sz="1400" i="1" dirty="0" smtClean="0">
                        <a:latin typeface="Cambria Math" panose="02040503050406030204" pitchFamily="18" charset="0"/>
                        <a:ea typeface="Calibri" panose="020F0502020204030204" pitchFamily="34" charset="0"/>
                        <a:cs typeface="Calibri" panose="020F0502020204030204" pitchFamily="34" charset="0"/>
                      </a:rPr>
                      <m:t>(1000, </m:t>
                    </m:r>
                    <m:r>
                      <a:rPr lang="pt-BR" sz="1400" i="1" dirty="0" smtClean="0">
                        <a:latin typeface="Cambria Math" panose="02040503050406030204" pitchFamily="18" charset="0"/>
                        <a:ea typeface="Calibri" panose="020F0502020204030204" pitchFamily="34" charset="0"/>
                        <a:cs typeface="Calibri" panose="020F0502020204030204" pitchFamily="34" charset="0"/>
                      </a:rPr>
                      <m:t>𝑝</m:t>
                    </m:r>
                    <m:r>
                      <a:rPr lang="pt-BR" sz="1400" i="1" dirty="0" smtClean="0">
                        <a:latin typeface="Cambria Math" panose="02040503050406030204" pitchFamily="18" charset="0"/>
                        <a:ea typeface="Calibri" panose="020F0502020204030204" pitchFamily="34" charset="0"/>
                        <a:cs typeface="Calibri" panose="020F0502020204030204" pitchFamily="34" charset="0"/>
                      </a:rPr>
                      <m:t>)           </m:t>
                    </m:r>
                    <m:r>
                      <a:rPr lang="pt-BR" sz="1400" i="1" dirty="0" smtClean="0">
                        <a:latin typeface="Cambria Math" panose="02040503050406030204" pitchFamily="18" charset="0"/>
                        <a:ea typeface="Calibri" panose="020F0502020204030204" pitchFamily="34" charset="0"/>
                        <a:cs typeface="Calibri" panose="020F0502020204030204" pitchFamily="34" charset="0"/>
                      </a:rPr>
                      <m:t>𝐻</m:t>
                    </m:r>
                    <m:r>
                      <a:rPr lang="pt-BR" sz="1400" i="1" dirty="0" smtClean="0">
                        <a:latin typeface="Cambria Math" panose="02040503050406030204" pitchFamily="18" charset="0"/>
                        <a:ea typeface="Calibri" panose="020F0502020204030204" pitchFamily="34" charset="0"/>
                        <a:cs typeface="Calibri" panose="020F0502020204030204" pitchFamily="34" charset="0"/>
                      </a:rPr>
                      <m:t>0: </m:t>
                    </m:r>
                    <m:r>
                      <a:rPr lang="pt-BR" sz="1400" i="1" dirty="0" smtClean="0">
                        <a:latin typeface="Cambria Math" panose="02040503050406030204" pitchFamily="18" charset="0"/>
                        <a:ea typeface="Calibri" panose="020F0502020204030204" pitchFamily="34" charset="0"/>
                        <a:cs typeface="Calibri" panose="020F0502020204030204" pitchFamily="34" charset="0"/>
                      </a:rPr>
                      <m:t>𝑝</m:t>
                    </m:r>
                    <m:r>
                      <a:rPr lang="pt-BR" sz="1400" i="1" dirty="0" smtClean="0">
                        <a:latin typeface="Cambria Math" panose="02040503050406030204" pitchFamily="18" charset="0"/>
                        <a:ea typeface="Calibri" panose="020F0502020204030204" pitchFamily="34" charset="0"/>
                        <a:cs typeface="Calibri" panose="020F0502020204030204" pitchFamily="34" charset="0"/>
                      </a:rPr>
                      <m:t>=0.99 </m:t>
                    </m:r>
                  </m:oMath>
                </a14:m>
                <a:r>
                  <a:rPr lang="en-GB" sz="1400" i="1" dirty="0">
                    <a:latin typeface="Cambria Math" panose="02040503050406030204" pitchFamily="18" charset="0"/>
                    <a:ea typeface="Calibri" panose="020F0502020204030204" pitchFamily="34" charset="0"/>
                    <a:cs typeface="Calibri" panose="020F0502020204030204" pitchFamily="34" charset="0"/>
                  </a:rPr>
                  <a:t> </a:t>
                </a:r>
                <a14:m>
                  <m:oMath xmlns:m="http://schemas.openxmlformats.org/officeDocument/2006/math">
                    <m:r>
                      <a:rPr lang="en-GB" sz="1400" b="0" i="1" dirty="0" smtClean="0">
                        <a:latin typeface="Cambria Math" panose="02040503050406030204" pitchFamily="18" charset="0"/>
                        <a:ea typeface="Calibri" panose="020F0502020204030204" pitchFamily="34" charset="0"/>
                        <a:cs typeface="Calibri" panose="020F0502020204030204" pitchFamily="34" charset="0"/>
                      </a:rPr>
                      <m:t>                   </m:t>
                    </m:r>
                    <m:r>
                      <a:rPr lang="pt-BR" sz="1400" i="1" dirty="0" smtClean="0">
                        <a:latin typeface="Cambria Math" panose="02040503050406030204" pitchFamily="18" charset="0"/>
                        <a:ea typeface="Calibri" panose="020F0502020204030204" pitchFamily="34" charset="0"/>
                        <a:cs typeface="Calibri" panose="020F0502020204030204" pitchFamily="34" charset="0"/>
                      </a:rPr>
                      <m:t>𝐻</m:t>
                    </m:r>
                    <m:r>
                      <a:rPr lang="pt-BR" sz="1400" i="1" dirty="0" smtClean="0">
                        <a:latin typeface="Cambria Math" panose="02040503050406030204" pitchFamily="18" charset="0"/>
                        <a:ea typeface="Calibri" panose="020F0502020204030204" pitchFamily="34" charset="0"/>
                        <a:cs typeface="Calibri" panose="020F0502020204030204" pitchFamily="34" charset="0"/>
                      </a:rPr>
                      <m:t>1: </m:t>
                    </m:r>
                    <m:r>
                      <a:rPr lang="pt-BR" sz="1400" i="1" dirty="0" smtClean="0">
                        <a:latin typeface="Cambria Math" panose="02040503050406030204" pitchFamily="18" charset="0"/>
                        <a:ea typeface="Calibri" panose="020F0502020204030204" pitchFamily="34" charset="0"/>
                        <a:cs typeface="Calibri" panose="020F0502020204030204" pitchFamily="34" charset="0"/>
                      </a:rPr>
                      <m:t>𝑝</m:t>
                    </m:r>
                    <m:r>
                      <a:rPr lang="pt-BR" sz="1400" i="1" dirty="0" smtClean="0">
                        <a:latin typeface="Cambria Math" panose="02040503050406030204" pitchFamily="18" charset="0"/>
                        <a:ea typeface="Calibri" panose="020F0502020204030204" pitchFamily="34" charset="0"/>
                        <a:cs typeface="Calibri" panose="020F0502020204030204" pitchFamily="34" charset="0"/>
                      </a:rPr>
                      <m:t>&lt;0.99</m:t>
                    </m:r>
                  </m:oMath>
                </a14:m>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algn="just">
                  <a:spcBef>
                    <a:spcPts val="600"/>
                  </a:spcBef>
                  <a:spcAft>
                    <a:spcPts val="600"/>
                  </a:spcAft>
                  <a:tabLst>
                    <a:tab pos="3616325" algn="l"/>
                  </a:tabLst>
                </a:pPr>
                <a14:m>
                  <m:oMathPara xmlns:m="http://schemas.openxmlformats.org/officeDocument/2006/math">
                    <m:oMathParaPr>
                      <m:jc m:val="centerGroup"/>
                    </m:oMathParaPr>
                    <m:oMath xmlns:m="http://schemas.openxmlformats.org/officeDocument/2006/math">
                      <m:r>
                        <a:rPr lang="pl-PL" sz="1400" i="1" dirty="0" smtClean="0">
                          <a:latin typeface="Cambria Math" panose="02040503050406030204" pitchFamily="18" charset="0"/>
                          <a:ea typeface="Cambria Math" panose="02040503050406030204" pitchFamily="18" charset="0"/>
                        </a:rPr>
                        <m:t>𝜇</m:t>
                      </m:r>
                      <m:r>
                        <a:rPr lang="pl-PL" sz="1400" i="1" dirty="0" smtClean="0">
                          <a:latin typeface="Cambria Math" panose="02040503050406030204" pitchFamily="18" charset="0"/>
                        </a:rPr>
                        <m:t>=</m:t>
                      </m:r>
                      <m:r>
                        <a:rPr lang="pl-PL" sz="1400" i="1" dirty="0" smtClean="0">
                          <a:latin typeface="Cambria Math" panose="02040503050406030204" pitchFamily="18" charset="0"/>
                        </a:rPr>
                        <m:t>𝑛𝑝</m:t>
                      </m:r>
                      <m:r>
                        <a:rPr lang="pl-PL" sz="1400" i="1" dirty="0" smtClean="0">
                          <a:latin typeface="Cambria Math" panose="02040503050406030204" pitchFamily="18" charset="0"/>
                        </a:rPr>
                        <m:t>=1000×0.99=990; </m:t>
                      </m:r>
                      <m:r>
                        <a:rPr lang="pl-PL" sz="1400" i="1" dirty="0" smtClean="0">
                          <a:latin typeface="Cambria Math" panose="02040503050406030204" pitchFamily="18" charset="0"/>
                        </a:rPr>
                        <m:t>𝜎</m:t>
                      </m:r>
                      <m:r>
                        <a:rPr lang="pl-PL" sz="1400" i="1" dirty="0" smtClean="0">
                          <a:latin typeface="Cambria Math" panose="02040503050406030204" pitchFamily="18" charset="0"/>
                        </a:rPr>
                        <m:t>=</m:t>
                      </m:r>
                      <m:rad>
                        <m:radPr>
                          <m:degHide m:val="on"/>
                          <m:ctrlPr>
                            <a:rPr lang="pl-PL" sz="1400" i="1" dirty="0" smtClean="0">
                              <a:latin typeface="Cambria Math" panose="02040503050406030204" pitchFamily="18" charset="0"/>
                            </a:rPr>
                          </m:ctrlPr>
                        </m:radPr>
                        <m:deg/>
                        <m:e>
                          <m:r>
                            <a:rPr lang="pl-PL" sz="1400" i="1" dirty="0">
                              <a:latin typeface="Cambria Math" panose="02040503050406030204" pitchFamily="18" charset="0"/>
                            </a:rPr>
                            <m:t>𝑛𝑝</m:t>
                          </m:r>
                          <m:r>
                            <a:rPr lang="pl-PL" sz="1400" i="1" dirty="0">
                              <a:latin typeface="Cambria Math" panose="02040503050406030204" pitchFamily="18" charset="0"/>
                            </a:rPr>
                            <m:t>(1−</m:t>
                          </m:r>
                          <m:r>
                            <a:rPr lang="pl-PL" sz="1400" i="1" dirty="0">
                              <a:latin typeface="Cambria Math" panose="02040503050406030204" pitchFamily="18" charset="0"/>
                            </a:rPr>
                            <m:t>𝑝</m:t>
                          </m:r>
                          <m:r>
                            <a:rPr lang="en-GB" sz="1400" b="0" i="1" dirty="0" smtClean="0">
                              <a:latin typeface="Cambria Math" panose="02040503050406030204" pitchFamily="18" charset="0"/>
                            </a:rPr>
                            <m:t>)</m:t>
                          </m:r>
                        </m:e>
                      </m:rad>
                      <m:r>
                        <a:rPr lang="pl-PL" sz="1400" i="1" dirty="0" smtClean="0">
                          <a:latin typeface="Cambria Math" panose="02040503050406030204" pitchFamily="18" charset="0"/>
                        </a:rPr>
                        <m:t>=</m:t>
                      </m:r>
                      <m:rad>
                        <m:radPr>
                          <m:degHide m:val="on"/>
                          <m:ctrlPr>
                            <a:rPr lang="pl-PL" sz="1400" i="1" dirty="0" smtClean="0">
                              <a:latin typeface="Cambria Math" panose="02040503050406030204" pitchFamily="18" charset="0"/>
                            </a:rPr>
                          </m:ctrlPr>
                        </m:radPr>
                        <m:deg/>
                        <m:e>
                          <m:r>
                            <a:rPr lang="pl-PL" sz="1400" i="1" dirty="0">
                              <a:latin typeface="Cambria Math" panose="02040503050406030204" pitchFamily="18" charset="0"/>
                            </a:rPr>
                            <m:t>1000×0.99×0.01</m:t>
                          </m:r>
                        </m:e>
                      </m:rad>
                      <m:r>
                        <a:rPr lang="pl-PL" sz="1400" i="1" dirty="0" smtClean="0">
                          <a:latin typeface="Cambria Math" panose="02040503050406030204" pitchFamily="18" charset="0"/>
                        </a:rPr>
                        <m:t>=3.15</m:t>
                      </m:r>
                    </m:oMath>
                  </m:oMathPara>
                </a14:m>
                <a:endParaRPr lang="en-GB" sz="1400" dirty="0">
                  <a:effectLst/>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 name="TextBox 3">
                <a:extLst>
                  <a:ext uri="{FF2B5EF4-FFF2-40B4-BE49-F238E27FC236}">
                    <a16:creationId xmlns:a16="http://schemas.microsoft.com/office/drawing/2014/main" id="{7F5E79CA-794F-21FD-DE81-263E49B8DF52}"/>
                  </a:ext>
                </a:extLst>
              </p:cNvPr>
              <p:cNvSpPr txBox="1">
                <a:spLocks noRot="1" noChangeAspect="1" noMove="1" noResize="1" noEditPoints="1" noAdjustHandles="1" noChangeArrowheads="1" noChangeShapeType="1" noTextEdit="1"/>
              </p:cNvSpPr>
              <p:nvPr/>
            </p:nvSpPr>
            <p:spPr>
              <a:xfrm>
                <a:off x="186596" y="724796"/>
                <a:ext cx="8672096" cy="722570"/>
              </a:xfrm>
              <a:prstGeom prst="rect">
                <a:avLst/>
              </a:prstGeom>
              <a:blipFill>
                <a:blip r:embed="rId3"/>
                <a:stretch>
                  <a:fillRect l="-211" t="-84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594415B-7FEC-0DE2-6574-06AB06B21743}"/>
                  </a:ext>
                </a:extLst>
              </p:cNvPr>
              <p:cNvSpPr txBox="1"/>
              <p:nvPr/>
            </p:nvSpPr>
            <p:spPr>
              <a:xfrm>
                <a:off x="1894114" y="1383937"/>
                <a:ext cx="4572000" cy="30777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GB" sz="1400" b="1" i="1" dirty="0" smtClean="0">
                          <a:solidFill>
                            <a:srgbClr val="FF0000"/>
                          </a:solidFill>
                          <a:latin typeface="Cambria Math" panose="02040503050406030204" pitchFamily="18" charset="0"/>
                        </a:rPr>
                        <m:t>(</m:t>
                      </m:r>
                      <m:r>
                        <a:rPr lang="en-GB" sz="1400" b="1" i="1" dirty="0" smtClean="0">
                          <a:solidFill>
                            <a:srgbClr val="FF0000"/>
                          </a:solidFill>
                          <a:latin typeface="Cambria Math" panose="02040503050406030204" pitchFamily="18" charset="0"/>
                        </a:rPr>
                        <m:t>𝒂</m:t>
                      </m:r>
                      <m:r>
                        <a:rPr lang="en-GB" sz="1400" b="1" i="1" dirty="0" smtClean="0">
                          <a:solidFill>
                            <a:srgbClr val="FF0000"/>
                          </a:solidFill>
                          <a:latin typeface="Cambria Math" panose="02040503050406030204" pitchFamily="18" charset="0"/>
                        </a:rPr>
                        <m:t>) </m:t>
                      </m:r>
                      <m:r>
                        <a:rPr lang="en-GB" sz="1400" b="1" i="1" dirty="0" smtClean="0">
                          <a:solidFill>
                            <a:srgbClr val="FF0000"/>
                          </a:solidFill>
                          <a:latin typeface="Cambria Math" panose="02040503050406030204" pitchFamily="18" charset="0"/>
                        </a:rPr>
                        <m:t>𝒏𝒑</m:t>
                      </m:r>
                      <m:r>
                        <a:rPr lang="en-GB" sz="1400" b="1" i="1" dirty="0" smtClean="0">
                          <a:solidFill>
                            <a:srgbClr val="FF0000"/>
                          </a:solidFill>
                          <a:latin typeface="Cambria Math" panose="02040503050406030204" pitchFamily="18" charset="0"/>
                        </a:rPr>
                        <m:t>&gt;</m:t>
                      </m:r>
                      <m:r>
                        <a:rPr lang="en-GB" sz="1400" b="1" i="1" dirty="0" smtClean="0">
                          <a:solidFill>
                            <a:srgbClr val="FF0000"/>
                          </a:solidFill>
                          <a:latin typeface="Cambria Math" panose="02040503050406030204" pitchFamily="18" charset="0"/>
                        </a:rPr>
                        <m:t>𝟓</m:t>
                      </m:r>
                      <m:r>
                        <a:rPr lang="en-GB" sz="1400" b="1" i="1" dirty="0" smtClean="0">
                          <a:solidFill>
                            <a:srgbClr val="FF0000"/>
                          </a:solidFill>
                          <a:latin typeface="Cambria Math" panose="02040503050406030204" pitchFamily="18" charset="0"/>
                        </a:rPr>
                        <m:t> </m:t>
                      </m:r>
                      <m:r>
                        <a:rPr lang="en-GB" sz="1400" b="1" i="1" dirty="0" smtClean="0">
                          <a:solidFill>
                            <a:srgbClr val="FF0000"/>
                          </a:solidFill>
                          <a:latin typeface="Cambria Math" panose="02040503050406030204" pitchFamily="18" charset="0"/>
                        </a:rPr>
                        <m:t>𝒂𝒏𝒅</m:t>
                      </m:r>
                      <m:r>
                        <a:rPr lang="en-GB" sz="1400" b="1" i="1" dirty="0" smtClean="0">
                          <a:solidFill>
                            <a:srgbClr val="FF0000"/>
                          </a:solidFill>
                          <a:latin typeface="Cambria Math" panose="02040503050406030204" pitchFamily="18" charset="0"/>
                        </a:rPr>
                        <m:t> (</m:t>
                      </m:r>
                      <m:r>
                        <a:rPr lang="en-GB" sz="1400" b="1" i="1" dirty="0" smtClean="0">
                          <a:solidFill>
                            <a:srgbClr val="FF0000"/>
                          </a:solidFill>
                          <a:latin typeface="Cambria Math" panose="02040503050406030204" pitchFamily="18" charset="0"/>
                        </a:rPr>
                        <m:t>𝒃</m:t>
                      </m:r>
                      <m:r>
                        <a:rPr lang="en-GB" sz="1400" b="1" i="1" dirty="0" smtClean="0">
                          <a:solidFill>
                            <a:srgbClr val="FF0000"/>
                          </a:solidFill>
                          <a:latin typeface="Cambria Math" panose="02040503050406030204" pitchFamily="18" charset="0"/>
                        </a:rPr>
                        <m:t>) </m:t>
                      </m:r>
                      <m:r>
                        <a:rPr lang="en-GB" sz="1400" b="1" i="1" dirty="0" smtClean="0">
                          <a:solidFill>
                            <a:srgbClr val="FF0000"/>
                          </a:solidFill>
                          <a:latin typeface="Cambria Math" panose="02040503050406030204" pitchFamily="18" charset="0"/>
                        </a:rPr>
                        <m:t>𝒏</m:t>
                      </m:r>
                      <m:r>
                        <a:rPr lang="en-GB" sz="1400" b="1" i="1" dirty="0" smtClean="0">
                          <a:solidFill>
                            <a:srgbClr val="FF0000"/>
                          </a:solidFill>
                          <a:latin typeface="Cambria Math" panose="02040503050406030204" pitchFamily="18" charset="0"/>
                        </a:rPr>
                        <m:t>(</m:t>
                      </m:r>
                      <m:r>
                        <a:rPr lang="en-GB" sz="1400" b="1" i="1" dirty="0" smtClean="0">
                          <a:solidFill>
                            <a:srgbClr val="FF0000"/>
                          </a:solidFill>
                          <a:latin typeface="Cambria Math" panose="02040503050406030204" pitchFamily="18" charset="0"/>
                        </a:rPr>
                        <m:t>𝟏</m:t>
                      </m:r>
                      <m:r>
                        <a:rPr lang="en-GB" sz="1400" b="1" i="1" dirty="0" smtClean="0">
                          <a:solidFill>
                            <a:srgbClr val="FF0000"/>
                          </a:solidFill>
                          <a:latin typeface="Cambria Math" panose="02040503050406030204" pitchFamily="18" charset="0"/>
                        </a:rPr>
                        <m:t>−</m:t>
                      </m:r>
                      <m:r>
                        <a:rPr lang="en-GB" sz="1400" b="1" i="1" dirty="0" smtClean="0">
                          <a:solidFill>
                            <a:srgbClr val="FF0000"/>
                          </a:solidFill>
                          <a:latin typeface="Cambria Math" panose="02040503050406030204" pitchFamily="18" charset="0"/>
                        </a:rPr>
                        <m:t>𝒑</m:t>
                      </m:r>
                      <m:r>
                        <a:rPr lang="en-GB" sz="1400" b="1" i="1" dirty="0" smtClean="0">
                          <a:solidFill>
                            <a:srgbClr val="FF0000"/>
                          </a:solidFill>
                          <a:latin typeface="Cambria Math" panose="02040503050406030204" pitchFamily="18" charset="0"/>
                        </a:rPr>
                        <m:t>)&gt;</m:t>
                      </m:r>
                      <m:r>
                        <a:rPr lang="en-GB" sz="1400" b="1" i="1" dirty="0" smtClean="0">
                          <a:solidFill>
                            <a:srgbClr val="FF0000"/>
                          </a:solidFill>
                          <a:latin typeface="Cambria Math" panose="02040503050406030204" pitchFamily="18" charset="0"/>
                        </a:rPr>
                        <m:t>𝟓</m:t>
                      </m:r>
                    </m:oMath>
                  </m:oMathPara>
                </a14:m>
                <a:endParaRPr lang="en-GB" sz="1400" b="1" dirty="0">
                  <a:solidFill>
                    <a:srgbClr val="FF0000"/>
                  </a:solidFill>
                </a:endParaRPr>
              </a:p>
            </p:txBody>
          </p:sp>
        </mc:Choice>
        <mc:Fallback xmlns="">
          <p:sp>
            <p:nvSpPr>
              <p:cNvPr id="3" name="TextBox 2">
                <a:extLst>
                  <a:ext uri="{FF2B5EF4-FFF2-40B4-BE49-F238E27FC236}">
                    <a16:creationId xmlns:a16="http://schemas.microsoft.com/office/drawing/2014/main" id="{F594415B-7FEC-0DE2-6574-06AB06B21743}"/>
                  </a:ext>
                </a:extLst>
              </p:cNvPr>
              <p:cNvSpPr txBox="1">
                <a:spLocks noRot="1" noChangeAspect="1" noMove="1" noResize="1" noEditPoints="1" noAdjustHandles="1" noChangeArrowheads="1" noChangeShapeType="1" noTextEdit="1"/>
              </p:cNvSpPr>
              <p:nvPr/>
            </p:nvSpPr>
            <p:spPr>
              <a:xfrm>
                <a:off x="1894114" y="1383937"/>
                <a:ext cx="4572000" cy="307777"/>
              </a:xfrm>
              <a:prstGeom prst="rect">
                <a:avLst/>
              </a:prstGeom>
              <a:blipFill>
                <a:blip r:embed="rId4"/>
                <a:stretch>
                  <a:fillRect b="-784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31C672F-64AF-FA30-596C-272092E5168B}"/>
                  </a:ext>
                </a:extLst>
              </p:cNvPr>
              <p:cNvSpPr txBox="1"/>
              <p:nvPr/>
            </p:nvSpPr>
            <p:spPr>
              <a:xfrm>
                <a:off x="906235" y="1755877"/>
                <a:ext cx="6547758"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1400" i="1" dirty="0" smtClean="0">
                          <a:latin typeface="Cambria Math" panose="02040503050406030204" pitchFamily="18" charset="0"/>
                        </a:rPr>
                        <m:t>𝐵</m:t>
                      </m:r>
                      <m:r>
                        <a:rPr lang="pt-BR" sz="1400" i="1" dirty="0" smtClean="0">
                          <a:latin typeface="Cambria Math" panose="02040503050406030204" pitchFamily="18" charset="0"/>
                        </a:rPr>
                        <m:t>(1000, 0.99)≈</m:t>
                      </m:r>
                      <m:r>
                        <a:rPr lang="pt-BR" sz="1400" i="1" dirty="0" smtClean="0">
                          <a:latin typeface="Cambria Math" panose="02040503050406030204" pitchFamily="18" charset="0"/>
                        </a:rPr>
                        <m:t>𝑁</m:t>
                      </m:r>
                      <m:r>
                        <a:rPr lang="pt-BR" sz="1400" i="1" dirty="0" smtClean="0">
                          <a:latin typeface="Cambria Math" panose="02040503050406030204" pitchFamily="18" charset="0"/>
                        </a:rPr>
                        <m:t>(990, 3.152 )</m:t>
                      </m:r>
                    </m:oMath>
                  </m:oMathPara>
                </a14:m>
                <a:endParaRPr lang="en-GB" sz="1400" dirty="0"/>
              </a:p>
            </p:txBody>
          </p:sp>
        </mc:Choice>
        <mc:Fallback xmlns="">
          <p:sp>
            <p:nvSpPr>
              <p:cNvPr id="7" name="TextBox 6">
                <a:extLst>
                  <a:ext uri="{FF2B5EF4-FFF2-40B4-BE49-F238E27FC236}">
                    <a16:creationId xmlns:a16="http://schemas.microsoft.com/office/drawing/2014/main" id="{E31C672F-64AF-FA30-596C-272092E5168B}"/>
                  </a:ext>
                </a:extLst>
              </p:cNvPr>
              <p:cNvSpPr txBox="1">
                <a:spLocks noRot="1" noChangeAspect="1" noMove="1" noResize="1" noEditPoints="1" noAdjustHandles="1" noChangeArrowheads="1" noChangeShapeType="1" noTextEdit="1"/>
              </p:cNvSpPr>
              <p:nvPr/>
            </p:nvSpPr>
            <p:spPr>
              <a:xfrm>
                <a:off x="906235" y="1755877"/>
                <a:ext cx="6547758" cy="307777"/>
              </a:xfrm>
              <a:prstGeom prst="rect">
                <a:avLst/>
              </a:prstGeom>
              <a:blipFill>
                <a:blip r:embed="rId5"/>
                <a:stretch>
                  <a:fillRect b="-7843"/>
                </a:stretch>
              </a:blipFill>
            </p:spPr>
            <p:txBody>
              <a:bodyPr/>
              <a:lstStyle/>
              <a:p>
                <a:r>
                  <a:rPr lang="en-GB">
                    <a:noFill/>
                  </a:rPr>
                  <a:t> </a:t>
                </a:r>
              </a:p>
            </p:txBody>
          </p:sp>
        </mc:Fallback>
      </mc:AlternateContent>
      <p:sp>
        <p:nvSpPr>
          <p:cNvPr id="8" name="TextBox 7">
            <a:extLst>
              <a:ext uri="{FF2B5EF4-FFF2-40B4-BE49-F238E27FC236}">
                <a16:creationId xmlns:a16="http://schemas.microsoft.com/office/drawing/2014/main" id="{068C786D-34F9-D662-5824-B328314121ED}"/>
              </a:ext>
            </a:extLst>
          </p:cNvPr>
          <p:cNvSpPr txBox="1"/>
          <p:nvPr/>
        </p:nvSpPr>
        <p:spPr>
          <a:xfrm>
            <a:off x="186596" y="2080028"/>
            <a:ext cx="8672096" cy="738664"/>
          </a:xfrm>
          <a:prstGeom prst="rect">
            <a:avLst/>
          </a:prstGeom>
          <a:noFill/>
        </p:spPr>
        <p:txBody>
          <a:bodyPr wrap="square">
            <a:spAutoFit/>
          </a:bodyPr>
          <a:lstStyle/>
          <a:p>
            <a:pPr algn="just">
              <a:spcBef>
                <a:spcPts val="600"/>
              </a:spcBef>
              <a:spcAft>
                <a:spcPts val="600"/>
              </a:spcAft>
              <a:tabLst>
                <a:tab pos="3616325" algn="l"/>
              </a:tabLst>
            </a:pPr>
            <a:r>
              <a:rPr lang="en-GB" sz="14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Step 4: </a:t>
            </a:r>
            <a:r>
              <a:rPr lang="en-GB" sz="1400" dirty="0">
                <a:latin typeface="Calibri" panose="020F0502020204030204" pitchFamily="34" charset="0"/>
                <a:ea typeface="Calibri" panose="020F0502020204030204" pitchFamily="34" charset="0"/>
                <a:cs typeface="Calibri" panose="020F0502020204030204" pitchFamily="34" charset="0"/>
              </a:rPr>
              <a:t>The sample value obtained is 985 and we now assess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how close 985 is to the expected result of 990 </a:t>
            </a:r>
            <a:r>
              <a:rPr lang="en-GB" sz="1400" dirty="0">
                <a:latin typeface="Calibri" panose="020F0502020204030204" pitchFamily="34" charset="0"/>
                <a:ea typeface="Calibri" panose="020F0502020204030204" pitchFamily="34" charset="0"/>
                <a:cs typeface="Calibri" panose="020F0502020204030204" pitchFamily="34" charset="0"/>
              </a:rPr>
              <a:t>by defining a remote left tail (in this case) of the normal distribution and asking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if the number 985 occurs in the left tail of the distribution or in the main body of the distribution</a:t>
            </a:r>
            <a:r>
              <a:rPr lang="en-GB" sz="1400" dirty="0">
                <a:latin typeface="Calibri" panose="020F0502020204030204" pitchFamily="34" charset="0"/>
                <a:ea typeface="Calibri" panose="020F0502020204030204" pitchFamily="34" charset="0"/>
                <a:cs typeface="Calibri" panose="020F0502020204030204" pitchFamily="34" charset="0"/>
              </a:rPr>
              <a:t>.</a:t>
            </a:r>
            <a:endParaRPr lang="en-GB" sz="1400"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10" name="Picture 9">
            <a:extLst>
              <a:ext uri="{FF2B5EF4-FFF2-40B4-BE49-F238E27FC236}">
                <a16:creationId xmlns:a16="http://schemas.microsoft.com/office/drawing/2014/main" id="{827DFB58-A20A-F2C9-051E-AAD36D609629}"/>
              </a:ext>
            </a:extLst>
          </p:cNvPr>
          <p:cNvPicPr>
            <a:picLocks noChangeAspect="1"/>
          </p:cNvPicPr>
          <p:nvPr/>
        </p:nvPicPr>
        <p:blipFill>
          <a:blip r:embed="rId6"/>
          <a:stretch>
            <a:fillRect/>
          </a:stretch>
        </p:blipFill>
        <p:spPr>
          <a:xfrm>
            <a:off x="5640246" y="2571750"/>
            <a:ext cx="3503754" cy="1242841"/>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2A5E6B8-FC76-66B3-0AA2-14A76D5A29C6}"/>
                  </a:ext>
                </a:extLst>
              </p:cNvPr>
              <p:cNvSpPr txBox="1"/>
              <p:nvPr/>
            </p:nvSpPr>
            <p:spPr>
              <a:xfrm>
                <a:off x="1602095" y="2760683"/>
                <a:ext cx="4572000" cy="5014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l-PL" sz="1400" i="1" dirty="0" smtClean="0">
                          <a:latin typeface="Cambria Math" panose="02040503050406030204" pitchFamily="18" charset="0"/>
                        </a:rPr>
                        <m:t>𝑃</m:t>
                      </m:r>
                      <m:r>
                        <a:rPr lang="pl-PL" sz="1400" i="1" dirty="0" smtClean="0">
                          <a:latin typeface="Cambria Math" panose="02040503050406030204" pitchFamily="18" charset="0"/>
                        </a:rPr>
                        <m:t>(</m:t>
                      </m:r>
                      <m:r>
                        <a:rPr lang="pl-PL" sz="1400" i="1" dirty="0" smtClean="0">
                          <a:latin typeface="Cambria Math" panose="02040503050406030204" pitchFamily="18" charset="0"/>
                        </a:rPr>
                        <m:t>𝑋</m:t>
                      </m:r>
                      <m:r>
                        <a:rPr lang="pl-PL" sz="1400" i="1" dirty="0" smtClean="0">
                          <a:latin typeface="Cambria Math" panose="02040503050406030204" pitchFamily="18" charset="0"/>
                        </a:rPr>
                        <m:t>≤985)=</m:t>
                      </m:r>
                      <m:r>
                        <a:rPr lang="pl-PL" sz="1400" i="1" dirty="0" smtClean="0">
                          <a:latin typeface="Cambria Math" panose="02040503050406030204" pitchFamily="18" charset="0"/>
                        </a:rPr>
                        <m:t>𝑃</m:t>
                      </m:r>
                      <m:r>
                        <a:rPr lang="en-GB" sz="1400" b="0" i="1" dirty="0" smtClean="0">
                          <a:latin typeface="Cambria Math" panose="02040503050406030204" pitchFamily="18" charset="0"/>
                        </a:rPr>
                        <m:t>(</m:t>
                      </m:r>
                      <m:r>
                        <a:rPr lang="pl-PL" sz="1400" i="1" dirty="0" smtClean="0">
                          <a:latin typeface="Cambria Math" panose="02040503050406030204" pitchFamily="18" charset="0"/>
                        </a:rPr>
                        <m:t>𝑍</m:t>
                      </m:r>
                      <m:r>
                        <a:rPr lang="pl-PL" sz="1400" i="1" dirty="0" smtClean="0">
                          <a:latin typeface="Cambria Math" panose="02040503050406030204" pitchFamily="18" charset="0"/>
                        </a:rPr>
                        <m:t>≤</m:t>
                      </m:r>
                      <m:f>
                        <m:fPr>
                          <m:ctrlPr>
                            <a:rPr lang="pl-PL" sz="1400" i="1" dirty="0" smtClean="0">
                              <a:latin typeface="Cambria Math" panose="02040503050406030204" pitchFamily="18" charset="0"/>
                            </a:rPr>
                          </m:ctrlPr>
                        </m:fPr>
                        <m:num>
                          <m:r>
                            <a:rPr lang="pl-PL" sz="1400" i="1" dirty="0">
                              <a:latin typeface="Cambria Math" panose="02040503050406030204" pitchFamily="18" charset="0"/>
                            </a:rPr>
                            <m:t>985.5−990</m:t>
                          </m:r>
                        </m:num>
                        <m:den>
                          <m:r>
                            <a:rPr lang="pl-PL" sz="1400" i="1" dirty="0">
                              <a:latin typeface="Cambria Math" panose="02040503050406030204" pitchFamily="18" charset="0"/>
                            </a:rPr>
                            <m:t>3.15</m:t>
                          </m:r>
                        </m:den>
                      </m:f>
                      <m:r>
                        <a:rPr lang="en-GB" sz="1400" b="0" i="1" dirty="0" smtClean="0">
                          <a:latin typeface="Cambria Math" panose="02040503050406030204" pitchFamily="18" charset="0"/>
                        </a:rPr>
                        <m:t>)</m:t>
                      </m:r>
                      <m:r>
                        <a:rPr lang="pl-PL" sz="1400" i="1" dirty="0" smtClean="0">
                          <a:latin typeface="Cambria Math" panose="02040503050406030204" pitchFamily="18" charset="0"/>
                        </a:rPr>
                        <m:t>  = </m:t>
                      </m:r>
                      <m:r>
                        <a:rPr lang="pl-PL" sz="1400" i="1" dirty="0" smtClean="0">
                          <a:latin typeface="Cambria Math" panose="02040503050406030204" pitchFamily="18" charset="0"/>
                        </a:rPr>
                        <m:t>𝑃</m:t>
                      </m:r>
                      <m:r>
                        <a:rPr lang="pl-PL" sz="1400" i="1" dirty="0" smtClean="0">
                          <a:latin typeface="Cambria Math" panose="02040503050406030204" pitchFamily="18" charset="0"/>
                        </a:rPr>
                        <m:t>(</m:t>
                      </m:r>
                      <m:r>
                        <a:rPr lang="pl-PL" sz="1400" i="1" dirty="0" smtClean="0">
                          <a:latin typeface="Cambria Math" panose="02040503050406030204" pitchFamily="18" charset="0"/>
                        </a:rPr>
                        <m:t>𝑍</m:t>
                      </m:r>
                      <m:r>
                        <a:rPr lang="pl-PL" sz="1400" i="1" dirty="0" smtClean="0">
                          <a:latin typeface="Cambria Math" panose="02040503050406030204" pitchFamily="18" charset="0"/>
                        </a:rPr>
                        <m:t>≤</m:t>
                      </m:r>
                      <m:r>
                        <a:rPr lang="pl-PL" sz="1400" b="1" i="1" dirty="0" smtClean="0">
                          <a:solidFill>
                            <a:srgbClr val="FF0000"/>
                          </a:solidFill>
                          <a:latin typeface="Cambria Math" panose="02040503050406030204" pitchFamily="18" charset="0"/>
                        </a:rPr>
                        <m:t>−</m:t>
                      </m:r>
                      <m:r>
                        <a:rPr lang="pl-PL" sz="1400" b="1" i="1" dirty="0" smtClean="0">
                          <a:solidFill>
                            <a:srgbClr val="FF0000"/>
                          </a:solidFill>
                          <a:latin typeface="Cambria Math" panose="02040503050406030204" pitchFamily="18" charset="0"/>
                        </a:rPr>
                        <m:t>𝟏</m:t>
                      </m:r>
                      <m:r>
                        <a:rPr lang="pl-PL" sz="1400" b="1" i="1" dirty="0" smtClean="0">
                          <a:solidFill>
                            <a:srgbClr val="FF0000"/>
                          </a:solidFill>
                          <a:latin typeface="Cambria Math" panose="02040503050406030204" pitchFamily="18" charset="0"/>
                        </a:rPr>
                        <m:t>.</m:t>
                      </m:r>
                      <m:r>
                        <a:rPr lang="pl-PL" sz="1400" b="1" i="1" dirty="0" smtClean="0">
                          <a:solidFill>
                            <a:srgbClr val="FF0000"/>
                          </a:solidFill>
                          <a:latin typeface="Cambria Math" panose="02040503050406030204" pitchFamily="18" charset="0"/>
                        </a:rPr>
                        <m:t>𝟒𝟑</m:t>
                      </m:r>
                      <m:r>
                        <a:rPr lang="pl-PL" sz="1400" i="1" dirty="0" smtClean="0">
                          <a:latin typeface="Cambria Math" panose="02040503050406030204" pitchFamily="18" charset="0"/>
                        </a:rPr>
                        <m:t>)</m:t>
                      </m:r>
                    </m:oMath>
                  </m:oMathPara>
                </a14:m>
                <a:endParaRPr lang="en-GB" sz="1400" dirty="0"/>
              </a:p>
            </p:txBody>
          </p:sp>
        </mc:Choice>
        <mc:Fallback xmlns="">
          <p:sp>
            <p:nvSpPr>
              <p:cNvPr id="12" name="TextBox 11">
                <a:extLst>
                  <a:ext uri="{FF2B5EF4-FFF2-40B4-BE49-F238E27FC236}">
                    <a16:creationId xmlns:a16="http://schemas.microsoft.com/office/drawing/2014/main" id="{B2A5E6B8-FC76-66B3-0AA2-14A76D5A29C6}"/>
                  </a:ext>
                </a:extLst>
              </p:cNvPr>
              <p:cNvSpPr txBox="1">
                <a:spLocks noRot="1" noChangeAspect="1" noMove="1" noResize="1" noEditPoints="1" noAdjustHandles="1" noChangeArrowheads="1" noChangeShapeType="1" noTextEdit="1"/>
              </p:cNvSpPr>
              <p:nvPr/>
            </p:nvSpPr>
            <p:spPr>
              <a:xfrm>
                <a:off x="1602095" y="2760683"/>
                <a:ext cx="4572000" cy="501419"/>
              </a:xfrm>
              <a:prstGeom prst="rect">
                <a:avLst/>
              </a:prstGeom>
              <a:blipFill>
                <a:blip r:embed="rId7"/>
                <a:stretch>
                  <a:fillRect b="-243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80F007B-100C-66EA-326E-3A0C27567BC7}"/>
                  </a:ext>
                </a:extLst>
              </p:cNvPr>
              <p:cNvSpPr txBox="1"/>
              <p:nvPr/>
            </p:nvSpPr>
            <p:spPr>
              <a:xfrm>
                <a:off x="186596" y="3222631"/>
                <a:ext cx="5271229" cy="1261884"/>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pP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−1.43&gt;−1.645</m:t>
                    </m:r>
                    <m:r>
                      <a:rPr lang="en-GB" sz="1400" b="0" i="1" dirty="0" smtClean="0">
                        <a:latin typeface="Cambria Math" panose="02040503050406030204" pitchFamily="18" charset="0"/>
                        <a:ea typeface="Calibri" panose="020F0502020204030204" pitchFamily="34" charset="0"/>
                        <a:cs typeface="Calibri" panose="020F0502020204030204" pitchFamily="34" charset="0"/>
                      </a:rPr>
                      <m:t>: </m:t>
                    </m:r>
                  </m:oMath>
                </a14:m>
                <a:r>
                  <a:rPr lang="en-GB" sz="1400" dirty="0">
                    <a:latin typeface="Calibri" panose="020F0502020204030204" pitchFamily="34" charset="0"/>
                    <a:ea typeface="Calibri" panose="020F0502020204030204" pitchFamily="34" charset="0"/>
                    <a:cs typeface="Calibri" panose="020F0502020204030204" pitchFamily="34" charset="0"/>
                  </a:rPr>
                  <a:t>985 occurs in the main body of the distribution and not in the left tail. </a:t>
                </a:r>
              </a:p>
              <a:p>
                <a:pPr marL="285750" indent="-285750">
                  <a:spcBef>
                    <a:spcPts val="600"/>
                  </a:spcBef>
                  <a:spcAft>
                    <a:spcPts val="600"/>
                  </a:spcAft>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The evidence does not support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𝐻</m:t>
                    </m:r>
                  </m:oMath>
                </a14:m>
                <a:r>
                  <a:rPr lang="en-GB" sz="1400" dirty="0">
                    <a:latin typeface="Calibri" panose="020F0502020204030204" pitchFamily="34" charset="0"/>
                    <a:ea typeface="Calibri" panose="020F0502020204030204" pitchFamily="34" charset="0"/>
                    <a:cs typeface="Calibri" panose="020F0502020204030204" pitchFamily="34" charset="0"/>
                  </a:rPr>
                  <a:t>1.</a:t>
                </a:r>
              </a:p>
              <a:p>
                <a:pPr marL="285750" indent="-285750">
                  <a:spcBef>
                    <a:spcPts val="600"/>
                  </a:spcBef>
                  <a:spcAft>
                    <a:spcPts val="600"/>
                  </a:spcAft>
                  <a:buFont typeface="Arial" panose="020B0604020202020204" pitchFamily="34" charset="0"/>
                  <a:buChar char="•"/>
                </a:pP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𝐻</m:t>
                    </m:r>
                    <m:r>
                      <a:rPr lang="en-GB" sz="1400" i="1" dirty="0" smtClean="0">
                        <a:latin typeface="Cambria Math" panose="02040503050406030204" pitchFamily="18" charset="0"/>
                        <a:ea typeface="Calibri" panose="020F0502020204030204" pitchFamily="34" charset="0"/>
                        <a:cs typeface="Calibri" panose="020F0502020204030204" pitchFamily="34" charset="0"/>
                      </a:rPr>
                      <m:t>0</m:t>
                    </m:r>
                  </m:oMath>
                </a14:m>
                <a:r>
                  <a:rPr lang="en-GB" sz="1400" dirty="0">
                    <a:latin typeface="Calibri" panose="020F0502020204030204" pitchFamily="34" charset="0"/>
                    <a:ea typeface="Calibri" panose="020F0502020204030204" pitchFamily="34" charset="0"/>
                    <a:cs typeface="Calibri" panose="020F0502020204030204" pitchFamily="34" charset="0"/>
                  </a:rPr>
                  <a:t> is accepted</a:t>
                </a:r>
              </a:p>
            </p:txBody>
          </p:sp>
        </mc:Choice>
        <mc:Fallback xmlns="">
          <p:sp>
            <p:nvSpPr>
              <p:cNvPr id="14" name="TextBox 13">
                <a:extLst>
                  <a:ext uri="{FF2B5EF4-FFF2-40B4-BE49-F238E27FC236}">
                    <a16:creationId xmlns:a16="http://schemas.microsoft.com/office/drawing/2014/main" id="{480F007B-100C-66EA-326E-3A0C27567BC7}"/>
                  </a:ext>
                </a:extLst>
              </p:cNvPr>
              <p:cNvSpPr txBox="1">
                <a:spLocks noRot="1" noChangeAspect="1" noMove="1" noResize="1" noEditPoints="1" noAdjustHandles="1" noChangeArrowheads="1" noChangeShapeType="1" noTextEdit="1"/>
              </p:cNvSpPr>
              <p:nvPr/>
            </p:nvSpPr>
            <p:spPr>
              <a:xfrm>
                <a:off x="186596" y="3222631"/>
                <a:ext cx="5271229" cy="1261884"/>
              </a:xfrm>
              <a:prstGeom prst="rect">
                <a:avLst/>
              </a:prstGeom>
              <a:blipFill>
                <a:blip r:embed="rId8"/>
                <a:stretch>
                  <a:fillRect l="-231" t="-966" r="-463" b="-3865"/>
                </a:stretch>
              </a:blipFill>
            </p:spPr>
            <p:txBody>
              <a:bodyPr/>
              <a:lstStyle/>
              <a:p>
                <a:r>
                  <a:rPr lang="en-GB">
                    <a:noFill/>
                  </a:rPr>
                  <a:t> </a:t>
                </a:r>
              </a:p>
            </p:txBody>
          </p:sp>
        </mc:Fallback>
      </mc:AlternateContent>
      <p:sp>
        <p:nvSpPr>
          <p:cNvPr id="16" name="TextBox 15">
            <a:extLst>
              <a:ext uri="{FF2B5EF4-FFF2-40B4-BE49-F238E27FC236}">
                <a16:creationId xmlns:a16="http://schemas.microsoft.com/office/drawing/2014/main" id="{30D7853F-8BBD-69AC-D92D-17B5ADF0ED38}"/>
              </a:ext>
            </a:extLst>
          </p:cNvPr>
          <p:cNvSpPr txBox="1"/>
          <p:nvPr/>
        </p:nvSpPr>
        <p:spPr>
          <a:xfrm>
            <a:off x="4383247" y="4187469"/>
            <a:ext cx="4475445" cy="307777"/>
          </a:xfrm>
          <a:prstGeom prst="rect">
            <a:avLst/>
          </a:prstGeom>
          <a:noFill/>
        </p:spPr>
        <p:txBody>
          <a:bodyPr wrap="square">
            <a:spAutoFit/>
          </a:bodyPr>
          <a:lstStyle/>
          <a:p>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Note that this result does not prove that the claim is true. </a:t>
            </a:r>
          </a:p>
        </p:txBody>
      </p:sp>
      <mc:AlternateContent xmlns:mc="http://schemas.openxmlformats.org/markup-compatibility/2006" xmlns:p14="http://schemas.microsoft.com/office/powerpoint/2010/main">
        <mc:Choice Requires="p14">
          <p:contentPart p14:bwMode="auto" r:id="rId9">
            <p14:nvContentPartPr>
              <p14:cNvPr id="17" name="Ink 16">
                <a:extLst>
                  <a:ext uri="{FF2B5EF4-FFF2-40B4-BE49-F238E27FC236}">
                    <a16:creationId xmlns:a16="http://schemas.microsoft.com/office/drawing/2014/main" id="{5886DF17-693F-E9AF-A46D-1A9E23E3BF5B}"/>
                  </a:ext>
                </a:extLst>
              </p14:cNvPr>
              <p14:cNvContentPartPr/>
              <p14:nvPr/>
            </p14:nvContentPartPr>
            <p14:xfrm>
              <a:off x="6067080" y="2579040"/>
              <a:ext cx="2220840" cy="1360080"/>
            </p14:xfrm>
          </p:contentPart>
        </mc:Choice>
        <mc:Fallback xmlns="">
          <p:pic>
            <p:nvPicPr>
              <p:cNvPr id="17" name="Ink 16">
                <a:extLst>
                  <a:ext uri="{FF2B5EF4-FFF2-40B4-BE49-F238E27FC236}">
                    <a16:creationId xmlns:a16="http://schemas.microsoft.com/office/drawing/2014/main" id="{5886DF17-693F-E9AF-A46D-1A9E23E3BF5B}"/>
                  </a:ext>
                </a:extLst>
              </p:cNvPr>
              <p:cNvPicPr/>
              <p:nvPr/>
            </p:nvPicPr>
            <p:blipFill>
              <a:blip r:embed="rId10"/>
              <a:stretch>
                <a:fillRect/>
              </a:stretch>
            </p:blipFill>
            <p:spPr>
              <a:xfrm>
                <a:off x="6057720" y="2569680"/>
                <a:ext cx="2239560" cy="13788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 name="Ink 1">
                <a:extLst>
                  <a:ext uri="{FF2B5EF4-FFF2-40B4-BE49-F238E27FC236}">
                    <a16:creationId xmlns:a16="http://schemas.microsoft.com/office/drawing/2014/main" id="{F9D350EA-9F2D-6BF6-36F5-E5F7AA9E0D8A}"/>
                  </a:ext>
                </a:extLst>
              </p14:cNvPr>
              <p14:cNvContentPartPr/>
              <p14:nvPr/>
            </p14:nvContentPartPr>
            <p14:xfrm>
              <a:off x="6032520" y="3606120"/>
              <a:ext cx="2502360" cy="613080"/>
            </p14:xfrm>
          </p:contentPart>
        </mc:Choice>
        <mc:Fallback xmlns="">
          <p:pic>
            <p:nvPicPr>
              <p:cNvPr id="2" name="Ink 1">
                <a:extLst>
                  <a:ext uri="{FF2B5EF4-FFF2-40B4-BE49-F238E27FC236}">
                    <a16:creationId xmlns:a16="http://schemas.microsoft.com/office/drawing/2014/main" id="{F9D350EA-9F2D-6BF6-36F5-E5F7AA9E0D8A}"/>
                  </a:ext>
                </a:extLst>
              </p:cNvPr>
              <p:cNvPicPr/>
              <p:nvPr/>
            </p:nvPicPr>
            <p:blipFill>
              <a:blip r:embed="rId12"/>
              <a:stretch>
                <a:fillRect/>
              </a:stretch>
            </p:blipFill>
            <p:spPr>
              <a:xfrm>
                <a:off x="6023160" y="3596760"/>
                <a:ext cx="2521080" cy="631800"/>
              </a:xfrm>
              <a:prstGeom prst="rect">
                <a:avLst/>
              </a:prstGeom>
            </p:spPr>
          </p:pic>
        </mc:Fallback>
      </mc:AlternateContent>
    </p:spTree>
    <p:extLst>
      <p:ext uri="{BB962C8B-B14F-4D97-AF65-F5344CB8AC3E}">
        <p14:creationId xmlns:p14="http://schemas.microsoft.com/office/powerpoint/2010/main" val="1712640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Introduction – Statistical Hypothesis Interpretation</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pic>
        <p:nvPicPr>
          <p:cNvPr id="19" name="Picture 18">
            <a:extLst>
              <a:ext uri="{FF2B5EF4-FFF2-40B4-BE49-F238E27FC236}">
                <a16:creationId xmlns:a16="http://schemas.microsoft.com/office/drawing/2014/main" id="{D5756E30-44CC-1BEC-70FF-B3C3FA0F6884}"/>
              </a:ext>
            </a:extLst>
          </p:cNvPr>
          <p:cNvPicPr>
            <a:picLocks noChangeAspect="1"/>
          </p:cNvPicPr>
          <p:nvPr/>
        </p:nvPicPr>
        <p:blipFill>
          <a:blip r:embed="rId3"/>
          <a:stretch>
            <a:fillRect/>
          </a:stretch>
        </p:blipFill>
        <p:spPr>
          <a:xfrm>
            <a:off x="186597" y="829729"/>
            <a:ext cx="4230207" cy="1082356"/>
          </a:xfrm>
          <a:prstGeom prst="rect">
            <a:avLst/>
          </a:prstGeom>
        </p:spPr>
      </p:pic>
      <p:pic>
        <p:nvPicPr>
          <p:cNvPr id="21" name="Picture 20">
            <a:extLst>
              <a:ext uri="{FF2B5EF4-FFF2-40B4-BE49-F238E27FC236}">
                <a16:creationId xmlns:a16="http://schemas.microsoft.com/office/drawing/2014/main" id="{805CA0D8-954A-D7E7-AB20-5F166EF04FAD}"/>
              </a:ext>
            </a:extLst>
          </p:cNvPr>
          <p:cNvPicPr>
            <a:picLocks noChangeAspect="1"/>
          </p:cNvPicPr>
          <p:nvPr/>
        </p:nvPicPr>
        <p:blipFill>
          <a:blip r:embed="rId4"/>
          <a:stretch>
            <a:fillRect/>
          </a:stretch>
        </p:blipFill>
        <p:spPr>
          <a:xfrm>
            <a:off x="132853" y="1996526"/>
            <a:ext cx="4502064" cy="1105683"/>
          </a:xfrm>
          <a:prstGeom prst="rect">
            <a:avLst/>
          </a:prstGeom>
        </p:spPr>
      </p:pic>
      <p:pic>
        <p:nvPicPr>
          <p:cNvPr id="23" name="Picture 22">
            <a:extLst>
              <a:ext uri="{FF2B5EF4-FFF2-40B4-BE49-F238E27FC236}">
                <a16:creationId xmlns:a16="http://schemas.microsoft.com/office/drawing/2014/main" id="{C8F66650-14A6-5584-4D89-FF75A961F2BB}"/>
              </a:ext>
            </a:extLst>
          </p:cNvPr>
          <p:cNvPicPr>
            <a:picLocks noChangeAspect="1"/>
          </p:cNvPicPr>
          <p:nvPr/>
        </p:nvPicPr>
        <p:blipFill>
          <a:blip r:embed="rId5"/>
          <a:stretch>
            <a:fillRect/>
          </a:stretch>
        </p:blipFill>
        <p:spPr>
          <a:xfrm>
            <a:off x="132853" y="3188280"/>
            <a:ext cx="4444214" cy="1169799"/>
          </a:xfrm>
          <a:prstGeom prst="rect">
            <a:avLst/>
          </a:prstGeom>
        </p:spPr>
      </p:pic>
      <p:pic>
        <p:nvPicPr>
          <p:cNvPr id="25" name="Picture 24">
            <a:extLst>
              <a:ext uri="{FF2B5EF4-FFF2-40B4-BE49-F238E27FC236}">
                <a16:creationId xmlns:a16="http://schemas.microsoft.com/office/drawing/2014/main" id="{817AFCEA-B34A-170B-BA73-F4DFBD5E2E1B}"/>
              </a:ext>
            </a:extLst>
          </p:cNvPr>
          <p:cNvPicPr>
            <a:picLocks noChangeAspect="1"/>
          </p:cNvPicPr>
          <p:nvPr/>
        </p:nvPicPr>
        <p:blipFill>
          <a:blip r:embed="rId6"/>
          <a:stretch>
            <a:fillRect/>
          </a:stretch>
        </p:blipFill>
        <p:spPr>
          <a:xfrm>
            <a:off x="4522644" y="1708445"/>
            <a:ext cx="4204608" cy="1681843"/>
          </a:xfrm>
          <a:prstGeom prst="rect">
            <a:avLst/>
          </a:prstGeom>
        </p:spPr>
      </p:pic>
      <p:grpSp>
        <p:nvGrpSpPr>
          <p:cNvPr id="2" name="Group 1">
            <a:extLst>
              <a:ext uri="{FF2B5EF4-FFF2-40B4-BE49-F238E27FC236}">
                <a16:creationId xmlns:a16="http://schemas.microsoft.com/office/drawing/2014/main" id="{64859318-F146-D750-1C1C-0D3C64F64193}"/>
              </a:ext>
            </a:extLst>
          </p:cNvPr>
          <p:cNvGrpSpPr/>
          <p:nvPr/>
        </p:nvGrpSpPr>
        <p:grpSpPr>
          <a:xfrm>
            <a:off x="6386400" y="1326960"/>
            <a:ext cx="2410200" cy="2463480"/>
            <a:chOff x="6386400" y="1326960"/>
            <a:chExt cx="2410200" cy="2463480"/>
          </a:xfrm>
        </p:grpSpPr>
        <mc:AlternateContent xmlns:mc="http://schemas.openxmlformats.org/markup-compatibility/2006" xmlns:p14="http://schemas.microsoft.com/office/powerpoint/2010/main">
          <mc:Choice Requires="p14">
            <p:contentPart p14:bwMode="auto" r:id="rId7">
              <p14:nvContentPartPr>
                <p14:cNvPr id="26" name="Ink 25">
                  <a:extLst>
                    <a:ext uri="{FF2B5EF4-FFF2-40B4-BE49-F238E27FC236}">
                      <a16:creationId xmlns:a16="http://schemas.microsoft.com/office/drawing/2014/main" id="{949974F3-2B30-6615-E951-6755EAE1259B}"/>
                    </a:ext>
                  </a:extLst>
                </p14:cNvPr>
                <p14:cNvContentPartPr/>
                <p14:nvPr/>
              </p14:nvContentPartPr>
              <p14:xfrm>
                <a:off x="6536160" y="1326960"/>
                <a:ext cx="2260440" cy="2463480"/>
              </p14:xfrm>
            </p:contentPart>
          </mc:Choice>
          <mc:Fallback xmlns="">
            <p:pic>
              <p:nvPicPr>
                <p:cNvPr id="26" name="Ink 25">
                  <a:extLst>
                    <a:ext uri="{FF2B5EF4-FFF2-40B4-BE49-F238E27FC236}">
                      <a16:creationId xmlns:a16="http://schemas.microsoft.com/office/drawing/2014/main" id="{949974F3-2B30-6615-E951-6755EAE1259B}"/>
                    </a:ext>
                  </a:extLst>
                </p:cNvPr>
                <p:cNvPicPr/>
                <p:nvPr/>
              </p:nvPicPr>
              <p:blipFill>
                <a:blip r:embed="rId8"/>
                <a:stretch>
                  <a:fillRect/>
                </a:stretch>
              </p:blipFill>
              <p:spPr>
                <a:xfrm>
                  <a:off x="6526800" y="1317600"/>
                  <a:ext cx="2279160" cy="2482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9" name="Ink 28">
                  <a:extLst>
                    <a:ext uri="{FF2B5EF4-FFF2-40B4-BE49-F238E27FC236}">
                      <a16:creationId xmlns:a16="http://schemas.microsoft.com/office/drawing/2014/main" id="{69E93CD9-D5EE-6A37-4434-01B284B69608}"/>
                    </a:ext>
                  </a:extLst>
                </p14:cNvPr>
                <p14:cNvContentPartPr/>
                <p14:nvPr/>
              </p14:nvContentPartPr>
              <p14:xfrm>
                <a:off x="6386400" y="2836080"/>
                <a:ext cx="320040" cy="392040"/>
              </p14:xfrm>
            </p:contentPart>
          </mc:Choice>
          <mc:Fallback xmlns="">
            <p:pic>
              <p:nvPicPr>
                <p:cNvPr id="29" name="Ink 28">
                  <a:extLst>
                    <a:ext uri="{FF2B5EF4-FFF2-40B4-BE49-F238E27FC236}">
                      <a16:creationId xmlns:a16="http://schemas.microsoft.com/office/drawing/2014/main" id="{69E93CD9-D5EE-6A37-4434-01B284B69608}"/>
                    </a:ext>
                  </a:extLst>
                </p:cNvPr>
                <p:cNvPicPr/>
                <p:nvPr/>
              </p:nvPicPr>
              <p:blipFill>
                <a:blip r:embed="rId10"/>
                <a:stretch>
                  <a:fillRect/>
                </a:stretch>
              </p:blipFill>
              <p:spPr>
                <a:xfrm>
                  <a:off x="6377040" y="2826720"/>
                  <a:ext cx="338760" cy="410760"/>
                </a:xfrm>
                <a:prstGeom prst="rect">
                  <a:avLst/>
                </a:prstGeom>
              </p:spPr>
            </p:pic>
          </mc:Fallback>
        </mc:AlternateContent>
      </p:grpSp>
    </p:spTree>
    <p:extLst>
      <p:ext uri="{BB962C8B-B14F-4D97-AF65-F5344CB8AC3E}">
        <p14:creationId xmlns:p14="http://schemas.microsoft.com/office/powerpoint/2010/main" val="622677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Introduction – Statistical Hypothesis Interpretation</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C3341D5-0A59-130F-E320-BD711EA62A9F}"/>
                  </a:ext>
                </a:extLst>
              </p:cNvPr>
              <p:cNvSpPr txBox="1"/>
              <p:nvPr/>
            </p:nvSpPr>
            <p:spPr>
              <a:xfrm>
                <a:off x="186596" y="737105"/>
                <a:ext cx="8672097" cy="2569934"/>
              </a:xfrm>
              <a:prstGeom prst="rect">
                <a:avLst/>
              </a:prstGeom>
              <a:noFill/>
            </p:spPr>
            <p:txBody>
              <a:bodyPr wrap="square">
                <a:spAutoFit/>
              </a:bodyPr>
              <a:lstStyle/>
              <a:p>
                <a:pPr algn="just">
                  <a:spcBef>
                    <a:spcPts val="600"/>
                  </a:spcBef>
                  <a:spcAft>
                    <a:spcPts val="600"/>
                  </a:spcAft>
                </a:pPr>
                <a:r>
                  <a:rPr lang="en-GB" sz="1400" dirty="0">
                    <a:latin typeface="Calibri" panose="020F0502020204030204" pitchFamily="34" charset="0"/>
                    <a:ea typeface="Calibri" panose="020F0502020204030204" pitchFamily="34" charset="0"/>
                    <a:cs typeface="Calibri" panose="020F0502020204030204" pitchFamily="34" charset="0"/>
                  </a:rPr>
                  <a:t>There are </a:t>
                </a: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two</a:t>
                </a:r>
                <a:r>
                  <a:rPr lang="en-GB" sz="1400" dirty="0">
                    <a:latin typeface="Calibri" panose="020F0502020204030204" pitchFamily="34" charset="0"/>
                    <a:ea typeface="Calibri" panose="020F0502020204030204" pitchFamily="34" charset="0"/>
                    <a:cs typeface="Calibri" panose="020F0502020204030204" pitchFamily="34" charset="0"/>
                  </a:rPr>
                  <a:t> common forms that a result from a statistical hypothesis test may take, and they must be interpreted in different ways. They are the </a:t>
                </a:r>
                <a:r>
                  <a:rPr lang="en-GB" sz="1400" b="1" dirty="0">
                    <a:latin typeface="Calibri" panose="020F0502020204030204" pitchFamily="34" charset="0"/>
                    <a:ea typeface="Calibri" panose="020F0502020204030204" pitchFamily="34" charset="0"/>
                    <a:cs typeface="Calibri" panose="020F0502020204030204" pitchFamily="34" charset="0"/>
                  </a:rPr>
                  <a:t>p-value</a:t>
                </a:r>
                <a:r>
                  <a:rPr lang="en-GB" sz="1400" dirty="0">
                    <a:latin typeface="Calibri" panose="020F0502020204030204" pitchFamily="34" charset="0"/>
                    <a:ea typeface="Calibri" panose="020F0502020204030204" pitchFamily="34" charset="0"/>
                    <a:cs typeface="Calibri" panose="020F0502020204030204" pitchFamily="34" charset="0"/>
                  </a:rPr>
                  <a:t> and </a:t>
                </a:r>
                <a:r>
                  <a:rPr lang="en-GB" sz="1400" b="1" dirty="0">
                    <a:latin typeface="Calibri" panose="020F0502020204030204" pitchFamily="34" charset="0"/>
                    <a:ea typeface="Calibri" panose="020F0502020204030204" pitchFamily="34" charset="0"/>
                    <a:cs typeface="Calibri" panose="020F0502020204030204" pitchFamily="34" charset="0"/>
                  </a:rPr>
                  <a:t>critical values</a:t>
                </a:r>
                <a:r>
                  <a:rPr lang="en-GB" sz="1400" dirty="0">
                    <a:latin typeface="Calibri" panose="020F0502020204030204" pitchFamily="34" charset="0"/>
                    <a:ea typeface="Calibri" panose="020F0502020204030204" pitchFamily="34" charset="0"/>
                    <a:cs typeface="Calibri" panose="020F0502020204030204" pitchFamily="34" charset="0"/>
                  </a:rPr>
                  <a:t>.</a:t>
                </a:r>
              </a:p>
              <a:p>
                <a:pPr marL="285750" indent="-285750" algn="just">
                  <a:spcBef>
                    <a:spcPts val="600"/>
                  </a:spcBef>
                  <a:spcAft>
                    <a:spcPts val="600"/>
                  </a:spcAft>
                  <a:buFont typeface="Arial" panose="020B0604020202020204" pitchFamily="34" charset="0"/>
                  <a:buChar char="•"/>
                </a:pPr>
                <a:r>
                  <a:rPr lang="en-GB" sz="1400" b="1" dirty="0">
                    <a:latin typeface="Calibri" panose="020F0502020204030204" pitchFamily="34" charset="0"/>
                    <a:ea typeface="Calibri" panose="020F0502020204030204" pitchFamily="34" charset="0"/>
                    <a:cs typeface="Calibri" panose="020F0502020204030204" pitchFamily="34" charset="0"/>
                  </a:rPr>
                  <a:t>Interpret the p-value: </a:t>
                </a:r>
                <a:r>
                  <a:rPr lang="en-GB" sz="1400" dirty="0">
                    <a:latin typeface="Calibri" panose="020F0502020204030204" pitchFamily="34" charset="0"/>
                    <a:ea typeface="Calibri" panose="020F0502020204030204" pitchFamily="34" charset="0"/>
                    <a:cs typeface="Calibri" panose="020F0502020204030204" pitchFamily="34" charset="0"/>
                  </a:rPr>
                  <a:t>a statistical hypothesis test may return a value called </a:t>
                </a:r>
                <a:r>
                  <a:rPr lang="en-GB" sz="1400" b="1" dirty="0">
                    <a:latin typeface="Calibri" panose="020F0502020204030204" pitchFamily="34" charset="0"/>
                    <a:ea typeface="Calibri" panose="020F0502020204030204" pitchFamily="34" charset="0"/>
                    <a:cs typeface="Calibri" panose="020F0502020204030204" pitchFamily="34" charset="0"/>
                  </a:rPr>
                  <a:t>p</a:t>
                </a:r>
                <a:r>
                  <a:rPr lang="en-GB" sz="1400" dirty="0">
                    <a:latin typeface="Calibri" panose="020F0502020204030204" pitchFamily="34" charset="0"/>
                    <a:ea typeface="Calibri" panose="020F0502020204030204" pitchFamily="34" charset="0"/>
                    <a:cs typeface="Calibri" panose="020F0502020204030204" pitchFamily="34" charset="0"/>
                  </a:rPr>
                  <a:t> or the </a:t>
                </a:r>
                <a:r>
                  <a:rPr lang="en-GB" sz="1400" b="1" dirty="0">
                    <a:latin typeface="Calibri" panose="020F0502020204030204" pitchFamily="34" charset="0"/>
                    <a:ea typeface="Calibri" panose="020F0502020204030204" pitchFamily="34" charset="0"/>
                    <a:cs typeface="Calibri" panose="020F0502020204030204" pitchFamily="34" charset="0"/>
                  </a:rPr>
                  <a:t>p-value</a:t>
                </a:r>
                <a:r>
                  <a:rPr lang="en-GB" sz="1400" dirty="0">
                    <a:latin typeface="Calibri" panose="020F0502020204030204" pitchFamily="34" charset="0"/>
                    <a:ea typeface="Calibri" panose="020F0502020204030204" pitchFamily="34" charset="0"/>
                    <a:cs typeface="Calibri" panose="020F0502020204030204" pitchFamily="34" charset="0"/>
                  </a:rPr>
                  <a:t>. This is a quantity that we can use to interpret or quantify the result of the test and either </a:t>
                </a:r>
                <a:r>
                  <a:rPr lang="en-GB" sz="1400" i="1" dirty="0">
                    <a:solidFill>
                      <a:srgbClr val="FF0000"/>
                    </a:solidFill>
                    <a:latin typeface="Calibri" panose="020F0502020204030204" pitchFamily="34" charset="0"/>
                    <a:ea typeface="Calibri" panose="020F0502020204030204" pitchFamily="34" charset="0"/>
                    <a:cs typeface="Calibri" panose="020F0502020204030204" pitchFamily="34" charset="0"/>
                  </a:rPr>
                  <a:t>reject</a:t>
                </a:r>
                <a:r>
                  <a:rPr lang="en-GB" sz="1400" dirty="0">
                    <a:latin typeface="Calibri" panose="020F0502020204030204" pitchFamily="34" charset="0"/>
                    <a:ea typeface="Calibri" panose="020F0502020204030204" pitchFamily="34" charset="0"/>
                    <a:cs typeface="Calibri" panose="020F0502020204030204" pitchFamily="34" charset="0"/>
                  </a:rPr>
                  <a:t> or </a:t>
                </a:r>
                <a:r>
                  <a:rPr lang="en-GB" sz="1400" i="1" dirty="0">
                    <a:solidFill>
                      <a:srgbClr val="FF0000"/>
                    </a:solidFill>
                    <a:latin typeface="Calibri" panose="020F0502020204030204" pitchFamily="34" charset="0"/>
                    <a:ea typeface="Calibri" panose="020F0502020204030204" pitchFamily="34" charset="0"/>
                    <a:cs typeface="Calibri" panose="020F0502020204030204" pitchFamily="34" charset="0"/>
                  </a:rPr>
                  <a:t>fail to reject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𝐻</m:t>
                    </m:r>
                    <m:r>
                      <a:rPr lang="en-GB" sz="1400" i="1" dirty="0" smtClean="0">
                        <a:latin typeface="Cambria Math" panose="02040503050406030204" pitchFamily="18" charset="0"/>
                        <a:ea typeface="Calibri" panose="020F0502020204030204" pitchFamily="34" charset="0"/>
                        <a:cs typeface="Calibri" panose="020F0502020204030204" pitchFamily="34" charset="0"/>
                      </a:rPr>
                      <m:t>0</m:t>
                    </m:r>
                  </m:oMath>
                </a14:m>
                <a:r>
                  <a:rPr lang="en-GB" sz="1400" dirty="0">
                    <a:latin typeface="Calibri" panose="020F0502020204030204" pitchFamily="34" charset="0"/>
                    <a:ea typeface="Calibri" panose="020F0502020204030204" pitchFamily="34" charset="0"/>
                    <a:cs typeface="Calibri" panose="020F0502020204030204" pitchFamily="34" charset="0"/>
                  </a:rPr>
                  <a:t>. This is done by comparing the p-value to a threshold value chosen beforehand called </a:t>
                </a:r>
                <a:r>
                  <a:rPr lang="en-GB" sz="1400" b="1" dirty="0">
                    <a:latin typeface="Calibri" panose="020F0502020204030204" pitchFamily="34" charset="0"/>
                    <a:ea typeface="Calibri" panose="020F0502020204030204" pitchFamily="34" charset="0"/>
                    <a:cs typeface="Calibri" panose="020F0502020204030204" pitchFamily="34" charset="0"/>
                  </a:rPr>
                  <a:t>the significance level</a:t>
                </a:r>
                <a:r>
                  <a:rPr lang="en-GB" sz="1400" dirty="0">
                    <a:latin typeface="Calibri" panose="020F0502020204030204" pitchFamily="34" charset="0"/>
                    <a:ea typeface="Calibri" panose="020F0502020204030204" pitchFamily="34" charset="0"/>
                    <a:cs typeface="Calibri" panose="020F0502020204030204" pitchFamily="34" charset="0"/>
                  </a:rPr>
                  <a:t>, often referred to by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𝑎𝑙𝑝h𝑎</m:t>
                    </m:r>
                    <m:r>
                      <a:rPr lang="en-GB" sz="1400" i="1" dirty="0" smtClean="0">
                        <a:latin typeface="Cambria Math" panose="02040503050406030204" pitchFamily="18" charset="0"/>
                        <a:ea typeface="Calibri" panose="020F0502020204030204" pitchFamily="34" charset="0"/>
                        <a:cs typeface="Calibri" panose="020F0502020204030204" pitchFamily="34" charset="0"/>
                      </a:rPr>
                      <m:t> (</m:t>
                    </m:r>
                    <m:r>
                      <a:rPr lang="en-GB" sz="1400" i="1" dirty="0" smtClean="0">
                        <a:latin typeface="Cambria Math" panose="02040503050406030204" pitchFamily="18" charset="0"/>
                        <a:ea typeface="Cambria Math" panose="02040503050406030204" pitchFamily="18" charset="0"/>
                        <a:cs typeface="Calibri" panose="020F0502020204030204" pitchFamily="34" charset="0"/>
                      </a:rPr>
                      <m:t>𝛼</m:t>
                    </m:r>
                    <m:r>
                      <a:rPr lang="en-GB" sz="1400" b="0" i="1" dirty="0" smtClean="0">
                        <a:latin typeface="Cambria Math" panose="02040503050406030204" pitchFamily="18" charset="0"/>
                        <a:ea typeface="Cambria Math" panose="02040503050406030204" pitchFamily="18" charset="0"/>
                        <a:cs typeface="Calibri" panose="020F0502020204030204" pitchFamily="34" charset="0"/>
                      </a:rPr>
                      <m:t>)</m:t>
                    </m:r>
                  </m:oMath>
                </a14:m>
                <a:r>
                  <a:rPr lang="en-GB" sz="1400" dirty="0">
                    <a:latin typeface="Calibri" panose="020F0502020204030204" pitchFamily="34" charset="0"/>
                    <a:ea typeface="Calibri" panose="020F0502020204030204" pitchFamily="34" charset="0"/>
                    <a:cs typeface="Calibri" panose="020F0502020204030204" pitchFamily="34" charset="0"/>
                  </a:rPr>
                  <a:t>. A result is statistically significant when </a:t>
                </a:r>
              </a:p>
              <a:p>
                <a:pPr marL="269875" algn="just">
                  <a:spcBef>
                    <a:spcPts val="600"/>
                  </a:spcBef>
                  <a:spcAft>
                    <a:spcPts val="600"/>
                  </a:spcAft>
                </a:pPr>
                <a14:m>
                  <m:oMath xmlns:m="http://schemas.openxmlformats.org/officeDocument/2006/math">
                    <m:r>
                      <a:rPr lang="en-GB" sz="1400" i="1" dirty="0" smtClean="0">
                        <a:solidFill>
                          <a:srgbClr val="FF0000"/>
                        </a:solidFill>
                        <a:latin typeface="Cambria Math" panose="02040503050406030204" pitchFamily="18" charset="0"/>
                        <a:ea typeface="Calibri" panose="020F0502020204030204" pitchFamily="34" charset="0"/>
                        <a:cs typeface="Calibri" panose="020F0502020204030204" pitchFamily="34" charset="0"/>
                      </a:rPr>
                      <m:t>𝑝</m:t>
                    </m:r>
                    <m:r>
                      <a:rPr lang="en-GB" sz="1400" i="1" dirty="0" smtClean="0">
                        <a:solidFill>
                          <a:srgbClr val="FF0000"/>
                        </a:solidFill>
                        <a:latin typeface="Cambria Math" panose="02040503050406030204" pitchFamily="18" charset="0"/>
                        <a:ea typeface="Calibri" panose="020F0502020204030204" pitchFamily="34" charset="0"/>
                        <a:cs typeface="Calibri" panose="020F0502020204030204" pitchFamily="34" charset="0"/>
                      </a:rPr>
                      <m:t>−</m:t>
                    </m:r>
                    <m:r>
                      <a:rPr lang="en-GB" sz="1400" i="1" dirty="0" smtClean="0">
                        <a:solidFill>
                          <a:srgbClr val="FF0000"/>
                        </a:solidFill>
                        <a:latin typeface="Cambria Math" panose="02040503050406030204" pitchFamily="18" charset="0"/>
                        <a:ea typeface="Calibri" panose="020F0502020204030204" pitchFamily="34" charset="0"/>
                        <a:cs typeface="Calibri" panose="020F0502020204030204" pitchFamily="34" charset="0"/>
                      </a:rPr>
                      <m:t>𝑣𝑎𝑙𝑢𝑒</m:t>
                    </m:r>
                    <m:r>
                      <a:rPr lang="en-GB" sz="1400" i="1" dirty="0" smtClean="0">
                        <a:solidFill>
                          <a:srgbClr val="FF0000"/>
                        </a:solidFill>
                        <a:latin typeface="Cambria Math" panose="02040503050406030204" pitchFamily="18" charset="0"/>
                        <a:ea typeface="Calibri" panose="020F0502020204030204" pitchFamily="34" charset="0"/>
                        <a:cs typeface="Calibri" panose="020F0502020204030204" pitchFamily="34" charset="0"/>
                      </a:rPr>
                      <m:t>≤</m:t>
                    </m:r>
                    <m:r>
                      <a:rPr lang="en-GB" sz="1400" i="1" dirty="0" smtClean="0">
                        <a:solidFill>
                          <a:srgbClr val="FF0000"/>
                        </a:solidFill>
                        <a:latin typeface="Cambria Math" panose="02040503050406030204" pitchFamily="18" charset="0"/>
                        <a:ea typeface="Calibri" panose="020F0502020204030204" pitchFamily="34" charset="0"/>
                        <a:cs typeface="Calibri" panose="020F0502020204030204" pitchFamily="34" charset="0"/>
                      </a:rPr>
                      <m:t>𝑎𝑙𝑝h𝑎</m:t>
                    </m:r>
                  </m:oMath>
                </a14:m>
                <a:r>
                  <a:rPr lang="en-GB" sz="1400" dirty="0">
                    <a:solidFill>
                      <a:srgbClr val="FF0000"/>
                    </a:solidFill>
                    <a:latin typeface="Calibri" panose="020F0502020204030204" pitchFamily="34" charset="0"/>
                    <a:ea typeface="Calibri" panose="020F0502020204030204" pitchFamily="34" charset="0"/>
                    <a:cs typeface="Calibri" panose="020F0502020204030204" pitchFamily="34" charset="0"/>
                  </a:rPr>
                  <a:t>: significant result, reject </a:t>
                </a:r>
                <a14:m>
                  <m:oMath xmlns:m="http://schemas.openxmlformats.org/officeDocument/2006/math">
                    <m:r>
                      <a:rPr lang="en-GB" sz="1400" i="1" dirty="0" smtClean="0">
                        <a:solidFill>
                          <a:srgbClr val="FF0000"/>
                        </a:solidFill>
                        <a:latin typeface="Cambria Math" panose="02040503050406030204" pitchFamily="18" charset="0"/>
                        <a:ea typeface="Calibri" panose="020F0502020204030204" pitchFamily="34" charset="0"/>
                        <a:cs typeface="Calibri" panose="020F0502020204030204" pitchFamily="34" charset="0"/>
                      </a:rPr>
                      <m:t>𝐻</m:t>
                    </m:r>
                    <m:r>
                      <a:rPr lang="en-GB" sz="1400" i="1" dirty="0" smtClean="0">
                        <a:solidFill>
                          <a:srgbClr val="FF0000"/>
                        </a:solidFill>
                        <a:latin typeface="Cambria Math" panose="02040503050406030204" pitchFamily="18" charset="0"/>
                        <a:ea typeface="Calibri" panose="020F0502020204030204" pitchFamily="34" charset="0"/>
                        <a:cs typeface="Calibri" panose="020F0502020204030204" pitchFamily="34" charset="0"/>
                      </a:rPr>
                      <m:t>0</m:t>
                    </m:r>
                  </m:oMath>
                </a14:m>
                <a:r>
                  <a:rPr lang="en-GB" sz="1400" dirty="0">
                    <a:solidFill>
                      <a:srgbClr val="FF0000"/>
                    </a:solidFill>
                    <a:latin typeface="Calibri" panose="020F0502020204030204" pitchFamily="34" charset="0"/>
                    <a:ea typeface="Calibri" panose="020F0502020204030204" pitchFamily="34" charset="0"/>
                    <a:cs typeface="Calibri" panose="020F0502020204030204" pitchFamily="34" charset="0"/>
                  </a:rPr>
                  <a:t> </a:t>
                </a:r>
              </a:p>
              <a:p>
                <a:pPr marL="269875" algn="just">
                  <a:spcBef>
                    <a:spcPts val="600"/>
                  </a:spcBef>
                  <a:spcAft>
                    <a:spcPts val="600"/>
                  </a:spcAft>
                </a:pPr>
                <a14:m>
                  <m:oMath xmlns:m="http://schemas.openxmlformats.org/officeDocument/2006/math">
                    <m:r>
                      <a:rPr lang="en-GB" sz="1400" i="1" dirty="0" smtClean="0">
                        <a:solidFill>
                          <a:srgbClr val="FF0000"/>
                        </a:solidFill>
                        <a:latin typeface="Cambria Math" panose="02040503050406030204" pitchFamily="18" charset="0"/>
                        <a:ea typeface="Calibri" panose="020F0502020204030204" pitchFamily="34" charset="0"/>
                        <a:cs typeface="Calibri" panose="020F0502020204030204" pitchFamily="34" charset="0"/>
                      </a:rPr>
                      <m:t>𝑝</m:t>
                    </m:r>
                    <m:r>
                      <a:rPr lang="en-GB" sz="1400" i="1" dirty="0" smtClean="0">
                        <a:solidFill>
                          <a:srgbClr val="FF0000"/>
                        </a:solidFill>
                        <a:latin typeface="Cambria Math" panose="02040503050406030204" pitchFamily="18" charset="0"/>
                        <a:ea typeface="Calibri" panose="020F0502020204030204" pitchFamily="34" charset="0"/>
                        <a:cs typeface="Calibri" panose="020F0502020204030204" pitchFamily="34" charset="0"/>
                      </a:rPr>
                      <m:t>−</m:t>
                    </m:r>
                    <m:r>
                      <a:rPr lang="en-GB" sz="1400" i="1" dirty="0" smtClean="0">
                        <a:solidFill>
                          <a:srgbClr val="FF0000"/>
                        </a:solidFill>
                        <a:latin typeface="Cambria Math" panose="02040503050406030204" pitchFamily="18" charset="0"/>
                        <a:ea typeface="Calibri" panose="020F0502020204030204" pitchFamily="34" charset="0"/>
                        <a:cs typeface="Calibri" panose="020F0502020204030204" pitchFamily="34" charset="0"/>
                      </a:rPr>
                      <m:t>𝑣𝑎𝑙𝑢𝑒</m:t>
                    </m:r>
                    <m:r>
                      <a:rPr lang="en-GB" sz="1400" i="1" dirty="0" smtClean="0">
                        <a:solidFill>
                          <a:srgbClr val="FF0000"/>
                        </a:solidFill>
                        <a:latin typeface="Cambria Math" panose="02040503050406030204" pitchFamily="18" charset="0"/>
                        <a:ea typeface="Calibri" panose="020F0502020204030204" pitchFamily="34" charset="0"/>
                        <a:cs typeface="Calibri" panose="020F0502020204030204" pitchFamily="34" charset="0"/>
                      </a:rPr>
                      <m:t>&gt;</m:t>
                    </m:r>
                    <m:r>
                      <a:rPr lang="en-GB" sz="1400" i="1" dirty="0" smtClean="0">
                        <a:solidFill>
                          <a:srgbClr val="FF0000"/>
                        </a:solidFill>
                        <a:latin typeface="Cambria Math" panose="02040503050406030204" pitchFamily="18" charset="0"/>
                        <a:ea typeface="Calibri" panose="020F0502020204030204" pitchFamily="34" charset="0"/>
                        <a:cs typeface="Calibri" panose="020F0502020204030204" pitchFamily="34" charset="0"/>
                      </a:rPr>
                      <m:t>𝑎𝑙𝑝h𝑎</m:t>
                    </m:r>
                  </m:oMath>
                </a14:m>
                <a:r>
                  <a:rPr lang="en-GB" sz="1400" dirty="0">
                    <a:solidFill>
                      <a:srgbClr val="FF0000"/>
                    </a:solidFill>
                    <a:latin typeface="Calibri" panose="020F0502020204030204" pitchFamily="34" charset="0"/>
                    <a:ea typeface="Calibri" panose="020F0502020204030204" pitchFamily="34" charset="0"/>
                    <a:cs typeface="Calibri" panose="020F0502020204030204" pitchFamily="34" charset="0"/>
                  </a:rPr>
                  <a:t>: not significant result, fail to reject </a:t>
                </a:r>
                <a14:m>
                  <m:oMath xmlns:m="http://schemas.openxmlformats.org/officeDocument/2006/math">
                    <m:r>
                      <a:rPr lang="en-GB" sz="1400" i="1" dirty="0" smtClean="0">
                        <a:solidFill>
                          <a:srgbClr val="FF0000"/>
                        </a:solidFill>
                        <a:latin typeface="Cambria Math" panose="02040503050406030204" pitchFamily="18" charset="0"/>
                        <a:ea typeface="Calibri" panose="020F0502020204030204" pitchFamily="34" charset="0"/>
                        <a:cs typeface="Calibri" panose="020F0502020204030204" pitchFamily="34" charset="0"/>
                      </a:rPr>
                      <m:t>𝐻</m:t>
                    </m:r>
                    <m:r>
                      <a:rPr lang="en-GB" sz="1400" i="1" dirty="0" smtClean="0">
                        <a:solidFill>
                          <a:srgbClr val="FF0000"/>
                        </a:solidFill>
                        <a:latin typeface="Cambria Math" panose="02040503050406030204" pitchFamily="18" charset="0"/>
                        <a:ea typeface="Calibri" panose="020F0502020204030204" pitchFamily="34" charset="0"/>
                        <a:cs typeface="Calibri" panose="020F0502020204030204" pitchFamily="34" charset="0"/>
                      </a:rPr>
                      <m:t>0</m:t>
                    </m:r>
                  </m:oMath>
                </a14:m>
                <a:endParaRPr lang="en-GB" sz="140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algn="just"/>
                <a:endParaRPr lang="en-GB" sz="14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1" name="TextBox 30">
                <a:extLst>
                  <a:ext uri="{FF2B5EF4-FFF2-40B4-BE49-F238E27FC236}">
                    <a16:creationId xmlns:a16="http://schemas.microsoft.com/office/drawing/2014/main" id="{1C3341D5-0A59-130F-E320-BD711EA62A9F}"/>
                  </a:ext>
                </a:extLst>
              </p:cNvPr>
              <p:cNvSpPr txBox="1">
                <a:spLocks noRot="1" noChangeAspect="1" noMove="1" noResize="1" noEditPoints="1" noAdjustHandles="1" noChangeArrowheads="1" noChangeShapeType="1" noTextEdit="1"/>
              </p:cNvSpPr>
              <p:nvPr/>
            </p:nvSpPr>
            <p:spPr>
              <a:xfrm>
                <a:off x="186596" y="737105"/>
                <a:ext cx="8672097" cy="2569934"/>
              </a:xfrm>
              <a:prstGeom prst="rect">
                <a:avLst/>
              </a:prstGeom>
              <a:blipFill>
                <a:blip r:embed="rId3"/>
                <a:stretch>
                  <a:fillRect l="-211" t="-475" r="-2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6AA354C2-25DE-A9F6-81F4-E77F6ED2420E}"/>
                  </a:ext>
                </a:extLst>
              </p:cNvPr>
              <p:cNvSpPr txBox="1"/>
              <p:nvPr/>
            </p:nvSpPr>
            <p:spPr>
              <a:xfrm>
                <a:off x="235952" y="3220349"/>
                <a:ext cx="8672096" cy="307777"/>
              </a:xfrm>
              <a:prstGeom prst="rect">
                <a:avLst/>
              </a:prstGeom>
              <a:noFill/>
            </p:spPr>
            <p:txBody>
              <a:bodyPr wrap="square">
                <a:spAutoFit/>
              </a:bodyPr>
              <a:lstStyle/>
              <a:p>
                <a:pPr algn="ctr"/>
                <a:r>
                  <a:rPr lang="en-GB" sz="1400" dirty="0">
                    <a:solidFill>
                      <a:srgbClr val="1C3D74"/>
                    </a:solidFill>
                    <a:latin typeface="Calibri" panose="020F0502020204030204" pitchFamily="34" charset="0"/>
                    <a:ea typeface="Calibri" panose="020F0502020204030204" pitchFamily="34" charset="0"/>
                    <a:cs typeface="Calibri" panose="020F0502020204030204" pitchFamily="34" charset="0"/>
                  </a:rPr>
                  <a:t>The </a:t>
                </a:r>
                <a:r>
                  <a:rPr lang="en-GB" sz="1400" b="1" dirty="0">
                    <a:solidFill>
                      <a:srgbClr val="1C3D74"/>
                    </a:solidFill>
                    <a:latin typeface="Calibri" panose="020F0502020204030204" pitchFamily="34" charset="0"/>
                    <a:ea typeface="Calibri" panose="020F0502020204030204" pitchFamily="34" charset="0"/>
                    <a:cs typeface="Calibri" panose="020F0502020204030204" pitchFamily="34" charset="0"/>
                  </a:rPr>
                  <a:t>p-value</a:t>
                </a:r>
                <a:r>
                  <a:rPr lang="en-GB" sz="1400" dirty="0">
                    <a:solidFill>
                      <a:srgbClr val="1C3D74"/>
                    </a:solidFill>
                    <a:latin typeface="Calibri" panose="020F0502020204030204" pitchFamily="34" charset="0"/>
                    <a:ea typeface="Calibri" panose="020F0502020204030204" pitchFamily="34" charset="0"/>
                    <a:cs typeface="Calibri" panose="020F0502020204030204" pitchFamily="34" charset="0"/>
                  </a:rPr>
                  <a:t> is a measure of how likely the data sample would be observed if </a:t>
                </a:r>
                <a14:m>
                  <m:oMath xmlns:m="http://schemas.openxmlformats.org/officeDocument/2006/math">
                    <m:r>
                      <a:rPr lang="en-GB" sz="1400" i="1" dirty="0" smtClean="0">
                        <a:solidFill>
                          <a:srgbClr val="1C3D74"/>
                        </a:solidFill>
                        <a:latin typeface="Cambria Math" panose="02040503050406030204" pitchFamily="18" charset="0"/>
                        <a:ea typeface="Calibri" panose="020F0502020204030204" pitchFamily="34" charset="0"/>
                        <a:cs typeface="Calibri" panose="020F0502020204030204" pitchFamily="34" charset="0"/>
                      </a:rPr>
                      <m:t>𝐻</m:t>
                    </m:r>
                    <m:r>
                      <a:rPr lang="en-GB" sz="1400" i="1" dirty="0" smtClean="0">
                        <a:solidFill>
                          <a:srgbClr val="1C3D74"/>
                        </a:solidFill>
                        <a:latin typeface="Cambria Math" panose="02040503050406030204" pitchFamily="18" charset="0"/>
                        <a:ea typeface="Calibri" panose="020F0502020204030204" pitchFamily="34" charset="0"/>
                        <a:cs typeface="Calibri" panose="020F0502020204030204" pitchFamily="34" charset="0"/>
                      </a:rPr>
                      <m:t>0</m:t>
                    </m:r>
                  </m:oMath>
                </a14:m>
                <a:r>
                  <a:rPr lang="en-GB" sz="1400" dirty="0">
                    <a:solidFill>
                      <a:srgbClr val="1C3D74"/>
                    </a:solidFill>
                    <a:latin typeface="Calibri" panose="020F0502020204030204" pitchFamily="34" charset="0"/>
                    <a:ea typeface="Calibri" panose="020F0502020204030204" pitchFamily="34" charset="0"/>
                    <a:cs typeface="Calibri" panose="020F0502020204030204" pitchFamily="34" charset="0"/>
                  </a:rPr>
                  <a:t> is true</a:t>
                </a:r>
              </a:p>
            </p:txBody>
          </p:sp>
        </mc:Choice>
        <mc:Fallback xmlns="">
          <p:sp>
            <p:nvSpPr>
              <p:cNvPr id="37" name="TextBox 36">
                <a:extLst>
                  <a:ext uri="{FF2B5EF4-FFF2-40B4-BE49-F238E27FC236}">
                    <a16:creationId xmlns:a16="http://schemas.microsoft.com/office/drawing/2014/main" id="{6AA354C2-25DE-A9F6-81F4-E77F6ED2420E}"/>
                  </a:ext>
                </a:extLst>
              </p:cNvPr>
              <p:cNvSpPr txBox="1">
                <a:spLocks noRot="1" noChangeAspect="1" noMove="1" noResize="1" noEditPoints="1" noAdjustHandles="1" noChangeArrowheads="1" noChangeShapeType="1" noTextEdit="1"/>
              </p:cNvSpPr>
              <p:nvPr/>
            </p:nvSpPr>
            <p:spPr>
              <a:xfrm>
                <a:off x="235952" y="3220349"/>
                <a:ext cx="8672096" cy="307777"/>
              </a:xfrm>
              <a:prstGeom prst="rect">
                <a:avLst/>
              </a:prstGeom>
              <a:blipFill>
                <a:blip r:embed="rId4"/>
                <a:stretch>
                  <a:fillRect t="-1961" b="-1960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3A572BCA-44FE-AA66-15C4-F8AB6EE9B6FD}"/>
                  </a:ext>
                </a:extLst>
              </p:cNvPr>
              <p:cNvSpPr txBox="1"/>
              <p:nvPr/>
            </p:nvSpPr>
            <p:spPr>
              <a:xfrm>
                <a:off x="186596" y="3752133"/>
                <a:ext cx="8704754" cy="30008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GB" b="1" i="1" dirty="0" smtClean="0">
                          <a:latin typeface="Cambria Math" panose="02040503050406030204" pitchFamily="18" charset="0"/>
                        </a:rPr>
                        <m:t>𝑷</m:t>
                      </m:r>
                      <m:d>
                        <m:dPr>
                          <m:endChr m:val="|"/>
                          <m:ctrlPr>
                            <a:rPr lang="en-GB" b="1" i="1" dirty="0" smtClean="0">
                              <a:latin typeface="Cambria Math" panose="02040503050406030204" pitchFamily="18" charset="0"/>
                            </a:rPr>
                          </m:ctrlPr>
                        </m:dPr>
                        <m:e>
                          <m:r>
                            <a:rPr lang="en-GB" b="1" i="1" dirty="0" err="1">
                              <a:latin typeface="Cambria Math" panose="02040503050406030204" pitchFamily="18" charset="0"/>
                            </a:rPr>
                            <m:t>𝒅𝒂𝒕𝒂</m:t>
                          </m:r>
                          <m:r>
                            <a:rPr lang="en-GB" b="1" i="1" dirty="0" smtClean="0">
                              <a:latin typeface="Cambria Math" panose="02040503050406030204" pitchFamily="18" charset="0"/>
                            </a:rPr>
                            <m:t> </m:t>
                          </m:r>
                        </m:e>
                      </m:d>
                      <m:r>
                        <a:rPr lang="en-GB" b="1" i="1" dirty="0" smtClean="0">
                          <a:latin typeface="Cambria Math" panose="02040503050406030204" pitchFamily="18" charset="0"/>
                        </a:rPr>
                        <m:t> </m:t>
                      </m:r>
                      <m:r>
                        <a:rPr lang="en-GB" b="1" i="1" dirty="0" err="1">
                          <a:latin typeface="Cambria Math" panose="02040503050406030204" pitchFamily="18" charset="0"/>
                        </a:rPr>
                        <m:t>𝒉𝒚𝒑𝒐𝒕𝒉𝒆𝒔𝒊𝒔</m:t>
                      </m:r>
                      <m:r>
                        <a:rPr lang="en-GB" b="1" i="1" dirty="0">
                          <a:latin typeface="Cambria Math" panose="02040503050406030204" pitchFamily="18" charset="0"/>
                        </a:rPr>
                        <m:t>)</m:t>
                      </m:r>
                    </m:oMath>
                  </m:oMathPara>
                </a14:m>
                <a:endParaRPr lang="en-GB" b="1" dirty="0"/>
              </a:p>
            </p:txBody>
          </p:sp>
        </mc:Choice>
        <mc:Fallback xmlns="">
          <p:sp>
            <p:nvSpPr>
              <p:cNvPr id="39" name="TextBox 38">
                <a:extLst>
                  <a:ext uri="{FF2B5EF4-FFF2-40B4-BE49-F238E27FC236}">
                    <a16:creationId xmlns:a16="http://schemas.microsoft.com/office/drawing/2014/main" id="{3A572BCA-44FE-AA66-15C4-F8AB6EE9B6FD}"/>
                  </a:ext>
                </a:extLst>
              </p:cNvPr>
              <p:cNvSpPr txBox="1">
                <a:spLocks noRot="1" noChangeAspect="1" noMove="1" noResize="1" noEditPoints="1" noAdjustHandles="1" noChangeArrowheads="1" noChangeShapeType="1" noTextEdit="1"/>
              </p:cNvSpPr>
              <p:nvPr/>
            </p:nvSpPr>
            <p:spPr>
              <a:xfrm>
                <a:off x="186596" y="3752133"/>
                <a:ext cx="8704754" cy="300082"/>
              </a:xfrm>
              <a:prstGeom prst="rect">
                <a:avLst/>
              </a:prstGeom>
              <a:blipFill>
                <a:blip r:embed="rId5"/>
                <a:stretch>
                  <a:fillRect b="-10204"/>
                </a:stretch>
              </a:blipFill>
            </p:spPr>
            <p:txBody>
              <a:bodyPr/>
              <a:lstStyle/>
              <a:p>
                <a:r>
                  <a:rPr lang="en-GB">
                    <a:noFill/>
                  </a:rPr>
                  <a:t> </a:t>
                </a:r>
              </a:p>
            </p:txBody>
          </p:sp>
        </mc:Fallback>
      </mc:AlternateContent>
    </p:spTree>
    <p:extLst>
      <p:ext uri="{BB962C8B-B14F-4D97-AF65-F5344CB8AC3E}">
        <p14:creationId xmlns:p14="http://schemas.microsoft.com/office/powerpoint/2010/main" val="3095429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Introduction – Statistical Hypothesis Interpretation</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C3341D5-0A59-130F-E320-BD711EA62A9F}"/>
                  </a:ext>
                </a:extLst>
              </p:cNvPr>
              <p:cNvSpPr txBox="1"/>
              <p:nvPr/>
            </p:nvSpPr>
            <p:spPr>
              <a:xfrm>
                <a:off x="186596" y="737105"/>
                <a:ext cx="8672097" cy="1769715"/>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pPr>
                <a:r>
                  <a:rPr lang="en-GB" sz="1400" b="1" dirty="0">
                    <a:latin typeface="Calibri" panose="020F0502020204030204" pitchFamily="34" charset="0"/>
                    <a:ea typeface="Calibri" panose="020F0502020204030204" pitchFamily="34" charset="0"/>
                    <a:cs typeface="Calibri" panose="020F0502020204030204" pitchFamily="34" charset="0"/>
                  </a:rPr>
                  <a:t>Interpret critical values: </a:t>
                </a:r>
                <a:r>
                  <a:rPr lang="en-GB" sz="1400" dirty="0">
                    <a:latin typeface="Calibri" panose="020F0502020204030204" pitchFamily="34" charset="0"/>
                    <a:ea typeface="Calibri" panose="020F0502020204030204" pitchFamily="34" charset="0"/>
                    <a:cs typeface="Calibri" panose="020F0502020204030204" pitchFamily="34" charset="0"/>
                  </a:rPr>
                  <a:t>Some tests do not return a p-value. Instead, they might return a test statistic value from a specific data distribution that can be interpreted in the context of critical values. A </a:t>
                </a:r>
                <a:r>
                  <a:rPr lang="en-GB" sz="1400" b="1" dirty="0">
                    <a:latin typeface="Calibri" panose="020F0502020204030204" pitchFamily="34" charset="0"/>
                    <a:ea typeface="Calibri" panose="020F0502020204030204" pitchFamily="34" charset="0"/>
                    <a:cs typeface="Calibri" panose="020F0502020204030204" pitchFamily="34" charset="0"/>
                  </a:rPr>
                  <a:t>critical value </a:t>
                </a:r>
                <a:r>
                  <a:rPr lang="en-GB" sz="1400" dirty="0">
                    <a:latin typeface="Calibri" panose="020F0502020204030204" pitchFamily="34" charset="0"/>
                    <a:ea typeface="Calibri" panose="020F0502020204030204" pitchFamily="34" charset="0"/>
                    <a:cs typeface="Calibri" panose="020F0502020204030204" pitchFamily="34" charset="0"/>
                  </a:rPr>
                  <a:t>is a value from the distribution of the test statistic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after</a:t>
                </a:r>
                <a:r>
                  <a:rPr lang="en-GB" sz="1400" dirty="0">
                    <a:latin typeface="Calibri" panose="020F0502020204030204" pitchFamily="34" charset="0"/>
                    <a:ea typeface="Calibri" panose="020F0502020204030204" pitchFamily="34" charset="0"/>
                    <a:cs typeface="Calibri" panose="020F0502020204030204" pitchFamily="34" charset="0"/>
                  </a:rPr>
                  <a:t> which point the result is significant and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𝐻</m:t>
                    </m:r>
                    <m:r>
                      <a:rPr lang="en-GB" sz="1400" i="1" dirty="0" smtClean="0">
                        <a:latin typeface="Cambria Math" panose="02040503050406030204" pitchFamily="18" charset="0"/>
                        <a:ea typeface="Calibri" panose="020F0502020204030204" pitchFamily="34" charset="0"/>
                        <a:cs typeface="Calibri" panose="020F0502020204030204" pitchFamily="34" charset="0"/>
                      </a:rPr>
                      <m:t>0</m:t>
                    </m:r>
                  </m:oMath>
                </a14:m>
                <a:r>
                  <a:rPr lang="en-GB" sz="1400" dirty="0">
                    <a:latin typeface="Calibri" panose="020F0502020204030204" pitchFamily="34" charset="0"/>
                    <a:ea typeface="Calibri" panose="020F0502020204030204" pitchFamily="34" charset="0"/>
                    <a:cs typeface="Calibri" panose="020F0502020204030204" pitchFamily="34" charset="0"/>
                  </a:rPr>
                  <a:t> can be rejected.</a:t>
                </a:r>
              </a:p>
              <a:p>
                <a:pPr marL="269875" algn="just">
                  <a:spcBef>
                    <a:spcPts val="600"/>
                  </a:spcBef>
                  <a:spcAft>
                    <a:spcPts val="600"/>
                  </a:spcAft>
                </a:pPr>
                <a14:m>
                  <m:oMath xmlns:m="http://schemas.openxmlformats.org/officeDocument/2006/math">
                    <m:r>
                      <a:rPr lang="en-GB" sz="1400" b="0" i="1" dirty="0" smtClean="0">
                        <a:solidFill>
                          <a:srgbClr val="FF0000"/>
                        </a:solidFill>
                        <a:latin typeface="Cambria Math" panose="02040503050406030204" pitchFamily="18" charset="0"/>
                        <a:ea typeface="Calibri" panose="020F0502020204030204" pitchFamily="34" charset="0"/>
                        <a:cs typeface="Calibri" panose="020F0502020204030204" pitchFamily="34" charset="0"/>
                      </a:rPr>
                      <m:t>|</m:t>
                    </m:r>
                    <m:r>
                      <a:rPr lang="en-GB" sz="1400" b="0" i="1" dirty="0" smtClean="0">
                        <a:solidFill>
                          <a:srgbClr val="FF0000"/>
                        </a:solidFill>
                        <a:latin typeface="Cambria Math" panose="02040503050406030204" pitchFamily="18" charset="0"/>
                        <a:ea typeface="Calibri" panose="020F0502020204030204" pitchFamily="34" charset="0"/>
                        <a:cs typeface="Calibri" panose="020F0502020204030204" pitchFamily="34" charset="0"/>
                      </a:rPr>
                      <m:t>𝑇𝑒𝑠𝑡</m:t>
                    </m:r>
                    <m:r>
                      <a:rPr lang="en-GB" sz="1400" i="1" dirty="0">
                        <a:solidFill>
                          <a:srgbClr val="FF0000"/>
                        </a:solidFill>
                        <a:latin typeface="Cambria Math" panose="02040503050406030204" pitchFamily="18" charset="0"/>
                        <a:ea typeface="Calibri" panose="020F0502020204030204" pitchFamily="34" charset="0"/>
                        <a:cs typeface="Calibri" panose="020F0502020204030204" pitchFamily="34" charset="0"/>
                      </a:rPr>
                      <m:t> </m:t>
                    </m:r>
                    <m:r>
                      <a:rPr lang="en-GB" sz="1400" i="1" dirty="0">
                        <a:solidFill>
                          <a:srgbClr val="FF0000"/>
                        </a:solidFill>
                        <a:latin typeface="Cambria Math" panose="02040503050406030204" pitchFamily="18" charset="0"/>
                        <a:ea typeface="Calibri" panose="020F0502020204030204" pitchFamily="34" charset="0"/>
                        <a:cs typeface="Calibri" panose="020F0502020204030204" pitchFamily="34" charset="0"/>
                      </a:rPr>
                      <m:t>𝑆𝑡𝑎𝑡𝑖𝑠𝑡𝑖𝑐𝑠</m:t>
                    </m:r>
                    <m:r>
                      <a:rPr lang="en-GB" sz="1400" b="0" i="1" dirty="0" smtClean="0">
                        <a:solidFill>
                          <a:srgbClr val="FF0000"/>
                        </a:solidFill>
                        <a:latin typeface="Cambria Math" panose="02040503050406030204" pitchFamily="18" charset="0"/>
                        <a:ea typeface="Calibri" panose="020F0502020204030204" pitchFamily="34" charset="0"/>
                        <a:cs typeface="Calibri" panose="020F0502020204030204" pitchFamily="34" charset="0"/>
                      </a:rPr>
                      <m:t>|&lt;|</m:t>
                    </m:r>
                    <m:r>
                      <a:rPr lang="en-GB" sz="1400" i="1" dirty="0">
                        <a:solidFill>
                          <a:srgbClr val="FF0000"/>
                        </a:solidFill>
                        <a:latin typeface="Cambria Math" panose="02040503050406030204" pitchFamily="18" charset="0"/>
                        <a:ea typeface="Calibri" panose="020F0502020204030204" pitchFamily="34" charset="0"/>
                        <a:cs typeface="Calibri" panose="020F0502020204030204" pitchFamily="34" charset="0"/>
                      </a:rPr>
                      <m:t>𝐶𝑟𝑖𝑡𝑖𝑐𝑎𝑙</m:t>
                    </m:r>
                    <m:r>
                      <a:rPr lang="en-GB" sz="1400" i="1" dirty="0">
                        <a:solidFill>
                          <a:srgbClr val="FF0000"/>
                        </a:solidFill>
                        <a:latin typeface="Cambria Math" panose="02040503050406030204" pitchFamily="18" charset="0"/>
                        <a:ea typeface="Calibri" panose="020F0502020204030204" pitchFamily="34" charset="0"/>
                        <a:cs typeface="Calibri" panose="020F0502020204030204" pitchFamily="34" charset="0"/>
                      </a:rPr>
                      <m:t> </m:t>
                    </m:r>
                    <m:r>
                      <a:rPr lang="en-GB" sz="1400" i="1" dirty="0">
                        <a:solidFill>
                          <a:srgbClr val="FF0000"/>
                        </a:solidFill>
                        <a:latin typeface="Cambria Math" panose="02040503050406030204" pitchFamily="18" charset="0"/>
                        <a:ea typeface="Calibri" panose="020F0502020204030204" pitchFamily="34" charset="0"/>
                        <a:cs typeface="Calibri" panose="020F0502020204030204" pitchFamily="34" charset="0"/>
                      </a:rPr>
                      <m:t>𝑉𝑎𝑙𝑢𝑒𝑠</m:t>
                    </m:r>
                    <m:r>
                      <a:rPr lang="en-GB" sz="1400" b="0" i="1" dirty="0" smtClean="0">
                        <a:solidFill>
                          <a:srgbClr val="FF0000"/>
                        </a:solidFill>
                        <a:latin typeface="Cambria Math" panose="02040503050406030204" pitchFamily="18" charset="0"/>
                        <a:ea typeface="Calibri" panose="020F0502020204030204" pitchFamily="34" charset="0"/>
                        <a:cs typeface="Calibri" panose="020F0502020204030204" pitchFamily="34" charset="0"/>
                      </a:rPr>
                      <m:t>|</m:t>
                    </m:r>
                  </m:oMath>
                </a14:m>
                <a:r>
                  <a:rPr lang="en-GB" sz="1400" dirty="0">
                    <a:solidFill>
                      <a:srgbClr val="FF0000"/>
                    </a:solidFill>
                    <a:latin typeface="Calibri" panose="020F0502020204030204" pitchFamily="34" charset="0"/>
                    <a:ea typeface="Calibri" panose="020F0502020204030204" pitchFamily="34" charset="0"/>
                    <a:cs typeface="Calibri" panose="020F0502020204030204" pitchFamily="34" charset="0"/>
                  </a:rPr>
                  <a:t>: not significant result, fail to reject </a:t>
                </a:r>
                <a14:m>
                  <m:oMath xmlns:m="http://schemas.openxmlformats.org/officeDocument/2006/math">
                    <m:r>
                      <a:rPr lang="en-GB" sz="1400" i="1" dirty="0" smtClean="0">
                        <a:solidFill>
                          <a:srgbClr val="FF0000"/>
                        </a:solidFill>
                        <a:latin typeface="Cambria Math" panose="02040503050406030204" pitchFamily="18" charset="0"/>
                        <a:ea typeface="Calibri" panose="020F0502020204030204" pitchFamily="34" charset="0"/>
                        <a:cs typeface="Calibri" panose="020F0502020204030204" pitchFamily="34" charset="0"/>
                      </a:rPr>
                      <m:t>𝐻</m:t>
                    </m:r>
                    <m:r>
                      <a:rPr lang="en-GB" sz="1400" i="1" dirty="0" smtClean="0">
                        <a:solidFill>
                          <a:srgbClr val="FF0000"/>
                        </a:solidFill>
                        <a:latin typeface="Cambria Math" panose="02040503050406030204" pitchFamily="18" charset="0"/>
                        <a:ea typeface="Calibri" panose="020F0502020204030204" pitchFamily="34" charset="0"/>
                        <a:cs typeface="Calibri" panose="020F0502020204030204" pitchFamily="34" charset="0"/>
                      </a:rPr>
                      <m:t>0</m:t>
                    </m:r>
                  </m:oMath>
                </a14:m>
                <a:r>
                  <a:rPr lang="en-GB" sz="1400" dirty="0">
                    <a:solidFill>
                      <a:srgbClr val="FF0000"/>
                    </a:solidFill>
                    <a:latin typeface="Calibri" panose="020F0502020204030204" pitchFamily="34" charset="0"/>
                    <a:ea typeface="Calibri" panose="020F0502020204030204" pitchFamily="34" charset="0"/>
                    <a:cs typeface="Calibri" panose="020F0502020204030204" pitchFamily="34" charset="0"/>
                  </a:rPr>
                  <a:t> </a:t>
                </a:r>
              </a:p>
              <a:p>
                <a:pPr marL="269875" algn="just">
                  <a:spcBef>
                    <a:spcPts val="600"/>
                  </a:spcBef>
                  <a:spcAft>
                    <a:spcPts val="600"/>
                  </a:spcAft>
                </a:pPr>
                <a14:m>
                  <m:oMath xmlns:m="http://schemas.openxmlformats.org/officeDocument/2006/math">
                    <m:d>
                      <m:dPr>
                        <m:begChr m:val="|"/>
                        <m:endChr m:val="|"/>
                        <m:ctrlPr>
                          <a:rPr lang="en-GB" sz="1400" i="1" dirty="0">
                            <a:solidFill>
                              <a:srgbClr val="FF0000"/>
                            </a:solidFill>
                            <a:latin typeface="Cambria Math" panose="02040503050406030204" pitchFamily="18" charset="0"/>
                            <a:ea typeface="Calibri" panose="020F0502020204030204" pitchFamily="34" charset="0"/>
                            <a:cs typeface="Calibri" panose="020F0502020204030204" pitchFamily="34" charset="0"/>
                          </a:rPr>
                        </m:ctrlPr>
                      </m:dPr>
                      <m:e>
                        <m:r>
                          <a:rPr lang="en-GB" sz="1400" i="1" dirty="0">
                            <a:solidFill>
                              <a:srgbClr val="FF0000"/>
                            </a:solidFill>
                            <a:latin typeface="Cambria Math" panose="02040503050406030204" pitchFamily="18" charset="0"/>
                            <a:ea typeface="Calibri" panose="020F0502020204030204" pitchFamily="34" charset="0"/>
                            <a:cs typeface="Calibri" panose="020F0502020204030204" pitchFamily="34" charset="0"/>
                          </a:rPr>
                          <m:t>𝑇𝑒𝑠𝑡</m:t>
                        </m:r>
                        <m:r>
                          <a:rPr lang="en-GB" sz="1400" i="1" dirty="0">
                            <a:solidFill>
                              <a:srgbClr val="FF0000"/>
                            </a:solidFill>
                            <a:latin typeface="Cambria Math" panose="02040503050406030204" pitchFamily="18" charset="0"/>
                            <a:ea typeface="Calibri" panose="020F0502020204030204" pitchFamily="34" charset="0"/>
                            <a:cs typeface="Calibri" panose="020F0502020204030204" pitchFamily="34" charset="0"/>
                          </a:rPr>
                          <m:t> </m:t>
                        </m:r>
                        <m:r>
                          <a:rPr lang="en-GB" sz="1400" i="1" dirty="0">
                            <a:solidFill>
                              <a:srgbClr val="FF0000"/>
                            </a:solidFill>
                            <a:latin typeface="Cambria Math" panose="02040503050406030204" pitchFamily="18" charset="0"/>
                            <a:ea typeface="Calibri" panose="020F0502020204030204" pitchFamily="34" charset="0"/>
                            <a:cs typeface="Calibri" panose="020F0502020204030204" pitchFamily="34" charset="0"/>
                          </a:rPr>
                          <m:t>𝑆𝑡𝑎𝑡𝑖𝑠𝑡𝑖𝑐𝑠</m:t>
                        </m:r>
                      </m:e>
                    </m:d>
                    <m:r>
                      <a:rPr lang="en-GB" sz="1400" b="0" i="1" dirty="0" smtClean="0">
                        <a:solidFill>
                          <a:srgbClr val="FF0000"/>
                        </a:solidFill>
                        <a:latin typeface="Cambria Math" panose="02040503050406030204" pitchFamily="18" charset="0"/>
                        <a:ea typeface="Cambria Math" panose="02040503050406030204" pitchFamily="18" charset="0"/>
                        <a:cs typeface="Calibri" panose="020F0502020204030204" pitchFamily="34" charset="0"/>
                      </a:rPr>
                      <m:t>&gt;</m:t>
                    </m:r>
                    <m:r>
                      <a:rPr lang="en-GB" sz="1400" i="1" dirty="0">
                        <a:solidFill>
                          <a:srgbClr val="FF0000"/>
                        </a:solidFill>
                        <a:latin typeface="Cambria Math" panose="02040503050406030204" pitchFamily="18" charset="0"/>
                        <a:ea typeface="Calibri" panose="020F0502020204030204" pitchFamily="34" charset="0"/>
                        <a:cs typeface="Calibri" panose="020F0502020204030204" pitchFamily="34" charset="0"/>
                      </a:rPr>
                      <m:t>|</m:t>
                    </m:r>
                    <m:r>
                      <a:rPr lang="en-GB" sz="1400" i="1" dirty="0">
                        <a:solidFill>
                          <a:srgbClr val="FF0000"/>
                        </a:solidFill>
                        <a:latin typeface="Cambria Math" panose="02040503050406030204" pitchFamily="18" charset="0"/>
                        <a:ea typeface="Calibri" panose="020F0502020204030204" pitchFamily="34" charset="0"/>
                        <a:cs typeface="Calibri" panose="020F0502020204030204" pitchFamily="34" charset="0"/>
                      </a:rPr>
                      <m:t>𝐶𝑟𝑖𝑡𝑖𝑐𝑎𝑙</m:t>
                    </m:r>
                    <m:r>
                      <a:rPr lang="en-GB" sz="1400" i="1" dirty="0">
                        <a:solidFill>
                          <a:srgbClr val="FF0000"/>
                        </a:solidFill>
                        <a:latin typeface="Cambria Math" panose="02040503050406030204" pitchFamily="18" charset="0"/>
                        <a:ea typeface="Calibri" panose="020F0502020204030204" pitchFamily="34" charset="0"/>
                        <a:cs typeface="Calibri" panose="020F0502020204030204" pitchFamily="34" charset="0"/>
                      </a:rPr>
                      <m:t> </m:t>
                    </m:r>
                    <m:r>
                      <a:rPr lang="en-GB" sz="1400" i="1" dirty="0">
                        <a:solidFill>
                          <a:srgbClr val="FF0000"/>
                        </a:solidFill>
                        <a:latin typeface="Cambria Math" panose="02040503050406030204" pitchFamily="18" charset="0"/>
                        <a:ea typeface="Calibri" panose="020F0502020204030204" pitchFamily="34" charset="0"/>
                        <a:cs typeface="Calibri" panose="020F0502020204030204" pitchFamily="34" charset="0"/>
                      </a:rPr>
                      <m:t>𝑉𝑎𝑙𝑢𝑒𝑠</m:t>
                    </m:r>
                    <m:r>
                      <a:rPr lang="en-GB" sz="1400" i="1" dirty="0">
                        <a:solidFill>
                          <a:srgbClr val="FF0000"/>
                        </a:solidFill>
                        <a:latin typeface="Cambria Math" panose="02040503050406030204" pitchFamily="18" charset="0"/>
                        <a:ea typeface="Calibri" panose="020F0502020204030204" pitchFamily="34" charset="0"/>
                        <a:cs typeface="Calibri" panose="020F0502020204030204" pitchFamily="34" charset="0"/>
                      </a:rPr>
                      <m:t>|</m:t>
                    </m:r>
                  </m:oMath>
                </a14:m>
                <a:r>
                  <a:rPr lang="en-GB" sz="1400" dirty="0">
                    <a:solidFill>
                      <a:srgbClr val="FF0000"/>
                    </a:solidFill>
                    <a:latin typeface="Calibri" panose="020F0502020204030204" pitchFamily="34" charset="0"/>
                    <a:ea typeface="Calibri" panose="020F0502020204030204" pitchFamily="34" charset="0"/>
                    <a:cs typeface="Calibri" panose="020F0502020204030204" pitchFamily="34" charset="0"/>
                  </a:rPr>
                  <a:t>: significant result, reject </a:t>
                </a:r>
                <a14:m>
                  <m:oMath xmlns:m="http://schemas.openxmlformats.org/officeDocument/2006/math">
                    <m:r>
                      <a:rPr lang="en-GB" sz="1400" i="1" dirty="0" smtClean="0">
                        <a:solidFill>
                          <a:srgbClr val="FF0000"/>
                        </a:solidFill>
                        <a:latin typeface="Cambria Math" panose="02040503050406030204" pitchFamily="18" charset="0"/>
                        <a:ea typeface="Calibri" panose="020F0502020204030204" pitchFamily="34" charset="0"/>
                        <a:cs typeface="Calibri" panose="020F0502020204030204" pitchFamily="34" charset="0"/>
                      </a:rPr>
                      <m:t>𝐻</m:t>
                    </m:r>
                    <m:r>
                      <a:rPr lang="en-GB" sz="1400" i="1" dirty="0" smtClean="0">
                        <a:solidFill>
                          <a:srgbClr val="FF0000"/>
                        </a:solidFill>
                        <a:latin typeface="Cambria Math" panose="02040503050406030204" pitchFamily="18" charset="0"/>
                        <a:ea typeface="Calibri" panose="020F0502020204030204" pitchFamily="34" charset="0"/>
                        <a:cs typeface="Calibri" panose="020F0502020204030204" pitchFamily="34" charset="0"/>
                      </a:rPr>
                      <m:t>0</m:t>
                    </m:r>
                  </m:oMath>
                </a14:m>
                <a:endParaRPr lang="en-GB" sz="140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algn="just"/>
                <a:endParaRPr lang="en-GB" sz="14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1" name="TextBox 30">
                <a:extLst>
                  <a:ext uri="{FF2B5EF4-FFF2-40B4-BE49-F238E27FC236}">
                    <a16:creationId xmlns:a16="http://schemas.microsoft.com/office/drawing/2014/main" id="{1C3341D5-0A59-130F-E320-BD711EA62A9F}"/>
                  </a:ext>
                </a:extLst>
              </p:cNvPr>
              <p:cNvSpPr txBox="1">
                <a:spLocks noRot="1" noChangeAspect="1" noMove="1" noResize="1" noEditPoints="1" noAdjustHandles="1" noChangeArrowheads="1" noChangeShapeType="1" noTextEdit="1"/>
              </p:cNvSpPr>
              <p:nvPr/>
            </p:nvSpPr>
            <p:spPr>
              <a:xfrm>
                <a:off x="186596" y="737105"/>
                <a:ext cx="8672097" cy="1769715"/>
              </a:xfrm>
              <a:prstGeom prst="rect">
                <a:avLst/>
              </a:prstGeom>
              <a:blipFill>
                <a:blip r:embed="rId3"/>
                <a:stretch>
                  <a:fillRect l="-141" t="-690" r="-211"/>
                </a:stretch>
              </a:blipFill>
            </p:spPr>
            <p:txBody>
              <a:bodyPr/>
              <a:lstStyle/>
              <a:p>
                <a:r>
                  <a:rPr lang="en-GB">
                    <a:noFill/>
                  </a:rPr>
                  <a:t> </a:t>
                </a:r>
              </a:p>
            </p:txBody>
          </p:sp>
        </mc:Fallback>
      </mc:AlternateContent>
      <p:sp>
        <p:nvSpPr>
          <p:cNvPr id="3" name="TextBox 2">
            <a:extLst>
              <a:ext uri="{FF2B5EF4-FFF2-40B4-BE49-F238E27FC236}">
                <a16:creationId xmlns:a16="http://schemas.microsoft.com/office/drawing/2014/main" id="{238EA348-8F91-65B1-2745-BA519DAA7441}"/>
              </a:ext>
            </a:extLst>
          </p:cNvPr>
          <p:cNvSpPr txBox="1"/>
          <p:nvPr/>
        </p:nvSpPr>
        <p:spPr>
          <a:xfrm>
            <a:off x="1097875" y="2375071"/>
            <a:ext cx="6948250" cy="523220"/>
          </a:xfrm>
          <a:prstGeom prst="rect">
            <a:avLst/>
          </a:prstGeom>
          <a:noFill/>
        </p:spPr>
        <p:txBody>
          <a:bodyPr wrap="square">
            <a:spAutoFit/>
          </a:bodyPr>
          <a:lstStyle/>
          <a:p>
            <a:pPr algn="ctr"/>
            <a:r>
              <a:rPr lang="en-GB" sz="1400" dirty="0">
                <a:latin typeface="Calibri" panose="020F0502020204030204" pitchFamily="34" charset="0"/>
                <a:ea typeface="Calibri" panose="020F0502020204030204" pitchFamily="34" charset="0"/>
                <a:cs typeface="Calibri" panose="020F0502020204030204" pitchFamily="34" charset="0"/>
              </a:rPr>
              <a:t>The p-value is calculated from the </a:t>
            </a:r>
            <a:r>
              <a:rPr lang="en-GB" sz="1400" b="1" dirty="0">
                <a:latin typeface="Calibri" panose="020F0502020204030204" pitchFamily="34" charset="0"/>
                <a:ea typeface="Calibri" panose="020F0502020204030204" pitchFamily="34" charset="0"/>
                <a:cs typeface="Calibri" panose="020F0502020204030204" pitchFamily="34" charset="0"/>
              </a:rPr>
              <a:t>critical value </a:t>
            </a:r>
            <a:r>
              <a:rPr lang="en-GB" sz="1400" dirty="0">
                <a:latin typeface="Calibri" panose="020F0502020204030204" pitchFamily="34" charset="0"/>
                <a:ea typeface="Calibri" panose="020F0502020204030204" pitchFamily="34" charset="0"/>
                <a:cs typeface="Calibri" panose="020F0502020204030204" pitchFamily="34" charset="0"/>
              </a:rPr>
              <a:t>by retrieving the probability from the test statistics </a:t>
            </a:r>
            <a:r>
              <a:rPr lang="en-GB" sz="1400" b="1" dirty="0">
                <a:latin typeface="Calibri" panose="020F0502020204030204" pitchFamily="34" charset="0"/>
                <a:ea typeface="Calibri" panose="020F0502020204030204" pitchFamily="34" charset="0"/>
                <a:cs typeface="Calibri" panose="020F0502020204030204" pitchFamily="34" charset="0"/>
              </a:rPr>
              <a:t>cumulative density function</a:t>
            </a:r>
            <a:r>
              <a:rPr lang="en-GB" sz="1400" dirty="0">
                <a:latin typeface="Calibri" panose="020F0502020204030204" pitchFamily="34" charset="0"/>
                <a:ea typeface="Calibri" panose="020F0502020204030204" pitchFamily="34" charset="0"/>
                <a:cs typeface="Calibri" panose="020F0502020204030204" pitchFamily="34" charset="0"/>
              </a:rPr>
              <a:t> (</a:t>
            </a:r>
            <a:r>
              <a:rPr lang="en-GB" sz="1400" b="1" dirty="0">
                <a:latin typeface="Calibri" panose="020F0502020204030204" pitchFamily="34" charset="0"/>
                <a:ea typeface="Calibri" panose="020F0502020204030204" pitchFamily="34" charset="0"/>
                <a:cs typeface="Calibri" panose="020F0502020204030204" pitchFamily="34" charset="0"/>
              </a:rPr>
              <a:t>CDF</a:t>
            </a:r>
            <a:r>
              <a:rPr lang="en-GB" sz="1400" dirty="0">
                <a:latin typeface="Calibri" panose="020F0502020204030204" pitchFamily="34" charset="0"/>
                <a:ea typeface="Calibri" panose="020F0502020204030204" pitchFamily="34" charset="0"/>
                <a:cs typeface="Calibri" panose="020F0502020204030204" pitchFamily="34" charset="0"/>
              </a:rPr>
              <a: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7D00453-EC7D-A7EC-ECBC-25B5536631CA}"/>
                  </a:ext>
                </a:extLst>
              </p:cNvPr>
              <p:cNvSpPr txBox="1"/>
              <p:nvPr/>
            </p:nvSpPr>
            <p:spPr>
              <a:xfrm>
                <a:off x="186596" y="3010207"/>
                <a:ext cx="8672097" cy="954107"/>
              </a:xfrm>
              <a:prstGeom prst="rect">
                <a:avLst/>
              </a:prstGeom>
              <a:noFill/>
            </p:spPr>
            <p:txBody>
              <a:bodyPr wrap="square">
                <a:spAutoFit/>
              </a:bodyPr>
              <a:lstStyle/>
              <a:p>
                <a:pPr algn="just"/>
                <a:r>
                  <a:rPr lang="en-GB" sz="1400" dirty="0">
                    <a:latin typeface="Calibri" panose="020F0502020204030204" pitchFamily="34" charset="0"/>
                    <a:ea typeface="Calibri" panose="020F0502020204030204" pitchFamily="34" charset="0"/>
                    <a:cs typeface="Calibri" panose="020F0502020204030204" pitchFamily="34" charset="0"/>
                  </a:rPr>
                  <a:t>The interpretation of the </a:t>
                </a:r>
                <a:r>
                  <a:rPr lang="en-GB" sz="1400" b="1" dirty="0">
                    <a:latin typeface="Calibri" panose="020F0502020204030204" pitchFamily="34" charset="0"/>
                    <a:ea typeface="Calibri" panose="020F0502020204030204" pitchFamily="34" charset="0"/>
                    <a:cs typeface="Calibri" panose="020F0502020204030204" pitchFamily="34" charset="0"/>
                  </a:rPr>
                  <a:t>p-value</a:t>
                </a:r>
                <a:r>
                  <a:rPr lang="en-GB" sz="1400" dirty="0">
                    <a:latin typeface="Calibri" panose="020F0502020204030204" pitchFamily="34" charset="0"/>
                    <a:ea typeface="Calibri" panose="020F0502020204030204" pitchFamily="34" charset="0"/>
                    <a:cs typeface="Calibri" panose="020F0502020204030204" pitchFamily="34" charset="0"/>
                  </a:rPr>
                  <a:t> and </a:t>
                </a:r>
                <a:r>
                  <a:rPr lang="en-GB" sz="1400" b="1" dirty="0">
                    <a:latin typeface="Calibri" panose="020F0502020204030204" pitchFamily="34" charset="0"/>
                    <a:ea typeface="Calibri" panose="020F0502020204030204" pitchFamily="34" charset="0"/>
                    <a:cs typeface="Calibri" panose="020F0502020204030204" pitchFamily="34" charset="0"/>
                  </a:rPr>
                  <a:t>critical values </a:t>
                </a:r>
                <a:r>
                  <a:rPr lang="en-GB" sz="1400" dirty="0">
                    <a:latin typeface="Calibri" panose="020F0502020204030204" pitchFamily="34" charset="0"/>
                    <a:ea typeface="Calibri" panose="020F0502020204030204" pitchFamily="34" charset="0"/>
                    <a:cs typeface="Calibri" panose="020F0502020204030204" pitchFamily="34" charset="0"/>
                  </a:rPr>
                  <a:t>does not mean that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𝐻</m:t>
                    </m:r>
                    <m:r>
                      <a:rPr lang="en-GB" sz="1400" i="1" dirty="0" smtClean="0">
                        <a:latin typeface="Cambria Math" panose="02040503050406030204" pitchFamily="18" charset="0"/>
                        <a:ea typeface="Calibri" panose="020F0502020204030204" pitchFamily="34" charset="0"/>
                        <a:cs typeface="Calibri" panose="020F0502020204030204" pitchFamily="34" charset="0"/>
                      </a:rPr>
                      <m:t>0</m:t>
                    </m:r>
                  </m:oMath>
                </a14:m>
                <a:r>
                  <a:rPr lang="en-GB" sz="1400" dirty="0">
                    <a:latin typeface="Calibri" panose="020F0502020204030204" pitchFamily="34" charset="0"/>
                    <a:ea typeface="Calibri" panose="020F0502020204030204" pitchFamily="34" charset="0"/>
                    <a:cs typeface="Calibri" panose="020F0502020204030204" pitchFamily="34" charset="0"/>
                  </a:rPr>
                  <a:t> is true or false. It does mean that we have chosen to reject or fail to reject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𝐻</m:t>
                    </m:r>
                    <m:r>
                      <a:rPr lang="en-GB" sz="1400" i="1" dirty="0" smtClean="0">
                        <a:latin typeface="Cambria Math" panose="02040503050406030204" pitchFamily="18" charset="0"/>
                        <a:ea typeface="Calibri" panose="020F0502020204030204" pitchFamily="34" charset="0"/>
                        <a:cs typeface="Calibri" panose="020F0502020204030204" pitchFamily="34" charset="0"/>
                      </a:rPr>
                      <m:t>0</m:t>
                    </m:r>
                  </m:oMath>
                </a14:m>
                <a:r>
                  <a:rPr lang="en-GB" sz="1400" dirty="0">
                    <a:latin typeface="Calibri" panose="020F0502020204030204" pitchFamily="34" charset="0"/>
                    <a:ea typeface="Calibri" panose="020F0502020204030204" pitchFamily="34" charset="0"/>
                    <a:cs typeface="Calibri" panose="020F0502020204030204" pitchFamily="34" charset="0"/>
                  </a:rPr>
                  <a:t> at a specific </a:t>
                </a:r>
                <a:r>
                  <a:rPr lang="en-GB" sz="1400" b="1" dirty="0">
                    <a:latin typeface="Calibri" panose="020F0502020204030204" pitchFamily="34" charset="0"/>
                    <a:ea typeface="Calibri" panose="020F0502020204030204" pitchFamily="34" charset="0"/>
                    <a:cs typeface="Calibri" panose="020F0502020204030204" pitchFamily="34" charset="0"/>
                  </a:rPr>
                  <a:t>statistical significance level </a:t>
                </a:r>
                <a:r>
                  <a:rPr lang="en-GB" sz="1400" dirty="0">
                    <a:latin typeface="Calibri" panose="020F0502020204030204" pitchFamily="34" charset="0"/>
                    <a:ea typeface="Calibri" panose="020F0502020204030204" pitchFamily="34" charset="0"/>
                    <a:cs typeface="Calibri" panose="020F0502020204030204" pitchFamily="34" charset="0"/>
                  </a:rPr>
                  <a:t>based on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empirical</a:t>
                </a:r>
                <a:r>
                  <a:rPr lang="en-GB" sz="1400" dirty="0">
                    <a:latin typeface="Calibri" panose="020F0502020204030204" pitchFamily="34" charset="0"/>
                    <a:ea typeface="Calibri" panose="020F0502020204030204" pitchFamily="34" charset="0"/>
                    <a:cs typeface="Calibri" panose="020F0502020204030204" pitchFamily="34" charset="0"/>
                  </a:rPr>
                  <a:t> evidence and the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chosen</a:t>
                </a:r>
                <a:r>
                  <a:rPr lang="en-GB" sz="1400" dirty="0">
                    <a:latin typeface="Calibri" panose="020F0502020204030204" pitchFamily="34" charset="0"/>
                    <a:ea typeface="Calibri" panose="020F0502020204030204" pitchFamily="34" charset="0"/>
                    <a:cs typeface="Calibri" panose="020F0502020204030204" pitchFamily="34" charset="0"/>
                  </a:rPr>
                  <a:t> statistical test. You are limited to making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probabilistic claims</a:t>
                </a:r>
                <a:r>
                  <a:rPr lang="en-GB" sz="1400" dirty="0">
                    <a:latin typeface="Calibri" panose="020F0502020204030204" pitchFamily="34" charset="0"/>
                    <a:ea typeface="Calibri" panose="020F0502020204030204" pitchFamily="34" charset="0"/>
                    <a:cs typeface="Calibri" panose="020F0502020204030204" pitchFamily="34" charset="0"/>
                  </a:rPr>
                  <a:t>, not crisp binary or true/false claims about the result.</a:t>
                </a:r>
              </a:p>
            </p:txBody>
          </p:sp>
        </mc:Choice>
        <mc:Fallback xmlns="">
          <p:sp>
            <p:nvSpPr>
              <p:cNvPr id="4" name="TextBox 3">
                <a:extLst>
                  <a:ext uri="{FF2B5EF4-FFF2-40B4-BE49-F238E27FC236}">
                    <a16:creationId xmlns:a16="http://schemas.microsoft.com/office/drawing/2014/main" id="{E7D00453-EC7D-A7EC-ECBC-25B5536631CA}"/>
                  </a:ext>
                </a:extLst>
              </p:cNvPr>
              <p:cNvSpPr txBox="1">
                <a:spLocks noRot="1" noChangeAspect="1" noMove="1" noResize="1" noEditPoints="1" noAdjustHandles="1" noChangeArrowheads="1" noChangeShapeType="1" noTextEdit="1"/>
              </p:cNvSpPr>
              <p:nvPr/>
            </p:nvSpPr>
            <p:spPr>
              <a:xfrm>
                <a:off x="186596" y="3010207"/>
                <a:ext cx="8672097" cy="954107"/>
              </a:xfrm>
              <a:prstGeom prst="rect">
                <a:avLst/>
              </a:prstGeom>
              <a:blipFill>
                <a:blip r:embed="rId4"/>
                <a:stretch>
                  <a:fillRect l="-211" t="-1282" r="-211" b="-5769"/>
                </a:stretch>
              </a:blipFill>
            </p:spPr>
            <p:txBody>
              <a:bodyPr/>
              <a:lstStyle/>
              <a:p>
                <a:r>
                  <a:rPr lang="en-GB">
                    <a:noFill/>
                  </a:rPr>
                  <a:t> </a:t>
                </a:r>
              </a:p>
            </p:txBody>
          </p:sp>
        </mc:Fallback>
      </mc:AlternateContent>
    </p:spTree>
    <p:extLst>
      <p:ext uri="{BB962C8B-B14F-4D97-AF65-F5344CB8AC3E}">
        <p14:creationId xmlns:p14="http://schemas.microsoft.com/office/powerpoint/2010/main" val="3737813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Introduction – Statistical Hypothesis Interpretation</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C3341D5-0A59-130F-E320-BD711EA62A9F}"/>
                  </a:ext>
                </a:extLst>
              </p:cNvPr>
              <p:cNvSpPr txBox="1"/>
              <p:nvPr/>
            </p:nvSpPr>
            <p:spPr>
              <a:xfrm>
                <a:off x="186596" y="737105"/>
                <a:ext cx="8672097" cy="1107996"/>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pPr>
                <a:r>
                  <a:rPr lang="en-GB" sz="1400" b="1" dirty="0">
                    <a:latin typeface="Calibri" panose="020F0502020204030204" pitchFamily="34" charset="0"/>
                    <a:ea typeface="Calibri" panose="020F0502020204030204" pitchFamily="34" charset="0"/>
                    <a:cs typeface="Calibri" panose="020F0502020204030204" pitchFamily="34" charset="0"/>
                  </a:rPr>
                  <a:t>Calculating critical values: </a:t>
                </a:r>
                <a:r>
                  <a:rPr lang="en-GB" sz="1400" dirty="0">
                    <a:latin typeface="Calibri" panose="020F0502020204030204" pitchFamily="34" charset="0"/>
                    <a:ea typeface="Calibri" panose="020F0502020204030204" pitchFamily="34" charset="0"/>
                    <a:cs typeface="Calibri" panose="020F0502020204030204" pitchFamily="34" charset="0"/>
                  </a:rPr>
                  <a:t>a critical value is defined in the context of the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population distribution </a:t>
                </a:r>
                <a:r>
                  <a:rPr lang="en-GB" sz="1400" dirty="0">
                    <a:latin typeface="Calibri" panose="020F0502020204030204" pitchFamily="34" charset="0"/>
                    <a:ea typeface="Calibri" panose="020F0502020204030204" pitchFamily="34" charset="0"/>
                    <a:cs typeface="Calibri" panose="020F0502020204030204" pitchFamily="34" charset="0"/>
                  </a:rPr>
                  <a:t>and a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probability</a:t>
                </a:r>
                <a:r>
                  <a:rPr lang="en-GB" sz="1400" dirty="0">
                    <a:latin typeface="Calibri" panose="020F0502020204030204" pitchFamily="34" charset="0"/>
                    <a:ea typeface="Calibri" panose="020F0502020204030204" pitchFamily="34" charset="0"/>
                    <a:cs typeface="Calibri" panose="020F0502020204030204" pitchFamily="34" charset="0"/>
                  </a:rPr>
                  <a:t>. An observation from the population with a value equal to or lesser than a critical value with the given probability.</a:t>
                </a:r>
              </a:p>
              <a:p>
                <a:pPr marL="269875" algn="ctr">
                  <a:spcBef>
                    <a:spcPts val="600"/>
                  </a:spcBef>
                  <a:spcAft>
                    <a:spcPts val="600"/>
                  </a:spcAft>
                </a:pPr>
                <a14:m>
                  <m:oMathPara xmlns:m="http://schemas.openxmlformats.org/officeDocument/2006/math">
                    <m:oMathParaPr>
                      <m:jc m:val="centerGroup"/>
                    </m:oMathParaPr>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𝑃</m:t>
                      </m:r>
                      <m:r>
                        <a:rPr lang="en-GB" sz="1400" i="1" dirty="0" smtClean="0">
                          <a:latin typeface="Cambria Math" panose="02040503050406030204" pitchFamily="18" charset="0"/>
                          <a:ea typeface="Calibri" panose="020F0502020204030204" pitchFamily="34" charset="0"/>
                          <a:cs typeface="Calibri" panose="020F0502020204030204" pitchFamily="34" charset="0"/>
                        </a:rPr>
                        <m:t>(</m:t>
                      </m:r>
                      <m:r>
                        <a:rPr lang="en-GB" sz="1400" i="1" dirty="0" err="1" smtClean="0">
                          <a:latin typeface="Cambria Math" panose="02040503050406030204" pitchFamily="18" charset="0"/>
                          <a:ea typeface="Calibri" panose="020F0502020204030204" pitchFamily="34" charset="0"/>
                          <a:cs typeface="Calibri" panose="020F0502020204030204" pitchFamily="34" charset="0"/>
                        </a:rPr>
                        <m:t>𝑋</m:t>
                      </m:r>
                      <m:r>
                        <a:rPr lang="en-GB" sz="1400" i="1" dirty="0" err="1" smtClean="0">
                          <a:latin typeface="Cambria Math" panose="02040503050406030204" pitchFamily="18" charset="0"/>
                          <a:ea typeface="Calibri" panose="020F0502020204030204" pitchFamily="34" charset="0"/>
                          <a:cs typeface="Calibri" panose="020F0502020204030204" pitchFamily="34" charset="0"/>
                        </a:rPr>
                        <m:t>≤</m:t>
                      </m:r>
                      <m:r>
                        <a:rPr lang="en-GB" sz="1400" i="1" dirty="0" err="1" smtClean="0">
                          <a:latin typeface="Cambria Math" panose="02040503050406030204" pitchFamily="18" charset="0"/>
                          <a:ea typeface="Calibri" panose="020F0502020204030204" pitchFamily="34" charset="0"/>
                          <a:cs typeface="Calibri" panose="020F0502020204030204" pitchFamily="34" charset="0"/>
                        </a:rPr>
                        <m:t>𝑐𝑟𝑖𝑡𝑖𝑐𝑎𝑙</m:t>
                      </m:r>
                      <m:r>
                        <a:rPr lang="en-GB" sz="1400" i="1" dirty="0" smtClean="0">
                          <a:latin typeface="Cambria Math" panose="02040503050406030204" pitchFamily="18" charset="0"/>
                          <a:ea typeface="Calibri" panose="020F0502020204030204" pitchFamily="34" charset="0"/>
                          <a:cs typeface="Calibri" panose="020F0502020204030204" pitchFamily="34" charset="0"/>
                        </a:rPr>
                        <m:t> </m:t>
                      </m:r>
                      <m:r>
                        <a:rPr lang="en-GB" sz="1400" i="1" dirty="0" smtClean="0">
                          <a:latin typeface="Cambria Math" panose="02040503050406030204" pitchFamily="18" charset="0"/>
                          <a:ea typeface="Calibri" panose="020F0502020204030204" pitchFamily="34" charset="0"/>
                          <a:cs typeface="Calibri" panose="020F0502020204030204" pitchFamily="34" charset="0"/>
                        </a:rPr>
                        <m:t>𝑣𝑎𝑙𝑢𝑒</m:t>
                      </m:r>
                      <m:r>
                        <a:rPr lang="en-GB" sz="1400" i="1" dirty="0" smtClean="0">
                          <a:latin typeface="Cambria Math" panose="02040503050406030204" pitchFamily="18" charset="0"/>
                          <a:ea typeface="Calibri" panose="020F0502020204030204" pitchFamily="34" charset="0"/>
                          <a:cs typeface="Calibri" panose="020F0502020204030204" pitchFamily="34" charset="0"/>
                        </a:rPr>
                        <m:t>)=</m:t>
                      </m:r>
                      <m:r>
                        <a:rPr lang="en-GB" sz="1400" i="1" dirty="0" smtClean="0">
                          <a:latin typeface="Cambria Math" panose="02040503050406030204" pitchFamily="18" charset="0"/>
                          <a:ea typeface="Calibri" panose="020F0502020204030204" pitchFamily="34" charset="0"/>
                          <a:cs typeface="Calibri" panose="020F0502020204030204" pitchFamily="34" charset="0"/>
                        </a:rPr>
                        <m:t>𝑝𝑟𝑜𝑏𝑎𝑏𝑖𝑙𝑖𝑡𝑦</m:t>
                      </m:r>
                    </m:oMath>
                  </m:oMathPara>
                </a14:m>
                <a:endParaRPr lang="en-GB" sz="14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1" name="TextBox 30">
                <a:extLst>
                  <a:ext uri="{FF2B5EF4-FFF2-40B4-BE49-F238E27FC236}">
                    <a16:creationId xmlns:a16="http://schemas.microsoft.com/office/drawing/2014/main" id="{1C3341D5-0A59-130F-E320-BD711EA62A9F}"/>
                  </a:ext>
                </a:extLst>
              </p:cNvPr>
              <p:cNvSpPr txBox="1">
                <a:spLocks noRot="1" noChangeAspect="1" noMove="1" noResize="1" noEditPoints="1" noAdjustHandles="1" noChangeArrowheads="1" noChangeShapeType="1" noTextEdit="1"/>
              </p:cNvSpPr>
              <p:nvPr/>
            </p:nvSpPr>
            <p:spPr>
              <a:xfrm>
                <a:off x="186596" y="737105"/>
                <a:ext cx="8672097" cy="1107996"/>
              </a:xfrm>
              <a:prstGeom prst="rect">
                <a:avLst/>
              </a:prstGeom>
              <a:blipFill>
                <a:blip r:embed="rId3"/>
                <a:stretch>
                  <a:fillRect l="-141" t="-1099" r="-211"/>
                </a:stretch>
              </a:blipFill>
            </p:spPr>
            <p:txBody>
              <a:bodyPr/>
              <a:lstStyle/>
              <a:p>
                <a:r>
                  <a:rPr lang="en-GB">
                    <a:noFill/>
                  </a:rPr>
                  <a:t> </a:t>
                </a:r>
              </a:p>
            </p:txBody>
          </p:sp>
        </mc:Fallback>
      </mc:AlternateContent>
      <p:sp>
        <p:nvSpPr>
          <p:cNvPr id="3" name="TextBox 2">
            <a:extLst>
              <a:ext uri="{FF2B5EF4-FFF2-40B4-BE49-F238E27FC236}">
                <a16:creationId xmlns:a16="http://schemas.microsoft.com/office/drawing/2014/main" id="{238EA348-8F91-65B1-2745-BA519DAA7441}"/>
              </a:ext>
            </a:extLst>
          </p:cNvPr>
          <p:cNvSpPr txBox="1"/>
          <p:nvPr/>
        </p:nvSpPr>
        <p:spPr>
          <a:xfrm>
            <a:off x="186596" y="2375071"/>
            <a:ext cx="8672097" cy="1400383"/>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The function above is effectively </a:t>
            </a:r>
            <a:r>
              <a:rPr lang="en-GB" sz="1400" b="1" dirty="0">
                <a:latin typeface="Calibri" panose="020F0502020204030204" pitchFamily="34" charset="0"/>
                <a:ea typeface="Calibri" panose="020F0502020204030204" pitchFamily="34" charset="0"/>
                <a:cs typeface="Calibri" panose="020F0502020204030204" pitchFamily="34" charset="0"/>
              </a:rPr>
              <a:t>Cumulative density function</a:t>
            </a:r>
            <a:r>
              <a:rPr lang="en-GB" sz="1400" dirty="0">
                <a:latin typeface="Calibri" panose="020F0502020204030204" pitchFamily="34" charset="0"/>
                <a:ea typeface="Calibri" panose="020F0502020204030204" pitchFamily="34" charset="0"/>
                <a:cs typeface="Calibri" panose="020F0502020204030204" pitchFamily="34" charset="0"/>
              </a:rPr>
              <a:t> (</a:t>
            </a:r>
            <a:r>
              <a:rPr lang="en-GB" sz="1400" b="1" dirty="0">
                <a:latin typeface="Calibri" panose="020F0502020204030204" pitchFamily="34" charset="0"/>
                <a:ea typeface="Calibri" panose="020F0502020204030204" pitchFamily="34" charset="0"/>
                <a:cs typeface="Calibri" panose="020F0502020204030204" pitchFamily="34" charset="0"/>
              </a:rPr>
              <a:t>CDF</a:t>
            </a:r>
            <a:r>
              <a:rPr lang="en-GB" sz="1400" dirty="0">
                <a:latin typeface="Calibri" panose="020F0502020204030204" pitchFamily="34" charset="0"/>
                <a:ea typeface="Calibri" panose="020F0502020204030204" pitchFamily="34" charset="0"/>
                <a:cs typeface="Calibri" panose="020F0502020204030204" pitchFamily="34" charset="0"/>
              </a:rPr>
              <a:t>) as it returns the probability for an observation equal to or lesser than a specific value from the distribution. </a:t>
            </a:r>
          </a:p>
          <a:p>
            <a:pPr marL="285750" indent="-285750" algn="just">
              <a:spcBef>
                <a:spcPts val="600"/>
              </a:spcBef>
              <a:spcAft>
                <a:spcPts val="600"/>
              </a:spcAft>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The </a:t>
            </a: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inverse</a:t>
            </a:r>
            <a:r>
              <a:rPr lang="en-GB" sz="1400" dirty="0">
                <a:latin typeface="Calibri" panose="020F0502020204030204" pitchFamily="34" charset="0"/>
                <a:ea typeface="Calibri" panose="020F0502020204030204" pitchFamily="34" charset="0"/>
                <a:cs typeface="Calibri" panose="020F0502020204030204" pitchFamily="34" charset="0"/>
              </a:rPr>
              <a:t> of the CDF is called the </a:t>
            </a:r>
            <a:r>
              <a:rPr lang="en-GB" sz="1400" b="1" dirty="0">
                <a:latin typeface="Calibri" panose="020F0502020204030204" pitchFamily="34" charset="0"/>
                <a:ea typeface="Calibri" panose="020F0502020204030204" pitchFamily="34" charset="0"/>
                <a:cs typeface="Calibri" panose="020F0502020204030204" pitchFamily="34" charset="0"/>
              </a:rPr>
              <a:t>percent point function </a:t>
            </a:r>
            <a:r>
              <a:rPr lang="en-GB" sz="1400" dirty="0">
                <a:latin typeface="Calibri" panose="020F0502020204030204" pitchFamily="34" charset="0"/>
                <a:ea typeface="Calibri" panose="020F0502020204030204" pitchFamily="34" charset="0"/>
                <a:cs typeface="Calibri" panose="020F0502020204030204" pitchFamily="34" charset="0"/>
              </a:rPr>
              <a:t>(</a:t>
            </a:r>
            <a:r>
              <a:rPr lang="en-GB" sz="1400" b="1" dirty="0">
                <a:latin typeface="Calibri" panose="020F0502020204030204" pitchFamily="34" charset="0"/>
                <a:ea typeface="Calibri" panose="020F0502020204030204" pitchFamily="34" charset="0"/>
                <a:cs typeface="Calibri" panose="020F0502020204030204" pitchFamily="34" charset="0"/>
              </a:rPr>
              <a:t>PPF</a:t>
            </a:r>
            <a:r>
              <a:rPr lang="en-GB" sz="1400" dirty="0">
                <a:latin typeface="Calibri" panose="020F0502020204030204" pitchFamily="34" charset="0"/>
                <a:ea typeface="Calibri" panose="020F0502020204030204" pitchFamily="34" charset="0"/>
                <a:cs typeface="Calibri" panose="020F0502020204030204" pitchFamily="34" charset="0"/>
              </a:rPr>
              <a:t>), which returns the observation value (i.e., critical value) for the provided probability that is less than or equal to the provided probability. </a:t>
            </a:r>
          </a:p>
          <a:p>
            <a:pPr marL="285750" indent="-285750" algn="just">
              <a:buFont typeface="Arial" panose="020B0604020202020204" pitchFamily="34" charset="0"/>
              <a:buChar char="•"/>
            </a:pPr>
            <a:endParaRPr lang="en-GB" sz="1400" dirty="0">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D5DEE4E-58E7-2CE1-DDB9-AC10B109ACE8}"/>
                  </a:ext>
                </a:extLst>
              </p:cNvPr>
              <p:cNvSpPr txBox="1"/>
              <p:nvPr/>
            </p:nvSpPr>
            <p:spPr>
              <a:xfrm>
                <a:off x="2236644" y="1868990"/>
                <a:ext cx="4572000" cy="30008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𝑝𝑟𝑜𝑏𝑎𝑏𝑖𝑙𝑖𝑡𝑦</m:t>
                      </m:r>
                      <m:r>
                        <a:rPr lang="en-GB" i="1" dirty="0" smtClean="0">
                          <a:latin typeface="Cambria Math" panose="02040503050406030204" pitchFamily="18" charset="0"/>
                        </a:rPr>
                        <m:t>=1−</m:t>
                      </m:r>
                      <m:r>
                        <a:rPr lang="en-GB" i="1" dirty="0" smtClean="0">
                          <a:latin typeface="Cambria Math" panose="02040503050406030204" pitchFamily="18" charset="0"/>
                        </a:rPr>
                        <m:t>𝑎𝑙𝑝h𝑎</m:t>
                      </m:r>
                    </m:oMath>
                  </m:oMathPara>
                </a14:m>
                <a:endParaRPr lang="en-GB" dirty="0"/>
              </a:p>
            </p:txBody>
          </p:sp>
        </mc:Choice>
        <mc:Fallback xmlns="">
          <p:sp>
            <p:nvSpPr>
              <p:cNvPr id="5" name="TextBox 4">
                <a:extLst>
                  <a:ext uri="{FF2B5EF4-FFF2-40B4-BE49-F238E27FC236}">
                    <a16:creationId xmlns:a16="http://schemas.microsoft.com/office/drawing/2014/main" id="{BD5DEE4E-58E7-2CE1-DDB9-AC10B109ACE8}"/>
                  </a:ext>
                </a:extLst>
              </p:cNvPr>
              <p:cNvSpPr txBox="1">
                <a:spLocks noRot="1" noChangeAspect="1" noMove="1" noResize="1" noEditPoints="1" noAdjustHandles="1" noChangeArrowheads="1" noChangeShapeType="1" noTextEdit="1"/>
              </p:cNvSpPr>
              <p:nvPr/>
            </p:nvSpPr>
            <p:spPr>
              <a:xfrm>
                <a:off x="2236644" y="1868990"/>
                <a:ext cx="4572000" cy="300082"/>
              </a:xfrm>
              <a:prstGeom prst="rect">
                <a:avLst/>
              </a:prstGeom>
              <a:blipFill>
                <a:blip r:embed="rId4"/>
                <a:stretch>
                  <a:fillRect b="-1020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E87678D-9392-75A5-01BF-F916A718441F}"/>
                  </a:ext>
                </a:extLst>
              </p:cNvPr>
              <p:cNvSpPr txBox="1"/>
              <p:nvPr/>
            </p:nvSpPr>
            <p:spPr>
              <a:xfrm>
                <a:off x="2236644" y="3784348"/>
                <a:ext cx="4572000" cy="30008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GB" b="1" i="1" dirty="0" smtClean="0">
                          <a:solidFill>
                            <a:srgbClr val="FF0000"/>
                          </a:solidFill>
                          <a:latin typeface="Cambria Math" panose="02040503050406030204" pitchFamily="18" charset="0"/>
                        </a:rPr>
                        <m:t>𝑺𝒄𝒊𝑷𝒚</m:t>
                      </m:r>
                      <m:r>
                        <a:rPr lang="en-GB" b="1" i="1" dirty="0" smtClean="0">
                          <a:solidFill>
                            <a:srgbClr val="FF0000"/>
                          </a:solidFill>
                          <a:latin typeface="Cambria Math" panose="02040503050406030204" pitchFamily="18" charset="0"/>
                        </a:rPr>
                        <m:t>→</m:t>
                      </m:r>
                      <m:r>
                        <a:rPr lang="en-GB" b="1" i="1" dirty="0" smtClean="0">
                          <a:solidFill>
                            <a:srgbClr val="FF0000"/>
                          </a:solidFill>
                          <a:latin typeface="Cambria Math" panose="02040503050406030204" pitchFamily="18" charset="0"/>
                        </a:rPr>
                        <m:t>𝒑𝒑𝒇</m:t>
                      </m:r>
                      <m:r>
                        <a:rPr lang="en-GB" b="1" i="1" dirty="0" smtClean="0">
                          <a:solidFill>
                            <a:srgbClr val="FF0000"/>
                          </a:solidFill>
                          <a:latin typeface="Cambria Math" panose="02040503050406030204" pitchFamily="18" charset="0"/>
                        </a:rPr>
                        <m:t>()</m:t>
                      </m:r>
                    </m:oMath>
                  </m:oMathPara>
                </a14:m>
                <a:endParaRPr lang="en-GB" b="1" dirty="0">
                  <a:solidFill>
                    <a:srgbClr val="FF0000"/>
                  </a:solidFill>
                </a:endParaRPr>
              </a:p>
            </p:txBody>
          </p:sp>
        </mc:Choice>
        <mc:Fallback xmlns="">
          <p:sp>
            <p:nvSpPr>
              <p:cNvPr id="7" name="TextBox 6">
                <a:extLst>
                  <a:ext uri="{FF2B5EF4-FFF2-40B4-BE49-F238E27FC236}">
                    <a16:creationId xmlns:a16="http://schemas.microsoft.com/office/drawing/2014/main" id="{8E87678D-9392-75A5-01BF-F916A718441F}"/>
                  </a:ext>
                </a:extLst>
              </p:cNvPr>
              <p:cNvSpPr txBox="1">
                <a:spLocks noRot="1" noChangeAspect="1" noMove="1" noResize="1" noEditPoints="1" noAdjustHandles="1" noChangeArrowheads="1" noChangeShapeType="1" noTextEdit="1"/>
              </p:cNvSpPr>
              <p:nvPr/>
            </p:nvSpPr>
            <p:spPr>
              <a:xfrm>
                <a:off x="2236644" y="3784348"/>
                <a:ext cx="4572000" cy="300082"/>
              </a:xfrm>
              <a:prstGeom prst="rect">
                <a:avLst/>
              </a:prstGeom>
              <a:blipFill>
                <a:blip r:embed="rId5"/>
                <a:stretch>
                  <a:fillRect b="-10204"/>
                </a:stretch>
              </a:blipFill>
            </p:spPr>
            <p:txBody>
              <a:bodyPr/>
              <a:lstStyle/>
              <a:p>
                <a:r>
                  <a:rPr lang="en-GB">
                    <a:noFill/>
                  </a:rPr>
                  <a:t> </a:t>
                </a:r>
              </a:p>
            </p:txBody>
          </p:sp>
        </mc:Fallback>
      </mc:AlternateContent>
    </p:spTree>
    <p:extLst>
      <p:ext uri="{BB962C8B-B14F-4D97-AF65-F5344CB8AC3E}">
        <p14:creationId xmlns:p14="http://schemas.microsoft.com/office/powerpoint/2010/main" val="3612607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Introduction – </a:t>
            </a:r>
            <a:r>
              <a:rPr lang="en-GB" sz="2500" b="1" dirty="0">
                <a:ea typeface="DengXian" panose="02010600030101010101" pitchFamily="2" charset="-122"/>
                <a:cs typeface="Times New Roman" panose="02020603050405020304" pitchFamily="18" charset="0"/>
              </a:rPr>
              <a:t>Errors in Statistical Tests</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31765C8-801B-B137-1699-CEB73DBA2624}"/>
                  </a:ext>
                </a:extLst>
              </p:cNvPr>
              <p:cNvSpPr txBox="1"/>
              <p:nvPr/>
            </p:nvSpPr>
            <p:spPr>
              <a:xfrm>
                <a:off x="186595" y="780584"/>
                <a:ext cx="8672097" cy="738664"/>
              </a:xfrm>
              <a:prstGeom prst="rect">
                <a:avLst/>
              </a:prstGeom>
              <a:noFill/>
            </p:spPr>
            <p:txBody>
              <a:bodyPr wrap="square">
                <a:spAutoFit/>
              </a:bodyPr>
              <a:lstStyle/>
              <a:p>
                <a:pPr algn="just"/>
                <a:r>
                  <a:rPr lang="en-GB" sz="1400" dirty="0">
                    <a:latin typeface="Calibri" panose="020F0502020204030204" pitchFamily="34" charset="0"/>
                    <a:ea typeface="Calibri" panose="020F0502020204030204" pitchFamily="34" charset="0"/>
                    <a:cs typeface="Calibri" panose="020F0502020204030204" pitchFamily="34" charset="0"/>
                  </a:rPr>
                  <a:t>The interpretation of a statistical hypothesis test is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probabilistic</a:t>
                </a:r>
                <a:r>
                  <a:rPr lang="en-GB" sz="1400" dirty="0">
                    <a:latin typeface="Calibri" panose="020F0502020204030204" pitchFamily="34" charset="0"/>
                    <a:ea typeface="Calibri" panose="020F0502020204030204" pitchFamily="34" charset="0"/>
                    <a:cs typeface="Calibri" panose="020F0502020204030204" pitchFamily="34" charset="0"/>
                  </a:rPr>
                  <a:t>. That means that the evidence of the test may suggest an outcome and be mistaken. For example, if alpha was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5%</m:t>
                    </m:r>
                  </m:oMath>
                </a14:m>
                <a:r>
                  <a:rPr lang="en-GB" sz="1400" dirty="0">
                    <a:latin typeface="Calibri" panose="020F0502020204030204" pitchFamily="34" charset="0"/>
                    <a:ea typeface="Calibri" panose="020F0502020204030204" pitchFamily="34" charset="0"/>
                    <a:cs typeface="Calibri" panose="020F0502020204030204" pitchFamily="34" charset="0"/>
                  </a:rPr>
                  <a:t>, it suggests that (</a:t>
                </a:r>
                <a:r>
                  <a:rPr lang="en-GB" sz="1400" dirty="0">
                    <a:solidFill>
                      <a:srgbClr val="1C3D74"/>
                    </a:solidFill>
                    <a:latin typeface="Calibri" panose="020F0502020204030204" pitchFamily="34" charset="0"/>
                    <a:ea typeface="Calibri" panose="020F0502020204030204" pitchFamily="34" charset="0"/>
                    <a:cs typeface="Calibri" panose="020F0502020204030204" pitchFamily="34" charset="0"/>
                  </a:rPr>
                  <a:t>at most</a:t>
                </a:r>
                <a:r>
                  <a:rPr lang="en-GB" sz="1400" dirty="0">
                    <a:latin typeface="Calibri" panose="020F0502020204030204" pitchFamily="34" charset="0"/>
                    <a:ea typeface="Calibri" panose="020F0502020204030204" pitchFamily="34" charset="0"/>
                    <a:cs typeface="Calibri" panose="020F0502020204030204" pitchFamily="34" charset="0"/>
                  </a:rPr>
                  <a:t>) 1 time in 20 that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𝐻</m:t>
                    </m:r>
                    <m:r>
                      <a:rPr lang="en-GB" sz="1400" i="1" dirty="0" smtClean="0">
                        <a:latin typeface="Cambria Math" panose="02040503050406030204" pitchFamily="18" charset="0"/>
                        <a:ea typeface="Calibri" panose="020F0502020204030204" pitchFamily="34" charset="0"/>
                        <a:cs typeface="Calibri" panose="020F0502020204030204" pitchFamily="34" charset="0"/>
                      </a:rPr>
                      <m:t>0</m:t>
                    </m:r>
                  </m:oMath>
                </a14:m>
                <a:r>
                  <a:rPr lang="en-GB" sz="1400" dirty="0">
                    <a:latin typeface="Calibri" panose="020F0502020204030204" pitchFamily="34" charset="0"/>
                    <a:ea typeface="Calibri" panose="020F0502020204030204" pitchFamily="34" charset="0"/>
                    <a:cs typeface="Calibri" panose="020F0502020204030204" pitchFamily="34" charset="0"/>
                  </a:rPr>
                  <a:t> would be mistakenly rejected because of the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statistical noise </a:t>
                </a:r>
                <a:r>
                  <a:rPr lang="en-GB" sz="1400" dirty="0">
                    <a:latin typeface="Calibri" panose="020F0502020204030204" pitchFamily="34" charset="0"/>
                    <a:ea typeface="Calibri" panose="020F0502020204030204" pitchFamily="34" charset="0"/>
                    <a:cs typeface="Calibri" panose="020F0502020204030204" pitchFamily="34" charset="0"/>
                  </a:rPr>
                  <a:t>in the data sample.</a:t>
                </a:r>
              </a:p>
            </p:txBody>
          </p:sp>
        </mc:Choice>
        <mc:Fallback xmlns="">
          <p:sp>
            <p:nvSpPr>
              <p:cNvPr id="3" name="TextBox 2">
                <a:extLst>
                  <a:ext uri="{FF2B5EF4-FFF2-40B4-BE49-F238E27FC236}">
                    <a16:creationId xmlns:a16="http://schemas.microsoft.com/office/drawing/2014/main" id="{C31765C8-801B-B137-1699-CEB73DBA2624}"/>
                  </a:ext>
                </a:extLst>
              </p:cNvPr>
              <p:cNvSpPr txBox="1">
                <a:spLocks noRot="1" noChangeAspect="1" noMove="1" noResize="1" noEditPoints="1" noAdjustHandles="1" noChangeArrowheads="1" noChangeShapeType="1" noTextEdit="1"/>
              </p:cNvSpPr>
              <p:nvPr/>
            </p:nvSpPr>
            <p:spPr>
              <a:xfrm>
                <a:off x="186595" y="780584"/>
                <a:ext cx="8672097" cy="738664"/>
              </a:xfrm>
              <a:prstGeom prst="rect">
                <a:avLst/>
              </a:prstGeom>
              <a:blipFill>
                <a:blip r:embed="rId3"/>
                <a:stretch>
                  <a:fillRect l="-211" t="-1653" r="-211" b="-826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4CC5904-5901-90A5-B7D1-0923877C4090}"/>
                  </a:ext>
                </a:extLst>
              </p:cNvPr>
              <p:cNvSpPr txBox="1"/>
              <p:nvPr/>
            </p:nvSpPr>
            <p:spPr>
              <a:xfrm>
                <a:off x="186595" y="1599379"/>
                <a:ext cx="7887884" cy="677108"/>
              </a:xfrm>
              <a:prstGeom prst="rect">
                <a:avLst/>
              </a:prstGeom>
              <a:noFill/>
            </p:spPr>
            <p:txBody>
              <a:bodyPr wrap="square">
                <a:spAutoFit/>
              </a:bodyPr>
              <a:lstStyle/>
              <a:p>
                <a:pPr marL="285750" indent="-285750">
                  <a:spcBef>
                    <a:spcPts val="600"/>
                  </a:spcBef>
                  <a:spcAft>
                    <a:spcPts val="600"/>
                  </a:spcAft>
                  <a:buFont typeface="Arial" panose="020B0604020202020204" pitchFamily="34" charset="0"/>
                  <a:buChar char="•"/>
                </a:pPr>
                <a:r>
                  <a:rPr lang="en-GB" sz="1400" b="1" dirty="0">
                    <a:latin typeface="Calibri" panose="020F0502020204030204" pitchFamily="34" charset="0"/>
                    <a:ea typeface="Calibri" panose="020F0502020204030204" pitchFamily="34" charset="0"/>
                    <a:cs typeface="Calibri" panose="020F0502020204030204" pitchFamily="34" charset="0"/>
                  </a:rPr>
                  <a:t>Type I Error</a:t>
                </a:r>
                <a:r>
                  <a:rPr lang="en-GB" sz="1400" dirty="0">
                    <a:latin typeface="Calibri" panose="020F0502020204030204" pitchFamily="34" charset="0"/>
                    <a:ea typeface="Calibri" panose="020F0502020204030204" pitchFamily="34" charset="0"/>
                    <a:cs typeface="Calibri" panose="020F0502020204030204" pitchFamily="34" charset="0"/>
                  </a:rPr>
                  <a:t>: The incorrect rejection of a true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𝐻</m:t>
                    </m:r>
                    <m:r>
                      <a:rPr lang="en-GB" sz="1400" i="1" dirty="0" smtClean="0">
                        <a:latin typeface="Cambria Math" panose="02040503050406030204" pitchFamily="18" charset="0"/>
                        <a:ea typeface="Calibri" panose="020F0502020204030204" pitchFamily="34" charset="0"/>
                        <a:cs typeface="Calibri" panose="020F0502020204030204" pitchFamily="34" charset="0"/>
                      </a:rPr>
                      <m:t>0</m:t>
                    </m:r>
                  </m:oMath>
                </a14:m>
                <a:r>
                  <a:rPr lang="en-GB" sz="1400" dirty="0">
                    <a:latin typeface="Calibri" panose="020F0502020204030204" pitchFamily="34" charset="0"/>
                    <a:ea typeface="Calibri" panose="020F0502020204030204" pitchFamily="34" charset="0"/>
                    <a:cs typeface="Calibri" panose="020F0502020204030204" pitchFamily="34" charset="0"/>
                  </a:rPr>
                  <a:t>, called a </a:t>
                </a:r>
                <a:r>
                  <a:rPr lang="en-GB" sz="1400" b="1" dirty="0">
                    <a:latin typeface="Calibri" panose="020F0502020204030204" pitchFamily="34" charset="0"/>
                    <a:ea typeface="Calibri" panose="020F0502020204030204" pitchFamily="34" charset="0"/>
                    <a:cs typeface="Calibri" panose="020F0502020204030204" pitchFamily="34" charset="0"/>
                  </a:rPr>
                  <a:t>false positive</a:t>
                </a:r>
                <a:r>
                  <a:rPr lang="en-GB" sz="1400" dirty="0">
                    <a:latin typeface="Calibri" panose="020F0502020204030204" pitchFamily="34" charset="0"/>
                    <a:ea typeface="Calibri" panose="020F0502020204030204" pitchFamily="34" charset="0"/>
                    <a:cs typeface="Calibri" panose="020F0502020204030204" pitchFamily="34" charset="0"/>
                  </a:rPr>
                  <a:t>.</a:t>
                </a:r>
              </a:p>
              <a:p>
                <a:pPr marL="285750" indent="-285750">
                  <a:spcBef>
                    <a:spcPts val="600"/>
                  </a:spcBef>
                  <a:spcAft>
                    <a:spcPts val="600"/>
                  </a:spcAft>
                  <a:buFont typeface="Arial" panose="020B0604020202020204" pitchFamily="34" charset="0"/>
                  <a:buChar char="•"/>
                </a:pPr>
                <a:r>
                  <a:rPr lang="en-GB" sz="1400" b="1" dirty="0">
                    <a:latin typeface="Calibri" panose="020F0502020204030204" pitchFamily="34" charset="0"/>
                    <a:ea typeface="Calibri" panose="020F0502020204030204" pitchFamily="34" charset="0"/>
                    <a:cs typeface="Calibri" panose="020F0502020204030204" pitchFamily="34" charset="0"/>
                  </a:rPr>
                  <a:t>Type II Error</a:t>
                </a:r>
                <a:r>
                  <a:rPr lang="en-GB" sz="1400" dirty="0">
                    <a:latin typeface="Calibri" panose="020F0502020204030204" pitchFamily="34" charset="0"/>
                    <a:ea typeface="Calibri" panose="020F0502020204030204" pitchFamily="34" charset="0"/>
                    <a:cs typeface="Calibri" panose="020F0502020204030204" pitchFamily="34" charset="0"/>
                  </a:rPr>
                  <a:t>: The incorrect failure of rejecting a false </a:t>
                </a:r>
                <a14:m>
                  <m:oMath xmlns:m="http://schemas.openxmlformats.org/officeDocument/2006/math">
                    <m:r>
                      <a:rPr lang="en-GB" sz="1400" i="1" dirty="0" smtClean="0">
                        <a:latin typeface="Cambria Math" panose="02040503050406030204" pitchFamily="18" charset="0"/>
                      </a:rPr>
                      <m:t>𝐻</m:t>
                    </m:r>
                    <m:r>
                      <a:rPr lang="en-GB" sz="1400" i="1" dirty="0" smtClean="0">
                        <a:latin typeface="Cambria Math" panose="02040503050406030204" pitchFamily="18" charset="0"/>
                      </a:rPr>
                      <m:t>0</m:t>
                    </m:r>
                  </m:oMath>
                </a14:m>
                <a:r>
                  <a:rPr lang="en-GB" sz="1400" dirty="0">
                    <a:latin typeface="Calibri" panose="020F0502020204030204" pitchFamily="34" charset="0"/>
                    <a:ea typeface="Calibri" panose="020F0502020204030204" pitchFamily="34" charset="0"/>
                    <a:cs typeface="Calibri" panose="020F0502020204030204" pitchFamily="34" charset="0"/>
                  </a:rPr>
                  <a:t>, called a </a:t>
                </a:r>
                <a:r>
                  <a:rPr lang="en-GB" sz="1400" b="1" dirty="0">
                    <a:latin typeface="Calibri" panose="020F0502020204030204" pitchFamily="34" charset="0"/>
                    <a:ea typeface="Calibri" panose="020F0502020204030204" pitchFamily="34" charset="0"/>
                    <a:cs typeface="Calibri" panose="020F0502020204030204" pitchFamily="34" charset="0"/>
                  </a:rPr>
                  <a:t>false negative</a:t>
                </a:r>
                <a:r>
                  <a:rPr lang="en-GB" sz="1400" dirty="0">
                    <a:latin typeface="Calibri" panose="020F0502020204030204" pitchFamily="34" charset="0"/>
                    <a:ea typeface="Calibri" panose="020F0502020204030204" pitchFamily="34" charset="0"/>
                    <a:cs typeface="Calibri" panose="020F0502020204030204" pitchFamily="34" charset="0"/>
                  </a:rPr>
                  <a:t>.</a:t>
                </a:r>
                <a:endParaRPr lang="en-GB" sz="14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 name="TextBox 6">
                <a:extLst>
                  <a:ext uri="{FF2B5EF4-FFF2-40B4-BE49-F238E27FC236}">
                    <a16:creationId xmlns:a16="http://schemas.microsoft.com/office/drawing/2014/main" id="{F4CC5904-5901-90A5-B7D1-0923877C4090}"/>
                  </a:ext>
                </a:extLst>
              </p:cNvPr>
              <p:cNvSpPr txBox="1">
                <a:spLocks noRot="1" noChangeAspect="1" noMove="1" noResize="1" noEditPoints="1" noAdjustHandles="1" noChangeArrowheads="1" noChangeShapeType="1" noTextEdit="1"/>
              </p:cNvSpPr>
              <p:nvPr/>
            </p:nvSpPr>
            <p:spPr>
              <a:xfrm>
                <a:off x="186595" y="1599379"/>
                <a:ext cx="7887884" cy="677108"/>
              </a:xfrm>
              <a:prstGeom prst="rect">
                <a:avLst/>
              </a:prstGeom>
              <a:blipFill>
                <a:blip r:embed="rId4"/>
                <a:stretch>
                  <a:fillRect l="-155" t="-901" b="-9009"/>
                </a:stretch>
              </a:blipFill>
            </p:spPr>
            <p:txBody>
              <a:bodyPr/>
              <a:lstStyle/>
              <a:p>
                <a:r>
                  <a:rPr lang="en-GB">
                    <a:noFill/>
                  </a:rPr>
                  <a:t> </a:t>
                </a:r>
              </a:p>
            </p:txBody>
          </p:sp>
        </mc:Fallback>
      </mc:AlternateContent>
      <p:sp>
        <p:nvSpPr>
          <p:cNvPr id="11" name="TextBox 10">
            <a:extLst>
              <a:ext uri="{FF2B5EF4-FFF2-40B4-BE49-F238E27FC236}">
                <a16:creationId xmlns:a16="http://schemas.microsoft.com/office/drawing/2014/main" id="{D378F360-5C5F-4A64-A7BD-1D57644A1197}"/>
              </a:ext>
            </a:extLst>
          </p:cNvPr>
          <p:cNvSpPr txBox="1"/>
          <p:nvPr/>
        </p:nvSpPr>
        <p:spPr>
          <a:xfrm>
            <a:off x="186595" y="2500151"/>
            <a:ext cx="8672096" cy="1846659"/>
          </a:xfrm>
          <a:prstGeom prst="rect">
            <a:avLst/>
          </a:prstGeom>
          <a:noFill/>
        </p:spPr>
        <p:txBody>
          <a:bodyPr wrap="square">
            <a:spAutoFit/>
          </a:bodyPr>
          <a:lstStyle/>
          <a:p>
            <a:pPr marL="285750" indent="-285750">
              <a:spcBef>
                <a:spcPts val="600"/>
              </a:spcBef>
              <a:spcAft>
                <a:spcPts val="600"/>
              </a:spcAft>
              <a:buFont typeface="Wingdings" panose="05000000000000000000" pitchFamily="2" charset="2"/>
              <a:buChar char="ü"/>
            </a:pPr>
            <a:r>
              <a:rPr lang="en-GB" sz="1400" dirty="0">
                <a:latin typeface="Calibri" panose="020F0502020204030204" pitchFamily="34" charset="0"/>
                <a:ea typeface="Calibri" panose="020F0502020204030204" pitchFamily="34" charset="0"/>
                <a:cs typeface="Calibri" panose="020F0502020204030204" pitchFamily="34" charset="0"/>
              </a:rPr>
              <a:t>All statistical hypothesis tests have a chance of making either of these types of errors. </a:t>
            </a:r>
          </a:p>
          <a:p>
            <a:pPr marL="285750" indent="-285750">
              <a:spcBef>
                <a:spcPts val="600"/>
              </a:spcBef>
              <a:spcAft>
                <a:spcPts val="600"/>
              </a:spcAft>
              <a:buFont typeface="Wingdings" panose="05000000000000000000" pitchFamily="2" charset="2"/>
              <a:buChar char="ü"/>
            </a:pPr>
            <a:r>
              <a:rPr lang="en-GB" sz="1400" dirty="0">
                <a:latin typeface="Calibri" panose="020F0502020204030204" pitchFamily="34" charset="0"/>
                <a:ea typeface="Calibri" panose="020F0502020204030204" pitchFamily="34" charset="0"/>
                <a:cs typeface="Calibri" panose="020F0502020204030204" pitchFamily="34" charset="0"/>
              </a:rPr>
              <a:t>False findings or false discoveries are more than possible; they are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probable</a:t>
            </a:r>
            <a:r>
              <a:rPr lang="en-GB" sz="1400" dirty="0">
                <a:latin typeface="Calibri" panose="020F0502020204030204" pitchFamily="34" charset="0"/>
                <a:ea typeface="Calibri" panose="020F0502020204030204" pitchFamily="34" charset="0"/>
                <a:cs typeface="Calibri" panose="020F0502020204030204" pitchFamily="34" charset="0"/>
              </a:rPr>
              <a:t>. </a:t>
            </a:r>
          </a:p>
          <a:p>
            <a:pPr marL="285750" indent="-285750">
              <a:spcBef>
                <a:spcPts val="600"/>
              </a:spcBef>
              <a:spcAft>
                <a:spcPts val="600"/>
              </a:spcAft>
              <a:buFont typeface="Wingdings" panose="05000000000000000000" pitchFamily="2" charset="2"/>
              <a:buChar char="ü"/>
            </a:pPr>
            <a:r>
              <a:rPr lang="en-GB" sz="1400" dirty="0">
                <a:latin typeface="Calibri" panose="020F0502020204030204" pitchFamily="34" charset="0"/>
                <a:ea typeface="Calibri" panose="020F0502020204030204" pitchFamily="34" charset="0"/>
                <a:cs typeface="Calibri" panose="020F0502020204030204" pitchFamily="34" charset="0"/>
              </a:rPr>
              <a:t>Ideally, we want to choose a significance level that minimises the likelihood of one of these errors.</a:t>
            </a:r>
          </a:p>
          <a:p>
            <a:pPr marL="285750" indent="-285750" algn="just">
              <a:spcBef>
                <a:spcPts val="600"/>
              </a:spcBef>
              <a:spcAft>
                <a:spcPts val="600"/>
              </a:spcAft>
              <a:buFont typeface="Wingdings" panose="05000000000000000000" pitchFamily="2" charset="2"/>
              <a:buChar char="ü"/>
            </a:pPr>
            <a:r>
              <a:rPr lang="en-GB" sz="1400" dirty="0">
                <a:latin typeface="Calibri" panose="020F0502020204030204" pitchFamily="34" charset="0"/>
                <a:ea typeface="Calibri" panose="020F0502020204030204" pitchFamily="34" charset="0"/>
                <a:cs typeface="Calibri" panose="020F0502020204030204" pitchFamily="34" charset="0"/>
              </a:rPr>
              <a:t>Nevertheless, these types of errors are always present and must be kept in mind when presenting and interpreting the results of statistical tests. It is also a reason why it is important to have findings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independently verified</a:t>
            </a:r>
            <a:r>
              <a:rPr lang="en-GB" sz="1400" dirty="0">
                <a:solidFill>
                  <a:srgbClr val="1C3D74"/>
                </a:solidFill>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1847389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Parametric Methods – Tests for a Single Sample</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5" name="TextBox 4">
            <a:extLst>
              <a:ext uri="{FF2B5EF4-FFF2-40B4-BE49-F238E27FC236}">
                <a16:creationId xmlns:a16="http://schemas.microsoft.com/office/drawing/2014/main" id="{9105927D-43B8-4CCD-D8F2-01F870893BFA}"/>
              </a:ext>
            </a:extLst>
          </p:cNvPr>
          <p:cNvSpPr txBox="1"/>
          <p:nvPr/>
        </p:nvSpPr>
        <p:spPr>
          <a:xfrm>
            <a:off x="186596" y="739866"/>
            <a:ext cx="4572000" cy="307777"/>
          </a:xfrm>
          <a:prstGeom prst="rect">
            <a:avLst/>
          </a:prstGeom>
          <a:noFill/>
        </p:spPr>
        <p:txBody>
          <a:bodyPr wrap="square">
            <a:spAutoFit/>
          </a:bodyPr>
          <a:lstStyle/>
          <a:p>
            <a:r>
              <a:rPr lang="en-GB" sz="1400" b="1" dirty="0">
                <a:latin typeface="Calibri" panose="020F0502020204030204" pitchFamily="34" charset="0"/>
                <a:ea typeface="Calibri" panose="020F0502020204030204" pitchFamily="34" charset="0"/>
                <a:cs typeface="Calibri" panose="020F0502020204030204" pitchFamily="34" charset="0"/>
              </a:rPr>
              <a:t>Tests concerning a single mean</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0433666-9A55-B6AC-E56E-43179535E7F2}"/>
                  </a:ext>
                </a:extLst>
              </p:cNvPr>
              <p:cNvSpPr txBox="1"/>
              <p:nvPr/>
            </p:nvSpPr>
            <p:spPr>
              <a:xfrm>
                <a:off x="186595" y="1060662"/>
                <a:ext cx="8672097" cy="954107"/>
              </a:xfrm>
              <a:prstGeom prst="rect">
                <a:avLst/>
              </a:prstGeom>
              <a:noFill/>
            </p:spPr>
            <p:txBody>
              <a:bodyPr wrap="square">
                <a:spAutoFit/>
              </a:bodyPr>
              <a:lstStyle/>
              <a:p>
                <a:pPr algn="just"/>
                <a:r>
                  <a:rPr lang="en-GB" sz="1400" dirty="0">
                    <a:latin typeface="Calibri" panose="020F0502020204030204" pitchFamily="34" charset="0"/>
                    <a:ea typeface="Calibri" panose="020F0502020204030204" pitchFamily="34" charset="0"/>
                    <a:cs typeface="Calibri" panose="020F0502020204030204" pitchFamily="34" charset="0"/>
                  </a:rPr>
                  <a:t>In general, we need to make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predictions</a:t>
                </a:r>
                <a:r>
                  <a:rPr lang="en-GB" sz="1400" dirty="0">
                    <a:latin typeface="Calibri" panose="020F0502020204030204" pitchFamily="34" charset="0"/>
                    <a:ea typeface="Calibri" panose="020F0502020204030204" pitchFamily="34" charset="0"/>
                    <a:cs typeface="Calibri" panose="020F0502020204030204" pitchFamily="34" charset="0"/>
                  </a:rPr>
                  <a:t>, based on calculation, about the parameters of the population from which the random sample is drawn. We want to ask if the population mean (</a:t>
                </a:r>
                <a14:m>
                  <m:oMath xmlns:m="http://schemas.openxmlformats.org/officeDocument/2006/math">
                    <m:r>
                      <a:rPr lang="en-GB" sz="1400" i="1" smtClean="0">
                        <a:latin typeface="Cambria Math" panose="02040503050406030204" pitchFamily="18" charset="0"/>
                        <a:ea typeface="Cambria Math" panose="02040503050406030204" pitchFamily="18" charset="0"/>
                      </a:rPr>
                      <m:t>𝜇</m:t>
                    </m:r>
                  </m:oMath>
                </a14:m>
                <a:r>
                  <a:rPr lang="en-GB" sz="1400" dirty="0">
                    <a:latin typeface="Calibri" panose="020F0502020204030204" pitchFamily="34" charset="0"/>
                    <a:ea typeface="Calibri" panose="020F0502020204030204" pitchFamily="34" charset="0"/>
                    <a:cs typeface="Calibri" panose="020F0502020204030204" pitchFamily="34" charset="0"/>
                  </a:rPr>
                  <a:t>) is the same, greater or less than the hypothesised mean </a:t>
                </a:r>
                <a14:m>
                  <m:oMath xmlns:m="http://schemas.openxmlformats.org/officeDocument/2006/math">
                    <m:sSub>
                      <m:sSubPr>
                        <m:ctrlPr>
                          <a:rPr lang="en-GB" sz="1400" i="1" dirty="0" smtClean="0">
                            <a:latin typeface="Cambria Math" panose="02040503050406030204" pitchFamily="18" charset="0"/>
                            <a:ea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𝜇</m:t>
                        </m:r>
                      </m:e>
                      <m:sub>
                        <m:r>
                          <a:rPr lang="en-GB" sz="1400" b="0" i="1" dirty="0" smtClean="0">
                            <a:latin typeface="Cambria Math" panose="02040503050406030204" pitchFamily="18" charset="0"/>
                            <a:ea typeface="Cambria Math" panose="02040503050406030204" pitchFamily="18" charset="0"/>
                          </a:rPr>
                          <m:t>0</m:t>
                        </m:r>
                      </m:sub>
                    </m:sSub>
                  </m:oMath>
                </a14:m>
                <a:r>
                  <a:rPr lang="en-GB" sz="1400" dirty="0">
                    <a:latin typeface="Calibri" panose="020F0502020204030204" pitchFamily="34" charset="0"/>
                    <a:ea typeface="Calibri" panose="020F0502020204030204" pitchFamily="34" charset="0"/>
                    <a:cs typeface="Calibri" panose="020F0502020204030204" pitchFamily="34" charset="0"/>
                  </a:rPr>
                  <a:t>. The statistical tests used to answer the above question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depend</a:t>
                </a:r>
                <a:r>
                  <a:rPr lang="en-GB" sz="1400" dirty="0">
                    <a:latin typeface="Calibri" panose="020F0502020204030204" pitchFamily="34" charset="0"/>
                    <a:ea typeface="Calibri" panose="020F0502020204030204" pitchFamily="34" charset="0"/>
                    <a:cs typeface="Calibri" panose="020F0502020204030204" pitchFamily="34" charset="0"/>
                  </a:rPr>
                  <a:t> on whether the variance of the population is known or not. </a:t>
                </a:r>
              </a:p>
            </p:txBody>
          </p:sp>
        </mc:Choice>
        <mc:Fallback xmlns="">
          <p:sp>
            <p:nvSpPr>
              <p:cNvPr id="8" name="TextBox 7">
                <a:extLst>
                  <a:ext uri="{FF2B5EF4-FFF2-40B4-BE49-F238E27FC236}">
                    <a16:creationId xmlns:a16="http://schemas.microsoft.com/office/drawing/2014/main" id="{A0433666-9A55-B6AC-E56E-43179535E7F2}"/>
                  </a:ext>
                </a:extLst>
              </p:cNvPr>
              <p:cNvSpPr txBox="1">
                <a:spLocks noRot="1" noChangeAspect="1" noMove="1" noResize="1" noEditPoints="1" noAdjustHandles="1" noChangeArrowheads="1" noChangeShapeType="1" noTextEdit="1"/>
              </p:cNvSpPr>
              <p:nvPr/>
            </p:nvSpPr>
            <p:spPr>
              <a:xfrm>
                <a:off x="186595" y="1060662"/>
                <a:ext cx="8672097" cy="954107"/>
              </a:xfrm>
              <a:prstGeom prst="rect">
                <a:avLst/>
              </a:prstGeom>
              <a:blipFill>
                <a:blip r:embed="rId3"/>
                <a:stretch>
                  <a:fillRect l="-211" t="-1274" r="-211" b="-5096"/>
                </a:stretch>
              </a:blipFill>
            </p:spPr>
            <p:txBody>
              <a:bodyPr/>
              <a:lstStyle/>
              <a:p>
                <a:r>
                  <a:rPr lang="en-GB">
                    <a:noFill/>
                  </a:rPr>
                  <a:t> </a:t>
                </a:r>
              </a:p>
            </p:txBody>
          </p:sp>
        </mc:Fallback>
      </mc:AlternateContent>
      <p:sp>
        <p:nvSpPr>
          <p:cNvPr id="11" name="TextBox 10">
            <a:extLst>
              <a:ext uri="{FF2B5EF4-FFF2-40B4-BE49-F238E27FC236}">
                <a16:creationId xmlns:a16="http://schemas.microsoft.com/office/drawing/2014/main" id="{642A5D21-9B53-4E6B-C866-AC056BA8D55A}"/>
              </a:ext>
            </a:extLst>
          </p:cNvPr>
          <p:cNvSpPr txBox="1"/>
          <p:nvPr/>
        </p:nvSpPr>
        <p:spPr>
          <a:xfrm>
            <a:off x="186595" y="2027788"/>
            <a:ext cx="4572000" cy="307777"/>
          </a:xfrm>
          <a:prstGeom prst="rect">
            <a:avLst/>
          </a:prstGeom>
          <a:noFill/>
        </p:spPr>
        <p:txBody>
          <a:bodyPr wrap="square">
            <a:spAutoFit/>
          </a:bodyPr>
          <a:lstStyle/>
          <a:p>
            <a:r>
              <a:rPr lang="en-GB" sz="1400" b="1" dirty="0">
                <a:latin typeface="Calibri" panose="020F0502020204030204" pitchFamily="34" charset="0"/>
                <a:ea typeface="Calibri" panose="020F0502020204030204" pitchFamily="34" charset="0"/>
                <a:cs typeface="Calibri" panose="020F0502020204030204" pitchFamily="34" charset="0"/>
              </a:rPr>
              <a:t>Case 1</a:t>
            </a:r>
            <a:r>
              <a:rPr lang="en-GB" sz="1400" dirty="0">
                <a:latin typeface="Calibri" panose="020F0502020204030204" pitchFamily="34" charset="0"/>
                <a:ea typeface="Calibri" panose="020F0502020204030204" pitchFamily="34" charset="0"/>
                <a:cs typeface="Calibri" panose="020F0502020204030204" pitchFamily="34" charset="0"/>
              </a:rPr>
              <a:t> – Population variance known</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222B4F5-C04B-90EC-AA08-603D0DA4F92F}"/>
                  </a:ext>
                </a:extLst>
              </p:cNvPr>
              <p:cNvSpPr txBox="1"/>
              <p:nvPr/>
            </p:nvSpPr>
            <p:spPr>
              <a:xfrm>
                <a:off x="1665514" y="2357160"/>
                <a:ext cx="4572000" cy="738664"/>
              </a:xfrm>
              <a:prstGeom prst="rect">
                <a:avLst/>
              </a:prstGeom>
              <a:noFill/>
            </p:spPr>
            <p:txBody>
              <a:bodyPr wrap="square">
                <a:spAutoFit/>
              </a:bodyPr>
              <a:lstStyle/>
              <a:p>
                <a:r>
                  <a:rPr lang="en-GB" dirty="0"/>
                  <a:t>                                                          </a:t>
                </a:r>
                <a14:m>
                  <m:oMath xmlns:m="http://schemas.openxmlformats.org/officeDocument/2006/math">
                    <m:r>
                      <a:rPr lang="en-GB" i="1" dirty="0" smtClean="0">
                        <a:latin typeface="Cambria Math" panose="02040503050406030204" pitchFamily="18" charset="0"/>
                      </a:rPr>
                      <m:t>𝐻</m:t>
                    </m:r>
                    <m:r>
                      <a:rPr lang="en-GB" b="0" i="1" dirty="0" smtClean="0">
                        <a:latin typeface="Cambria Math" panose="02040503050406030204" pitchFamily="18" charset="0"/>
                      </a:rPr>
                      <m:t>1</m:t>
                    </m:r>
                    <m:r>
                      <a:rPr lang="en-GB" i="1" dirty="0" smtClean="0">
                        <a:latin typeface="Cambria Math" panose="02040503050406030204" pitchFamily="18" charset="0"/>
                      </a:rPr>
                      <m:t>:</m:t>
                    </m:r>
                    <m:r>
                      <a:rPr lang="en-GB" sz="1400" i="1">
                        <a:latin typeface="Cambria Math" panose="02040503050406030204" pitchFamily="18" charset="0"/>
                        <a:ea typeface="Cambria Math" panose="02040503050406030204" pitchFamily="18" charset="0"/>
                      </a:rPr>
                      <m:t>𝜇</m:t>
                    </m:r>
                    <m:r>
                      <a:rPr lang="en-GB" i="1" dirty="0" smtClean="0">
                        <a:latin typeface="Cambria Math" panose="02040503050406030204" pitchFamily="18" charset="0"/>
                        <a:ea typeface="Cambria Math" panose="02040503050406030204" pitchFamily="18" charset="0"/>
                      </a:rPr>
                      <m:t>≠</m:t>
                    </m:r>
                    <m:sSub>
                      <m:sSubPr>
                        <m:ctrlPr>
                          <a:rPr lang="en-GB" sz="1400" i="1" dirty="0">
                            <a:latin typeface="Cambria Math" panose="02040503050406030204" pitchFamily="18" charset="0"/>
                            <a:ea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𝜇</m:t>
                        </m:r>
                      </m:e>
                      <m:sub>
                        <m:r>
                          <a:rPr lang="en-GB" sz="1400" i="1" dirty="0">
                            <a:latin typeface="Cambria Math" panose="02040503050406030204" pitchFamily="18" charset="0"/>
                            <a:ea typeface="Cambria Math" panose="02040503050406030204" pitchFamily="18" charset="0"/>
                          </a:rPr>
                          <m:t>0</m:t>
                        </m:r>
                      </m:sub>
                    </m:sSub>
                  </m:oMath>
                </a14:m>
                <a:endParaRPr lang="en-GB" dirty="0"/>
              </a:p>
              <a:p>
                <a:pPr/>
                <a14:m>
                  <m:oMathPara xmlns:m="http://schemas.openxmlformats.org/officeDocument/2006/math">
                    <m:oMathParaPr>
                      <m:jc m:val="centerGroup"/>
                    </m:oMathParaPr>
                    <m:oMath xmlns:m="http://schemas.openxmlformats.org/officeDocument/2006/math">
                      <m:r>
                        <a:rPr lang="en-GB" i="1" dirty="0">
                          <a:latin typeface="Cambria Math" panose="02040503050406030204" pitchFamily="18" charset="0"/>
                        </a:rPr>
                        <m:t>𝐻</m:t>
                      </m:r>
                      <m:r>
                        <a:rPr lang="en-GB" i="1" dirty="0">
                          <a:latin typeface="Cambria Math" panose="02040503050406030204" pitchFamily="18" charset="0"/>
                        </a:rPr>
                        <m:t>0:</m:t>
                      </m:r>
                      <m:r>
                        <a:rPr lang="en-GB" sz="1400" i="1">
                          <a:latin typeface="Cambria Math" panose="02040503050406030204" pitchFamily="18" charset="0"/>
                          <a:ea typeface="Cambria Math" panose="02040503050406030204" pitchFamily="18" charset="0"/>
                        </a:rPr>
                        <m:t>𝜇</m:t>
                      </m:r>
                      <m:r>
                        <a:rPr lang="en-GB" i="1" dirty="0">
                          <a:latin typeface="Cambria Math" panose="02040503050406030204" pitchFamily="18" charset="0"/>
                        </a:rPr>
                        <m:t>=</m:t>
                      </m:r>
                      <m:sSub>
                        <m:sSubPr>
                          <m:ctrlPr>
                            <a:rPr lang="en-GB" sz="1400" i="1" dirty="0">
                              <a:latin typeface="Cambria Math" panose="02040503050406030204" pitchFamily="18" charset="0"/>
                              <a:ea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𝜇</m:t>
                          </m:r>
                        </m:e>
                        <m:sub>
                          <m:r>
                            <a:rPr lang="en-GB" sz="1400" i="1" dirty="0">
                              <a:latin typeface="Cambria Math" panose="02040503050406030204" pitchFamily="18" charset="0"/>
                              <a:ea typeface="Cambria Math" panose="02040503050406030204" pitchFamily="18" charset="0"/>
                            </a:rPr>
                            <m:t>0</m:t>
                          </m:r>
                        </m:sub>
                      </m:sSub>
                      <m:r>
                        <a:rPr lang="en-GB" sz="1400" i="1" dirty="0">
                          <a:latin typeface="Cambria Math" panose="02040503050406030204" pitchFamily="18" charset="0"/>
                          <a:ea typeface="Cambria Math" panose="02040503050406030204" pitchFamily="18" charset="0"/>
                        </a:rPr>
                        <m:t> </m:t>
                      </m:r>
                      <m:r>
                        <a:rPr lang="en-GB" sz="1400" b="0" i="1" dirty="0" smtClean="0">
                          <a:latin typeface="Cambria Math" panose="02040503050406030204" pitchFamily="18" charset="0"/>
                          <a:ea typeface="Cambria Math" panose="02040503050406030204" pitchFamily="18" charset="0"/>
                        </a:rPr>
                        <m:t>                           </m:t>
                      </m:r>
                      <m:r>
                        <a:rPr lang="en-GB" i="1" dirty="0" smtClean="0">
                          <a:latin typeface="Cambria Math" panose="02040503050406030204" pitchFamily="18" charset="0"/>
                        </a:rPr>
                        <m:t>𝐻</m:t>
                      </m:r>
                      <m:r>
                        <a:rPr lang="en-GB" b="0" i="1" dirty="0" smtClean="0">
                          <a:latin typeface="Cambria Math" panose="02040503050406030204" pitchFamily="18" charset="0"/>
                        </a:rPr>
                        <m:t>1</m:t>
                      </m:r>
                      <m:r>
                        <a:rPr lang="en-GB" i="1" dirty="0" smtClean="0">
                          <a:latin typeface="Cambria Math" panose="02040503050406030204" pitchFamily="18" charset="0"/>
                        </a:rPr>
                        <m:t>:</m:t>
                      </m:r>
                      <m:r>
                        <a:rPr lang="en-GB" sz="1400" i="1">
                          <a:latin typeface="Cambria Math" panose="02040503050406030204" pitchFamily="18" charset="0"/>
                          <a:ea typeface="Cambria Math" panose="02040503050406030204" pitchFamily="18" charset="0"/>
                        </a:rPr>
                        <m:t>𝜇</m:t>
                      </m:r>
                      <m:r>
                        <a:rPr lang="en-GB" i="1" dirty="0" smtClean="0">
                          <a:latin typeface="Cambria Math" panose="02040503050406030204" pitchFamily="18" charset="0"/>
                          <a:ea typeface="Cambria Math" panose="02040503050406030204" pitchFamily="18" charset="0"/>
                        </a:rPr>
                        <m:t>&gt;</m:t>
                      </m:r>
                      <m:sSub>
                        <m:sSubPr>
                          <m:ctrlPr>
                            <a:rPr lang="en-GB" sz="1400" i="1" dirty="0">
                              <a:latin typeface="Cambria Math" panose="02040503050406030204" pitchFamily="18" charset="0"/>
                              <a:ea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𝜇</m:t>
                          </m:r>
                        </m:e>
                        <m:sub>
                          <m:r>
                            <a:rPr lang="en-GB" sz="1400" i="1" dirty="0">
                              <a:latin typeface="Cambria Math" panose="02040503050406030204" pitchFamily="18" charset="0"/>
                              <a:ea typeface="Cambria Math" panose="02040503050406030204" pitchFamily="18" charset="0"/>
                            </a:rPr>
                            <m:t>0</m:t>
                          </m:r>
                        </m:sub>
                      </m:sSub>
                    </m:oMath>
                  </m:oMathPara>
                </a14:m>
                <a:endParaRPr lang="en-GB" dirty="0"/>
              </a:p>
              <a:p>
                <a:r>
                  <a:rPr lang="en-GB" dirty="0"/>
                  <a:t>                                                          </a:t>
                </a:r>
                <a14:m>
                  <m:oMath xmlns:m="http://schemas.openxmlformats.org/officeDocument/2006/math">
                    <m:r>
                      <a:rPr lang="en-GB" i="1" dirty="0" smtClean="0">
                        <a:latin typeface="Cambria Math" panose="02040503050406030204" pitchFamily="18" charset="0"/>
                      </a:rPr>
                      <m:t>𝐻</m:t>
                    </m:r>
                    <m:r>
                      <a:rPr lang="en-GB" b="0" i="1" dirty="0" smtClean="0">
                        <a:latin typeface="Cambria Math" panose="02040503050406030204" pitchFamily="18" charset="0"/>
                      </a:rPr>
                      <m:t>1</m:t>
                    </m:r>
                    <m:r>
                      <a:rPr lang="en-GB" i="1" dirty="0" smtClean="0">
                        <a:latin typeface="Cambria Math" panose="02040503050406030204" pitchFamily="18" charset="0"/>
                      </a:rPr>
                      <m:t>:</m:t>
                    </m:r>
                    <m:r>
                      <a:rPr lang="en-GB" sz="1400" i="1">
                        <a:latin typeface="Cambria Math" panose="02040503050406030204" pitchFamily="18" charset="0"/>
                        <a:ea typeface="Cambria Math" panose="02040503050406030204" pitchFamily="18" charset="0"/>
                      </a:rPr>
                      <m:t>𝜇</m:t>
                    </m:r>
                    <m:r>
                      <a:rPr lang="en-GB" i="1" dirty="0" smtClean="0">
                        <a:latin typeface="Cambria Math" panose="02040503050406030204" pitchFamily="18" charset="0"/>
                        <a:ea typeface="Cambria Math" panose="02040503050406030204" pitchFamily="18" charset="0"/>
                      </a:rPr>
                      <m:t>&lt;</m:t>
                    </m:r>
                    <m:sSub>
                      <m:sSubPr>
                        <m:ctrlPr>
                          <a:rPr lang="en-GB" sz="1400" i="1" dirty="0">
                            <a:latin typeface="Cambria Math" panose="02040503050406030204" pitchFamily="18" charset="0"/>
                            <a:ea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𝜇</m:t>
                        </m:r>
                      </m:e>
                      <m:sub>
                        <m:r>
                          <a:rPr lang="en-GB" sz="1400" i="1" dirty="0">
                            <a:latin typeface="Cambria Math" panose="02040503050406030204" pitchFamily="18" charset="0"/>
                            <a:ea typeface="Cambria Math" panose="02040503050406030204" pitchFamily="18" charset="0"/>
                          </a:rPr>
                          <m:t>0</m:t>
                        </m:r>
                      </m:sub>
                    </m:sSub>
                  </m:oMath>
                </a14:m>
                <a:endParaRPr lang="en-GB" dirty="0"/>
              </a:p>
            </p:txBody>
          </p:sp>
        </mc:Choice>
        <mc:Fallback xmlns="">
          <p:sp>
            <p:nvSpPr>
              <p:cNvPr id="14" name="TextBox 13">
                <a:extLst>
                  <a:ext uri="{FF2B5EF4-FFF2-40B4-BE49-F238E27FC236}">
                    <a16:creationId xmlns:a16="http://schemas.microsoft.com/office/drawing/2014/main" id="{6222B4F5-C04B-90EC-AA08-603D0DA4F92F}"/>
                  </a:ext>
                </a:extLst>
              </p:cNvPr>
              <p:cNvSpPr txBox="1">
                <a:spLocks noRot="1" noChangeAspect="1" noMove="1" noResize="1" noEditPoints="1" noAdjustHandles="1" noChangeArrowheads="1" noChangeShapeType="1" noTextEdit="1"/>
              </p:cNvSpPr>
              <p:nvPr/>
            </p:nvSpPr>
            <p:spPr>
              <a:xfrm>
                <a:off x="1665514" y="2357160"/>
                <a:ext cx="4572000" cy="738664"/>
              </a:xfrm>
              <a:prstGeom prst="rect">
                <a:avLst/>
              </a:prstGeom>
              <a:blipFill>
                <a:blip r:embed="rId4"/>
                <a:stretch>
                  <a:fillRect b="-82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73C4F02-F9EE-2F1C-19C0-AB3DF9E498BA}"/>
                  </a:ext>
                </a:extLst>
              </p:cNvPr>
              <p:cNvSpPr txBox="1"/>
              <p:nvPr/>
            </p:nvSpPr>
            <p:spPr>
              <a:xfrm>
                <a:off x="186595" y="3184607"/>
                <a:ext cx="8672097" cy="307777"/>
              </a:xfrm>
              <a:prstGeom prst="rect">
                <a:avLst/>
              </a:prstGeom>
              <a:noFill/>
            </p:spPr>
            <p:txBody>
              <a:bodyPr wrap="square">
                <a:spAutoFit/>
              </a:bodyPr>
              <a:lstStyle/>
              <a:p>
                <a:pPr algn="just"/>
                <a:r>
                  <a:rPr lang="en-GB" sz="1400" dirty="0">
                    <a:latin typeface="Calibri" panose="020F0502020204030204" pitchFamily="34" charset="0"/>
                    <a:ea typeface="Calibri" panose="020F0502020204030204" pitchFamily="34" charset="0"/>
                    <a:cs typeface="Calibri" panose="020F0502020204030204" pitchFamily="34" charset="0"/>
                  </a:rPr>
                  <a:t>Drawing samples of size </a:t>
                </a:r>
                <a14:m>
                  <m:oMath xmlns:m="http://schemas.openxmlformats.org/officeDocument/2006/math">
                    <m:r>
                      <a:rPr lang="en-GB" sz="1400" i="1" dirty="0" smtClean="0">
                        <a:latin typeface="Cambria Math" panose="02040503050406030204" pitchFamily="18" charset="0"/>
                      </a:rPr>
                      <m:t>𝑛</m:t>
                    </m:r>
                  </m:oMath>
                </a14:m>
                <a:r>
                  <a:rPr lang="en-GB" sz="1400" dirty="0">
                    <a:latin typeface="Calibri" panose="020F0502020204030204" pitchFamily="34" charset="0"/>
                    <a:ea typeface="Calibri" panose="020F0502020204030204" pitchFamily="34" charset="0"/>
                    <a:cs typeface="Calibri" panose="020F0502020204030204" pitchFamily="34" charset="0"/>
                  </a:rPr>
                  <a:t> from the population, if </a:t>
                </a:r>
                <a14:m>
                  <m:oMath xmlns:m="http://schemas.openxmlformats.org/officeDocument/2006/math">
                    <m:r>
                      <a:rPr lang="en-GB" sz="1400" i="1" dirty="0" smtClean="0">
                        <a:latin typeface="Cambria Math" panose="02040503050406030204" pitchFamily="18" charset="0"/>
                      </a:rPr>
                      <m:t>𝑛</m:t>
                    </m:r>
                  </m:oMath>
                </a14:m>
                <a:r>
                  <a:rPr lang="en-GB" sz="1400" dirty="0">
                    <a:latin typeface="Calibri" panose="020F0502020204030204" pitchFamily="34" charset="0"/>
                    <a:ea typeface="Calibri" panose="020F0502020204030204" pitchFamily="34" charset="0"/>
                    <a:cs typeface="Calibri" panose="020F0502020204030204" pitchFamily="34" charset="0"/>
                  </a:rPr>
                  <a:t> is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large</a:t>
                </a:r>
                <a:r>
                  <a:rPr lang="en-GB" sz="1400" dirty="0">
                    <a:latin typeface="Calibri" panose="020F0502020204030204" pitchFamily="34" charset="0"/>
                    <a:ea typeface="Calibri" panose="020F0502020204030204" pitchFamily="34" charset="0"/>
                    <a:cs typeface="Calibri" panose="020F0502020204030204" pitchFamily="34" charset="0"/>
                  </a:rPr>
                  <a:t> (say </a:t>
                </a:r>
                <a14:m>
                  <m:oMath xmlns:m="http://schemas.openxmlformats.org/officeDocument/2006/math">
                    <m:r>
                      <a:rPr lang="en-GB" sz="1400" i="1" dirty="0" smtClean="0">
                        <a:latin typeface="Cambria Math" panose="02040503050406030204" pitchFamily="18" charset="0"/>
                      </a:rPr>
                      <m:t>𝑛</m:t>
                    </m:r>
                    <m:r>
                      <a:rPr lang="en-GB" sz="1400" i="1" dirty="0" smtClean="0">
                        <a:latin typeface="Cambria Math" panose="02040503050406030204" pitchFamily="18" charset="0"/>
                      </a:rPr>
                      <m:t> ≥ 30</m:t>
                    </m:r>
                  </m:oMath>
                </a14:m>
                <a:r>
                  <a:rPr lang="en-GB" sz="1400" dirty="0">
                    <a:latin typeface="Calibri" panose="020F0502020204030204" pitchFamily="34" charset="0"/>
                    <a:ea typeface="Calibri" panose="020F0502020204030204" pitchFamily="34" charset="0"/>
                    <a:cs typeface="Calibri" panose="020F0502020204030204" pitchFamily="34" charset="0"/>
                  </a:rPr>
                  <a:t>) then, because of the </a:t>
                </a:r>
                <a:r>
                  <a:rPr lang="en-GB" sz="1400" b="1" dirty="0">
                    <a:latin typeface="Calibri" panose="020F0502020204030204" pitchFamily="34" charset="0"/>
                    <a:ea typeface="Calibri" panose="020F0502020204030204" pitchFamily="34" charset="0"/>
                    <a:cs typeface="Calibri" panose="020F0502020204030204" pitchFamily="34" charset="0"/>
                  </a:rPr>
                  <a:t>CLT</a:t>
                </a:r>
                <a:r>
                  <a:rPr lang="en-GB" sz="14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acc>
                      <m:accPr>
                        <m:chr m:val="̅"/>
                        <m:ctrlPr>
                          <a:rPr lang="en-GB" sz="1400" i="1">
                            <a:latin typeface="Cambria Math" panose="02040503050406030204" pitchFamily="18" charset="0"/>
                          </a:rPr>
                        </m:ctrlPr>
                      </m:accPr>
                      <m:e>
                        <m:r>
                          <a:rPr lang="en-GB" sz="1400" i="1">
                            <a:latin typeface="Cambria Math" panose="02040503050406030204" pitchFamily="18" charset="0"/>
                          </a:rPr>
                          <m:t>𝑥</m:t>
                        </m:r>
                      </m:e>
                    </m:acc>
                    <m:r>
                      <a:rPr lang="en-GB" sz="1400" b="0" i="1" smtClean="0">
                        <a:latin typeface="Cambria Math" panose="02040503050406030204" pitchFamily="18" charset="0"/>
                      </a:rPr>
                      <m:t>~</m:t>
                    </m:r>
                    <m:r>
                      <a:rPr lang="en-GB" sz="1400" b="0" i="1" smtClean="0">
                        <a:latin typeface="Cambria Math" panose="02040503050406030204" pitchFamily="18" charset="0"/>
                      </a:rPr>
                      <m:t>𝑁</m:t>
                    </m:r>
                    <m:r>
                      <a:rPr lang="en-GB" sz="1400" b="0" i="1" smtClean="0">
                        <a:latin typeface="Cambria Math" panose="02040503050406030204" pitchFamily="18" charset="0"/>
                      </a:rPr>
                      <m:t>(</m:t>
                    </m:r>
                    <m:r>
                      <a:rPr lang="en-GB" sz="1400" i="1">
                        <a:latin typeface="Cambria Math" panose="02040503050406030204" pitchFamily="18" charset="0"/>
                        <a:ea typeface="Cambria Math" panose="02040503050406030204" pitchFamily="18" charset="0"/>
                      </a:rPr>
                      <m:t>𝜇</m:t>
                    </m:r>
                  </m:oMath>
                </a14:m>
                <a:r>
                  <a:rPr lang="en-GB" sz="14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bSup>
                      <m:sSubSupPr>
                        <m:ctrlPr>
                          <a:rPr lang="en-GB" sz="1400" i="1" smtClean="0">
                            <a:latin typeface="Cambria Math" panose="02040503050406030204" pitchFamily="18" charset="0"/>
                            <a:ea typeface="Calibri" panose="020F0502020204030204" pitchFamily="34" charset="0"/>
                            <a:cs typeface="Calibri" panose="020F0502020204030204" pitchFamily="34" charset="0"/>
                          </a:rPr>
                        </m:ctrlPr>
                      </m:sSubSupPr>
                      <m:e>
                        <m:r>
                          <a:rPr lang="en-GB" sz="1400" i="1" smtClean="0">
                            <a:latin typeface="Cambria Math" panose="02040503050406030204" pitchFamily="18" charset="0"/>
                            <a:ea typeface="Cambria Math" panose="02040503050406030204" pitchFamily="18" charset="0"/>
                            <a:cs typeface="Calibri" panose="020F0502020204030204" pitchFamily="34" charset="0"/>
                          </a:rPr>
                          <m:t>𝜎</m:t>
                        </m:r>
                      </m:e>
                      <m:sub>
                        <m:r>
                          <a:rPr lang="en-GB" sz="1400" b="0" i="1" smtClean="0">
                            <a:latin typeface="Cambria Math" panose="02040503050406030204" pitchFamily="18" charset="0"/>
                            <a:ea typeface="Calibri" panose="020F0502020204030204" pitchFamily="34" charset="0"/>
                            <a:cs typeface="Calibri" panose="020F0502020204030204" pitchFamily="34" charset="0"/>
                          </a:rPr>
                          <m:t>𝑛</m:t>
                        </m:r>
                      </m:sub>
                      <m:sup>
                        <m:r>
                          <a:rPr lang="en-GB" sz="1400" b="0" i="1" smtClean="0">
                            <a:latin typeface="Cambria Math" panose="02040503050406030204" pitchFamily="18" charset="0"/>
                            <a:ea typeface="Calibri" panose="020F0502020204030204" pitchFamily="34" charset="0"/>
                            <a:cs typeface="Calibri" panose="020F0502020204030204" pitchFamily="34" charset="0"/>
                          </a:rPr>
                          <m:t>2</m:t>
                        </m:r>
                      </m:sup>
                    </m:sSubSup>
                    <m:r>
                      <a:rPr lang="en-GB" sz="1400" b="0" i="1" smtClean="0">
                        <a:latin typeface="Cambria Math" panose="02040503050406030204" pitchFamily="18" charset="0"/>
                        <a:ea typeface="Calibri" panose="020F0502020204030204" pitchFamily="34" charset="0"/>
                        <a:cs typeface="Calibri" panose="020F0502020204030204" pitchFamily="34" charset="0"/>
                      </a:rPr>
                      <m:t>)</m:t>
                    </m:r>
                  </m:oMath>
                </a14:m>
                <a:endParaRPr lang="en-GB" sz="14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2" name="TextBox 21">
                <a:extLst>
                  <a:ext uri="{FF2B5EF4-FFF2-40B4-BE49-F238E27FC236}">
                    <a16:creationId xmlns:a16="http://schemas.microsoft.com/office/drawing/2014/main" id="{973C4F02-F9EE-2F1C-19C0-AB3DF9E498BA}"/>
                  </a:ext>
                </a:extLst>
              </p:cNvPr>
              <p:cNvSpPr txBox="1">
                <a:spLocks noRot="1" noChangeAspect="1" noMove="1" noResize="1" noEditPoints="1" noAdjustHandles="1" noChangeArrowheads="1" noChangeShapeType="1" noTextEdit="1"/>
              </p:cNvSpPr>
              <p:nvPr/>
            </p:nvSpPr>
            <p:spPr>
              <a:xfrm>
                <a:off x="186595" y="3184607"/>
                <a:ext cx="8672097" cy="307777"/>
              </a:xfrm>
              <a:prstGeom prst="rect">
                <a:avLst/>
              </a:prstGeom>
              <a:blipFill>
                <a:blip r:embed="rId5"/>
                <a:stretch>
                  <a:fillRect l="-211" b="-2156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2DB63DF-903A-0186-98D6-675A055D9E2A}"/>
                  </a:ext>
                </a:extLst>
              </p:cNvPr>
              <p:cNvSpPr txBox="1"/>
              <p:nvPr/>
            </p:nvSpPr>
            <p:spPr>
              <a:xfrm>
                <a:off x="287173" y="3581167"/>
                <a:ext cx="1341602" cy="50007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1400" i="1" smtClean="0">
                              <a:latin typeface="Cambria Math" panose="02040503050406030204" pitchFamily="18" charset="0"/>
                              <a:ea typeface="Calibri" panose="020F0502020204030204" pitchFamily="34" charset="0"/>
                              <a:cs typeface="Calibri" panose="020F0502020204030204" pitchFamily="34" charset="0"/>
                            </a:rPr>
                          </m:ctrlPr>
                        </m:sSubPr>
                        <m:e>
                          <m:r>
                            <a:rPr lang="en-GB" sz="1400" i="1">
                              <a:latin typeface="Cambria Math" panose="02040503050406030204" pitchFamily="18" charset="0"/>
                              <a:ea typeface="Cambria Math" panose="02040503050406030204" pitchFamily="18" charset="0"/>
                              <a:cs typeface="Calibri" panose="020F0502020204030204" pitchFamily="34" charset="0"/>
                            </a:rPr>
                            <m:t>𝜎</m:t>
                          </m:r>
                        </m:e>
                        <m:sub>
                          <m:r>
                            <a:rPr lang="en-GB" sz="1400" b="0" i="1" smtClean="0">
                              <a:latin typeface="Cambria Math" panose="02040503050406030204" pitchFamily="18" charset="0"/>
                              <a:ea typeface="Calibri" panose="020F0502020204030204" pitchFamily="34" charset="0"/>
                              <a:cs typeface="Calibri" panose="020F0502020204030204" pitchFamily="34" charset="0"/>
                            </a:rPr>
                            <m:t>𝑛</m:t>
                          </m:r>
                        </m:sub>
                      </m:sSub>
                      <m:r>
                        <a:rPr lang="en-GB" sz="1400" b="0" i="1" smtClean="0">
                          <a:latin typeface="Cambria Math" panose="02040503050406030204" pitchFamily="18" charset="0"/>
                          <a:ea typeface="Calibri" panose="020F0502020204030204" pitchFamily="34" charset="0"/>
                          <a:cs typeface="Calibri" panose="020F0502020204030204" pitchFamily="34" charset="0"/>
                        </a:rPr>
                        <m:t>=</m:t>
                      </m:r>
                      <m:f>
                        <m:fPr>
                          <m:ctrlPr>
                            <a:rPr lang="en-GB" sz="1400" b="0" i="1" smtClean="0">
                              <a:latin typeface="Cambria Math" panose="02040503050406030204" pitchFamily="18" charset="0"/>
                              <a:ea typeface="Calibri" panose="020F0502020204030204" pitchFamily="34" charset="0"/>
                              <a:cs typeface="Calibri" panose="020F0502020204030204" pitchFamily="34" charset="0"/>
                            </a:rPr>
                          </m:ctrlPr>
                        </m:fPr>
                        <m:num>
                          <m:r>
                            <a:rPr lang="en-GB" sz="1400" b="0" i="1" smtClean="0">
                              <a:latin typeface="Cambria Math" panose="02040503050406030204" pitchFamily="18" charset="0"/>
                              <a:ea typeface="Cambria Math" panose="02040503050406030204" pitchFamily="18" charset="0"/>
                              <a:cs typeface="Calibri" panose="020F0502020204030204" pitchFamily="34" charset="0"/>
                            </a:rPr>
                            <m:t>𝜎</m:t>
                          </m:r>
                        </m:num>
                        <m:den>
                          <m:rad>
                            <m:radPr>
                              <m:degHide m:val="on"/>
                              <m:ctrlPr>
                                <a:rPr lang="en-GB" sz="1400" b="0" i="1" smtClean="0">
                                  <a:latin typeface="Cambria Math" panose="02040503050406030204" pitchFamily="18" charset="0"/>
                                  <a:ea typeface="Calibri" panose="020F0502020204030204" pitchFamily="34" charset="0"/>
                                  <a:cs typeface="Calibri" panose="020F0502020204030204" pitchFamily="34" charset="0"/>
                                </a:rPr>
                              </m:ctrlPr>
                            </m:radPr>
                            <m:deg/>
                            <m:e>
                              <m:r>
                                <a:rPr lang="en-GB" sz="1400" b="0" i="1" smtClean="0">
                                  <a:latin typeface="Cambria Math" panose="02040503050406030204" pitchFamily="18" charset="0"/>
                                  <a:ea typeface="Calibri" panose="020F0502020204030204" pitchFamily="34" charset="0"/>
                                  <a:cs typeface="Calibri" panose="020F0502020204030204" pitchFamily="34" charset="0"/>
                                </a:rPr>
                                <m:t>𝑛</m:t>
                              </m:r>
                            </m:e>
                          </m:rad>
                        </m:den>
                      </m:f>
                    </m:oMath>
                  </m:oMathPara>
                </a14:m>
                <a:endParaRPr lang="en-GB" sz="1400" dirty="0"/>
              </a:p>
            </p:txBody>
          </p:sp>
        </mc:Choice>
        <mc:Fallback xmlns="">
          <p:sp>
            <p:nvSpPr>
              <p:cNvPr id="25" name="TextBox 24">
                <a:extLst>
                  <a:ext uri="{FF2B5EF4-FFF2-40B4-BE49-F238E27FC236}">
                    <a16:creationId xmlns:a16="http://schemas.microsoft.com/office/drawing/2014/main" id="{E2DB63DF-903A-0186-98D6-675A055D9E2A}"/>
                  </a:ext>
                </a:extLst>
              </p:cNvPr>
              <p:cNvSpPr txBox="1">
                <a:spLocks noRot="1" noChangeAspect="1" noMove="1" noResize="1" noEditPoints="1" noAdjustHandles="1" noChangeArrowheads="1" noChangeShapeType="1" noTextEdit="1"/>
              </p:cNvSpPr>
              <p:nvPr/>
            </p:nvSpPr>
            <p:spPr>
              <a:xfrm>
                <a:off x="287173" y="3581167"/>
                <a:ext cx="1341602" cy="50007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B50F4E7-BFB7-1A14-B833-ECE65CAD7E2B}"/>
                  </a:ext>
                </a:extLst>
              </p:cNvPr>
              <p:cNvSpPr txBox="1"/>
              <p:nvPr/>
            </p:nvSpPr>
            <p:spPr>
              <a:xfrm>
                <a:off x="1665514" y="3605853"/>
                <a:ext cx="1483241" cy="5390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400" i="1" smtClean="0">
                          <a:effectLst/>
                          <a:latin typeface="Cambria Math" panose="02040503050406030204" pitchFamily="18" charset="0"/>
                          <a:ea typeface="DengXian" panose="02010600030101010101" pitchFamily="2" charset="-122"/>
                          <a:cs typeface="Calibri" panose="020F0502020204030204" pitchFamily="34" charset="0"/>
                        </a:rPr>
                        <m:t>𝑍</m:t>
                      </m:r>
                      <m:r>
                        <a:rPr lang="en-GB" sz="1400" i="1" smtClean="0">
                          <a:effectLst/>
                          <a:latin typeface="Cambria Math" panose="02040503050406030204" pitchFamily="18" charset="0"/>
                          <a:ea typeface="DengXian" panose="02010600030101010101" pitchFamily="2" charset="-122"/>
                          <a:cs typeface="Calibri" panose="020F0502020204030204" pitchFamily="34" charset="0"/>
                        </a:rPr>
                        <m:t>=</m:t>
                      </m:r>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400" i="1">
                              <a:effectLst/>
                              <a:latin typeface="Cambria Math" panose="02040503050406030204" pitchFamily="18" charset="0"/>
                              <a:ea typeface="DengXian" panose="02010600030101010101" pitchFamily="2" charset="-122"/>
                              <a:cs typeface="Calibri" panose="020F0502020204030204" pitchFamily="34" charset="0"/>
                            </a:rPr>
                            <m:t>(</m:t>
                          </m:r>
                          <m:acc>
                            <m:accPr>
                              <m:chr m:val="̅"/>
                              <m:ctrlPr>
                                <a:rPr lang="en-GB" sz="1400" i="1">
                                  <a:latin typeface="Cambria Math" panose="02040503050406030204" pitchFamily="18" charset="0"/>
                                </a:rPr>
                              </m:ctrlPr>
                            </m:accPr>
                            <m:e>
                              <m:r>
                                <a:rPr lang="en-GB" sz="1400" i="1">
                                  <a:latin typeface="Cambria Math" panose="02040503050406030204" pitchFamily="18" charset="0"/>
                                </a:rPr>
                                <m:t>𝑥</m:t>
                              </m:r>
                            </m:e>
                          </m:acc>
                          <m:r>
                            <a:rPr lang="en-GB" sz="1400" i="1">
                              <a:effectLst/>
                              <a:latin typeface="Cambria Math" panose="02040503050406030204" pitchFamily="18" charset="0"/>
                              <a:ea typeface="DengXian" panose="02010600030101010101" pitchFamily="2" charset="-122"/>
                              <a:cs typeface="Calibri" panose="020F0502020204030204" pitchFamily="34" charset="0"/>
                            </a:rPr>
                            <m:t>−</m:t>
                          </m:r>
                          <m:sSub>
                            <m:sSubPr>
                              <m:ctrlPr>
                                <a:rPr lang="en-GB" sz="1400" i="1" dirty="0">
                                  <a:latin typeface="Cambria Math" panose="02040503050406030204" pitchFamily="18" charset="0"/>
                                  <a:ea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𝜇</m:t>
                              </m:r>
                            </m:e>
                            <m:sub>
                              <m:r>
                                <a:rPr lang="en-GB" sz="1400" i="1" dirty="0">
                                  <a:latin typeface="Cambria Math" panose="02040503050406030204" pitchFamily="18" charset="0"/>
                                  <a:ea typeface="Cambria Math" panose="02040503050406030204" pitchFamily="18" charset="0"/>
                                </a:rPr>
                                <m:t>0</m:t>
                              </m:r>
                            </m:sub>
                          </m:sSub>
                          <m:r>
                            <a:rPr lang="en-GB" sz="1400" i="1">
                              <a:effectLst/>
                              <a:latin typeface="Cambria Math" panose="02040503050406030204" pitchFamily="18" charset="0"/>
                              <a:ea typeface="DengXian" panose="02010600030101010101" pitchFamily="2" charset="-122"/>
                              <a:cs typeface="Calibri" panose="020F0502020204030204" pitchFamily="34" charset="0"/>
                            </a:rPr>
                            <m:t>)</m:t>
                          </m:r>
                        </m:num>
                        <m:den>
                          <m:sSub>
                            <m:sSubPr>
                              <m:ctrlPr>
                                <a:rPr lang="en-GB" sz="1400" i="1">
                                  <a:latin typeface="Cambria Math" panose="02040503050406030204" pitchFamily="18" charset="0"/>
                                  <a:ea typeface="Calibri" panose="020F0502020204030204" pitchFamily="34" charset="0"/>
                                  <a:cs typeface="Calibri" panose="020F0502020204030204" pitchFamily="34" charset="0"/>
                                </a:rPr>
                              </m:ctrlPr>
                            </m:sSubPr>
                            <m:e>
                              <m:r>
                                <a:rPr lang="en-GB" sz="1400" i="1">
                                  <a:latin typeface="Cambria Math" panose="02040503050406030204" pitchFamily="18" charset="0"/>
                                  <a:ea typeface="Cambria Math" panose="02040503050406030204" pitchFamily="18" charset="0"/>
                                  <a:cs typeface="Calibri" panose="020F0502020204030204" pitchFamily="34" charset="0"/>
                                </a:rPr>
                                <m:t>𝜎</m:t>
                              </m:r>
                            </m:e>
                            <m:sub>
                              <m:r>
                                <a:rPr lang="en-GB" sz="1400" i="1">
                                  <a:latin typeface="Cambria Math" panose="02040503050406030204" pitchFamily="18" charset="0"/>
                                  <a:ea typeface="Calibri" panose="020F0502020204030204" pitchFamily="34" charset="0"/>
                                  <a:cs typeface="Calibri" panose="020F0502020204030204" pitchFamily="34" charset="0"/>
                                </a:rPr>
                                <m:t>𝑛</m:t>
                              </m:r>
                            </m:sub>
                          </m:sSub>
                        </m:den>
                      </m:f>
                    </m:oMath>
                  </m:oMathPara>
                </a14:m>
                <a:endParaRPr lang="en-GB" sz="1400" dirty="0"/>
              </a:p>
            </p:txBody>
          </p:sp>
        </mc:Choice>
        <mc:Fallback xmlns="">
          <p:sp>
            <p:nvSpPr>
              <p:cNvPr id="27" name="TextBox 26">
                <a:extLst>
                  <a:ext uri="{FF2B5EF4-FFF2-40B4-BE49-F238E27FC236}">
                    <a16:creationId xmlns:a16="http://schemas.microsoft.com/office/drawing/2014/main" id="{7B50F4E7-BFB7-1A14-B833-ECE65CAD7E2B}"/>
                  </a:ext>
                </a:extLst>
              </p:cNvPr>
              <p:cNvSpPr txBox="1">
                <a:spLocks noRot="1" noChangeAspect="1" noMove="1" noResize="1" noEditPoints="1" noAdjustHandles="1" noChangeArrowheads="1" noChangeShapeType="1" noTextEdit="1"/>
              </p:cNvSpPr>
              <p:nvPr/>
            </p:nvSpPr>
            <p:spPr>
              <a:xfrm>
                <a:off x="1665514" y="3605853"/>
                <a:ext cx="1483241" cy="539058"/>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A09188BB-FFBF-D7F1-120F-3315B03A4E00}"/>
                  </a:ext>
                </a:extLst>
              </p:cNvPr>
              <p:cNvSpPr txBox="1"/>
              <p:nvPr/>
            </p:nvSpPr>
            <p:spPr>
              <a:xfrm>
                <a:off x="3216727" y="3683256"/>
                <a:ext cx="5640100" cy="523220"/>
              </a:xfrm>
              <a:prstGeom prst="rect">
                <a:avLst/>
              </a:prstGeom>
              <a:noFill/>
            </p:spPr>
            <p:txBody>
              <a:bodyPr wrap="square">
                <a:spAutoFit/>
              </a:bodyPr>
              <a:lstStyle/>
              <a:p>
                <a:pPr algn="ctr"/>
                <a14:m>
                  <m:oMath xmlns:m="http://schemas.openxmlformats.org/officeDocument/2006/math">
                    <m:r>
                      <a:rPr lang="en-GB" sz="1400" b="1" i="1" dirty="0" smtClean="0">
                        <a:solidFill>
                          <a:srgbClr val="FF0000"/>
                        </a:solidFill>
                        <a:latin typeface="Cambria Math" panose="02040503050406030204" pitchFamily="18" charset="0"/>
                        <a:ea typeface="Calibri" panose="020F0502020204030204" pitchFamily="34" charset="0"/>
                        <a:cs typeface="Calibri" panose="020F0502020204030204" pitchFamily="34" charset="0"/>
                      </a:rPr>
                      <m:t>𝒁</m:t>
                    </m:r>
                  </m:oMath>
                </a14:m>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 is the test statistic to be compared with the critical values at different significance values. </a:t>
                </a:r>
              </a:p>
            </p:txBody>
          </p:sp>
        </mc:Choice>
        <mc:Fallback xmlns="">
          <p:sp>
            <p:nvSpPr>
              <p:cNvPr id="29" name="TextBox 28">
                <a:extLst>
                  <a:ext uri="{FF2B5EF4-FFF2-40B4-BE49-F238E27FC236}">
                    <a16:creationId xmlns:a16="http://schemas.microsoft.com/office/drawing/2014/main" id="{A09188BB-FFBF-D7F1-120F-3315B03A4E00}"/>
                  </a:ext>
                </a:extLst>
              </p:cNvPr>
              <p:cNvSpPr txBox="1">
                <a:spLocks noRot="1" noChangeAspect="1" noMove="1" noResize="1" noEditPoints="1" noAdjustHandles="1" noChangeArrowheads="1" noChangeShapeType="1" noTextEdit="1"/>
              </p:cNvSpPr>
              <p:nvPr/>
            </p:nvSpPr>
            <p:spPr>
              <a:xfrm>
                <a:off x="3216727" y="3683256"/>
                <a:ext cx="5640100" cy="523220"/>
              </a:xfrm>
              <a:prstGeom prst="rect">
                <a:avLst/>
              </a:prstGeom>
              <a:blipFill>
                <a:blip r:embed="rId8"/>
                <a:stretch>
                  <a:fillRect t="-2326" b="-11628"/>
                </a:stretch>
              </a:blipFill>
            </p:spPr>
            <p:txBody>
              <a:bodyPr/>
              <a:lstStyle/>
              <a:p>
                <a:r>
                  <a:rPr lang="en-GB">
                    <a:noFill/>
                  </a:rPr>
                  <a:t> </a:t>
                </a:r>
              </a:p>
            </p:txBody>
          </p:sp>
        </mc:Fallback>
      </mc:AlternateContent>
    </p:spTree>
    <p:extLst>
      <p:ext uri="{BB962C8B-B14F-4D97-AF65-F5344CB8AC3E}">
        <p14:creationId xmlns:p14="http://schemas.microsoft.com/office/powerpoint/2010/main" val="2014800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Parametric Methods – Tests for a Single Sample</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5" name="TextBox 4">
            <a:extLst>
              <a:ext uri="{FF2B5EF4-FFF2-40B4-BE49-F238E27FC236}">
                <a16:creationId xmlns:a16="http://schemas.microsoft.com/office/drawing/2014/main" id="{9105927D-43B8-4CCD-D8F2-01F870893BFA}"/>
              </a:ext>
            </a:extLst>
          </p:cNvPr>
          <p:cNvSpPr txBox="1"/>
          <p:nvPr/>
        </p:nvSpPr>
        <p:spPr>
          <a:xfrm>
            <a:off x="186596" y="739866"/>
            <a:ext cx="4572000" cy="307777"/>
          </a:xfrm>
          <a:prstGeom prst="rect">
            <a:avLst/>
          </a:prstGeom>
          <a:noFill/>
        </p:spPr>
        <p:txBody>
          <a:bodyPr wrap="square">
            <a:spAutoFit/>
          </a:bodyPr>
          <a:lstStyle/>
          <a:p>
            <a:r>
              <a:rPr lang="en-GB" sz="1400" b="1" dirty="0">
                <a:latin typeface="Calibri" panose="020F0502020204030204" pitchFamily="34" charset="0"/>
                <a:ea typeface="Calibri" panose="020F0502020204030204" pitchFamily="34" charset="0"/>
                <a:cs typeface="Calibri" panose="020F0502020204030204" pitchFamily="34" charset="0"/>
              </a:rPr>
              <a:t>Tests concerning a single mean</a:t>
            </a:r>
          </a:p>
        </p:txBody>
      </p:sp>
      <p:sp>
        <p:nvSpPr>
          <p:cNvPr id="11" name="TextBox 10">
            <a:extLst>
              <a:ext uri="{FF2B5EF4-FFF2-40B4-BE49-F238E27FC236}">
                <a16:creationId xmlns:a16="http://schemas.microsoft.com/office/drawing/2014/main" id="{642A5D21-9B53-4E6B-C866-AC056BA8D55A}"/>
              </a:ext>
            </a:extLst>
          </p:cNvPr>
          <p:cNvSpPr txBox="1"/>
          <p:nvPr/>
        </p:nvSpPr>
        <p:spPr>
          <a:xfrm>
            <a:off x="186595" y="1062260"/>
            <a:ext cx="4572000" cy="307777"/>
          </a:xfrm>
          <a:prstGeom prst="rect">
            <a:avLst/>
          </a:prstGeom>
          <a:noFill/>
        </p:spPr>
        <p:txBody>
          <a:bodyPr wrap="square">
            <a:spAutoFit/>
          </a:bodyPr>
          <a:lstStyle/>
          <a:p>
            <a:r>
              <a:rPr lang="en-GB" sz="1400" b="1" dirty="0">
                <a:latin typeface="Calibri" panose="020F0502020204030204" pitchFamily="34" charset="0"/>
                <a:ea typeface="Calibri" panose="020F0502020204030204" pitchFamily="34" charset="0"/>
                <a:cs typeface="Calibri" panose="020F0502020204030204" pitchFamily="34" charset="0"/>
              </a:rPr>
              <a:t>Case 2</a:t>
            </a:r>
            <a:r>
              <a:rPr lang="en-GB" sz="1400" dirty="0">
                <a:latin typeface="Calibri" panose="020F0502020204030204" pitchFamily="34" charset="0"/>
                <a:ea typeface="Calibri" panose="020F0502020204030204" pitchFamily="34" charset="0"/>
                <a:cs typeface="Calibri" panose="020F0502020204030204" pitchFamily="34" charset="0"/>
              </a:rPr>
              <a:t> – Population variance unknown</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B50F4E7-BFB7-1A14-B833-ECE65CAD7E2B}"/>
                  </a:ext>
                </a:extLst>
              </p:cNvPr>
              <p:cNvSpPr txBox="1"/>
              <p:nvPr/>
            </p:nvSpPr>
            <p:spPr>
              <a:xfrm>
                <a:off x="3328275" y="1861892"/>
                <a:ext cx="1483241" cy="5390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400" b="0" i="1" smtClean="0">
                          <a:effectLst/>
                          <a:latin typeface="Cambria Math" panose="02040503050406030204" pitchFamily="18" charset="0"/>
                          <a:ea typeface="DengXian" panose="02010600030101010101" pitchFamily="2" charset="-122"/>
                          <a:cs typeface="Calibri" panose="020F0502020204030204" pitchFamily="34" charset="0"/>
                        </a:rPr>
                        <m:t>𝑇</m:t>
                      </m:r>
                      <m:r>
                        <a:rPr lang="en-GB" sz="1400" i="1" smtClean="0">
                          <a:effectLst/>
                          <a:latin typeface="Cambria Math" panose="02040503050406030204" pitchFamily="18" charset="0"/>
                          <a:ea typeface="DengXian" panose="02010600030101010101" pitchFamily="2" charset="-122"/>
                          <a:cs typeface="Calibri" panose="020F0502020204030204" pitchFamily="34" charset="0"/>
                        </a:rPr>
                        <m:t>=</m:t>
                      </m:r>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400" i="1">
                              <a:effectLst/>
                              <a:latin typeface="Cambria Math" panose="02040503050406030204" pitchFamily="18" charset="0"/>
                              <a:ea typeface="DengXian" panose="02010600030101010101" pitchFamily="2" charset="-122"/>
                              <a:cs typeface="Calibri" panose="020F0502020204030204" pitchFamily="34" charset="0"/>
                            </a:rPr>
                            <m:t>(</m:t>
                          </m:r>
                          <m:acc>
                            <m:accPr>
                              <m:chr m:val="̅"/>
                              <m:ctrlPr>
                                <a:rPr lang="en-GB" sz="1400" i="1">
                                  <a:latin typeface="Cambria Math" panose="02040503050406030204" pitchFamily="18" charset="0"/>
                                </a:rPr>
                              </m:ctrlPr>
                            </m:accPr>
                            <m:e>
                              <m:r>
                                <a:rPr lang="en-GB" sz="1400" i="1">
                                  <a:latin typeface="Cambria Math" panose="02040503050406030204" pitchFamily="18" charset="0"/>
                                </a:rPr>
                                <m:t>𝑥</m:t>
                              </m:r>
                            </m:e>
                          </m:acc>
                          <m:r>
                            <a:rPr lang="en-GB" sz="1400" i="1">
                              <a:effectLst/>
                              <a:latin typeface="Cambria Math" panose="02040503050406030204" pitchFamily="18" charset="0"/>
                              <a:ea typeface="DengXian" panose="02010600030101010101" pitchFamily="2" charset="-122"/>
                              <a:cs typeface="Calibri" panose="020F0502020204030204" pitchFamily="34" charset="0"/>
                            </a:rPr>
                            <m:t>−</m:t>
                          </m:r>
                          <m:sSub>
                            <m:sSubPr>
                              <m:ctrlPr>
                                <a:rPr lang="en-GB" sz="1400" i="1" dirty="0">
                                  <a:latin typeface="Cambria Math" panose="02040503050406030204" pitchFamily="18" charset="0"/>
                                  <a:ea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𝜇</m:t>
                              </m:r>
                            </m:e>
                            <m:sub>
                              <m:r>
                                <a:rPr lang="en-GB" sz="1400" i="1" dirty="0">
                                  <a:latin typeface="Cambria Math" panose="02040503050406030204" pitchFamily="18" charset="0"/>
                                  <a:ea typeface="Cambria Math" panose="02040503050406030204" pitchFamily="18" charset="0"/>
                                </a:rPr>
                                <m:t>0</m:t>
                              </m:r>
                            </m:sub>
                          </m:sSub>
                          <m:r>
                            <a:rPr lang="en-GB" sz="1400" i="1">
                              <a:effectLst/>
                              <a:latin typeface="Cambria Math" panose="02040503050406030204" pitchFamily="18" charset="0"/>
                              <a:ea typeface="DengXian" panose="02010600030101010101" pitchFamily="2" charset="-122"/>
                              <a:cs typeface="Calibri" panose="020F0502020204030204" pitchFamily="34" charset="0"/>
                            </a:rPr>
                            <m:t>)</m:t>
                          </m:r>
                        </m:num>
                        <m:den>
                          <m:sSub>
                            <m:sSubPr>
                              <m:ctrlPr>
                                <a:rPr lang="en-GB" sz="1400" i="1">
                                  <a:latin typeface="Cambria Math" panose="02040503050406030204" pitchFamily="18" charset="0"/>
                                  <a:ea typeface="Calibri" panose="020F0502020204030204" pitchFamily="34" charset="0"/>
                                  <a:cs typeface="Calibri" panose="020F0502020204030204" pitchFamily="34" charset="0"/>
                                </a:rPr>
                              </m:ctrlPr>
                            </m:sSubPr>
                            <m:e>
                              <m:r>
                                <a:rPr lang="en-GB" sz="1400" b="0" i="1" smtClean="0">
                                  <a:latin typeface="Cambria Math" panose="02040503050406030204" pitchFamily="18" charset="0"/>
                                  <a:ea typeface="Calibri" panose="020F0502020204030204" pitchFamily="34" charset="0"/>
                                  <a:cs typeface="Calibri" panose="020F0502020204030204" pitchFamily="34" charset="0"/>
                                </a:rPr>
                                <m:t>𝑠</m:t>
                              </m:r>
                            </m:e>
                            <m:sub>
                              <m:r>
                                <a:rPr lang="en-GB" sz="1400" i="1">
                                  <a:latin typeface="Cambria Math" panose="02040503050406030204" pitchFamily="18" charset="0"/>
                                  <a:ea typeface="Calibri" panose="020F0502020204030204" pitchFamily="34" charset="0"/>
                                  <a:cs typeface="Calibri" panose="020F0502020204030204" pitchFamily="34" charset="0"/>
                                </a:rPr>
                                <m:t>𝑛</m:t>
                              </m:r>
                            </m:sub>
                          </m:sSub>
                        </m:den>
                      </m:f>
                    </m:oMath>
                  </m:oMathPara>
                </a14:m>
                <a:endParaRPr lang="en-GB" sz="1400" dirty="0"/>
              </a:p>
            </p:txBody>
          </p:sp>
        </mc:Choice>
        <mc:Fallback xmlns="">
          <p:sp>
            <p:nvSpPr>
              <p:cNvPr id="27" name="TextBox 26">
                <a:extLst>
                  <a:ext uri="{FF2B5EF4-FFF2-40B4-BE49-F238E27FC236}">
                    <a16:creationId xmlns:a16="http://schemas.microsoft.com/office/drawing/2014/main" id="{7B50F4E7-BFB7-1A14-B833-ECE65CAD7E2B}"/>
                  </a:ext>
                </a:extLst>
              </p:cNvPr>
              <p:cNvSpPr txBox="1">
                <a:spLocks noRot="1" noChangeAspect="1" noMove="1" noResize="1" noEditPoints="1" noAdjustHandles="1" noChangeArrowheads="1" noChangeShapeType="1" noTextEdit="1"/>
              </p:cNvSpPr>
              <p:nvPr/>
            </p:nvSpPr>
            <p:spPr>
              <a:xfrm>
                <a:off x="3328275" y="1861892"/>
                <a:ext cx="1483241" cy="539058"/>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9DC3112-95D2-345D-56ED-2FBBDF64BD91}"/>
                  </a:ext>
                </a:extLst>
              </p:cNvPr>
              <p:cNvSpPr txBox="1"/>
              <p:nvPr/>
            </p:nvSpPr>
            <p:spPr>
              <a:xfrm>
                <a:off x="1783896" y="1293309"/>
                <a:ext cx="4572000" cy="52456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GB" sz="1400" b="0" i="1" smtClean="0">
                              <a:effectLst/>
                              <a:latin typeface="Cambria Math" panose="02040503050406030204" pitchFamily="18" charset="0"/>
                              <a:ea typeface="DengXian" panose="02010600030101010101" pitchFamily="2" charset="-122"/>
                              <a:cs typeface="Calibri" panose="020F0502020204030204" pitchFamily="34" charset="0"/>
                            </a:rPr>
                          </m:ctrlPr>
                        </m:sSupPr>
                        <m:e>
                          <m:r>
                            <a:rPr lang="en-GB" sz="1400" b="0" i="1" smtClean="0">
                              <a:effectLst/>
                              <a:latin typeface="Cambria Math" panose="02040503050406030204" pitchFamily="18" charset="0"/>
                              <a:ea typeface="DengXian" panose="02010600030101010101" pitchFamily="2" charset="-122"/>
                              <a:cs typeface="Calibri" panose="020F0502020204030204" pitchFamily="34" charset="0"/>
                            </a:rPr>
                            <m:t>𝑠</m:t>
                          </m:r>
                        </m:e>
                        <m:sup>
                          <m:r>
                            <a:rPr lang="en-GB" sz="1400" b="0" i="1" smtClean="0">
                              <a:effectLst/>
                              <a:latin typeface="Cambria Math" panose="02040503050406030204" pitchFamily="18" charset="0"/>
                              <a:ea typeface="DengXian" panose="02010600030101010101" pitchFamily="2" charset="-122"/>
                              <a:cs typeface="Calibri" panose="020F0502020204030204" pitchFamily="34" charset="0"/>
                            </a:rPr>
                            <m:t>2</m:t>
                          </m:r>
                        </m:sup>
                      </m:sSup>
                      <m:r>
                        <a:rPr lang="en-GB" sz="1400" b="0" i="1" smtClean="0">
                          <a:effectLst/>
                          <a:latin typeface="Cambria Math" panose="02040503050406030204" pitchFamily="18" charset="0"/>
                          <a:ea typeface="DengXian" panose="02010600030101010101" pitchFamily="2" charset="-122"/>
                          <a:cs typeface="Calibri" panose="020F0502020204030204" pitchFamily="34" charset="0"/>
                        </a:rPr>
                        <m:t>=</m:t>
                      </m:r>
                      <m:f>
                        <m:fPr>
                          <m:ctrlPr>
                            <a:rPr lang="en-GB" sz="1400" i="1" smtClean="0">
                              <a:effectLst/>
                              <a:latin typeface="Cambria Math" panose="02040503050406030204" pitchFamily="18" charset="0"/>
                              <a:ea typeface="DengXian" panose="02010600030101010101" pitchFamily="2" charset="-122"/>
                              <a:cs typeface="Calibri" panose="020F0502020204030204" pitchFamily="34" charset="0"/>
                            </a:rPr>
                          </m:ctrlPr>
                        </m:fPr>
                        <m:num>
                          <m:nary>
                            <m:naryPr>
                              <m:chr m:val="∑"/>
                              <m:limLoc m:val="undOvr"/>
                              <m:subHide m:val="on"/>
                              <m:supHide m:val="on"/>
                              <m:ctrlPr>
                                <a:rPr lang="en-GB" sz="1400" i="1">
                                  <a:effectLst/>
                                  <a:latin typeface="Cambria Math" panose="02040503050406030204" pitchFamily="18" charset="0"/>
                                  <a:ea typeface="DengXian" panose="02010600030101010101" pitchFamily="2" charset="-122"/>
                                  <a:cs typeface="Calibri" panose="020F0502020204030204" pitchFamily="34" charset="0"/>
                                </a:rPr>
                              </m:ctrlPr>
                            </m:naryPr>
                            <m:sub/>
                            <m:sup/>
                            <m:e>
                              <m:sSup>
                                <m:sSup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sSupPr>
                                <m:e>
                                  <m:r>
                                    <a:rPr lang="en-GB" sz="1400" i="1">
                                      <a:effectLst/>
                                      <a:latin typeface="Cambria Math" panose="02040503050406030204" pitchFamily="18" charset="0"/>
                                      <a:ea typeface="DengXian" panose="02010600030101010101" pitchFamily="2" charset="-122"/>
                                      <a:cs typeface="Calibri" panose="020F0502020204030204" pitchFamily="34" charset="0"/>
                                    </a:rPr>
                                    <m:t>(</m:t>
                                  </m:r>
                                  <m:r>
                                    <a:rPr lang="en-GB" sz="1400" i="1">
                                      <a:effectLst/>
                                      <a:latin typeface="Cambria Math" panose="02040503050406030204" pitchFamily="18" charset="0"/>
                                      <a:ea typeface="DengXian" panose="02010600030101010101" pitchFamily="2" charset="-122"/>
                                      <a:cs typeface="Calibri" panose="020F0502020204030204" pitchFamily="34" charset="0"/>
                                    </a:rPr>
                                    <m:t>𝑥</m:t>
                                  </m:r>
                                  <m:r>
                                    <a:rPr lang="en-GB" sz="1400" i="1">
                                      <a:effectLst/>
                                      <a:latin typeface="Cambria Math" panose="02040503050406030204" pitchFamily="18" charset="0"/>
                                      <a:ea typeface="DengXian" panose="02010600030101010101" pitchFamily="2" charset="-122"/>
                                      <a:cs typeface="Calibri" panose="020F0502020204030204" pitchFamily="34" charset="0"/>
                                    </a:rPr>
                                    <m:t>−</m:t>
                                  </m:r>
                                  <m:acc>
                                    <m:accPr>
                                      <m:chr m:val="̅"/>
                                      <m:ctrlPr>
                                        <a:rPr lang="en-GB" sz="1400" i="1">
                                          <a:latin typeface="Cambria Math" panose="02040503050406030204" pitchFamily="18" charset="0"/>
                                        </a:rPr>
                                      </m:ctrlPr>
                                    </m:accPr>
                                    <m:e>
                                      <m:r>
                                        <a:rPr lang="en-GB" sz="1400" i="1">
                                          <a:latin typeface="Cambria Math" panose="02040503050406030204" pitchFamily="18" charset="0"/>
                                        </a:rPr>
                                        <m:t>𝑥</m:t>
                                      </m:r>
                                    </m:e>
                                  </m:acc>
                                  <m:r>
                                    <a:rPr lang="en-GB" sz="1400" i="1">
                                      <a:effectLst/>
                                      <a:latin typeface="Cambria Math" panose="02040503050406030204" pitchFamily="18" charset="0"/>
                                      <a:ea typeface="DengXian" panose="02010600030101010101" pitchFamily="2" charset="-122"/>
                                      <a:cs typeface="Calibri" panose="020F0502020204030204" pitchFamily="34" charset="0"/>
                                    </a:rPr>
                                    <m:t>)</m:t>
                                  </m:r>
                                </m:e>
                                <m:sup>
                                  <m:r>
                                    <a:rPr lang="en-GB" sz="1400" i="1">
                                      <a:effectLst/>
                                      <a:latin typeface="Cambria Math" panose="02040503050406030204" pitchFamily="18" charset="0"/>
                                      <a:ea typeface="DengXian" panose="02010600030101010101" pitchFamily="2" charset="-122"/>
                                      <a:cs typeface="Calibri" panose="020F0502020204030204" pitchFamily="34" charset="0"/>
                                    </a:rPr>
                                    <m:t>2</m:t>
                                  </m:r>
                                </m:sup>
                              </m:sSup>
                            </m:e>
                          </m:nary>
                        </m:num>
                        <m:den>
                          <m:r>
                            <a:rPr lang="en-GB" sz="1400" i="1">
                              <a:effectLst/>
                              <a:latin typeface="Cambria Math" panose="02040503050406030204" pitchFamily="18" charset="0"/>
                              <a:ea typeface="DengXian" panose="02010600030101010101" pitchFamily="2" charset="-122"/>
                              <a:cs typeface="Calibri" panose="020F0502020204030204" pitchFamily="34" charset="0"/>
                            </a:rPr>
                            <m:t>𝑛</m:t>
                          </m:r>
                          <m:r>
                            <a:rPr lang="en-GB" sz="1400" i="1">
                              <a:effectLst/>
                              <a:latin typeface="Cambria Math" panose="02040503050406030204" pitchFamily="18" charset="0"/>
                              <a:ea typeface="DengXian" panose="02010600030101010101" pitchFamily="2" charset="-122"/>
                              <a:cs typeface="Calibri" panose="020F0502020204030204" pitchFamily="34" charset="0"/>
                            </a:rPr>
                            <m:t>−1</m:t>
                          </m:r>
                        </m:den>
                      </m:f>
                    </m:oMath>
                  </m:oMathPara>
                </a14:m>
                <a:endParaRPr lang="en-GB" sz="1400" dirty="0"/>
              </a:p>
            </p:txBody>
          </p:sp>
        </mc:Choice>
        <mc:Fallback xmlns="">
          <p:sp>
            <p:nvSpPr>
              <p:cNvPr id="3" name="TextBox 2">
                <a:extLst>
                  <a:ext uri="{FF2B5EF4-FFF2-40B4-BE49-F238E27FC236}">
                    <a16:creationId xmlns:a16="http://schemas.microsoft.com/office/drawing/2014/main" id="{09DC3112-95D2-345D-56ED-2FBBDF64BD91}"/>
                  </a:ext>
                </a:extLst>
              </p:cNvPr>
              <p:cNvSpPr txBox="1">
                <a:spLocks noRot="1" noChangeAspect="1" noMove="1" noResize="1" noEditPoints="1" noAdjustHandles="1" noChangeArrowheads="1" noChangeShapeType="1" noTextEdit="1"/>
              </p:cNvSpPr>
              <p:nvPr/>
            </p:nvSpPr>
            <p:spPr>
              <a:xfrm>
                <a:off x="1783896" y="1293309"/>
                <a:ext cx="4572000" cy="524567"/>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87121A5-3F31-A395-3A82-8EB415E36FDA}"/>
                  </a:ext>
                </a:extLst>
              </p:cNvPr>
              <p:cNvSpPr txBox="1"/>
              <p:nvPr/>
            </p:nvSpPr>
            <p:spPr>
              <a:xfrm>
                <a:off x="5064756" y="1881384"/>
                <a:ext cx="2132062" cy="50007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ea typeface="Calibri" panose="020F0502020204030204" pitchFamily="34" charset="0"/>
                          <a:cs typeface="Calibri" panose="020F0502020204030204" pitchFamily="34" charset="0"/>
                        </a:rPr>
                        <m:t>𝑤h𝑒𝑟𝑒</m:t>
                      </m:r>
                      <m:r>
                        <a:rPr lang="en-GB" sz="1400" b="0" i="1" smtClean="0">
                          <a:latin typeface="Cambria Math" panose="02040503050406030204" pitchFamily="18" charset="0"/>
                          <a:ea typeface="Calibri" panose="020F0502020204030204" pitchFamily="34" charset="0"/>
                          <a:cs typeface="Calibri" panose="020F0502020204030204" pitchFamily="34" charset="0"/>
                        </a:rPr>
                        <m:t>,  </m:t>
                      </m:r>
                      <m:sSub>
                        <m:sSubPr>
                          <m:ctrlPr>
                            <a:rPr lang="en-GB" sz="1400" b="1" i="1" smtClean="0">
                              <a:solidFill>
                                <a:srgbClr val="FF0000"/>
                              </a:solidFill>
                              <a:latin typeface="Cambria Math" panose="02040503050406030204" pitchFamily="18" charset="0"/>
                              <a:ea typeface="Calibri" panose="020F0502020204030204" pitchFamily="34" charset="0"/>
                              <a:cs typeface="Calibri" panose="020F0502020204030204" pitchFamily="34" charset="0"/>
                            </a:rPr>
                          </m:ctrlPr>
                        </m:sSubPr>
                        <m:e>
                          <m:r>
                            <a:rPr lang="en-GB" sz="1400" b="1" i="1" smtClean="0">
                              <a:solidFill>
                                <a:srgbClr val="FF0000"/>
                              </a:solidFill>
                              <a:latin typeface="Cambria Math" panose="02040503050406030204" pitchFamily="18" charset="0"/>
                              <a:ea typeface="Calibri" panose="020F0502020204030204" pitchFamily="34" charset="0"/>
                              <a:cs typeface="Calibri" panose="020F0502020204030204" pitchFamily="34" charset="0"/>
                            </a:rPr>
                            <m:t>𝒔</m:t>
                          </m:r>
                        </m:e>
                        <m:sub>
                          <m:r>
                            <a:rPr lang="en-GB" sz="1400" b="1" i="1" smtClean="0">
                              <a:solidFill>
                                <a:srgbClr val="FF0000"/>
                              </a:solidFill>
                              <a:latin typeface="Cambria Math" panose="02040503050406030204" pitchFamily="18" charset="0"/>
                              <a:ea typeface="Calibri" panose="020F0502020204030204" pitchFamily="34" charset="0"/>
                              <a:cs typeface="Calibri" panose="020F0502020204030204" pitchFamily="34" charset="0"/>
                            </a:rPr>
                            <m:t>𝒏</m:t>
                          </m:r>
                        </m:sub>
                      </m:sSub>
                      <m:r>
                        <a:rPr lang="en-GB" sz="1400" b="1" i="1" smtClean="0">
                          <a:solidFill>
                            <a:srgbClr val="FF0000"/>
                          </a:solidFill>
                          <a:latin typeface="Cambria Math" panose="02040503050406030204" pitchFamily="18" charset="0"/>
                          <a:ea typeface="Calibri" panose="020F0502020204030204" pitchFamily="34" charset="0"/>
                          <a:cs typeface="Calibri" panose="020F0502020204030204" pitchFamily="34" charset="0"/>
                        </a:rPr>
                        <m:t>=</m:t>
                      </m:r>
                      <m:f>
                        <m:fPr>
                          <m:ctrlPr>
                            <a:rPr lang="en-GB" sz="1400" b="1" i="1" smtClean="0">
                              <a:solidFill>
                                <a:srgbClr val="FF0000"/>
                              </a:solidFill>
                              <a:latin typeface="Cambria Math" panose="02040503050406030204" pitchFamily="18" charset="0"/>
                              <a:ea typeface="Calibri" panose="020F0502020204030204" pitchFamily="34" charset="0"/>
                              <a:cs typeface="Calibri" panose="020F0502020204030204" pitchFamily="34" charset="0"/>
                            </a:rPr>
                          </m:ctrlPr>
                        </m:fPr>
                        <m:num>
                          <m:r>
                            <a:rPr lang="en-GB" sz="1400" b="1" i="1" smtClean="0">
                              <a:solidFill>
                                <a:srgbClr val="FF0000"/>
                              </a:solidFill>
                              <a:latin typeface="Cambria Math" panose="02040503050406030204" pitchFamily="18" charset="0"/>
                              <a:ea typeface="Cambria Math" panose="02040503050406030204" pitchFamily="18" charset="0"/>
                              <a:cs typeface="Calibri" panose="020F0502020204030204" pitchFamily="34" charset="0"/>
                            </a:rPr>
                            <m:t>𝒔</m:t>
                          </m:r>
                        </m:num>
                        <m:den>
                          <m:rad>
                            <m:radPr>
                              <m:degHide m:val="on"/>
                              <m:ctrlPr>
                                <a:rPr lang="en-GB" sz="1400" b="1" i="1" smtClean="0">
                                  <a:solidFill>
                                    <a:srgbClr val="FF0000"/>
                                  </a:solidFill>
                                  <a:latin typeface="Cambria Math" panose="02040503050406030204" pitchFamily="18" charset="0"/>
                                  <a:ea typeface="Calibri" panose="020F0502020204030204" pitchFamily="34" charset="0"/>
                                  <a:cs typeface="Calibri" panose="020F0502020204030204" pitchFamily="34" charset="0"/>
                                </a:rPr>
                              </m:ctrlPr>
                            </m:radPr>
                            <m:deg/>
                            <m:e>
                              <m:r>
                                <a:rPr lang="en-GB" sz="1400" b="1" i="1" smtClean="0">
                                  <a:solidFill>
                                    <a:srgbClr val="FF0000"/>
                                  </a:solidFill>
                                  <a:latin typeface="Cambria Math" panose="02040503050406030204" pitchFamily="18" charset="0"/>
                                  <a:ea typeface="Calibri" panose="020F0502020204030204" pitchFamily="34" charset="0"/>
                                  <a:cs typeface="Calibri" panose="020F0502020204030204" pitchFamily="34" charset="0"/>
                                </a:rPr>
                                <m:t>𝒏</m:t>
                              </m:r>
                            </m:e>
                          </m:rad>
                        </m:den>
                      </m:f>
                    </m:oMath>
                  </m:oMathPara>
                </a14:m>
                <a:endParaRPr lang="en-GB" sz="1400" b="1" dirty="0"/>
              </a:p>
            </p:txBody>
          </p:sp>
        </mc:Choice>
        <mc:Fallback xmlns="">
          <p:sp>
            <p:nvSpPr>
              <p:cNvPr id="7" name="TextBox 6">
                <a:extLst>
                  <a:ext uri="{FF2B5EF4-FFF2-40B4-BE49-F238E27FC236}">
                    <a16:creationId xmlns:a16="http://schemas.microsoft.com/office/drawing/2014/main" id="{587121A5-3F31-A395-3A82-8EB415E36FDA}"/>
                  </a:ext>
                </a:extLst>
              </p:cNvPr>
              <p:cNvSpPr txBox="1">
                <a:spLocks noRot="1" noChangeAspect="1" noMove="1" noResize="1" noEditPoints="1" noAdjustHandles="1" noChangeArrowheads="1" noChangeShapeType="1" noTextEdit="1"/>
              </p:cNvSpPr>
              <p:nvPr/>
            </p:nvSpPr>
            <p:spPr>
              <a:xfrm>
                <a:off x="5064756" y="1881384"/>
                <a:ext cx="2132062" cy="500073"/>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E92C02A-EC4D-899E-06B2-2CBBE51ACC13}"/>
                  </a:ext>
                </a:extLst>
              </p:cNvPr>
              <p:cNvSpPr txBox="1"/>
              <p:nvPr/>
            </p:nvSpPr>
            <p:spPr>
              <a:xfrm>
                <a:off x="186594" y="2444966"/>
                <a:ext cx="8672097" cy="738664"/>
              </a:xfrm>
              <a:prstGeom prst="rect">
                <a:avLst/>
              </a:prstGeom>
              <a:noFill/>
            </p:spPr>
            <p:txBody>
              <a:bodyPr wrap="square">
                <a:spAutoFit/>
              </a:bodyPr>
              <a:lstStyle/>
              <a:p>
                <a:pPr algn="just"/>
                <a:r>
                  <a:rPr lang="en-GB" sz="1400" dirty="0">
                    <a:latin typeface="Calibri" panose="020F0502020204030204" pitchFamily="34" charset="0"/>
                    <a:ea typeface="Calibri" panose="020F0502020204030204" pitchFamily="34" charset="0"/>
                    <a:cs typeface="Calibri" panose="020F0502020204030204" pitchFamily="34" charset="0"/>
                  </a:rPr>
                  <a:t>The test statistic </a:t>
                </a:r>
                <a14:m>
                  <m:oMath xmlns:m="http://schemas.openxmlformats.org/officeDocument/2006/math">
                    <m:r>
                      <a:rPr lang="en-GB" sz="1400" b="1" i="1" dirty="0" smtClean="0">
                        <a:latin typeface="Cambria Math" panose="02040503050406030204" pitchFamily="18" charset="0"/>
                      </a:rPr>
                      <m:t>𝑻</m:t>
                    </m:r>
                  </m:oMath>
                </a14:m>
                <a:r>
                  <a:rPr lang="en-GB" sz="1400" dirty="0">
                    <a:latin typeface="Calibri" panose="020F0502020204030204" pitchFamily="34" charset="0"/>
                    <a:ea typeface="Calibri" panose="020F0502020204030204" pitchFamily="34" charset="0"/>
                    <a:cs typeface="Calibri" panose="020F0502020204030204" pitchFamily="34" charset="0"/>
                  </a:rPr>
                  <a:t> is divided by an estimate, which is itself random. Therefore,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𝑇</m:t>
                    </m:r>
                  </m:oMath>
                </a14:m>
                <a:r>
                  <a:rPr lang="en-GB" sz="1400" dirty="0">
                    <a:latin typeface="Calibri" panose="020F0502020204030204" pitchFamily="34" charset="0"/>
                    <a:ea typeface="Calibri" panose="020F0502020204030204" pitchFamily="34" charset="0"/>
                    <a:cs typeface="Calibri" panose="020F0502020204030204" pitchFamily="34" charset="0"/>
                  </a:rPr>
                  <a:t> does not have a standard normal distribution. Instead, it has a distribution called </a:t>
                </a:r>
                <a:r>
                  <a:rPr lang="en-GB" sz="1400" b="1" dirty="0">
                    <a:latin typeface="Calibri" panose="020F0502020204030204" pitchFamily="34" charset="0"/>
                    <a:ea typeface="Calibri" panose="020F0502020204030204" pitchFamily="34" charset="0"/>
                    <a:cs typeface="Calibri" panose="020F0502020204030204" pitchFamily="34" charset="0"/>
                  </a:rPr>
                  <a:t>Student’s </a:t>
                </a:r>
                <a14:m>
                  <m:oMath xmlns:m="http://schemas.openxmlformats.org/officeDocument/2006/math">
                    <m:r>
                      <a:rPr lang="en-GB" sz="1400" b="1" i="1" dirty="0" smtClean="0">
                        <a:latin typeface="Cambria Math" panose="02040503050406030204" pitchFamily="18" charset="0"/>
                      </a:rPr>
                      <m:t>𝒕</m:t>
                    </m:r>
                    <m:r>
                      <a:rPr lang="en-GB" sz="1400" b="1" i="1" dirty="0" smtClean="0">
                        <a:latin typeface="Cambria Math" panose="02040503050406030204" pitchFamily="18" charset="0"/>
                      </a:rPr>
                      <m:t>−</m:t>
                    </m:r>
                  </m:oMath>
                </a14:m>
                <a:r>
                  <a:rPr lang="en-GB" sz="1400" b="1" dirty="0">
                    <a:latin typeface="Calibri" panose="020F0502020204030204" pitchFamily="34" charset="0"/>
                    <a:ea typeface="Calibri" panose="020F0502020204030204" pitchFamily="34" charset="0"/>
                    <a:cs typeface="Calibri" panose="020F0502020204030204" pitchFamily="34" charset="0"/>
                  </a:rPr>
                  <a:t>distribution </a:t>
                </a:r>
                <a:r>
                  <a:rPr lang="en-GB" sz="1400" dirty="0">
                    <a:latin typeface="Calibri" panose="020F0502020204030204" pitchFamily="34" charset="0"/>
                    <a:ea typeface="Calibri" panose="020F0502020204030204" pitchFamily="34" charset="0"/>
                    <a:cs typeface="Calibri" panose="020F0502020204030204" pitchFamily="34" charset="0"/>
                  </a:rPr>
                  <a:t>(named for the pseudonym </a:t>
                </a:r>
                <a:r>
                  <a:rPr lang="en-GB" sz="1400" i="1" dirty="0">
                    <a:latin typeface="Calibri" panose="020F0502020204030204" pitchFamily="34" charset="0"/>
                    <a:ea typeface="Calibri" panose="020F0502020204030204" pitchFamily="34" charset="0"/>
                    <a:cs typeface="Calibri" panose="020F0502020204030204" pitchFamily="34" charset="0"/>
                  </a:rPr>
                  <a:t>Student </a:t>
                </a:r>
                <a:r>
                  <a:rPr lang="en-GB" sz="1400" dirty="0">
                    <a:latin typeface="Calibri" panose="020F0502020204030204" pitchFamily="34" charset="0"/>
                    <a:ea typeface="Calibri" panose="020F0502020204030204" pitchFamily="34" charset="0"/>
                    <a:cs typeface="Calibri" panose="020F0502020204030204" pitchFamily="34" charset="0"/>
                  </a:rPr>
                  <a:t>by </a:t>
                </a:r>
                <a:r>
                  <a:rPr lang="en-GB" sz="1400" dirty="0" err="1">
                    <a:latin typeface="Calibri" panose="020F0502020204030204" pitchFamily="34" charset="0"/>
                    <a:ea typeface="Calibri" panose="020F0502020204030204" pitchFamily="34" charset="0"/>
                    <a:cs typeface="Calibri" panose="020F0502020204030204" pitchFamily="34" charset="0"/>
                  </a:rPr>
                  <a:t>Villiam</a:t>
                </a:r>
                <a:r>
                  <a:rPr lang="en-GB" sz="1400" dirty="0">
                    <a:latin typeface="Calibri" panose="020F0502020204030204" pitchFamily="34" charset="0"/>
                    <a:ea typeface="Calibri" panose="020F0502020204030204" pitchFamily="34" charset="0"/>
                    <a:cs typeface="Calibri" panose="020F0502020204030204" pitchFamily="34" charset="0"/>
                  </a:rPr>
                  <a:t> Sealy Cosset)</a:t>
                </a:r>
                <a:r>
                  <a:rPr lang="en-GB" sz="1400" b="1" dirty="0">
                    <a:latin typeface="Calibri" panose="020F0502020204030204" pitchFamily="34" charset="0"/>
                    <a:ea typeface="Calibri" panose="020F0502020204030204" pitchFamily="34" charset="0"/>
                    <a:cs typeface="Calibri" panose="020F0502020204030204" pitchFamily="34" charset="0"/>
                  </a:rPr>
                  <a:t> </a:t>
                </a:r>
                <a:r>
                  <a:rPr lang="en-GB" sz="1400" dirty="0">
                    <a:latin typeface="Calibri" panose="020F0502020204030204" pitchFamily="34" charset="0"/>
                    <a:ea typeface="Calibri" panose="020F0502020204030204" pitchFamily="34" charset="0"/>
                    <a:cs typeface="Calibri" panose="020F0502020204030204" pitchFamily="34" charset="0"/>
                  </a:rPr>
                  <a:t>on </a:t>
                </a:r>
                <a14:m>
                  <m:oMath xmlns:m="http://schemas.openxmlformats.org/officeDocument/2006/math">
                    <m:r>
                      <a:rPr lang="en-GB" sz="1400" i="1" dirty="0" smtClean="0">
                        <a:latin typeface="Cambria Math" panose="02040503050406030204" pitchFamily="18" charset="0"/>
                      </a:rPr>
                      <m:t>𝑛</m:t>
                    </m:r>
                    <m:r>
                      <a:rPr lang="en-GB" sz="1400" i="1" dirty="0" smtClean="0">
                        <a:latin typeface="Cambria Math" panose="02040503050406030204" pitchFamily="18" charset="0"/>
                      </a:rPr>
                      <m:t>−1</m:t>
                    </m:r>
                  </m:oMath>
                </a14:m>
                <a:r>
                  <a:rPr lang="en-GB" sz="1400" dirty="0">
                    <a:latin typeface="Calibri" panose="020F0502020204030204" pitchFamily="34" charset="0"/>
                    <a:ea typeface="Calibri" panose="020F0502020204030204" pitchFamily="34" charset="0"/>
                    <a:cs typeface="Calibri" panose="020F0502020204030204" pitchFamily="34" charset="0"/>
                  </a:rPr>
                  <a:t> degrees of freedom.</a:t>
                </a:r>
              </a:p>
            </p:txBody>
          </p:sp>
        </mc:Choice>
        <mc:Fallback xmlns="">
          <p:sp>
            <p:nvSpPr>
              <p:cNvPr id="10" name="TextBox 9">
                <a:extLst>
                  <a:ext uri="{FF2B5EF4-FFF2-40B4-BE49-F238E27FC236}">
                    <a16:creationId xmlns:a16="http://schemas.microsoft.com/office/drawing/2014/main" id="{FE92C02A-EC4D-899E-06B2-2CBBE51ACC13}"/>
                  </a:ext>
                </a:extLst>
              </p:cNvPr>
              <p:cNvSpPr txBox="1">
                <a:spLocks noRot="1" noChangeAspect="1" noMove="1" noResize="1" noEditPoints="1" noAdjustHandles="1" noChangeArrowheads="1" noChangeShapeType="1" noTextEdit="1"/>
              </p:cNvSpPr>
              <p:nvPr/>
            </p:nvSpPr>
            <p:spPr>
              <a:xfrm>
                <a:off x="186594" y="2444966"/>
                <a:ext cx="8672097" cy="738664"/>
              </a:xfrm>
              <a:prstGeom prst="rect">
                <a:avLst/>
              </a:prstGeom>
              <a:blipFill>
                <a:blip r:embed="rId6"/>
                <a:stretch>
                  <a:fillRect l="-211" t="-1653" r="-211" b="-826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022B99F-34A3-A14D-8084-C5B5B62764AF}"/>
                  </a:ext>
                </a:extLst>
              </p:cNvPr>
              <p:cNvSpPr txBox="1"/>
              <p:nvPr/>
            </p:nvSpPr>
            <p:spPr>
              <a:xfrm>
                <a:off x="186595" y="3227646"/>
                <a:ext cx="8672096" cy="1615827"/>
              </a:xfrm>
              <a:prstGeom prst="rect">
                <a:avLst/>
              </a:prstGeom>
              <a:noFill/>
            </p:spPr>
            <p:txBody>
              <a:bodyPr wrap="square">
                <a:spAutoFit/>
              </a:bodyPr>
              <a:lstStyle/>
              <a:p>
                <a:pPr marL="285750" indent="-285750">
                  <a:spcBef>
                    <a:spcPts val="600"/>
                  </a:spcBef>
                  <a:spcAft>
                    <a:spcPts val="600"/>
                  </a:spcAft>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The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𝑡</m:t>
                    </m:r>
                    <m:r>
                      <a:rPr lang="en-GB" sz="1400" i="1" dirty="0" smtClean="0">
                        <a:latin typeface="Cambria Math" panose="02040503050406030204" pitchFamily="18" charset="0"/>
                        <a:ea typeface="Calibri" panose="020F0502020204030204" pitchFamily="34" charset="0"/>
                        <a:cs typeface="Calibri" panose="020F0502020204030204" pitchFamily="34" charset="0"/>
                      </a:rPr>
                      <m:t>−</m:t>
                    </m:r>
                  </m:oMath>
                </a14:m>
                <a:r>
                  <a:rPr lang="en-GB" sz="1400" dirty="0">
                    <a:latin typeface="Calibri" panose="020F0502020204030204" pitchFamily="34" charset="0"/>
                    <a:ea typeface="Calibri" panose="020F0502020204030204" pitchFamily="34" charset="0"/>
                    <a:cs typeface="Calibri" panose="020F0502020204030204" pitchFamily="34" charset="0"/>
                  </a:rPr>
                  <a:t>distribution is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symmetric</a:t>
                </a:r>
                <a:r>
                  <a:rPr lang="en-GB" sz="1400" dirty="0">
                    <a:latin typeface="Calibri" panose="020F0502020204030204" pitchFamily="34" charset="0"/>
                    <a:ea typeface="Calibri" panose="020F0502020204030204" pitchFamily="34" charset="0"/>
                    <a:cs typeface="Calibri" panose="020F0502020204030204" pitchFamily="34" charset="0"/>
                  </a:rPr>
                  <a:t>,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centred </a:t>
                </a:r>
                <a:r>
                  <a:rPr lang="en-GB" sz="1400" dirty="0">
                    <a:solidFill>
                      <a:srgbClr val="1C3D74"/>
                    </a:solidFill>
                    <a:latin typeface="Calibri" panose="020F0502020204030204" pitchFamily="34" charset="0"/>
                    <a:ea typeface="Calibri" panose="020F0502020204030204" pitchFamily="34" charset="0"/>
                    <a:cs typeface="Calibri" panose="020F0502020204030204" pitchFamily="34" charset="0"/>
                  </a:rPr>
                  <a:t>at zero </a:t>
                </a:r>
                <a:r>
                  <a:rPr lang="en-GB" sz="1400" dirty="0">
                    <a:latin typeface="Calibri" panose="020F0502020204030204" pitchFamily="34" charset="0"/>
                    <a:ea typeface="Calibri" panose="020F0502020204030204" pitchFamily="34" charset="0"/>
                    <a:cs typeface="Calibri" panose="020F0502020204030204" pitchFamily="34" charset="0"/>
                  </a:rPr>
                  <a:t>and, for all but very small numbers of degrees of freedom, has a shape similar to that of a standard normal distribution but with a larger variance.</a:t>
                </a:r>
              </a:p>
              <a:p>
                <a:pPr marL="285750" indent="-285750" algn="just">
                  <a:spcBef>
                    <a:spcPts val="600"/>
                  </a:spcBef>
                  <a:spcAft>
                    <a:spcPts val="600"/>
                  </a:spcAft>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When the number of degrees of freedom becomes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large</a:t>
                </a:r>
                <a:r>
                  <a:rPr lang="en-GB" sz="1400" dirty="0">
                    <a:latin typeface="Calibri" panose="020F0502020204030204" pitchFamily="34" charset="0"/>
                    <a:ea typeface="Calibri" panose="020F0502020204030204" pitchFamily="34" charset="0"/>
                    <a:cs typeface="Calibri" panose="020F0502020204030204" pitchFamily="34" charset="0"/>
                  </a:rPr>
                  <a:t>, the </a:t>
                </a:r>
                <a14:m>
                  <m:oMath xmlns:m="http://schemas.openxmlformats.org/officeDocument/2006/math">
                    <m:r>
                      <a:rPr lang="en-GB" sz="1400" i="1" dirty="0" smtClean="0">
                        <a:latin typeface="Cambria Math" panose="02040503050406030204" pitchFamily="18" charset="0"/>
                      </a:rPr>
                      <m:t>𝑡</m:t>
                    </m:r>
                    <m:r>
                      <a:rPr lang="en-GB" sz="1400" i="1" dirty="0" smtClean="0">
                        <a:latin typeface="Cambria Math" panose="02040503050406030204" pitchFamily="18" charset="0"/>
                      </a:rPr>
                      <m:t>−</m:t>
                    </m:r>
                  </m:oMath>
                </a14:m>
                <a:r>
                  <a:rPr lang="en-GB" sz="1400" dirty="0">
                    <a:latin typeface="Calibri" panose="020F0502020204030204" pitchFamily="34" charset="0"/>
                    <a:ea typeface="Calibri" panose="020F0502020204030204" pitchFamily="34" charset="0"/>
                    <a:cs typeface="Calibri" panose="020F0502020204030204" pitchFamily="34" charset="0"/>
                  </a:rPr>
                  <a:t>distribution gets closer to the standard normal distribution so that, for large samples, it makes little difference which we use.</a:t>
                </a:r>
              </a:p>
              <a:p>
                <a:endParaRPr lang="en-GB"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GB" sz="14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3" name="TextBox 12">
                <a:extLst>
                  <a:ext uri="{FF2B5EF4-FFF2-40B4-BE49-F238E27FC236}">
                    <a16:creationId xmlns:a16="http://schemas.microsoft.com/office/drawing/2014/main" id="{E022B99F-34A3-A14D-8084-C5B5B62764AF}"/>
                  </a:ext>
                </a:extLst>
              </p:cNvPr>
              <p:cNvSpPr txBox="1">
                <a:spLocks noRot="1" noChangeAspect="1" noMove="1" noResize="1" noEditPoints="1" noAdjustHandles="1" noChangeArrowheads="1" noChangeShapeType="1" noTextEdit="1"/>
              </p:cNvSpPr>
              <p:nvPr/>
            </p:nvSpPr>
            <p:spPr>
              <a:xfrm>
                <a:off x="186595" y="3227646"/>
                <a:ext cx="8672096" cy="1615827"/>
              </a:xfrm>
              <a:prstGeom prst="rect">
                <a:avLst/>
              </a:prstGeom>
              <a:blipFill>
                <a:blip r:embed="rId7"/>
                <a:stretch>
                  <a:fillRect l="-141" t="-376" r="-492"/>
                </a:stretch>
              </a:blipFill>
            </p:spPr>
            <p:txBody>
              <a:bodyPr/>
              <a:lstStyle/>
              <a:p>
                <a:r>
                  <a:rPr lang="en-GB">
                    <a:noFill/>
                  </a:rPr>
                  <a:t> </a:t>
                </a:r>
              </a:p>
            </p:txBody>
          </p:sp>
        </mc:Fallback>
      </mc:AlternateContent>
    </p:spTree>
    <p:extLst>
      <p:ext uri="{BB962C8B-B14F-4D97-AF65-F5344CB8AC3E}">
        <p14:creationId xmlns:p14="http://schemas.microsoft.com/office/powerpoint/2010/main" val="4071257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Parametric Methods – Tests for a Single Sample</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5" name="TextBox 4">
            <a:extLst>
              <a:ext uri="{FF2B5EF4-FFF2-40B4-BE49-F238E27FC236}">
                <a16:creationId xmlns:a16="http://schemas.microsoft.com/office/drawing/2014/main" id="{9105927D-43B8-4CCD-D8F2-01F870893BFA}"/>
              </a:ext>
            </a:extLst>
          </p:cNvPr>
          <p:cNvSpPr txBox="1"/>
          <p:nvPr/>
        </p:nvSpPr>
        <p:spPr>
          <a:xfrm>
            <a:off x="186596" y="739866"/>
            <a:ext cx="4572000" cy="307777"/>
          </a:xfrm>
          <a:prstGeom prst="rect">
            <a:avLst/>
          </a:prstGeom>
          <a:noFill/>
        </p:spPr>
        <p:txBody>
          <a:bodyPr wrap="square">
            <a:spAutoFit/>
          </a:bodyPr>
          <a:lstStyle/>
          <a:p>
            <a:r>
              <a:rPr lang="en-GB" sz="1400" b="1" dirty="0">
                <a:latin typeface="Calibri" panose="020F0502020204030204" pitchFamily="34" charset="0"/>
                <a:ea typeface="Calibri" panose="020F0502020204030204" pitchFamily="34" charset="0"/>
                <a:cs typeface="Calibri" panose="020F0502020204030204" pitchFamily="34" charset="0"/>
              </a:rPr>
              <a:t>Tests concerning a single mean</a:t>
            </a:r>
          </a:p>
        </p:txBody>
      </p:sp>
      <p:sp>
        <p:nvSpPr>
          <p:cNvPr id="11" name="TextBox 10">
            <a:extLst>
              <a:ext uri="{FF2B5EF4-FFF2-40B4-BE49-F238E27FC236}">
                <a16:creationId xmlns:a16="http://schemas.microsoft.com/office/drawing/2014/main" id="{642A5D21-9B53-4E6B-C866-AC056BA8D55A}"/>
              </a:ext>
            </a:extLst>
          </p:cNvPr>
          <p:cNvSpPr txBox="1"/>
          <p:nvPr/>
        </p:nvSpPr>
        <p:spPr>
          <a:xfrm>
            <a:off x="186595" y="1062260"/>
            <a:ext cx="4572000" cy="307777"/>
          </a:xfrm>
          <a:prstGeom prst="rect">
            <a:avLst/>
          </a:prstGeom>
          <a:noFill/>
        </p:spPr>
        <p:txBody>
          <a:bodyPr wrap="square">
            <a:spAutoFit/>
          </a:bodyPr>
          <a:lstStyle/>
          <a:p>
            <a:r>
              <a:rPr lang="en-GB" sz="1400" b="1" dirty="0">
                <a:latin typeface="Calibri" panose="020F0502020204030204" pitchFamily="34" charset="0"/>
                <a:ea typeface="Calibri" panose="020F0502020204030204" pitchFamily="34" charset="0"/>
                <a:cs typeface="Calibri" panose="020F0502020204030204" pitchFamily="34" charset="0"/>
              </a:rPr>
              <a:t>Case 2</a:t>
            </a:r>
            <a:r>
              <a:rPr lang="en-GB" sz="1400" dirty="0">
                <a:latin typeface="Calibri" panose="020F0502020204030204" pitchFamily="34" charset="0"/>
                <a:ea typeface="Calibri" panose="020F0502020204030204" pitchFamily="34" charset="0"/>
                <a:cs typeface="Calibri" panose="020F0502020204030204" pitchFamily="34" charset="0"/>
              </a:rPr>
              <a:t> – Population variance unknown</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B50F4E7-BFB7-1A14-B833-ECE65CAD7E2B}"/>
                  </a:ext>
                </a:extLst>
              </p:cNvPr>
              <p:cNvSpPr txBox="1"/>
              <p:nvPr/>
            </p:nvSpPr>
            <p:spPr>
              <a:xfrm>
                <a:off x="3676707" y="1154809"/>
                <a:ext cx="1483241" cy="5390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400" b="0" i="1" smtClean="0">
                          <a:effectLst/>
                          <a:latin typeface="Cambria Math" panose="02040503050406030204" pitchFamily="18" charset="0"/>
                          <a:ea typeface="DengXian" panose="02010600030101010101" pitchFamily="2" charset="-122"/>
                          <a:cs typeface="Calibri" panose="020F0502020204030204" pitchFamily="34" charset="0"/>
                        </a:rPr>
                        <m:t>𝑇</m:t>
                      </m:r>
                      <m:r>
                        <a:rPr lang="en-GB" sz="1400" i="1" smtClean="0">
                          <a:effectLst/>
                          <a:latin typeface="Cambria Math" panose="02040503050406030204" pitchFamily="18" charset="0"/>
                          <a:ea typeface="DengXian" panose="02010600030101010101" pitchFamily="2" charset="-122"/>
                          <a:cs typeface="Calibri" panose="020F0502020204030204" pitchFamily="34" charset="0"/>
                        </a:rPr>
                        <m:t>=</m:t>
                      </m:r>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400" i="1">
                              <a:effectLst/>
                              <a:latin typeface="Cambria Math" panose="02040503050406030204" pitchFamily="18" charset="0"/>
                              <a:ea typeface="DengXian" panose="02010600030101010101" pitchFamily="2" charset="-122"/>
                              <a:cs typeface="Calibri" panose="020F0502020204030204" pitchFamily="34" charset="0"/>
                            </a:rPr>
                            <m:t>(</m:t>
                          </m:r>
                          <m:acc>
                            <m:accPr>
                              <m:chr m:val="̅"/>
                              <m:ctrlPr>
                                <a:rPr lang="en-GB" sz="1400" i="1">
                                  <a:latin typeface="Cambria Math" panose="02040503050406030204" pitchFamily="18" charset="0"/>
                                </a:rPr>
                              </m:ctrlPr>
                            </m:accPr>
                            <m:e>
                              <m:r>
                                <a:rPr lang="en-GB" sz="1400" i="1">
                                  <a:latin typeface="Cambria Math" panose="02040503050406030204" pitchFamily="18" charset="0"/>
                                </a:rPr>
                                <m:t>𝑥</m:t>
                              </m:r>
                            </m:e>
                          </m:acc>
                          <m:r>
                            <a:rPr lang="en-GB" sz="1400" i="1">
                              <a:effectLst/>
                              <a:latin typeface="Cambria Math" panose="02040503050406030204" pitchFamily="18" charset="0"/>
                              <a:ea typeface="DengXian" panose="02010600030101010101" pitchFamily="2" charset="-122"/>
                              <a:cs typeface="Calibri" panose="020F0502020204030204" pitchFamily="34" charset="0"/>
                            </a:rPr>
                            <m:t>−</m:t>
                          </m:r>
                          <m:sSub>
                            <m:sSubPr>
                              <m:ctrlPr>
                                <a:rPr lang="en-GB" sz="1400" i="1" dirty="0">
                                  <a:latin typeface="Cambria Math" panose="02040503050406030204" pitchFamily="18" charset="0"/>
                                  <a:ea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𝜇</m:t>
                              </m:r>
                            </m:e>
                            <m:sub>
                              <m:r>
                                <a:rPr lang="en-GB" sz="1400" i="1" dirty="0">
                                  <a:latin typeface="Cambria Math" panose="02040503050406030204" pitchFamily="18" charset="0"/>
                                  <a:ea typeface="Cambria Math" panose="02040503050406030204" pitchFamily="18" charset="0"/>
                                </a:rPr>
                                <m:t>0</m:t>
                              </m:r>
                            </m:sub>
                          </m:sSub>
                          <m:r>
                            <a:rPr lang="en-GB" sz="1400" i="1">
                              <a:effectLst/>
                              <a:latin typeface="Cambria Math" panose="02040503050406030204" pitchFamily="18" charset="0"/>
                              <a:ea typeface="DengXian" panose="02010600030101010101" pitchFamily="2" charset="-122"/>
                              <a:cs typeface="Calibri" panose="020F0502020204030204" pitchFamily="34" charset="0"/>
                            </a:rPr>
                            <m:t>)</m:t>
                          </m:r>
                        </m:num>
                        <m:den>
                          <m:sSub>
                            <m:sSubPr>
                              <m:ctrlPr>
                                <a:rPr lang="en-GB" sz="1400" i="1">
                                  <a:latin typeface="Cambria Math" panose="02040503050406030204" pitchFamily="18" charset="0"/>
                                  <a:ea typeface="Calibri" panose="020F0502020204030204" pitchFamily="34" charset="0"/>
                                  <a:cs typeface="Calibri" panose="020F0502020204030204" pitchFamily="34" charset="0"/>
                                </a:rPr>
                              </m:ctrlPr>
                            </m:sSubPr>
                            <m:e>
                              <m:r>
                                <a:rPr lang="en-GB" sz="1400" b="0" i="1" smtClean="0">
                                  <a:latin typeface="Cambria Math" panose="02040503050406030204" pitchFamily="18" charset="0"/>
                                  <a:ea typeface="Calibri" panose="020F0502020204030204" pitchFamily="34" charset="0"/>
                                  <a:cs typeface="Calibri" panose="020F0502020204030204" pitchFamily="34" charset="0"/>
                                </a:rPr>
                                <m:t>𝑠</m:t>
                              </m:r>
                            </m:e>
                            <m:sub>
                              <m:r>
                                <a:rPr lang="en-GB" sz="1400" i="1">
                                  <a:latin typeface="Cambria Math" panose="02040503050406030204" pitchFamily="18" charset="0"/>
                                  <a:ea typeface="Calibri" panose="020F0502020204030204" pitchFamily="34" charset="0"/>
                                  <a:cs typeface="Calibri" panose="020F0502020204030204" pitchFamily="34" charset="0"/>
                                </a:rPr>
                                <m:t>𝑛</m:t>
                              </m:r>
                            </m:sub>
                          </m:sSub>
                        </m:den>
                      </m:f>
                    </m:oMath>
                  </m:oMathPara>
                </a14:m>
                <a:endParaRPr lang="en-GB" sz="1400" dirty="0"/>
              </a:p>
            </p:txBody>
          </p:sp>
        </mc:Choice>
        <mc:Fallback xmlns="">
          <p:sp>
            <p:nvSpPr>
              <p:cNvPr id="27" name="TextBox 26">
                <a:extLst>
                  <a:ext uri="{FF2B5EF4-FFF2-40B4-BE49-F238E27FC236}">
                    <a16:creationId xmlns:a16="http://schemas.microsoft.com/office/drawing/2014/main" id="{7B50F4E7-BFB7-1A14-B833-ECE65CAD7E2B}"/>
                  </a:ext>
                </a:extLst>
              </p:cNvPr>
              <p:cNvSpPr txBox="1">
                <a:spLocks noRot="1" noChangeAspect="1" noMove="1" noResize="1" noEditPoints="1" noAdjustHandles="1" noChangeArrowheads="1" noChangeShapeType="1" noTextEdit="1"/>
              </p:cNvSpPr>
              <p:nvPr/>
            </p:nvSpPr>
            <p:spPr>
              <a:xfrm>
                <a:off x="3676707" y="1154809"/>
                <a:ext cx="1483241" cy="539058"/>
              </a:xfrm>
              <a:prstGeom prst="rect">
                <a:avLst/>
              </a:prstGeom>
              <a:blipFill>
                <a:blip r:embed="rId3"/>
                <a:stretch>
                  <a:fillRect/>
                </a:stretch>
              </a:blipFill>
            </p:spPr>
            <p:txBody>
              <a:bodyPr/>
              <a:lstStyle/>
              <a:p>
                <a:r>
                  <a:rPr lang="en-GB">
                    <a:noFill/>
                  </a:rPr>
                  <a:t> </a:t>
                </a:r>
              </a:p>
            </p:txBody>
          </p:sp>
        </mc:Fallback>
      </mc:AlternateContent>
      <p:pic>
        <p:nvPicPr>
          <p:cNvPr id="4" name="Picture 3">
            <a:extLst>
              <a:ext uri="{FF2B5EF4-FFF2-40B4-BE49-F238E27FC236}">
                <a16:creationId xmlns:a16="http://schemas.microsoft.com/office/drawing/2014/main" id="{DC54E96E-A039-F654-80B5-581A54CE1531}"/>
              </a:ext>
            </a:extLst>
          </p:cNvPr>
          <p:cNvPicPr>
            <a:picLocks noChangeAspect="1"/>
          </p:cNvPicPr>
          <p:nvPr/>
        </p:nvPicPr>
        <p:blipFill>
          <a:blip r:embed="rId4"/>
          <a:stretch>
            <a:fillRect/>
          </a:stretch>
        </p:blipFill>
        <p:spPr>
          <a:xfrm>
            <a:off x="6315075" y="674974"/>
            <a:ext cx="2585299" cy="3753656"/>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DA0A8D6-F11C-E931-7902-E375FA161CE5}"/>
                  </a:ext>
                </a:extLst>
              </p:cNvPr>
              <p:cNvSpPr txBox="1"/>
              <p:nvPr/>
            </p:nvSpPr>
            <p:spPr>
              <a:xfrm>
                <a:off x="186595" y="1631508"/>
                <a:ext cx="6128480" cy="1261884"/>
              </a:xfrm>
              <a:prstGeom prst="rect">
                <a:avLst/>
              </a:prstGeom>
              <a:noFill/>
            </p:spPr>
            <p:txBody>
              <a:bodyPr wrap="square">
                <a:spAutoFit/>
              </a:bodyPr>
              <a:lstStyle/>
              <a:p>
                <a:pPr>
                  <a:spcBef>
                    <a:spcPts val="600"/>
                  </a:spcBef>
                  <a:spcAft>
                    <a:spcPts val="600"/>
                  </a:spcAft>
                </a:pPr>
                <a:r>
                  <a:rPr lang="en-GB" sz="1400" b="1" dirty="0">
                    <a:latin typeface="Calibri" panose="020F0502020204030204" pitchFamily="34" charset="0"/>
                    <a:ea typeface="Calibri" panose="020F0502020204030204" pitchFamily="34" charset="0"/>
                    <a:cs typeface="Calibri" panose="020F0502020204030204" pitchFamily="34" charset="0"/>
                  </a:rPr>
                  <a:t>Example 1</a:t>
                </a:r>
              </a:p>
              <a:p>
                <a:pPr algn="just">
                  <a:spcBef>
                    <a:spcPts val="600"/>
                  </a:spcBef>
                  <a:spcAft>
                    <a:spcPts val="600"/>
                  </a:spcAft>
                </a:pPr>
                <a:r>
                  <a:rPr lang="en-GB" sz="1400" dirty="0">
                    <a:latin typeface="Calibri" panose="020F0502020204030204" pitchFamily="34" charset="0"/>
                    <a:ea typeface="Calibri" panose="020F0502020204030204" pitchFamily="34" charset="0"/>
                    <a:cs typeface="Calibri" panose="020F0502020204030204" pitchFamily="34" charset="0"/>
                  </a:rPr>
                  <a:t>For a two-sided test at the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5%</m:t>
                    </m:r>
                  </m:oMath>
                </a14:m>
                <a:r>
                  <a:rPr lang="en-GB" sz="1400" dirty="0">
                    <a:latin typeface="Calibri" panose="020F0502020204030204" pitchFamily="34" charset="0"/>
                    <a:ea typeface="Calibri" panose="020F0502020204030204" pitchFamily="34" charset="0"/>
                    <a:cs typeface="Calibri" panose="020F0502020204030204" pitchFamily="34" charset="0"/>
                  </a:rPr>
                  <a:t> level of significance and a sample size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𝑛</m:t>
                    </m:r>
                    <m:r>
                      <a:rPr lang="en-GB" sz="1400" i="1" dirty="0" smtClean="0">
                        <a:latin typeface="Cambria Math" panose="02040503050406030204" pitchFamily="18" charset="0"/>
                        <a:ea typeface="Calibri" panose="020F0502020204030204" pitchFamily="34" charset="0"/>
                        <a:cs typeface="Calibri" panose="020F0502020204030204" pitchFamily="34" charset="0"/>
                      </a:rPr>
                      <m:t>=15</m:t>
                    </m:r>
                  </m:oMath>
                </a14:m>
                <a:r>
                  <a:rPr lang="en-GB" sz="1400" dirty="0">
                    <a:latin typeface="Calibri" panose="020F0502020204030204" pitchFamily="34" charset="0"/>
                    <a:ea typeface="Calibri" panose="020F0502020204030204" pitchFamily="34" charset="0"/>
                    <a:cs typeface="Calibri" panose="020F0502020204030204" pitchFamily="34" charset="0"/>
                  </a:rPr>
                  <a:t>, find the critical value using the Students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𝑡</m:t>
                    </m:r>
                    <m:r>
                      <a:rPr lang="en-GB" sz="1400" i="1" dirty="0" smtClean="0">
                        <a:latin typeface="Cambria Math" panose="02040503050406030204" pitchFamily="18" charset="0"/>
                        <a:ea typeface="Calibri" panose="020F0502020204030204" pitchFamily="34" charset="0"/>
                        <a:cs typeface="Calibri" panose="020F0502020204030204" pitchFamily="34" charset="0"/>
                      </a:rPr>
                      <m:t>−</m:t>
                    </m:r>
                  </m:oMath>
                </a14:m>
                <a:r>
                  <a:rPr lang="en-GB" sz="1400" dirty="0">
                    <a:latin typeface="Calibri" panose="020F0502020204030204" pitchFamily="34" charset="0"/>
                    <a:ea typeface="Calibri" panose="020F0502020204030204" pitchFamily="34" charset="0"/>
                    <a:cs typeface="Calibri" panose="020F0502020204030204" pitchFamily="34" charset="0"/>
                  </a:rPr>
                  <a:t>distribution table. </a:t>
                </a:r>
              </a:p>
              <a:p>
                <a:pPr>
                  <a:spcBef>
                    <a:spcPts val="600"/>
                  </a:spcBef>
                  <a:spcAft>
                    <a:spcPts val="600"/>
                  </a:spcAft>
                </a:pP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Solution</a:t>
                </a:r>
              </a:p>
            </p:txBody>
          </p:sp>
        </mc:Choice>
        <mc:Fallback xmlns="">
          <p:sp>
            <p:nvSpPr>
              <p:cNvPr id="9" name="TextBox 8">
                <a:extLst>
                  <a:ext uri="{FF2B5EF4-FFF2-40B4-BE49-F238E27FC236}">
                    <a16:creationId xmlns:a16="http://schemas.microsoft.com/office/drawing/2014/main" id="{9DA0A8D6-F11C-E931-7902-E375FA161CE5}"/>
                  </a:ext>
                </a:extLst>
              </p:cNvPr>
              <p:cNvSpPr txBox="1">
                <a:spLocks noRot="1" noChangeAspect="1" noMove="1" noResize="1" noEditPoints="1" noAdjustHandles="1" noChangeArrowheads="1" noChangeShapeType="1" noTextEdit="1"/>
              </p:cNvSpPr>
              <p:nvPr/>
            </p:nvSpPr>
            <p:spPr>
              <a:xfrm>
                <a:off x="186595" y="1631508"/>
                <a:ext cx="6128480" cy="1261884"/>
              </a:xfrm>
              <a:prstGeom prst="rect">
                <a:avLst/>
              </a:prstGeom>
              <a:blipFill>
                <a:blip r:embed="rId5"/>
                <a:stretch>
                  <a:fillRect l="-299" t="-966" r="-299" b="-386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569B549-FEEC-D6E9-5B2C-EF3F3AD4CD0B}"/>
                  </a:ext>
                </a:extLst>
              </p:cNvPr>
              <p:cNvSpPr txBox="1"/>
              <p:nvPr/>
            </p:nvSpPr>
            <p:spPr>
              <a:xfrm>
                <a:off x="186595" y="3449527"/>
                <a:ext cx="6038673" cy="954107"/>
              </a:xfrm>
              <a:prstGeom prst="rect">
                <a:avLst/>
              </a:prstGeom>
              <a:noFill/>
            </p:spPr>
            <p:txBody>
              <a:bodyPr wrap="square">
                <a:spAutoFit/>
              </a:bodyPr>
              <a:lstStyle/>
              <a:p>
                <a:pPr marL="171450" indent="-171450" algn="just">
                  <a:buFont typeface="Arial" panose="020B0604020202020204" pitchFamily="34" charset="0"/>
                  <a:buChar char="•"/>
                </a:pPr>
                <a14:m>
                  <m:oMath xmlns:m="http://schemas.openxmlformats.org/officeDocument/2006/math">
                    <m:r>
                      <a:rPr lang="en-GB" sz="1400" b="0" i="1" smtClean="0">
                        <a:solidFill>
                          <a:srgbClr val="FF0000"/>
                        </a:solidFill>
                        <a:latin typeface="Cambria Math" panose="02040503050406030204" pitchFamily="18" charset="0"/>
                        <a:ea typeface="Calibri" panose="020F0502020204030204" pitchFamily="34" charset="0"/>
                        <a:cs typeface="Calibri" panose="020F0502020204030204" pitchFamily="34" charset="0"/>
                      </a:rPr>
                      <m:t>𝑇</m:t>
                    </m:r>
                  </m:oMath>
                </a14:m>
                <a:r>
                  <a:rPr lang="en-GB" sz="1400" dirty="0">
                    <a:solidFill>
                      <a:srgbClr val="FF0000"/>
                    </a:solidFill>
                    <a:latin typeface="Calibri" panose="020F0502020204030204" pitchFamily="34" charset="0"/>
                    <a:ea typeface="Calibri" panose="020F0502020204030204" pitchFamily="34" charset="0"/>
                    <a:cs typeface="Calibri" panose="020F0502020204030204" pitchFamily="34" charset="0"/>
                  </a:rPr>
                  <a:t> is the test statistic to be compared with the critical values at different significance values. </a:t>
                </a:r>
              </a:p>
              <a:p>
                <a:pPr marL="171450" indent="-171450" algn="just">
                  <a:buFont typeface="Arial" panose="020B0604020202020204" pitchFamily="34" charset="0"/>
                  <a:buChar char="•"/>
                </a:pPr>
                <a:r>
                  <a:rPr lang="en-GB" sz="1400" dirty="0">
                    <a:solidFill>
                      <a:srgbClr val="FF0000"/>
                    </a:solidFill>
                    <a:latin typeface="Calibri" panose="020F0502020204030204" pitchFamily="34" charset="0"/>
                    <a:ea typeface="Calibri" panose="020F0502020204030204" pitchFamily="34" charset="0"/>
                    <a:cs typeface="Calibri" panose="020F0502020204030204" pitchFamily="34" charset="0"/>
                  </a:rPr>
                  <a:t>The Students </a:t>
                </a:r>
                <a14:m>
                  <m:oMath xmlns:m="http://schemas.openxmlformats.org/officeDocument/2006/math">
                    <m:r>
                      <a:rPr lang="en-GB" sz="1400" i="1" dirty="0" smtClean="0">
                        <a:solidFill>
                          <a:srgbClr val="FF0000"/>
                        </a:solidFill>
                        <a:latin typeface="Cambria Math" panose="02040503050406030204" pitchFamily="18" charset="0"/>
                        <a:ea typeface="Calibri" panose="020F0502020204030204" pitchFamily="34" charset="0"/>
                        <a:cs typeface="Calibri" panose="020F0502020204030204" pitchFamily="34" charset="0"/>
                      </a:rPr>
                      <m:t>𝑡</m:t>
                    </m:r>
                    <m:r>
                      <a:rPr lang="en-GB" sz="1400" i="1" dirty="0" smtClean="0">
                        <a:solidFill>
                          <a:srgbClr val="FF0000"/>
                        </a:solidFill>
                        <a:latin typeface="Cambria Math" panose="02040503050406030204" pitchFamily="18" charset="0"/>
                        <a:ea typeface="Calibri" panose="020F0502020204030204" pitchFamily="34" charset="0"/>
                        <a:cs typeface="Calibri" panose="020F0502020204030204" pitchFamily="34" charset="0"/>
                      </a:rPr>
                      <m:t>−</m:t>
                    </m:r>
                  </m:oMath>
                </a14:m>
                <a:r>
                  <a:rPr lang="en-GB" sz="1400" dirty="0">
                    <a:solidFill>
                      <a:srgbClr val="FF0000"/>
                    </a:solidFill>
                    <a:latin typeface="Calibri" panose="020F0502020204030204" pitchFamily="34" charset="0"/>
                    <a:ea typeface="Calibri" panose="020F0502020204030204" pitchFamily="34" charset="0"/>
                    <a:cs typeface="Calibri" panose="020F0502020204030204" pitchFamily="34" charset="0"/>
                  </a:rPr>
                  <a:t>test only applies when the underlying distribution can be assumed to be normal.</a:t>
                </a:r>
              </a:p>
            </p:txBody>
          </p:sp>
        </mc:Choice>
        <mc:Fallback xmlns="">
          <p:sp>
            <p:nvSpPr>
              <p:cNvPr id="14" name="TextBox 13">
                <a:extLst>
                  <a:ext uri="{FF2B5EF4-FFF2-40B4-BE49-F238E27FC236}">
                    <a16:creationId xmlns:a16="http://schemas.microsoft.com/office/drawing/2014/main" id="{9569B549-FEEC-D6E9-5B2C-EF3F3AD4CD0B}"/>
                  </a:ext>
                </a:extLst>
              </p:cNvPr>
              <p:cNvSpPr txBox="1">
                <a:spLocks noRot="1" noChangeAspect="1" noMove="1" noResize="1" noEditPoints="1" noAdjustHandles="1" noChangeArrowheads="1" noChangeShapeType="1" noTextEdit="1"/>
              </p:cNvSpPr>
              <p:nvPr/>
            </p:nvSpPr>
            <p:spPr>
              <a:xfrm>
                <a:off x="186595" y="3449527"/>
                <a:ext cx="6038673" cy="954107"/>
              </a:xfrm>
              <a:prstGeom prst="rect">
                <a:avLst/>
              </a:prstGeom>
              <a:blipFill>
                <a:blip r:embed="rId6"/>
                <a:stretch>
                  <a:fillRect l="-202" t="-1282" r="-303" b="-5769"/>
                </a:stretch>
              </a:blipFill>
            </p:spPr>
            <p:txBody>
              <a:bodyPr/>
              <a:lstStyle/>
              <a:p>
                <a:r>
                  <a:rPr lang="en-GB">
                    <a:noFill/>
                  </a:rPr>
                  <a:t> </a:t>
                </a:r>
              </a:p>
            </p:txBody>
          </p:sp>
        </mc:Fallback>
      </mc:AlternateContent>
      <mc:AlternateContent xmlns:mc="http://schemas.openxmlformats.org/markup-compatibility/2006">
        <mc:Choice xmlns:p14="http://schemas.microsoft.com/office/powerpoint/2010/main" Requires="p14">
          <p:contentPart p14:bwMode="auto" r:id="rId7">
            <p14:nvContentPartPr>
              <p14:cNvPr id="2" name="Ink 1">
                <a:extLst>
                  <a:ext uri="{FF2B5EF4-FFF2-40B4-BE49-F238E27FC236}">
                    <a16:creationId xmlns:a16="http://schemas.microsoft.com/office/drawing/2014/main" id="{FC55131C-DBA7-F18D-4817-A4C1465C3780}"/>
                  </a:ext>
                </a:extLst>
              </p14:cNvPr>
              <p14:cNvContentPartPr/>
              <p14:nvPr/>
            </p14:nvContentPartPr>
            <p14:xfrm>
              <a:off x="1235160" y="2545920"/>
              <a:ext cx="6379200" cy="698760"/>
            </p14:xfrm>
          </p:contentPart>
        </mc:Choice>
        <mc:Fallback>
          <p:pic>
            <p:nvPicPr>
              <p:cNvPr id="2" name="Ink 1">
                <a:extLst>
                  <a:ext uri="{FF2B5EF4-FFF2-40B4-BE49-F238E27FC236}">
                    <a16:creationId xmlns:a16="http://schemas.microsoft.com/office/drawing/2014/main" id="{FC55131C-DBA7-F18D-4817-A4C1465C3780}"/>
                  </a:ext>
                </a:extLst>
              </p:cNvPr>
              <p:cNvPicPr/>
              <p:nvPr/>
            </p:nvPicPr>
            <p:blipFill>
              <a:blip r:embed="rId8"/>
              <a:stretch>
                <a:fillRect/>
              </a:stretch>
            </p:blipFill>
            <p:spPr>
              <a:xfrm>
                <a:off x="1225800" y="2536560"/>
                <a:ext cx="6397920" cy="717480"/>
              </a:xfrm>
              <a:prstGeom prst="rect">
                <a:avLst/>
              </a:prstGeom>
            </p:spPr>
          </p:pic>
        </mc:Fallback>
      </mc:AlternateContent>
    </p:spTree>
    <p:extLst>
      <p:ext uri="{BB962C8B-B14F-4D97-AF65-F5344CB8AC3E}">
        <p14:creationId xmlns:p14="http://schemas.microsoft.com/office/powerpoint/2010/main" val="1513965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Parametric Methods – Tests for a Single Sample</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3" name="TextBox 2">
            <a:extLst>
              <a:ext uri="{FF2B5EF4-FFF2-40B4-BE49-F238E27FC236}">
                <a16:creationId xmlns:a16="http://schemas.microsoft.com/office/drawing/2014/main" id="{91225B5F-85A8-4B19-F006-2A4B899501A9}"/>
              </a:ext>
            </a:extLst>
          </p:cNvPr>
          <p:cNvSpPr txBox="1"/>
          <p:nvPr/>
        </p:nvSpPr>
        <p:spPr>
          <a:xfrm>
            <a:off x="186596" y="709849"/>
            <a:ext cx="8672096" cy="2339102"/>
          </a:xfrm>
          <a:prstGeom prst="rect">
            <a:avLst/>
          </a:prstGeom>
          <a:noFill/>
        </p:spPr>
        <p:txBody>
          <a:bodyPr wrap="square">
            <a:spAutoFit/>
          </a:bodyPr>
          <a:lstStyle/>
          <a:p>
            <a:pPr algn="just">
              <a:spcBef>
                <a:spcPts val="600"/>
              </a:spcBef>
              <a:spcAft>
                <a:spcPts val="600"/>
              </a:spcAft>
            </a:pPr>
            <a:r>
              <a:rPr lang="en-GB" sz="1400" b="1" dirty="0">
                <a:latin typeface="Calibri" panose="020F0502020204030204" pitchFamily="34" charset="0"/>
                <a:ea typeface="Calibri" panose="020F0502020204030204" pitchFamily="34" charset="0"/>
                <a:cs typeface="Calibri" panose="020F0502020204030204" pitchFamily="34" charset="0"/>
              </a:rPr>
              <a:t>Example 2</a:t>
            </a:r>
          </a:p>
          <a:p>
            <a:pPr algn="just">
              <a:spcBef>
                <a:spcPts val="600"/>
              </a:spcBef>
              <a:spcAft>
                <a:spcPts val="600"/>
              </a:spcAft>
            </a:pPr>
            <a:r>
              <a:rPr lang="en-GB" sz="1400" dirty="0">
                <a:latin typeface="Calibri" panose="020F0502020204030204" pitchFamily="34" charset="0"/>
                <a:ea typeface="Calibri" panose="020F0502020204030204" pitchFamily="34" charset="0"/>
                <a:cs typeface="Calibri" panose="020F0502020204030204" pitchFamily="34" charset="0"/>
              </a:rPr>
              <a:t>Dishwasher powder is poured into the cartons in which it is sold by an automatic dispensing machine which is set to dispense 3 kg of powder into each carton. In order to check that the dispensing machine is working to an acceptable standard (i.e. does not need adjustment), a production engineer takes a random samples of 40 cartons and weighs them. It is found that the mean weight of the sample is 3.005 kg. It is known that the dispensing machine operates with a standard deviation of 0.015 kg and that the manufacturer of the powder is willing to rely on a 5% level of significance. Does the sample provide the engineer with sufficient evidence that the true mean is not 3.00 kg and so the machine requires adjustment? </a:t>
            </a:r>
          </a:p>
          <a:p>
            <a:pPr algn="just">
              <a:spcBef>
                <a:spcPts val="600"/>
              </a:spcBef>
              <a:spcAft>
                <a:spcPts val="600"/>
              </a:spcAft>
            </a:pP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Solution</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C634E5DB-98B0-63E6-BF64-6428E2D02927}"/>
                  </a:ext>
                </a:extLst>
              </p14:cNvPr>
              <p14:cNvContentPartPr/>
              <p14:nvPr/>
            </p14:nvContentPartPr>
            <p14:xfrm>
              <a:off x="1616760" y="2679120"/>
              <a:ext cx="7090200" cy="1753560"/>
            </p14:xfrm>
          </p:contentPart>
        </mc:Choice>
        <mc:Fallback>
          <p:pic>
            <p:nvPicPr>
              <p:cNvPr id="2" name="Ink 1">
                <a:extLst>
                  <a:ext uri="{FF2B5EF4-FFF2-40B4-BE49-F238E27FC236}">
                    <a16:creationId xmlns:a16="http://schemas.microsoft.com/office/drawing/2014/main" id="{C634E5DB-98B0-63E6-BF64-6428E2D02927}"/>
                  </a:ext>
                </a:extLst>
              </p:cNvPr>
              <p:cNvPicPr/>
              <p:nvPr/>
            </p:nvPicPr>
            <p:blipFill>
              <a:blip r:embed="rId4"/>
              <a:stretch>
                <a:fillRect/>
              </a:stretch>
            </p:blipFill>
            <p:spPr>
              <a:xfrm>
                <a:off x="1607400" y="2669760"/>
                <a:ext cx="7108920" cy="1772280"/>
              </a:xfrm>
              <a:prstGeom prst="rect">
                <a:avLst/>
              </a:prstGeom>
            </p:spPr>
          </p:pic>
        </mc:Fallback>
      </mc:AlternateContent>
    </p:spTree>
    <p:extLst>
      <p:ext uri="{BB962C8B-B14F-4D97-AF65-F5344CB8AC3E}">
        <p14:creationId xmlns:p14="http://schemas.microsoft.com/office/powerpoint/2010/main" val="1134321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Parametric Methods – Tests for a Single Sample</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1225B5F-85A8-4B19-F006-2A4B899501A9}"/>
                  </a:ext>
                </a:extLst>
              </p:cNvPr>
              <p:cNvSpPr txBox="1"/>
              <p:nvPr/>
            </p:nvSpPr>
            <p:spPr>
              <a:xfrm>
                <a:off x="186596" y="709849"/>
                <a:ext cx="8672096" cy="2354491"/>
              </a:xfrm>
              <a:prstGeom prst="rect">
                <a:avLst/>
              </a:prstGeom>
              <a:noFill/>
            </p:spPr>
            <p:txBody>
              <a:bodyPr wrap="square">
                <a:spAutoFit/>
              </a:bodyPr>
              <a:lstStyle/>
              <a:p>
                <a:pPr algn="just">
                  <a:spcBef>
                    <a:spcPts val="600"/>
                  </a:spcBef>
                  <a:spcAft>
                    <a:spcPts val="600"/>
                  </a:spcAft>
                </a:pPr>
                <a:r>
                  <a:rPr lang="en-GB" sz="1400" b="1" dirty="0">
                    <a:latin typeface="Calibri" panose="020F0502020204030204" pitchFamily="34" charset="0"/>
                    <a:ea typeface="Calibri" panose="020F0502020204030204" pitchFamily="34" charset="0"/>
                    <a:cs typeface="Calibri" panose="020F0502020204030204" pitchFamily="34" charset="0"/>
                  </a:rPr>
                  <a:t>Example 2</a:t>
                </a:r>
              </a:p>
              <a:p>
                <a:pPr algn="just">
                  <a:spcBef>
                    <a:spcPts val="600"/>
                  </a:spcBef>
                  <a:spcAft>
                    <a:spcPts val="600"/>
                  </a:spcAft>
                </a:pPr>
                <a:r>
                  <a:rPr lang="en-GB" sz="1400" dirty="0">
                    <a:latin typeface="Calibri" panose="020F0502020204030204" pitchFamily="34" charset="0"/>
                    <a:ea typeface="Calibri" panose="020F0502020204030204" pitchFamily="34" charset="0"/>
                    <a:cs typeface="Calibri" panose="020F0502020204030204" pitchFamily="34" charset="0"/>
                  </a:rPr>
                  <a:t>Suppose that the boiling point of a particular coolant used in car engines is claimed by a manufacturer to be 110◦C. Further suppose that a series of accurate measurements made in a laboratory using 8 random samples of the coolant are recorded as: </a:t>
                </a:r>
              </a:p>
              <a:p>
                <a:pPr algn="just">
                  <a:spcBef>
                    <a:spcPts val="600"/>
                  </a:spcBef>
                  <a:spcAft>
                    <a:spcPts val="600"/>
                  </a:spcAft>
                </a:pPr>
                <a14:m>
                  <m:oMathPara xmlns:m="http://schemas.openxmlformats.org/officeDocument/2006/math">
                    <m:oMathParaPr>
                      <m:jc m:val="centerGroup"/>
                    </m:oMathParaPr>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110.2</m:t>
                      </m:r>
                      <m:r>
                        <a:rPr lang="en-GB" sz="1400" i="1" dirty="0" smtClean="0">
                          <a:latin typeface="Cambria Math" panose="02040503050406030204" pitchFamily="18" charset="0"/>
                          <a:ea typeface="Cambria Math" panose="02040503050406030204" pitchFamily="18" charset="0"/>
                          <a:cs typeface="Calibri" panose="020F0502020204030204" pitchFamily="34" charset="0"/>
                        </a:rPr>
                        <m:t>℃</m:t>
                      </m:r>
                      <m:r>
                        <a:rPr lang="en-GB" sz="1400" i="1" dirty="0" smtClean="0">
                          <a:latin typeface="Cambria Math" panose="02040503050406030204" pitchFamily="18" charset="0"/>
                          <a:ea typeface="Calibri" panose="020F0502020204030204" pitchFamily="34" charset="0"/>
                          <a:cs typeface="Calibri" panose="020F0502020204030204" pitchFamily="34" charset="0"/>
                        </a:rPr>
                        <m:t>, 110.3</m:t>
                      </m:r>
                      <m:r>
                        <a:rPr lang="en-GB" sz="1400" i="1" dirty="0" smtClean="0">
                          <a:latin typeface="Cambria Math" panose="02040503050406030204" pitchFamily="18" charset="0"/>
                          <a:ea typeface="Cambria Math" panose="02040503050406030204" pitchFamily="18" charset="0"/>
                          <a:cs typeface="Calibri" panose="020F0502020204030204" pitchFamily="34" charset="0"/>
                        </a:rPr>
                        <m:t>℃</m:t>
                      </m:r>
                      <m:r>
                        <a:rPr lang="en-GB" sz="1400" i="1" dirty="0" smtClean="0">
                          <a:latin typeface="Cambria Math" panose="02040503050406030204" pitchFamily="18" charset="0"/>
                          <a:ea typeface="Calibri" panose="020F0502020204030204" pitchFamily="34" charset="0"/>
                          <a:cs typeface="Calibri" panose="020F0502020204030204" pitchFamily="34" charset="0"/>
                        </a:rPr>
                        <m:t> , 110.1</m:t>
                      </m:r>
                      <m:r>
                        <a:rPr lang="en-GB" sz="1400" i="1" dirty="0" smtClean="0">
                          <a:latin typeface="Cambria Math" panose="02040503050406030204" pitchFamily="18" charset="0"/>
                          <a:ea typeface="Cambria Math" panose="02040503050406030204" pitchFamily="18" charset="0"/>
                          <a:cs typeface="Calibri" panose="020F0502020204030204" pitchFamily="34" charset="0"/>
                        </a:rPr>
                        <m:t>℃</m:t>
                      </m:r>
                      <m:r>
                        <a:rPr lang="en-GB" sz="1400" i="1" dirty="0" smtClean="0">
                          <a:latin typeface="Cambria Math" panose="02040503050406030204" pitchFamily="18" charset="0"/>
                          <a:ea typeface="Calibri" panose="020F0502020204030204" pitchFamily="34" charset="0"/>
                          <a:cs typeface="Calibri" panose="020F0502020204030204" pitchFamily="34" charset="0"/>
                        </a:rPr>
                        <m:t> , 109.8</m:t>
                      </m:r>
                      <m:r>
                        <a:rPr lang="en-GB" sz="1400" i="1" dirty="0" smtClean="0">
                          <a:latin typeface="Cambria Math" panose="02040503050406030204" pitchFamily="18" charset="0"/>
                          <a:ea typeface="Cambria Math" panose="02040503050406030204" pitchFamily="18" charset="0"/>
                          <a:cs typeface="Calibri" panose="020F0502020204030204" pitchFamily="34" charset="0"/>
                        </a:rPr>
                        <m:t>℃</m:t>
                      </m:r>
                      <m:r>
                        <a:rPr lang="en-GB" sz="1400" i="1" dirty="0" smtClean="0">
                          <a:latin typeface="Cambria Math" panose="02040503050406030204" pitchFamily="18" charset="0"/>
                          <a:ea typeface="Calibri" panose="020F0502020204030204" pitchFamily="34" charset="0"/>
                          <a:cs typeface="Calibri" panose="020F0502020204030204" pitchFamily="34" charset="0"/>
                        </a:rPr>
                        <m:t> , 109.9</m:t>
                      </m:r>
                      <m:r>
                        <a:rPr lang="en-GB" sz="1400" i="1" dirty="0" smtClean="0">
                          <a:latin typeface="Cambria Math" panose="02040503050406030204" pitchFamily="18" charset="0"/>
                          <a:ea typeface="Cambria Math" panose="02040503050406030204" pitchFamily="18" charset="0"/>
                          <a:cs typeface="Calibri" panose="020F0502020204030204" pitchFamily="34" charset="0"/>
                        </a:rPr>
                        <m:t>℃</m:t>
                      </m:r>
                      <m:r>
                        <a:rPr lang="en-GB" sz="1400" i="1" dirty="0" smtClean="0">
                          <a:latin typeface="Cambria Math" panose="02040503050406030204" pitchFamily="18" charset="0"/>
                          <a:ea typeface="Calibri" panose="020F0502020204030204" pitchFamily="34" charset="0"/>
                          <a:cs typeface="Calibri" panose="020F0502020204030204" pitchFamily="34" charset="0"/>
                        </a:rPr>
                        <m:t>, 110.0</m:t>
                      </m:r>
                      <m:r>
                        <a:rPr lang="en-GB" sz="1400" i="1" dirty="0" smtClean="0">
                          <a:latin typeface="Cambria Math" panose="02040503050406030204" pitchFamily="18" charset="0"/>
                          <a:ea typeface="Cambria Math" panose="02040503050406030204" pitchFamily="18" charset="0"/>
                          <a:cs typeface="Calibri" panose="020F0502020204030204" pitchFamily="34" charset="0"/>
                        </a:rPr>
                        <m:t>℃</m:t>
                      </m:r>
                      <m:r>
                        <a:rPr lang="en-GB" sz="1400" i="1" dirty="0" smtClean="0">
                          <a:latin typeface="Cambria Math" panose="02040503050406030204" pitchFamily="18" charset="0"/>
                          <a:ea typeface="Calibri" panose="020F0502020204030204" pitchFamily="34" charset="0"/>
                          <a:cs typeface="Calibri" panose="020F0502020204030204" pitchFamily="34" charset="0"/>
                        </a:rPr>
                        <m:t>, 110.4</m:t>
                      </m:r>
                      <m:r>
                        <a:rPr lang="en-GB" sz="1400" i="1" dirty="0" smtClean="0">
                          <a:latin typeface="Cambria Math" panose="02040503050406030204" pitchFamily="18" charset="0"/>
                          <a:ea typeface="Cambria Math" panose="02040503050406030204" pitchFamily="18" charset="0"/>
                          <a:cs typeface="Calibri" panose="020F0502020204030204" pitchFamily="34" charset="0"/>
                        </a:rPr>
                        <m:t>℃</m:t>
                      </m:r>
                      <m:r>
                        <a:rPr lang="en-GB" sz="1400" i="1" dirty="0" smtClean="0">
                          <a:latin typeface="Cambria Math" panose="02040503050406030204" pitchFamily="18" charset="0"/>
                          <a:ea typeface="Calibri" panose="020F0502020204030204" pitchFamily="34" charset="0"/>
                          <a:cs typeface="Calibri" panose="020F0502020204030204" pitchFamily="34" charset="0"/>
                        </a:rPr>
                        <m:t>, 110.1</m:t>
                      </m:r>
                      <m:r>
                        <a:rPr lang="en-GB" sz="1400" i="1" dirty="0" smtClean="0">
                          <a:latin typeface="Cambria Math" panose="02040503050406030204" pitchFamily="18" charset="0"/>
                          <a:ea typeface="Cambria Math" panose="02040503050406030204" pitchFamily="18" charset="0"/>
                          <a:cs typeface="Calibri" panose="020F0502020204030204" pitchFamily="34" charset="0"/>
                        </a:rPr>
                        <m:t>℃</m:t>
                      </m:r>
                    </m:oMath>
                  </m:oMathPara>
                </a14:m>
                <a:endParaRPr lang="en-GB" sz="2000" dirty="0"/>
              </a:p>
              <a:p>
                <a:pPr algn="just">
                  <a:spcBef>
                    <a:spcPts val="600"/>
                  </a:spcBef>
                  <a:spcAft>
                    <a:spcPts val="600"/>
                  </a:spcAft>
                </a:pPr>
                <a:r>
                  <a:rPr lang="en-GB" sz="1400" dirty="0">
                    <a:latin typeface="Calibri" panose="020F0502020204030204" pitchFamily="34" charset="0"/>
                    <a:ea typeface="Calibri" panose="020F0502020204030204" pitchFamily="34" charset="0"/>
                    <a:cs typeface="Calibri" panose="020F0502020204030204" pitchFamily="34" charset="0"/>
                  </a:rPr>
                  <a:t>On the basis of the results obtained, may we claim that the boiling point of the coolant is greater than the assumed true boiling point of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110</m:t>
                    </m:r>
                    <m:r>
                      <a:rPr lang="en-GB" sz="1400" i="1" dirty="0" smtClean="0">
                        <a:latin typeface="Cambria Math" panose="02040503050406030204" pitchFamily="18" charset="0"/>
                        <a:ea typeface="Cambria Math" panose="02040503050406030204" pitchFamily="18" charset="0"/>
                        <a:cs typeface="Calibri" panose="020F0502020204030204" pitchFamily="34" charset="0"/>
                      </a:rPr>
                      <m:t>℃</m:t>
                    </m:r>
                  </m:oMath>
                </a14:m>
                <a:r>
                  <a:rPr lang="en-GB" sz="1400" dirty="0">
                    <a:solidFill>
                      <a:srgbClr val="1C3D74"/>
                    </a:solidFill>
                    <a:latin typeface="Calibri" panose="020F0502020204030204" pitchFamily="34" charset="0"/>
                    <a:ea typeface="Calibri" panose="020F0502020204030204" pitchFamily="34" charset="0"/>
                    <a:cs typeface="Calibri" panose="020F0502020204030204" pitchFamily="34" charset="0"/>
                  </a:rPr>
                  <a:t>?</a:t>
                </a:r>
              </a:p>
              <a:p>
                <a:pPr algn="just">
                  <a:spcBef>
                    <a:spcPts val="600"/>
                  </a:spcBef>
                  <a:spcAft>
                    <a:spcPts val="600"/>
                  </a:spcAft>
                </a:pP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Solution</a:t>
                </a:r>
              </a:p>
            </p:txBody>
          </p:sp>
        </mc:Choice>
        <mc:Fallback xmlns="">
          <p:sp>
            <p:nvSpPr>
              <p:cNvPr id="3" name="TextBox 2">
                <a:extLst>
                  <a:ext uri="{FF2B5EF4-FFF2-40B4-BE49-F238E27FC236}">
                    <a16:creationId xmlns:a16="http://schemas.microsoft.com/office/drawing/2014/main" id="{91225B5F-85A8-4B19-F006-2A4B899501A9}"/>
                  </a:ext>
                </a:extLst>
              </p:cNvPr>
              <p:cNvSpPr txBox="1">
                <a:spLocks noRot="1" noChangeAspect="1" noMove="1" noResize="1" noEditPoints="1" noAdjustHandles="1" noChangeArrowheads="1" noChangeShapeType="1" noTextEdit="1"/>
              </p:cNvSpPr>
              <p:nvPr/>
            </p:nvSpPr>
            <p:spPr>
              <a:xfrm>
                <a:off x="186596" y="709849"/>
                <a:ext cx="8672096" cy="2354491"/>
              </a:xfrm>
              <a:prstGeom prst="rect">
                <a:avLst/>
              </a:prstGeom>
              <a:blipFill>
                <a:blip r:embed="rId3"/>
                <a:stretch>
                  <a:fillRect l="-211" t="-258" r="-211" b="-1809"/>
                </a:stretch>
              </a:blipFill>
            </p:spPr>
            <p:txBody>
              <a:bodyPr/>
              <a:lstStyle/>
              <a:p>
                <a:r>
                  <a:rPr lang="en-GB">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FCDB81D8-6B1A-71A2-2458-DD213DDD2A50}"/>
                  </a:ext>
                </a:extLst>
              </p14:cNvPr>
              <p14:cNvContentPartPr/>
              <p14:nvPr/>
            </p14:nvContentPartPr>
            <p14:xfrm>
              <a:off x="1562400" y="2730960"/>
              <a:ext cx="6820200" cy="1790280"/>
            </p14:xfrm>
          </p:contentPart>
        </mc:Choice>
        <mc:Fallback>
          <p:pic>
            <p:nvPicPr>
              <p:cNvPr id="2" name="Ink 1">
                <a:extLst>
                  <a:ext uri="{FF2B5EF4-FFF2-40B4-BE49-F238E27FC236}">
                    <a16:creationId xmlns:a16="http://schemas.microsoft.com/office/drawing/2014/main" id="{FCDB81D8-6B1A-71A2-2458-DD213DDD2A50}"/>
                  </a:ext>
                </a:extLst>
              </p:cNvPr>
              <p:cNvPicPr/>
              <p:nvPr/>
            </p:nvPicPr>
            <p:blipFill>
              <a:blip r:embed="rId5"/>
              <a:stretch>
                <a:fillRect/>
              </a:stretch>
            </p:blipFill>
            <p:spPr>
              <a:xfrm>
                <a:off x="1553040" y="2721600"/>
                <a:ext cx="6838920" cy="1809000"/>
              </a:xfrm>
              <a:prstGeom prst="rect">
                <a:avLst/>
              </a:prstGeom>
            </p:spPr>
          </p:pic>
        </mc:Fallback>
      </mc:AlternateContent>
    </p:spTree>
    <p:extLst>
      <p:ext uri="{BB962C8B-B14F-4D97-AF65-F5344CB8AC3E}">
        <p14:creationId xmlns:p14="http://schemas.microsoft.com/office/powerpoint/2010/main" val="2598187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Parametric Methods – Tests for a Single Sample</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3" name="TextBox 2">
            <a:extLst>
              <a:ext uri="{FF2B5EF4-FFF2-40B4-BE49-F238E27FC236}">
                <a16:creationId xmlns:a16="http://schemas.microsoft.com/office/drawing/2014/main" id="{91225B5F-85A8-4B19-F006-2A4B899501A9}"/>
              </a:ext>
            </a:extLst>
          </p:cNvPr>
          <p:cNvSpPr txBox="1"/>
          <p:nvPr/>
        </p:nvSpPr>
        <p:spPr>
          <a:xfrm>
            <a:off x="186596" y="709849"/>
            <a:ext cx="8672096" cy="1261884"/>
          </a:xfrm>
          <a:prstGeom prst="rect">
            <a:avLst/>
          </a:prstGeom>
          <a:noFill/>
        </p:spPr>
        <p:txBody>
          <a:bodyPr wrap="square">
            <a:spAutoFit/>
          </a:bodyPr>
          <a:lstStyle/>
          <a:p>
            <a:pPr algn="just">
              <a:spcBef>
                <a:spcPts val="600"/>
              </a:spcBef>
              <a:spcAft>
                <a:spcPts val="600"/>
              </a:spcAft>
            </a:pPr>
            <a:r>
              <a:rPr lang="en-GB" sz="1400" b="1" dirty="0">
                <a:latin typeface="Calibri" panose="020F0502020204030204" pitchFamily="34" charset="0"/>
                <a:ea typeface="Calibri" panose="020F0502020204030204" pitchFamily="34" charset="0"/>
                <a:cs typeface="Calibri" panose="020F0502020204030204" pitchFamily="34" charset="0"/>
              </a:rPr>
              <a:t>Example 3</a:t>
            </a:r>
          </a:p>
          <a:p>
            <a:pPr algn="just">
              <a:spcBef>
                <a:spcPts val="600"/>
              </a:spcBef>
              <a:spcAft>
                <a:spcPts val="600"/>
              </a:spcAft>
            </a:pPr>
            <a:r>
              <a:rPr lang="en-GB" sz="1400" dirty="0">
                <a:solidFill>
                  <a:srgbClr val="1C3D74"/>
                </a:solidFill>
                <a:latin typeface="Calibri" panose="020F0502020204030204" pitchFamily="34" charset="0"/>
                <a:ea typeface="Calibri" panose="020F0502020204030204" pitchFamily="34" charset="0"/>
                <a:cs typeface="Calibri" panose="020F0502020204030204" pitchFamily="34" charset="0"/>
              </a:rPr>
              <a:t>For the tests concerning  single sample, the table below summarise difference scenarios we may encounter. Fill in the appropriate statistical hypothesis test methods for those scenarios. </a:t>
            </a:r>
          </a:p>
          <a:p>
            <a:pPr algn="just">
              <a:spcBef>
                <a:spcPts val="600"/>
              </a:spcBef>
              <a:spcAft>
                <a:spcPts val="600"/>
              </a:spcAft>
            </a:pP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Solution</a:t>
            </a:r>
          </a:p>
        </p:txBody>
      </p:sp>
      <p:pic>
        <p:nvPicPr>
          <p:cNvPr id="4" name="Picture 3">
            <a:extLst>
              <a:ext uri="{FF2B5EF4-FFF2-40B4-BE49-F238E27FC236}">
                <a16:creationId xmlns:a16="http://schemas.microsoft.com/office/drawing/2014/main" id="{32B1598B-1E3C-FCAF-314D-79A19736E91A}"/>
              </a:ext>
            </a:extLst>
          </p:cNvPr>
          <p:cNvPicPr>
            <a:picLocks noChangeAspect="1"/>
          </p:cNvPicPr>
          <p:nvPr/>
        </p:nvPicPr>
        <p:blipFill>
          <a:blip r:embed="rId3"/>
          <a:stretch>
            <a:fillRect/>
          </a:stretch>
        </p:blipFill>
        <p:spPr>
          <a:xfrm>
            <a:off x="1392010" y="1839695"/>
            <a:ext cx="6723289" cy="2519353"/>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4696E501-CB4E-3697-99AC-5E5601053297}"/>
                  </a:ext>
                </a:extLst>
              </p14:cNvPr>
              <p14:cNvContentPartPr/>
              <p14:nvPr/>
            </p14:nvContentPartPr>
            <p14:xfrm>
              <a:off x="5825520" y="2250720"/>
              <a:ext cx="2468880" cy="2053800"/>
            </p14:xfrm>
          </p:contentPart>
        </mc:Choice>
        <mc:Fallback>
          <p:pic>
            <p:nvPicPr>
              <p:cNvPr id="2" name="Ink 1">
                <a:extLst>
                  <a:ext uri="{FF2B5EF4-FFF2-40B4-BE49-F238E27FC236}">
                    <a16:creationId xmlns:a16="http://schemas.microsoft.com/office/drawing/2014/main" id="{4696E501-CB4E-3697-99AC-5E5601053297}"/>
                  </a:ext>
                </a:extLst>
              </p:cNvPr>
              <p:cNvPicPr/>
              <p:nvPr/>
            </p:nvPicPr>
            <p:blipFill>
              <a:blip r:embed="rId5"/>
              <a:stretch>
                <a:fillRect/>
              </a:stretch>
            </p:blipFill>
            <p:spPr>
              <a:xfrm>
                <a:off x="5816160" y="2241360"/>
                <a:ext cx="2487600" cy="2072520"/>
              </a:xfrm>
              <a:prstGeom prst="rect">
                <a:avLst/>
              </a:prstGeom>
            </p:spPr>
          </p:pic>
        </mc:Fallback>
      </mc:AlternateContent>
    </p:spTree>
    <p:extLst>
      <p:ext uri="{BB962C8B-B14F-4D97-AF65-F5344CB8AC3E}">
        <p14:creationId xmlns:p14="http://schemas.microsoft.com/office/powerpoint/2010/main" val="1185547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Parametric Methods – Tests for a Single Sample</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5" name="TextBox 4">
            <a:extLst>
              <a:ext uri="{FF2B5EF4-FFF2-40B4-BE49-F238E27FC236}">
                <a16:creationId xmlns:a16="http://schemas.microsoft.com/office/drawing/2014/main" id="{9105927D-43B8-4CCD-D8F2-01F870893BFA}"/>
              </a:ext>
            </a:extLst>
          </p:cNvPr>
          <p:cNvSpPr txBox="1"/>
          <p:nvPr/>
        </p:nvSpPr>
        <p:spPr>
          <a:xfrm>
            <a:off x="186596" y="739866"/>
            <a:ext cx="8672096" cy="307777"/>
          </a:xfrm>
          <a:prstGeom prst="rect">
            <a:avLst/>
          </a:prstGeom>
          <a:noFill/>
        </p:spPr>
        <p:txBody>
          <a:bodyPr wrap="square">
            <a:spAutoFit/>
          </a:bodyPr>
          <a:lstStyle/>
          <a:p>
            <a:r>
              <a:rPr lang="en-GB" sz="1400" b="1" dirty="0">
                <a:latin typeface="Calibri" panose="020F0502020204030204" pitchFamily="34" charset="0"/>
                <a:ea typeface="Calibri" panose="020F0502020204030204" pitchFamily="34" charset="0"/>
                <a:cs typeface="Calibri" panose="020F0502020204030204" pitchFamily="34" charset="0"/>
              </a:rPr>
              <a:t>Tests concerning paired data – </a:t>
            </a:r>
            <a:r>
              <a:rPr lang="en-GB" sz="1400" dirty="0">
                <a:latin typeface="Calibri" panose="020F0502020204030204" pitchFamily="34" charset="0"/>
                <a:ea typeface="Calibri" panose="020F0502020204030204" pitchFamily="34" charset="0"/>
                <a:cs typeface="Calibri" panose="020F0502020204030204" pitchFamily="34" charset="0"/>
              </a:rPr>
              <a:t>the difference between the two samples are considered essentially as a single sample.</a:t>
            </a:r>
          </a:p>
        </p:txBody>
      </p:sp>
      <p:sp>
        <p:nvSpPr>
          <p:cNvPr id="4" name="TextBox 3">
            <a:extLst>
              <a:ext uri="{FF2B5EF4-FFF2-40B4-BE49-F238E27FC236}">
                <a16:creationId xmlns:a16="http://schemas.microsoft.com/office/drawing/2014/main" id="{28A92BBB-45D4-8772-2C9A-95C28D12A22A}"/>
              </a:ext>
            </a:extLst>
          </p:cNvPr>
          <p:cNvSpPr txBox="1"/>
          <p:nvPr/>
        </p:nvSpPr>
        <p:spPr>
          <a:xfrm>
            <a:off x="186596" y="1087729"/>
            <a:ext cx="8672096" cy="2585323"/>
          </a:xfrm>
          <a:prstGeom prst="rect">
            <a:avLst/>
          </a:prstGeom>
          <a:noFill/>
        </p:spPr>
        <p:txBody>
          <a:bodyPr wrap="square">
            <a:spAutoFit/>
          </a:bodyPr>
          <a:lstStyle/>
          <a:p>
            <a:pPr algn="just">
              <a:spcBef>
                <a:spcPts val="600"/>
              </a:spcBef>
              <a:spcAft>
                <a:spcPts val="600"/>
              </a:spcAft>
            </a:pPr>
            <a:r>
              <a:rPr lang="en-GB" sz="1400" b="1" dirty="0">
                <a:latin typeface="Calibri" panose="020F0502020204030204" pitchFamily="34" charset="0"/>
                <a:ea typeface="Calibri" panose="020F0502020204030204" pitchFamily="34" charset="0"/>
                <a:cs typeface="Calibri" panose="020F0502020204030204" pitchFamily="34" charset="0"/>
              </a:rPr>
              <a:t>Example 4</a:t>
            </a:r>
          </a:p>
          <a:p>
            <a:pPr algn="just">
              <a:spcBef>
                <a:spcPts val="600"/>
              </a:spcBef>
              <a:spcAft>
                <a:spcPts val="600"/>
              </a:spcAft>
            </a:pPr>
            <a:r>
              <a:rPr lang="en-GB" sz="1400" dirty="0">
                <a:latin typeface="Calibri" panose="020F0502020204030204" pitchFamily="34" charset="0"/>
                <a:ea typeface="Calibri" panose="020F0502020204030204" pitchFamily="34" charset="0"/>
                <a:cs typeface="Calibri" panose="020F0502020204030204" pitchFamily="34" charset="0"/>
              </a:rPr>
              <a:t>Two different methods of analysis were used to determine the levels of impurity present in a particular aircraft quality aluminium alloy. Eight specimens were analysed using both methods. Does the available evidence suggest that both methods lead to the same results?</a:t>
            </a:r>
          </a:p>
          <a:p>
            <a:pPr algn="just">
              <a:spcBef>
                <a:spcPts val="600"/>
              </a:spcBef>
              <a:spcAft>
                <a:spcPts val="600"/>
              </a:spcAft>
            </a:pPr>
            <a:endPar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algn="just">
              <a:spcBef>
                <a:spcPts val="600"/>
              </a:spcBef>
              <a:spcAft>
                <a:spcPts val="600"/>
              </a:spcAft>
            </a:pPr>
            <a:endPar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algn="just">
              <a:spcBef>
                <a:spcPts val="600"/>
              </a:spcBef>
              <a:spcAft>
                <a:spcPts val="600"/>
              </a:spcAft>
            </a:pPr>
            <a:endPar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algn="just">
              <a:spcBef>
                <a:spcPts val="600"/>
              </a:spcBef>
              <a:spcAft>
                <a:spcPts val="600"/>
              </a:spcAft>
            </a:pP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Solution</a:t>
            </a:r>
          </a:p>
        </p:txBody>
      </p:sp>
      <p:pic>
        <p:nvPicPr>
          <p:cNvPr id="14" name="Picture 13">
            <a:extLst>
              <a:ext uri="{FF2B5EF4-FFF2-40B4-BE49-F238E27FC236}">
                <a16:creationId xmlns:a16="http://schemas.microsoft.com/office/drawing/2014/main" id="{27C35A4E-E007-D459-2374-7987FDA6752A}"/>
              </a:ext>
            </a:extLst>
          </p:cNvPr>
          <p:cNvPicPr>
            <a:picLocks noChangeAspect="1"/>
          </p:cNvPicPr>
          <p:nvPr/>
        </p:nvPicPr>
        <p:blipFill>
          <a:blip r:embed="rId3"/>
          <a:stretch>
            <a:fillRect/>
          </a:stretch>
        </p:blipFill>
        <p:spPr>
          <a:xfrm>
            <a:off x="1476553" y="2300085"/>
            <a:ext cx="6564086" cy="1056569"/>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EC4A8066-5CD4-253D-1E96-A1644CEFC3A9}"/>
                  </a:ext>
                </a:extLst>
              </p14:cNvPr>
              <p14:cNvContentPartPr/>
              <p14:nvPr/>
            </p14:nvContentPartPr>
            <p14:xfrm>
              <a:off x="1781280" y="3478680"/>
              <a:ext cx="6877800" cy="1033920"/>
            </p14:xfrm>
          </p:contentPart>
        </mc:Choice>
        <mc:Fallback>
          <p:pic>
            <p:nvPicPr>
              <p:cNvPr id="2" name="Ink 1">
                <a:extLst>
                  <a:ext uri="{FF2B5EF4-FFF2-40B4-BE49-F238E27FC236}">
                    <a16:creationId xmlns:a16="http://schemas.microsoft.com/office/drawing/2014/main" id="{EC4A8066-5CD4-253D-1E96-A1644CEFC3A9}"/>
                  </a:ext>
                </a:extLst>
              </p:cNvPr>
              <p:cNvPicPr/>
              <p:nvPr/>
            </p:nvPicPr>
            <p:blipFill>
              <a:blip r:embed="rId5"/>
              <a:stretch>
                <a:fillRect/>
              </a:stretch>
            </p:blipFill>
            <p:spPr>
              <a:xfrm>
                <a:off x="1771920" y="3469320"/>
                <a:ext cx="6896520" cy="1052640"/>
              </a:xfrm>
              <a:prstGeom prst="rect">
                <a:avLst/>
              </a:prstGeom>
            </p:spPr>
          </p:pic>
        </mc:Fallback>
      </mc:AlternateContent>
    </p:spTree>
    <p:extLst>
      <p:ext uri="{BB962C8B-B14F-4D97-AF65-F5344CB8AC3E}">
        <p14:creationId xmlns:p14="http://schemas.microsoft.com/office/powerpoint/2010/main" val="3054214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Parametric Methods – Tests for a Single Sample</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4" name="TextBox 3">
            <a:extLst>
              <a:ext uri="{FF2B5EF4-FFF2-40B4-BE49-F238E27FC236}">
                <a16:creationId xmlns:a16="http://schemas.microsoft.com/office/drawing/2014/main" id="{28A92BBB-45D4-8772-2C9A-95C28D12A22A}"/>
              </a:ext>
            </a:extLst>
          </p:cNvPr>
          <p:cNvSpPr txBox="1"/>
          <p:nvPr/>
        </p:nvSpPr>
        <p:spPr>
          <a:xfrm>
            <a:off x="186596" y="744739"/>
            <a:ext cx="8672096" cy="677108"/>
          </a:xfrm>
          <a:prstGeom prst="rect">
            <a:avLst/>
          </a:prstGeom>
          <a:noFill/>
        </p:spPr>
        <p:txBody>
          <a:bodyPr wrap="square">
            <a:spAutoFit/>
          </a:bodyPr>
          <a:lstStyle/>
          <a:p>
            <a:pPr algn="just">
              <a:spcBef>
                <a:spcPts val="600"/>
              </a:spcBef>
              <a:spcAft>
                <a:spcPts val="600"/>
              </a:spcAft>
            </a:pPr>
            <a:r>
              <a:rPr lang="en-GB" sz="1400" b="1" dirty="0">
                <a:latin typeface="Calibri" panose="020F0502020204030204" pitchFamily="34" charset="0"/>
                <a:ea typeface="Calibri" panose="020F0502020204030204" pitchFamily="34" charset="0"/>
                <a:cs typeface="Calibri" panose="020F0502020204030204" pitchFamily="34" charset="0"/>
              </a:rPr>
              <a:t>Example 4 Continued… </a:t>
            </a:r>
          </a:p>
          <a:p>
            <a:pPr algn="just">
              <a:spcBef>
                <a:spcPts val="600"/>
              </a:spcBef>
              <a:spcAft>
                <a:spcPts val="600"/>
              </a:spcAft>
            </a:pP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Solution</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44AC5C5B-12F7-8362-547F-D6D49C5051E8}"/>
                  </a:ext>
                </a:extLst>
              </p14:cNvPr>
              <p14:cNvContentPartPr/>
              <p14:nvPr/>
            </p14:nvContentPartPr>
            <p14:xfrm>
              <a:off x="1254600" y="1171800"/>
              <a:ext cx="6709320" cy="2665080"/>
            </p14:xfrm>
          </p:contentPart>
        </mc:Choice>
        <mc:Fallback>
          <p:pic>
            <p:nvPicPr>
              <p:cNvPr id="2" name="Ink 1">
                <a:extLst>
                  <a:ext uri="{FF2B5EF4-FFF2-40B4-BE49-F238E27FC236}">
                    <a16:creationId xmlns:a16="http://schemas.microsoft.com/office/drawing/2014/main" id="{44AC5C5B-12F7-8362-547F-D6D49C5051E8}"/>
                  </a:ext>
                </a:extLst>
              </p:cNvPr>
              <p:cNvPicPr/>
              <p:nvPr/>
            </p:nvPicPr>
            <p:blipFill>
              <a:blip r:embed="rId4"/>
              <a:stretch>
                <a:fillRect/>
              </a:stretch>
            </p:blipFill>
            <p:spPr>
              <a:xfrm>
                <a:off x="1245240" y="1162440"/>
                <a:ext cx="6728040" cy="2683800"/>
              </a:xfrm>
              <a:prstGeom prst="rect">
                <a:avLst/>
              </a:prstGeom>
            </p:spPr>
          </p:pic>
        </mc:Fallback>
      </mc:AlternateContent>
    </p:spTree>
    <p:extLst>
      <p:ext uri="{BB962C8B-B14F-4D97-AF65-F5344CB8AC3E}">
        <p14:creationId xmlns:p14="http://schemas.microsoft.com/office/powerpoint/2010/main" val="39743092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Parametric Methods – Tests for Multiple Samples</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4" name="TextBox 3">
            <a:extLst>
              <a:ext uri="{FF2B5EF4-FFF2-40B4-BE49-F238E27FC236}">
                <a16:creationId xmlns:a16="http://schemas.microsoft.com/office/drawing/2014/main" id="{A3F337C9-F01E-A691-4DC6-AE80CD485539}"/>
              </a:ext>
            </a:extLst>
          </p:cNvPr>
          <p:cNvSpPr txBox="1"/>
          <p:nvPr/>
        </p:nvSpPr>
        <p:spPr>
          <a:xfrm>
            <a:off x="186596" y="705389"/>
            <a:ext cx="8672096" cy="523220"/>
          </a:xfrm>
          <a:prstGeom prst="rect">
            <a:avLst/>
          </a:prstGeom>
          <a:noFill/>
        </p:spPr>
        <p:txBody>
          <a:bodyPr wrap="square">
            <a:spAutoFit/>
          </a:bodyPr>
          <a:lstStyle/>
          <a:p>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Two</a:t>
            </a:r>
            <a:r>
              <a:rPr lang="en-GB" sz="1400" dirty="0">
                <a:latin typeface="Calibri" panose="020F0502020204030204" pitchFamily="34" charset="0"/>
                <a:ea typeface="Calibri" panose="020F0502020204030204" pitchFamily="34" charset="0"/>
                <a:cs typeface="Calibri" panose="020F0502020204030204" pitchFamily="34" charset="0"/>
              </a:rPr>
              <a:t> or more random samples each drawn from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independent</a:t>
            </a:r>
            <a:r>
              <a:rPr lang="en-GB" sz="1400" dirty="0">
                <a:latin typeface="Calibri" panose="020F0502020204030204" pitchFamily="34" charset="0"/>
                <a:ea typeface="Calibri" panose="020F0502020204030204" pitchFamily="34" charset="0"/>
                <a:cs typeface="Calibri" panose="020F0502020204030204" pitchFamily="34" charset="0"/>
              </a:rPr>
              <a:t> populations. Note that in general the samples will be of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different</a:t>
            </a:r>
            <a:r>
              <a:rPr lang="en-GB" sz="1400" dirty="0">
                <a:latin typeface="Calibri" panose="020F0502020204030204" pitchFamily="34" charset="0"/>
                <a:ea typeface="Calibri" panose="020F0502020204030204" pitchFamily="34" charset="0"/>
                <a:cs typeface="Calibri" panose="020F0502020204030204" pitchFamily="34" charset="0"/>
              </a:rPr>
              <a:t> sizes. Cases involving samples of the same size, while included, should be regarded as special cases.</a:t>
            </a:r>
          </a:p>
        </p:txBody>
      </p:sp>
      <p:sp>
        <p:nvSpPr>
          <p:cNvPr id="8" name="TextBox 7">
            <a:extLst>
              <a:ext uri="{FF2B5EF4-FFF2-40B4-BE49-F238E27FC236}">
                <a16:creationId xmlns:a16="http://schemas.microsoft.com/office/drawing/2014/main" id="{1A6B7D8A-408F-2446-9088-1C68C00D8188}"/>
              </a:ext>
            </a:extLst>
          </p:cNvPr>
          <p:cNvSpPr txBox="1"/>
          <p:nvPr/>
        </p:nvSpPr>
        <p:spPr>
          <a:xfrm>
            <a:off x="186596" y="1237425"/>
            <a:ext cx="6855100" cy="307777"/>
          </a:xfrm>
          <a:prstGeom prst="rect">
            <a:avLst/>
          </a:prstGeom>
          <a:noFill/>
        </p:spPr>
        <p:txBody>
          <a:bodyPr wrap="square">
            <a:spAutoFit/>
          </a:bodyPr>
          <a:lstStyle/>
          <a:p>
            <a:r>
              <a:rPr lang="en-GB" sz="1400" b="1" dirty="0">
                <a:latin typeface="Calibri" panose="020F0502020204030204" pitchFamily="34" charset="0"/>
                <a:ea typeface="Calibri" panose="020F0502020204030204" pitchFamily="34" charset="0"/>
                <a:cs typeface="Calibri" panose="020F0502020204030204" pitchFamily="34" charset="0"/>
              </a:rPr>
              <a:t>Case 1:</a:t>
            </a:r>
            <a:r>
              <a:rPr lang="en-GB" sz="1400" dirty="0">
                <a:latin typeface="Calibri" panose="020F0502020204030204" pitchFamily="34" charset="0"/>
                <a:ea typeface="Calibri" panose="020F0502020204030204" pitchFamily="34" charset="0"/>
                <a:cs typeface="Calibri" panose="020F0502020204030204" pitchFamily="34" charset="0"/>
              </a:rPr>
              <a:t> Two independent populations each with a known variance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6C88B9C-94A6-F22A-A8F4-86000D6458E7}"/>
                  </a:ext>
                </a:extLst>
              </p:cNvPr>
              <p:cNvSpPr txBox="1"/>
              <p:nvPr/>
            </p:nvSpPr>
            <p:spPr>
              <a:xfrm>
                <a:off x="186596" y="1545202"/>
                <a:ext cx="8672096" cy="302903"/>
              </a:xfrm>
              <a:prstGeom prst="rect">
                <a:avLst/>
              </a:prstGeom>
              <a:noFill/>
            </p:spPr>
            <p:txBody>
              <a:bodyPr wrap="square">
                <a:spAutoFit/>
              </a:bodyPr>
              <a:lstStyle/>
              <a:p>
                <a:r>
                  <a:rPr lang="en-GB" dirty="0"/>
                  <a:t>A sample of size </a:t>
                </a:r>
                <a14:m>
                  <m:oMath xmlns:m="http://schemas.openxmlformats.org/officeDocument/2006/math">
                    <m:sSub>
                      <m:sSubPr>
                        <m:ctrlPr>
                          <a:rPr lang="en-GB" i="1" dirty="0" smtClean="0">
                            <a:latin typeface="Cambria Math" panose="02040503050406030204" pitchFamily="18" charset="0"/>
                          </a:rPr>
                        </m:ctrlPr>
                      </m:sSubPr>
                      <m:e>
                        <m:r>
                          <a:rPr lang="en-GB" b="0" i="1" dirty="0" smtClean="0">
                            <a:latin typeface="Cambria Math" panose="02040503050406030204" pitchFamily="18" charset="0"/>
                          </a:rPr>
                          <m:t>𝑛</m:t>
                        </m:r>
                      </m:e>
                      <m:sub>
                        <m:r>
                          <a:rPr lang="en-GB" b="0" i="1" dirty="0" smtClean="0">
                            <a:latin typeface="Cambria Math" panose="02040503050406030204" pitchFamily="18" charset="0"/>
                          </a:rPr>
                          <m:t>1</m:t>
                        </m:r>
                      </m:sub>
                    </m:sSub>
                  </m:oMath>
                </a14:m>
                <a:r>
                  <a:rPr lang="en-GB" dirty="0"/>
                  <a:t> is drawn from </a:t>
                </a:r>
                <a14:m>
                  <m:oMath xmlns:m="http://schemas.openxmlformats.org/officeDocument/2006/math">
                    <m:sSub>
                      <m:sSubPr>
                        <m:ctrlPr>
                          <a:rPr lang="en-GB" i="1" dirty="0" smtClean="0">
                            <a:latin typeface="Cambria Math" panose="02040503050406030204" pitchFamily="18" charset="0"/>
                          </a:rPr>
                        </m:ctrlPr>
                      </m:sSubPr>
                      <m:e>
                        <m:r>
                          <a:rPr lang="en-GB" b="0" i="1" dirty="0" smtClean="0">
                            <a:latin typeface="Cambria Math" panose="02040503050406030204" pitchFamily="18" charset="0"/>
                          </a:rPr>
                          <m:t>𝑋</m:t>
                        </m:r>
                      </m:e>
                      <m:sub>
                        <m:r>
                          <a:rPr lang="en-GB" b="0" i="1" dirty="0" smtClean="0">
                            <a:latin typeface="Cambria Math" panose="02040503050406030204" pitchFamily="18" charset="0"/>
                          </a:rPr>
                          <m:t>1</m:t>
                        </m:r>
                      </m:sub>
                    </m:sSub>
                    <m:r>
                      <a:rPr lang="en-GB" i="1" dirty="0" smtClean="0">
                        <a:latin typeface="Cambria Math" panose="02040503050406030204" pitchFamily="18" charset="0"/>
                      </a:rPr>
                      <m:t>∼</m:t>
                    </m:r>
                    <m:r>
                      <a:rPr lang="en-GB" i="1" dirty="0" smtClean="0">
                        <a:latin typeface="Cambria Math" panose="02040503050406030204" pitchFamily="18" charset="0"/>
                      </a:rPr>
                      <m:t>𝑁</m:t>
                    </m:r>
                    <m:r>
                      <a:rPr lang="en-GB" i="1" dirty="0" smtClean="0">
                        <a:latin typeface="Cambria Math" panose="02040503050406030204" pitchFamily="18" charset="0"/>
                      </a:rPr>
                      <m:t>(</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ea typeface="Cambria Math" panose="02040503050406030204" pitchFamily="18" charset="0"/>
                          </a:rPr>
                          <m:t>𝜇</m:t>
                        </m:r>
                      </m:e>
                      <m:sub>
                        <m:r>
                          <a:rPr lang="en-GB" b="0" i="1" dirty="0" smtClean="0">
                            <a:latin typeface="Cambria Math" panose="02040503050406030204" pitchFamily="18" charset="0"/>
                          </a:rPr>
                          <m:t>1</m:t>
                        </m:r>
                      </m:sub>
                    </m:sSub>
                    <m:r>
                      <a:rPr lang="en-GB" i="1" dirty="0" smtClean="0">
                        <a:latin typeface="Cambria Math" panose="02040503050406030204" pitchFamily="18" charset="0"/>
                      </a:rPr>
                      <m:t>, </m:t>
                    </m:r>
                    <m:sSubSup>
                      <m:sSubSupPr>
                        <m:ctrlPr>
                          <a:rPr lang="en-GB" i="1" dirty="0" smtClean="0">
                            <a:latin typeface="Cambria Math" panose="02040503050406030204" pitchFamily="18" charset="0"/>
                          </a:rPr>
                        </m:ctrlPr>
                      </m:sSubSupPr>
                      <m:e>
                        <m:r>
                          <a:rPr lang="en-GB" i="1" dirty="0" smtClean="0">
                            <a:latin typeface="Cambria Math" panose="02040503050406030204" pitchFamily="18" charset="0"/>
                            <a:ea typeface="Cambria Math" panose="02040503050406030204" pitchFamily="18" charset="0"/>
                          </a:rPr>
                          <m:t>𝜎</m:t>
                        </m:r>
                      </m:e>
                      <m:sub>
                        <m:r>
                          <a:rPr lang="en-GB" b="0" i="1" dirty="0" smtClean="0">
                            <a:latin typeface="Cambria Math" panose="02040503050406030204" pitchFamily="18" charset="0"/>
                          </a:rPr>
                          <m:t>1</m:t>
                        </m:r>
                      </m:sub>
                      <m:sup>
                        <m:r>
                          <a:rPr lang="en-GB" b="0" i="1" dirty="0" smtClean="0">
                            <a:latin typeface="Cambria Math" panose="02040503050406030204" pitchFamily="18" charset="0"/>
                          </a:rPr>
                          <m:t>2</m:t>
                        </m:r>
                      </m:sup>
                    </m:sSubSup>
                  </m:oMath>
                </a14:m>
                <a:r>
                  <a:rPr lang="en-GB" dirty="0"/>
                  <a:t>) and a sample of size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𝑛</m:t>
                        </m:r>
                      </m:e>
                      <m:sub>
                        <m:r>
                          <a:rPr lang="en-GB" b="0" i="1" dirty="0" smtClean="0">
                            <a:latin typeface="Cambria Math" panose="02040503050406030204" pitchFamily="18" charset="0"/>
                          </a:rPr>
                          <m:t>2</m:t>
                        </m:r>
                      </m:sub>
                    </m:sSub>
                  </m:oMath>
                </a14:m>
                <a:r>
                  <a:rPr lang="en-GB" dirty="0"/>
                  <a:t> is drawn from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𝑋</m:t>
                        </m:r>
                      </m:e>
                      <m:sub>
                        <m:r>
                          <a:rPr lang="en-GB" b="0" i="1" dirty="0" smtClean="0">
                            <a:latin typeface="Cambria Math" panose="02040503050406030204" pitchFamily="18" charset="0"/>
                          </a:rPr>
                          <m:t>2</m:t>
                        </m:r>
                      </m:sub>
                    </m:sSub>
                    <m:r>
                      <a:rPr lang="en-GB" i="1" dirty="0">
                        <a:latin typeface="Cambria Math" panose="02040503050406030204" pitchFamily="18" charset="0"/>
                      </a:rPr>
                      <m:t>∼</m:t>
                    </m:r>
                    <m:r>
                      <a:rPr lang="en-GB" i="1" dirty="0">
                        <a:latin typeface="Cambria Math" panose="02040503050406030204" pitchFamily="18" charset="0"/>
                      </a:rPr>
                      <m:t>𝑁</m:t>
                    </m:r>
                    <m:r>
                      <a:rPr lang="en-GB" i="1" dirty="0">
                        <a:latin typeface="Cambria Math" panose="02040503050406030204" pitchFamily="18" charset="0"/>
                      </a:rPr>
                      <m:t>(</m:t>
                    </m:r>
                    <m:sSub>
                      <m:sSubPr>
                        <m:ctrlPr>
                          <a:rPr lang="en-GB" i="1" dirty="0">
                            <a:latin typeface="Cambria Math" panose="02040503050406030204" pitchFamily="18" charset="0"/>
                          </a:rPr>
                        </m:ctrlPr>
                      </m:sSubPr>
                      <m:e>
                        <m:r>
                          <a:rPr lang="en-GB" i="1" dirty="0">
                            <a:latin typeface="Cambria Math" panose="02040503050406030204" pitchFamily="18" charset="0"/>
                            <a:ea typeface="Cambria Math" panose="02040503050406030204" pitchFamily="18" charset="0"/>
                          </a:rPr>
                          <m:t>𝜇</m:t>
                        </m:r>
                      </m:e>
                      <m:sub>
                        <m:r>
                          <a:rPr lang="en-GB" b="0" i="1" dirty="0" smtClean="0">
                            <a:latin typeface="Cambria Math" panose="02040503050406030204" pitchFamily="18" charset="0"/>
                            <a:ea typeface="Cambria Math" panose="02040503050406030204" pitchFamily="18" charset="0"/>
                          </a:rPr>
                          <m:t>2</m:t>
                        </m:r>
                      </m:sub>
                    </m:sSub>
                    <m:r>
                      <a:rPr lang="en-GB" i="1" dirty="0">
                        <a:latin typeface="Cambria Math" panose="02040503050406030204" pitchFamily="18" charset="0"/>
                      </a:rPr>
                      <m:t>, </m:t>
                    </m:r>
                    <m:sSubSup>
                      <m:sSubSupPr>
                        <m:ctrlPr>
                          <a:rPr lang="en-GB" i="1" dirty="0">
                            <a:latin typeface="Cambria Math" panose="02040503050406030204" pitchFamily="18" charset="0"/>
                          </a:rPr>
                        </m:ctrlPr>
                      </m:sSubSupPr>
                      <m:e>
                        <m:r>
                          <a:rPr lang="en-GB" i="1" dirty="0">
                            <a:latin typeface="Cambria Math" panose="02040503050406030204" pitchFamily="18" charset="0"/>
                            <a:ea typeface="Cambria Math" panose="02040503050406030204" pitchFamily="18" charset="0"/>
                          </a:rPr>
                          <m:t>𝜎</m:t>
                        </m:r>
                      </m:e>
                      <m:sub>
                        <m:r>
                          <a:rPr lang="en-GB" b="0" i="1" dirty="0" smtClean="0">
                            <a:latin typeface="Cambria Math" panose="02040503050406030204" pitchFamily="18" charset="0"/>
                            <a:ea typeface="Cambria Math" panose="02040503050406030204" pitchFamily="18" charset="0"/>
                          </a:rPr>
                          <m:t>2</m:t>
                        </m:r>
                      </m:sub>
                      <m:sup>
                        <m:r>
                          <a:rPr lang="en-GB" i="1" dirty="0">
                            <a:latin typeface="Cambria Math" panose="02040503050406030204" pitchFamily="18" charset="0"/>
                          </a:rPr>
                          <m:t>2</m:t>
                        </m:r>
                      </m:sup>
                    </m:sSubSup>
                  </m:oMath>
                </a14:m>
                <a:r>
                  <a:rPr lang="en-GB" dirty="0"/>
                  <a:t>) . </a:t>
                </a:r>
              </a:p>
            </p:txBody>
          </p:sp>
        </mc:Choice>
        <mc:Fallback xmlns="">
          <p:sp>
            <p:nvSpPr>
              <p:cNvPr id="10" name="TextBox 9">
                <a:extLst>
                  <a:ext uri="{FF2B5EF4-FFF2-40B4-BE49-F238E27FC236}">
                    <a16:creationId xmlns:a16="http://schemas.microsoft.com/office/drawing/2014/main" id="{86C88B9C-94A6-F22A-A8F4-86000D6458E7}"/>
                  </a:ext>
                </a:extLst>
              </p:cNvPr>
              <p:cNvSpPr txBox="1">
                <a:spLocks noRot="1" noChangeAspect="1" noMove="1" noResize="1" noEditPoints="1" noAdjustHandles="1" noChangeArrowheads="1" noChangeShapeType="1" noTextEdit="1"/>
              </p:cNvSpPr>
              <p:nvPr/>
            </p:nvSpPr>
            <p:spPr>
              <a:xfrm>
                <a:off x="186596" y="1545202"/>
                <a:ext cx="8672096" cy="302903"/>
              </a:xfrm>
              <a:prstGeom prst="rect">
                <a:avLst/>
              </a:prstGeom>
              <a:blipFill>
                <a:blip r:embed="rId3"/>
                <a:stretch>
                  <a:fillRect l="-211"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ED06048-AE51-EEC1-AB91-93D130878AB0}"/>
                  </a:ext>
                </a:extLst>
              </p:cNvPr>
              <p:cNvSpPr txBox="1"/>
              <p:nvPr/>
            </p:nvSpPr>
            <p:spPr>
              <a:xfrm>
                <a:off x="186596" y="1881045"/>
                <a:ext cx="7410272" cy="307777"/>
              </a:xfrm>
              <a:prstGeom prst="rect">
                <a:avLst/>
              </a:prstGeom>
              <a:noFill/>
            </p:spPr>
            <p:txBody>
              <a:bodyPr wrap="square">
                <a:spAutoFit/>
              </a:bodyPr>
              <a:lstStyle/>
              <a:p>
                <a:r>
                  <a:rPr lang="en-GB" sz="1400" dirty="0">
                    <a:latin typeface="Calibri" panose="020F0502020204030204" pitchFamily="34" charset="0"/>
                    <a:ea typeface="Calibri" panose="020F0502020204030204" pitchFamily="34" charset="0"/>
                    <a:cs typeface="Calibri" panose="020F0502020204030204" pitchFamily="34" charset="0"/>
                  </a:rPr>
                  <a:t>Considering the difference </a:t>
                </a:r>
                <a14:m>
                  <m:oMath xmlns:m="http://schemas.openxmlformats.org/officeDocument/2006/math">
                    <m:sSub>
                      <m:sSubPr>
                        <m:ctrlPr>
                          <a:rPr lang="en-GB" sz="1400" i="1" dirty="0" smtClean="0">
                            <a:latin typeface="Cambria Math" panose="02040503050406030204" pitchFamily="18" charset="0"/>
                          </a:rPr>
                        </m:ctrlPr>
                      </m:sSubPr>
                      <m:e>
                        <m:r>
                          <a:rPr lang="en-GB" sz="1400" i="1" dirty="0" smtClean="0">
                            <a:latin typeface="Cambria Math" panose="02040503050406030204" pitchFamily="18" charset="0"/>
                            <a:ea typeface="Cambria Math" panose="02040503050406030204" pitchFamily="18" charset="0"/>
                          </a:rPr>
                          <m:t>𝜇</m:t>
                        </m:r>
                      </m:e>
                      <m:sub>
                        <m:r>
                          <a:rPr lang="en-GB" sz="1400" b="0" i="1" dirty="0" smtClean="0">
                            <a:latin typeface="Cambria Math" panose="02040503050406030204" pitchFamily="18" charset="0"/>
                          </a:rPr>
                          <m:t>1</m:t>
                        </m:r>
                      </m:sub>
                    </m:sSub>
                    <m:r>
                      <a:rPr lang="en-GB" sz="1400" b="0" i="1" dirty="0" smtClean="0">
                        <a:latin typeface="Cambria Math" panose="02040503050406030204" pitchFamily="18" charset="0"/>
                      </a:rPr>
                      <m:t>−</m:t>
                    </m:r>
                    <m:sSub>
                      <m:sSubPr>
                        <m:ctrlPr>
                          <a:rPr lang="en-GB" sz="1400" i="1" dirty="0">
                            <a:latin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𝜇</m:t>
                        </m:r>
                      </m:e>
                      <m:sub>
                        <m:r>
                          <a:rPr lang="en-GB" sz="1400" b="0" i="1" dirty="0" smtClean="0">
                            <a:latin typeface="Cambria Math" panose="02040503050406030204" pitchFamily="18" charset="0"/>
                            <a:ea typeface="Cambria Math" panose="02040503050406030204" pitchFamily="18" charset="0"/>
                          </a:rPr>
                          <m:t>2</m:t>
                        </m:r>
                      </m:sub>
                    </m:sSub>
                  </m:oMath>
                </a14:m>
                <a:r>
                  <a:rPr lang="en-GB" sz="1400" dirty="0">
                    <a:latin typeface="Calibri" panose="020F0502020204030204" pitchFamily="34" charset="0"/>
                    <a:ea typeface="Calibri" panose="020F0502020204030204" pitchFamily="34" charset="0"/>
                    <a:cs typeface="Calibri" panose="020F0502020204030204" pitchFamily="34" charset="0"/>
                  </a:rPr>
                  <a:t> and writing null hypotheses of the form</a:t>
                </a:r>
              </a:p>
            </p:txBody>
          </p:sp>
        </mc:Choice>
        <mc:Fallback xmlns="">
          <p:sp>
            <p:nvSpPr>
              <p:cNvPr id="12" name="TextBox 11">
                <a:extLst>
                  <a:ext uri="{FF2B5EF4-FFF2-40B4-BE49-F238E27FC236}">
                    <a16:creationId xmlns:a16="http://schemas.microsoft.com/office/drawing/2014/main" id="{2ED06048-AE51-EEC1-AB91-93D130878AB0}"/>
                  </a:ext>
                </a:extLst>
              </p:cNvPr>
              <p:cNvSpPr txBox="1">
                <a:spLocks noRot="1" noChangeAspect="1" noMove="1" noResize="1" noEditPoints="1" noAdjustHandles="1" noChangeArrowheads="1" noChangeShapeType="1" noTextEdit="1"/>
              </p:cNvSpPr>
              <p:nvPr/>
            </p:nvSpPr>
            <p:spPr>
              <a:xfrm>
                <a:off x="186596" y="1881045"/>
                <a:ext cx="7410272" cy="307777"/>
              </a:xfrm>
              <a:prstGeom prst="rect">
                <a:avLst/>
              </a:prstGeom>
              <a:blipFill>
                <a:blip r:embed="rId4"/>
                <a:stretch>
                  <a:fillRect l="-247" t="-4000"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6332CF8-9AE8-EE07-B7D8-83923F6A05DD}"/>
                  </a:ext>
                </a:extLst>
              </p:cNvPr>
              <p:cNvSpPr txBox="1"/>
              <p:nvPr/>
            </p:nvSpPr>
            <p:spPr>
              <a:xfrm>
                <a:off x="2286000" y="2271668"/>
                <a:ext cx="4572000" cy="300082"/>
              </a:xfrm>
              <a:prstGeom prst="rect">
                <a:avLst/>
              </a:prstGeom>
              <a:noFill/>
            </p:spPr>
            <p:txBody>
              <a:bodyPr wrap="square">
                <a:spAutoFit/>
              </a:bodyPr>
              <a:lstStyle/>
              <a:p>
                <a:pPr algn="ctr"/>
                <a14:m>
                  <m:oMath xmlns:m="http://schemas.openxmlformats.org/officeDocument/2006/math">
                    <m:r>
                      <a:rPr lang="en-GB" i="1" dirty="0" smtClean="0">
                        <a:latin typeface="Cambria Math" panose="02040503050406030204" pitchFamily="18" charset="0"/>
                      </a:rPr>
                      <m:t>𝐻</m:t>
                    </m:r>
                    <m:r>
                      <a:rPr lang="en-GB" i="1" dirty="0" smtClean="0">
                        <a:latin typeface="Cambria Math" panose="02040503050406030204" pitchFamily="18" charset="0"/>
                      </a:rPr>
                      <m:t>0:</m:t>
                    </m:r>
                    <m:sSub>
                      <m:sSubPr>
                        <m:ctrlPr>
                          <a:rPr lang="en-GB" sz="1400" i="1" dirty="0">
                            <a:latin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𝜇</m:t>
                        </m:r>
                      </m:e>
                      <m:sub>
                        <m:r>
                          <a:rPr lang="en-GB" sz="1400" i="1" dirty="0">
                            <a:latin typeface="Cambria Math" panose="02040503050406030204" pitchFamily="18" charset="0"/>
                          </a:rPr>
                          <m:t>1</m:t>
                        </m:r>
                      </m:sub>
                    </m:sSub>
                    <m:r>
                      <a:rPr lang="en-GB" sz="1400" i="1" dirty="0">
                        <a:latin typeface="Cambria Math" panose="02040503050406030204" pitchFamily="18" charset="0"/>
                      </a:rPr>
                      <m:t>−</m:t>
                    </m:r>
                    <m:sSub>
                      <m:sSubPr>
                        <m:ctrlPr>
                          <a:rPr lang="en-GB" sz="1400" i="1" dirty="0">
                            <a:latin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𝜇</m:t>
                        </m:r>
                      </m:e>
                      <m:sub>
                        <m:r>
                          <a:rPr lang="en-GB" sz="1400" i="1" dirty="0">
                            <a:latin typeface="Cambria Math" panose="02040503050406030204" pitchFamily="18" charset="0"/>
                            <a:ea typeface="Cambria Math" panose="02040503050406030204" pitchFamily="18" charset="0"/>
                          </a:rPr>
                          <m:t>2</m:t>
                        </m:r>
                      </m:sub>
                    </m:sSub>
                    <m:r>
                      <a:rPr lang="en-GB" sz="1400" b="0" i="1" dirty="0" smtClean="0">
                        <a:latin typeface="Cambria Math" panose="02040503050406030204" pitchFamily="18" charset="0"/>
                        <a:ea typeface="Cambria Math" panose="02040503050406030204" pitchFamily="18" charset="0"/>
                      </a:rPr>
                      <m:t>=</m:t>
                    </m:r>
                    <m:r>
                      <a:rPr lang="en-GB" sz="1400" b="0" i="1" dirty="0" smtClean="0">
                        <a:latin typeface="Cambria Math" panose="02040503050406030204" pitchFamily="18" charset="0"/>
                        <a:ea typeface="Cambria Math" panose="02040503050406030204" pitchFamily="18" charset="0"/>
                      </a:rPr>
                      <m:t>𝑉𝑎𝑙𝑢𝑒</m:t>
                    </m:r>
                  </m:oMath>
                </a14:m>
                <a:r>
                  <a:rPr lang="en-GB" dirty="0"/>
                  <a:t>                                                    </a:t>
                </a:r>
              </a:p>
            </p:txBody>
          </p:sp>
        </mc:Choice>
        <mc:Fallback xmlns="">
          <p:sp>
            <p:nvSpPr>
              <p:cNvPr id="14" name="TextBox 13">
                <a:extLst>
                  <a:ext uri="{FF2B5EF4-FFF2-40B4-BE49-F238E27FC236}">
                    <a16:creationId xmlns:a16="http://schemas.microsoft.com/office/drawing/2014/main" id="{06332CF8-9AE8-EE07-B7D8-83923F6A05DD}"/>
                  </a:ext>
                </a:extLst>
              </p:cNvPr>
              <p:cNvSpPr txBox="1">
                <a:spLocks noRot="1" noChangeAspect="1" noMove="1" noResize="1" noEditPoints="1" noAdjustHandles="1" noChangeArrowheads="1" noChangeShapeType="1" noTextEdit="1"/>
              </p:cNvSpPr>
              <p:nvPr/>
            </p:nvSpPr>
            <p:spPr>
              <a:xfrm>
                <a:off x="2286000" y="2271668"/>
                <a:ext cx="4572000" cy="300082"/>
              </a:xfrm>
              <a:prstGeom prst="rect">
                <a:avLst/>
              </a:prstGeom>
              <a:blipFill>
                <a:blip r:embed="rId5"/>
                <a:stretch>
                  <a:fillRect b="-40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CA4CEFF-CF4C-2CAD-61A0-91DF06257C29}"/>
                  </a:ext>
                </a:extLst>
              </p:cNvPr>
              <p:cNvSpPr txBox="1"/>
              <p:nvPr/>
            </p:nvSpPr>
            <p:spPr>
              <a:xfrm>
                <a:off x="2236644" y="2699500"/>
                <a:ext cx="4572000" cy="300082"/>
              </a:xfrm>
              <a:prstGeom prst="rect">
                <a:avLst/>
              </a:prstGeom>
              <a:noFill/>
            </p:spPr>
            <p:txBody>
              <a:bodyPr wrap="square">
                <a:spAutoFit/>
              </a:bodyPr>
              <a:lstStyle/>
              <a:p>
                <a:pPr algn="ctr"/>
                <a14:m>
                  <m:oMath xmlns:m="http://schemas.openxmlformats.org/officeDocument/2006/math">
                    <m:r>
                      <a:rPr lang="en-GB" i="1" dirty="0" smtClean="0">
                        <a:solidFill>
                          <a:srgbClr val="1C3D74"/>
                        </a:solidFill>
                        <a:latin typeface="Cambria Math" panose="02040503050406030204" pitchFamily="18" charset="0"/>
                      </a:rPr>
                      <m:t>𝑉𝑎𝑙𝑢𝑒</m:t>
                    </m:r>
                  </m:oMath>
                </a14:m>
                <a:r>
                  <a:rPr lang="en-GB" dirty="0">
                    <a:solidFill>
                      <a:srgbClr val="1C3D74"/>
                    </a:solidFill>
                  </a:rPr>
                  <a:t> will often be </a:t>
                </a:r>
                <a:r>
                  <a:rPr lang="en-GB" b="1" dirty="0">
                    <a:solidFill>
                      <a:srgbClr val="FF0000"/>
                    </a:solidFill>
                  </a:rPr>
                  <a:t>zero</a:t>
                </a:r>
                <a:r>
                  <a:rPr lang="en-GB" dirty="0">
                    <a:solidFill>
                      <a:srgbClr val="1C3D74"/>
                    </a:solidFill>
                  </a:rPr>
                  <a:t> </a:t>
                </a:r>
              </a:p>
            </p:txBody>
          </p:sp>
        </mc:Choice>
        <mc:Fallback xmlns="">
          <p:sp>
            <p:nvSpPr>
              <p:cNvPr id="16" name="TextBox 15">
                <a:extLst>
                  <a:ext uri="{FF2B5EF4-FFF2-40B4-BE49-F238E27FC236}">
                    <a16:creationId xmlns:a16="http://schemas.microsoft.com/office/drawing/2014/main" id="{6CA4CEFF-CF4C-2CAD-61A0-91DF06257C29}"/>
                  </a:ext>
                </a:extLst>
              </p:cNvPr>
              <p:cNvSpPr txBox="1">
                <a:spLocks noRot="1" noChangeAspect="1" noMove="1" noResize="1" noEditPoints="1" noAdjustHandles="1" noChangeArrowheads="1" noChangeShapeType="1" noTextEdit="1"/>
              </p:cNvSpPr>
              <p:nvPr/>
            </p:nvSpPr>
            <p:spPr>
              <a:xfrm>
                <a:off x="2236644" y="2699500"/>
                <a:ext cx="4572000" cy="300082"/>
              </a:xfrm>
              <a:prstGeom prst="rect">
                <a:avLst/>
              </a:prstGeom>
              <a:blipFill>
                <a:blip r:embed="rId6"/>
                <a:stretch>
                  <a:fillRect t="-4082" b="-2040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CBC6B77-5F03-19AF-A04E-C1BE6E5821E0}"/>
                  </a:ext>
                </a:extLst>
              </p:cNvPr>
              <p:cNvSpPr txBox="1"/>
              <p:nvPr/>
            </p:nvSpPr>
            <p:spPr>
              <a:xfrm>
                <a:off x="2552100" y="3003664"/>
                <a:ext cx="3941088" cy="458908"/>
              </a:xfrm>
              <a:prstGeom prst="rect">
                <a:avLst/>
              </a:prstGeom>
              <a:noFill/>
            </p:spPr>
            <p:txBody>
              <a:bodyPr wrap="square">
                <a:spAutoFit/>
              </a:bodyPr>
              <a:lstStyle/>
              <a:p>
                <a:pPr algn="ctr"/>
                <a14:m>
                  <m:oMath xmlns:m="http://schemas.openxmlformats.org/officeDocument/2006/math">
                    <m:r>
                      <a:rPr lang="en-GB" sz="1400" b="0" i="1" smtClean="0">
                        <a:latin typeface="Cambria Math" panose="02040503050406030204" pitchFamily="18" charset="0"/>
                      </a:rPr>
                      <m:t>𝐸</m:t>
                    </m:r>
                    <m:d>
                      <m:dPr>
                        <m:ctrlPr>
                          <a:rPr lang="en-GB" sz="1400" b="0" i="1" smtClean="0">
                            <a:latin typeface="Cambria Math" panose="02040503050406030204" pitchFamily="18" charset="0"/>
                          </a:rPr>
                        </m:ctrlPr>
                      </m:dPr>
                      <m:e>
                        <m:sSub>
                          <m:sSubPr>
                            <m:ctrlPr>
                              <a:rPr lang="en-GB" sz="1400" b="0" i="1" smtClean="0">
                                <a:latin typeface="Cambria Math" panose="02040503050406030204" pitchFamily="18" charset="0"/>
                              </a:rPr>
                            </m:ctrlPr>
                          </m:sSubPr>
                          <m:e>
                            <m:acc>
                              <m:accPr>
                                <m:chr m:val="̅"/>
                                <m:ctrlPr>
                                  <a:rPr lang="en-GB" sz="1400" b="0" i="1" smtClean="0">
                                    <a:latin typeface="Cambria Math" panose="02040503050406030204" pitchFamily="18" charset="0"/>
                                  </a:rPr>
                                </m:ctrlPr>
                              </m:accPr>
                              <m:e>
                                <m:r>
                                  <a:rPr lang="en-GB" sz="1400" b="0" i="1" smtClean="0">
                                    <a:latin typeface="Cambria Math" panose="02040503050406030204" pitchFamily="18" charset="0"/>
                                  </a:rPr>
                                  <m:t>𝑋</m:t>
                                </m:r>
                              </m:e>
                            </m:acc>
                          </m:e>
                          <m:sub>
                            <m:r>
                              <a:rPr lang="en-GB" sz="1400" b="0" i="1" smtClean="0">
                                <a:latin typeface="Cambria Math" panose="02040503050406030204" pitchFamily="18" charset="0"/>
                              </a:rPr>
                              <m:t>1</m:t>
                            </m:r>
                          </m:sub>
                        </m:sSub>
                        <m:r>
                          <a:rPr lang="en-GB" sz="1400" b="0" i="1" smtClean="0">
                            <a:latin typeface="Cambria Math" panose="02040503050406030204" pitchFamily="18" charset="0"/>
                          </a:rPr>
                          <m:t>−</m:t>
                        </m:r>
                        <m:sSub>
                          <m:sSubPr>
                            <m:ctrlPr>
                              <a:rPr lang="en-GB" sz="1400" i="1">
                                <a:latin typeface="Cambria Math" panose="02040503050406030204" pitchFamily="18" charset="0"/>
                              </a:rPr>
                            </m:ctrlPr>
                          </m:sSubPr>
                          <m:e>
                            <m:acc>
                              <m:accPr>
                                <m:chr m:val="̅"/>
                                <m:ctrlPr>
                                  <a:rPr lang="en-GB" sz="1400" i="1">
                                    <a:latin typeface="Cambria Math" panose="02040503050406030204" pitchFamily="18" charset="0"/>
                                  </a:rPr>
                                </m:ctrlPr>
                              </m:accPr>
                              <m:e>
                                <m:r>
                                  <a:rPr lang="en-GB" sz="1400" i="1">
                                    <a:latin typeface="Cambria Math" panose="02040503050406030204" pitchFamily="18" charset="0"/>
                                  </a:rPr>
                                  <m:t>𝑋</m:t>
                                </m:r>
                              </m:e>
                            </m:acc>
                          </m:e>
                          <m:sub>
                            <m:r>
                              <a:rPr lang="en-GB" sz="1400" b="0" i="1" smtClean="0">
                                <a:latin typeface="Cambria Math" panose="02040503050406030204" pitchFamily="18" charset="0"/>
                              </a:rPr>
                              <m:t>2</m:t>
                            </m:r>
                          </m:sub>
                        </m:sSub>
                      </m:e>
                    </m:d>
                    <m:r>
                      <a:rPr lang="en-GB" sz="1400" b="0" i="1" smtClean="0">
                        <a:latin typeface="Cambria Math" panose="02040503050406030204" pitchFamily="18" charset="0"/>
                      </a:rPr>
                      <m:t>=</m:t>
                    </m:r>
                  </m:oMath>
                </a14:m>
                <a:r>
                  <a:rPr lang="en-GB" sz="1400" dirty="0"/>
                  <a:t> </a:t>
                </a:r>
                <a14:m>
                  <m:oMath xmlns:m="http://schemas.openxmlformats.org/officeDocument/2006/math">
                    <m:sSub>
                      <m:sSubPr>
                        <m:ctrlPr>
                          <a:rPr lang="en-GB" sz="1400" i="1" dirty="0">
                            <a:latin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𝜇</m:t>
                        </m:r>
                      </m:e>
                      <m:sub>
                        <m:r>
                          <a:rPr lang="en-GB" sz="1400" i="1" dirty="0">
                            <a:latin typeface="Cambria Math" panose="02040503050406030204" pitchFamily="18" charset="0"/>
                          </a:rPr>
                          <m:t>1</m:t>
                        </m:r>
                      </m:sub>
                    </m:sSub>
                    <m:r>
                      <a:rPr lang="en-GB" sz="1400" i="1" dirty="0">
                        <a:latin typeface="Cambria Math" panose="02040503050406030204" pitchFamily="18" charset="0"/>
                      </a:rPr>
                      <m:t>−</m:t>
                    </m:r>
                    <m:sSub>
                      <m:sSubPr>
                        <m:ctrlPr>
                          <a:rPr lang="en-GB" sz="1400" i="1" dirty="0">
                            <a:latin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𝜇</m:t>
                        </m:r>
                      </m:e>
                      <m:sub>
                        <m:r>
                          <a:rPr lang="en-GB" sz="1400" i="1" dirty="0">
                            <a:latin typeface="Cambria Math" panose="02040503050406030204" pitchFamily="18" charset="0"/>
                            <a:ea typeface="Cambria Math" panose="02040503050406030204" pitchFamily="18" charset="0"/>
                          </a:rPr>
                          <m:t>2</m:t>
                        </m:r>
                      </m:sub>
                    </m:sSub>
                  </m:oMath>
                </a14:m>
                <a:r>
                  <a:rPr lang="en-GB" sz="1400" dirty="0"/>
                  <a:t>          </a:t>
                </a:r>
                <a14:m>
                  <m:oMath xmlns:m="http://schemas.openxmlformats.org/officeDocument/2006/math">
                    <m:r>
                      <a:rPr lang="en-GB" sz="1400" i="1" dirty="0" smtClean="0">
                        <a:latin typeface="Cambria Math" panose="02040503050406030204" pitchFamily="18" charset="0"/>
                      </a:rPr>
                      <m:t>𝑉</m:t>
                    </m:r>
                    <m:d>
                      <m:dPr>
                        <m:ctrlPr>
                          <a:rPr lang="en-GB" sz="1400" i="1" dirty="0" smtClean="0">
                            <a:latin typeface="Cambria Math" panose="02040503050406030204" pitchFamily="18" charset="0"/>
                          </a:rPr>
                        </m:ctrlPr>
                      </m:dPr>
                      <m:e>
                        <m:sSub>
                          <m:sSubPr>
                            <m:ctrlPr>
                              <a:rPr lang="en-GB" sz="1400" i="1">
                                <a:latin typeface="Cambria Math" panose="02040503050406030204" pitchFamily="18" charset="0"/>
                              </a:rPr>
                            </m:ctrlPr>
                          </m:sSubPr>
                          <m:e>
                            <m:acc>
                              <m:accPr>
                                <m:chr m:val="̅"/>
                                <m:ctrlPr>
                                  <a:rPr lang="en-GB" sz="1400" i="1">
                                    <a:latin typeface="Cambria Math" panose="02040503050406030204" pitchFamily="18" charset="0"/>
                                  </a:rPr>
                                </m:ctrlPr>
                              </m:accPr>
                              <m:e>
                                <m:r>
                                  <a:rPr lang="en-GB" sz="1400" i="1">
                                    <a:latin typeface="Cambria Math" panose="02040503050406030204" pitchFamily="18" charset="0"/>
                                  </a:rPr>
                                  <m:t>𝑋</m:t>
                                </m:r>
                              </m:e>
                            </m:acc>
                          </m:e>
                          <m:sub>
                            <m:r>
                              <a:rPr lang="en-GB" sz="1400" i="1">
                                <a:latin typeface="Cambria Math" panose="02040503050406030204" pitchFamily="18" charset="0"/>
                              </a:rPr>
                              <m:t>1</m:t>
                            </m:r>
                          </m:sub>
                        </m:sSub>
                        <m:r>
                          <a:rPr lang="en-GB" sz="1400" i="1">
                            <a:latin typeface="Cambria Math" panose="02040503050406030204" pitchFamily="18" charset="0"/>
                          </a:rPr>
                          <m:t>−</m:t>
                        </m:r>
                        <m:sSub>
                          <m:sSubPr>
                            <m:ctrlPr>
                              <a:rPr lang="en-GB" sz="1400" i="1">
                                <a:latin typeface="Cambria Math" panose="02040503050406030204" pitchFamily="18" charset="0"/>
                              </a:rPr>
                            </m:ctrlPr>
                          </m:sSubPr>
                          <m:e>
                            <m:acc>
                              <m:accPr>
                                <m:chr m:val="̅"/>
                                <m:ctrlPr>
                                  <a:rPr lang="en-GB" sz="1400" i="1">
                                    <a:latin typeface="Cambria Math" panose="02040503050406030204" pitchFamily="18" charset="0"/>
                                  </a:rPr>
                                </m:ctrlPr>
                              </m:accPr>
                              <m:e>
                                <m:r>
                                  <a:rPr lang="en-GB" sz="1400" i="1">
                                    <a:latin typeface="Cambria Math" panose="02040503050406030204" pitchFamily="18" charset="0"/>
                                  </a:rPr>
                                  <m:t>𝑋</m:t>
                                </m:r>
                              </m:e>
                            </m:acc>
                          </m:e>
                          <m:sub>
                            <m:r>
                              <a:rPr lang="en-GB" sz="1400" i="1">
                                <a:latin typeface="Cambria Math" panose="02040503050406030204" pitchFamily="18" charset="0"/>
                              </a:rPr>
                              <m:t>2</m:t>
                            </m:r>
                          </m:sub>
                        </m:sSub>
                      </m:e>
                    </m:d>
                    <m:r>
                      <a:rPr lang="en-GB" sz="1400" b="0" i="1" smtClean="0">
                        <a:latin typeface="Cambria Math" panose="02040503050406030204" pitchFamily="18" charset="0"/>
                      </a:rPr>
                      <m:t>=</m:t>
                    </m:r>
                    <m:f>
                      <m:fPr>
                        <m:ctrlPr>
                          <a:rPr lang="en-GB" sz="1400" b="0" i="1" smtClean="0">
                            <a:latin typeface="Cambria Math" panose="02040503050406030204" pitchFamily="18" charset="0"/>
                          </a:rPr>
                        </m:ctrlPr>
                      </m:fPr>
                      <m:num>
                        <m:sSubSup>
                          <m:sSubSupPr>
                            <m:ctrlPr>
                              <a:rPr lang="en-GB" sz="1400" b="0" i="1" smtClean="0">
                                <a:latin typeface="Cambria Math" panose="02040503050406030204" pitchFamily="18" charset="0"/>
                              </a:rPr>
                            </m:ctrlPr>
                          </m:sSubSupPr>
                          <m:e>
                            <m:r>
                              <a:rPr lang="en-GB" sz="1400" b="0" i="1" smtClean="0">
                                <a:latin typeface="Cambria Math" panose="02040503050406030204" pitchFamily="18" charset="0"/>
                                <a:ea typeface="Cambria Math" panose="02040503050406030204" pitchFamily="18" charset="0"/>
                              </a:rPr>
                              <m:t>𝜎</m:t>
                            </m:r>
                          </m:e>
                          <m:sub>
                            <m:r>
                              <a:rPr lang="en-GB" sz="1400" b="0" i="1" smtClean="0">
                                <a:latin typeface="Cambria Math" panose="02040503050406030204" pitchFamily="18" charset="0"/>
                              </a:rPr>
                              <m:t>1</m:t>
                            </m:r>
                          </m:sub>
                          <m:sup>
                            <m:r>
                              <a:rPr lang="en-GB" sz="1400" b="0" i="1" smtClean="0">
                                <a:latin typeface="Cambria Math" panose="02040503050406030204" pitchFamily="18" charset="0"/>
                              </a:rPr>
                              <m:t>2</m:t>
                            </m:r>
                          </m:sup>
                        </m:sSubSup>
                      </m:num>
                      <m:den>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𝑛</m:t>
                            </m:r>
                          </m:e>
                          <m:sub>
                            <m:r>
                              <a:rPr lang="en-GB" sz="1400" b="0" i="1" smtClean="0">
                                <a:latin typeface="Cambria Math" panose="02040503050406030204" pitchFamily="18" charset="0"/>
                              </a:rPr>
                              <m:t>1</m:t>
                            </m:r>
                          </m:sub>
                        </m:sSub>
                      </m:den>
                    </m:f>
                    <m:r>
                      <a:rPr lang="en-GB" sz="1400" b="0" i="1" smtClean="0">
                        <a:latin typeface="Cambria Math" panose="02040503050406030204" pitchFamily="18" charset="0"/>
                      </a:rPr>
                      <m:t>+</m:t>
                    </m:r>
                    <m:f>
                      <m:fPr>
                        <m:ctrlPr>
                          <a:rPr lang="en-GB" sz="1400" b="0" i="1" smtClean="0">
                            <a:latin typeface="Cambria Math" panose="02040503050406030204" pitchFamily="18" charset="0"/>
                          </a:rPr>
                        </m:ctrlPr>
                      </m:fPr>
                      <m:num>
                        <m:sSubSup>
                          <m:sSubSupPr>
                            <m:ctrlPr>
                              <a:rPr lang="en-GB" sz="1400" i="1">
                                <a:latin typeface="Cambria Math" panose="02040503050406030204" pitchFamily="18" charset="0"/>
                              </a:rPr>
                            </m:ctrlPr>
                          </m:sSubSupPr>
                          <m:e>
                            <m:r>
                              <a:rPr lang="en-GB" sz="1400" i="1">
                                <a:latin typeface="Cambria Math" panose="02040503050406030204" pitchFamily="18" charset="0"/>
                                <a:ea typeface="Cambria Math" panose="02040503050406030204" pitchFamily="18" charset="0"/>
                              </a:rPr>
                              <m:t>𝜎</m:t>
                            </m:r>
                          </m:e>
                          <m:sub>
                            <m:r>
                              <a:rPr lang="en-GB" sz="1400" b="0" i="1" smtClean="0">
                                <a:latin typeface="Cambria Math" panose="02040503050406030204" pitchFamily="18" charset="0"/>
                                <a:ea typeface="Cambria Math" panose="02040503050406030204" pitchFamily="18" charset="0"/>
                              </a:rPr>
                              <m:t>2</m:t>
                            </m:r>
                          </m:sub>
                          <m:sup>
                            <m:r>
                              <a:rPr lang="en-GB" sz="1400" i="1">
                                <a:latin typeface="Cambria Math" panose="02040503050406030204" pitchFamily="18" charset="0"/>
                              </a:rPr>
                              <m:t>2</m:t>
                            </m:r>
                          </m:sup>
                        </m:sSubSup>
                      </m:num>
                      <m:den>
                        <m:sSub>
                          <m:sSubPr>
                            <m:ctrlPr>
                              <a:rPr lang="en-GB" sz="1400" i="1">
                                <a:latin typeface="Cambria Math" panose="02040503050406030204" pitchFamily="18" charset="0"/>
                              </a:rPr>
                            </m:ctrlPr>
                          </m:sSubPr>
                          <m:e>
                            <m:r>
                              <a:rPr lang="en-GB" sz="1400" i="1">
                                <a:latin typeface="Cambria Math" panose="02040503050406030204" pitchFamily="18" charset="0"/>
                              </a:rPr>
                              <m:t>𝑛</m:t>
                            </m:r>
                          </m:e>
                          <m:sub>
                            <m:r>
                              <a:rPr lang="en-GB" sz="1400" b="0" i="1" smtClean="0">
                                <a:latin typeface="Cambria Math" panose="02040503050406030204" pitchFamily="18" charset="0"/>
                              </a:rPr>
                              <m:t>2</m:t>
                            </m:r>
                          </m:sub>
                        </m:sSub>
                      </m:den>
                    </m:f>
                  </m:oMath>
                </a14:m>
                <a:endParaRPr lang="en-GB" sz="1400" dirty="0"/>
              </a:p>
            </p:txBody>
          </p:sp>
        </mc:Choice>
        <mc:Fallback xmlns="">
          <p:sp>
            <p:nvSpPr>
              <p:cNvPr id="18" name="TextBox 17">
                <a:extLst>
                  <a:ext uri="{FF2B5EF4-FFF2-40B4-BE49-F238E27FC236}">
                    <a16:creationId xmlns:a16="http://schemas.microsoft.com/office/drawing/2014/main" id="{6CBC6B77-5F03-19AF-A04E-C1BE6E5821E0}"/>
                  </a:ext>
                </a:extLst>
              </p:cNvPr>
              <p:cNvSpPr txBox="1">
                <a:spLocks noRot="1" noChangeAspect="1" noMove="1" noResize="1" noEditPoints="1" noAdjustHandles="1" noChangeArrowheads="1" noChangeShapeType="1" noTextEdit="1"/>
              </p:cNvSpPr>
              <p:nvPr/>
            </p:nvSpPr>
            <p:spPr>
              <a:xfrm>
                <a:off x="2552100" y="3003664"/>
                <a:ext cx="3941088" cy="458908"/>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35CC2C0-FA1B-4352-933F-3152BDADFD64}"/>
                  </a:ext>
                </a:extLst>
              </p:cNvPr>
              <p:cNvSpPr txBox="1"/>
              <p:nvPr/>
            </p:nvSpPr>
            <p:spPr>
              <a:xfrm>
                <a:off x="3117195" y="3510260"/>
                <a:ext cx="2909609" cy="9903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400" i="1" smtClean="0">
                          <a:effectLst/>
                          <a:latin typeface="Cambria Math" panose="02040503050406030204" pitchFamily="18" charset="0"/>
                          <a:ea typeface="DengXian" panose="02010600030101010101" pitchFamily="2" charset="-122"/>
                          <a:cs typeface="Calibri" panose="020F0502020204030204" pitchFamily="34" charset="0"/>
                        </a:rPr>
                        <m:t>𝑍</m:t>
                      </m:r>
                      <m:r>
                        <a:rPr lang="en-GB" sz="1400" i="1" smtClean="0">
                          <a:effectLst/>
                          <a:latin typeface="Cambria Math" panose="02040503050406030204" pitchFamily="18" charset="0"/>
                          <a:ea typeface="DengXian" panose="02010600030101010101" pitchFamily="2" charset="-122"/>
                          <a:cs typeface="Calibri" panose="020F0502020204030204" pitchFamily="34" charset="0"/>
                        </a:rPr>
                        <m:t>=</m:t>
                      </m:r>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d>
                            <m:dPr>
                              <m:ctrlPr>
                                <a:rPr lang="en-GB" sz="1400" i="1">
                                  <a:latin typeface="Cambria Math" panose="02040503050406030204" pitchFamily="18" charset="0"/>
                                </a:rPr>
                              </m:ctrlPr>
                            </m:dPr>
                            <m:e>
                              <m:sSub>
                                <m:sSubPr>
                                  <m:ctrlPr>
                                    <a:rPr lang="en-GB" sz="1400" i="1">
                                      <a:latin typeface="Cambria Math" panose="02040503050406030204" pitchFamily="18" charset="0"/>
                                    </a:rPr>
                                  </m:ctrlPr>
                                </m:sSubPr>
                                <m:e>
                                  <m:acc>
                                    <m:accPr>
                                      <m:chr m:val="̅"/>
                                      <m:ctrlPr>
                                        <a:rPr lang="en-GB" sz="1400" i="1">
                                          <a:latin typeface="Cambria Math" panose="02040503050406030204" pitchFamily="18" charset="0"/>
                                        </a:rPr>
                                      </m:ctrlPr>
                                    </m:accPr>
                                    <m:e>
                                      <m:r>
                                        <a:rPr lang="en-GB" sz="1400" i="1">
                                          <a:latin typeface="Cambria Math" panose="02040503050406030204" pitchFamily="18" charset="0"/>
                                        </a:rPr>
                                        <m:t>𝑋</m:t>
                                      </m:r>
                                    </m:e>
                                  </m:acc>
                                </m:e>
                                <m:sub>
                                  <m:r>
                                    <a:rPr lang="en-GB" sz="1400" i="1">
                                      <a:latin typeface="Cambria Math" panose="02040503050406030204" pitchFamily="18" charset="0"/>
                                    </a:rPr>
                                    <m:t>1</m:t>
                                  </m:r>
                                </m:sub>
                              </m:sSub>
                              <m:r>
                                <a:rPr lang="en-GB" sz="1400" i="1">
                                  <a:latin typeface="Cambria Math" panose="02040503050406030204" pitchFamily="18" charset="0"/>
                                </a:rPr>
                                <m:t>−</m:t>
                              </m:r>
                              <m:sSub>
                                <m:sSubPr>
                                  <m:ctrlPr>
                                    <a:rPr lang="en-GB" sz="1400" i="1">
                                      <a:latin typeface="Cambria Math" panose="02040503050406030204" pitchFamily="18" charset="0"/>
                                    </a:rPr>
                                  </m:ctrlPr>
                                </m:sSubPr>
                                <m:e>
                                  <m:acc>
                                    <m:accPr>
                                      <m:chr m:val="̅"/>
                                      <m:ctrlPr>
                                        <a:rPr lang="en-GB" sz="1400" i="1">
                                          <a:latin typeface="Cambria Math" panose="02040503050406030204" pitchFamily="18" charset="0"/>
                                        </a:rPr>
                                      </m:ctrlPr>
                                    </m:accPr>
                                    <m:e>
                                      <m:r>
                                        <a:rPr lang="en-GB" sz="1400" i="1">
                                          <a:latin typeface="Cambria Math" panose="02040503050406030204" pitchFamily="18" charset="0"/>
                                        </a:rPr>
                                        <m:t>𝑋</m:t>
                                      </m:r>
                                    </m:e>
                                  </m:acc>
                                </m:e>
                                <m:sub>
                                  <m:r>
                                    <a:rPr lang="en-GB" sz="1400" i="1">
                                      <a:latin typeface="Cambria Math" panose="02040503050406030204" pitchFamily="18" charset="0"/>
                                    </a:rPr>
                                    <m:t>2</m:t>
                                  </m:r>
                                </m:sub>
                              </m:sSub>
                            </m:e>
                          </m:d>
                          <m:r>
                            <a:rPr lang="en-GB" sz="1400" i="1">
                              <a:effectLst/>
                              <a:latin typeface="Cambria Math" panose="02040503050406030204" pitchFamily="18" charset="0"/>
                              <a:ea typeface="DengXian" panose="02010600030101010101" pitchFamily="2" charset="-122"/>
                              <a:cs typeface="Calibri" panose="020F0502020204030204" pitchFamily="34" charset="0"/>
                            </a:rPr>
                            <m:t>−</m:t>
                          </m:r>
                          <m:sSub>
                            <m:sSubPr>
                              <m:ctrlPr>
                                <a:rPr lang="en-GB" sz="1400" i="1" dirty="0">
                                  <a:latin typeface="Cambria Math" panose="02040503050406030204" pitchFamily="18" charset="0"/>
                                </a:rPr>
                              </m:ctrlPr>
                            </m:sSubPr>
                            <m:e>
                              <m:r>
                                <a:rPr lang="en-GB" sz="1400" b="0" i="1" dirty="0" smtClean="0">
                                  <a:latin typeface="Cambria Math" panose="02040503050406030204" pitchFamily="18" charset="0"/>
                                </a:rPr>
                                <m:t>(</m:t>
                              </m:r>
                              <m:r>
                                <a:rPr lang="en-GB" sz="1400" i="1" dirty="0">
                                  <a:latin typeface="Cambria Math" panose="02040503050406030204" pitchFamily="18" charset="0"/>
                                  <a:ea typeface="Cambria Math" panose="02040503050406030204" pitchFamily="18" charset="0"/>
                                </a:rPr>
                                <m:t>𝜇</m:t>
                              </m:r>
                            </m:e>
                            <m:sub>
                              <m:r>
                                <a:rPr lang="en-GB" sz="1400" i="1" dirty="0">
                                  <a:latin typeface="Cambria Math" panose="02040503050406030204" pitchFamily="18" charset="0"/>
                                </a:rPr>
                                <m:t>1</m:t>
                              </m:r>
                            </m:sub>
                          </m:sSub>
                          <m:r>
                            <a:rPr lang="en-GB" sz="1400" i="1" dirty="0">
                              <a:latin typeface="Cambria Math" panose="02040503050406030204" pitchFamily="18" charset="0"/>
                            </a:rPr>
                            <m:t>−</m:t>
                          </m:r>
                          <m:sSub>
                            <m:sSubPr>
                              <m:ctrlPr>
                                <a:rPr lang="en-GB" sz="1400" i="1" dirty="0">
                                  <a:latin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𝜇</m:t>
                              </m:r>
                            </m:e>
                            <m:sub>
                              <m:r>
                                <a:rPr lang="en-GB" sz="1400" i="1" dirty="0">
                                  <a:latin typeface="Cambria Math" panose="02040503050406030204" pitchFamily="18" charset="0"/>
                                  <a:ea typeface="Cambria Math" panose="02040503050406030204" pitchFamily="18" charset="0"/>
                                </a:rPr>
                                <m:t>2</m:t>
                              </m:r>
                            </m:sub>
                          </m:sSub>
                          <m:r>
                            <a:rPr lang="en-GB" sz="1400" b="0" i="1" dirty="0" smtClean="0">
                              <a:latin typeface="Cambria Math" panose="02040503050406030204" pitchFamily="18" charset="0"/>
                              <a:ea typeface="Cambria Math" panose="02040503050406030204" pitchFamily="18" charset="0"/>
                            </a:rPr>
                            <m:t>)</m:t>
                          </m:r>
                        </m:num>
                        <m:den>
                          <m:rad>
                            <m:radPr>
                              <m:degHide m:val="on"/>
                              <m:ctrlPr>
                                <a:rPr lang="en-GB" sz="1400" i="1" smtClean="0">
                                  <a:effectLst/>
                                  <a:latin typeface="Cambria Math" panose="02040503050406030204" pitchFamily="18" charset="0"/>
                                  <a:ea typeface="DengXian" panose="02010600030101010101" pitchFamily="2" charset="-122"/>
                                  <a:cs typeface="Calibri" panose="020F0502020204030204" pitchFamily="34" charset="0"/>
                                </a:rPr>
                              </m:ctrlPr>
                            </m:radPr>
                            <m:deg/>
                            <m:e>
                              <m:f>
                                <m:fPr>
                                  <m:ctrlPr>
                                    <a:rPr lang="en-GB" sz="1400" i="1">
                                      <a:latin typeface="Cambria Math" panose="02040503050406030204" pitchFamily="18" charset="0"/>
                                    </a:rPr>
                                  </m:ctrlPr>
                                </m:fPr>
                                <m:num>
                                  <m:sSubSup>
                                    <m:sSubSupPr>
                                      <m:ctrlPr>
                                        <a:rPr lang="en-GB" sz="1400" i="1">
                                          <a:latin typeface="Cambria Math" panose="02040503050406030204" pitchFamily="18" charset="0"/>
                                        </a:rPr>
                                      </m:ctrlPr>
                                    </m:sSubSupPr>
                                    <m:e>
                                      <m:r>
                                        <a:rPr lang="en-GB" sz="1400" i="1">
                                          <a:latin typeface="Cambria Math" panose="02040503050406030204" pitchFamily="18" charset="0"/>
                                          <a:ea typeface="Cambria Math" panose="02040503050406030204" pitchFamily="18" charset="0"/>
                                        </a:rPr>
                                        <m:t>𝜎</m:t>
                                      </m:r>
                                    </m:e>
                                    <m:sub>
                                      <m:r>
                                        <a:rPr lang="en-GB" sz="1400" i="1">
                                          <a:latin typeface="Cambria Math" panose="02040503050406030204" pitchFamily="18" charset="0"/>
                                        </a:rPr>
                                        <m:t>1</m:t>
                                      </m:r>
                                    </m:sub>
                                    <m:sup>
                                      <m:r>
                                        <a:rPr lang="en-GB" sz="1400" i="1">
                                          <a:latin typeface="Cambria Math" panose="02040503050406030204" pitchFamily="18" charset="0"/>
                                        </a:rPr>
                                        <m:t>2</m:t>
                                      </m:r>
                                    </m:sup>
                                  </m:sSubSup>
                                </m:num>
                                <m:den>
                                  <m:sSub>
                                    <m:sSubPr>
                                      <m:ctrlPr>
                                        <a:rPr lang="en-GB" sz="1400" i="1">
                                          <a:latin typeface="Cambria Math" panose="02040503050406030204" pitchFamily="18" charset="0"/>
                                        </a:rPr>
                                      </m:ctrlPr>
                                    </m:sSubPr>
                                    <m:e>
                                      <m:r>
                                        <a:rPr lang="en-GB" sz="1400" i="1">
                                          <a:latin typeface="Cambria Math" panose="02040503050406030204" pitchFamily="18" charset="0"/>
                                        </a:rPr>
                                        <m:t>𝑛</m:t>
                                      </m:r>
                                    </m:e>
                                    <m:sub>
                                      <m:r>
                                        <a:rPr lang="en-GB" sz="1400" i="1">
                                          <a:latin typeface="Cambria Math" panose="02040503050406030204" pitchFamily="18" charset="0"/>
                                        </a:rPr>
                                        <m:t>1</m:t>
                                      </m:r>
                                    </m:sub>
                                  </m:sSub>
                                </m:den>
                              </m:f>
                              <m:r>
                                <a:rPr lang="en-GB" sz="1400" i="1">
                                  <a:latin typeface="Cambria Math" panose="02040503050406030204" pitchFamily="18" charset="0"/>
                                </a:rPr>
                                <m:t>+</m:t>
                              </m:r>
                              <m:f>
                                <m:fPr>
                                  <m:ctrlPr>
                                    <a:rPr lang="en-GB" sz="1400" i="1">
                                      <a:latin typeface="Cambria Math" panose="02040503050406030204" pitchFamily="18" charset="0"/>
                                    </a:rPr>
                                  </m:ctrlPr>
                                </m:fPr>
                                <m:num>
                                  <m:sSubSup>
                                    <m:sSubSupPr>
                                      <m:ctrlPr>
                                        <a:rPr lang="en-GB" sz="1400" i="1">
                                          <a:latin typeface="Cambria Math" panose="02040503050406030204" pitchFamily="18" charset="0"/>
                                        </a:rPr>
                                      </m:ctrlPr>
                                    </m:sSubSupPr>
                                    <m:e>
                                      <m:r>
                                        <a:rPr lang="en-GB" sz="1400" i="1">
                                          <a:latin typeface="Cambria Math" panose="02040503050406030204" pitchFamily="18" charset="0"/>
                                          <a:ea typeface="Cambria Math" panose="02040503050406030204" pitchFamily="18" charset="0"/>
                                        </a:rPr>
                                        <m:t>𝜎</m:t>
                                      </m:r>
                                    </m:e>
                                    <m:sub>
                                      <m:r>
                                        <a:rPr lang="en-GB" sz="1400" i="1">
                                          <a:latin typeface="Cambria Math" panose="02040503050406030204" pitchFamily="18" charset="0"/>
                                          <a:ea typeface="Cambria Math" panose="02040503050406030204" pitchFamily="18" charset="0"/>
                                        </a:rPr>
                                        <m:t>2</m:t>
                                      </m:r>
                                    </m:sub>
                                    <m:sup>
                                      <m:r>
                                        <a:rPr lang="en-GB" sz="1400" i="1">
                                          <a:latin typeface="Cambria Math" panose="02040503050406030204" pitchFamily="18" charset="0"/>
                                        </a:rPr>
                                        <m:t>2</m:t>
                                      </m:r>
                                    </m:sup>
                                  </m:sSubSup>
                                </m:num>
                                <m:den>
                                  <m:sSub>
                                    <m:sSubPr>
                                      <m:ctrlPr>
                                        <a:rPr lang="en-GB" sz="1400" i="1">
                                          <a:latin typeface="Cambria Math" panose="02040503050406030204" pitchFamily="18" charset="0"/>
                                        </a:rPr>
                                      </m:ctrlPr>
                                    </m:sSubPr>
                                    <m:e>
                                      <m:r>
                                        <a:rPr lang="en-GB" sz="1400" i="1">
                                          <a:latin typeface="Cambria Math" panose="02040503050406030204" pitchFamily="18" charset="0"/>
                                        </a:rPr>
                                        <m:t>𝑛</m:t>
                                      </m:r>
                                    </m:e>
                                    <m:sub>
                                      <m:r>
                                        <a:rPr lang="en-GB" sz="1400" i="1">
                                          <a:latin typeface="Cambria Math" panose="02040503050406030204" pitchFamily="18" charset="0"/>
                                        </a:rPr>
                                        <m:t>2</m:t>
                                      </m:r>
                                    </m:sub>
                                  </m:sSub>
                                </m:den>
                              </m:f>
                            </m:e>
                          </m:rad>
                        </m:den>
                      </m:f>
                    </m:oMath>
                  </m:oMathPara>
                </a14:m>
                <a:endParaRPr lang="en-GB" sz="1400" dirty="0"/>
              </a:p>
            </p:txBody>
          </p:sp>
        </mc:Choice>
        <mc:Fallback xmlns="">
          <p:sp>
            <p:nvSpPr>
              <p:cNvPr id="19" name="TextBox 18">
                <a:extLst>
                  <a:ext uri="{FF2B5EF4-FFF2-40B4-BE49-F238E27FC236}">
                    <a16:creationId xmlns:a16="http://schemas.microsoft.com/office/drawing/2014/main" id="{835CC2C0-FA1B-4352-933F-3152BDADFD64}"/>
                  </a:ext>
                </a:extLst>
              </p:cNvPr>
              <p:cNvSpPr txBox="1">
                <a:spLocks noRot="1" noChangeAspect="1" noMove="1" noResize="1" noEditPoints="1" noAdjustHandles="1" noChangeArrowheads="1" noChangeShapeType="1" noTextEdit="1"/>
              </p:cNvSpPr>
              <p:nvPr/>
            </p:nvSpPr>
            <p:spPr>
              <a:xfrm>
                <a:off x="3117195" y="3510260"/>
                <a:ext cx="2909609" cy="990336"/>
              </a:xfrm>
              <a:prstGeom prst="rect">
                <a:avLst/>
              </a:prstGeom>
              <a:blipFill>
                <a:blip r:embed="rId8"/>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9674419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Parametric Methods – Tests for Multiple Samples</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8" name="TextBox 7">
            <a:extLst>
              <a:ext uri="{FF2B5EF4-FFF2-40B4-BE49-F238E27FC236}">
                <a16:creationId xmlns:a16="http://schemas.microsoft.com/office/drawing/2014/main" id="{1A6B7D8A-408F-2446-9088-1C68C00D8188}"/>
              </a:ext>
            </a:extLst>
          </p:cNvPr>
          <p:cNvSpPr txBox="1"/>
          <p:nvPr/>
        </p:nvSpPr>
        <p:spPr>
          <a:xfrm>
            <a:off x="186596" y="726747"/>
            <a:ext cx="6855100" cy="307777"/>
          </a:xfrm>
          <a:prstGeom prst="rect">
            <a:avLst/>
          </a:prstGeom>
          <a:noFill/>
        </p:spPr>
        <p:txBody>
          <a:bodyPr wrap="square">
            <a:spAutoFit/>
          </a:bodyPr>
          <a:lstStyle/>
          <a:p>
            <a:r>
              <a:rPr lang="en-GB" sz="1400" b="1" dirty="0">
                <a:latin typeface="Calibri" panose="020F0502020204030204" pitchFamily="34" charset="0"/>
                <a:ea typeface="Calibri" panose="020F0502020204030204" pitchFamily="34" charset="0"/>
                <a:cs typeface="Calibri" panose="020F0502020204030204" pitchFamily="34" charset="0"/>
              </a:rPr>
              <a:t>Case 2:</a:t>
            </a:r>
            <a:r>
              <a:rPr lang="en-GB" sz="1400" dirty="0">
                <a:latin typeface="Calibri" panose="020F0502020204030204" pitchFamily="34" charset="0"/>
                <a:ea typeface="Calibri" panose="020F0502020204030204" pitchFamily="34" charset="0"/>
                <a:cs typeface="Calibri" panose="020F0502020204030204" pitchFamily="34" charset="0"/>
              </a:rPr>
              <a:t> Two independent populations each with an unknown but equal variance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6C88B9C-94A6-F22A-A8F4-86000D6458E7}"/>
                  </a:ext>
                </a:extLst>
              </p:cNvPr>
              <p:cNvSpPr txBox="1"/>
              <p:nvPr/>
            </p:nvSpPr>
            <p:spPr>
              <a:xfrm>
                <a:off x="186597" y="1073698"/>
                <a:ext cx="8672096" cy="302903"/>
              </a:xfrm>
              <a:prstGeom prst="rect">
                <a:avLst/>
              </a:prstGeom>
              <a:noFill/>
            </p:spPr>
            <p:txBody>
              <a:bodyPr wrap="square">
                <a:spAutoFit/>
              </a:bodyPr>
              <a:lstStyle/>
              <a:p>
                <a:r>
                  <a:rPr lang="en-GB" dirty="0"/>
                  <a:t>A sample of size </a:t>
                </a:r>
                <a14:m>
                  <m:oMath xmlns:m="http://schemas.openxmlformats.org/officeDocument/2006/math">
                    <m:sSub>
                      <m:sSubPr>
                        <m:ctrlPr>
                          <a:rPr lang="en-GB" i="1" dirty="0" smtClean="0">
                            <a:latin typeface="Cambria Math" panose="02040503050406030204" pitchFamily="18" charset="0"/>
                          </a:rPr>
                        </m:ctrlPr>
                      </m:sSubPr>
                      <m:e>
                        <m:r>
                          <a:rPr lang="en-GB" b="0" i="1" dirty="0" smtClean="0">
                            <a:latin typeface="Cambria Math" panose="02040503050406030204" pitchFamily="18" charset="0"/>
                          </a:rPr>
                          <m:t>𝑛</m:t>
                        </m:r>
                      </m:e>
                      <m:sub>
                        <m:r>
                          <a:rPr lang="en-GB" b="0" i="1" dirty="0" smtClean="0">
                            <a:latin typeface="Cambria Math" panose="02040503050406030204" pitchFamily="18" charset="0"/>
                          </a:rPr>
                          <m:t>1</m:t>
                        </m:r>
                      </m:sub>
                    </m:sSub>
                  </m:oMath>
                </a14:m>
                <a:r>
                  <a:rPr lang="en-GB" dirty="0"/>
                  <a:t> is drawn from </a:t>
                </a:r>
                <a14:m>
                  <m:oMath xmlns:m="http://schemas.openxmlformats.org/officeDocument/2006/math">
                    <m:sSub>
                      <m:sSubPr>
                        <m:ctrlPr>
                          <a:rPr lang="en-GB" i="1" dirty="0" smtClean="0">
                            <a:latin typeface="Cambria Math" panose="02040503050406030204" pitchFamily="18" charset="0"/>
                          </a:rPr>
                        </m:ctrlPr>
                      </m:sSubPr>
                      <m:e>
                        <m:r>
                          <a:rPr lang="en-GB" b="0" i="1" dirty="0" smtClean="0">
                            <a:latin typeface="Cambria Math" panose="02040503050406030204" pitchFamily="18" charset="0"/>
                          </a:rPr>
                          <m:t>𝑋</m:t>
                        </m:r>
                      </m:e>
                      <m:sub>
                        <m:r>
                          <a:rPr lang="en-GB" b="0" i="1" dirty="0" smtClean="0">
                            <a:latin typeface="Cambria Math" panose="02040503050406030204" pitchFamily="18" charset="0"/>
                          </a:rPr>
                          <m:t>1</m:t>
                        </m:r>
                      </m:sub>
                    </m:sSub>
                    <m:r>
                      <a:rPr lang="en-GB" i="1" dirty="0" smtClean="0">
                        <a:latin typeface="Cambria Math" panose="02040503050406030204" pitchFamily="18" charset="0"/>
                      </a:rPr>
                      <m:t>∼</m:t>
                    </m:r>
                    <m:r>
                      <a:rPr lang="en-GB" i="1" dirty="0" smtClean="0">
                        <a:latin typeface="Cambria Math" panose="02040503050406030204" pitchFamily="18" charset="0"/>
                      </a:rPr>
                      <m:t>𝑁</m:t>
                    </m:r>
                    <m:r>
                      <a:rPr lang="en-GB" i="1" dirty="0" smtClean="0">
                        <a:latin typeface="Cambria Math" panose="02040503050406030204" pitchFamily="18" charset="0"/>
                      </a:rPr>
                      <m:t>(</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ea typeface="Cambria Math" panose="02040503050406030204" pitchFamily="18" charset="0"/>
                          </a:rPr>
                          <m:t>𝜇</m:t>
                        </m:r>
                      </m:e>
                      <m:sub>
                        <m:r>
                          <a:rPr lang="en-GB" b="0" i="1" dirty="0" smtClean="0">
                            <a:latin typeface="Cambria Math" panose="02040503050406030204" pitchFamily="18" charset="0"/>
                          </a:rPr>
                          <m:t>1</m:t>
                        </m:r>
                      </m:sub>
                    </m:sSub>
                    <m:r>
                      <a:rPr lang="en-GB" i="1" dirty="0" smtClean="0">
                        <a:latin typeface="Cambria Math" panose="02040503050406030204" pitchFamily="18" charset="0"/>
                      </a:rPr>
                      <m:t>, </m:t>
                    </m:r>
                    <m:sSubSup>
                      <m:sSubSupPr>
                        <m:ctrlPr>
                          <a:rPr lang="en-GB" i="1" dirty="0" smtClean="0">
                            <a:latin typeface="Cambria Math" panose="02040503050406030204" pitchFamily="18" charset="0"/>
                          </a:rPr>
                        </m:ctrlPr>
                      </m:sSubSupPr>
                      <m:e>
                        <m:r>
                          <a:rPr lang="en-GB" i="1" dirty="0" smtClean="0">
                            <a:latin typeface="Cambria Math" panose="02040503050406030204" pitchFamily="18" charset="0"/>
                            <a:ea typeface="Cambria Math" panose="02040503050406030204" pitchFamily="18" charset="0"/>
                          </a:rPr>
                          <m:t>𝜎</m:t>
                        </m:r>
                      </m:e>
                      <m:sub>
                        <m:r>
                          <a:rPr lang="en-GB" b="0" i="1" dirty="0" smtClean="0">
                            <a:latin typeface="Cambria Math" panose="02040503050406030204" pitchFamily="18" charset="0"/>
                          </a:rPr>
                          <m:t>1</m:t>
                        </m:r>
                      </m:sub>
                      <m:sup>
                        <m:r>
                          <a:rPr lang="en-GB" b="0" i="1" dirty="0" smtClean="0">
                            <a:latin typeface="Cambria Math" panose="02040503050406030204" pitchFamily="18" charset="0"/>
                          </a:rPr>
                          <m:t>2</m:t>
                        </m:r>
                      </m:sup>
                    </m:sSubSup>
                  </m:oMath>
                </a14:m>
                <a:r>
                  <a:rPr lang="en-GB" dirty="0"/>
                  <a:t>) and a sample of size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𝑛</m:t>
                        </m:r>
                      </m:e>
                      <m:sub>
                        <m:r>
                          <a:rPr lang="en-GB" b="0" i="1" dirty="0" smtClean="0">
                            <a:latin typeface="Cambria Math" panose="02040503050406030204" pitchFamily="18" charset="0"/>
                          </a:rPr>
                          <m:t>2</m:t>
                        </m:r>
                      </m:sub>
                    </m:sSub>
                  </m:oMath>
                </a14:m>
                <a:r>
                  <a:rPr lang="en-GB" dirty="0"/>
                  <a:t> is drawn from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𝑋</m:t>
                        </m:r>
                      </m:e>
                      <m:sub>
                        <m:r>
                          <a:rPr lang="en-GB" b="0" i="1" dirty="0" smtClean="0">
                            <a:latin typeface="Cambria Math" panose="02040503050406030204" pitchFamily="18" charset="0"/>
                          </a:rPr>
                          <m:t>2</m:t>
                        </m:r>
                      </m:sub>
                    </m:sSub>
                    <m:r>
                      <a:rPr lang="en-GB" i="1" dirty="0">
                        <a:latin typeface="Cambria Math" panose="02040503050406030204" pitchFamily="18" charset="0"/>
                      </a:rPr>
                      <m:t>∼</m:t>
                    </m:r>
                    <m:r>
                      <a:rPr lang="en-GB" i="1" dirty="0">
                        <a:latin typeface="Cambria Math" panose="02040503050406030204" pitchFamily="18" charset="0"/>
                      </a:rPr>
                      <m:t>𝑁</m:t>
                    </m:r>
                    <m:r>
                      <a:rPr lang="en-GB" i="1" dirty="0">
                        <a:latin typeface="Cambria Math" panose="02040503050406030204" pitchFamily="18" charset="0"/>
                      </a:rPr>
                      <m:t>(</m:t>
                    </m:r>
                    <m:sSub>
                      <m:sSubPr>
                        <m:ctrlPr>
                          <a:rPr lang="en-GB" i="1" dirty="0">
                            <a:latin typeface="Cambria Math" panose="02040503050406030204" pitchFamily="18" charset="0"/>
                          </a:rPr>
                        </m:ctrlPr>
                      </m:sSubPr>
                      <m:e>
                        <m:r>
                          <a:rPr lang="en-GB" i="1" dirty="0">
                            <a:latin typeface="Cambria Math" panose="02040503050406030204" pitchFamily="18" charset="0"/>
                            <a:ea typeface="Cambria Math" panose="02040503050406030204" pitchFamily="18" charset="0"/>
                          </a:rPr>
                          <m:t>𝜇</m:t>
                        </m:r>
                      </m:e>
                      <m:sub>
                        <m:r>
                          <a:rPr lang="en-GB" b="0" i="1" dirty="0" smtClean="0">
                            <a:latin typeface="Cambria Math" panose="02040503050406030204" pitchFamily="18" charset="0"/>
                            <a:ea typeface="Cambria Math" panose="02040503050406030204" pitchFamily="18" charset="0"/>
                          </a:rPr>
                          <m:t>2</m:t>
                        </m:r>
                      </m:sub>
                    </m:sSub>
                    <m:r>
                      <a:rPr lang="en-GB" i="1" dirty="0">
                        <a:latin typeface="Cambria Math" panose="02040503050406030204" pitchFamily="18" charset="0"/>
                      </a:rPr>
                      <m:t>, </m:t>
                    </m:r>
                    <m:sSubSup>
                      <m:sSubSupPr>
                        <m:ctrlPr>
                          <a:rPr lang="en-GB" i="1" dirty="0">
                            <a:latin typeface="Cambria Math" panose="02040503050406030204" pitchFamily="18" charset="0"/>
                          </a:rPr>
                        </m:ctrlPr>
                      </m:sSubSupPr>
                      <m:e>
                        <m:r>
                          <a:rPr lang="en-GB" i="1" dirty="0">
                            <a:latin typeface="Cambria Math" panose="02040503050406030204" pitchFamily="18" charset="0"/>
                            <a:ea typeface="Cambria Math" panose="02040503050406030204" pitchFamily="18" charset="0"/>
                          </a:rPr>
                          <m:t>𝜎</m:t>
                        </m:r>
                      </m:e>
                      <m:sub>
                        <m:r>
                          <a:rPr lang="en-GB" b="0" i="1" dirty="0" smtClean="0">
                            <a:latin typeface="Cambria Math" panose="02040503050406030204" pitchFamily="18" charset="0"/>
                            <a:ea typeface="Cambria Math" panose="02040503050406030204" pitchFamily="18" charset="0"/>
                          </a:rPr>
                          <m:t>2</m:t>
                        </m:r>
                      </m:sub>
                      <m:sup>
                        <m:r>
                          <a:rPr lang="en-GB" i="1" dirty="0">
                            <a:latin typeface="Cambria Math" panose="02040503050406030204" pitchFamily="18" charset="0"/>
                          </a:rPr>
                          <m:t>2</m:t>
                        </m:r>
                      </m:sup>
                    </m:sSubSup>
                  </m:oMath>
                </a14:m>
                <a:r>
                  <a:rPr lang="en-GB" dirty="0"/>
                  <a:t>) . </a:t>
                </a:r>
              </a:p>
            </p:txBody>
          </p:sp>
        </mc:Choice>
        <mc:Fallback xmlns="">
          <p:sp>
            <p:nvSpPr>
              <p:cNvPr id="10" name="TextBox 9">
                <a:extLst>
                  <a:ext uri="{FF2B5EF4-FFF2-40B4-BE49-F238E27FC236}">
                    <a16:creationId xmlns:a16="http://schemas.microsoft.com/office/drawing/2014/main" id="{86C88B9C-94A6-F22A-A8F4-86000D6458E7}"/>
                  </a:ext>
                </a:extLst>
              </p:cNvPr>
              <p:cNvSpPr txBox="1">
                <a:spLocks noRot="1" noChangeAspect="1" noMove="1" noResize="1" noEditPoints="1" noAdjustHandles="1" noChangeArrowheads="1" noChangeShapeType="1" noTextEdit="1"/>
              </p:cNvSpPr>
              <p:nvPr/>
            </p:nvSpPr>
            <p:spPr>
              <a:xfrm>
                <a:off x="186597" y="1073698"/>
                <a:ext cx="8672096" cy="302903"/>
              </a:xfrm>
              <a:prstGeom prst="rect">
                <a:avLst/>
              </a:prstGeom>
              <a:blipFill>
                <a:blip r:embed="rId3"/>
                <a:stretch>
                  <a:fillRect l="-211"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ED06048-AE51-EEC1-AB91-93D130878AB0}"/>
                  </a:ext>
                </a:extLst>
              </p:cNvPr>
              <p:cNvSpPr txBox="1"/>
              <p:nvPr/>
            </p:nvSpPr>
            <p:spPr>
              <a:xfrm>
                <a:off x="186596" y="1806334"/>
                <a:ext cx="7410272" cy="307777"/>
              </a:xfrm>
              <a:prstGeom prst="rect">
                <a:avLst/>
              </a:prstGeom>
              <a:noFill/>
            </p:spPr>
            <p:txBody>
              <a:bodyPr wrap="square">
                <a:spAutoFit/>
              </a:bodyPr>
              <a:lstStyle/>
              <a:p>
                <a:r>
                  <a:rPr lang="en-GB" sz="1400" dirty="0">
                    <a:latin typeface="Calibri" panose="020F0502020204030204" pitchFamily="34" charset="0"/>
                    <a:ea typeface="Calibri" panose="020F0502020204030204" pitchFamily="34" charset="0"/>
                    <a:cs typeface="Calibri" panose="020F0502020204030204" pitchFamily="34" charset="0"/>
                  </a:rPr>
                  <a:t>Considering the difference </a:t>
                </a:r>
                <a14:m>
                  <m:oMath xmlns:m="http://schemas.openxmlformats.org/officeDocument/2006/math">
                    <m:sSub>
                      <m:sSubPr>
                        <m:ctrlPr>
                          <a:rPr lang="en-GB" sz="1400" i="1" dirty="0" smtClean="0">
                            <a:latin typeface="Cambria Math" panose="02040503050406030204" pitchFamily="18" charset="0"/>
                          </a:rPr>
                        </m:ctrlPr>
                      </m:sSubPr>
                      <m:e>
                        <m:r>
                          <a:rPr lang="en-GB" sz="1400" i="1" dirty="0" smtClean="0">
                            <a:latin typeface="Cambria Math" panose="02040503050406030204" pitchFamily="18" charset="0"/>
                            <a:ea typeface="Cambria Math" panose="02040503050406030204" pitchFamily="18" charset="0"/>
                          </a:rPr>
                          <m:t>𝜇</m:t>
                        </m:r>
                      </m:e>
                      <m:sub>
                        <m:r>
                          <a:rPr lang="en-GB" sz="1400" b="0" i="1" dirty="0" smtClean="0">
                            <a:latin typeface="Cambria Math" panose="02040503050406030204" pitchFamily="18" charset="0"/>
                          </a:rPr>
                          <m:t>1</m:t>
                        </m:r>
                      </m:sub>
                    </m:sSub>
                    <m:r>
                      <a:rPr lang="en-GB" sz="1400" b="0" i="1" dirty="0" smtClean="0">
                        <a:latin typeface="Cambria Math" panose="02040503050406030204" pitchFamily="18" charset="0"/>
                      </a:rPr>
                      <m:t>−</m:t>
                    </m:r>
                    <m:sSub>
                      <m:sSubPr>
                        <m:ctrlPr>
                          <a:rPr lang="en-GB" sz="1400" i="1" dirty="0">
                            <a:latin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𝜇</m:t>
                        </m:r>
                      </m:e>
                      <m:sub>
                        <m:r>
                          <a:rPr lang="en-GB" sz="1400" b="0" i="1" dirty="0" smtClean="0">
                            <a:latin typeface="Cambria Math" panose="02040503050406030204" pitchFamily="18" charset="0"/>
                            <a:ea typeface="Cambria Math" panose="02040503050406030204" pitchFamily="18" charset="0"/>
                          </a:rPr>
                          <m:t>2</m:t>
                        </m:r>
                      </m:sub>
                    </m:sSub>
                  </m:oMath>
                </a14:m>
                <a:r>
                  <a:rPr lang="en-GB" sz="1400" dirty="0">
                    <a:latin typeface="Calibri" panose="020F0502020204030204" pitchFamily="34" charset="0"/>
                    <a:ea typeface="Calibri" panose="020F0502020204030204" pitchFamily="34" charset="0"/>
                    <a:cs typeface="Calibri" panose="020F0502020204030204" pitchFamily="34" charset="0"/>
                  </a:rPr>
                  <a:t> and writing null hypotheses of the form</a:t>
                </a:r>
              </a:p>
            </p:txBody>
          </p:sp>
        </mc:Choice>
        <mc:Fallback xmlns="">
          <p:sp>
            <p:nvSpPr>
              <p:cNvPr id="12" name="TextBox 11">
                <a:extLst>
                  <a:ext uri="{FF2B5EF4-FFF2-40B4-BE49-F238E27FC236}">
                    <a16:creationId xmlns:a16="http://schemas.microsoft.com/office/drawing/2014/main" id="{2ED06048-AE51-EEC1-AB91-93D130878AB0}"/>
                  </a:ext>
                </a:extLst>
              </p:cNvPr>
              <p:cNvSpPr txBox="1">
                <a:spLocks noRot="1" noChangeAspect="1" noMove="1" noResize="1" noEditPoints="1" noAdjustHandles="1" noChangeArrowheads="1" noChangeShapeType="1" noTextEdit="1"/>
              </p:cNvSpPr>
              <p:nvPr/>
            </p:nvSpPr>
            <p:spPr>
              <a:xfrm>
                <a:off x="186596" y="1806334"/>
                <a:ext cx="7410272" cy="307777"/>
              </a:xfrm>
              <a:prstGeom prst="rect">
                <a:avLst/>
              </a:prstGeom>
              <a:blipFill>
                <a:blip r:embed="rId4"/>
                <a:stretch>
                  <a:fillRect l="-247" t="-1961" b="-1960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6332CF8-9AE8-EE07-B7D8-83923F6A05DD}"/>
                  </a:ext>
                </a:extLst>
              </p:cNvPr>
              <p:cNvSpPr txBox="1"/>
              <p:nvPr/>
            </p:nvSpPr>
            <p:spPr>
              <a:xfrm>
                <a:off x="2286000" y="2166831"/>
                <a:ext cx="4572000" cy="300082"/>
              </a:xfrm>
              <a:prstGeom prst="rect">
                <a:avLst/>
              </a:prstGeom>
              <a:noFill/>
            </p:spPr>
            <p:txBody>
              <a:bodyPr wrap="square">
                <a:spAutoFit/>
              </a:bodyPr>
              <a:lstStyle/>
              <a:p>
                <a:pPr algn="ctr"/>
                <a14:m>
                  <m:oMath xmlns:m="http://schemas.openxmlformats.org/officeDocument/2006/math">
                    <m:r>
                      <a:rPr lang="en-GB" i="1" dirty="0" smtClean="0">
                        <a:latin typeface="Cambria Math" panose="02040503050406030204" pitchFamily="18" charset="0"/>
                      </a:rPr>
                      <m:t>𝐻</m:t>
                    </m:r>
                    <m:r>
                      <a:rPr lang="en-GB" i="1" dirty="0" smtClean="0">
                        <a:latin typeface="Cambria Math" panose="02040503050406030204" pitchFamily="18" charset="0"/>
                      </a:rPr>
                      <m:t>0:</m:t>
                    </m:r>
                    <m:sSub>
                      <m:sSubPr>
                        <m:ctrlPr>
                          <a:rPr lang="en-GB" sz="1400" i="1" dirty="0">
                            <a:latin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𝜇</m:t>
                        </m:r>
                      </m:e>
                      <m:sub>
                        <m:r>
                          <a:rPr lang="en-GB" sz="1400" i="1" dirty="0">
                            <a:latin typeface="Cambria Math" panose="02040503050406030204" pitchFamily="18" charset="0"/>
                          </a:rPr>
                          <m:t>1</m:t>
                        </m:r>
                      </m:sub>
                    </m:sSub>
                    <m:r>
                      <a:rPr lang="en-GB" sz="1400" i="1" dirty="0">
                        <a:latin typeface="Cambria Math" panose="02040503050406030204" pitchFamily="18" charset="0"/>
                      </a:rPr>
                      <m:t>−</m:t>
                    </m:r>
                    <m:sSub>
                      <m:sSubPr>
                        <m:ctrlPr>
                          <a:rPr lang="en-GB" sz="1400" i="1" dirty="0">
                            <a:latin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𝜇</m:t>
                        </m:r>
                      </m:e>
                      <m:sub>
                        <m:r>
                          <a:rPr lang="en-GB" sz="1400" i="1" dirty="0">
                            <a:latin typeface="Cambria Math" panose="02040503050406030204" pitchFamily="18" charset="0"/>
                            <a:ea typeface="Cambria Math" panose="02040503050406030204" pitchFamily="18" charset="0"/>
                          </a:rPr>
                          <m:t>2</m:t>
                        </m:r>
                      </m:sub>
                    </m:sSub>
                    <m:r>
                      <a:rPr lang="en-GB" sz="1400" b="0" i="1" dirty="0" smtClean="0">
                        <a:latin typeface="Cambria Math" panose="02040503050406030204" pitchFamily="18" charset="0"/>
                        <a:ea typeface="Cambria Math" panose="02040503050406030204" pitchFamily="18" charset="0"/>
                      </a:rPr>
                      <m:t>=</m:t>
                    </m:r>
                    <m:r>
                      <a:rPr lang="en-GB" sz="1400" b="0" i="1" dirty="0" smtClean="0">
                        <a:latin typeface="Cambria Math" panose="02040503050406030204" pitchFamily="18" charset="0"/>
                        <a:ea typeface="Cambria Math" panose="02040503050406030204" pitchFamily="18" charset="0"/>
                      </a:rPr>
                      <m:t>𝑉𝑎𝑙𝑢𝑒</m:t>
                    </m:r>
                  </m:oMath>
                </a14:m>
                <a:r>
                  <a:rPr lang="en-GB" dirty="0"/>
                  <a:t>                                                    </a:t>
                </a:r>
              </a:p>
            </p:txBody>
          </p:sp>
        </mc:Choice>
        <mc:Fallback xmlns="">
          <p:sp>
            <p:nvSpPr>
              <p:cNvPr id="14" name="TextBox 13">
                <a:extLst>
                  <a:ext uri="{FF2B5EF4-FFF2-40B4-BE49-F238E27FC236}">
                    <a16:creationId xmlns:a16="http://schemas.microsoft.com/office/drawing/2014/main" id="{06332CF8-9AE8-EE07-B7D8-83923F6A05DD}"/>
                  </a:ext>
                </a:extLst>
              </p:cNvPr>
              <p:cNvSpPr txBox="1">
                <a:spLocks noRot="1" noChangeAspect="1" noMove="1" noResize="1" noEditPoints="1" noAdjustHandles="1" noChangeArrowheads="1" noChangeShapeType="1" noTextEdit="1"/>
              </p:cNvSpPr>
              <p:nvPr/>
            </p:nvSpPr>
            <p:spPr>
              <a:xfrm>
                <a:off x="2286000" y="2166831"/>
                <a:ext cx="4572000" cy="300082"/>
              </a:xfrm>
              <a:prstGeom prst="rect">
                <a:avLst/>
              </a:prstGeom>
              <a:blipFill>
                <a:blip r:embed="rId5"/>
                <a:stretch>
                  <a:fillRect b="-2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CBC6B77-5F03-19AF-A04E-C1BE6E5821E0}"/>
                  </a:ext>
                </a:extLst>
              </p:cNvPr>
              <p:cNvSpPr txBox="1"/>
              <p:nvPr/>
            </p:nvSpPr>
            <p:spPr>
              <a:xfrm>
                <a:off x="2458210" y="2466913"/>
                <a:ext cx="3941088" cy="458908"/>
              </a:xfrm>
              <a:prstGeom prst="rect">
                <a:avLst/>
              </a:prstGeom>
              <a:noFill/>
            </p:spPr>
            <p:txBody>
              <a:bodyPr wrap="square">
                <a:spAutoFit/>
              </a:bodyPr>
              <a:lstStyle/>
              <a:p>
                <a:pPr algn="ctr"/>
                <a14:m>
                  <m:oMath xmlns:m="http://schemas.openxmlformats.org/officeDocument/2006/math">
                    <m:r>
                      <a:rPr lang="en-GB" sz="1400" b="0" i="1" smtClean="0">
                        <a:latin typeface="Cambria Math" panose="02040503050406030204" pitchFamily="18" charset="0"/>
                      </a:rPr>
                      <m:t>𝐸</m:t>
                    </m:r>
                    <m:d>
                      <m:dPr>
                        <m:ctrlPr>
                          <a:rPr lang="en-GB" sz="1400" b="0" i="1" smtClean="0">
                            <a:latin typeface="Cambria Math" panose="02040503050406030204" pitchFamily="18" charset="0"/>
                          </a:rPr>
                        </m:ctrlPr>
                      </m:dPr>
                      <m:e>
                        <m:sSub>
                          <m:sSubPr>
                            <m:ctrlPr>
                              <a:rPr lang="en-GB" sz="1400" b="0" i="1" smtClean="0">
                                <a:latin typeface="Cambria Math" panose="02040503050406030204" pitchFamily="18" charset="0"/>
                              </a:rPr>
                            </m:ctrlPr>
                          </m:sSubPr>
                          <m:e>
                            <m:acc>
                              <m:accPr>
                                <m:chr m:val="̅"/>
                                <m:ctrlPr>
                                  <a:rPr lang="en-GB" sz="1400" b="0" i="1" smtClean="0">
                                    <a:latin typeface="Cambria Math" panose="02040503050406030204" pitchFamily="18" charset="0"/>
                                  </a:rPr>
                                </m:ctrlPr>
                              </m:accPr>
                              <m:e>
                                <m:r>
                                  <a:rPr lang="en-GB" sz="1400" b="0" i="1" smtClean="0">
                                    <a:latin typeface="Cambria Math" panose="02040503050406030204" pitchFamily="18" charset="0"/>
                                  </a:rPr>
                                  <m:t>𝑋</m:t>
                                </m:r>
                              </m:e>
                            </m:acc>
                          </m:e>
                          <m:sub>
                            <m:r>
                              <a:rPr lang="en-GB" sz="1400" b="0" i="1" smtClean="0">
                                <a:latin typeface="Cambria Math" panose="02040503050406030204" pitchFamily="18" charset="0"/>
                              </a:rPr>
                              <m:t>1</m:t>
                            </m:r>
                          </m:sub>
                        </m:sSub>
                        <m:r>
                          <a:rPr lang="en-GB" sz="1400" b="0" i="1" smtClean="0">
                            <a:latin typeface="Cambria Math" panose="02040503050406030204" pitchFamily="18" charset="0"/>
                          </a:rPr>
                          <m:t>−</m:t>
                        </m:r>
                        <m:sSub>
                          <m:sSubPr>
                            <m:ctrlPr>
                              <a:rPr lang="en-GB" sz="1400" i="1">
                                <a:latin typeface="Cambria Math" panose="02040503050406030204" pitchFamily="18" charset="0"/>
                              </a:rPr>
                            </m:ctrlPr>
                          </m:sSubPr>
                          <m:e>
                            <m:acc>
                              <m:accPr>
                                <m:chr m:val="̅"/>
                                <m:ctrlPr>
                                  <a:rPr lang="en-GB" sz="1400" i="1">
                                    <a:latin typeface="Cambria Math" panose="02040503050406030204" pitchFamily="18" charset="0"/>
                                  </a:rPr>
                                </m:ctrlPr>
                              </m:accPr>
                              <m:e>
                                <m:r>
                                  <a:rPr lang="en-GB" sz="1400" i="1">
                                    <a:latin typeface="Cambria Math" panose="02040503050406030204" pitchFamily="18" charset="0"/>
                                  </a:rPr>
                                  <m:t>𝑋</m:t>
                                </m:r>
                              </m:e>
                            </m:acc>
                          </m:e>
                          <m:sub>
                            <m:r>
                              <a:rPr lang="en-GB" sz="1400" b="0" i="1" smtClean="0">
                                <a:latin typeface="Cambria Math" panose="02040503050406030204" pitchFamily="18" charset="0"/>
                              </a:rPr>
                              <m:t>2</m:t>
                            </m:r>
                          </m:sub>
                        </m:sSub>
                      </m:e>
                    </m:d>
                    <m:r>
                      <a:rPr lang="en-GB" sz="1400" b="0" i="1" smtClean="0">
                        <a:latin typeface="Cambria Math" panose="02040503050406030204" pitchFamily="18" charset="0"/>
                      </a:rPr>
                      <m:t>=</m:t>
                    </m:r>
                  </m:oMath>
                </a14:m>
                <a:r>
                  <a:rPr lang="en-GB" sz="1400" dirty="0"/>
                  <a:t> </a:t>
                </a:r>
                <a14:m>
                  <m:oMath xmlns:m="http://schemas.openxmlformats.org/officeDocument/2006/math">
                    <m:sSub>
                      <m:sSubPr>
                        <m:ctrlPr>
                          <a:rPr lang="en-GB" sz="1400" i="1" dirty="0">
                            <a:latin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𝜇</m:t>
                        </m:r>
                      </m:e>
                      <m:sub>
                        <m:r>
                          <a:rPr lang="en-GB" sz="1400" i="1" dirty="0">
                            <a:latin typeface="Cambria Math" panose="02040503050406030204" pitchFamily="18" charset="0"/>
                          </a:rPr>
                          <m:t>1</m:t>
                        </m:r>
                      </m:sub>
                    </m:sSub>
                    <m:r>
                      <a:rPr lang="en-GB" sz="1400" i="1" dirty="0">
                        <a:latin typeface="Cambria Math" panose="02040503050406030204" pitchFamily="18" charset="0"/>
                      </a:rPr>
                      <m:t>−</m:t>
                    </m:r>
                    <m:sSub>
                      <m:sSubPr>
                        <m:ctrlPr>
                          <a:rPr lang="en-GB" sz="1400" i="1" dirty="0">
                            <a:latin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𝜇</m:t>
                        </m:r>
                      </m:e>
                      <m:sub>
                        <m:r>
                          <a:rPr lang="en-GB" sz="1400" i="1" dirty="0">
                            <a:latin typeface="Cambria Math" panose="02040503050406030204" pitchFamily="18" charset="0"/>
                            <a:ea typeface="Cambria Math" panose="02040503050406030204" pitchFamily="18" charset="0"/>
                          </a:rPr>
                          <m:t>2</m:t>
                        </m:r>
                      </m:sub>
                    </m:sSub>
                  </m:oMath>
                </a14:m>
                <a:r>
                  <a:rPr lang="en-GB" sz="1400" dirty="0"/>
                  <a:t>          </a:t>
                </a:r>
                <a14:m>
                  <m:oMath xmlns:m="http://schemas.openxmlformats.org/officeDocument/2006/math">
                    <m:r>
                      <a:rPr lang="en-GB" sz="1400" i="1" dirty="0" smtClean="0">
                        <a:latin typeface="Cambria Math" panose="02040503050406030204" pitchFamily="18" charset="0"/>
                      </a:rPr>
                      <m:t>𝑉</m:t>
                    </m:r>
                    <m:d>
                      <m:dPr>
                        <m:ctrlPr>
                          <a:rPr lang="en-GB" sz="1400" i="1" dirty="0" smtClean="0">
                            <a:latin typeface="Cambria Math" panose="02040503050406030204" pitchFamily="18" charset="0"/>
                          </a:rPr>
                        </m:ctrlPr>
                      </m:dPr>
                      <m:e>
                        <m:sSub>
                          <m:sSubPr>
                            <m:ctrlPr>
                              <a:rPr lang="en-GB" sz="1400" i="1">
                                <a:latin typeface="Cambria Math" panose="02040503050406030204" pitchFamily="18" charset="0"/>
                              </a:rPr>
                            </m:ctrlPr>
                          </m:sSubPr>
                          <m:e>
                            <m:acc>
                              <m:accPr>
                                <m:chr m:val="̅"/>
                                <m:ctrlPr>
                                  <a:rPr lang="en-GB" sz="1400" i="1">
                                    <a:latin typeface="Cambria Math" panose="02040503050406030204" pitchFamily="18" charset="0"/>
                                  </a:rPr>
                                </m:ctrlPr>
                              </m:accPr>
                              <m:e>
                                <m:r>
                                  <a:rPr lang="en-GB" sz="1400" i="1">
                                    <a:latin typeface="Cambria Math" panose="02040503050406030204" pitchFamily="18" charset="0"/>
                                  </a:rPr>
                                  <m:t>𝑋</m:t>
                                </m:r>
                              </m:e>
                            </m:acc>
                          </m:e>
                          <m:sub>
                            <m:r>
                              <a:rPr lang="en-GB" sz="1400" i="1">
                                <a:latin typeface="Cambria Math" panose="02040503050406030204" pitchFamily="18" charset="0"/>
                              </a:rPr>
                              <m:t>1</m:t>
                            </m:r>
                          </m:sub>
                        </m:sSub>
                        <m:r>
                          <a:rPr lang="en-GB" sz="1400" i="1">
                            <a:latin typeface="Cambria Math" panose="02040503050406030204" pitchFamily="18" charset="0"/>
                          </a:rPr>
                          <m:t>−</m:t>
                        </m:r>
                        <m:sSub>
                          <m:sSubPr>
                            <m:ctrlPr>
                              <a:rPr lang="en-GB" sz="1400" i="1">
                                <a:latin typeface="Cambria Math" panose="02040503050406030204" pitchFamily="18" charset="0"/>
                              </a:rPr>
                            </m:ctrlPr>
                          </m:sSubPr>
                          <m:e>
                            <m:acc>
                              <m:accPr>
                                <m:chr m:val="̅"/>
                                <m:ctrlPr>
                                  <a:rPr lang="en-GB" sz="1400" i="1">
                                    <a:latin typeface="Cambria Math" panose="02040503050406030204" pitchFamily="18" charset="0"/>
                                  </a:rPr>
                                </m:ctrlPr>
                              </m:accPr>
                              <m:e>
                                <m:r>
                                  <a:rPr lang="en-GB" sz="1400" i="1">
                                    <a:latin typeface="Cambria Math" panose="02040503050406030204" pitchFamily="18" charset="0"/>
                                  </a:rPr>
                                  <m:t>𝑋</m:t>
                                </m:r>
                              </m:e>
                            </m:acc>
                          </m:e>
                          <m:sub>
                            <m:r>
                              <a:rPr lang="en-GB" sz="1400" i="1">
                                <a:latin typeface="Cambria Math" panose="02040503050406030204" pitchFamily="18" charset="0"/>
                              </a:rPr>
                              <m:t>2</m:t>
                            </m:r>
                          </m:sub>
                        </m:sSub>
                      </m:e>
                    </m:d>
                    <m:r>
                      <a:rPr lang="en-GB" sz="1400" b="0" i="1" smtClean="0">
                        <a:latin typeface="Cambria Math" panose="02040503050406030204" pitchFamily="18" charset="0"/>
                      </a:rPr>
                      <m:t>=</m:t>
                    </m:r>
                    <m:f>
                      <m:fPr>
                        <m:ctrlPr>
                          <a:rPr lang="en-GB" sz="1400" b="0" i="1" smtClean="0">
                            <a:latin typeface="Cambria Math" panose="02040503050406030204" pitchFamily="18" charset="0"/>
                          </a:rPr>
                        </m:ctrlPr>
                      </m:fPr>
                      <m:num>
                        <m:sSubSup>
                          <m:sSubSupPr>
                            <m:ctrlPr>
                              <a:rPr lang="en-GB" sz="1400" b="0" i="1" smtClean="0">
                                <a:latin typeface="Cambria Math" panose="02040503050406030204" pitchFamily="18" charset="0"/>
                              </a:rPr>
                            </m:ctrlPr>
                          </m:sSubSupPr>
                          <m:e>
                            <m:r>
                              <a:rPr lang="en-GB" sz="1400" b="0" i="1" smtClean="0">
                                <a:latin typeface="Cambria Math" panose="02040503050406030204" pitchFamily="18" charset="0"/>
                                <a:ea typeface="Cambria Math" panose="02040503050406030204" pitchFamily="18" charset="0"/>
                              </a:rPr>
                              <m:t>𝜎</m:t>
                            </m:r>
                          </m:e>
                          <m:sub>
                            <m:r>
                              <a:rPr lang="en-GB" sz="1400" b="0" i="1" smtClean="0">
                                <a:latin typeface="Cambria Math" panose="02040503050406030204" pitchFamily="18" charset="0"/>
                              </a:rPr>
                              <m:t>1</m:t>
                            </m:r>
                          </m:sub>
                          <m:sup>
                            <m:r>
                              <a:rPr lang="en-GB" sz="1400" b="0" i="1" smtClean="0">
                                <a:latin typeface="Cambria Math" panose="02040503050406030204" pitchFamily="18" charset="0"/>
                              </a:rPr>
                              <m:t>2</m:t>
                            </m:r>
                          </m:sup>
                        </m:sSubSup>
                      </m:num>
                      <m:den>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𝑛</m:t>
                            </m:r>
                          </m:e>
                          <m:sub>
                            <m:r>
                              <a:rPr lang="en-GB" sz="1400" b="0" i="1" smtClean="0">
                                <a:latin typeface="Cambria Math" panose="02040503050406030204" pitchFamily="18" charset="0"/>
                              </a:rPr>
                              <m:t>1</m:t>
                            </m:r>
                          </m:sub>
                        </m:sSub>
                      </m:den>
                    </m:f>
                    <m:r>
                      <a:rPr lang="en-GB" sz="1400" b="0" i="1" smtClean="0">
                        <a:latin typeface="Cambria Math" panose="02040503050406030204" pitchFamily="18" charset="0"/>
                      </a:rPr>
                      <m:t>+</m:t>
                    </m:r>
                    <m:f>
                      <m:fPr>
                        <m:ctrlPr>
                          <a:rPr lang="en-GB" sz="1400" b="0" i="1" smtClean="0">
                            <a:latin typeface="Cambria Math" panose="02040503050406030204" pitchFamily="18" charset="0"/>
                          </a:rPr>
                        </m:ctrlPr>
                      </m:fPr>
                      <m:num>
                        <m:sSubSup>
                          <m:sSubSupPr>
                            <m:ctrlPr>
                              <a:rPr lang="en-GB" sz="1400" i="1">
                                <a:latin typeface="Cambria Math" panose="02040503050406030204" pitchFamily="18" charset="0"/>
                              </a:rPr>
                            </m:ctrlPr>
                          </m:sSubSupPr>
                          <m:e>
                            <m:r>
                              <a:rPr lang="en-GB" sz="1400" i="1">
                                <a:latin typeface="Cambria Math" panose="02040503050406030204" pitchFamily="18" charset="0"/>
                                <a:ea typeface="Cambria Math" panose="02040503050406030204" pitchFamily="18" charset="0"/>
                              </a:rPr>
                              <m:t>𝜎</m:t>
                            </m:r>
                          </m:e>
                          <m:sub>
                            <m:r>
                              <a:rPr lang="en-GB" sz="1400" b="0" i="1" smtClean="0">
                                <a:latin typeface="Cambria Math" panose="02040503050406030204" pitchFamily="18" charset="0"/>
                                <a:ea typeface="Cambria Math" panose="02040503050406030204" pitchFamily="18" charset="0"/>
                              </a:rPr>
                              <m:t>2</m:t>
                            </m:r>
                          </m:sub>
                          <m:sup>
                            <m:r>
                              <a:rPr lang="en-GB" sz="1400" i="1">
                                <a:latin typeface="Cambria Math" panose="02040503050406030204" pitchFamily="18" charset="0"/>
                              </a:rPr>
                              <m:t>2</m:t>
                            </m:r>
                          </m:sup>
                        </m:sSubSup>
                      </m:num>
                      <m:den>
                        <m:sSub>
                          <m:sSubPr>
                            <m:ctrlPr>
                              <a:rPr lang="en-GB" sz="1400" i="1">
                                <a:latin typeface="Cambria Math" panose="02040503050406030204" pitchFamily="18" charset="0"/>
                              </a:rPr>
                            </m:ctrlPr>
                          </m:sSubPr>
                          <m:e>
                            <m:r>
                              <a:rPr lang="en-GB" sz="1400" i="1">
                                <a:latin typeface="Cambria Math" panose="02040503050406030204" pitchFamily="18" charset="0"/>
                              </a:rPr>
                              <m:t>𝑛</m:t>
                            </m:r>
                          </m:e>
                          <m:sub>
                            <m:r>
                              <a:rPr lang="en-GB" sz="1400" b="0" i="1" smtClean="0">
                                <a:latin typeface="Cambria Math" panose="02040503050406030204" pitchFamily="18" charset="0"/>
                              </a:rPr>
                              <m:t>2</m:t>
                            </m:r>
                          </m:sub>
                        </m:sSub>
                      </m:den>
                    </m:f>
                  </m:oMath>
                </a14:m>
                <a:endParaRPr lang="en-GB" sz="1400" dirty="0"/>
              </a:p>
            </p:txBody>
          </p:sp>
        </mc:Choice>
        <mc:Fallback xmlns="">
          <p:sp>
            <p:nvSpPr>
              <p:cNvPr id="18" name="TextBox 17">
                <a:extLst>
                  <a:ext uri="{FF2B5EF4-FFF2-40B4-BE49-F238E27FC236}">
                    <a16:creationId xmlns:a16="http://schemas.microsoft.com/office/drawing/2014/main" id="{6CBC6B77-5F03-19AF-A04E-C1BE6E5821E0}"/>
                  </a:ext>
                </a:extLst>
              </p:cNvPr>
              <p:cNvSpPr txBox="1">
                <a:spLocks noRot="1" noChangeAspect="1" noMove="1" noResize="1" noEditPoints="1" noAdjustHandles="1" noChangeArrowheads="1" noChangeShapeType="1" noTextEdit="1"/>
              </p:cNvSpPr>
              <p:nvPr/>
            </p:nvSpPr>
            <p:spPr>
              <a:xfrm>
                <a:off x="2458210" y="2466913"/>
                <a:ext cx="3941088" cy="458908"/>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35CC2C0-FA1B-4352-933F-3152BDADFD64}"/>
                  </a:ext>
                </a:extLst>
              </p:cNvPr>
              <p:cNvSpPr txBox="1"/>
              <p:nvPr/>
            </p:nvSpPr>
            <p:spPr>
              <a:xfrm>
                <a:off x="1427076" y="3225903"/>
                <a:ext cx="2909609" cy="56316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GB" sz="1400"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ctrlPr>
                        </m:sSubSupPr>
                        <m:e>
                          <m:r>
                            <a:rPr lang="en-GB" sz="1400" b="0"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𝑆</m:t>
                          </m:r>
                        </m:e>
                        <m:sub>
                          <m:r>
                            <a:rPr lang="en-GB" sz="1400" b="0"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𝑐</m:t>
                          </m:r>
                        </m:sub>
                        <m:sup>
                          <m:r>
                            <a:rPr lang="en-GB" sz="1400" b="0"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2</m:t>
                          </m:r>
                        </m:sup>
                      </m:sSubSup>
                      <m:r>
                        <a:rPr lang="en-GB" sz="1400"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m:t>
                      </m:r>
                      <m:f>
                        <m:fPr>
                          <m:ctrlPr>
                            <a:rPr lang="en-GB" sz="1400" i="1">
                              <a:solidFill>
                                <a:srgbClr val="FF0000"/>
                              </a:solidFill>
                              <a:effectLst/>
                              <a:latin typeface="Cambria Math" panose="02040503050406030204" pitchFamily="18" charset="0"/>
                              <a:ea typeface="DengXian" panose="02010600030101010101" pitchFamily="2" charset="-122"/>
                              <a:cs typeface="Calibri" panose="020F0502020204030204" pitchFamily="34" charset="0"/>
                            </a:rPr>
                          </m:ctrlPr>
                        </m:fPr>
                        <m:num>
                          <m:d>
                            <m:dPr>
                              <m:ctrlPr>
                                <a:rPr lang="en-GB" sz="1400" i="1">
                                  <a:solidFill>
                                    <a:srgbClr val="FF0000"/>
                                  </a:solidFill>
                                  <a:latin typeface="Cambria Math" panose="02040503050406030204" pitchFamily="18" charset="0"/>
                                </a:rPr>
                              </m:ctrlPr>
                            </m:dPr>
                            <m:e>
                              <m:sSub>
                                <m:sSubPr>
                                  <m:ctrlPr>
                                    <a:rPr lang="en-GB" sz="1400" i="1">
                                      <a:solidFill>
                                        <a:srgbClr val="FF0000"/>
                                      </a:solidFill>
                                      <a:latin typeface="Cambria Math" panose="02040503050406030204" pitchFamily="18" charset="0"/>
                                    </a:rPr>
                                  </m:ctrlPr>
                                </m:sSubPr>
                                <m:e>
                                  <m:r>
                                    <a:rPr lang="en-GB" sz="1400" b="0" i="1" smtClean="0">
                                      <a:solidFill>
                                        <a:srgbClr val="FF0000"/>
                                      </a:solidFill>
                                      <a:latin typeface="Cambria Math" panose="02040503050406030204" pitchFamily="18" charset="0"/>
                                    </a:rPr>
                                    <m:t>𝑛</m:t>
                                  </m:r>
                                </m:e>
                                <m:sub>
                                  <m:r>
                                    <a:rPr lang="en-GB" sz="1400" i="1">
                                      <a:solidFill>
                                        <a:srgbClr val="FF0000"/>
                                      </a:solidFill>
                                      <a:latin typeface="Cambria Math" panose="02040503050406030204" pitchFamily="18" charset="0"/>
                                    </a:rPr>
                                    <m:t>1</m:t>
                                  </m:r>
                                </m:sub>
                              </m:sSub>
                              <m:r>
                                <a:rPr lang="en-GB" sz="1400" i="1">
                                  <a:solidFill>
                                    <a:srgbClr val="FF0000"/>
                                  </a:solidFill>
                                  <a:latin typeface="Cambria Math" panose="02040503050406030204" pitchFamily="18" charset="0"/>
                                </a:rPr>
                                <m:t>−</m:t>
                              </m:r>
                              <m:r>
                                <a:rPr lang="en-GB" sz="1400" b="0" i="1" smtClean="0">
                                  <a:solidFill>
                                    <a:srgbClr val="FF0000"/>
                                  </a:solidFill>
                                  <a:latin typeface="Cambria Math" panose="02040503050406030204" pitchFamily="18" charset="0"/>
                                </a:rPr>
                                <m:t>1</m:t>
                              </m:r>
                            </m:e>
                          </m:d>
                          <m:sSubSup>
                            <m:sSubSupPr>
                              <m:ctrlP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ctrlPr>
                            </m:sSubSupPr>
                            <m:e>
                              <m: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t>𝑆</m:t>
                              </m:r>
                            </m:e>
                            <m:sub>
                              <m:r>
                                <a:rPr lang="en-GB" sz="1400" b="0" i="1" smtClean="0">
                                  <a:solidFill>
                                    <a:srgbClr val="FF0000"/>
                                  </a:solidFill>
                                  <a:latin typeface="Cambria Math" panose="02040503050406030204" pitchFamily="18" charset="0"/>
                                  <a:ea typeface="DengXian" panose="02010600030101010101" pitchFamily="2" charset="-122"/>
                                  <a:cs typeface="Calibri" panose="020F0502020204030204" pitchFamily="34" charset="0"/>
                                </a:rPr>
                                <m:t>1</m:t>
                              </m:r>
                            </m:sub>
                            <m:sup>
                              <m: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t>2</m:t>
                              </m:r>
                            </m:sup>
                          </m:sSubSup>
                          <m:r>
                            <a:rPr lang="en-GB" sz="1400" b="0"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m:t>
                          </m:r>
                          <m:d>
                            <m:dPr>
                              <m:ctrlPr>
                                <a:rPr lang="en-GB" sz="1400" i="1">
                                  <a:solidFill>
                                    <a:srgbClr val="FF0000"/>
                                  </a:solidFill>
                                  <a:latin typeface="Cambria Math" panose="02040503050406030204" pitchFamily="18" charset="0"/>
                                </a:rPr>
                              </m:ctrlPr>
                            </m:dPr>
                            <m:e>
                              <m:sSub>
                                <m:sSubPr>
                                  <m:ctrlPr>
                                    <a:rPr lang="en-GB" sz="1400" i="1">
                                      <a:solidFill>
                                        <a:srgbClr val="FF0000"/>
                                      </a:solidFill>
                                      <a:latin typeface="Cambria Math" panose="02040503050406030204" pitchFamily="18" charset="0"/>
                                    </a:rPr>
                                  </m:ctrlPr>
                                </m:sSubPr>
                                <m:e>
                                  <m:r>
                                    <a:rPr lang="en-GB" sz="1400" i="1">
                                      <a:solidFill>
                                        <a:srgbClr val="FF0000"/>
                                      </a:solidFill>
                                      <a:latin typeface="Cambria Math" panose="02040503050406030204" pitchFamily="18" charset="0"/>
                                    </a:rPr>
                                    <m:t>𝑛</m:t>
                                  </m:r>
                                </m:e>
                                <m:sub>
                                  <m:r>
                                    <a:rPr lang="en-GB" sz="1400" b="0" i="1" smtClean="0">
                                      <a:solidFill>
                                        <a:srgbClr val="FF0000"/>
                                      </a:solidFill>
                                      <a:latin typeface="Cambria Math" panose="02040503050406030204" pitchFamily="18" charset="0"/>
                                    </a:rPr>
                                    <m:t>2</m:t>
                                  </m:r>
                                </m:sub>
                              </m:sSub>
                              <m:r>
                                <a:rPr lang="en-GB" sz="1400" i="1">
                                  <a:solidFill>
                                    <a:srgbClr val="FF0000"/>
                                  </a:solidFill>
                                  <a:latin typeface="Cambria Math" panose="02040503050406030204" pitchFamily="18" charset="0"/>
                                </a:rPr>
                                <m:t>−1</m:t>
                              </m:r>
                            </m:e>
                          </m:d>
                          <m:sSubSup>
                            <m:sSubSupPr>
                              <m:ctrlP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ctrlPr>
                            </m:sSubSupPr>
                            <m:e>
                              <m: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t>𝑆</m:t>
                              </m:r>
                            </m:e>
                            <m:sub>
                              <m:r>
                                <a:rPr lang="en-GB" sz="1400" b="0" i="1" smtClean="0">
                                  <a:solidFill>
                                    <a:srgbClr val="FF0000"/>
                                  </a:solidFill>
                                  <a:latin typeface="Cambria Math" panose="02040503050406030204" pitchFamily="18" charset="0"/>
                                  <a:ea typeface="DengXian" panose="02010600030101010101" pitchFamily="2" charset="-122"/>
                                  <a:cs typeface="Calibri" panose="020F0502020204030204" pitchFamily="34" charset="0"/>
                                </a:rPr>
                                <m:t>2</m:t>
                              </m:r>
                            </m:sub>
                            <m:sup>
                              <m: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t>2</m:t>
                              </m:r>
                            </m:sup>
                          </m:sSubSup>
                        </m:num>
                        <m:den>
                          <m:sSub>
                            <m:sSubPr>
                              <m:ctrlPr>
                                <a:rPr lang="en-GB" sz="1400" i="1">
                                  <a:solidFill>
                                    <a:srgbClr val="FF0000"/>
                                  </a:solidFill>
                                  <a:latin typeface="Cambria Math" panose="02040503050406030204" pitchFamily="18" charset="0"/>
                                </a:rPr>
                              </m:ctrlPr>
                            </m:sSubPr>
                            <m:e>
                              <m:r>
                                <a:rPr lang="en-GB" sz="1400" i="1">
                                  <a:solidFill>
                                    <a:srgbClr val="FF0000"/>
                                  </a:solidFill>
                                  <a:latin typeface="Cambria Math" panose="02040503050406030204" pitchFamily="18" charset="0"/>
                                </a:rPr>
                                <m:t>𝑛</m:t>
                              </m:r>
                            </m:e>
                            <m:sub>
                              <m:r>
                                <a:rPr lang="en-GB" sz="1400" i="1">
                                  <a:solidFill>
                                    <a:srgbClr val="FF0000"/>
                                  </a:solidFill>
                                  <a:latin typeface="Cambria Math" panose="02040503050406030204" pitchFamily="18" charset="0"/>
                                </a:rPr>
                                <m:t>1</m:t>
                              </m:r>
                            </m:sub>
                          </m:sSub>
                          <m:r>
                            <a:rPr lang="en-GB" sz="1400" b="0" i="1" smtClean="0">
                              <a:solidFill>
                                <a:srgbClr val="FF0000"/>
                              </a:solidFill>
                              <a:latin typeface="Cambria Math" panose="02040503050406030204" pitchFamily="18" charset="0"/>
                            </a:rPr>
                            <m:t>+</m:t>
                          </m:r>
                          <m:sSub>
                            <m:sSubPr>
                              <m:ctrlPr>
                                <a:rPr lang="en-GB" sz="1400" i="1">
                                  <a:solidFill>
                                    <a:srgbClr val="FF0000"/>
                                  </a:solidFill>
                                  <a:latin typeface="Cambria Math" panose="02040503050406030204" pitchFamily="18" charset="0"/>
                                </a:rPr>
                              </m:ctrlPr>
                            </m:sSubPr>
                            <m:e>
                              <m:r>
                                <a:rPr lang="en-GB" sz="1400" i="1">
                                  <a:solidFill>
                                    <a:srgbClr val="FF0000"/>
                                  </a:solidFill>
                                  <a:latin typeface="Cambria Math" panose="02040503050406030204" pitchFamily="18" charset="0"/>
                                </a:rPr>
                                <m:t>𝑛</m:t>
                              </m:r>
                            </m:e>
                            <m:sub>
                              <m:r>
                                <a:rPr lang="en-GB" sz="1400" b="0" i="1" smtClean="0">
                                  <a:solidFill>
                                    <a:srgbClr val="FF0000"/>
                                  </a:solidFill>
                                  <a:latin typeface="Cambria Math" panose="02040503050406030204" pitchFamily="18" charset="0"/>
                                </a:rPr>
                                <m:t>2</m:t>
                              </m:r>
                            </m:sub>
                          </m:sSub>
                          <m:r>
                            <a:rPr lang="en-GB" sz="1400" b="0" i="1" smtClean="0">
                              <a:solidFill>
                                <a:srgbClr val="FF0000"/>
                              </a:solidFill>
                              <a:latin typeface="Cambria Math" panose="02040503050406030204" pitchFamily="18" charset="0"/>
                            </a:rPr>
                            <m:t>−2</m:t>
                          </m:r>
                        </m:den>
                      </m:f>
                    </m:oMath>
                  </m:oMathPara>
                </a14:m>
                <a:endParaRPr lang="en-GB" sz="1400" dirty="0">
                  <a:solidFill>
                    <a:srgbClr val="FF0000"/>
                  </a:solidFill>
                </a:endParaRPr>
              </a:p>
            </p:txBody>
          </p:sp>
        </mc:Choice>
        <mc:Fallback xmlns="">
          <p:sp>
            <p:nvSpPr>
              <p:cNvPr id="19" name="TextBox 18">
                <a:extLst>
                  <a:ext uri="{FF2B5EF4-FFF2-40B4-BE49-F238E27FC236}">
                    <a16:creationId xmlns:a16="http://schemas.microsoft.com/office/drawing/2014/main" id="{835CC2C0-FA1B-4352-933F-3152BDADFD64}"/>
                  </a:ext>
                </a:extLst>
              </p:cNvPr>
              <p:cNvSpPr txBox="1">
                <a:spLocks noRot="1" noChangeAspect="1" noMove="1" noResize="1" noEditPoints="1" noAdjustHandles="1" noChangeArrowheads="1" noChangeShapeType="1" noTextEdit="1"/>
              </p:cNvSpPr>
              <p:nvPr/>
            </p:nvSpPr>
            <p:spPr>
              <a:xfrm>
                <a:off x="1427076" y="3225903"/>
                <a:ext cx="2909609" cy="563167"/>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2579E24-B8A0-6599-0978-F4596008539D}"/>
                  </a:ext>
                </a:extLst>
              </p:cNvPr>
              <p:cNvSpPr txBox="1"/>
              <p:nvPr/>
            </p:nvSpPr>
            <p:spPr>
              <a:xfrm>
                <a:off x="2286000" y="1423560"/>
                <a:ext cx="4572000" cy="3029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GB" i="1" dirty="0" smtClean="0">
                              <a:latin typeface="Cambria Math" panose="02040503050406030204" pitchFamily="18" charset="0"/>
                            </a:rPr>
                          </m:ctrlPr>
                        </m:sSubSupPr>
                        <m:e>
                          <m:r>
                            <a:rPr lang="en-GB" i="1" dirty="0" smtClean="0">
                              <a:latin typeface="Cambria Math" panose="02040503050406030204" pitchFamily="18" charset="0"/>
                              <a:ea typeface="Cambria Math" panose="02040503050406030204" pitchFamily="18" charset="0"/>
                            </a:rPr>
                            <m:t>𝜎</m:t>
                          </m:r>
                        </m:e>
                        <m:sub>
                          <m:r>
                            <a:rPr lang="en-GB" b="0" i="1" dirty="0" smtClean="0">
                              <a:latin typeface="Cambria Math" panose="02040503050406030204" pitchFamily="18" charset="0"/>
                            </a:rPr>
                            <m:t>1</m:t>
                          </m:r>
                        </m:sub>
                        <m:sup>
                          <m:r>
                            <a:rPr lang="en-GB" b="0" i="1" dirty="0" smtClean="0">
                              <a:latin typeface="Cambria Math" panose="02040503050406030204" pitchFamily="18" charset="0"/>
                            </a:rPr>
                            <m:t>2</m:t>
                          </m:r>
                        </m:sup>
                      </m:sSubSup>
                      <m:r>
                        <a:rPr lang="en-GB" b="0" i="1" dirty="0" smtClean="0">
                          <a:latin typeface="Cambria Math" panose="02040503050406030204" pitchFamily="18" charset="0"/>
                        </a:rPr>
                        <m:t>=</m:t>
                      </m:r>
                      <m:sSubSup>
                        <m:sSubSupPr>
                          <m:ctrlPr>
                            <a:rPr lang="en-GB" i="1" dirty="0">
                              <a:latin typeface="Cambria Math" panose="02040503050406030204" pitchFamily="18" charset="0"/>
                            </a:rPr>
                          </m:ctrlPr>
                        </m:sSubSupPr>
                        <m:e>
                          <m:r>
                            <a:rPr lang="en-GB" i="1" dirty="0">
                              <a:latin typeface="Cambria Math" panose="02040503050406030204" pitchFamily="18" charset="0"/>
                              <a:ea typeface="Cambria Math" panose="02040503050406030204" pitchFamily="18" charset="0"/>
                            </a:rPr>
                            <m:t>𝜎</m:t>
                          </m:r>
                        </m:e>
                        <m:sub>
                          <m:r>
                            <a:rPr lang="en-GB" b="0" i="1" dirty="0" smtClean="0">
                              <a:latin typeface="Cambria Math" panose="02040503050406030204" pitchFamily="18" charset="0"/>
                            </a:rPr>
                            <m:t>2</m:t>
                          </m:r>
                        </m:sub>
                        <m:sup>
                          <m:r>
                            <a:rPr lang="en-GB" i="1" dirty="0">
                              <a:latin typeface="Cambria Math" panose="02040503050406030204" pitchFamily="18" charset="0"/>
                            </a:rPr>
                            <m:t>2</m:t>
                          </m:r>
                        </m:sup>
                      </m:sSubSup>
                      <m:r>
                        <a:rPr lang="en-GB" b="0" i="1" dirty="0" smtClean="0">
                          <a:latin typeface="Cambria Math" panose="02040503050406030204" pitchFamily="18" charset="0"/>
                        </a:rPr>
                        <m:t>=?</m:t>
                      </m:r>
                    </m:oMath>
                  </m:oMathPara>
                </a14:m>
                <a:endParaRPr lang="en-GB" dirty="0"/>
              </a:p>
            </p:txBody>
          </p:sp>
        </mc:Choice>
        <mc:Fallback xmlns="">
          <p:sp>
            <p:nvSpPr>
              <p:cNvPr id="3" name="TextBox 2">
                <a:extLst>
                  <a:ext uri="{FF2B5EF4-FFF2-40B4-BE49-F238E27FC236}">
                    <a16:creationId xmlns:a16="http://schemas.microsoft.com/office/drawing/2014/main" id="{C2579E24-B8A0-6599-0978-F4596008539D}"/>
                  </a:ext>
                </a:extLst>
              </p:cNvPr>
              <p:cNvSpPr txBox="1">
                <a:spLocks noRot="1" noChangeAspect="1" noMove="1" noResize="1" noEditPoints="1" noAdjustHandles="1" noChangeArrowheads="1" noChangeShapeType="1" noTextEdit="1"/>
              </p:cNvSpPr>
              <p:nvPr/>
            </p:nvSpPr>
            <p:spPr>
              <a:xfrm>
                <a:off x="2286000" y="1423560"/>
                <a:ext cx="4572000" cy="302903"/>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E50AD1D-39DE-02CD-CED1-8F7ADD2162ED}"/>
                  </a:ext>
                </a:extLst>
              </p:cNvPr>
              <p:cNvSpPr txBox="1"/>
              <p:nvPr/>
            </p:nvSpPr>
            <p:spPr>
              <a:xfrm>
                <a:off x="4522644" y="3111383"/>
                <a:ext cx="2909609" cy="7922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400" b="0"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𝑇</m:t>
                      </m:r>
                      <m:r>
                        <a:rPr lang="en-GB" sz="1400"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m:t>
                      </m:r>
                      <m:f>
                        <m:fPr>
                          <m:ctrlPr>
                            <a:rPr lang="en-GB" sz="1400" i="1">
                              <a:solidFill>
                                <a:srgbClr val="FF0000"/>
                              </a:solidFill>
                              <a:effectLst/>
                              <a:latin typeface="Cambria Math" panose="02040503050406030204" pitchFamily="18" charset="0"/>
                              <a:ea typeface="DengXian" panose="02010600030101010101" pitchFamily="2" charset="-122"/>
                              <a:cs typeface="Calibri" panose="020F0502020204030204" pitchFamily="34" charset="0"/>
                            </a:rPr>
                          </m:ctrlPr>
                        </m:fPr>
                        <m:num>
                          <m:d>
                            <m:dPr>
                              <m:ctrlPr>
                                <a:rPr lang="en-GB" sz="1400" i="1">
                                  <a:solidFill>
                                    <a:srgbClr val="FF0000"/>
                                  </a:solidFill>
                                  <a:latin typeface="Cambria Math" panose="02040503050406030204" pitchFamily="18" charset="0"/>
                                </a:rPr>
                              </m:ctrlPr>
                            </m:dPr>
                            <m:e>
                              <m:sSub>
                                <m:sSubPr>
                                  <m:ctrlPr>
                                    <a:rPr lang="en-GB" sz="1400" i="1">
                                      <a:solidFill>
                                        <a:srgbClr val="FF0000"/>
                                      </a:solidFill>
                                      <a:latin typeface="Cambria Math" panose="02040503050406030204" pitchFamily="18" charset="0"/>
                                    </a:rPr>
                                  </m:ctrlPr>
                                </m:sSubPr>
                                <m:e>
                                  <m:acc>
                                    <m:accPr>
                                      <m:chr m:val="̅"/>
                                      <m:ctrlPr>
                                        <a:rPr lang="en-GB" sz="1400" i="1">
                                          <a:solidFill>
                                            <a:srgbClr val="FF0000"/>
                                          </a:solidFill>
                                          <a:latin typeface="Cambria Math" panose="02040503050406030204" pitchFamily="18" charset="0"/>
                                        </a:rPr>
                                      </m:ctrlPr>
                                    </m:accPr>
                                    <m:e>
                                      <m:r>
                                        <a:rPr lang="en-GB" sz="1400" i="1">
                                          <a:solidFill>
                                            <a:srgbClr val="FF0000"/>
                                          </a:solidFill>
                                          <a:latin typeface="Cambria Math" panose="02040503050406030204" pitchFamily="18" charset="0"/>
                                        </a:rPr>
                                        <m:t>𝑋</m:t>
                                      </m:r>
                                    </m:e>
                                  </m:acc>
                                </m:e>
                                <m:sub>
                                  <m:r>
                                    <a:rPr lang="en-GB" sz="1400" i="1">
                                      <a:solidFill>
                                        <a:srgbClr val="FF0000"/>
                                      </a:solidFill>
                                      <a:latin typeface="Cambria Math" panose="02040503050406030204" pitchFamily="18" charset="0"/>
                                    </a:rPr>
                                    <m:t>1</m:t>
                                  </m:r>
                                </m:sub>
                              </m:sSub>
                              <m:r>
                                <a:rPr lang="en-GB" sz="1400" i="1">
                                  <a:solidFill>
                                    <a:srgbClr val="FF0000"/>
                                  </a:solidFill>
                                  <a:latin typeface="Cambria Math" panose="02040503050406030204" pitchFamily="18" charset="0"/>
                                </a:rPr>
                                <m:t>−</m:t>
                              </m:r>
                              <m:sSub>
                                <m:sSubPr>
                                  <m:ctrlPr>
                                    <a:rPr lang="en-GB" sz="1400" i="1">
                                      <a:solidFill>
                                        <a:srgbClr val="FF0000"/>
                                      </a:solidFill>
                                      <a:latin typeface="Cambria Math" panose="02040503050406030204" pitchFamily="18" charset="0"/>
                                    </a:rPr>
                                  </m:ctrlPr>
                                </m:sSubPr>
                                <m:e>
                                  <m:acc>
                                    <m:accPr>
                                      <m:chr m:val="̅"/>
                                      <m:ctrlPr>
                                        <a:rPr lang="en-GB" sz="1400" i="1">
                                          <a:solidFill>
                                            <a:srgbClr val="FF0000"/>
                                          </a:solidFill>
                                          <a:latin typeface="Cambria Math" panose="02040503050406030204" pitchFamily="18" charset="0"/>
                                        </a:rPr>
                                      </m:ctrlPr>
                                    </m:accPr>
                                    <m:e>
                                      <m:r>
                                        <a:rPr lang="en-GB" sz="1400" i="1">
                                          <a:solidFill>
                                            <a:srgbClr val="FF0000"/>
                                          </a:solidFill>
                                          <a:latin typeface="Cambria Math" panose="02040503050406030204" pitchFamily="18" charset="0"/>
                                        </a:rPr>
                                        <m:t>𝑋</m:t>
                                      </m:r>
                                    </m:e>
                                  </m:acc>
                                </m:e>
                                <m:sub>
                                  <m:r>
                                    <a:rPr lang="en-GB" sz="1400" i="1">
                                      <a:solidFill>
                                        <a:srgbClr val="FF0000"/>
                                      </a:solidFill>
                                      <a:latin typeface="Cambria Math" panose="02040503050406030204" pitchFamily="18" charset="0"/>
                                    </a:rPr>
                                    <m:t>2</m:t>
                                  </m:r>
                                </m:sub>
                              </m:sSub>
                            </m:e>
                          </m:d>
                          <m:r>
                            <a:rPr lang="en-GB" sz="1400" i="1">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m:t>
                          </m:r>
                          <m:sSub>
                            <m:sSubPr>
                              <m:ctrlPr>
                                <a:rPr lang="en-GB" sz="1400" i="1" dirty="0">
                                  <a:solidFill>
                                    <a:srgbClr val="FF0000"/>
                                  </a:solidFill>
                                  <a:latin typeface="Cambria Math" panose="02040503050406030204" pitchFamily="18" charset="0"/>
                                </a:rPr>
                              </m:ctrlPr>
                            </m:sSubPr>
                            <m:e>
                              <m:r>
                                <a:rPr lang="en-GB" sz="1400" b="0" i="1" dirty="0" smtClean="0">
                                  <a:solidFill>
                                    <a:srgbClr val="FF0000"/>
                                  </a:solidFill>
                                  <a:latin typeface="Cambria Math" panose="02040503050406030204" pitchFamily="18" charset="0"/>
                                </a:rPr>
                                <m:t>(</m:t>
                              </m:r>
                              <m:r>
                                <a:rPr lang="en-GB" sz="1400" i="1" dirty="0">
                                  <a:solidFill>
                                    <a:srgbClr val="FF0000"/>
                                  </a:solidFill>
                                  <a:latin typeface="Cambria Math" panose="02040503050406030204" pitchFamily="18" charset="0"/>
                                  <a:ea typeface="Cambria Math" panose="02040503050406030204" pitchFamily="18" charset="0"/>
                                </a:rPr>
                                <m:t>𝜇</m:t>
                              </m:r>
                            </m:e>
                            <m:sub>
                              <m:r>
                                <a:rPr lang="en-GB" sz="1400" i="1" dirty="0">
                                  <a:solidFill>
                                    <a:srgbClr val="FF0000"/>
                                  </a:solidFill>
                                  <a:latin typeface="Cambria Math" panose="02040503050406030204" pitchFamily="18" charset="0"/>
                                </a:rPr>
                                <m:t>1</m:t>
                              </m:r>
                            </m:sub>
                          </m:sSub>
                          <m:r>
                            <a:rPr lang="en-GB" sz="1400" i="1" dirty="0">
                              <a:solidFill>
                                <a:srgbClr val="FF0000"/>
                              </a:solidFill>
                              <a:latin typeface="Cambria Math" panose="02040503050406030204" pitchFamily="18" charset="0"/>
                            </a:rPr>
                            <m:t>−</m:t>
                          </m:r>
                          <m:sSub>
                            <m:sSubPr>
                              <m:ctrlPr>
                                <a:rPr lang="en-GB" sz="1400" i="1" dirty="0">
                                  <a:solidFill>
                                    <a:srgbClr val="FF0000"/>
                                  </a:solidFill>
                                  <a:latin typeface="Cambria Math" panose="02040503050406030204" pitchFamily="18" charset="0"/>
                                </a:rPr>
                              </m:ctrlPr>
                            </m:sSubPr>
                            <m:e>
                              <m:r>
                                <a:rPr lang="en-GB" sz="1400" i="1" dirty="0">
                                  <a:solidFill>
                                    <a:srgbClr val="FF0000"/>
                                  </a:solidFill>
                                  <a:latin typeface="Cambria Math" panose="02040503050406030204" pitchFamily="18" charset="0"/>
                                  <a:ea typeface="Cambria Math" panose="02040503050406030204" pitchFamily="18" charset="0"/>
                                </a:rPr>
                                <m:t>𝜇</m:t>
                              </m:r>
                            </m:e>
                            <m:sub>
                              <m:r>
                                <a:rPr lang="en-GB" sz="1400" i="1" dirty="0">
                                  <a:solidFill>
                                    <a:srgbClr val="FF0000"/>
                                  </a:solidFill>
                                  <a:latin typeface="Cambria Math" panose="02040503050406030204" pitchFamily="18" charset="0"/>
                                  <a:ea typeface="Cambria Math" panose="02040503050406030204" pitchFamily="18" charset="0"/>
                                </a:rPr>
                                <m:t>2</m:t>
                              </m:r>
                            </m:sub>
                          </m:sSub>
                          <m:r>
                            <a:rPr lang="en-GB" sz="1400" b="0" i="1" dirty="0" smtClean="0">
                              <a:solidFill>
                                <a:srgbClr val="FF0000"/>
                              </a:solidFill>
                              <a:latin typeface="Cambria Math" panose="02040503050406030204" pitchFamily="18" charset="0"/>
                              <a:ea typeface="Cambria Math" panose="02040503050406030204" pitchFamily="18" charset="0"/>
                            </a:rPr>
                            <m:t>)</m:t>
                          </m:r>
                        </m:num>
                        <m:den>
                          <m:sSub>
                            <m:sSubPr>
                              <m:ctrlPr>
                                <a:rPr lang="en-GB" sz="1400"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ctrlPr>
                            </m:sSubPr>
                            <m:e>
                              <m:r>
                                <a:rPr lang="en-GB" sz="1400" b="0"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𝑆</m:t>
                              </m:r>
                            </m:e>
                            <m:sub>
                              <m:r>
                                <a:rPr lang="en-GB" sz="1400" b="0"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𝑐</m:t>
                              </m:r>
                            </m:sub>
                          </m:sSub>
                          <m:rad>
                            <m:radPr>
                              <m:degHide m:val="on"/>
                              <m:ctrlPr>
                                <a:rPr lang="en-GB" sz="1400"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ctrlPr>
                            </m:radPr>
                            <m:deg/>
                            <m:e>
                              <m:f>
                                <m:fPr>
                                  <m:ctrlPr>
                                    <a:rPr lang="en-GB" sz="1400" i="1">
                                      <a:solidFill>
                                        <a:srgbClr val="FF0000"/>
                                      </a:solidFill>
                                      <a:latin typeface="Cambria Math" panose="02040503050406030204" pitchFamily="18" charset="0"/>
                                    </a:rPr>
                                  </m:ctrlPr>
                                </m:fPr>
                                <m:num>
                                  <m:r>
                                    <a:rPr lang="en-GB" sz="1400" b="0" i="1" smtClean="0">
                                      <a:solidFill>
                                        <a:srgbClr val="FF0000"/>
                                      </a:solidFill>
                                      <a:latin typeface="Cambria Math" panose="02040503050406030204" pitchFamily="18" charset="0"/>
                                    </a:rPr>
                                    <m:t>1</m:t>
                                  </m:r>
                                </m:num>
                                <m:den>
                                  <m:sSub>
                                    <m:sSubPr>
                                      <m:ctrlPr>
                                        <a:rPr lang="en-GB" sz="1400" i="1">
                                          <a:solidFill>
                                            <a:srgbClr val="FF0000"/>
                                          </a:solidFill>
                                          <a:latin typeface="Cambria Math" panose="02040503050406030204" pitchFamily="18" charset="0"/>
                                        </a:rPr>
                                      </m:ctrlPr>
                                    </m:sSubPr>
                                    <m:e>
                                      <m:r>
                                        <a:rPr lang="en-GB" sz="1400" i="1">
                                          <a:solidFill>
                                            <a:srgbClr val="FF0000"/>
                                          </a:solidFill>
                                          <a:latin typeface="Cambria Math" panose="02040503050406030204" pitchFamily="18" charset="0"/>
                                        </a:rPr>
                                        <m:t>𝑛</m:t>
                                      </m:r>
                                    </m:e>
                                    <m:sub>
                                      <m:r>
                                        <a:rPr lang="en-GB" sz="1400" i="1">
                                          <a:solidFill>
                                            <a:srgbClr val="FF0000"/>
                                          </a:solidFill>
                                          <a:latin typeface="Cambria Math" panose="02040503050406030204" pitchFamily="18" charset="0"/>
                                        </a:rPr>
                                        <m:t>1</m:t>
                                      </m:r>
                                    </m:sub>
                                  </m:sSub>
                                </m:den>
                              </m:f>
                              <m:r>
                                <a:rPr lang="en-GB" sz="1400" i="1">
                                  <a:solidFill>
                                    <a:srgbClr val="FF0000"/>
                                  </a:solidFill>
                                  <a:latin typeface="Cambria Math" panose="02040503050406030204" pitchFamily="18" charset="0"/>
                                </a:rPr>
                                <m:t>+</m:t>
                              </m:r>
                              <m:f>
                                <m:fPr>
                                  <m:ctrlPr>
                                    <a:rPr lang="en-GB" sz="1400" i="1">
                                      <a:solidFill>
                                        <a:srgbClr val="FF0000"/>
                                      </a:solidFill>
                                      <a:latin typeface="Cambria Math" panose="02040503050406030204" pitchFamily="18" charset="0"/>
                                    </a:rPr>
                                  </m:ctrlPr>
                                </m:fPr>
                                <m:num>
                                  <m:r>
                                    <a:rPr lang="en-GB" sz="1400" b="0" i="1" smtClean="0">
                                      <a:solidFill>
                                        <a:srgbClr val="FF0000"/>
                                      </a:solidFill>
                                      <a:latin typeface="Cambria Math" panose="02040503050406030204" pitchFamily="18" charset="0"/>
                                    </a:rPr>
                                    <m:t>1</m:t>
                                  </m:r>
                                </m:num>
                                <m:den>
                                  <m:sSub>
                                    <m:sSubPr>
                                      <m:ctrlPr>
                                        <a:rPr lang="en-GB" sz="1400" i="1">
                                          <a:solidFill>
                                            <a:srgbClr val="FF0000"/>
                                          </a:solidFill>
                                          <a:latin typeface="Cambria Math" panose="02040503050406030204" pitchFamily="18" charset="0"/>
                                        </a:rPr>
                                      </m:ctrlPr>
                                    </m:sSubPr>
                                    <m:e>
                                      <m:r>
                                        <a:rPr lang="en-GB" sz="1400" i="1">
                                          <a:solidFill>
                                            <a:srgbClr val="FF0000"/>
                                          </a:solidFill>
                                          <a:latin typeface="Cambria Math" panose="02040503050406030204" pitchFamily="18" charset="0"/>
                                        </a:rPr>
                                        <m:t>𝑛</m:t>
                                      </m:r>
                                    </m:e>
                                    <m:sub>
                                      <m:r>
                                        <a:rPr lang="en-GB" sz="1400" i="1">
                                          <a:solidFill>
                                            <a:srgbClr val="FF0000"/>
                                          </a:solidFill>
                                          <a:latin typeface="Cambria Math" panose="02040503050406030204" pitchFamily="18" charset="0"/>
                                        </a:rPr>
                                        <m:t>2</m:t>
                                      </m:r>
                                    </m:sub>
                                  </m:sSub>
                                </m:den>
                              </m:f>
                            </m:e>
                          </m:rad>
                        </m:den>
                      </m:f>
                    </m:oMath>
                  </m:oMathPara>
                </a14:m>
                <a:endParaRPr lang="en-GB" sz="1400" dirty="0">
                  <a:solidFill>
                    <a:srgbClr val="FF0000"/>
                  </a:solidFill>
                </a:endParaRPr>
              </a:p>
            </p:txBody>
          </p:sp>
        </mc:Choice>
        <mc:Fallback xmlns="">
          <p:sp>
            <p:nvSpPr>
              <p:cNvPr id="5" name="TextBox 4">
                <a:extLst>
                  <a:ext uri="{FF2B5EF4-FFF2-40B4-BE49-F238E27FC236}">
                    <a16:creationId xmlns:a16="http://schemas.microsoft.com/office/drawing/2014/main" id="{7E50AD1D-39DE-02CD-CED1-8F7ADD2162ED}"/>
                  </a:ext>
                </a:extLst>
              </p:cNvPr>
              <p:cNvSpPr txBox="1">
                <a:spLocks noRot="1" noChangeAspect="1" noMove="1" noResize="1" noEditPoints="1" noAdjustHandles="1" noChangeArrowheads="1" noChangeShapeType="1" noTextEdit="1"/>
              </p:cNvSpPr>
              <p:nvPr/>
            </p:nvSpPr>
            <p:spPr>
              <a:xfrm>
                <a:off x="4522644" y="3111383"/>
                <a:ext cx="2909609" cy="792205"/>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86CF662-28AE-0D84-59F9-9F8390BCC460}"/>
                  </a:ext>
                </a:extLst>
              </p:cNvPr>
              <p:cNvSpPr txBox="1"/>
              <p:nvPr/>
            </p:nvSpPr>
            <p:spPr>
              <a:xfrm>
                <a:off x="2865451" y="3995556"/>
                <a:ext cx="3314386" cy="312586"/>
              </a:xfrm>
              <a:prstGeom prst="rect">
                <a:avLst/>
              </a:prstGeom>
              <a:noFill/>
            </p:spPr>
            <p:txBody>
              <a:bodyPr wrap="square">
                <a:spAutoFit/>
              </a:bodyPr>
              <a:lstStyle/>
              <a:p>
                <a14:m>
                  <m:oMath xmlns:m="http://schemas.openxmlformats.org/officeDocument/2006/math">
                    <m:sSubSup>
                      <m:sSubSupPr>
                        <m:ctrlPr>
                          <a:rPr lang="en-GB" sz="1400" b="1"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ctrlPr>
                      </m:sSubSupPr>
                      <m:e>
                        <m:r>
                          <a:rPr lang="en-GB" sz="1400" b="1"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𝑺</m:t>
                        </m:r>
                      </m:e>
                      <m:sub>
                        <m:r>
                          <a:rPr lang="en-GB" sz="1400" b="1"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𝒄</m:t>
                        </m:r>
                      </m:sub>
                      <m:sup>
                        <m:r>
                          <a:rPr lang="en-GB" sz="1400" b="1"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𝟐</m:t>
                        </m:r>
                      </m:sup>
                    </m:sSubSup>
                  </m:oMath>
                </a14:m>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 has </a:t>
                </a:r>
                <a14:m>
                  <m:oMath xmlns:m="http://schemas.openxmlformats.org/officeDocument/2006/math">
                    <m:sSub>
                      <m:sSubPr>
                        <m:ctrlPr>
                          <a:rPr lang="en-GB" sz="1400" b="1" i="1">
                            <a:solidFill>
                              <a:srgbClr val="FF0000"/>
                            </a:solidFill>
                            <a:latin typeface="Cambria Math" panose="02040503050406030204" pitchFamily="18" charset="0"/>
                          </a:rPr>
                        </m:ctrlPr>
                      </m:sSubPr>
                      <m:e>
                        <m:r>
                          <a:rPr lang="en-GB" sz="1400" b="1" i="1">
                            <a:solidFill>
                              <a:srgbClr val="FF0000"/>
                            </a:solidFill>
                            <a:latin typeface="Cambria Math" panose="02040503050406030204" pitchFamily="18" charset="0"/>
                          </a:rPr>
                          <m:t>𝒏</m:t>
                        </m:r>
                      </m:e>
                      <m:sub>
                        <m:r>
                          <a:rPr lang="en-GB" sz="1400" b="1" i="1">
                            <a:solidFill>
                              <a:srgbClr val="FF0000"/>
                            </a:solidFill>
                            <a:latin typeface="Cambria Math" panose="02040503050406030204" pitchFamily="18" charset="0"/>
                          </a:rPr>
                          <m:t>𝟏</m:t>
                        </m:r>
                      </m:sub>
                    </m:sSub>
                    <m:r>
                      <a:rPr lang="en-GB" sz="1400" b="1" i="1">
                        <a:solidFill>
                          <a:srgbClr val="FF0000"/>
                        </a:solidFill>
                        <a:latin typeface="Cambria Math" panose="02040503050406030204" pitchFamily="18" charset="0"/>
                      </a:rPr>
                      <m:t>+</m:t>
                    </m:r>
                    <m:sSub>
                      <m:sSubPr>
                        <m:ctrlPr>
                          <a:rPr lang="en-GB" sz="1400" b="1" i="1">
                            <a:solidFill>
                              <a:srgbClr val="FF0000"/>
                            </a:solidFill>
                            <a:latin typeface="Cambria Math" panose="02040503050406030204" pitchFamily="18" charset="0"/>
                          </a:rPr>
                        </m:ctrlPr>
                      </m:sSubPr>
                      <m:e>
                        <m:r>
                          <a:rPr lang="en-GB" sz="1400" b="1" i="1">
                            <a:solidFill>
                              <a:srgbClr val="FF0000"/>
                            </a:solidFill>
                            <a:latin typeface="Cambria Math" panose="02040503050406030204" pitchFamily="18" charset="0"/>
                          </a:rPr>
                          <m:t>𝒏</m:t>
                        </m:r>
                      </m:e>
                      <m:sub>
                        <m:r>
                          <a:rPr lang="en-GB" sz="1400" b="1" i="1">
                            <a:solidFill>
                              <a:srgbClr val="FF0000"/>
                            </a:solidFill>
                            <a:latin typeface="Cambria Math" panose="02040503050406030204" pitchFamily="18" charset="0"/>
                          </a:rPr>
                          <m:t>𝟐</m:t>
                        </m:r>
                      </m:sub>
                    </m:sSub>
                    <m:r>
                      <a:rPr lang="en-GB" sz="1400" b="1" i="1">
                        <a:solidFill>
                          <a:srgbClr val="FF0000"/>
                        </a:solidFill>
                        <a:latin typeface="Cambria Math" panose="02040503050406030204" pitchFamily="18" charset="0"/>
                      </a:rPr>
                      <m:t>−</m:t>
                    </m:r>
                    <m:r>
                      <a:rPr lang="en-GB" sz="1400" b="1" i="1" smtClean="0">
                        <a:solidFill>
                          <a:srgbClr val="FF0000"/>
                        </a:solidFill>
                        <a:latin typeface="Cambria Math" panose="02040503050406030204" pitchFamily="18" charset="0"/>
                      </a:rPr>
                      <m:t>𝟐</m:t>
                    </m:r>
                    <m:r>
                      <a:rPr lang="en-GB" sz="1400" b="1" i="1">
                        <a:solidFill>
                          <a:srgbClr val="FF0000"/>
                        </a:solidFill>
                        <a:latin typeface="Cambria Math" panose="02040503050406030204" pitchFamily="18" charset="0"/>
                      </a:rPr>
                      <m:t> </m:t>
                    </m:r>
                  </m:oMath>
                </a14:m>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degrees of freedom </a:t>
                </a:r>
              </a:p>
            </p:txBody>
          </p:sp>
        </mc:Choice>
        <mc:Fallback xmlns="">
          <p:sp>
            <p:nvSpPr>
              <p:cNvPr id="9" name="TextBox 8">
                <a:extLst>
                  <a:ext uri="{FF2B5EF4-FFF2-40B4-BE49-F238E27FC236}">
                    <a16:creationId xmlns:a16="http://schemas.microsoft.com/office/drawing/2014/main" id="{686CF662-28AE-0D84-59F9-9F8390BCC460}"/>
                  </a:ext>
                </a:extLst>
              </p:cNvPr>
              <p:cNvSpPr txBox="1">
                <a:spLocks noRot="1" noChangeAspect="1" noMove="1" noResize="1" noEditPoints="1" noAdjustHandles="1" noChangeArrowheads="1" noChangeShapeType="1" noTextEdit="1"/>
              </p:cNvSpPr>
              <p:nvPr/>
            </p:nvSpPr>
            <p:spPr>
              <a:xfrm>
                <a:off x="2865451" y="3995556"/>
                <a:ext cx="3314386" cy="312586"/>
              </a:xfrm>
              <a:prstGeom prst="rect">
                <a:avLst/>
              </a:prstGeom>
              <a:blipFill>
                <a:blip r:embed="rId10"/>
                <a:stretch>
                  <a:fillRect b="-19231"/>
                </a:stretch>
              </a:blipFill>
            </p:spPr>
            <p:txBody>
              <a:bodyPr/>
              <a:lstStyle/>
              <a:p>
                <a:r>
                  <a:rPr lang="en-GB">
                    <a:noFill/>
                  </a:rPr>
                  <a:t> </a:t>
                </a:r>
              </a:p>
            </p:txBody>
          </p:sp>
        </mc:Fallback>
      </mc:AlternateContent>
    </p:spTree>
    <p:extLst>
      <p:ext uri="{BB962C8B-B14F-4D97-AF65-F5344CB8AC3E}">
        <p14:creationId xmlns:p14="http://schemas.microsoft.com/office/powerpoint/2010/main" val="6475660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Parametric Methods – Tests for Multiple Samples</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8" name="TextBox 7">
            <a:extLst>
              <a:ext uri="{FF2B5EF4-FFF2-40B4-BE49-F238E27FC236}">
                <a16:creationId xmlns:a16="http://schemas.microsoft.com/office/drawing/2014/main" id="{1A6B7D8A-408F-2446-9088-1C68C00D8188}"/>
              </a:ext>
            </a:extLst>
          </p:cNvPr>
          <p:cNvSpPr txBox="1"/>
          <p:nvPr/>
        </p:nvSpPr>
        <p:spPr>
          <a:xfrm>
            <a:off x="186596" y="726747"/>
            <a:ext cx="6855100" cy="307777"/>
          </a:xfrm>
          <a:prstGeom prst="rect">
            <a:avLst/>
          </a:prstGeom>
          <a:noFill/>
        </p:spPr>
        <p:txBody>
          <a:bodyPr wrap="square">
            <a:spAutoFit/>
          </a:bodyPr>
          <a:lstStyle/>
          <a:p>
            <a:r>
              <a:rPr lang="en-GB" sz="1400" b="1" dirty="0">
                <a:latin typeface="Calibri" panose="020F0502020204030204" pitchFamily="34" charset="0"/>
                <a:ea typeface="Calibri" panose="020F0502020204030204" pitchFamily="34" charset="0"/>
                <a:cs typeface="Calibri" panose="020F0502020204030204" pitchFamily="34" charset="0"/>
              </a:rPr>
              <a:t>Case 3:</a:t>
            </a:r>
            <a:r>
              <a:rPr lang="en-GB" sz="1400" dirty="0">
                <a:latin typeface="Calibri" panose="020F0502020204030204" pitchFamily="34" charset="0"/>
                <a:ea typeface="Calibri" panose="020F0502020204030204" pitchFamily="34" charset="0"/>
                <a:cs typeface="Calibri" panose="020F0502020204030204" pitchFamily="34" charset="0"/>
              </a:rPr>
              <a:t> Two independent populations each with an unknown and unequal variance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6C88B9C-94A6-F22A-A8F4-86000D6458E7}"/>
                  </a:ext>
                </a:extLst>
              </p:cNvPr>
              <p:cNvSpPr txBox="1"/>
              <p:nvPr/>
            </p:nvSpPr>
            <p:spPr>
              <a:xfrm>
                <a:off x="186597" y="1073698"/>
                <a:ext cx="8672096" cy="302903"/>
              </a:xfrm>
              <a:prstGeom prst="rect">
                <a:avLst/>
              </a:prstGeom>
              <a:noFill/>
            </p:spPr>
            <p:txBody>
              <a:bodyPr wrap="square">
                <a:spAutoFit/>
              </a:bodyPr>
              <a:lstStyle/>
              <a:p>
                <a:r>
                  <a:rPr lang="en-GB" dirty="0"/>
                  <a:t>A sample of size </a:t>
                </a:r>
                <a14:m>
                  <m:oMath xmlns:m="http://schemas.openxmlformats.org/officeDocument/2006/math">
                    <m:sSub>
                      <m:sSubPr>
                        <m:ctrlPr>
                          <a:rPr lang="en-GB" i="1" dirty="0" smtClean="0">
                            <a:latin typeface="Cambria Math" panose="02040503050406030204" pitchFamily="18" charset="0"/>
                          </a:rPr>
                        </m:ctrlPr>
                      </m:sSubPr>
                      <m:e>
                        <m:r>
                          <a:rPr lang="en-GB" b="0" i="1" dirty="0" smtClean="0">
                            <a:latin typeface="Cambria Math" panose="02040503050406030204" pitchFamily="18" charset="0"/>
                          </a:rPr>
                          <m:t>𝑛</m:t>
                        </m:r>
                      </m:e>
                      <m:sub>
                        <m:r>
                          <a:rPr lang="en-GB" b="0" i="1" dirty="0" smtClean="0">
                            <a:latin typeface="Cambria Math" panose="02040503050406030204" pitchFamily="18" charset="0"/>
                          </a:rPr>
                          <m:t>1</m:t>
                        </m:r>
                      </m:sub>
                    </m:sSub>
                  </m:oMath>
                </a14:m>
                <a:r>
                  <a:rPr lang="en-GB" dirty="0"/>
                  <a:t> is drawn from </a:t>
                </a:r>
                <a14:m>
                  <m:oMath xmlns:m="http://schemas.openxmlformats.org/officeDocument/2006/math">
                    <m:sSub>
                      <m:sSubPr>
                        <m:ctrlPr>
                          <a:rPr lang="en-GB" i="1" dirty="0" smtClean="0">
                            <a:latin typeface="Cambria Math" panose="02040503050406030204" pitchFamily="18" charset="0"/>
                          </a:rPr>
                        </m:ctrlPr>
                      </m:sSubPr>
                      <m:e>
                        <m:r>
                          <a:rPr lang="en-GB" b="0" i="1" dirty="0" smtClean="0">
                            <a:latin typeface="Cambria Math" panose="02040503050406030204" pitchFamily="18" charset="0"/>
                          </a:rPr>
                          <m:t>𝑋</m:t>
                        </m:r>
                      </m:e>
                      <m:sub>
                        <m:r>
                          <a:rPr lang="en-GB" b="0" i="1" dirty="0" smtClean="0">
                            <a:latin typeface="Cambria Math" panose="02040503050406030204" pitchFamily="18" charset="0"/>
                          </a:rPr>
                          <m:t>1</m:t>
                        </m:r>
                      </m:sub>
                    </m:sSub>
                    <m:r>
                      <a:rPr lang="en-GB" i="1" dirty="0" smtClean="0">
                        <a:latin typeface="Cambria Math" panose="02040503050406030204" pitchFamily="18" charset="0"/>
                      </a:rPr>
                      <m:t>∼</m:t>
                    </m:r>
                    <m:r>
                      <a:rPr lang="en-GB" i="1" dirty="0" smtClean="0">
                        <a:latin typeface="Cambria Math" panose="02040503050406030204" pitchFamily="18" charset="0"/>
                      </a:rPr>
                      <m:t>𝑁</m:t>
                    </m:r>
                    <m:r>
                      <a:rPr lang="en-GB" i="1" dirty="0" smtClean="0">
                        <a:latin typeface="Cambria Math" panose="02040503050406030204" pitchFamily="18" charset="0"/>
                      </a:rPr>
                      <m:t>(</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ea typeface="Cambria Math" panose="02040503050406030204" pitchFamily="18" charset="0"/>
                          </a:rPr>
                          <m:t>𝜇</m:t>
                        </m:r>
                      </m:e>
                      <m:sub>
                        <m:r>
                          <a:rPr lang="en-GB" b="0" i="1" dirty="0" smtClean="0">
                            <a:latin typeface="Cambria Math" panose="02040503050406030204" pitchFamily="18" charset="0"/>
                          </a:rPr>
                          <m:t>1</m:t>
                        </m:r>
                      </m:sub>
                    </m:sSub>
                    <m:r>
                      <a:rPr lang="en-GB" i="1" dirty="0" smtClean="0">
                        <a:latin typeface="Cambria Math" panose="02040503050406030204" pitchFamily="18" charset="0"/>
                      </a:rPr>
                      <m:t>, </m:t>
                    </m:r>
                    <m:sSubSup>
                      <m:sSubSupPr>
                        <m:ctrlPr>
                          <a:rPr lang="en-GB" i="1" dirty="0" smtClean="0">
                            <a:latin typeface="Cambria Math" panose="02040503050406030204" pitchFamily="18" charset="0"/>
                          </a:rPr>
                        </m:ctrlPr>
                      </m:sSubSupPr>
                      <m:e>
                        <m:r>
                          <a:rPr lang="en-GB" i="1" dirty="0" smtClean="0">
                            <a:latin typeface="Cambria Math" panose="02040503050406030204" pitchFamily="18" charset="0"/>
                            <a:ea typeface="Cambria Math" panose="02040503050406030204" pitchFamily="18" charset="0"/>
                          </a:rPr>
                          <m:t>𝜎</m:t>
                        </m:r>
                      </m:e>
                      <m:sub>
                        <m:r>
                          <a:rPr lang="en-GB" b="0" i="1" dirty="0" smtClean="0">
                            <a:latin typeface="Cambria Math" panose="02040503050406030204" pitchFamily="18" charset="0"/>
                          </a:rPr>
                          <m:t>1</m:t>
                        </m:r>
                      </m:sub>
                      <m:sup>
                        <m:r>
                          <a:rPr lang="en-GB" b="0" i="1" dirty="0" smtClean="0">
                            <a:latin typeface="Cambria Math" panose="02040503050406030204" pitchFamily="18" charset="0"/>
                          </a:rPr>
                          <m:t>2</m:t>
                        </m:r>
                      </m:sup>
                    </m:sSubSup>
                  </m:oMath>
                </a14:m>
                <a:r>
                  <a:rPr lang="en-GB" dirty="0"/>
                  <a:t>) and a sample of size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𝑛</m:t>
                        </m:r>
                      </m:e>
                      <m:sub>
                        <m:r>
                          <a:rPr lang="en-GB" b="0" i="1" dirty="0" smtClean="0">
                            <a:latin typeface="Cambria Math" panose="02040503050406030204" pitchFamily="18" charset="0"/>
                          </a:rPr>
                          <m:t>2</m:t>
                        </m:r>
                      </m:sub>
                    </m:sSub>
                  </m:oMath>
                </a14:m>
                <a:r>
                  <a:rPr lang="en-GB" dirty="0"/>
                  <a:t> is drawn from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𝑋</m:t>
                        </m:r>
                      </m:e>
                      <m:sub>
                        <m:r>
                          <a:rPr lang="en-GB" b="0" i="1" dirty="0" smtClean="0">
                            <a:latin typeface="Cambria Math" panose="02040503050406030204" pitchFamily="18" charset="0"/>
                          </a:rPr>
                          <m:t>2</m:t>
                        </m:r>
                      </m:sub>
                    </m:sSub>
                    <m:r>
                      <a:rPr lang="en-GB" i="1" dirty="0">
                        <a:latin typeface="Cambria Math" panose="02040503050406030204" pitchFamily="18" charset="0"/>
                      </a:rPr>
                      <m:t>∼</m:t>
                    </m:r>
                    <m:r>
                      <a:rPr lang="en-GB" i="1" dirty="0">
                        <a:latin typeface="Cambria Math" panose="02040503050406030204" pitchFamily="18" charset="0"/>
                      </a:rPr>
                      <m:t>𝑁</m:t>
                    </m:r>
                    <m:r>
                      <a:rPr lang="en-GB" i="1" dirty="0">
                        <a:latin typeface="Cambria Math" panose="02040503050406030204" pitchFamily="18" charset="0"/>
                      </a:rPr>
                      <m:t>(</m:t>
                    </m:r>
                    <m:sSub>
                      <m:sSubPr>
                        <m:ctrlPr>
                          <a:rPr lang="en-GB" i="1" dirty="0">
                            <a:latin typeface="Cambria Math" panose="02040503050406030204" pitchFamily="18" charset="0"/>
                          </a:rPr>
                        </m:ctrlPr>
                      </m:sSubPr>
                      <m:e>
                        <m:r>
                          <a:rPr lang="en-GB" i="1" dirty="0">
                            <a:latin typeface="Cambria Math" panose="02040503050406030204" pitchFamily="18" charset="0"/>
                            <a:ea typeface="Cambria Math" panose="02040503050406030204" pitchFamily="18" charset="0"/>
                          </a:rPr>
                          <m:t>𝜇</m:t>
                        </m:r>
                      </m:e>
                      <m:sub>
                        <m:r>
                          <a:rPr lang="en-GB" b="0" i="1" dirty="0" smtClean="0">
                            <a:latin typeface="Cambria Math" panose="02040503050406030204" pitchFamily="18" charset="0"/>
                            <a:ea typeface="Cambria Math" panose="02040503050406030204" pitchFamily="18" charset="0"/>
                          </a:rPr>
                          <m:t>2</m:t>
                        </m:r>
                      </m:sub>
                    </m:sSub>
                    <m:r>
                      <a:rPr lang="en-GB" i="1" dirty="0">
                        <a:latin typeface="Cambria Math" panose="02040503050406030204" pitchFamily="18" charset="0"/>
                      </a:rPr>
                      <m:t>, </m:t>
                    </m:r>
                    <m:sSubSup>
                      <m:sSubSupPr>
                        <m:ctrlPr>
                          <a:rPr lang="en-GB" i="1" dirty="0">
                            <a:latin typeface="Cambria Math" panose="02040503050406030204" pitchFamily="18" charset="0"/>
                          </a:rPr>
                        </m:ctrlPr>
                      </m:sSubSupPr>
                      <m:e>
                        <m:r>
                          <a:rPr lang="en-GB" i="1" dirty="0">
                            <a:latin typeface="Cambria Math" panose="02040503050406030204" pitchFamily="18" charset="0"/>
                            <a:ea typeface="Cambria Math" panose="02040503050406030204" pitchFamily="18" charset="0"/>
                          </a:rPr>
                          <m:t>𝜎</m:t>
                        </m:r>
                      </m:e>
                      <m:sub>
                        <m:r>
                          <a:rPr lang="en-GB" b="0" i="1" dirty="0" smtClean="0">
                            <a:latin typeface="Cambria Math" panose="02040503050406030204" pitchFamily="18" charset="0"/>
                            <a:ea typeface="Cambria Math" panose="02040503050406030204" pitchFamily="18" charset="0"/>
                          </a:rPr>
                          <m:t>2</m:t>
                        </m:r>
                      </m:sub>
                      <m:sup>
                        <m:r>
                          <a:rPr lang="en-GB" i="1" dirty="0">
                            <a:latin typeface="Cambria Math" panose="02040503050406030204" pitchFamily="18" charset="0"/>
                          </a:rPr>
                          <m:t>2</m:t>
                        </m:r>
                      </m:sup>
                    </m:sSubSup>
                  </m:oMath>
                </a14:m>
                <a:r>
                  <a:rPr lang="en-GB" dirty="0"/>
                  <a:t>) . </a:t>
                </a:r>
              </a:p>
            </p:txBody>
          </p:sp>
        </mc:Choice>
        <mc:Fallback xmlns="">
          <p:sp>
            <p:nvSpPr>
              <p:cNvPr id="10" name="TextBox 9">
                <a:extLst>
                  <a:ext uri="{FF2B5EF4-FFF2-40B4-BE49-F238E27FC236}">
                    <a16:creationId xmlns:a16="http://schemas.microsoft.com/office/drawing/2014/main" id="{86C88B9C-94A6-F22A-A8F4-86000D6458E7}"/>
                  </a:ext>
                </a:extLst>
              </p:cNvPr>
              <p:cNvSpPr txBox="1">
                <a:spLocks noRot="1" noChangeAspect="1" noMove="1" noResize="1" noEditPoints="1" noAdjustHandles="1" noChangeArrowheads="1" noChangeShapeType="1" noTextEdit="1"/>
              </p:cNvSpPr>
              <p:nvPr/>
            </p:nvSpPr>
            <p:spPr>
              <a:xfrm>
                <a:off x="186597" y="1073698"/>
                <a:ext cx="8672096" cy="302903"/>
              </a:xfrm>
              <a:prstGeom prst="rect">
                <a:avLst/>
              </a:prstGeom>
              <a:blipFill>
                <a:blip r:embed="rId3"/>
                <a:stretch>
                  <a:fillRect l="-211"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ED06048-AE51-EEC1-AB91-93D130878AB0}"/>
                  </a:ext>
                </a:extLst>
              </p:cNvPr>
              <p:cNvSpPr txBox="1"/>
              <p:nvPr/>
            </p:nvSpPr>
            <p:spPr>
              <a:xfrm>
                <a:off x="186596" y="1806334"/>
                <a:ext cx="7410272" cy="307777"/>
              </a:xfrm>
              <a:prstGeom prst="rect">
                <a:avLst/>
              </a:prstGeom>
              <a:noFill/>
            </p:spPr>
            <p:txBody>
              <a:bodyPr wrap="square">
                <a:spAutoFit/>
              </a:bodyPr>
              <a:lstStyle/>
              <a:p>
                <a:r>
                  <a:rPr lang="en-GB" sz="1400" dirty="0">
                    <a:latin typeface="Calibri" panose="020F0502020204030204" pitchFamily="34" charset="0"/>
                    <a:ea typeface="Calibri" panose="020F0502020204030204" pitchFamily="34" charset="0"/>
                    <a:cs typeface="Calibri" panose="020F0502020204030204" pitchFamily="34" charset="0"/>
                  </a:rPr>
                  <a:t>Considering the difference </a:t>
                </a:r>
                <a14:m>
                  <m:oMath xmlns:m="http://schemas.openxmlformats.org/officeDocument/2006/math">
                    <m:sSub>
                      <m:sSubPr>
                        <m:ctrlPr>
                          <a:rPr lang="en-GB" sz="1400" i="1" dirty="0" smtClean="0">
                            <a:latin typeface="Cambria Math" panose="02040503050406030204" pitchFamily="18" charset="0"/>
                          </a:rPr>
                        </m:ctrlPr>
                      </m:sSubPr>
                      <m:e>
                        <m:r>
                          <a:rPr lang="en-GB" sz="1400" i="1" dirty="0" smtClean="0">
                            <a:latin typeface="Cambria Math" panose="02040503050406030204" pitchFamily="18" charset="0"/>
                            <a:ea typeface="Cambria Math" panose="02040503050406030204" pitchFamily="18" charset="0"/>
                          </a:rPr>
                          <m:t>𝜇</m:t>
                        </m:r>
                      </m:e>
                      <m:sub>
                        <m:r>
                          <a:rPr lang="en-GB" sz="1400" b="0" i="1" dirty="0" smtClean="0">
                            <a:latin typeface="Cambria Math" panose="02040503050406030204" pitchFamily="18" charset="0"/>
                          </a:rPr>
                          <m:t>1</m:t>
                        </m:r>
                      </m:sub>
                    </m:sSub>
                    <m:r>
                      <a:rPr lang="en-GB" sz="1400" b="0" i="1" dirty="0" smtClean="0">
                        <a:latin typeface="Cambria Math" panose="02040503050406030204" pitchFamily="18" charset="0"/>
                      </a:rPr>
                      <m:t>−</m:t>
                    </m:r>
                    <m:sSub>
                      <m:sSubPr>
                        <m:ctrlPr>
                          <a:rPr lang="en-GB" sz="1400" i="1" dirty="0">
                            <a:latin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𝜇</m:t>
                        </m:r>
                      </m:e>
                      <m:sub>
                        <m:r>
                          <a:rPr lang="en-GB" sz="1400" b="0" i="1" dirty="0" smtClean="0">
                            <a:latin typeface="Cambria Math" panose="02040503050406030204" pitchFamily="18" charset="0"/>
                            <a:ea typeface="Cambria Math" panose="02040503050406030204" pitchFamily="18" charset="0"/>
                          </a:rPr>
                          <m:t>2</m:t>
                        </m:r>
                      </m:sub>
                    </m:sSub>
                  </m:oMath>
                </a14:m>
                <a:r>
                  <a:rPr lang="en-GB" sz="1400" dirty="0">
                    <a:latin typeface="Calibri" panose="020F0502020204030204" pitchFamily="34" charset="0"/>
                    <a:ea typeface="Calibri" panose="020F0502020204030204" pitchFamily="34" charset="0"/>
                    <a:cs typeface="Calibri" panose="020F0502020204030204" pitchFamily="34" charset="0"/>
                  </a:rPr>
                  <a:t> and writing null hypotheses of the form</a:t>
                </a:r>
              </a:p>
            </p:txBody>
          </p:sp>
        </mc:Choice>
        <mc:Fallback xmlns="">
          <p:sp>
            <p:nvSpPr>
              <p:cNvPr id="12" name="TextBox 11">
                <a:extLst>
                  <a:ext uri="{FF2B5EF4-FFF2-40B4-BE49-F238E27FC236}">
                    <a16:creationId xmlns:a16="http://schemas.microsoft.com/office/drawing/2014/main" id="{2ED06048-AE51-EEC1-AB91-93D130878AB0}"/>
                  </a:ext>
                </a:extLst>
              </p:cNvPr>
              <p:cNvSpPr txBox="1">
                <a:spLocks noRot="1" noChangeAspect="1" noMove="1" noResize="1" noEditPoints="1" noAdjustHandles="1" noChangeArrowheads="1" noChangeShapeType="1" noTextEdit="1"/>
              </p:cNvSpPr>
              <p:nvPr/>
            </p:nvSpPr>
            <p:spPr>
              <a:xfrm>
                <a:off x="186596" y="1806334"/>
                <a:ext cx="7410272" cy="307777"/>
              </a:xfrm>
              <a:prstGeom prst="rect">
                <a:avLst/>
              </a:prstGeom>
              <a:blipFill>
                <a:blip r:embed="rId4"/>
                <a:stretch>
                  <a:fillRect l="-247" t="-1961" b="-1960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6332CF8-9AE8-EE07-B7D8-83923F6A05DD}"/>
                  </a:ext>
                </a:extLst>
              </p:cNvPr>
              <p:cNvSpPr txBox="1"/>
              <p:nvPr/>
            </p:nvSpPr>
            <p:spPr>
              <a:xfrm>
                <a:off x="2286000" y="2166831"/>
                <a:ext cx="4572000" cy="300082"/>
              </a:xfrm>
              <a:prstGeom prst="rect">
                <a:avLst/>
              </a:prstGeom>
              <a:noFill/>
            </p:spPr>
            <p:txBody>
              <a:bodyPr wrap="square">
                <a:spAutoFit/>
              </a:bodyPr>
              <a:lstStyle/>
              <a:p>
                <a:pPr algn="ctr"/>
                <a14:m>
                  <m:oMath xmlns:m="http://schemas.openxmlformats.org/officeDocument/2006/math">
                    <m:r>
                      <a:rPr lang="en-GB" i="1" dirty="0" smtClean="0">
                        <a:latin typeface="Cambria Math" panose="02040503050406030204" pitchFamily="18" charset="0"/>
                      </a:rPr>
                      <m:t>𝐻</m:t>
                    </m:r>
                    <m:r>
                      <a:rPr lang="en-GB" i="1" dirty="0" smtClean="0">
                        <a:latin typeface="Cambria Math" panose="02040503050406030204" pitchFamily="18" charset="0"/>
                      </a:rPr>
                      <m:t>0:</m:t>
                    </m:r>
                    <m:sSub>
                      <m:sSubPr>
                        <m:ctrlPr>
                          <a:rPr lang="en-GB" sz="1400" i="1" dirty="0">
                            <a:latin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𝜇</m:t>
                        </m:r>
                      </m:e>
                      <m:sub>
                        <m:r>
                          <a:rPr lang="en-GB" sz="1400" i="1" dirty="0">
                            <a:latin typeface="Cambria Math" panose="02040503050406030204" pitchFamily="18" charset="0"/>
                          </a:rPr>
                          <m:t>1</m:t>
                        </m:r>
                      </m:sub>
                    </m:sSub>
                    <m:r>
                      <a:rPr lang="en-GB" sz="1400" i="1" dirty="0">
                        <a:latin typeface="Cambria Math" panose="02040503050406030204" pitchFamily="18" charset="0"/>
                      </a:rPr>
                      <m:t>−</m:t>
                    </m:r>
                    <m:sSub>
                      <m:sSubPr>
                        <m:ctrlPr>
                          <a:rPr lang="en-GB" sz="1400" i="1" dirty="0">
                            <a:latin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𝜇</m:t>
                        </m:r>
                      </m:e>
                      <m:sub>
                        <m:r>
                          <a:rPr lang="en-GB" sz="1400" i="1" dirty="0">
                            <a:latin typeface="Cambria Math" panose="02040503050406030204" pitchFamily="18" charset="0"/>
                            <a:ea typeface="Cambria Math" panose="02040503050406030204" pitchFamily="18" charset="0"/>
                          </a:rPr>
                          <m:t>2</m:t>
                        </m:r>
                      </m:sub>
                    </m:sSub>
                    <m:r>
                      <a:rPr lang="en-GB" sz="1400" b="0" i="1" dirty="0" smtClean="0">
                        <a:latin typeface="Cambria Math" panose="02040503050406030204" pitchFamily="18" charset="0"/>
                        <a:ea typeface="Cambria Math" panose="02040503050406030204" pitchFamily="18" charset="0"/>
                      </a:rPr>
                      <m:t>=</m:t>
                    </m:r>
                    <m:r>
                      <a:rPr lang="en-GB" sz="1400" b="0" i="1" dirty="0" smtClean="0">
                        <a:latin typeface="Cambria Math" panose="02040503050406030204" pitchFamily="18" charset="0"/>
                        <a:ea typeface="Cambria Math" panose="02040503050406030204" pitchFamily="18" charset="0"/>
                      </a:rPr>
                      <m:t>𝑉𝑎𝑙𝑢𝑒</m:t>
                    </m:r>
                  </m:oMath>
                </a14:m>
                <a:r>
                  <a:rPr lang="en-GB" dirty="0"/>
                  <a:t>                                                    </a:t>
                </a:r>
              </a:p>
            </p:txBody>
          </p:sp>
        </mc:Choice>
        <mc:Fallback xmlns="">
          <p:sp>
            <p:nvSpPr>
              <p:cNvPr id="14" name="TextBox 13">
                <a:extLst>
                  <a:ext uri="{FF2B5EF4-FFF2-40B4-BE49-F238E27FC236}">
                    <a16:creationId xmlns:a16="http://schemas.microsoft.com/office/drawing/2014/main" id="{06332CF8-9AE8-EE07-B7D8-83923F6A05DD}"/>
                  </a:ext>
                </a:extLst>
              </p:cNvPr>
              <p:cNvSpPr txBox="1">
                <a:spLocks noRot="1" noChangeAspect="1" noMove="1" noResize="1" noEditPoints="1" noAdjustHandles="1" noChangeArrowheads="1" noChangeShapeType="1" noTextEdit="1"/>
              </p:cNvSpPr>
              <p:nvPr/>
            </p:nvSpPr>
            <p:spPr>
              <a:xfrm>
                <a:off x="2286000" y="2166831"/>
                <a:ext cx="4572000" cy="300082"/>
              </a:xfrm>
              <a:prstGeom prst="rect">
                <a:avLst/>
              </a:prstGeom>
              <a:blipFill>
                <a:blip r:embed="rId5"/>
                <a:stretch>
                  <a:fillRect b="-2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CBC6B77-5F03-19AF-A04E-C1BE6E5821E0}"/>
                  </a:ext>
                </a:extLst>
              </p:cNvPr>
              <p:cNvSpPr txBox="1"/>
              <p:nvPr/>
            </p:nvSpPr>
            <p:spPr>
              <a:xfrm>
                <a:off x="2458210" y="2466913"/>
                <a:ext cx="3941088" cy="458908"/>
              </a:xfrm>
              <a:prstGeom prst="rect">
                <a:avLst/>
              </a:prstGeom>
              <a:noFill/>
            </p:spPr>
            <p:txBody>
              <a:bodyPr wrap="square">
                <a:spAutoFit/>
              </a:bodyPr>
              <a:lstStyle/>
              <a:p>
                <a:pPr algn="ctr"/>
                <a14:m>
                  <m:oMath xmlns:m="http://schemas.openxmlformats.org/officeDocument/2006/math">
                    <m:r>
                      <a:rPr lang="en-GB" sz="1400" b="0" i="1" smtClean="0">
                        <a:latin typeface="Cambria Math" panose="02040503050406030204" pitchFamily="18" charset="0"/>
                      </a:rPr>
                      <m:t>𝐸</m:t>
                    </m:r>
                    <m:d>
                      <m:dPr>
                        <m:ctrlPr>
                          <a:rPr lang="en-GB" sz="1400" b="0" i="1" smtClean="0">
                            <a:latin typeface="Cambria Math" panose="02040503050406030204" pitchFamily="18" charset="0"/>
                          </a:rPr>
                        </m:ctrlPr>
                      </m:dPr>
                      <m:e>
                        <m:sSub>
                          <m:sSubPr>
                            <m:ctrlPr>
                              <a:rPr lang="en-GB" sz="1400" b="0" i="1" smtClean="0">
                                <a:latin typeface="Cambria Math" panose="02040503050406030204" pitchFamily="18" charset="0"/>
                              </a:rPr>
                            </m:ctrlPr>
                          </m:sSubPr>
                          <m:e>
                            <m:acc>
                              <m:accPr>
                                <m:chr m:val="̅"/>
                                <m:ctrlPr>
                                  <a:rPr lang="en-GB" sz="1400" b="0" i="1" smtClean="0">
                                    <a:latin typeface="Cambria Math" panose="02040503050406030204" pitchFamily="18" charset="0"/>
                                  </a:rPr>
                                </m:ctrlPr>
                              </m:accPr>
                              <m:e>
                                <m:r>
                                  <a:rPr lang="en-GB" sz="1400" b="0" i="1" smtClean="0">
                                    <a:latin typeface="Cambria Math" panose="02040503050406030204" pitchFamily="18" charset="0"/>
                                  </a:rPr>
                                  <m:t>𝑋</m:t>
                                </m:r>
                              </m:e>
                            </m:acc>
                          </m:e>
                          <m:sub>
                            <m:r>
                              <a:rPr lang="en-GB" sz="1400" b="0" i="1" smtClean="0">
                                <a:latin typeface="Cambria Math" panose="02040503050406030204" pitchFamily="18" charset="0"/>
                              </a:rPr>
                              <m:t>1</m:t>
                            </m:r>
                          </m:sub>
                        </m:sSub>
                        <m:r>
                          <a:rPr lang="en-GB" sz="1400" b="0" i="1" smtClean="0">
                            <a:latin typeface="Cambria Math" panose="02040503050406030204" pitchFamily="18" charset="0"/>
                          </a:rPr>
                          <m:t>−</m:t>
                        </m:r>
                        <m:sSub>
                          <m:sSubPr>
                            <m:ctrlPr>
                              <a:rPr lang="en-GB" sz="1400" i="1">
                                <a:latin typeface="Cambria Math" panose="02040503050406030204" pitchFamily="18" charset="0"/>
                              </a:rPr>
                            </m:ctrlPr>
                          </m:sSubPr>
                          <m:e>
                            <m:acc>
                              <m:accPr>
                                <m:chr m:val="̅"/>
                                <m:ctrlPr>
                                  <a:rPr lang="en-GB" sz="1400" i="1">
                                    <a:latin typeface="Cambria Math" panose="02040503050406030204" pitchFamily="18" charset="0"/>
                                  </a:rPr>
                                </m:ctrlPr>
                              </m:accPr>
                              <m:e>
                                <m:r>
                                  <a:rPr lang="en-GB" sz="1400" i="1">
                                    <a:latin typeface="Cambria Math" panose="02040503050406030204" pitchFamily="18" charset="0"/>
                                  </a:rPr>
                                  <m:t>𝑋</m:t>
                                </m:r>
                              </m:e>
                            </m:acc>
                          </m:e>
                          <m:sub>
                            <m:r>
                              <a:rPr lang="en-GB" sz="1400" b="0" i="1" smtClean="0">
                                <a:latin typeface="Cambria Math" panose="02040503050406030204" pitchFamily="18" charset="0"/>
                              </a:rPr>
                              <m:t>2</m:t>
                            </m:r>
                          </m:sub>
                        </m:sSub>
                      </m:e>
                    </m:d>
                    <m:r>
                      <a:rPr lang="en-GB" sz="1400" b="0" i="1" smtClean="0">
                        <a:latin typeface="Cambria Math" panose="02040503050406030204" pitchFamily="18" charset="0"/>
                      </a:rPr>
                      <m:t>=</m:t>
                    </m:r>
                  </m:oMath>
                </a14:m>
                <a:r>
                  <a:rPr lang="en-GB" sz="1400" dirty="0"/>
                  <a:t> </a:t>
                </a:r>
                <a14:m>
                  <m:oMath xmlns:m="http://schemas.openxmlformats.org/officeDocument/2006/math">
                    <m:sSub>
                      <m:sSubPr>
                        <m:ctrlPr>
                          <a:rPr lang="en-GB" sz="1400" i="1" dirty="0">
                            <a:latin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𝜇</m:t>
                        </m:r>
                      </m:e>
                      <m:sub>
                        <m:r>
                          <a:rPr lang="en-GB" sz="1400" i="1" dirty="0">
                            <a:latin typeface="Cambria Math" panose="02040503050406030204" pitchFamily="18" charset="0"/>
                          </a:rPr>
                          <m:t>1</m:t>
                        </m:r>
                      </m:sub>
                    </m:sSub>
                    <m:r>
                      <a:rPr lang="en-GB" sz="1400" i="1" dirty="0">
                        <a:latin typeface="Cambria Math" panose="02040503050406030204" pitchFamily="18" charset="0"/>
                      </a:rPr>
                      <m:t>−</m:t>
                    </m:r>
                    <m:sSub>
                      <m:sSubPr>
                        <m:ctrlPr>
                          <a:rPr lang="en-GB" sz="1400" i="1" dirty="0">
                            <a:latin typeface="Cambria Math" panose="02040503050406030204" pitchFamily="18" charset="0"/>
                          </a:rPr>
                        </m:ctrlPr>
                      </m:sSubPr>
                      <m:e>
                        <m:r>
                          <a:rPr lang="en-GB" sz="1400" i="1" dirty="0">
                            <a:latin typeface="Cambria Math" panose="02040503050406030204" pitchFamily="18" charset="0"/>
                            <a:ea typeface="Cambria Math" panose="02040503050406030204" pitchFamily="18" charset="0"/>
                          </a:rPr>
                          <m:t>𝜇</m:t>
                        </m:r>
                      </m:e>
                      <m:sub>
                        <m:r>
                          <a:rPr lang="en-GB" sz="1400" i="1" dirty="0">
                            <a:latin typeface="Cambria Math" panose="02040503050406030204" pitchFamily="18" charset="0"/>
                            <a:ea typeface="Cambria Math" panose="02040503050406030204" pitchFamily="18" charset="0"/>
                          </a:rPr>
                          <m:t>2</m:t>
                        </m:r>
                      </m:sub>
                    </m:sSub>
                  </m:oMath>
                </a14:m>
                <a:r>
                  <a:rPr lang="en-GB" sz="1400" dirty="0"/>
                  <a:t>          </a:t>
                </a:r>
                <a14:m>
                  <m:oMath xmlns:m="http://schemas.openxmlformats.org/officeDocument/2006/math">
                    <m:r>
                      <a:rPr lang="en-GB" sz="1400" i="1" dirty="0" smtClean="0">
                        <a:latin typeface="Cambria Math" panose="02040503050406030204" pitchFamily="18" charset="0"/>
                      </a:rPr>
                      <m:t>𝑉</m:t>
                    </m:r>
                    <m:d>
                      <m:dPr>
                        <m:ctrlPr>
                          <a:rPr lang="en-GB" sz="1400" i="1" dirty="0" smtClean="0">
                            <a:latin typeface="Cambria Math" panose="02040503050406030204" pitchFamily="18" charset="0"/>
                          </a:rPr>
                        </m:ctrlPr>
                      </m:dPr>
                      <m:e>
                        <m:sSub>
                          <m:sSubPr>
                            <m:ctrlPr>
                              <a:rPr lang="en-GB" sz="1400" i="1">
                                <a:latin typeface="Cambria Math" panose="02040503050406030204" pitchFamily="18" charset="0"/>
                              </a:rPr>
                            </m:ctrlPr>
                          </m:sSubPr>
                          <m:e>
                            <m:acc>
                              <m:accPr>
                                <m:chr m:val="̅"/>
                                <m:ctrlPr>
                                  <a:rPr lang="en-GB" sz="1400" i="1">
                                    <a:latin typeface="Cambria Math" panose="02040503050406030204" pitchFamily="18" charset="0"/>
                                  </a:rPr>
                                </m:ctrlPr>
                              </m:accPr>
                              <m:e>
                                <m:r>
                                  <a:rPr lang="en-GB" sz="1400" i="1">
                                    <a:latin typeface="Cambria Math" panose="02040503050406030204" pitchFamily="18" charset="0"/>
                                  </a:rPr>
                                  <m:t>𝑋</m:t>
                                </m:r>
                              </m:e>
                            </m:acc>
                          </m:e>
                          <m:sub>
                            <m:r>
                              <a:rPr lang="en-GB" sz="1400" i="1">
                                <a:latin typeface="Cambria Math" panose="02040503050406030204" pitchFamily="18" charset="0"/>
                              </a:rPr>
                              <m:t>1</m:t>
                            </m:r>
                          </m:sub>
                        </m:sSub>
                        <m:r>
                          <a:rPr lang="en-GB" sz="1400" i="1">
                            <a:latin typeface="Cambria Math" panose="02040503050406030204" pitchFamily="18" charset="0"/>
                          </a:rPr>
                          <m:t>−</m:t>
                        </m:r>
                        <m:sSub>
                          <m:sSubPr>
                            <m:ctrlPr>
                              <a:rPr lang="en-GB" sz="1400" i="1">
                                <a:latin typeface="Cambria Math" panose="02040503050406030204" pitchFamily="18" charset="0"/>
                              </a:rPr>
                            </m:ctrlPr>
                          </m:sSubPr>
                          <m:e>
                            <m:acc>
                              <m:accPr>
                                <m:chr m:val="̅"/>
                                <m:ctrlPr>
                                  <a:rPr lang="en-GB" sz="1400" i="1">
                                    <a:latin typeface="Cambria Math" panose="02040503050406030204" pitchFamily="18" charset="0"/>
                                  </a:rPr>
                                </m:ctrlPr>
                              </m:accPr>
                              <m:e>
                                <m:r>
                                  <a:rPr lang="en-GB" sz="1400" i="1">
                                    <a:latin typeface="Cambria Math" panose="02040503050406030204" pitchFamily="18" charset="0"/>
                                  </a:rPr>
                                  <m:t>𝑋</m:t>
                                </m:r>
                              </m:e>
                            </m:acc>
                          </m:e>
                          <m:sub>
                            <m:r>
                              <a:rPr lang="en-GB" sz="1400" i="1">
                                <a:latin typeface="Cambria Math" panose="02040503050406030204" pitchFamily="18" charset="0"/>
                              </a:rPr>
                              <m:t>2</m:t>
                            </m:r>
                          </m:sub>
                        </m:sSub>
                      </m:e>
                    </m:d>
                    <m:r>
                      <a:rPr lang="en-GB" sz="1400" b="0" i="1" smtClean="0">
                        <a:latin typeface="Cambria Math" panose="02040503050406030204" pitchFamily="18" charset="0"/>
                      </a:rPr>
                      <m:t>=</m:t>
                    </m:r>
                    <m:f>
                      <m:fPr>
                        <m:ctrlPr>
                          <a:rPr lang="en-GB" sz="1400" b="0" i="1" smtClean="0">
                            <a:latin typeface="Cambria Math" panose="02040503050406030204" pitchFamily="18" charset="0"/>
                          </a:rPr>
                        </m:ctrlPr>
                      </m:fPr>
                      <m:num>
                        <m:sSubSup>
                          <m:sSubSupPr>
                            <m:ctrlPr>
                              <a:rPr lang="en-GB" sz="1400" b="0" i="1" smtClean="0">
                                <a:latin typeface="Cambria Math" panose="02040503050406030204" pitchFamily="18" charset="0"/>
                              </a:rPr>
                            </m:ctrlPr>
                          </m:sSubSupPr>
                          <m:e>
                            <m:r>
                              <a:rPr lang="en-GB" sz="1400" b="0" i="1" smtClean="0">
                                <a:latin typeface="Cambria Math" panose="02040503050406030204" pitchFamily="18" charset="0"/>
                                <a:ea typeface="Cambria Math" panose="02040503050406030204" pitchFamily="18" charset="0"/>
                              </a:rPr>
                              <m:t>𝜎</m:t>
                            </m:r>
                          </m:e>
                          <m:sub>
                            <m:r>
                              <a:rPr lang="en-GB" sz="1400" b="0" i="1" smtClean="0">
                                <a:latin typeface="Cambria Math" panose="02040503050406030204" pitchFamily="18" charset="0"/>
                              </a:rPr>
                              <m:t>1</m:t>
                            </m:r>
                          </m:sub>
                          <m:sup>
                            <m:r>
                              <a:rPr lang="en-GB" sz="1400" b="0" i="1" smtClean="0">
                                <a:latin typeface="Cambria Math" panose="02040503050406030204" pitchFamily="18" charset="0"/>
                              </a:rPr>
                              <m:t>2</m:t>
                            </m:r>
                          </m:sup>
                        </m:sSubSup>
                      </m:num>
                      <m:den>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𝑛</m:t>
                            </m:r>
                          </m:e>
                          <m:sub>
                            <m:r>
                              <a:rPr lang="en-GB" sz="1400" b="0" i="1" smtClean="0">
                                <a:latin typeface="Cambria Math" panose="02040503050406030204" pitchFamily="18" charset="0"/>
                              </a:rPr>
                              <m:t>1</m:t>
                            </m:r>
                          </m:sub>
                        </m:sSub>
                      </m:den>
                    </m:f>
                    <m:r>
                      <a:rPr lang="en-GB" sz="1400" b="0" i="1" smtClean="0">
                        <a:latin typeface="Cambria Math" panose="02040503050406030204" pitchFamily="18" charset="0"/>
                      </a:rPr>
                      <m:t>+</m:t>
                    </m:r>
                    <m:f>
                      <m:fPr>
                        <m:ctrlPr>
                          <a:rPr lang="en-GB" sz="1400" b="0" i="1" smtClean="0">
                            <a:latin typeface="Cambria Math" panose="02040503050406030204" pitchFamily="18" charset="0"/>
                          </a:rPr>
                        </m:ctrlPr>
                      </m:fPr>
                      <m:num>
                        <m:sSubSup>
                          <m:sSubSupPr>
                            <m:ctrlPr>
                              <a:rPr lang="en-GB" sz="1400" i="1">
                                <a:latin typeface="Cambria Math" panose="02040503050406030204" pitchFamily="18" charset="0"/>
                              </a:rPr>
                            </m:ctrlPr>
                          </m:sSubSupPr>
                          <m:e>
                            <m:r>
                              <a:rPr lang="en-GB" sz="1400" i="1">
                                <a:latin typeface="Cambria Math" panose="02040503050406030204" pitchFamily="18" charset="0"/>
                                <a:ea typeface="Cambria Math" panose="02040503050406030204" pitchFamily="18" charset="0"/>
                              </a:rPr>
                              <m:t>𝜎</m:t>
                            </m:r>
                          </m:e>
                          <m:sub>
                            <m:r>
                              <a:rPr lang="en-GB" sz="1400" b="0" i="1" smtClean="0">
                                <a:latin typeface="Cambria Math" panose="02040503050406030204" pitchFamily="18" charset="0"/>
                                <a:ea typeface="Cambria Math" panose="02040503050406030204" pitchFamily="18" charset="0"/>
                              </a:rPr>
                              <m:t>2</m:t>
                            </m:r>
                          </m:sub>
                          <m:sup>
                            <m:r>
                              <a:rPr lang="en-GB" sz="1400" i="1">
                                <a:latin typeface="Cambria Math" panose="02040503050406030204" pitchFamily="18" charset="0"/>
                              </a:rPr>
                              <m:t>2</m:t>
                            </m:r>
                          </m:sup>
                        </m:sSubSup>
                      </m:num>
                      <m:den>
                        <m:sSub>
                          <m:sSubPr>
                            <m:ctrlPr>
                              <a:rPr lang="en-GB" sz="1400" i="1">
                                <a:latin typeface="Cambria Math" panose="02040503050406030204" pitchFamily="18" charset="0"/>
                              </a:rPr>
                            </m:ctrlPr>
                          </m:sSubPr>
                          <m:e>
                            <m:r>
                              <a:rPr lang="en-GB" sz="1400" i="1">
                                <a:latin typeface="Cambria Math" panose="02040503050406030204" pitchFamily="18" charset="0"/>
                              </a:rPr>
                              <m:t>𝑛</m:t>
                            </m:r>
                          </m:e>
                          <m:sub>
                            <m:r>
                              <a:rPr lang="en-GB" sz="1400" b="0" i="1" smtClean="0">
                                <a:latin typeface="Cambria Math" panose="02040503050406030204" pitchFamily="18" charset="0"/>
                              </a:rPr>
                              <m:t>2</m:t>
                            </m:r>
                          </m:sub>
                        </m:sSub>
                      </m:den>
                    </m:f>
                  </m:oMath>
                </a14:m>
                <a:endParaRPr lang="en-GB" sz="1400" dirty="0"/>
              </a:p>
            </p:txBody>
          </p:sp>
        </mc:Choice>
        <mc:Fallback xmlns="">
          <p:sp>
            <p:nvSpPr>
              <p:cNvPr id="18" name="TextBox 17">
                <a:extLst>
                  <a:ext uri="{FF2B5EF4-FFF2-40B4-BE49-F238E27FC236}">
                    <a16:creationId xmlns:a16="http://schemas.microsoft.com/office/drawing/2014/main" id="{6CBC6B77-5F03-19AF-A04E-C1BE6E5821E0}"/>
                  </a:ext>
                </a:extLst>
              </p:cNvPr>
              <p:cNvSpPr txBox="1">
                <a:spLocks noRot="1" noChangeAspect="1" noMove="1" noResize="1" noEditPoints="1" noAdjustHandles="1" noChangeArrowheads="1" noChangeShapeType="1" noTextEdit="1"/>
              </p:cNvSpPr>
              <p:nvPr/>
            </p:nvSpPr>
            <p:spPr>
              <a:xfrm>
                <a:off x="2458210" y="2466913"/>
                <a:ext cx="3941088" cy="458908"/>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2579E24-B8A0-6599-0978-F4596008539D}"/>
                  </a:ext>
                </a:extLst>
              </p:cNvPr>
              <p:cNvSpPr txBox="1"/>
              <p:nvPr/>
            </p:nvSpPr>
            <p:spPr>
              <a:xfrm>
                <a:off x="2286000" y="1423560"/>
                <a:ext cx="4572000" cy="3029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GB" i="1" dirty="0" smtClean="0">
                              <a:latin typeface="Cambria Math" panose="02040503050406030204" pitchFamily="18" charset="0"/>
                            </a:rPr>
                          </m:ctrlPr>
                        </m:sSubSupPr>
                        <m:e>
                          <m:r>
                            <a:rPr lang="en-GB" i="1" dirty="0" smtClean="0">
                              <a:latin typeface="Cambria Math" panose="02040503050406030204" pitchFamily="18" charset="0"/>
                              <a:ea typeface="Cambria Math" panose="02040503050406030204" pitchFamily="18" charset="0"/>
                            </a:rPr>
                            <m:t>𝜎</m:t>
                          </m:r>
                        </m:e>
                        <m:sub>
                          <m:r>
                            <a:rPr lang="en-GB" b="0" i="1" dirty="0" smtClean="0">
                              <a:latin typeface="Cambria Math" panose="02040503050406030204" pitchFamily="18" charset="0"/>
                            </a:rPr>
                            <m:t>1</m:t>
                          </m:r>
                        </m:sub>
                        <m:sup>
                          <m:r>
                            <a:rPr lang="en-GB" b="0" i="1" dirty="0" smtClean="0">
                              <a:latin typeface="Cambria Math" panose="02040503050406030204" pitchFamily="18" charset="0"/>
                            </a:rPr>
                            <m:t>2</m:t>
                          </m:r>
                        </m:sup>
                      </m:sSubSup>
                      <m:r>
                        <a:rPr lang="en-GB" b="0" i="1" dirty="0" smtClean="0">
                          <a:latin typeface="Cambria Math" panose="02040503050406030204" pitchFamily="18" charset="0"/>
                          <a:ea typeface="Cambria Math" panose="02040503050406030204" pitchFamily="18" charset="0"/>
                        </a:rPr>
                        <m:t>≠</m:t>
                      </m:r>
                      <m:sSubSup>
                        <m:sSubSupPr>
                          <m:ctrlPr>
                            <a:rPr lang="en-GB" i="1" dirty="0">
                              <a:latin typeface="Cambria Math" panose="02040503050406030204" pitchFamily="18" charset="0"/>
                            </a:rPr>
                          </m:ctrlPr>
                        </m:sSubSupPr>
                        <m:e>
                          <m:r>
                            <a:rPr lang="en-GB" i="1" dirty="0">
                              <a:latin typeface="Cambria Math" panose="02040503050406030204" pitchFamily="18" charset="0"/>
                              <a:ea typeface="Cambria Math" panose="02040503050406030204" pitchFamily="18" charset="0"/>
                            </a:rPr>
                            <m:t>𝜎</m:t>
                          </m:r>
                        </m:e>
                        <m:sub>
                          <m:r>
                            <a:rPr lang="en-GB" b="0" i="1" dirty="0" smtClean="0">
                              <a:latin typeface="Cambria Math" panose="02040503050406030204" pitchFamily="18" charset="0"/>
                            </a:rPr>
                            <m:t>2</m:t>
                          </m:r>
                        </m:sub>
                        <m:sup>
                          <m:r>
                            <a:rPr lang="en-GB" i="1" dirty="0">
                              <a:latin typeface="Cambria Math" panose="02040503050406030204" pitchFamily="18" charset="0"/>
                            </a:rPr>
                            <m:t>2</m:t>
                          </m:r>
                        </m:sup>
                      </m:sSubSup>
                      <m:r>
                        <a:rPr lang="en-GB" b="0" i="1" dirty="0" smtClean="0">
                          <a:latin typeface="Cambria Math" panose="02040503050406030204" pitchFamily="18" charset="0"/>
                        </a:rPr>
                        <m:t>=?</m:t>
                      </m:r>
                    </m:oMath>
                  </m:oMathPara>
                </a14:m>
                <a:endParaRPr lang="en-GB" dirty="0"/>
              </a:p>
            </p:txBody>
          </p:sp>
        </mc:Choice>
        <mc:Fallback xmlns="">
          <p:sp>
            <p:nvSpPr>
              <p:cNvPr id="3" name="TextBox 2">
                <a:extLst>
                  <a:ext uri="{FF2B5EF4-FFF2-40B4-BE49-F238E27FC236}">
                    <a16:creationId xmlns:a16="http://schemas.microsoft.com/office/drawing/2014/main" id="{C2579E24-B8A0-6599-0978-F4596008539D}"/>
                  </a:ext>
                </a:extLst>
              </p:cNvPr>
              <p:cNvSpPr txBox="1">
                <a:spLocks noRot="1" noChangeAspect="1" noMove="1" noResize="1" noEditPoints="1" noAdjustHandles="1" noChangeArrowheads="1" noChangeShapeType="1" noTextEdit="1"/>
              </p:cNvSpPr>
              <p:nvPr/>
            </p:nvSpPr>
            <p:spPr>
              <a:xfrm>
                <a:off x="2286000" y="1423560"/>
                <a:ext cx="4572000" cy="302903"/>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7E50AD1D-39DE-02CD-CED1-8F7ADD2162ED}"/>
                  </a:ext>
                </a:extLst>
              </p:cNvPr>
              <p:cNvSpPr txBox="1"/>
              <p:nvPr/>
            </p:nvSpPr>
            <p:spPr>
              <a:xfrm>
                <a:off x="704537" y="3079466"/>
                <a:ext cx="2909609" cy="9903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400" b="0"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𝑇</m:t>
                      </m:r>
                      <m:r>
                        <a:rPr lang="en-GB" sz="1400"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m:t>
                      </m:r>
                      <m:f>
                        <m:fPr>
                          <m:ctrlPr>
                            <a:rPr lang="en-GB" sz="1400" i="1">
                              <a:solidFill>
                                <a:srgbClr val="FF0000"/>
                              </a:solidFill>
                              <a:effectLst/>
                              <a:latin typeface="Cambria Math" panose="02040503050406030204" pitchFamily="18" charset="0"/>
                              <a:ea typeface="DengXian" panose="02010600030101010101" pitchFamily="2" charset="-122"/>
                              <a:cs typeface="Calibri" panose="020F0502020204030204" pitchFamily="34" charset="0"/>
                            </a:rPr>
                          </m:ctrlPr>
                        </m:fPr>
                        <m:num>
                          <m:d>
                            <m:dPr>
                              <m:ctrlPr>
                                <a:rPr lang="en-GB" sz="1400" i="1">
                                  <a:solidFill>
                                    <a:srgbClr val="FF0000"/>
                                  </a:solidFill>
                                  <a:latin typeface="Cambria Math" panose="02040503050406030204" pitchFamily="18" charset="0"/>
                                </a:rPr>
                              </m:ctrlPr>
                            </m:dPr>
                            <m:e>
                              <m:sSub>
                                <m:sSubPr>
                                  <m:ctrlPr>
                                    <a:rPr lang="en-GB" sz="1400" i="1">
                                      <a:solidFill>
                                        <a:srgbClr val="FF0000"/>
                                      </a:solidFill>
                                      <a:latin typeface="Cambria Math" panose="02040503050406030204" pitchFamily="18" charset="0"/>
                                    </a:rPr>
                                  </m:ctrlPr>
                                </m:sSubPr>
                                <m:e>
                                  <m:acc>
                                    <m:accPr>
                                      <m:chr m:val="̅"/>
                                      <m:ctrlPr>
                                        <a:rPr lang="en-GB" sz="1400" i="1">
                                          <a:solidFill>
                                            <a:srgbClr val="FF0000"/>
                                          </a:solidFill>
                                          <a:latin typeface="Cambria Math" panose="02040503050406030204" pitchFamily="18" charset="0"/>
                                        </a:rPr>
                                      </m:ctrlPr>
                                    </m:accPr>
                                    <m:e>
                                      <m:r>
                                        <a:rPr lang="en-GB" sz="1400" i="1">
                                          <a:solidFill>
                                            <a:srgbClr val="FF0000"/>
                                          </a:solidFill>
                                          <a:latin typeface="Cambria Math" panose="02040503050406030204" pitchFamily="18" charset="0"/>
                                        </a:rPr>
                                        <m:t>𝑋</m:t>
                                      </m:r>
                                    </m:e>
                                  </m:acc>
                                </m:e>
                                <m:sub>
                                  <m:r>
                                    <a:rPr lang="en-GB" sz="1400" i="1">
                                      <a:solidFill>
                                        <a:srgbClr val="FF0000"/>
                                      </a:solidFill>
                                      <a:latin typeface="Cambria Math" panose="02040503050406030204" pitchFamily="18" charset="0"/>
                                    </a:rPr>
                                    <m:t>1</m:t>
                                  </m:r>
                                </m:sub>
                              </m:sSub>
                              <m:r>
                                <a:rPr lang="en-GB" sz="1400" i="1">
                                  <a:solidFill>
                                    <a:srgbClr val="FF0000"/>
                                  </a:solidFill>
                                  <a:latin typeface="Cambria Math" panose="02040503050406030204" pitchFamily="18" charset="0"/>
                                </a:rPr>
                                <m:t>−</m:t>
                              </m:r>
                              <m:sSub>
                                <m:sSubPr>
                                  <m:ctrlPr>
                                    <a:rPr lang="en-GB" sz="1400" i="1">
                                      <a:solidFill>
                                        <a:srgbClr val="FF0000"/>
                                      </a:solidFill>
                                      <a:latin typeface="Cambria Math" panose="02040503050406030204" pitchFamily="18" charset="0"/>
                                    </a:rPr>
                                  </m:ctrlPr>
                                </m:sSubPr>
                                <m:e>
                                  <m:acc>
                                    <m:accPr>
                                      <m:chr m:val="̅"/>
                                      <m:ctrlPr>
                                        <a:rPr lang="en-GB" sz="1400" i="1">
                                          <a:solidFill>
                                            <a:srgbClr val="FF0000"/>
                                          </a:solidFill>
                                          <a:latin typeface="Cambria Math" panose="02040503050406030204" pitchFamily="18" charset="0"/>
                                        </a:rPr>
                                      </m:ctrlPr>
                                    </m:accPr>
                                    <m:e>
                                      <m:r>
                                        <a:rPr lang="en-GB" sz="1400" i="1">
                                          <a:solidFill>
                                            <a:srgbClr val="FF0000"/>
                                          </a:solidFill>
                                          <a:latin typeface="Cambria Math" panose="02040503050406030204" pitchFamily="18" charset="0"/>
                                        </a:rPr>
                                        <m:t>𝑋</m:t>
                                      </m:r>
                                    </m:e>
                                  </m:acc>
                                </m:e>
                                <m:sub>
                                  <m:r>
                                    <a:rPr lang="en-GB" sz="1400" i="1">
                                      <a:solidFill>
                                        <a:srgbClr val="FF0000"/>
                                      </a:solidFill>
                                      <a:latin typeface="Cambria Math" panose="02040503050406030204" pitchFamily="18" charset="0"/>
                                    </a:rPr>
                                    <m:t>2</m:t>
                                  </m:r>
                                </m:sub>
                              </m:sSub>
                            </m:e>
                          </m:d>
                          <m:r>
                            <a:rPr lang="en-GB" sz="1400" i="1">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m:t>
                          </m:r>
                          <m:sSub>
                            <m:sSubPr>
                              <m:ctrlPr>
                                <a:rPr lang="en-GB" sz="1400" i="1" dirty="0">
                                  <a:solidFill>
                                    <a:srgbClr val="FF0000"/>
                                  </a:solidFill>
                                  <a:latin typeface="Cambria Math" panose="02040503050406030204" pitchFamily="18" charset="0"/>
                                </a:rPr>
                              </m:ctrlPr>
                            </m:sSubPr>
                            <m:e>
                              <m:r>
                                <a:rPr lang="en-GB" sz="1400" b="0" i="1" dirty="0" smtClean="0">
                                  <a:solidFill>
                                    <a:srgbClr val="FF0000"/>
                                  </a:solidFill>
                                  <a:latin typeface="Cambria Math" panose="02040503050406030204" pitchFamily="18" charset="0"/>
                                </a:rPr>
                                <m:t>(</m:t>
                              </m:r>
                              <m:r>
                                <a:rPr lang="en-GB" sz="1400" i="1" dirty="0">
                                  <a:solidFill>
                                    <a:srgbClr val="FF0000"/>
                                  </a:solidFill>
                                  <a:latin typeface="Cambria Math" panose="02040503050406030204" pitchFamily="18" charset="0"/>
                                  <a:ea typeface="Cambria Math" panose="02040503050406030204" pitchFamily="18" charset="0"/>
                                </a:rPr>
                                <m:t>𝜇</m:t>
                              </m:r>
                            </m:e>
                            <m:sub>
                              <m:r>
                                <a:rPr lang="en-GB" sz="1400" i="1" dirty="0">
                                  <a:solidFill>
                                    <a:srgbClr val="FF0000"/>
                                  </a:solidFill>
                                  <a:latin typeface="Cambria Math" panose="02040503050406030204" pitchFamily="18" charset="0"/>
                                </a:rPr>
                                <m:t>1</m:t>
                              </m:r>
                            </m:sub>
                          </m:sSub>
                          <m:r>
                            <a:rPr lang="en-GB" sz="1400" i="1" dirty="0">
                              <a:solidFill>
                                <a:srgbClr val="FF0000"/>
                              </a:solidFill>
                              <a:latin typeface="Cambria Math" panose="02040503050406030204" pitchFamily="18" charset="0"/>
                            </a:rPr>
                            <m:t>−</m:t>
                          </m:r>
                          <m:sSub>
                            <m:sSubPr>
                              <m:ctrlPr>
                                <a:rPr lang="en-GB" sz="1400" i="1" dirty="0">
                                  <a:solidFill>
                                    <a:srgbClr val="FF0000"/>
                                  </a:solidFill>
                                  <a:latin typeface="Cambria Math" panose="02040503050406030204" pitchFamily="18" charset="0"/>
                                </a:rPr>
                              </m:ctrlPr>
                            </m:sSubPr>
                            <m:e>
                              <m:r>
                                <a:rPr lang="en-GB" sz="1400" i="1" dirty="0">
                                  <a:solidFill>
                                    <a:srgbClr val="FF0000"/>
                                  </a:solidFill>
                                  <a:latin typeface="Cambria Math" panose="02040503050406030204" pitchFamily="18" charset="0"/>
                                  <a:ea typeface="Cambria Math" panose="02040503050406030204" pitchFamily="18" charset="0"/>
                                </a:rPr>
                                <m:t>𝜇</m:t>
                              </m:r>
                            </m:e>
                            <m:sub>
                              <m:r>
                                <a:rPr lang="en-GB" sz="1400" i="1" dirty="0">
                                  <a:solidFill>
                                    <a:srgbClr val="FF0000"/>
                                  </a:solidFill>
                                  <a:latin typeface="Cambria Math" panose="02040503050406030204" pitchFamily="18" charset="0"/>
                                  <a:ea typeface="Cambria Math" panose="02040503050406030204" pitchFamily="18" charset="0"/>
                                </a:rPr>
                                <m:t>2</m:t>
                              </m:r>
                            </m:sub>
                          </m:sSub>
                          <m:r>
                            <a:rPr lang="en-GB" sz="1400" b="0" i="1" dirty="0" smtClean="0">
                              <a:solidFill>
                                <a:srgbClr val="FF0000"/>
                              </a:solidFill>
                              <a:latin typeface="Cambria Math" panose="02040503050406030204" pitchFamily="18" charset="0"/>
                              <a:ea typeface="Cambria Math" panose="02040503050406030204" pitchFamily="18" charset="0"/>
                            </a:rPr>
                            <m:t>)</m:t>
                          </m:r>
                        </m:num>
                        <m:den>
                          <m:rad>
                            <m:radPr>
                              <m:degHide m:val="on"/>
                              <m:ctrlPr>
                                <a:rPr lang="en-GB" sz="1400"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ctrlPr>
                            </m:radPr>
                            <m:deg/>
                            <m:e>
                              <m:f>
                                <m:fPr>
                                  <m:ctrlPr>
                                    <a:rPr lang="en-GB" sz="1400" i="1">
                                      <a:solidFill>
                                        <a:srgbClr val="FF0000"/>
                                      </a:solidFill>
                                      <a:latin typeface="Cambria Math" panose="02040503050406030204" pitchFamily="18" charset="0"/>
                                    </a:rPr>
                                  </m:ctrlPr>
                                </m:fPr>
                                <m:num>
                                  <m:sSubSup>
                                    <m:sSubSupPr>
                                      <m:ctrlP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ctrlPr>
                                    </m:sSubSupPr>
                                    <m:e>
                                      <m: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t>𝑆</m:t>
                                      </m:r>
                                    </m:e>
                                    <m:sub>
                                      <m: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t>1</m:t>
                                      </m:r>
                                    </m:sub>
                                    <m:sup>
                                      <m: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t>2</m:t>
                                      </m:r>
                                    </m:sup>
                                  </m:sSubSup>
                                </m:num>
                                <m:den>
                                  <m:sSub>
                                    <m:sSubPr>
                                      <m:ctrlPr>
                                        <a:rPr lang="en-GB" sz="1400" i="1">
                                          <a:solidFill>
                                            <a:srgbClr val="FF0000"/>
                                          </a:solidFill>
                                          <a:latin typeface="Cambria Math" panose="02040503050406030204" pitchFamily="18" charset="0"/>
                                        </a:rPr>
                                      </m:ctrlPr>
                                    </m:sSubPr>
                                    <m:e>
                                      <m:r>
                                        <a:rPr lang="en-GB" sz="1400" i="1">
                                          <a:solidFill>
                                            <a:srgbClr val="FF0000"/>
                                          </a:solidFill>
                                          <a:latin typeface="Cambria Math" panose="02040503050406030204" pitchFamily="18" charset="0"/>
                                        </a:rPr>
                                        <m:t>𝑛</m:t>
                                      </m:r>
                                    </m:e>
                                    <m:sub>
                                      <m:r>
                                        <a:rPr lang="en-GB" sz="1400" i="1">
                                          <a:solidFill>
                                            <a:srgbClr val="FF0000"/>
                                          </a:solidFill>
                                          <a:latin typeface="Cambria Math" panose="02040503050406030204" pitchFamily="18" charset="0"/>
                                        </a:rPr>
                                        <m:t>1</m:t>
                                      </m:r>
                                    </m:sub>
                                  </m:sSub>
                                </m:den>
                              </m:f>
                              <m:r>
                                <a:rPr lang="en-GB" sz="1400" i="1">
                                  <a:solidFill>
                                    <a:srgbClr val="FF0000"/>
                                  </a:solidFill>
                                  <a:latin typeface="Cambria Math" panose="02040503050406030204" pitchFamily="18" charset="0"/>
                                </a:rPr>
                                <m:t>+</m:t>
                              </m:r>
                              <m:f>
                                <m:fPr>
                                  <m:ctrlPr>
                                    <a:rPr lang="en-GB" sz="1400" i="1">
                                      <a:solidFill>
                                        <a:srgbClr val="FF0000"/>
                                      </a:solidFill>
                                      <a:latin typeface="Cambria Math" panose="02040503050406030204" pitchFamily="18" charset="0"/>
                                    </a:rPr>
                                  </m:ctrlPr>
                                </m:fPr>
                                <m:num>
                                  <m:sSubSup>
                                    <m:sSubSupPr>
                                      <m:ctrlP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ctrlPr>
                                    </m:sSubSupPr>
                                    <m:e>
                                      <m: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t>𝑆</m:t>
                                      </m:r>
                                    </m:e>
                                    <m:sub>
                                      <m: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t>2</m:t>
                                      </m:r>
                                    </m:sub>
                                    <m:sup>
                                      <m: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t>2</m:t>
                                      </m:r>
                                    </m:sup>
                                  </m:sSubSup>
                                </m:num>
                                <m:den>
                                  <m:sSub>
                                    <m:sSubPr>
                                      <m:ctrlPr>
                                        <a:rPr lang="en-GB" sz="1400" i="1">
                                          <a:solidFill>
                                            <a:srgbClr val="FF0000"/>
                                          </a:solidFill>
                                          <a:latin typeface="Cambria Math" panose="02040503050406030204" pitchFamily="18" charset="0"/>
                                        </a:rPr>
                                      </m:ctrlPr>
                                    </m:sSubPr>
                                    <m:e>
                                      <m:r>
                                        <a:rPr lang="en-GB" sz="1400" i="1">
                                          <a:solidFill>
                                            <a:srgbClr val="FF0000"/>
                                          </a:solidFill>
                                          <a:latin typeface="Cambria Math" panose="02040503050406030204" pitchFamily="18" charset="0"/>
                                        </a:rPr>
                                        <m:t>𝑛</m:t>
                                      </m:r>
                                    </m:e>
                                    <m:sub>
                                      <m:r>
                                        <a:rPr lang="en-GB" sz="1400" i="1">
                                          <a:solidFill>
                                            <a:srgbClr val="FF0000"/>
                                          </a:solidFill>
                                          <a:latin typeface="Cambria Math" panose="02040503050406030204" pitchFamily="18" charset="0"/>
                                        </a:rPr>
                                        <m:t>2</m:t>
                                      </m:r>
                                    </m:sub>
                                  </m:sSub>
                                </m:den>
                              </m:f>
                            </m:e>
                          </m:rad>
                        </m:den>
                      </m:f>
                    </m:oMath>
                  </m:oMathPara>
                </a14:m>
                <a:endParaRPr lang="en-GB" sz="1400" dirty="0">
                  <a:solidFill>
                    <a:srgbClr val="FF0000"/>
                  </a:solidFill>
                </a:endParaRPr>
              </a:p>
            </p:txBody>
          </p:sp>
        </mc:Choice>
        <mc:Fallback>
          <p:sp>
            <p:nvSpPr>
              <p:cNvPr id="5" name="TextBox 4">
                <a:extLst>
                  <a:ext uri="{FF2B5EF4-FFF2-40B4-BE49-F238E27FC236}">
                    <a16:creationId xmlns:a16="http://schemas.microsoft.com/office/drawing/2014/main" id="{7E50AD1D-39DE-02CD-CED1-8F7ADD2162ED}"/>
                  </a:ext>
                </a:extLst>
              </p:cNvPr>
              <p:cNvSpPr txBox="1">
                <a:spLocks noRot="1" noChangeAspect="1" noMove="1" noResize="1" noEditPoints="1" noAdjustHandles="1" noChangeArrowheads="1" noChangeShapeType="1" noTextEdit="1"/>
              </p:cNvSpPr>
              <p:nvPr/>
            </p:nvSpPr>
            <p:spPr>
              <a:xfrm>
                <a:off x="704537" y="3079466"/>
                <a:ext cx="2909609" cy="990336"/>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686CF662-28AE-0D84-59F9-9F8390BCC460}"/>
                  </a:ext>
                </a:extLst>
              </p:cNvPr>
              <p:cNvSpPr txBox="1"/>
              <p:nvPr/>
            </p:nvSpPr>
            <p:spPr>
              <a:xfrm>
                <a:off x="6079771" y="3317612"/>
                <a:ext cx="2359692" cy="312586"/>
              </a:xfrm>
              <a:prstGeom prst="rect">
                <a:avLst/>
              </a:prstGeom>
              <a:noFill/>
            </p:spPr>
            <p:txBody>
              <a:bodyPr wrap="square">
                <a:spAutoFit/>
              </a:bodyPr>
              <a:lstStyle/>
              <a:p>
                <a14:m>
                  <m:oMath xmlns:m="http://schemas.openxmlformats.org/officeDocument/2006/math">
                    <m:r>
                      <a:rPr lang="en-GB" sz="1400" b="1" i="1" dirty="0" smtClean="0">
                        <a:solidFill>
                          <a:srgbClr val="FF0000"/>
                        </a:solidFill>
                        <a:latin typeface="Cambria Math" panose="02040503050406030204" pitchFamily="18" charset="0"/>
                      </a:rPr>
                      <m:t>𝒗</m:t>
                    </m:r>
                    <m:r>
                      <a:rPr lang="en-GB" sz="1400" b="1" i="1" dirty="0" smtClean="0">
                        <a:solidFill>
                          <a:srgbClr val="FF0000"/>
                        </a:solidFill>
                        <a:latin typeface="Cambria Math" panose="02040503050406030204" pitchFamily="18" charset="0"/>
                      </a:rPr>
                      <m:t> </m:t>
                    </m:r>
                  </m:oMath>
                </a14:m>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degrees of freedom </a:t>
                </a:r>
              </a:p>
            </p:txBody>
          </p:sp>
        </mc:Choice>
        <mc:Fallback>
          <p:sp>
            <p:nvSpPr>
              <p:cNvPr id="9" name="TextBox 8">
                <a:extLst>
                  <a:ext uri="{FF2B5EF4-FFF2-40B4-BE49-F238E27FC236}">
                    <a16:creationId xmlns:a16="http://schemas.microsoft.com/office/drawing/2014/main" id="{686CF662-28AE-0D84-59F9-9F8390BCC460}"/>
                  </a:ext>
                </a:extLst>
              </p:cNvPr>
              <p:cNvSpPr txBox="1">
                <a:spLocks noRot="1" noChangeAspect="1" noMove="1" noResize="1" noEditPoints="1" noAdjustHandles="1" noChangeArrowheads="1" noChangeShapeType="1" noTextEdit="1"/>
              </p:cNvSpPr>
              <p:nvPr/>
            </p:nvSpPr>
            <p:spPr>
              <a:xfrm>
                <a:off x="6079771" y="3317612"/>
                <a:ext cx="2359692" cy="312586"/>
              </a:xfrm>
              <a:prstGeom prst="rect">
                <a:avLst/>
              </a:prstGeom>
              <a:blipFill>
                <a:blip r:embed="rId10"/>
                <a:stretch>
                  <a:fillRect t="-3846" b="-17308"/>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1DDCD520-6F00-A305-2D32-B236347D7F19}"/>
                  </a:ext>
                </a:extLst>
              </p:cNvPr>
              <p:cNvSpPr txBox="1"/>
              <p:nvPr/>
            </p:nvSpPr>
            <p:spPr>
              <a:xfrm>
                <a:off x="3064230" y="2858704"/>
                <a:ext cx="2909609" cy="13720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400" b="0"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𝑣</m:t>
                      </m:r>
                      <m:r>
                        <a:rPr lang="en-GB" sz="1400"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m:t>
                      </m:r>
                      <m:f>
                        <m:fPr>
                          <m:ctrlPr>
                            <a:rPr lang="en-GB" sz="1400" i="1">
                              <a:solidFill>
                                <a:srgbClr val="FF0000"/>
                              </a:solidFill>
                              <a:effectLst/>
                              <a:latin typeface="Cambria Math" panose="02040503050406030204" pitchFamily="18" charset="0"/>
                              <a:ea typeface="DengXian" panose="02010600030101010101" pitchFamily="2" charset="-122"/>
                              <a:cs typeface="Calibri" panose="020F0502020204030204" pitchFamily="34" charset="0"/>
                            </a:rPr>
                          </m:ctrlPr>
                        </m:fPr>
                        <m:num>
                          <m:sSup>
                            <m:sSupPr>
                              <m:ctrlPr>
                                <a:rPr lang="en-GB" sz="1400"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ctrlPr>
                            </m:sSupPr>
                            <m:e>
                              <m:d>
                                <m:dPr>
                                  <m:ctrlPr>
                                    <a:rPr lang="en-GB" sz="1400" i="1">
                                      <a:solidFill>
                                        <a:srgbClr val="FF0000"/>
                                      </a:solidFill>
                                      <a:latin typeface="Cambria Math" panose="02040503050406030204" pitchFamily="18" charset="0"/>
                                    </a:rPr>
                                  </m:ctrlPr>
                                </m:dPr>
                                <m:e>
                                  <m:f>
                                    <m:fPr>
                                      <m:ctrlPr>
                                        <a:rPr lang="en-GB" sz="1400" i="1">
                                          <a:solidFill>
                                            <a:srgbClr val="FF0000"/>
                                          </a:solidFill>
                                          <a:latin typeface="Cambria Math" panose="02040503050406030204" pitchFamily="18" charset="0"/>
                                        </a:rPr>
                                      </m:ctrlPr>
                                    </m:fPr>
                                    <m:num>
                                      <m:sSubSup>
                                        <m:sSubSupPr>
                                          <m:ctrlP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ctrlPr>
                                        </m:sSubSupPr>
                                        <m:e>
                                          <m: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t>𝑆</m:t>
                                          </m:r>
                                        </m:e>
                                        <m:sub>
                                          <m: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t>1</m:t>
                                          </m:r>
                                        </m:sub>
                                        <m:sup>
                                          <m: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t>2</m:t>
                                          </m:r>
                                        </m:sup>
                                      </m:sSubSup>
                                    </m:num>
                                    <m:den>
                                      <m:sSub>
                                        <m:sSubPr>
                                          <m:ctrlPr>
                                            <a:rPr lang="en-GB" sz="1400" i="1">
                                              <a:solidFill>
                                                <a:srgbClr val="FF0000"/>
                                              </a:solidFill>
                                              <a:latin typeface="Cambria Math" panose="02040503050406030204" pitchFamily="18" charset="0"/>
                                            </a:rPr>
                                          </m:ctrlPr>
                                        </m:sSubPr>
                                        <m:e>
                                          <m:r>
                                            <a:rPr lang="en-GB" sz="1400" i="1">
                                              <a:solidFill>
                                                <a:srgbClr val="FF0000"/>
                                              </a:solidFill>
                                              <a:latin typeface="Cambria Math" panose="02040503050406030204" pitchFamily="18" charset="0"/>
                                            </a:rPr>
                                            <m:t>𝑛</m:t>
                                          </m:r>
                                        </m:e>
                                        <m:sub>
                                          <m:r>
                                            <a:rPr lang="en-GB" sz="1400" i="1">
                                              <a:solidFill>
                                                <a:srgbClr val="FF0000"/>
                                              </a:solidFill>
                                              <a:latin typeface="Cambria Math" panose="02040503050406030204" pitchFamily="18" charset="0"/>
                                            </a:rPr>
                                            <m:t>1</m:t>
                                          </m:r>
                                        </m:sub>
                                      </m:sSub>
                                    </m:den>
                                  </m:f>
                                  <m:r>
                                    <a:rPr lang="en-GB" sz="1400" i="1">
                                      <a:solidFill>
                                        <a:srgbClr val="FF0000"/>
                                      </a:solidFill>
                                      <a:latin typeface="Cambria Math" panose="02040503050406030204" pitchFamily="18" charset="0"/>
                                    </a:rPr>
                                    <m:t>+</m:t>
                                  </m:r>
                                  <m:f>
                                    <m:fPr>
                                      <m:ctrlPr>
                                        <a:rPr lang="en-GB" sz="1400" i="1">
                                          <a:solidFill>
                                            <a:srgbClr val="FF0000"/>
                                          </a:solidFill>
                                          <a:latin typeface="Cambria Math" panose="02040503050406030204" pitchFamily="18" charset="0"/>
                                        </a:rPr>
                                      </m:ctrlPr>
                                    </m:fPr>
                                    <m:num>
                                      <m:sSubSup>
                                        <m:sSubSupPr>
                                          <m:ctrlP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ctrlPr>
                                        </m:sSubSupPr>
                                        <m:e>
                                          <m: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t>𝑆</m:t>
                                          </m:r>
                                        </m:e>
                                        <m:sub>
                                          <m: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t>2</m:t>
                                          </m:r>
                                        </m:sub>
                                        <m:sup>
                                          <m: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t>2</m:t>
                                          </m:r>
                                        </m:sup>
                                      </m:sSubSup>
                                    </m:num>
                                    <m:den>
                                      <m:sSub>
                                        <m:sSubPr>
                                          <m:ctrlPr>
                                            <a:rPr lang="en-GB" sz="1400" i="1">
                                              <a:solidFill>
                                                <a:srgbClr val="FF0000"/>
                                              </a:solidFill>
                                              <a:latin typeface="Cambria Math" panose="02040503050406030204" pitchFamily="18" charset="0"/>
                                            </a:rPr>
                                          </m:ctrlPr>
                                        </m:sSubPr>
                                        <m:e>
                                          <m:r>
                                            <a:rPr lang="en-GB" sz="1400" i="1">
                                              <a:solidFill>
                                                <a:srgbClr val="FF0000"/>
                                              </a:solidFill>
                                              <a:latin typeface="Cambria Math" panose="02040503050406030204" pitchFamily="18" charset="0"/>
                                            </a:rPr>
                                            <m:t>𝑛</m:t>
                                          </m:r>
                                        </m:e>
                                        <m:sub>
                                          <m:r>
                                            <a:rPr lang="en-GB" sz="1400" i="1">
                                              <a:solidFill>
                                                <a:srgbClr val="FF0000"/>
                                              </a:solidFill>
                                              <a:latin typeface="Cambria Math" panose="02040503050406030204" pitchFamily="18" charset="0"/>
                                            </a:rPr>
                                            <m:t>2</m:t>
                                          </m:r>
                                        </m:sub>
                                      </m:sSub>
                                    </m:den>
                                  </m:f>
                                </m:e>
                              </m:d>
                            </m:e>
                            <m:sup>
                              <m:r>
                                <a:rPr lang="en-GB" sz="1400" b="0"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2</m:t>
                              </m:r>
                            </m:sup>
                          </m:sSup>
                        </m:num>
                        <m:den>
                          <m:f>
                            <m:fPr>
                              <m:ctrlPr>
                                <a:rPr lang="en-GB" sz="1400" i="1">
                                  <a:solidFill>
                                    <a:srgbClr val="FF0000"/>
                                  </a:solidFill>
                                  <a:latin typeface="Cambria Math" panose="02040503050406030204" pitchFamily="18" charset="0"/>
                                </a:rPr>
                              </m:ctrlPr>
                            </m:fPr>
                            <m:num>
                              <m:sSup>
                                <m:sSupPr>
                                  <m:ctrlP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ctrlPr>
                                </m:sSupPr>
                                <m:e>
                                  <m:d>
                                    <m:dPr>
                                      <m:ctrlPr>
                                        <a:rPr lang="en-GB" sz="1400" i="1">
                                          <a:solidFill>
                                            <a:srgbClr val="FF0000"/>
                                          </a:solidFill>
                                          <a:latin typeface="Cambria Math" panose="02040503050406030204" pitchFamily="18" charset="0"/>
                                        </a:rPr>
                                      </m:ctrlPr>
                                    </m:dPr>
                                    <m:e>
                                      <m:f>
                                        <m:fPr>
                                          <m:ctrlPr>
                                            <a:rPr lang="en-GB" sz="1400" i="1">
                                              <a:solidFill>
                                                <a:srgbClr val="FF0000"/>
                                              </a:solidFill>
                                              <a:latin typeface="Cambria Math" panose="02040503050406030204" pitchFamily="18" charset="0"/>
                                            </a:rPr>
                                          </m:ctrlPr>
                                        </m:fPr>
                                        <m:num>
                                          <m:sSubSup>
                                            <m:sSubSupPr>
                                              <m:ctrlP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ctrlPr>
                                            </m:sSubSupPr>
                                            <m:e>
                                              <m: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t>𝑆</m:t>
                                              </m:r>
                                            </m:e>
                                            <m:sub>
                                              <m: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t>1</m:t>
                                              </m:r>
                                            </m:sub>
                                            <m:sup>
                                              <m: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t>2</m:t>
                                              </m:r>
                                            </m:sup>
                                          </m:sSubSup>
                                        </m:num>
                                        <m:den>
                                          <m:sSub>
                                            <m:sSubPr>
                                              <m:ctrlPr>
                                                <a:rPr lang="en-GB" sz="1400" i="1">
                                                  <a:solidFill>
                                                    <a:srgbClr val="FF0000"/>
                                                  </a:solidFill>
                                                  <a:latin typeface="Cambria Math" panose="02040503050406030204" pitchFamily="18" charset="0"/>
                                                </a:rPr>
                                              </m:ctrlPr>
                                            </m:sSubPr>
                                            <m:e>
                                              <m:r>
                                                <a:rPr lang="en-GB" sz="1400" i="1">
                                                  <a:solidFill>
                                                    <a:srgbClr val="FF0000"/>
                                                  </a:solidFill>
                                                  <a:latin typeface="Cambria Math" panose="02040503050406030204" pitchFamily="18" charset="0"/>
                                                </a:rPr>
                                                <m:t>𝑛</m:t>
                                              </m:r>
                                            </m:e>
                                            <m:sub>
                                              <m:r>
                                                <a:rPr lang="en-GB" sz="1400" i="1">
                                                  <a:solidFill>
                                                    <a:srgbClr val="FF0000"/>
                                                  </a:solidFill>
                                                  <a:latin typeface="Cambria Math" panose="02040503050406030204" pitchFamily="18" charset="0"/>
                                                </a:rPr>
                                                <m:t>1</m:t>
                                              </m:r>
                                            </m:sub>
                                          </m:sSub>
                                        </m:den>
                                      </m:f>
                                    </m:e>
                                  </m:d>
                                </m:e>
                                <m:sup>
                                  <m: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t>2</m:t>
                                  </m:r>
                                </m:sup>
                              </m:sSup>
                            </m:num>
                            <m:den>
                              <m:sSub>
                                <m:sSubPr>
                                  <m:ctrlPr>
                                    <a:rPr lang="en-GB" sz="1400" i="1">
                                      <a:solidFill>
                                        <a:srgbClr val="FF0000"/>
                                      </a:solidFill>
                                      <a:latin typeface="Cambria Math" panose="02040503050406030204" pitchFamily="18" charset="0"/>
                                    </a:rPr>
                                  </m:ctrlPr>
                                </m:sSubPr>
                                <m:e>
                                  <m:r>
                                    <a:rPr lang="en-GB" sz="1400" i="1">
                                      <a:solidFill>
                                        <a:srgbClr val="FF0000"/>
                                      </a:solidFill>
                                      <a:latin typeface="Cambria Math" panose="02040503050406030204" pitchFamily="18" charset="0"/>
                                    </a:rPr>
                                    <m:t>𝑛</m:t>
                                  </m:r>
                                </m:e>
                                <m:sub>
                                  <m:r>
                                    <a:rPr lang="en-GB" sz="1400" i="1">
                                      <a:solidFill>
                                        <a:srgbClr val="FF0000"/>
                                      </a:solidFill>
                                      <a:latin typeface="Cambria Math" panose="02040503050406030204" pitchFamily="18" charset="0"/>
                                    </a:rPr>
                                    <m:t>1</m:t>
                                  </m:r>
                                </m:sub>
                              </m:sSub>
                              <m:r>
                                <a:rPr lang="en-GB" sz="1400" b="0" i="1" smtClean="0">
                                  <a:solidFill>
                                    <a:srgbClr val="FF0000"/>
                                  </a:solidFill>
                                  <a:latin typeface="Cambria Math" panose="02040503050406030204" pitchFamily="18" charset="0"/>
                                </a:rPr>
                                <m:t>−1</m:t>
                              </m:r>
                            </m:den>
                          </m:f>
                          <m:r>
                            <a:rPr lang="en-GB" sz="1400" b="0" i="1" smtClean="0">
                              <a:solidFill>
                                <a:srgbClr val="FF0000"/>
                              </a:solidFill>
                              <a:latin typeface="Cambria Math" panose="02040503050406030204" pitchFamily="18" charset="0"/>
                            </a:rPr>
                            <m:t>+</m:t>
                          </m:r>
                          <m:f>
                            <m:fPr>
                              <m:ctrlPr>
                                <a:rPr lang="en-GB" sz="1400" i="1">
                                  <a:solidFill>
                                    <a:srgbClr val="FF0000"/>
                                  </a:solidFill>
                                  <a:latin typeface="Cambria Math" panose="02040503050406030204" pitchFamily="18" charset="0"/>
                                </a:rPr>
                              </m:ctrlPr>
                            </m:fPr>
                            <m:num>
                              <m:sSup>
                                <m:sSupPr>
                                  <m:ctrlP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ctrlPr>
                                </m:sSupPr>
                                <m:e>
                                  <m:d>
                                    <m:dPr>
                                      <m:ctrlPr>
                                        <a:rPr lang="en-GB" sz="1400" i="1">
                                          <a:solidFill>
                                            <a:srgbClr val="FF0000"/>
                                          </a:solidFill>
                                          <a:latin typeface="Cambria Math" panose="02040503050406030204" pitchFamily="18" charset="0"/>
                                        </a:rPr>
                                      </m:ctrlPr>
                                    </m:dPr>
                                    <m:e>
                                      <m:f>
                                        <m:fPr>
                                          <m:ctrlPr>
                                            <a:rPr lang="en-GB" sz="1400" i="1">
                                              <a:solidFill>
                                                <a:srgbClr val="FF0000"/>
                                              </a:solidFill>
                                              <a:latin typeface="Cambria Math" panose="02040503050406030204" pitchFamily="18" charset="0"/>
                                            </a:rPr>
                                          </m:ctrlPr>
                                        </m:fPr>
                                        <m:num>
                                          <m:sSubSup>
                                            <m:sSubSupPr>
                                              <m:ctrlP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ctrlPr>
                                            </m:sSubSupPr>
                                            <m:e>
                                              <m: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t>𝑆</m:t>
                                              </m:r>
                                            </m:e>
                                            <m:sub>
                                              <m:r>
                                                <a:rPr lang="en-GB" sz="1400" b="0" i="1" smtClean="0">
                                                  <a:solidFill>
                                                    <a:srgbClr val="FF0000"/>
                                                  </a:solidFill>
                                                  <a:latin typeface="Cambria Math" panose="02040503050406030204" pitchFamily="18" charset="0"/>
                                                  <a:ea typeface="DengXian" panose="02010600030101010101" pitchFamily="2" charset="-122"/>
                                                  <a:cs typeface="Calibri" panose="020F0502020204030204" pitchFamily="34" charset="0"/>
                                                </a:rPr>
                                                <m:t>2</m:t>
                                              </m:r>
                                            </m:sub>
                                            <m:sup>
                                              <m: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t>2</m:t>
                                              </m:r>
                                            </m:sup>
                                          </m:sSubSup>
                                        </m:num>
                                        <m:den>
                                          <m:sSub>
                                            <m:sSubPr>
                                              <m:ctrlPr>
                                                <a:rPr lang="en-GB" sz="1400" i="1">
                                                  <a:solidFill>
                                                    <a:srgbClr val="FF0000"/>
                                                  </a:solidFill>
                                                  <a:latin typeface="Cambria Math" panose="02040503050406030204" pitchFamily="18" charset="0"/>
                                                </a:rPr>
                                              </m:ctrlPr>
                                            </m:sSubPr>
                                            <m:e>
                                              <m:r>
                                                <a:rPr lang="en-GB" sz="1400" i="1">
                                                  <a:solidFill>
                                                    <a:srgbClr val="FF0000"/>
                                                  </a:solidFill>
                                                  <a:latin typeface="Cambria Math" panose="02040503050406030204" pitchFamily="18" charset="0"/>
                                                </a:rPr>
                                                <m:t>𝑛</m:t>
                                              </m:r>
                                            </m:e>
                                            <m:sub>
                                              <m:r>
                                                <a:rPr lang="en-GB" sz="1400" b="0" i="1" smtClean="0">
                                                  <a:solidFill>
                                                    <a:srgbClr val="FF0000"/>
                                                  </a:solidFill>
                                                  <a:latin typeface="Cambria Math" panose="02040503050406030204" pitchFamily="18" charset="0"/>
                                                </a:rPr>
                                                <m:t>2</m:t>
                                              </m:r>
                                            </m:sub>
                                          </m:sSub>
                                        </m:den>
                                      </m:f>
                                    </m:e>
                                  </m:d>
                                </m:e>
                                <m:sup>
                                  <m:r>
                                    <a:rPr lang="en-GB" sz="1400" i="1">
                                      <a:solidFill>
                                        <a:srgbClr val="FF0000"/>
                                      </a:solidFill>
                                      <a:latin typeface="Cambria Math" panose="02040503050406030204" pitchFamily="18" charset="0"/>
                                      <a:ea typeface="DengXian" panose="02010600030101010101" pitchFamily="2" charset="-122"/>
                                      <a:cs typeface="Calibri" panose="020F0502020204030204" pitchFamily="34" charset="0"/>
                                    </a:rPr>
                                    <m:t>2</m:t>
                                  </m:r>
                                </m:sup>
                              </m:sSup>
                            </m:num>
                            <m:den>
                              <m:sSub>
                                <m:sSubPr>
                                  <m:ctrlPr>
                                    <a:rPr lang="en-GB" sz="1400" i="1">
                                      <a:solidFill>
                                        <a:srgbClr val="FF0000"/>
                                      </a:solidFill>
                                      <a:latin typeface="Cambria Math" panose="02040503050406030204" pitchFamily="18" charset="0"/>
                                    </a:rPr>
                                  </m:ctrlPr>
                                </m:sSubPr>
                                <m:e>
                                  <m:r>
                                    <a:rPr lang="en-GB" sz="1400" i="1">
                                      <a:solidFill>
                                        <a:srgbClr val="FF0000"/>
                                      </a:solidFill>
                                      <a:latin typeface="Cambria Math" panose="02040503050406030204" pitchFamily="18" charset="0"/>
                                    </a:rPr>
                                    <m:t>𝑛</m:t>
                                  </m:r>
                                </m:e>
                                <m:sub>
                                  <m:r>
                                    <a:rPr lang="en-GB" sz="1400" b="0" i="1" smtClean="0">
                                      <a:solidFill>
                                        <a:srgbClr val="FF0000"/>
                                      </a:solidFill>
                                      <a:latin typeface="Cambria Math" panose="02040503050406030204" pitchFamily="18" charset="0"/>
                                    </a:rPr>
                                    <m:t>2</m:t>
                                  </m:r>
                                </m:sub>
                              </m:sSub>
                              <m:r>
                                <a:rPr lang="en-GB" sz="1400" i="1">
                                  <a:solidFill>
                                    <a:srgbClr val="FF0000"/>
                                  </a:solidFill>
                                  <a:latin typeface="Cambria Math" panose="02040503050406030204" pitchFamily="18" charset="0"/>
                                </a:rPr>
                                <m:t>−1</m:t>
                              </m:r>
                            </m:den>
                          </m:f>
                        </m:den>
                      </m:f>
                    </m:oMath>
                  </m:oMathPara>
                </a14:m>
                <a:endParaRPr lang="en-GB" sz="1400" dirty="0">
                  <a:solidFill>
                    <a:srgbClr val="FF0000"/>
                  </a:solidFill>
                </a:endParaRPr>
              </a:p>
            </p:txBody>
          </p:sp>
        </mc:Choice>
        <mc:Fallback>
          <p:sp>
            <p:nvSpPr>
              <p:cNvPr id="2" name="TextBox 1">
                <a:extLst>
                  <a:ext uri="{FF2B5EF4-FFF2-40B4-BE49-F238E27FC236}">
                    <a16:creationId xmlns:a16="http://schemas.microsoft.com/office/drawing/2014/main" id="{1DDCD520-6F00-A305-2D32-B236347D7F19}"/>
                  </a:ext>
                </a:extLst>
              </p:cNvPr>
              <p:cNvSpPr txBox="1">
                <a:spLocks noRot="1" noChangeAspect="1" noMove="1" noResize="1" noEditPoints="1" noAdjustHandles="1" noChangeArrowheads="1" noChangeShapeType="1" noTextEdit="1"/>
              </p:cNvSpPr>
              <p:nvPr/>
            </p:nvSpPr>
            <p:spPr>
              <a:xfrm>
                <a:off x="3064230" y="2858704"/>
                <a:ext cx="2909609" cy="1372042"/>
              </a:xfrm>
              <a:prstGeom prst="rect">
                <a:avLst/>
              </a:prstGeom>
              <a:blipFill>
                <a:blip r:embed="rId11"/>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8160377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Parametric Methods – Tests for Multiple Samples</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3F337C9-F01E-A691-4DC6-AE80CD485539}"/>
                  </a:ext>
                </a:extLst>
              </p:cNvPr>
              <p:cNvSpPr txBox="1"/>
              <p:nvPr/>
            </p:nvSpPr>
            <p:spPr>
              <a:xfrm>
                <a:off x="186596" y="619664"/>
                <a:ext cx="8672096" cy="3816429"/>
              </a:xfrm>
              <a:prstGeom prst="rect">
                <a:avLst/>
              </a:prstGeom>
              <a:noFill/>
            </p:spPr>
            <p:txBody>
              <a:bodyPr wrap="square">
                <a:spAutoFit/>
              </a:bodyPr>
              <a:lstStyle/>
              <a:p>
                <a:pPr>
                  <a:spcBef>
                    <a:spcPts val="600"/>
                  </a:spcBef>
                  <a:spcAft>
                    <a:spcPts val="600"/>
                  </a:spcAft>
                </a:pPr>
                <a:r>
                  <a:rPr lang="en-GB" sz="1400" b="1" dirty="0">
                    <a:solidFill>
                      <a:srgbClr val="1C3D74"/>
                    </a:solidFill>
                    <a:latin typeface="Calibri" panose="020F0502020204030204" pitchFamily="34" charset="0"/>
                    <a:ea typeface="Calibri" panose="020F0502020204030204" pitchFamily="34" charset="0"/>
                    <a:cs typeface="Calibri" panose="020F0502020204030204" pitchFamily="34" charset="0"/>
                  </a:rPr>
                  <a:t>Example 5</a:t>
                </a:r>
              </a:p>
              <a:p>
                <a:pPr algn="just">
                  <a:spcBef>
                    <a:spcPts val="600"/>
                  </a:spcBef>
                  <a:spcAft>
                    <a:spcPts val="600"/>
                  </a:spcAft>
                </a:pPr>
                <a:r>
                  <a:rPr lang="en-GB" sz="1400" dirty="0">
                    <a:latin typeface="Calibri" panose="020F0502020204030204" pitchFamily="34" charset="0"/>
                    <a:ea typeface="Calibri" panose="020F0502020204030204" pitchFamily="34" charset="0"/>
                    <a:cs typeface="Calibri" panose="020F0502020204030204" pitchFamily="34" charset="0"/>
                  </a:rPr>
                  <a:t>A manufacturer of steel cables used in the construction of suspension bridges has experimented with a new type of steel which it is hoped will result in the cables produced being stronger in the sense that they will accept greater tension loads before failure. In order to test the performance of the new cables in comparison with the old cables, samples are tested for failure under tension. The following results were obtained, the failure tensions being given in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𝑘𝑔</m:t>
                    </m:r>
                    <m:r>
                      <a:rPr lang="en-GB" sz="1400" i="1" dirty="0" smtClean="0">
                        <a:latin typeface="Cambria Math" panose="02040503050406030204" pitchFamily="18" charset="0"/>
                        <a:ea typeface="Calibri" panose="020F0502020204030204" pitchFamily="34" charset="0"/>
                        <a:cs typeface="Calibri" panose="020F0502020204030204" pitchFamily="34" charset="0"/>
                      </a:rPr>
                      <m:t>×</m:t>
                    </m:r>
                    <m:sSup>
                      <m:sSupPr>
                        <m:ctrlPr>
                          <a:rPr lang="en-GB" sz="1400" i="1" dirty="0" smtClean="0">
                            <a:latin typeface="Cambria Math" panose="02040503050406030204" pitchFamily="18" charset="0"/>
                            <a:ea typeface="Calibri" panose="020F0502020204030204" pitchFamily="34" charset="0"/>
                            <a:cs typeface="Calibri" panose="020F0502020204030204" pitchFamily="34" charset="0"/>
                          </a:rPr>
                        </m:ctrlPr>
                      </m:sSupPr>
                      <m:e>
                        <m:r>
                          <a:rPr lang="en-GB" sz="1400" b="0" i="1" dirty="0" smtClean="0">
                            <a:latin typeface="Cambria Math" panose="02040503050406030204" pitchFamily="18" charset="0"/>
                            <a:ea typeface="Calibri" panose="020F0502020204030204" pitchFamily="34" charset="0"/>
                            <a:cs typeface="Calibri" panose="020F0502020204030204" pitchFamily="34" charset="0"/>
                          </a:rPr>
                          <m:t>10</m:t>
                        </m:r>
                      </m:e>
                      <m:sup>
                        <m:r>
                          <a:rPr lang="en-GB" sz="1400" b="0" i="1" dirty="0" smtClean="0">
                            <a:latin typeface="Cambria Math" panose="02040503050406030204" pitchFamily="18" charset="0"/>
                            <a:ea typeface="Calibri" panose="020F0502020204030204" pitchFamily="34" charset="0"/>
                            <a:cs typeface="Calibri" panose="020F0502020204030204" pitchFamily="34" charset="0"/>
                          </a:rPr>
                          <m:t>3</m:t>
                        </m:r>
                      </m:sup>
                    </m:sSup>
                  </m:oMath>
                </a14:m>
                <a:r>
                  <a:rPr lang="en-GB" sz="1400" dirty="0">
                    <a:latin typeface="Calibri" panose="020F0502020204030204" pitchFamily="34" charset="0"/>
                    <a:ea typeface="Calibri" panose="020F0502020204030204" pitchFamily="34" charset="0"/>
                    <a:cs typeface="Calibri" panose="020F0502020204030204" pitchFamily="34" charset="0"/>
                  </a:rPr>
                  <a:t>. </a:t>
                </a:r>
              </a:p>
              <a:p>
                <a:pPr algn="just">
                  <a:spcBef>
                    <a:spcPts val="600"/>
                  </a:spcBef>
                  <a:spcAft>
                    <a:spcPts val="600"/>
                  </a:spcAft>
                </a:pPr>
                <a:endParaRPr lang="en-GB" sz="1400" dirty="0">
                  <a:latin typeface="Calibri" panose="020F0502020204030204" pitchFamily="34" charset="0"/>
                  <a:ea typeface="Calibri" panose="020F0502020204030204" pitchFamily="34" charset="0"/>
                  <a:cs typeface="Calibri" panose="020F0502020204030204" pitchFamily="34" charset="0"/>
                </a:endParaRPr>
              </a:p>
              <a:p>
                <a:pPr algn="just">
                  <a:spcBef>
                    <a:spcPts val="600"/>
                  </a:spcBef>
                  <a:spcAft>
                    <a:spcPts val="600"/>
                  </a:spcAft>
                </a:pPr>
                <a:endParaRPr lang="en-GB" sz="1400" dirty="0">
                  <a:latin typeface="Calibri" panose="020F0502020204030204" pitchFamily="34" charset="0"/>
                  <a:ea typeface="Calibri" panose="020F0502020204030204" pitchFamily="34" charset="0"/>
                  <a:cs typeface="Calibri" panose="020F0502020204030204" pitchFamily="34" charset="0"/>
                </a:endParaRPr>
              </a:p>
              <a:p>
                <a:pPr algn="just">
                  <a:spcBef>
                    <a:spcPts val="600"/>
                  </a:spcBef>
                  <a:spcAft>
                    <a:spcPts val="600"/>
                  </a:spcAft>
                </a:pPr>
                <a:endParaRPr lang="en-GB" sz="1400" dirty="0">
                  <a:latin typeface="Calibri" panose="020F0502020204030204" pitchFamily="34" charset="0"/>
                  <a:ea typeface="Calibri" panose="020F0502020204030204" pitchFamily="34" charset="0"/>
                  <a:cs typeface="Calibri" panose="020F0502020204030204" pitchFamily="34" charset="0"/>
                </a:endParaRPr>
              </a:p>
              <a:p>
                <a:pPr algn="just">
                  <a:spcBef>
                    <a:spcPts val="600"/>
                  </a:spcBef>
                  <a:spcAft>
                    <a:spcPts val="600"/>
                  </a:spcAft>
                </a:pPr>
                <a:r>
                  <a:rPr lang="en-GB" sz="1400" dirty="0">
                    <a:latin typeface="Calibri" panose="020F0502020204030204" pitchFamily="34" charset="0"/>
                    <a:ea typeface="Calibri" panose="020F0502020204030204" pitchFamily="34" charset="0"/>
                    <a:cs typeface="Calibri" panose="020F0502020204030204" pitchFamily="34" charset="0"/>
                  </a:rPr>
                  <a:t>The cable manufacturer, on looking at health and safety legislation, decides that a 1% level of significance should be used in any statistical testing procedure adopted to distinguish between the cables. On the basis of the results given, should the manufacturer replace the old cable by the new one? </a:t>
                </a:r>
              </a:p>
              <a:p>
                <a:pPr algn="just">
                  <a:spcBef>
                    <a:spcPts val="600"/>
                  </a:spcBef>
                  <a:spcAft>
                    <a:spcPts val="600"/>
                  </a:spcAft>
                </a:pP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Solution</a:t>
                </a:r>
              </a:p>
            </p:txBody>
          </p:sp>
        </mc:Choice>
        <mc:Fallback xmlns="">
          <p:sp>
            <p:nvSpPr>
              <p:cNvPr id="4" name="TextBox 3">
                <a:extLst>
                  <a:ext uri="{FF2B5EF4-FFF2-40B4-BE49-F238E27FC236}">
                    <a16:creationId xmlns:a16="http://schemas.microsoft.com/office/drawing/2014/main" id="{A3F337C9-F01E-A691-4DC6-AE80CD485539}"/>
                  </a:ext>
                </a:extLst>
              </p:cNvPr>
              <p:cNvSpPr txBox="1">
                <a:spLocks noRot="1" noChangeAspect="1" noMove="1" noResize="1" noEditPoints="1" noAdjustHandles="1" noChangeArrowheads="1" noChangeShapeType="1" noTextEdit="1"/>
              </p:cNvSpPr>
              <p:nvPr/>
            </p:nvSpPr>
            <p:spPr>
              <a:xfrm>
                <a:off x="186596" y="619664"/>
                <a:ext cx="8672096" cy="3816429"/>
              </a:xfrm>
              <a:prstGeom prst="rect">
                <a:avLst/>
              </a:prstGeom>
              <a:blipFill>
                <a:blip r:embed="rId3"/>
                <a:stretch>
                  <a:fillRect l="-211" t="-319" r="-211" b="-639"/>
                </a:stretch>
              </a:blipFill>
            </p:spPr>
            <p:txBody>
              <a:bodyPr/>
              <a:lstStyle/>
              <a:p>
                <a:r>
                  <a:rPr lang="en-GB">
                    <a:noFill/>
                  </a:rPr>
                  <a:t> </a:t>
                </a:r>
              </a:p>
            </p:txBody>
          </p:sp>
        </mc:Fallback>
      </mc:AlternateContent>
      <p:pic>
        <p:nvPicPr>
          <p:cNvPr id="7" name="Picture 6">
            <a:extLst>
              <a:ext uri="{FF2B5EF4-FFF2-40B4-BE49-F238E27FC236}">
                <a16:creationId xmlns:a16="http://schemas.microsoft.com/office/drawing/2014/main" id="{5373ABF4-95FA-3B21-B35B-7E1ECB659B05}"/>
              </a:ext>
            </a:extLst>
          </p:cNvPr>
          <p:cNvPicPr>
            <a:picLocks noChangeAspect="1"/>
          </p:cNvPicPr>
          <p:nvPr/>
        </p:nvPicPr>
        <p:blipFill>
          <a:blip r:embed="rId4"/>
          <a:stretch>
            <a:fillRect/>
          </a:stretch>
        </p:blipFill>
        <p:spPr>
          <a:xfrm>
            <a:off x="3263641" y="1947669"/>
            <a:ext cx="2100296" cy="1392828"/>
          </a:xfrm>
          <a:prstGeom prst="rect">
            <a:avLst/>
          </a:prstGeom>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0AA486D6-A571-023A-483E-5FAAC38033B8}"/>
                  </a:ext>
                </a:extLst>
              </p14:cNvPr>
              <p14:cNvContentPartPr/>
              <p14:nvPr/>
            </p14:nvContentPartPr>
            <p14:xfrm>
              <a:off x="1829880" y="4084560"/>
              <a:ext cx="3651840" cy="261000"/>
            </p14:xfrm>
          </p:contentPart>
        </mc:Choice>
        <mc:Fallback>
          <p:pic>
            <p:nvPicPr>
              <p:cNvPr id="2" name="Ink 1">
                <a:extLst>
                  <a:ext uri="{FF2B5EF4-FFF2-40B4-BE49-F238E27FC236}">
                    <a16:creationId xmlns:a16="http://schemas.microsoft.com/office/drawing/2014/main" id="{0AA486D6-A571-023A-483E-5FAAC38033B8}"/>
                  </a:ext>
                </a:extLst>
              </p:cNvPr>
              <p:cNvPicPr/>
              <p:nvPr/>
            </p:nvPicPr>
            <p:blipFill>
              <a:blip r:embed="rId6"/>
              <a:stretch>
                <a:fillRect/>
              </a:stretch>
            </p:blipFill>
            <p:spPr>
              <a:xfrm>
                <a:off x="1820520" y="4075200"/>
                <a:ext cx="3670560" cy="279720"/>
              </a:xfrm>
              <a:prstGeom prst="rect">
                <a:avLst/>
              </a:prstGeom>
            </p:spPr>
          </p:pic>
        </mc:Fallback>
      </mc:AlternateContent>
    </p:spTree>
    <p:extLst>
      <p:ext uri="{BB962C8B-B14F-4D97-AF65-F5344CB8AC3E}">
        <p14:creationId xmlns:p14="http://schemas.microsoft.com/office/powerpoint/2010/main" val="8431308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Parametric Methods – Tests for Multiple Samples</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4" name="TextBox 3">
            <a:extLst>
              <a:ext uri="{FF2B5EF4-FFF2-40B4-BE49-F238E27FC236}">
                <a16:creationId xmlns:a16="http://schemas.microsoft.com/office/drawing/2014/main" id="{A3F337C9-F01E-A691-4DC6-AE80CD485539}"/>
              </a:ext>
            </a:extLst>
          </p:cNvPr>
          <p:cNvSpPr txBox="1"/>
          <p:nvPr/>
        </p:nvSpPr>
        <p:spPr>
          <a:xfrm>
            <a:off x="186596" y="705389"/>
            <a:ext cx="8672096" cy="677108"/>
          </a:xfrm>
          <a:prstGeom prst="rect">
            <a:avLst/>
          </a:prstGeom>
          <a:noFill/>
        </p:spPr>
        <p:txBody>
          <a:bodyPr wrap="square">
            <a:spAutoFit/>
          </a:bodyPr>
          <a:lstStyle/>
          <a:p>
            <a:pPr>
              <a:spcBef>
                <a:spcPts val="600"/>
              </a:spcBef>
              <a:spcAft>
                <a:spcPts val="600"/>
              </a:spcAft>
            </a:pPr>
            <a:r>
              <a:rPr lang="en-GB" sz="1400" b="1" dirty="0">
                <a:solidFill>
                  <a:srgbClr val="1C3D74"/>
                </a:solidFill>
                <a:latin typeface="Calibri" panose="020F0502020204030204" pitchFamily="34" charset="0"/>
                <a:ea typeface="Calibri" panose="020F0502020204030204" pitchFamily="34" charset="0"/>
                <a:cs typeface="Calibri" panose="020F0502020204030204" pitchFamily="34" charset="0"/>
              </a:rPr>
              <a:t>Example 5 Continued…</a:t>
            </a:r>
          </a:p>
          <a:p>
            <a:pPr algn="just">
              <a:spcBef>
                <a:spcPts val="600"/>
              </a:spcBef>
              <a:spcAft>
                <a:spcPts val="600"/>
              </a:spcAft>
            </a:pP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Solution</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5FD9E6C9-679D-C116-1A09-BF7BF0CA4F9E}"/>
                  </a:ext>
                </a:extLst>
              </p14:cNvPr>
              <p14:cNvContentPartPr/>
              <p14:nvPr/>
            </p14:nvContentPartPr>
            <p14:xfrm>
              <a:off x="1042200" y="942120"/>
              <a:ext cx="7377840" cy="3514320"/>
            </p14:xfrm>
          </p:contentPart>
        </mc:Choice>
        <mc:Fallback>
          <p:pic>
            <p:nvPicPr>
              <p:cNvPr id="2" name="Ink 1">
                <a:extLst>
                  <a:ext uri="{FF2B5EF4-FFF2-40B4-BE49-F238E27FC236}">
                    <a16:creationId xmlns:a16="http://schemas.microsoft.com/office/drawing/2014/main" id="{5FD9E6C9-679D-C116-1A09-BF7BF0CA4F9E}"/>
                  </a:ext>
                </a:extLst>
              </p:cNvPr>
              <p:cNvPicPr/>
              <p:nvPr/>
            </p:nvPicPr>
            <p:blipFill>
              <a:blip r:embed="rId4"/>
              <a:stretch>
                <a:fillRect/>
              </a:stretch>
            </p:blipFill>
            <p:spPr>
              <a:xfrm>
                <a:off x="1032840" y="932760"/>
                <a:ext cx="7396560" cy="3533040"/>
              </a:xfrm>
              <a:prstGeom prst="rect">
                <a:avLst/>
              </a:prstGeom>
            </p:spPr>
          </p:pic>
        </mc:Fallback>
      </mc:AlternateContent>
    </p:spTree>
    <p:extLst>
      <p:ext uri="{BB962C8B-B14F-4D97-AF65-F5344CB8AC3E}">
        <p14:creationId xmlns:p14="http://schemas.microsoft.com/office/powerpoint/2010/main" val="3001278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Parametric Methods – Tests for Multiple Samples</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4" name="TextBox 3">
            <a:extLst>
              <a:ext uri="{FF2B5EF4-FFF2-40B4-BE49-F238E27FC236}">
                <a16:creationId xmlns:a16="http://schemas.microsoft.com/office/drawing/2014/main" id="{A3F337C9-F01E-A691-4DC6-AE80CD485539}"/>
              </a:ext>
            </a:extLst>
          </p:cNvPr>
          <p:cNvSpPr txBox="1"/>
          <p:nvPr/>
        </p:nvSpPr>
        <p:spPr>
          <a:xfrm>
            <a:off x="186596" y="705389"/>
            <a:ext cx="8672096" cy="677108"/>
          </a:xfrm>
          <a:prstGeom prst="rect">
            <a:avLst/>
          </a:prstGeom>
          <a:noFill/>
        </p:spPr>
        <p:txBody>
          <a:bodyPr wrap="square">
            <a:spAutoFit/>
          </a:bodyPr>
          <a:lstStyle/>
          <a:p>
            <a:pPr>
              <a:spcBef>
                <a:spcPts val="600"/>
              </a:spcBef>
              <a:spcAft>
                <a:spcPts val="600"/>
              </a:spcAft>
            </a:pPr>
            <a:r>
              <a:rPr lang="en-GB" sz="1400" b="1" dirty="0">
                <a:solidFill>
                  <a:srgbClr val="1C3D74"/>
                </a:solidFill>
                <a:latin typeface="Calibri" panose="020F0502020204030204" pitchFamily="34" charset="0"/>
                <a:ea typeface="Calibri" panose="020F0502020204030204" pitchFamily="34" charset="0"/>
                <a:cs typeface="Calibri" panose="020F0502020204030204" pitchFamily="34" charset="0"/>
              </a:rPr>
              <a:t>Example 5 Continued…</a:t>
            </a:r>
          </a:p>
          <a:p>
            <a:pPr algn="just">
              <a:spcBef>
                <a:spcPts val="600"/>
              </a:spcBef>
              <a:spcAft>
                <a:spcPts val="600"/>
              </a:spcAft>
            </a:pP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Solution</a:t>
            </a:r>
          </a:p>
        </p:txBody>
      </p:sp>
      <p:grpSp>
        <p:nvGrpSpPr>
          <p:cNvPr id="7" name="Group 6">
            <a:extLst>
              <a:ext uri="{FF2B5EF4-FFF2-40B4-BE49-F238E27FC236}">
                <a16:creationId xmlns:a16="http://schemas.microsoft.com/office/drawing/2014/main" id="{C5311A5E-1A72-5226-319A-4E1651CFF9C8}"/>
              </a:ext>
            </a:extLst>
          </p:cNvPr>
          <p:cNvGrpSpPr/>
          <p:nvPr/>
        </p:nvGrpSpPr>
        <p:grpSpPr>
          <a:xfrm>
            <a:off x="1415520" y="933480"/>
            <a:ext cx="7277760" cy="3451320"/>
            <a:chOff x="1415520" y="933480"/>
            <a:chExt cx="7277760" cy="3451320"/>
          </a:xfrm>
        </p:grpSpPr>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53EF3771-4694-9E77-4217-6E6D167C5D10}"/>
                    </a:ext>
                  </a:extLst>
                </p14:cNvPr>
                <p14:cNvContentPartPr/>
                <p14:nvPr/>
              </p14:nvContentPartPr>
              <p14:xfrm>
                <a:off x="1581120" y="933480"/>
                <a:ext cx="3680280" cy="388800"/>
              </p14:xfrm>
            </p:contentPart>
          </mc:Choice>
          <mc:Fallback>
            <p:pic>
              <p:nvPicPr>
                <p:cNvPr id="2" name="Ink 1">
                  <a:extLst>
                    <a:ext uri="{FF2B5EF4-FFF2-40B4-BE49-F238E27FC236}">
                      <a16:creationId xmlns:a16="http://schemas.microsoft.com/office/drawing/2014/main" id="{53EF3771-4694-9E77-4217-6E6D167C5D10}"/>
                    </a:ext>
                  </a:extLst>
                </p:cNvPr>
                <p:cNvPicPr/>
                <p:nvPr/>
              </p:nvPicPr>
              <p:blipFill>
                <a:blip r:embed="rId4"/>
                <a:stretch>
                  <a:fillRect/>
                </a:stretch>
              </p:blipFill>
              <p:spPr>
                <a:xfrm>
                  <a:off x="1571760" y="924120"/>
                  <a:ext cx="3699000" cy="4075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0C57B64C-57D8-E0D6-838D-625F23F0E4F9}"/>
                    </a:ext>
                  </a:extLst>
                </p14:cNvPr>
                <p14:cNvContentPartPr/>
                <p14:nvPr/>
              </p14:nvContentPartPr>
              <p14:xfrm>
                <a:off x="1415520" y="1367280"/>
                <a:ext cx="7277760" cy="3017520"/>
              </p14:xfrm>
            </p:contentPart>
          </mc:Choice>
          <mc:Fallback>
            <p:pic>
              <p:nvPicPr>
                <p:cNvPr id="5" name="Ink 4">
                  <a:extLst>
                    <a:ext uri="{FF2B5EF4-FFF2-40B4-BE49-F238E27FC236}">
                      <a16:creationId xmlns:a16="http://schemas.microsoft.com/office/drawing/2014/main" id="{0C57B64C-57D8-E0D6-838D-625F23F0E4F9}"/>
                    </a:ext>
                  </a:extLst>
                </p:cNvPr>
                <p:cNvPicPr/>
                <p:nvPr/>
              </p:nvPicPr>
              <p:blipFill>
                <a:blip r:embed="rId6"/>
                <a:stretch>
                  <a:fillRect/>
                </a:stretch>
              </p:blipFill>
              <p:spPr>
                <a:xfrm>
                  <a:off x="1406160" y="1357920"/>
                  <a:ext cx="7296480" cy="3036240"/>
                </a:xfrm>
                <a:prstGeom prst="rect">
                  <a:avLst/>
                </a:prstGeom>
              </p:spPr>
            </p:pic>
          </mc:Fallback>
        </mc:AlternateContent>
      </p:grpSp>
    </p:spTree>
    <p:extLst>
      <p:ext uri="{BB962C8B-B14F-4D97-AF65-F5344CB8AC3E}">
        <p14:creationId xmlns:p14="http://schemas.microsoft.com/office/powerpoint/2010/main" val="1054686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Parametric Methods – Tests for Multiple Samples</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4" name="TextBox 3">
            <a:extLst>
              <a:ext uri="{FF2B5EF4-FFF2-40B4-BE49-F238E27FC236}">
                <a16:creationId xmlns:a16="http://schemas.microsoft.com/office/drawing/2014/main" id="{A3F337C9-F01E-A691-4DC6-AE80CD485539}"/>
              </a:ext>
            </a:extLst>
          </p:cNvPr>
          <p:cNvSpPr txBox="1"/>
          <p:nvPr/>
        </p:nvSpPr>
        <p:spPr>
          <a:xfrm>
            <a:off x="186596" y="705389"/>
            <a:ext cx="8672096" cy="738664"/>
          </a:xfrm>
          <a:prstGeom prst="rect">
            <a:avLst/>
          </a:prstGeom>
          <a:noFill/>
        </p:spPr>
        <p:txBody>
          <a:bodyPr wrap="square">
            <a:spAutoFit/>
          </a:bodyPr>
          <a:lstStyle/>
          <a:p>
            <a:pPr algn="just">
              <a:spcBef>
                <a:spcPts val="600"/>
              </a:spcBef>
              <a:spcAft>
                <a:spcPts val="600"/>
              </a:spcAft>
            </a:pPr>
            <a:r>
              <a:rPr lang="en-GB" sz="1400" dirty="0">
                <a:latin typeface="Calibri" panose="020F0502020204030204" pitchFamily="34" charset="0"/>
                <a:ea typeface="Calibri" panose="020F0502020204030204" pitchFamily="34" charset="0"/>
                <a:cs typeface="Calibri" panose="020F0502020204030204" pitchFamily="34" charset="0"/>
              </a:rPr>
              <a:t>According to the assumptions (i.e., equal or unequal variances of samples from independent normal populations) made, the analysis in Example 5 changes conclusions reached and recommendations made. Therefore, it is necessary to </a:t>
            </a:r>
            <a:r>
              <a:rPr lang="en-GB" sz="1400" b="1" dirty="0">
                <a:latin typeface="Calibri" panose="020F0502020204030204" pitchFamily="34" charset="0"/>
                <a:ea typeface="Calibri" panose="020F0502020204030204" pitchFamily="34" charset="0"/>
                <a:cs typeface="Calibri" panose="020F0502020204030204" pitchFamily="34" charset="0"/>
              </a:rPr>
              <a:t>test</a:t>
            </a:r>
            <a:r>
              <a:rPr lang="en-GB" sz="1400" dirty="0">
                <a:latin typeface="Calibri" panose="020F0502020204030204" pitchFamily="34" charset="0"/>
                <a:ea typeface="Calibri" panose="020F0502020204030204" pitchFamily="34" charset="0"/>
                <a:cs typeface="Calibri" panose="020F0502020204030204" pitchFamily="34" charset="0"/>
              </a:rPr>
              <a:t> in order to decide which assumption about the variances is correct. </a:t>
            </a:r>
            <a:endPar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1A1F202-C4E0-7559-3845-EB54ABA10D31}"/>
                  </a:ext>
                </a:extLst>
              </p:cNvPr>
              <p:cNvSpPr txBox="1"/>
              <p:nvPr/>
            </p:nvSpPr>
            <p:spPr>
              <a:xfrm>
                <a:off x="2236644" y="1480981"/>
                <a:ext cx="4572000" cy="3029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GB" i="1" dirty="0" smtClean="0">
                              <a:latin typeface="Cambria Math" panose="02040503050406030204" pitchFamily="18" charset="0"/>
                            </a:rPr>
                          </m:ctrlPr>
                        </m:sSubSupPr>
                        <m:e>
                          <m:r>
                            <a:rPr lang="en-GB" b="0" i="1" dirty="0" smtClean="0">
                              <a:latin typeface="Cambria Math" panose="02040503050406030204" pitchFamily="18" charset="0"/>
                            </a:rPr>
                            <m:t>𝐻</m:t>
                          </m:r>
                          <m:r>
                            <a:rPr lang="en-GB" b="0" i="1" dirty="0" smtClean="0">
                              <a:latin typeface="Cambria Math" panose="02040503050406030204" pitchFamily="18" charset="0"/>
                            </a:rPr>
                            <m:t>0: </m:t>
                          </m:r>
                          <m:r>
                            <a:rPr lang="en-GB" i="1" dirty="0" smtClean="0">
                              <a:latin typeface="Cambria Math" panose="02040503050406030204" pitchFamily="18" charset="0"/>
                              <a:ea typeface="Cambria Math" panose="02040503050406030204" pitchFamily="18" charset="0"/>
                            </a:rPr>
                            <m:t>𝜎</m:t>
                          </m:r>
                        </m:e>
                        <m:sub>
                          <m:r>
                            <a:rPr lang="en-GB" b="0" i="1" dirty="0" smtClean="0">
                              <a:latin typeface="Cambria Math" panose="02040503050406030204" pitchFamily="18" charset="0"/>
                            </a:rPr>
                            <m:t>1</m:t>
                          </m:r>
                        </m:sub>
                        <m:sup>
                          <m:r>
                            <a:rPr lang="en-GB" b="0" i="1" dirty="0" smtClean="0">
                              <a:latin typeface="Cambria Math" panose="02040503050406030204" pitchFamily="18" charset="0"/>
                            </a:rPr>
                            <m:t>2</m:t>
                          </m:r>
                        </m:sup>
                      </m:sSubSup>
                      <m:r>
                        <a:rPr lang="en-GB" b="0" i="1" dirty="0" smtClean="0">
                          <a:latin typeface="Cambria Math" panose="02040503050406030204" pitchFamily="18" charset="0"/>
                        </a:rPr>
                        <m:t>=</m:t>
                      </m:r>
                      <m:sSubSup>
                        <m:sSubSupPr>
                          <m:ctrlPr>
                            <a:rPr lang="en-GB" i="1" dirty="0" smtClean="0">
                              <a:latin typeface="Cambria Math" panose="02040503050406030204" pitchFamily="18" charset="0"/>
                            </a:rPr>
                          </m:ctrlPr>
                        </m:sSubSupPr>
                        <m:e>
                          <m:r>
                            <a:rPr lang="en-GB" i="1" dirty="0">
                              <a:latin typeface="Cambria Math" panose="02040503050406030204" pitchFamily="18" charset="0"/>
                              <a:ea typeface="Cambria Math" panose="02040503050406030204" pitchFamily="18" charset="0"/>
                            </a:rPr>
                            <m:t>𝜎</m:t>
                          </m:r>
                        </m:e>
                        <m:sub>
                          <m:r>
                            <a:rPr lang="en-GB" b="0" i="1" dirty="0" smtClean="0">
                              <a:latin typeface="Cambria Math" panose="02040503050406030204" pitchFamily="18" charset="0"/>
                            </a:rPr>
                            <m:t>2</m:t>
                          </m:r>
                        </m:sub>
                        <m:sup>
                          <m:r>
                            <a:rPr lang="en-GB" i="1" dirty="0">
                              <a:latin typeface="Cambria Math" panose="02040503050406030204" pitchFamily="18" charset="0"/>
                            </a:rPr>
                            <m:t>2</m:t>
                          </m:r>
                        </m:sup>
                      </m:sSubSup>
                    </m:oMath>
                  </m:oMathPara>
                </a14:m>
                <a:endParaRPr lang="en-GB" dirty="0"/>
              </a:p>
            </p:txBody>
          </p:sp>
        </mc:Choice>
        <mc:Fallback xmlns="">
          <p:sp>
            <p:nvSpPr>
              <p:cNvPr id="3" name="TextBox 2">
                <a:extLst>
                  <a:ext uri="{FF2B5EF4-FFF2-40B4-BE49-F238E27FC236}">
                    <a16:creationId xmlns:a16="http://schemas.microsoft.com/office/drawing/2014/main" id="{B1A1F202-C4E0-7559-3845-EB54ABA10D31}"/>
                  </a:ext>
                </a:extLst>
              </p:cNvPr>
              <p:cNvSpPr txBox="1">
                <a:spLocks noRot="1" noChangeAspect="1" noMove="1" noResize="1" noEditPoints="1" noAdjustHandles="1" noChangeArrowheads="1" noChangeShapeType="1" noTextEdit="1"/>
              </p:cNvSpPr>
              <p:nvPr/>
            </p:nvSpPr>
            <p:spPr>
              <a:xfrm>
                <a:off x="2236644" y="1480981"/>
                <a:ext cx="4572000" cy="302903"/>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1339D74-118A-CE47-9BAF-8C257DDBE075}"/>
                  </a:ext>
                </a:extLst>
              </p:cNvPr>
              <p:cNvSpPr txBox="1"/>
              <p:nvPr/>
            </p:nvSpPr>
            <p:spPr>
              <a:xfrm>
                <a:off x="2203987" y="1820812"/>
                <a:ext cx="4572000" cy="3029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GB" i="1" dirty="0" smtClean="0">
                              <a:latin typeface="Cambria Math" panose="02040503050406030204" pitchFamily="18" charset="0"/>
                            </a:rPr>
                          </m:ctrlPr>
                        </m:sSubSupPr>
                        <m:e>
                          <m:r>
                            <a:rPr lang="en-GB" b="0" i="1" dirty="0" smtClean="0">
                              <a:latin typeface="Cambria Math" panose="02040503050406030204" pitchFamily="18" charset="0"/>
                            </a:rPr>
                            <m:t>𝐻</m:t>
                          </m:r>
                          <m:r>
                            <a:rPr lang="en-GB" b="0" i="1" dirty="0" smtClean="0">
                              <a:latin typeface="Cambria Math" panose="02040503050406030204" pitchFamily="18" charset="0"/>
                            </a:rPr>
                            <m:t>1: </m:t>
                          </m:r>
                          <m:r>
                            <a:rPr lang="en-GB" i="1" dirty="0" smtClean="0">
                              <a:latin typeface="Cambria Math" panose="02040503050406030204" pitchFamily="18" charset="0"/>
                              <a:ea typeface="Cambria Math" panose="02040503050406030204" pitchFamily="18" charset="0"/>
                            </a:rPr>
                            <m:t>𝜎</m:t>
                          </m:r>
                        </m:e>
                        <m:sub>
                          <m:r>
                            <a:rPr lang="en-GB" b="0" i="1" dirty="0" smtClean="0">
                              <a:latin typeface="Cambria Math" panose="02040503050406030204" pitchFamily="18" charset="0"/>
                            </a:rPr>
                            <m:t>1</m:t>
                          </m:r>
                        </m:sub>
                        <m:sup>
                          <m:r>
                            <a:rPr lang="en-GB" b="0" i="1" dirty="0" smtClean="0">
                              <a:latin typeface="Cambria Math" panose="02040503050406030204" pitchFamily="18" charset="0"/>
                            </a:rPr>
                            <m:t>2</m:t>
                          </m:r>
                        </m:sup>
                      </m:sSubSup>
                      <m:r>
                        <a:rPr lang="en-GB" b="0" i="1" dirty="0" smtClean="0">
                          <a:latin typeface="Cambria Math" panose="02040503050406030204" pitchFamily="18" charset="0"/>
                          <a:ea typeface="Cambria Math" panose="02040503050406030204" pitchFamily="18" charset="0"/>
                        </a:rPr>
                        <m:t>≠</m:t>
                      </m:r>
                      <m:sSubSup>
                        <m:sSubSupPr>
                          <m:ctrlPr>
                            <a:rPr lang="en-GB" i="1" dirty="0">
                              <a:latin typeface="Cambria Math" panose="02040503050406030204" pitchFamily="18" charset="0"/>
                            </a:rPr>
                          </m:ctrlPr>
                        </m:sSubSupPr>
                        <m:e>
                          <m:r>
                            <a:rPr lang="en-GB" i="1" dirty="0">
                              <a:latin typeface="Cambria Math" panose="02040503050406030204" pitchFamily="18" charset="0"/>
                              <a:ea typeface="Cambria Math" panose="02040503050406030204" pitchFamily="18" charset="0"/>
                            </a:rPr>
                            <m:t>𝜎</m:t>
                          </m:r>
                        </m:e>
                        <m:sub>
                          <m:r>
                            <a:rPr lang="en-GB" b="0" i="1" dirty="0" smtClean="0">
                              <a:latin typeface="Cambria Math" panose="02040503050406030204" pitchFamily="18" charset="0"/>
                            </a:rPr>
                            <m:t>2</m:t>
                          </m:r>
                        </m:sub>
                        <m:sup>
                          <m:r>
                            <a:rPr lang="en-GB" i="1" dirty="0">
                              <a:latin typeface="Cambria Math" panose="02040503050406030204" pitchFamily="18" charset="0"/>
                            </a:rPr>
                            <m:t>2</m:t>
                          </m:r>
                        </m:sup>
                      </m:sSubSup>
                      <m:r>
                        <a:rPr lang="en-GB" b="0" i="1" dirty="0" smtClean="0">
                          <a:latin typeface="Cambria Math" panose="02040503050406030204" pitchFamily="18" charset="0"/>
                        </a:rPr>
                        <m:t>                   </m:t>
                      </m:r>
                      <m:r>
                        <a:rPr lang="en-GB" b="0" i="1" dirty="0" smtClean="0">
                          <a:latin typeface="Cambria Math" panose="02040503050406030204" pitchFamily="18" charset="0"/>
                        </a:rPr>
                        <m:t>𝐻</m:t>
                      </m:r>
                      <m:r>
                        <a:rPr lang="en-GB" b="0" i="1" dirty="0" smtClean="0">
                          <a:latin typeface="Cambria Math" panose="02040503050406030204" pitchFamily="18" charset="0"/>
                        </a:rPr>
                        <m:t>1:</m:t>
                      </m:r>
                      <m:sSubSup>
                        <m:sSubSupPr>
                          <m:ctrlPr>
                            <a:rPr lang="en-GB" i="1" dirty="0">
                              <a:latin typeface="Cambria Math" panose="02040503050406030204" pitchFamily="18" charset="0"/>
                            </a:rPr>
                          </m:ctrlPr>
                        </m:sSubSupPr>
                        <m:e>
                          <m:r>
                            <a:rPr lang="en-GB" i="1" dirty="0">
                              <a:latin typeface="Cambria Math" panose="02040503050406030204" pitchFamily="18" charset="0"/>
                              <a:ea typeface="Cambria Math" panose="02040503050406030204" pitchFamily="18" charset="0"/>
                            </a:rPr>
                            <m:t>𝜎</m:t>
                          </m:r>
                        </m:e>
                        <m:sub>
                          <m:r>
                            <a:rPr lang="en-GB" i="1" dirty="0">
                              <a:latin typeface="Cambria Math" panose="02040503050406030204" pitchFamily="18" charset="0"/>
                            </a:rPr>
                            <m:t>1</m:t>
                          </m:r>
                        </m:sub>
                        <m:sup>
                          <m:r>
                            <a:rPr lang="en-GB" i="1" dirty="0">
                              <a:latin typeface="Cambria Math" panose="02040503050406030204" pitchFamily="18" charset="0"/>
                            </a:rPr>
                            <m:t>2</m:t>
                          </m:r>
                        </m:sup>
                      </m:sSubSup>
                      <m:r>
                        <a:rPr lang="en-GB" b="0" i="1" dirty="0" smtClean="0">
                          <a:latin typeface="Cambria Math" panose="02040503050406030204" pitchFamily="18" charset="0"/>
                        </a:rPr>
                        <m:t>&gt;</m:t>
                      </m:r>
                      <m:sSubSup>
                        <m:sSubSupPr>
                          <m:ctrlPr>
                            <a:rPr lang="en-GB" i="1" dirty="0">
                              <a:latin typeface="Cambria Math" panose="02040503050406030204" pitchFamily="18" charset="0"/>
                            </a:rPr>
                          </m:ctrlPr>
                        </m:sSubSupPr>
                        <m:e>
                          <m:r>
                            <a:rPr lang="en-GB" i="1" dirty="0">
                              <a:latin typeface="Cambria Math" panose="02040503050406030204" pitchFamily="18" charset="0"/>
                              <a:ea typeface="Cambria Math" panose="02040503050406030204" pitchFamily="18" charset="0"/>
                            </a:rPr>
                            <m:t>𝜎</m:t>
                          </m:r>
                        </m:e>
                        <m:sub>
                          <m:r>
                            <a:rPr lang="en-GB" i="1" dirty="0">
                              <a:latin typeface="Cambria Math" panose="02040503050406030204" pitchFamily="18" charset="0"/>
                            </a:rPr>
                            <m:t>2</m:t>
                          </m:r>
                        </m:sub>
                        <m:sup>
                          <m:r>
                            <a:rPr lang="en-GB" i="1" dirty="0">
                              <a:latin typeface="Cambria Math" panose="02040503050406030204" pitchFamily="18" charset="0"/>
                            </a:rPr>
                            <m:t>2</m:t>
                          </m:r>
                        </m:sup>
                      </m:sSubSup>
                      <m:r>
                        <a:rPr lang="en-GB" b="0" i="0" dirty="0" smtClean="0">
                          <a:latin typeface="Cambria Math" panose="02040503050406030204" pitchFamily="18" charset="0"/>
                        </a:rPr>
                        <m:t>                   </m:t>
                      </m:r>
                      <m:r>
                        <a:rPr lang="en-GB" b="0" i="1" dirty="0" smtClean="0">
                          <a:latin typeface="Cambria Math" panose="02040503050406030204" pitchFamily="18" charset="0"/>
                        </a:rPr>
                        <m:t>𝐻</m:t>
                      </m:r>
                      <m:r>
                        <a:rPr lang="en-GB" b="0" i="1" dirty="0" smtClean="0">
                          <a:latin typeface="Cambria Math" panose="02040503050406030204" pitchFamily="18" charset="0"/>
                        </a:rPr>
                        <m:t>1: </m:t>
                      </m:r>
                      <m:sSubSup>
                        <m:sSubSupPr>
                          <m:ctrlPr>
                            <a:rPr lang="en-GB" i="1" dirty="0">
                              <a:latin typeface="Cambria Math" panose="02040503050406030204" pitchFamily="18" charset="0"/>
                            </a:rPr>
                          </m:ctrlPr>
                        </m:sSubSupPr>
                        <m:e>
                          <m:r>
                            <a:rPr lang="en-GB" i="1" dirty="0">
                              <a:latin typeface="Cambria Math" panose="02040503050406030204" pitchFamily="18" charset="0"/>
                              <a:ea typeface="Cambria Math" panose="02040503050406030204" pitchFamily="18" charset="0"/>
                            </a:rPr>
                            <m:t>𝜎</m:t>
                          </m:r>
                        </m:e>
                        <m:sub>
                          <m:r>
                            <a:rPr lang="en-GB" i="1" dirty="0">
                              <a:latin typeface="Cambria Math" panose="02040503050406030204" pitchFamily="18" charset="0"/>
                            </a:rPr>
                            <m:t>1</m:t>
                          </m:r>
                        </m:sub>
                        <m:sup>
                          <m:r>
                            <a:rPr lang="en-GB" i="1" dirty="0">
                              <a:latin typeface="Cambria Math" panose="02040503050406030204" pitchFamily="18" charset="0"/>
                            </a:rPr>
                            <m:t>2</m:t>
                          </m:r>
                        </m:sup>
                      </m:sSubSup>
                      <m:r>
                        <a:rPr lang="en-GB" b="0" i="1" dirty="0" smtClean="0">
                          <a:latin typeface="Cambria Math" panose="02040503050406030204" pitchFamily="18" charset="0"/>
                        </a:rPr>
                        <m:t>&lt;</m:t>
                      </m:r>
                      <m:sSubSup>
                        <m:sSubSupPr>
                          <m:ctrlPr>
                            <a:rPr lang="en-GB" i="1" dirty="0">
                              <a:latin typeface="Cambria Math" panose="02040503050406030204" pitchFamily="18" charset="0"/>
                            </a:rPr>
                          </m:ctrlPr>
                        </m:sSubSupPr>
                        <m:e>
                          <m:r>
                            <a:rPr lang="en-GB" i="1" dirty="0">
                              <a:latin typeface="Cambria Math" panose="02040503050406030204" pitchFamily="18" charset="0"/>
                              <a:ea typeface="Cambria Math" panose="02040503050406030204" pitchFamily="18" charset="0"/>
                            </a:rPr>
                            <m:t>𝜎</m:t>
                          </m:r>
                        </m:e>
                        <m:sub>
                          <m:r>
                            <a:rPr lang="en-GB" i="1" dirty="0">
                              <a:latin typeface="Cambria Math" panose="02040503050406030204" pitchFamily="18" charset="0"/>
                            </a:rPr>
                            <m:t>2</m:t>
                          </m:r>
                        </m:sub>
                        <m:sup>
                          <m:r>
                            <a:rPr lang="en-GB" i="1" dirty="0">
                              <a:latin typeface="Cambria Math" panose="02040503050406030204" pitchFamily="18" charset="0"/>
                            </a:rPr>
                            <m:t>2</m:t>
                          </m:r>
                        </m:sup>
                      </m:sSubSup>
                    </m:oMath>
                  </m:oMathPara>
                </a14:m>
                <a:endParaRPr lang="en-GB" dirty="0"/>
              </a:p>
            </p:txBody>
          </p:sp>
        </mc:Choice>
        <mc:Fallback xmlns="">
          <p:sp>
            <p:nvSpPr>
              <p:cNvPr id="7" name="TextBox 6">
                <a:extLst>
                  <a:ext uri="{FF2B5EF4-FFF2-40B4-BE49-F238E27FC236}">
                    <a16:creationId xmlns:a16="http://schemas.microsoft.com/office/drawing/2014/main" id="{11339D74-118A-CE47-9BAF-8C257DDBE075}"/>
                  </a:ext>
                </a:extLst>
              </p:cNvPr>
              <p:cNvSpPr txBox="1">
                <a:spLocks noRot="1" noChangeAspect="1" noMove="1" noResize="1" noEditPoints="1" noAdjustHandles="1" noChangeArrowheads="1" noChangeShapeType="1" noTextEdit="1"/>
              </p:cNvSpPr>
              <p:nvPr/>
            </p:nvSpPr>
            <p:spPr>
              <a:xfrm>
                <a:off x="2203987" y="1820812"/>
                <a:ext cx="4572000" cy="302903"/>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C4FC926-9071-2681-F35C-7578E0D57B18}"/>
                  </a:ext>
                </a:extLst>
              </p:cNvPr>
              <p:cNvSpPr txBox="1"/>
              <p:nvPr/>
            </p:nvSpPr>
            <p:spPr>
              <a:xfrm>
                <a:off x="186594" y="2200392"/>
                <a:ext cx="8672095" cy="523220"/>
              </a:xfrm>
              <a:prstGeom prst="rect">
                <a:avLst/>
              </a:prstGeom>
              <a:noFill/>
            </p:spPr>
            <p:txBody>
              <a:bodyPr wrap="square">
                <a:spAutoFit/>
              </a:bodyPr>
              <a:lstStyle/>
              <a:p>
                <a:r>
                  <a:rPr lang="en-GB" sz="1400" dirty="0">
                    <a:latin typeface="Calibri" panose="020F0502020204030204" pitchFamily="34" charset="0"/>
                    <a:ea typeface="Calibri" panose="020F0502020204030204" pitchFamily="34" charset="0"/>
                    <a:cs typeface="Calibri" panose="020F0502020204030204" pitchFamily="34" charset="0"/>
                  </a:rPr>
                  <a:t>In order to carry out the above tests, we use the </a:t>
                </a:r>
                <a14:m>
                  <m:oMath xmlns:m="http://schemas.openxmlformats.org/officeDocument/2006/math">
                    <m:r>
                      <a:rPr lang="en-GB" sz="1400" b="1" i="1" dirty="0" smtClean="0">
                        <a:latin typeface="Cambria Math" panose="02040503050406030204" pitchFamily="18" charset="0"/>
                        <a:ea typeface="Calibri" panose="020F0502020204030204" pitchFamily="34" charset="0"/>
                        <a:cs typeface="Calibri" panose="020F0502020204030204" pitchFamily="34" charset="0"/>
                      </a:rPr>
                      <m:t>𝑭</m:t>
                    </m:r>
                    <m:r>
                      <a:rPr lang="en-GB" sz="1400" b="1" i="1" dirty="0" smtClean="0">
                        <a:latin typeface="Cambria Math" panose="02040503050406030204" pitchFamily="18" charset="0"/>
                        <a:ea typeface="Calibri" panose="020F0502020204030204" pitchFamily="34" charset="0"/>
                        <a:cs typeface="Calibri" panose="020F0502020204030204" pitchFamily="34" charset="0"/>
                      </a:rPr>
                      <m:t>−</m:t>
                    </m:r>
                  </m:oMath>
                </a14:m>
                <a:r>
                  <a:rPr lang="en-GB" sz="1400" b="1" dirty="0">
                    <a:latin typeface="Calibri" panose="020F0502020204030204" pitchFamily="34" charset="0"/>
                    <a:ea typeface="Calibri" panose="020F0502020204030204" pitchFamily="34" charset="0"/>
                    <a:cs typeface="Calibri" panose="020F0502020204030204" pitchFamily="34" charset="0"/>
                  </a:rPr>
                  <a:t>distribution</a:t>
                </a:r>
                <a:r>
                  <a:rPr lang="en-GB" sz="1400" dirty="0">
                    <a:latin typeface="Calibri" panose="020F0502020204030204" pitchFamily="34" charset="0"/>
                    <a:ea typeface="Calibri" panose="020F0502020204030204" pitchFamily="34" charset="0"/>
                    <a:cs typeface="Calibri" panose="020F0502020204030204" pitchFamily="34" charset="0"/>
                  </a:rPr>
                  <a:t>, describing the random variable defined by the </a:t>
                </a:r>
                <a:r>
                  <a:rPr lang="en-GB" sz="1400" b="1" i="1" dirty="0">
                    <a:solidFill>
                      <a:srgbClr val="FF0000"/>
                    </a:solidFill>
                    <a:latin typeface="Calibri" panose="020F0502020204030204" pitchFamily="34" charset="0"/>
                    <a:ea typeface="Calibri" panose="020F0502020204030204" pitchFamily="34" charset="0"/>
                    <a:cs typeface="Calibri" panose="020F0502020204030204" pitchFamily="34" charset="0"/>
                  </a:rPr>
                  <a:t>ratio</a:t>
                </a:r>
                <a:r>
                  <a:rPr lang="en-GB" sz="1400" dirty="0">
                    <a:latin typeface="Calibri" panose="020F0502020204030204" pitchFamily="34" charset="0"/>
                    <a:ea typeface="Calibri" panose="020F0502020204030204" pitchFamily="34" charset="0"/>
                    <a:cs typeface="Calibri" panose="020F0502020204030204" pitchFamily="34" charset="0"/>
                  </a:rPr>
                  <a:t> involving sample and population variances. </a:t>
                </a:r>
              </a:p>
            </p:txBody>
          </p:sp>
        </mc:Choice>
        <mc:Fallback xmlns="">
          <p:sp>
            <p:nvSpPr>
              <p:cNvPr id="11" name="TextBox 10">
                <a:extLst>
                  <a:ext uri="{FF2B5EF4-FFF2-40B4-BE49-F238E27FC236}">
                    <a16:creationId xmlns:a16="http://schemas.microsoft.com/office/drawing/2014/main" id="{8C4FC926-9071-2681-F35C-7578E0D57B18}"/>
                  </a:ext>
                </a:extLst>
              </p:cNvPr>
              <p:cNvSpPr txBox="1">
                <a:spLocks noRot="1" noChangeAspect="1" noMove="1" noResize="1" noEditPoints="1" noAdjustHandles="1" noChangeArrowheads="1" noChangeShapeType="1" noTextEdit="1"/>
              </p:cNvSpPr>
              <p:nvPr/>
            </p:nvSpPr>
            <p:spPr>
              <a:xfrm>
                <a:off x="186594" y="2200392"/>
                <a:ext cx="8672095" cy="523220"/>
              </a:xfrm>
              <a:prstGeom prst="rect">
                <a:avLst/>
              </a:prstGeom>
              <a:blipFill>
                <a:blip r:embed="rId5"/>
                <a:stretch>
                  <a:fillRect l="-211" t="-2326" b="-1046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A6BF544-1B61-87CE-7D8B-36C5020FC410}"/>
                  </a:ext>
                </a:extLst>
              </p:cNvPr>
              <p:cNvSpPr txBox="1"/>
              <p:nvPr/>
            </p:nvSpPr>
            <p:spPr>
              <a:xfrm>
                <a:off x="3767447" y="2633600"/>
                <a:ext cx="1445079" cy="579582"/>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GB" sz="1400" b="0" i="1" smtClean="0">
                          <a:solidFill>
                            <a:srgbClr val="1C3D74"/>
                          </a:solidFill>
                          <a:effectLst/>
                          <a:latin typeface="Cambria Math" panose="02040503050406030204" pitchFamily="18" charset="0"/>
                          <a:ea typeface="DengXian" panose="02010600030101010101" pitchFamily="2" charset="-122"/>
                          <a:cs typeface="Calibri" panose="020F0502020204030204" pitchFamily="34" charset="0"/>
                        </a:rPr>
                        <m:t>𝐹</m:t>
                      </m:r>
                      <m:r>
                        <a:rPr lang="en-GB" sz="1400" i="1" smtClean="0">
                          <a:solidFill>
                            <a:srgbClr val="1C3D74"/>
                          </a:solidFill>
                          <a:effectLst/>
                          <a:latin typeface="Cambria Math" panose="02040503050406030204" pitchFamily="18" charset="0"/>
                          <a:ea typeface="DengXian" panose="02010600030101010101" pitchFamily="2" charset="-122"/>
                          <a:cs typeface="Calibri" panose="020F0502020204030204" pitchFamily="34" charset="0"/>
                        </a:rPr>
                        <m:t>=</m:t>
                      </m:r>
                      <m:f>
                        <m:fPr>
                          <m:ctrlPr>
                            <a:rPr lang="en-GB" sz="1400" i="1">
                              <a:solidFill>
                                <a:srgbClr val="1C3D74"/>
                              </a:solidFill>
                              <a:latin typeface="Cambria Math" panose="02040503050406030204" pitchFamily="18" charset="0"/>
                            </a:rPr>
                          </m:ctrlPr>
                        </m:fPr>
                        <m:num>
                          <m:sSubSup>
                            <m:sSubSupPr>
                              <m:ctrlPr>
                                <a:rPr lang="en-GB" sz="1400" i="1">
                                  <a:solidFill>
                                    <a:srgbClr val="1C3D74"/>
                                  </a:solidFill>
                                  <a:latin typeface="Cambria Math" panose="02040503050406030204" pitchFamily="18" charset="0"/>
                                  <a:ea typeface="DengXian" panose="02010600030101010101" pitchFamily="2" charset="-122"/>
                                  <a:cs typeface="Calibri" panose="020F0502020204030204" pitchFamily="34" charset="0"/>
                                </a:rPr>
                              </m:ctrlPr>
                            </m:sSubSupPr>
                            <m:e>
                              <m:r>
                                <a:rPr lang="en-GB" sz="1400" i="1">
                                  <a:solidFill>
                                    <a:srgbClr val="1C3D74"/>
                                  </a:solidFill>
                                  <a:latin typeface="Cambria Math" panose="02040503050406030204" pitchFamily="18" charset="0"/>
                                  <a:ea typeface="DengXian" panose="02010600030101010101" pitchFamily="2" charset="-122"/>
                                  <a:cs typeface="Calibri" panose="020F0502020204030204" pitchFamily="34" charset="0"/>
                                </a:rPr>
                                <m:t>𝑆</m:t>
                              </m:r>
                            </m:e>
                            <m:sub>
                              <m:r>
                                <a:rPr lang="en-GB" sz="1400" i="1">
                                  <a:solidFill>
                                    <a:srgbClr val="1C3D74"/>
                                  </a:solidFill>
                                  <a:latin typeface="Cambria Math" panose="02040503050406030204" pitchFamily="18" charset="0"/>
                                  <a:ea typeface="DengXian" panose="02010600030101010101" pitchFamily="2" charset="-122"/>
                                  <a:cs typeface="Calibri" panose="020F0502020204030204" pitchFamily="34" charset="0"/>
                                </a:rPr>
                                <m:t>1</m:t>
                              </m:r>
                            </m:sub>
                            <m:sup>
                              <m:r>
                                <a:rPr lang="en-GB" sz="1400" i="1">
                                  <a:solidFill>
                                    <a:srgbClr val="1C3D74"/>
                                  </a:solidFill>
                                  <a:latin typeface="Cambria Math" panose="02040503050406030204" pitchFamily="18" charset="0"/>
                                  <a:ea typeface="DengXian" panose="02010600030101010101" pitchFamily="2" charset="-122"/>
                                  <a:cs typeface="Calibri" panose="020F0502020204030204" pitchFamily="34" charset="0"/>
                                </a:rPr>
                                <m:t>2</m:t>
                              </m:r>
                            </m:sup>
                          </m:sSubSup>
                        </m:num>
                        <m:den>
                          <m:sSubSup>
                            <m:sSubSupPr>
                              <m:ctrlPr>
                                <a:rPr lang="en-GB" sz="1400" i="1" dirty="0">
                                  <a:solidFill>
                                    <a:srgbClr val="1C3D74"/>
                                  </a:solidFill>
                                  <a:latin typeface="Cambria Math" panose="02040503050406030204" pitchFamily="18" charset="0"/>
                                </a:rPr>
                              </m:ctrlPr>
                            </m:sSubSupPr>
                            <m:e>
                              <m:r>
                                <a:rPr lang="en-GB" sz="1400" i="1" dirty="0">
                                  <a:solidFill>
                                    <a:srgbClr val="1C3D74"/>
                                  </a:solidFill>
                                  <a:latin typeface="Cambria Math" panose="02040503050406030204" pitchFamily="18" charset="0"/>
                                  <a:ea typeface="Cambria Math" panose="02040503050406030204" pitchFamily="18" charset="0"/>
                                </a:rPr>
                                <m:t>𝜎</m:t>
                              </m:r>
                            </m:e>
                            <m:sub>
                              <m:r>
                                <a:rPr lang="en-GB" sz="1400" i="1" dirty="0">
                                  <a:solidFill>
                                    <a:srgbClr val="1C3D74"/>
                                  </a:solidFill>
                                  <a:latin typeface="Cambria Math" panose="02040503050406030204" pitchFamily="18" charset="0"/>
                                </a:rPr>
                                <m:t>1</m:t>
                              </m:r>
                            </m:sub>
                            <m:sup>
                              <m:r>
                                <a:rPr lang="en-GB" sz="1400" i="1" dirty="0">
                                  <a:solidFill>
                                    <a:srgbClr val="1C3D74"/>
                                  </a:solidFill>
                                  <a:latin typeface="Cambria Math" panose="02040503050406030204" pitchFamily="18" charset="0"/>
                                </a:rPr>
                                <m:t>2</m:t>
                              </m:r>
                            </m:sup>
                          </m:sSubSup>
                        </m:den>
                      </m:f>
                      <m:r>
                        <a:rPr lang="en-GB" sz="1400" i="1">
                          <a:solidFill>
                            <a:srgbClr val="1C3D74"/>
                          </a:solidFill>
                          <a:latin typeface="Cambria Math" panose="02040503050406030204" pitchFamily="18" charset="0"/>
                        </a:rPr>
                        <m:t>/</m:t>
                      </m:r>
                      <m:f>
                        <m:fPr>
                          <m:ctrlPr>
                            <a:rPr lang="en-GB" sz="1400" i="1">
                              <a:solidFill>
                                <a:srgbClr val="1C3D74"/>
                              </a:solidFill>
                              <a:latin typeface="Cambria Math" panose="02040503050406030204" pitchFamily="18" charset="0"/>
                            </a:rPr>
                          </m:ctrlPr>
                        </m:fPr>
                        <m:num>
                          <m:sSubSup>
                            <m:sSubSupPr>
                              <m:ctrlPr>
                                <a:rPr lang="en-GB" sz="1400" i="1">
                                  <a:solidFill>
                                    <a:srgbClr val="1C3D74"/>
                                  </a:solidFill>
                                  <a:latin typeface="Cambria Math" panose="02040503050406030204" pitchFamily="18" charset="0"/>
                                  <a:ea typeface="DengXian" panose="02010600030101010101" pitchFamily="2" charset="-122"/>
                                  <a:cs typeface="Calibri" panose="020F0502020204030204" pitchFamily="34" charset="0"/>
                                </a:rPr>
                              </m:ctrlPr>
                            </m:sSubSupPr>
                            <m:e>
                              <m:r>
                                <a:rPr lang="en-GB" sz="1400" i="1">
                                  <a:solidFill>
                                    <a:srgbClr val="1C3D74"/>
                                  </a:solidFill>
                                  <a:latin typeface="Cambria Math" panose="02040503050406030204" pitchFamily="18" charset="0"/>
                                  <a:ea typeface="DengXian" panose="02010600030101010101" pitchFamily="2" charset="-122"/>
                                  <a:cs typeface="Calibri" panose="020F0502020204030204" pitchFamily="34" charset="0"/>
                                </a:rPr>
                                <m:t>𝑆</m:t>
                              </m:r>
                            </m:e>
                            <m:sub>
                              <m:r>
                                <a:rPr lang="en-GB" sz="1400" i="1">
                                  <a:solidFill>
                                    <a:srgbClr val="1C3D74"/>
                                  </a:solidFill>
                                  <a:latin typeface="Cambria Math" panose="02040503050406030204" pitchFamily="18" charset="0"/>
                                  <a:ea typeface="DengXian" panose="02010600030101010101" pitchFamily="2" charset="-122"/>
                                  <a:cs typeface="Calibri" panose="020F0502020204030204" pitchFamily="34" charset="0"/>
                                </a:rPr>
                                <m:t>2</m:t>
                              </m:r>
                            </m:sub>
                            <m:sup>
                              <m:r>
                                <a:rPr lang="en-GB" sz="1400" i="1">
                                  <a:solidFill>
                                    <a:srgbClr val="1C3D74"/>
                                  </a:solidFill>
                                  <a:latin typeface="Cambria Math" panose="02040503050406030204" pitchFamily="18" charset="0"/>
                                  <a:ea typeface="DengXian" panose="02010600030101010101" pitchFamily="2" charset="-122"/>
                                  <a:cs typeface="Calibri" panose="020F0502020204030204" pitchFamily="34" charset="0"/>
                                </a:rPr>
                                <m:t>2</m:t>
                              </m:r>
                            </m:sup>
                          </m:sSubSup>
                        </m:num>
                        <m:den>
                          <m:sSubSup>
                            <m:sSubSupPr>
                              <m:ctrlPr>
                                <a:rPr lang="en-GB" sz="1400" i="1" dirty="0">
                                  <a:solidFill>
                                    <a:srgbClr val="1C3D74"/>
                                  </a:solidFill>
                                  <a:latin typeface="Cambria Math" panose="02040503050406030204" pitchFamily="18" charset="0"/>
                                </a:rPr>
                              </m:ctrlPr>
                            </m:sSubSupPr>
                            <m:e>
                              <m:r>
                                <a:rPr lang="en-GB" sz="1400" i="1" dirty="0">
                                  <a:solidFill>
                                    <a:srgbClr val="1C3D74"/>
                                  </a:solidFill>
                                  <a:latin typeface="Cambria Math" panose="02040503050406030204" pitchFamily="18" charset="0"/>
                                  <a:ea typeface="Cambria Math" panose="02040503050406030204" pitchFamily="18" charset="0"/>
                                </a:rPr>
                                <m:t>𝜎</m:t>
                              </m:r>
                            </m:e>
                            <m:sub>
                              <m:r>
                                <a:rPr lang="en-GB" sz="1400" i="1" dirty="0">
                                  <a:solidFill>
                                    <a:srgbClr val="1C3D74"/>
                                  </a:solidFill>
                                  <a:latin typeface="Cambria Math" panose="02040503050406030204" pitchFamily="18" charset="0"/>
                                </a:rPr>
                                <m:t>2</m:t>
                              </m:r>
                            </m:sub>
                            <m:sup>
                              <m:r>
                                <a:rPr lang="en-GB" sz="1400" i="1" dirty="0">
                                  <a:solidFill>
                                    <a:srgbClr val="1C3D74"/>
                                  </a:solidFill>
                                  <a:latin typeface="Cambria Math" panose="02040503050406030204" pitchFamily="18" charset="0"/>
                                </a:rPr>
                                <m:t>2</m:t>
                              </m:r>
                            </m:sup>
                          </m:sSubSup>
                        </m:den>
                      </m:f>
                    </m:oMath>
                  </m:oMathPara>
                </a14:m>
                <a:endParaRPr lang="en-GB" sz="1400" dirty="0"/>
              </a:p>
            </p:txBody>
          </p:sp>
        </mc:Choice>
        <mc:Fallback xmlns="">
          <p:sp>
            <p:nvSpPr>
              <p:cNvPr id="13" name="TextBox 12">
                <a:extLst>
                  <a:ext uri="{FF2B5EF4-FFF2-40B4-BE49-F238E27FC236}">
                    <a16:creationId xmlns:a16="http://schemas.microsoft.com/office/drawing/2014/main" id="{0A6BF544-1B61-87CE-7D8B-36C5020FC410}"/>
                  </a:ext>
                </a:extLst>
              </p:cNvPr>
              <p:cNvSpPr txBox="1">
                <a:spLocks noRot="1" noChangeAspect="1" noMove="1" noResize="1" noEditPoints="1" noAdjustHandles="1" noChangeArrowheads="1" noChangeShapeType="1" noTextEdit="1"/>
              </p:cNvSpPr>
              <p:nvPr/>
            </p:nvSpPr>
            <p:spPr>
              <a:xfrm>
                <a:off x="3767447" y="2633600"/>
                <a:ext cx="1445079" cy="57958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05566FF-7AAC-4AA6-4400-6C315639931A}"/>
                  </a:ext>
                </a:extLst>
              </p:cNvPr>
              <p:cNvSpPr txBox="1"/>
              <p:nvPr/>
            </p:nvSpPr>
            <p:spPr>
              <a:xfrm>
                <a:off x="186594" y="3351732"/>
                <a:ext cx="8652055" cy="913840"/>
              </a:xfrm>
              <a:prstGeom prst="rect">
                <a:avLst/>
              </a:prstGeom>
              <a:noFill/>
            </p:spPr>
            <p:txBody>
              <a:bodyPr wrap="square">
                <a:spAutoFit/>
              </a:bodyPr>
              <a:lstStyle/>
              <a:p>
                <a:pPr>
                  <a:spcBef>
                    <a:spcPts val="600"/>
                  </a:spcBef>
                  <a:spcAft>
                    <a:spcPts val="600"/>
                  </a:spcAft>
                </a:pPr>
                <a:r>
                  <a:rPr lang="en-GB" sz="1400" dirty="0">
                    <a:latin typeface="Calibri" panose="020F0502020204030204" pitchFamily="34" charset="0"/>
                    <a:ea typeface="Calibri" panose="020F0502020204030204" pitchFamily="34" charset="0"/>
                    <a:cs typeface="Calibri" panose="020F0502020204030204" pitchFamily="34" charset="0"/>
                  </a:rPr>
                  <a:t>Under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𝐻</m:t>
                    </m:r>
                    <m:r>
                      <a:rPr lang="en-GB" sz="1400" i="1" dirty="0" smtClean="0">
                        <a:latin typeface="Cambria Math" panose="02040503050406030204" pitchFamily="18" charset="0"/>
                        <a:ea typeface="Calibri" panose="020F0502020204030204" pitchFamily="34" charset="0"/>
                        <a:cs typeface="Calibri" panose="020F0502020204030204" pitchFamily="34" charset="0"/>
                      </a:rPr>
                      <m:t>0</m:t>
                    </m:r>
                  </m:oMath>
                </a14:m>
                <a:r>
                  <a:rPr lang="en-GB" sz="14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GB" sz="1400" i="1" dirty="0" smtClean="0">
                        <a:latin typeface="Cambria Math" panose="02040503050406030204" pitchFamily="18" charset="0"/>
                        <a:ea typeface="Calibri" panose="020F0502020204030204" pitchFamily="34" charset="0"/>
                        <a:cs typeface="Calibri" panose="020F0502020204030204" pitchFamily="34" charset="0"/>
                      </a:rPr>
                      <m:t>𝐹</m:t>
                    </m:r>
                  </m:oMath>
                </a14:m>
                <a:r>
                  <a:rPr lang="en-GB" sz="1400" dirty="0">
                    <a:latin typeface="Calibri" panose="020F0502020204030204" pitchFamily="34" charset="0"/>
                    <a:ea typeface="Calibri" panose="020F0502020204030204" pitchFamily="34" charset="0"/>
                    <a:cs typeface="Calibri" panose="020F0502020204030204" pitchFamily="34" charset="0"/>
                  </a:rPr>
                  <a:t> reduced to </a:t>
                </a:r>
                <a14:m>
                  <m:oMath xmlns:m="http://schemas.openxmlformats.org/officeDocument/2006/math">
                    <m:r>
                      <a:rPr lang="en-GB" sz="1400" b="0" i="1" dirty="0" smtClean="0">
                        <a:solidFill>
                          <a:srgbClr val="1C3D74"/>
                        </a:solidFill>
                        <a:latin typeface="Cambria Math" panose="02040503050406030204" pitchFamily="18" charset="0"/>
                      </a:rPr>
                      <m:t>𝐹</m:t>
                    </m:r>
                    <m:r>
                      <a:rPr lang="en-GB" sz="1400" b="0" i="0" dirty="0" smtClean="0">
                        <a:solidFill>
                          <a:srgbClr val="1C3D74"/>
                        </a:solidFill>
                        <a:latin typeface="Cambria Math" panose="02040503050406030204" pitchFamily="18" charset="0"/>
                      </a:rPr>
                      <m:t>=</m:t>
                    </m:r>
                    <m:sSubSup>
                      <m:sSubSupPr>
                        <m:ctrlPr>
                          <a:rPr lang="en-GB" sz="1400" i="1">
                            <a:solidFill>
                              <a:srgbClr val="1C3D74"/>
                            </a:solidFill>
                            <a:latin typeface="Cambria Math" panose="02040503050406030204" pitchFamily="18" charset="0"/>
                            <a:ea typeface="DengXian" panose="02010600030101010101" pitchFamily="2" charset="-122"/>
                            <a:cs typeface="Calibri" panose="020F0502020204030204" pitchFamily="34" charset="0"/>
                          </a:rPr>
                        </m:ctrlPr>
                      </m:sSubSupPr>
                      <m:e>
                        <m:r>
                          <a:rPr lang="en-GB" sz="1400" i="1">
                            <a:solidFill>
                              <a:srgbClr val="1C3D74"/>
                            </a:solidFill>
                            <a:latin typeface="Cambria Math" panose="02040503050406030204" pitchFamily="18" charset="0"/>
                            <a:ea typeface="DengXian" panose="02010600030101010101" pitchFamily="2" charset="-122"/>
                            <a:cs typeface="Calibri" panose="020F0502020204030204" pitchFamily="34" charset="0"/>
                          </a:rPr>
                          <m:t>𝑆</m:t>
                        </m:r>
                      </m:e>
                      <m:sub>
                        <m:r>
                          <a:rPr lang="en-GB" sz="1400" i="1">
                            <a:solidFill>
                              <a:srgbClr val="1C3D74"/>
                            </a:solidFill>
                            <a:latin typeface="Cambria Math" panose="02040503050406030204" pitchFamily="18" charset="0"/>
                            <a:ea typeface="DengXian" panose="02010600030101010101" pitchFamily="2" charset="-122"/>
                            <a:cs typeface="Calibri" panose="020F0502020204030204" pitchFamily="34" charset="0"/>
                          </a:rPr>
                          <m:t>1</m:t>
                        </m:r>
                      </m:sub>
                      <m:sup>
                        <m:r>
                          <a:rPr lang="en-GB" sz="1400" i="1">
                            <a:solidFill>
                              <a:srgbClr val="1C3D74"/>
                            </a:solidFill>
                            <a:latin typeface="Cambria Math" panose="02040503050406030204" pitchFamily="18" charset="0"/>
                            <a:ea typeface="DengXian" panose="02010600030101010101" pitchFamily="2" charset="-122"/>
                            <a:cs typeface="Calibri" panose="020F0502020204030204" pitchFamily="34" charset="0"/>
                          </a:rPr>
                          <m:t>2</m:t>
                        </m:r>
                      </m:sup>
                    </m:sSubSup>
                    <m:r>
                      <a:rPr lang="en-GB" sz="1400" i="1">
                        <a:solidFill>
                          <a:srgbClr val="1C3D74"/>
                        </a:solidFill>
                        <a:latin typeface="Cambria Math" panose="02040503050406030204" pitchFamily="18" charset="0"/>
                      </a:rPr>
                      <m:t>/</m:t>
                    </m:r>
                    <m:sSubSup>
                      <m:sSubSupPr>
                        <m:ctrlPr>
                          <a:rPr lang="en-GB" sz="1400" i="1">
                            <a:solidFill>
                              <a:srgbClr val="1C3D74"/>
                            </a:solidFill>
                            <a:latin typeface="Cambria Math" panose="02040503050406030204" pitchFamily="18" charset="0"/>
                            <a:ea typeface="DengXian" panose="02010600030101010101" pitchFamily="2" charset="-122"/>
                            <a:cs typeface="Calibri" panose="020F0502020204030204" pitchFamily="34" charset="0"/>
                          </a:rPr>
                        </m:ctrlPr>
                      </m:sSubSupPr>
                      <m:e>
                        <m:r>
                          <a:rPr lang="en-GB" sz="1400" i="1">
                            <a:solidFill>
                              <a:srgbClr val="1C3D74"/>
                            </a:solidFill>
                            <a:latin typeface="Cambria Math" panose="02040503050406030204" pitchFamily="18" charset="0"/>
                            <a:ea typeface="DengXian" panose="02010600030101010101" pitchFamily="2" charset="-122"/>
                            <a:cs typeface="Calibri" panose="020F0502020204030204" pitchFamily="34" charset="0"/>
                          </a:rPr>
                          <m:t>𝑆</m:t>
                        </m:r>
                      </m:e>
                      <m:sub>
                        <m:r>
                          <a:rPr lang="en-GB" sz="1400" i="1">
                            <a:solidFill>
                              <a:srgbClr val="1C3D74"/>
                            </a:solidFill>
                            <a:latin typeface="Cambria Math" panose="02040503050406030204" pitchFamily="18" charset="0"/>
                            <a:ea typeface="DengXian" panose="02010600030101010101" pitchFamily="2" charset="-122"/>
                            <a:cs typeface="Calibri" panose="020F0502020204030204" pitchFamily="34" charset="0"/>
                          </a:rPr>
                          <m:t>2</m:t>
                        </m:r>
                      </m:sub>
                      <m:sup>
                        <m:r>
                          <a:rPr lang="en-GB" sz="1400" i="1">
                            <a:solidFill>
                              <a:srgbClr val="1C3D74"/>
                            </a:solidFill>
                            <a:latin typeface="Cambria Math" panose="02040503050406030204" pitchFamily="18" charset="0"/>
                            <a:ea typeface="DengXian" panose="02010600030101010101" pitchFamily="2" charset="-122"/>
                            <a:cs typeface="Calibri" panose="020F0502020204030204" pitchFamily="34" charset="0"/>
                          </a:rPr>
                          <m:t>2</m:t>
                        </m:r>
                      </m:sup>
                    </m:sSubSup>
                  </m:oMath>
                </a14:m>
                <a:r>
                  <a:rPr lang="en-GB" sz="1400" dirty="0"/>
                  <a:t>, with </a:t>
                </a:r>
                <a14:m>
                  <m:oMath xmlns:m="http://schemas.openxmlformats.org/officeDocument/2006/math">
                    <m:sSub>
                      <m:sSubPr>
                        <m:ctrlPr>
                          <a:rPr lang="en-GB" sz="1400" i="1" smtClean="0">
                            <a:solidFill>
                              <a:srgbClr val="FF0000"/>
                            </a:solidFill>
                            <a:latin typeface="Cambria Math" panose="02040503050406030204" pitchFamily="18" charset="0"/>
                          </a:rPr>
                        </m:ctrlPr>
                      </m:sSubPr>
                      <m:e>
                        <m:r>
                          <a:rPr lang="en-GB" sz="1400" i="1">
                            <a:solidFill>
                              <a:srgbClr val="FF0000"/>
                            </a:solidFill>
                            <a:latin typeface="Cambria Math" panose="02040503050406030204" pitchFamily="18" charset="0"/>
                          </a:rPr>
                          <m:t>𝑛</m:t>
                        </m:r>
                      </m:e>
                      <m:sub>
                        <m:r>
                          <a:rPr lang="en-GB" sz="1400" i="1">
                            <a:solidFill>
                              <a:srgbClr val="FF0000"/>
                            </a:solidFill>
                            <a:latin typeface="Cambria Math" panose="02040503050406030204" pitchFamily="18" charset="0"/>
                          </a:rPr>
                          <m:t>1</m:t>
                        </m:r>
                      </m:sub>
                    </m:sSub>
                    <m:r>
                      <a:rPr lang="en-GB" sz="1400" b="0" i="1" smtClean="0">
                        <a:solidFill>
                          <a:srgbClr val="FF0000"/>
                        </a:solidFill>
                        <a:latin typeface="Cambria Math" panose="02040503050406030204" pitchFamily="18" charset="0"/>
                      </a:rPr>
                      <m:t>−1</m:t>
                    </m:r>
                  </m:oMath>
                </a14:m>
                <a:r>
                  <a:rPr lang="en-GB" sz="1400" dirty="0"/>
                  <a:t> degrees of freedom in the numerator and </a:t>
                </a:r>
                <a14:m>
                  <m:oMath xmlns:m="http://schemas.openxmlformats.org/officeDocument/2006/math">
                    <m:sSub>
                      <m:sSubPr>
                        <m:ctrlPr>
                          <a:rPr lang="en-GB" sz="1400" i="1">
                            <a:solidFill>
                              <a:srgbClr val="FF0000"/>
                            </a:solidFill>
                            <a:latin typeface="Cambria Math" panose="02040503050406030204" pitchFamily="18" charset="0"/>
                          </a:rPr>
                        </m:ctrlPr>
                      </m:sSubPr>
                      <m:e>
                        <m:r>
                          <a:rPr lang="en-GB" sz="1400" i="1">
                            <a:solidFill>
                              <a:srgbClr val="FF0000"/>
                            </a:solidFill>
                            <a:latin typeface="Cambria Math" panose="02040503050406030204" pitchFamily="18" charset="0"/>
                          </a:rPr>
                          <m:t>𝑛</m:t>
                        </m:r>
                      </m:e>
                      <m:sub>
                        <m:r>
                          <a:rPr lang="en-GB" sz="1400" b="0" i="1" smtClean="0">
                            <a:solidFill>
                              <a:srgbClr val="FF0000"/>
                            </a:solidFill>
                            <a:latin typeface="Cambria Math" panose="02040503050406030204" pitchFamily="18" charset="0"/>
                          </a:rPr>
                          <m:t>2</m:t>
                        </m:r>
                      </m:sub>
                    </m:sSub>
                    <m:r>
                      <a:rPr lang="en-GB" sz="1400" i="1">
                        <a:solidFill>
                          <a:srgbClr val="FF0000"/>
                        </a:solidFill>
                        <a:latin typeface="Cambria Math" panose="02040503050406030204" pitchFamily="18" charset="0"/>
                      </a:rPr>
                      <m:t>−1</m:t>
                    </m:r>
                  </m:oMath>
                </a14:m>
                <a:r>
                  <a:rPr lang="en-GB" sz="1400" dirty="0"/>
                  <a:t> degrees of freedom in the denominator, and is denoted by </a:t>
                </a:r>
              </a:p>
              <a:p>
                <a:pPr algn="ctr">
                  <a:spcBef>
                    <a:spcPts val="600"/>
                  </a:spcBef>
                  <a:spcAft>
                    <a:spcPts val="600"/>
                  </a:spcAft>
                </a:pPr>
                <a:r>
                  <a:rPr lang="en-GB" sz="1400" dirty="0"/>
                  <a:t> </a:t>
                </a:r>
                <a14:m>
                  <m:oMath xmlns:m="http://schemas.openxmlformats.org/officeDocument/2006/math">
                    <m:sSub>
                      <m:sSubPr>
                        <m:ctrlPr>
                          <a:rPr lang="en-GB" sz="1400" i="1" smtClean="0">
                            <a:solidFill>
                              <a:srgbClr val="1C3D74"/>
                            </a:solidFill>
                            <a:latin typeface="Cambria Math" panose="02040503050406030204" pitchFamily="18" charset="0"/>
                          </a:rPr>
                        </m:ctrlPr>
                      </m:sSubPr>
                      <m:e>
                        <m:r>
                          <a:rPr lang="en-GB" sz="1400" b="0" i="1" smtClean="0">
                            <a:solidFill>
                              <a:srgbClr val="1C3D74"/>
                            </a:solidFill>
                            <a:latin typeface="Cambria Math" panose="02040503050406030204" pitchFamily="18" charset="0"/>
                          </a:rPr>
                          <m:t>𝐹</m:t>
                        </m:r>
                      </m:e>
                      <m:sub>
                        <m:sSub>
                          <m:sSubPr>
                            <m:ctrlPr>
                              <a:rPr lang="en-GB" sz="1400" i="1">
                                <a:solidFill>
                                  <a:srgbClr val="1C3D74"/>
                                </a:solidFill>
                                <a:latin typeface="Cambria Math" panose="02040503050406030204" pitchFamily="18" charset="0"/>
                              </a:rPr>
                            </m:ctrlPr>
                          </m:sSubPr>
                          <m:e>
                            <m:r>
                              <a:rPr lang="en-GB" sz="1400" i="1">
                                <a:solidFill>
                                  <a:srgbClr val="1C3D74"/>
                                </a:solidFill>
                                <a:latin typeface="Cambria Math" panose="02040503050406030204" pitchFamily="18" charset="0"/>
                              </a:rPr>
                              <m:t>𝑛</m:t>
                            </m:r>
                          </m:e>
                          <m:sub>
                            <m:r>
                              <a:rPr lang="en-GB" sz="1400" i="1">
                                <a:solidFill>
                                  <a:srgbClr val="1C3D74"/>
                                </a:solidFill>
                                <a:latin typeface="Cambria Math" panose="02040503050406030204" pitchFamily="18" charset="0"/>
                              </a:rPr>
                              <m:t>1</m:t>
                            </m:r>
                          </m:sub>
                        </m:sSub>
                        <m:r>
                          <a:rPr lang="en-GB" sz="1400" b="0" i="1" smtClean="0">
                            <a:solidFill>
                              <a:srgbClr val="1C3D74"/>
                            </a:solidFill>
                            <a:latin typeface="Cambria Math" panose="02040503050406030204" pitchFamily="18" charset="0"/>
                          </a:rPr>
                          <m:t>−1,</m:t>
                        </m:r>
                        <m:sSub>
                          <m:sSubPr>
                            <m:ctrlPr>
                              <a:rPr lang="en-GB" sz="1400" i="1">
                                <a:solidFill>
                                  <a:srgbClr val="1C3D74"/>
                                </a:solidFill>
                                <a:latin typeface="Cambria Math" panose="02040503050406030204" pitchFamily="18" charset="0"/>
                              </a:rPr>
                            </m:ctrlPr>
                          </m:sSubPr>
                          <m:e>
                            <m:r>
                              <a:rPr lang="en-GB" sz="1400" i="1">
                                <a:solidFill>
                                  <a:srgbClr val="1C3D74"/>
                                </a:solidFill>
                                <a:latin typeface="Cambria Math" panose="02040503050406030204" pitchFamily="18" charset="0"/>
                              </a:rPr>
                              <m:t>𝑛</m:t>
                            </m:r>
                          </m:e>
                          <m:sub>
                            <m:r>
                              <a:rPr lang="en-GB" sz="1400" b="0" i="1" smtClean="0">
                                <a:solidFill>
                                  <a:srgbClr val="1C3D74"/>
                                </a:solidFill>
                                <a:latin typeface="Cambria Math" panose="02040503050406030204" pitchFamily="18" charset="0"/>
                              </a:rPr>
                              <m:t>2</m:t>
                            </m:r>
                          </m:sub>
                        </m:sSub>
                        <m:r>
                          <a:rPr lang="en-GB" sz="1400" b="0" i="1" smtClean="0">
                            <a:solidFill>
                              <a:srgbClr val="1C3D74"/>
                            </a:solidFill>
                            <a:latin typeface="Cambria Math" panose="02040503050406030204" pitchFamily="18" charset="0"/>
                          </a:rPr>
                          <m:t>−1</m:t>
                        </m:r>
                      </m:sub>
                    </m:sSub>
                  </m:oMath>
                </a14:m>
                <a:endParaRPr lang="en-GB" sz="1400" dirty="0"/>
              </a:p>
            </p:txBody>
          </p:sp>
        </mc:Choice>
        <mc:Fallback xmlns="">
          <p:sp>
            <p:nvSpPr>
              <p:cNvPr id="15" name="TextBox 14">
                <a:extLst>
                  <a:ext uri="{FF2B5EF4-FFF2-40B4-BE49-F238E27FC236}">
                    <a16:creationId xmlns:a16="http://schemas.microsoft.com/office/drawing/2014/main" id="{905566FF-7AAC-4AA6-4400-6C315639931A}"/>
                  </a:ext>
                </a:extLst>
              </p:cNvPr>
              <p:cNvSpPr txBox="1">
                <a:spLocks noRot="1" noChangeAspect="1" noMove="1" noResize="1" noEditPoints="1" noAdjustHandles="1" noChangeArrowheads="1" noChangeShapeType="1" noTextEdit="1"/>
              </p:cNvSpPr>
              <p:nvPr/>
            </p:nvSpPr>
            <p:spPr>
              <a:xfrm>
                <a:off x="186594" y="3351732"/>
                <a:ext cx="8652055" cy="913840"/>
              </a:xfrm>
              <a:prstGeom prst="rect">
                <a:avLst/>
              </a:prstGeom>
              <a:blipFill>
                <a:blip r:embed="rId7"/>
                <a:stretch>
                  <a:fillRect l="-211" t="-1333"/>
                </a:stretch>
              </a:blipFill>
            </p:spPr>
            <p:txBody>
              <a:bodyPr/>
              <a:lstStyle/>
              <a:p>
                <a:r>
                  <a:rPr lang="en-GB">
                    <a:noFill/>
                  </a:rPr>
                  <a:t> </a:t>
                </a:r>
              </a:p>
            </p:txBody>
          </p:sp>
        </mc:Fallback>
      </mc:AlternateContent>
    </p:spTree>
    <p:extLst>
      <p:ext uri="{BB962C8B-B14F-4D97-AF65-F5344CB8AC3E}">
        <p14:creationId xmlns:p14="http://schemas.microsoft.com/office/powerpoint/2010/main" val="11085202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Parametric Methods – Tests for Multiple Samples</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pic>
        <p:nvPicPr>
          <p:cNvPr id="5" name="Picture 4">
            <a:extLst>
              <a:ext uri="{FF2B5EF4-FFF2-40B4-BE49-F238E27FC236}">
                <a16:creationId xmlns:a16="http://schemas.microsoft.com/office/drawing/2014/main" id="{24233A21-46E4-4DEB-819A-5D15EA6CFC13}"/>
              </a:ext>
            </a:extLst>
          </p:cNvPr>
          <p:cNvPicPr>
            <a:picLocks noChangeAspect="1"/>
          </p:cNvPicPr>
          <p:nvPr/>
        </p:nvPicPr>
        <p:blipFill>
          <a:blip r:embed="rId3"/>
          <a:stretch>
            <a:fillRect/>
          </a:stretch>
        </p:blipFill>
        <p:spPr>
          <a:xfrm>
            <a:off x="142875" y="653705"/>
            <a:ext cx="3280211" cy="3767255"/>
          </a:xfrm>
          <a:prstGeom prst="rect">
            <a:avLst/>
          </a:prstGeom>
        </p:spPr>
      </p:pic>
      <p:pic>
        <p:nvPicPr>
          <p:cNvPr id="9" name="Picture 8">
            <a:extLst>
              <a:ext uri="{FF2B5EF4-FFF2-40B4-BE49-F238E27FC236}">
                <a16:creationId xmlns:a16="http://schemas.microsoft.com/office/drawing/2014/main" id="{C99E4800-838D-4EB9-EFFE-99843AF492F7}"/>
              </a:ext>
            </a:extLst>
          </p:cNvPr>
          <p:cNvPicPr>
            <a:picLocks noChangeAspect="1"/>
          </p:cNvPicPr>
          <p:nvPr/>
        </p:nvPicPr>
        <p:blipFill>
          <a:blip r:embed="rId4"/>
          <a:stretch>
            <a:fillRect/>
          </a:stretch>
        </p:blipFill>
        <p:spPr>
          <a:xfrm>
            <a:off x="3423086" y="677878"/>
            <a:ext cx="3246214" cy="3743082"/>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CD59D38-3533-5660-CC21-B309E475C8FF}"/>
                  </a:ext>
                </a:extLst>
              </p:cNvPr>
              <p:cNvSpPr txBox="1"/>
              <p:nvPr/>
            </p:nvSpPr>
            <p:spPr>
              <a:xfrm>
                <a:off x="6672185" y="2117523"/>
                <a:ext cx="2370384" cy="908454"/>
              </a:xfrm>
              <a:prstGeom prst="rect">
                <a:avLst/>
              </a:prstGeom>
              <a:noFill/>
            </p:spPr>
            <p:txBody>
              <a:bodyPr wrap="square">
                <a:spAutoFit/>
              </a:bodyPr>
              <a:lstStyle/>
              <a:p>
                <a:pPr marL="285750" indent="-285750">
                  <a:spcBef>
                    <a:spcPts val="600"/>
                  </a:spcBef>
                  <a:spcAft>
                    <a:spcPts val="600"/>
                  </a:spcAft>
                  <a:buFont typeface="Arial" panose="020B0604020202020204" pitchFamily="34" charset="0"/>
                  <a:buChar char="•"/>
                </a:pPr>
                <a:r>
                  <a:rPr lang="en-GB" sz="1000" b="1" dirty="0">
                    <a:solidFill>
                      <a:srgbClr val="1C3D74"/>
                    </a:solidFill>
                    <a:latin typeface="Calibri" panose="020F0502020204030204" pitchFamily="34" charset="0"/>
                    <a:ea typeface="Calibri" panose="020F0502020204030204" pitchFamily="34" charset="0"/>
                    <a:cs typeface="Calibri" panose="020F0502020204030204" pitchFamily="34" charset="0"/>
                  </a:rPr>
                  <a:t>Only right-tail values are given;</a:t>
                </a:r>
              </a:p>
              <a:p>
                <a:pPr marL="285750" indent="-285750">
                  <a:spcBef>
                    <a:spcPts val="600"/>
                  </a:spcBef>
                  <a:spcAft>
                    <a:spcPts val="600"/>
                  </a:spcAft>
                  <a:buFont typeface="Arial" panose="020B0604020202020204" pitchFamily="34" charset="0"/>
                  <a:buChar char="•"/>
                </a:pPr>
                <a:r>
                  <a:rPr lang="en-GB" sz="1000" b="1" dirty="0">
                    <a:solidFill>
                      <a:srgbClr val="1C3D74"/>
                    </a:solidFill>
                    <a:latin typeface="Calibri" panose="020F0502020204030204" pitchFamily="34" charset="0"/>
                    <a:ea typeface="Calibri" panose="020F0502020204030204" pitchFamily="34" charset="0"/>
                    <a:cs typeface="Calibri" panose="020F0502020204030204" pitchFamily="34" charset="0"/>
                  </a:rPr>
                  <a:t>For left-tail values, we use</a:t>
                </a: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GB" sz="1200" b="1" i="1" smtClean="0">
                              <a:solidFill>
                                <a:srgbClr val="FF0000"/>
                              </a:solidFill>
                              <a:latin typeface="Cambria Math" panose="02040503050406030204" pitchFamily="18" charset="0"/>
                            </a:rPr>
                          </m:ctrlPr>
                        </m:sSubPr>
                        <m:e>
                          <m:r>
                            <a:rPr lang="en-GB" sz="1200" b="1" i="1" smtClean="0">
                              <a:solidFill>
                                <a:srgbClr val="FF0000"/>
                              </a:solidFill>
                              <a:latin typeface="Cambria Math" panose="02040503050406030204" pitchFamily="18" charset="0"/>
                            </a:rPr>
                            <m:t>𝑭</m:t>
                          </m:r>
                        </m:e>
                        <m:sub>
                          <m:sSub>
                            <m:sSubPr>
                              <m:ctrlPr>
                                <a:rPr lang="en-GB" sz="1200" b="1" i="1" smtClean="0">
                                  <a:solidFill>
                                    <a:srgbClr val="FF0000"/>
                                  </a:solidFill>
                                  <a:latin typeface="Cambria Math" panose="02040503050406030204" pitchFamily="18" charset="0"/>
                                </a:rPr>
                              </m:ctrlPr>
                            </m:sSubPr>
                            <m:e>
                              <m:r>
                                <a:rPr lang="en-GB" sz="1200" b="1" i="1" smtClean="0">
                                  <a:solidFill>
                                    <a:srgbClr val="FF0000"/>
                                  </a:solidFill>
                                  <a:latin typeface="Cambria Math" panose="02040503050406030204" pitchFamily="18" charset="0"/>
                                </a:rPr>
                                <m:t>𝟏</m:t>
                              </m:r>
                              <m:r>
                                <a:rPr lang="en-GB" sz="1200" b="1" i="1" smtClean="0">
                                  <a:solidFill>
                                    <a:srgbClr val="FF0000"/>
                                  </a:solidFill>
                                  <a:latin typeface="Cambria Math" panose="02040503050406030204" pitchFamily="18" charset="0"/>
                                </a:rPr>
                                <m:t>−</m:t>
                              </m:r>
                              <m:r>
                                <a:rPr lang="en-GB" sz="1200" b="1" i="1" smtClean="0">
                                  <a:solidFill>
                                    <a:srgbClr val="FF0000"/>
                                  </a:solidFill>
                                  <a:latin typeface="Cambria Math" panose="02040503050406030204" pitchFamily="18" charset="0"/>
                                  <a:ea typeface="Cambria Math" panose="02040503050406030204" pitchFamily="18" charset="0"/>
                                </a:rPr>
                                <m:t>𝜶</m:t>
                              </m:r>
                              <m:r>
                                <a:rPr lang="en-GB" sz="1200" b="1" i="1" smtClean="0">
                                  <a:solidFill>
                                    <a:srgbClr val="FF0000"/>
                                  </a:solidFill>
                                  <a:latin typeface="Cambria Math" panose="02040503050406030204" pitchFamily="18" charset="0"/>
                                  <a:ea typeface="Cambria Math" panose="02040503050406030204" pitchFamily="18" charset="0"/>
                                </a:rPr>
                                <m:t>,   </m:t>
                              </m:r>
                              <m:r>
                                <a:rPr lang="en-GB" sz="1200" b="1" i="1">
                                  <a:solidFill>
                                    <a:srgbClr val="FF0000"/>
                                  </a:solidFill>
                                  <a:latin typeface="Cambria Math" panose="02040503050406030204" pitchFamily="18" charset="0"/>
                                </a:rPr>
                                <m:t>𝒏</m:t>
                              </m:r>
                            </m:e>
                            <m:sub>
                              <m:r>
                                <a:rPr lang="en-GB" sz="1200" b="1" i="1">
                                  <a:solidFill>
                                    <a:srgbClr val="FF0000"/>
                                  </a:solidFill>
                                  <a:latin typeface="Cambria Math" panose="02040503050406030204" pitchFamily="18" charset="0"/>
                                </a:rPr>
                                <m:t>𝟏</m:t>
                              </m:r>
                            </m:sub>
                          </m:sSub>
                          <m:r>
                            <a:rPr lang="en-GB" sz="1200" b="1" i="1" smtClean="0">
                              <a:solidFill>
                                <a:srgbClr val="FF0000"/>
                              </a:solidFill>
                              <a:latin typeface="Cambria Math" panose="02040503050406030204" pitchFamily="18" charset="0"/>
                            </a:rPr>
                            <m:t>−</m:t>
                          </m:r>
                          <m:r>
                            <a:rPr lang="en-GB" sz="1200" b="1" i="1" smtClean="0">
                              <a:solidFill>
                                <a:srgbClr val="FF0000"/>
                              </a:solidFill>
                              <a:latin typeface="Cambria Math" panose="02040503050406030204" pitchFamily="18" charset="0"/>
                            </a:rPr>
                            <m:t>𝟏</m:t>
                          </m:r>
                          <m:r>
                            <a:rPr lang="en-GB" sz="1200" b="1" i="1" smtClean="0">
                              <a:solidFill>
                                <a:srgbClr val="FF0000"/>
                              </a:solidFill>
                              <a:latin typeface="Cambria Math" panose="02040503050406030204" pitchFamily="18" charset="0"/>
                            </a:rPr>
                            <m:t>,   </m:t>
                          </m:r>
                          <m:sSub>
                            <m:sSubPr>
                              <m:ctrlPr>
                                <a:rPr lang="en-GB" sz="1200" b="1" i="1">
                                  <a:solidFill>
                                    <a:srgbClr val="FF0000"/>
                                  </a:solidFill>
                                  <a:latin typeface="Cambria Math" panose="02040503050406030204" pitchFamily="18" charset="0"/>
                                </a:rPr>
                              </m:ctrlPr>
                            </m:sSubPr>
                            <m:e>
                              <m:r>
                                <a:rPr lang="en-GB" sz="1200" b="1" i="1">
                                  <a:solidFill>
                                    <a:srgbClr val="FF0000"/>
                                  </a:solidFill>
                                  <a:latin typeface="Cambria Math" panose="02040503050406030204" pitchFamily="18" charset="0"/>
                                </a:rPr>
                                <m:t>𝒏</m:t>
                              </m:r>
                            </m:e>
                            <m:sub>
                              <m:r>
                                <a:rPr lang="en-GB" sz="1200" b="1" i="1" smtClean="0">
                                  <a:solidFill>
                                    <a:srgbClr val="FF0000"/>
                                  </a:solidFill>
                                  <a:latin typeface="Cambria Math" panose="02040503050406030204" pitchFamily="18" charset="0"/>
                                </a:rPr>
                                <m:t>𝟐</m:t>
                              </m:r>
                            </m:sub>
                          </m:sSub>
                          <m:r>
                            <a:rPr lang="en-GB" sz="1200" b="1" i="1" smtClean="0">
                              <a:solidFill>
                                <a:srgbClr val="FF0000"/>
                              </a:solidFill>
                              <a:latin typeface="Cambria Math" panose="02040503050406030204" pitchFamily="18" charset="0"/>
                            </a:rPr>
                            <m:t>−</m:t>
                          </m:r>
                          <m:r>
                            <a:rPr lang="en-GB" sz="1200" b="1" i="1" smtClean="0">
                              <a:solidFill>
                                <a:srgbClr val="FF0000"/>
                              </a:solidFill>
                              <a:latin typeface="Cambria Math" panose="02040503050406030204" pitchFamily="18" charset="0"/>
                            </a:rPr>
                            <m:t>𝟏</m:t>
                          </m:r>
                        </m:sub>
                      </m:sSub>
                      <m:r>
                        <a:rPr lang="en-GB" sz="1200" b="1" i="0" smtClean="0">
                          <a:solidFill>
                            <a:srgbClr val="FF0000"/>
                          </a:solidFill>
                          <a:latin typeface="Cambria Math" panose="02040503050406030204" pitchFamily="18" charset="0"/>
                        </a:rPr>
                        <m:t>=</m:t>
                      </m:r>
                      <m:r>
                        <a:rPr lang="en-GB" sz="1200" b="1" i="0" smtClean="0">
                          <a:solidFill>
                            <a:srgbClr val="FF0000"/>
                          </a:solidFill>
                          <a:latin typeface="Cambria Math" panose="02040503050406030204" pitchFamily="18" charset="0"/>
                        </a:rPr>
                        <m:t>𝟏</m:t>
                      </m:r>
                      <m:r>
                        <a:rPr lang="en-GB" sz="1200" b="1" i="0" smtClean="0">
                          <a:solidFill>
                            <a:srgbClr val="FF0000"/>
                          </a:solidFill>
                          <a:latin typeface="Cambria Math" panose="02040503050406030204" pitchFamily="18" charset="0"/>
                        </a:rPr>
                        <m:t>/</m:t>
                      </m:r>
                      <m:sSub>
                        <m:sSubPr>
                          <m:ctrlPr>
                            <a:rPr lang="en-GB" sz="1200" b="1" i="1" smtClean="0">
                              <a:solidFill>
                                <a:srgbClr val="FF0000"/>
                              </a:solidFill>
                              <a:latin typeface="Cambria Math" panose="02040503050406030204" pitchFamily="18" charset="0"/>
                            </a:rPr>
                          </m:ctrlPr>
                        </m:sSubPr>
                        <m:e>
                          <m:r>
                            <a:rPr lang="en-GB" sz="1200" b="1" i="1">
                              <a:solidFill>
                                <a:srgbClr val="FF0000"/>
                              </a:solidFill>
                              <a:latin typeface="Cambria Math" panose="02040503050406030204" pitchFamily="18" charset="0"/>
                            </a:rPr>
                            <m:t>𝑭</m:t>
                          </m:r>
                        </m:e>
                        <m:sub>
                          <m:r>
                            <a:rPr lang="en-GB" sz="1200" b="1" i="1" smtClean="0">
                              <a:solidFill>
                                <a:srgbClr val="FF0000"/>
                              </a:solidFill>
                              <a:latin typeface="Cambria Math" panose="02040503050406030204" pitchFamily="18" charset="0"/>
                              <a:ea typeface="Cambria Math" panose="02040503050406030204" pitchFamily="18" charset="0"/>
                            </a:rPr>
                            <m:t>𝜶</m:t>
                          </m:r>
                          <m:r>
                            <a:rPr lang="en-GB" sz="1200" b="1" i="1" smtClean="0">
                              <a:solidFill>
                                <a:srgbClr val="FF0000"/>
                              </a:solidFill>
                              <a:latin typeface="Cambria Math" panose="02040503050406030204" pitchFamily="18" charset="0"/>
                              <a:ea typeface="Cambria Math" panose="02040503050406030204" pitchFamily="18" charset="0"/>
                            </a:rPr>
                            <m:t>,   </m:t>
                          </m:r>
                          <m:sSub>
                            <m:sSubPr>
                              <m:ctrlPr>
                                <a:rPr lang="en-GB" sz="1200" b="1" i="1">
                                  <a:solidFill>
                                    <a:srgbClr val="FF0000"/>
                                  </a:solidFill>
                                  <a:latin typeface="Cambria Math" panose="02040503050406030204" pitchFamily="18" charset="0"/>
                                </a:rPr>
                              </m:ctrlPr>
                            </m:sSubPr>
                            <m:e>
                              <m:r>
                                <a:rPr lang="en-GB" sz="1200" b="1" i="1">
                                  <a:solidFill>
                                    <a:srgbClr val="FF0000"/>
                                  </a:solidFill>
                                  <a:latin typeface="Cambria Math" panose="02040503050406030204" pitchFamily="18" charset="0"/>
                                </a:rPr>
                                <m:t>𝒏</m:t>
                              </m:r>
                            </m:e>
                            <m:sub>
                              <m:r>
                                <a:rPr lang="en-GB" sz="1200" b="1" i="1" smtClean="0">
                                  <a:solidFill>
                                    <a:srgbClr val="FF0000"/>
                                  </a:solidFill>
                                  <a:latin typeface="Cambria Math" panose="02040503050406030204" pitchFamily="18" charset="0"/>
                                </a:rPr>
                                <m:t>𝟐</m:t>
                              </m:r>
                            </m:sub>
                          </m:sSub>
                          <m:r>
                            <a:rPr lang="en-GB" sz="1200" b="1" i="1">
                              <a:solidFill>
                                <a:srgbClr val="FF0000"/>
                              </a:solidFill>
                              <a:latin typeface="Cambria Math" panose="02040503050406030204" pitchFamily="18" charset="0"/>
                            </a:rPr>
                            <m:t>−</m:t>
                          </m:r>
                          <m:r>
                            <a:rPr lang="en-GB" sz="1200" b="1" i="1">
                              <a:solidFill>
                                <a:srgbClr val="FF0000"/>
                              </a:solidFill>
                              <a:latin typeface="Cambria Math" panose="02040503050406030204" pitchFamily="18" charset="0"/>
                            </a:rPr>
                            <m:t>𝟏</m:t>
                          </m:r>
                          <m:r>
                            <a:rPr lang="en-GB" sz="1200" b="1" i="1">
                              <a:solidFill>
                                <a:srgbClr val="FF0000"/>
                              </a:solidFill>
                              <a:latin typeface="Cambria Math" panose="02040503050406030204" pitchFamily="18" charset="0"/>
                            </a:rPr>
                            <m:t>,</m:t>
                          </m:r>
                          <m:sSub>
                            <m:sSubPr>
                              <m:ctrlPr>
                                <a:rPr lang="en-GB" sz="1200" b="1" i="1">
                                  <a:solidFill>
                                    <a:srgbClr val="FF0000"/>
                                  </a:solidFill>
                                  <a:latin typeface="Cambria Math" panose="02040503050406030204" pitchFamily="18" charset="0"/>
                                </a:rPr>
                              </m:ctrlPr>
                            </m:sSubPr>
                            <m:e>
                              <m:r>
                                <a:rPr lang="en-GB" sz="1200" b="1" i="1">
                                  <a:solidFill>
                                    <a:srgbClr val="FF0000"/>
                                  </a:solidFill>
                                  <a:latin typeface="Cambria Math" panose="02040503050406030204" pitchFamily="18" charset="0"/>
                                </a:rPr>
                                <m:t>𝒏</m:t>
                              </m:r>
                            </m:e>
                            <m:sub>
                              <m:r>
                                <a:rPr lang="en-GB" sz="1200" b="1" i="1" smtClean="0">
                                  <a:solidFill>
                                    <a:srgbClr val="FF0000"/>
                                  </a:solidFill>
                                  <a:latin typeface="Cambria Math" panose="02040503050406030204" pitchFamily="18" charset="0"/>
                                </a:rPr>
                                <m:t>𝟏</m:t>
                              </m:r>
                            </m:sub>
                          </m:sSub>
                          <m:r>
                            <a:rPr lang="en-GB" sz="1200" b="1" i="1">
                              <a:solidFill>
                                <a:srgbClr val="FF0000"/>
                              </a:solidFill>
                              <a:latin typeface="Cambria Math" panose="02040503050406030204" pitchFamily="18" charset="0"/>
                            </a:rPr>
                            <m:t>−</m:t>
                          </m:r>
                          <m:r>
                            <a:rPr lang="en-GB" sz="1200" b="1" i="1">
                              <a:solidFill>
                                <a:srgbClr val="FF0000"/>
                              </a:solidFill>
                              <a:latin typeface="Cambria Math" panose="02040503050406030204" pitchFamily="18" charset="0"/>
                            </a:rPr>
                            <m:t>𝟏</m:t>
                          </m:r>
                        </m:sub>
                      </m:sSub>
                    </m:oMath>
                  </m:oMathPara>
                </a14:m>
                <a:endParaRPr lang="en-GB" sz="12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2" name="TextBox 11">
                <a:extLst>
                  <a:ext uri="{FF2B5EF4-FFF2-40B4-BE49-F238E27FC236}">
                    <a16:creationId xmlns:a16="http://schemas.microsoft.com/office/drawing/2014/main" id="{FCD59D38-3533-5660-CC21-B309E475C8FF}"/>
                  </a:ext>
                </a:extLst>
              </p:cNvPr>
              <p:cNvSpPr txBox="1">
                <a:spLocks noRot="1" noChangeAspect="1" noMove="1" noResize="1" noEditPoints="1" noAdjustHandles="1" noChangeArrowheads="1" noChangeShapeType="1" noTextEdit="1"/>
              </p:cNvSpPr>
              <p:nvPr/>
            </p:nvSpPr>
            <p:spPr>
              <a:xfrm>
                <a:off x="6672185" y="2117523"/>
                <a:ext cx="2370384" cy="908454"/>
              </a:xfrm>
              <a:prstGeom prst="rect">
                <a:avLst/>
              </a:prstGeom>
              <a:blipFill>
                <a:blip r:embed="rId5"/>
                <a:stretch>
                  <a:fillRect/>
                </a:stretch>
              </a:blipFill>
            </p:spPr>
            <p:txBody>
              <a:bodyPr/>
              <a:lstStyle/>
              <a:p>
                <a:r>
                  <a:rPr lang="en-GB">
                    <a:noFill/>
                  </a:rPr>
                  <a:t> </a:t>
                </a:r>
              </a:p>
            </p:txBody>
          </p:sp>
        </mc:Fallback>
      </mc:AlternateContent>
      <p:pic>
        <p:nvPicPr>
          <p:cNvPr id="16" name="Picture 15">
            <a:extLst>
              <a:ext uri="{FF2B5EF4-FFF2-40B4-BE49-F238E27FC236}">
                <a16:creationId xmlns:a16="http://schemas.microsoft.com/office/drawing/2014/main" id="{FA6DB35A-69AA-97D0-2868-CE9B941BAFCD}"/>
              </a:ext>
            </a:extLst>
          </p:cNvPr>
          <p:cNvPicPr>
            <a:picLocks noChangeAspect="1"/>
          </p:cNvPicPr>
          <p:nvPr/>
        </p:nvPicPr>
        <p:blipFill>
          <a:blip r:embed="rId6"/>
          <a:stretch>
            <a:fillRect/>
          </a:stretch>
        </p:blipFill>
        <p:spPr>
          <a:xfrm>
            <a:off x="6713629" y="3177653"/>
            <a:ext cx="2287496" cy="594358"/>
          </a:xfrm>
          <a:prstGeom prst="rect">
            <a:avLst/>
          </a:prstGeom>
        </p:spPr>
      </p:pic>
    </p:spTree>
    <p:extLst>
      <p:ext uri="{BB962C8B-B14F-4D97-AF65-F5344CB8AC3E}">
        <p14:creationId xmlns:p14="http://schemas.microsoft.com/office/powerpoint/2010/main" val="23179996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Parametric Methods – Tests for Multiple Samples</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4" name="TextBox 3">
            <a:extLst>
              <a:ext uri="{FF2B5EF4-FFF2-40B4-BE49-F238E27FC236}">
                <a16:creationId xmlns:a16="http://schemas.microsoft.com/office/drawing/2014/main" id="{A3F337C9-F01E-A691-4DC6-AE80CD485539}"/>
              </a:ext>
            </a:extLst>
          </p:cNvPr>
          <p:cNvSpPr txBox="1"/>
          <p:nvPr/>
        </p:nvSpPr>
        <p:spPr>
          <a:xfrm>
            <a:off x="186596" y="705389"/>
            <a:ext cx="8672096" cy="1046440"/>
          </a:xfrm>
          <a:prstGeom prst="rect">
            <a:avLst/>
          </a:prstGeom>
          <a:noFill/>
        </p:spPr>
        <p:txBody>
          <a:bodyPr wrap="square">
            <a:spAutoFit/>
          </a:bodyPr>
          <a:lstStyle/>
          <a:p>
            <a:pPr>
              <a:spcBef>
                <a:spcPts val="600"/>
              </a:spcBef>
              <a:spcAft>
                <a:spcPts val="600"/>
              </a:spcAft>
            </a:pPr>
            <a:r>
              <a:rPr lang="en-GB" sz="1400" b="1" dirty="0">
                <a:solidFill>
                  <a:srgbClr val="1C3D74"/>
                </a:solidFill>
                <a:latin typeface="Calibri" panose="020F0502020204030204" pitchFamily="34" charset="0"/>
                <a:ea typeface="Calibri" panose="020F0502020204030204" pitchFamily="34" charset="0"/>
                <a:cs typeface="Calibri" panose="020F0502020204030204" pitchFamily="34" charset="0"/>
              </a:rPr>
              <a:t>Example 6 </a:t>
            </a:r>
          </a:p>
          <a:p>
            <a:pPr>
              <a:spcBef>
                <a:spcPts val="600"/>
              </a:spcBef>
              <a:spcAft>
                <a:spcPts val="600"/>
              </a:spcAft>
            </a:pPr>
            <a:r>
              <a:rPr lang="en-GB" sz="1400" dirty="0">
                <a:solidFill>
                  <a:srgbClr val="1C3D74"/>
                </a:solidFill>
                <a:latin typeface="Calibri" panose="020F0502020204030204" pitchFamily="34" charset="0"/>
                <a:ea typeface="Calibri" panose="020F0502020204030204" pitchFamily="34" charset="0"/>
                <a:cs typeface="Calibri" panose="020F0502020204030204" pitchFamily="34" charset="0"/>
              </a:rPr>
              <a:t>Use F-test to decide if the populations in Example 5 have equal variances at the 5% level of significance.  </a:t>
            </a:r>
          </a:p>
          <a:p>
            <a:pPr>
              <a:spcBef>
                <a:spcPts val="600"/>
              </a:spcBef>
              <a:spcAft>
                <a:spcPts val="600"/>
              </a:spcAft>
            </a:pPr>
            <a:r>
              <a:rPr lang="en-GB" sz="1400" b="1" dirty="0">
                <a:solidFill>
                  <a:srgbClr val="FF0000"/>
                </a:solidFill>
                <a:latin typeface="Calibri" panose="020F0502020204030204" pitchFamily="34" charset="0"/>
                <a:ea typeface="Calibri" panose="020F0502020204030204" pitchFamily="34" charset="0"/>
                <a:cs typeface="Calibri" panose="020F0502020204030204" pitchFamily="34" charset="0"/>
              </a:rPr>
              <a:t>Solution</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C00C574E-4EA3-E534-254A-236EF6E12519}"/>
                  </a:ext>
                </a:extLst>
              </p14:cNvPr>
              <p14:cNvContentPartPr/>
              <p14:nvPr/>
            </p14:nvContentPartPr>
            <p14:xfrm>
              <a:off x="615960" y="1442880"/>
              <a:ext cx="8318520" cy="3093840"/>
            </p14:xfrm>
          </p:contentPart>
        </mc:Choice>
        <mc:Fallback>
          <p:pic>
            <p:nvPicPr>
              <p:cNvPr id="2" name="Ink 1">
                <a:extLst>
                  <a:ext uri="{FF2B5EF4-FFF2-40B4-BE49-F238E27FC236}">
                    <a16:creationId xmlns:a16="http://schemas.microsoft.com/office/drawing/2014/main" id="{C00C574E-4EA3-E534-254A-236EF6E12519}"/>
                  </a:ext>
                </a:extLst>
              </p:cNvPr>
              <p:cNvPicPr/>
              <p:nvPr/>
            </p:nvPicPr>
            <p:blipFill>
              <a:blip r:embed="rId4"/>
              <a:stretch>
                <a:fillRect/>
              </a:stretch>
            </p:blipFill>
            <p:spPr>
              <a:xfrm>
                <a:off x="606600" y="1433520"/>
                <a:ext cx="8337240" cy="3112560"/>
              </a:xfrm>
              <a:prstGeom prst="rect">
                <a:avLst/>
              </a:prstGeom>
            </p:spPr>
          </p:pic>
        </mc:Fallback>
      </mc:AlternateContent>
    </p:spTree>
    <p:extLst>
      <p:ext uri="{BB962C8B-B14F-4D97-AF65-F5344CB8AC3E}">
        <p14:creationId xmlns:p14="http://schemas.microsoft.com/office/powerpoint/2010/main" val="4125555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854AB-2AA7-23CE-EA38-F8598A81E9D4}"/>
              </a:ext>
            </a:extLst>
          </p:cNvPr>
          <p:cNvSpPr>
            <a:spLocks noGrp="1"/>
          </p:cNvSpPr>
          <p:nvPr>
            <p:ph type="title" idx="4294967295"/>
          </p:nvPr>
        </p:nvSpPr>
        <p:spPr>
          <a:xfrm>
            <a:off x="628650" y="-993775"/>
            <a:ext cx="7886700" cy="993775"/>
          </a:xfrm>
          <a:prstGeom prst="rect">
            <a:avLst/>
          </a:prstGeom>
        </p:spPr>
        <p:txBody>
          <a:bodyPr anchor="b"/>
          <a:lstStyle/>
          <a:p>
            <a:r>
              <a:rPr lang="en-US"/>
              <a:t>End slide</a:t>
            </a:r>
          </a:p>
        </p:txBody>
      </p:sp>
    </p:spTree>
    <p:extLst>
      <p:ext uri="{BB962C8B-B14F-4D97-AF65-F5344CB8AC3E}">
        <p14:creationId xmlns:p14="http://schemas.microsoft.com/office/powerpoint/2010/main" val="3080253289"/>
      </p:ext>
    </p:extLst>
  </p:cSld>
  <p:clrMapOvr>
    <a:masterClrMapping/>
  </p:clrMapOvr>
</p:sld>
</file>

<file path=ppt/theme/theme1.xml><?xml version="1.0" encoding="utf-8"?>
<a:theme xmlns:a="http://schemas.openxmlformats.org/drawingml/2006/main" name="Office Theme">
  <a:themeElements>
    <a:clrScheme name="Channel 4 1">
      <a:dk1>
        <a:srgbClr val="000000"/>
      </a:dk1>
      <a:lt1>
        <a:srgbClr val="FFFFFF"/>
      </a:lt1>
      <a:dk2>
        <a:srgbClr val="585858"/>
      </a:dk2>
      <a:lt2>
        <a:srgbClr val="FFFFFF"/>
      </a:lt2>
      <a:accent1>
        <a:srgbClr val="6D2B83"/>
      </a:accent1>
      <a:accent2>
        <a:srgbClr val="D0091D"/>
      </a:accent2>
      <a:accent3>
        <a:srgbClr val="FFD611"/>
      </a:accent3>
      <a:accent4>
        <a:srgbClr val="85B6E2"/>
      </a:accent4>
      <a:accent5>
        <a:srgbClr val="62CBC5"/>
      </a:accent5>
      <a:accent6>
        <a:srgbClr val="7F7878"/>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Queen Mary">
      <a:dk1>
        <a:srgbClr val="21386A"/>
      </a:dk1>
      <a:lt1>
        <a:sysClr val="window" lastClr="FFFFFF"/>
      </a:lt1>
      <a:dk2>
        <a:srgbClr val="21386A"/>
      </a:dk2>
      <a:lt2>
        <a:srgbClr val="D8D8D8"/>
      </a:lt2>
      <a:accent1>
        <a:srgbClr val="123181"/>
      </a:accent1>
      <a:accent2>
        <a:srgbClr val="792273"/>
      </a:accent2>
      <a:accent3>
        <a:srgbClr val="2DB8C5"/>
      </a:accent3>
      <a:accent4>
        <a:srgbClr val="CDA60C"/>
      </a:accent4>
      <a:accent5>
        <a:srgbClr val="BD1C1C"/>
      </a:accent5>
      <a:accent6>
        <a:srgbClr val="73B82B"/>
      </a:accent6>
      <a:hlink>
        <a:srgbClr val="E6007E"/>
      </a:hlink>
      <a:folHlink>
        <a:srgbClr val="2DB8C5"/>
      </a:folHlink>
    </a:clrScheme>
    <a:fontScheme name="Queen Mary">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1368CCBB75DFF4FBBF35D2CFE6FAFE5" ma:contentTypeVersion="13" ma:contentTypeDescription="Create a new document." ma:contentTypeScope="" ma:versionID="f1311ced04cfc325e5928d5533fce59e">
  <xsd:schema xmlns:xsd="http://www.w3.org/2001/XMLSchema" xmlns:xs="http://www.w3.org/2001/XMLSchema" xmlns:p="http://schemas.microsoft.com/office/2006/metadata/properties" xmlns:ns2="ae20048c-4bd1-477c-818b-309dfd2ea730" xmlns:ns3="ec8e96b7-88f6-4348-9ed3-1857a504f459" targetNamespace="http://schemas.microsoft.com/office/2006/metadata/properties" ma:root="true" ma:fieldsID="5849b0596d969c419648485de5277e80" ns2:_="" ns3:_="">
    <xsd:import namespace="ae20048c-4bd1-477c-818b-309dfd2ea730"/>
    <xsd:import namespace="ec8e96b7-88f6-4348-9ed3-1857a504f45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LengthInSecond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20048c-4bd1-477c-818b-309dfd2ea73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c8e96b7-88f6-4348-9ed3-1857a504f45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ec8e96b7-88f6-4348-9ed3-1857a504f459">
      <UserInfo>
        <DisplayName>Stuart Richard Peters</DisplayName>
        <AccountId>249</AccountId>
        <AccountType/>
      </UserInfo>
    </SharedWithUsers>
  </documentManagement>
</p:properties>
</file>

<file path=customXml/itemProps1.xml><?xml version="1.0" encoding="utf-8"?>
<ds:datastoreItem xmlns:ds="http://schemas.openxmlformats.org/officeDocument/2006/customXml" ds:itemID="{073B0BFE-8693-41A1-8146-1F50DBFC88B0}">
  <ds:schemaRefs>
    <ds:schemaRef ds:uri="ae20048c-4bd1-477c-818b-309dfd2ea730"/>
    <ds:schemaRef ds:uri="ec8e96b7-88f6-4348-9ed3-1857a504f45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DB8F29C-7E3B-4051-A5EC-36F526E48729}">
  <ds:schemaRefs>
    <ds:schemaRef ds:uri="http://schemas.microsoft.com/sharepoint/v3/contenttype/forms"/>
  </ds:schemaRefs>
</ds:datastoreItem>
</file>

<file path=customXml/itemProps3.xml><?xml version="1.0" encoding="utf-8"?>
<ds:datastoreItem xmlns:ds="http://schemas.openxmlformats.org/officeDocument/2006/customXml" ds:itemID="{532CF83C-B74F-48F2-8ECA-3B65423852EE}">
  <ds:schemaRefs>
    <ds:schemaRef ds:uri="http://schemas.microsoft.com/office/2006/metadata/properties"/>
    <ds:schemaRef ds:uri="http://schemas.microsoft.com/office/infopath/2007/PartnerControls"/>
    <ds:schemaRef ds:uri="ec8e96b7-88f6-4348-9ed3-1857a504f459"/>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3327</Words>
  <Application>Microsoft Office PowerPoint</Application>
  <PresentationFormat>On-screen Show (16:9)</PresentationFormat>
  <Paragraphs>223</Paragraphs>
  <Slides>30</Slides>
  <Notes>29</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30</vt:i4>
      </vt:variant>
    </vt:vector>
  </HeadingPairs>
  <TitlesOfParts>
    <vt:vector size="40" baseType="lpstr">
      <vt:lpstr>4 Text</vt:lpstr>
      <vt:lpstr>Channel 4 Chadwick</vt:lpstr>
      <vt:lpstr>Arial</vt:lpstr>
      <vt:lpstr>Calibri</vt:lpstr>
      <vt:lpstr>Calibri Light</vt:lpstr>
      <vt:lpstr>Cambria Math</vt:lpstr>
      <vt:lpstr>Wingdings</vt:lpstr>
      <vt:lpstr>Office Theme</vt:lpstr>
      <vt:lpstr>1_Custom Design</vt:lpstr>
      <vt:lpstr>2_Custom Design</vt:lpstr>
      <vt:lpstr>EMS702UP Statistical Thinking and Applied Machine Learning  </vt:lpstr>
      <vt:lpstr>Introduction to Hypothesis Testing</vt:lpstr>
      <vt:lpstr>Introduction to Hypothesis Testing</vt:lpstr>
      <vt:lpstr>Statistical Hypothesis Testing – Types of statements</vt:lpstr>
      <vt:lpstr>Statistical Hypothesis Testing – Types of statements</vt:lpstr>
      <vt:lpstr>Introduction – Statistical Hypothesis Interpretation</vt:lpstr>
      <vt:lpstr>Introduction – Statistical Hypothesis Interpretation</vt:lpstr>
      <vt:lpstr>Introduction – Statistical Hypothesis Interpretation</vt:lpstr>
      <vt:lpstr>Introduction – Statistical Hypothesis Interpretation</vt:lpstr>
      <vt:lpstr>Introduction – Statistical Hypothesis Interpretation</vt:lpstr>
      <vt:lpstr>Introduction – Statistical Hypothesis Interpretation</vt:lpstr>
      <vt:lpstr>Introduction – Errors in Statistical Tests</vt:lpstr>
      <vt:lpstr>Parametric Methods – Tests for a Single Sample</vt:lpstr>
      <vt:lpstr>Parametric Methods – Tests for a Single Sample</vt:lpstr>
      <vt:lpstr>Parametric Methods – Tests for a Single Sample</vt:lpstr>
      <vt:lpstr>Parametric Methods – Tests for a Single Sample</vt:lpstr>
      <vt:lpstr>Parametric Methods – Tests for a Single Sample</vt:lpstr>
      <vt:lpstr>Parametric Methods – Tests for a Single Sample</vt:lpstr>
      <vt:lpstr>Parametric Methods – Tests for a Single Sample</vt:lpstr>
      <vt:lpstr>Parametric Methods – Tests for a Single Sample</vt:lpstr>
      <vt:lpstr>Parametric Methods – Tests for Multiple Samples</vt:lpstr>
      <vt:lpstr>Parametric Methods – Tests for Multiple Samples</vt:lpstr>
      <vt:lpstr>Parametric Methods – Tests for Multiple Samples</vt:lpstr>
      <vt:lpstr>Parametric Methods – Tests for Multiple Samples</vt:lpstr>
      <vt:lpstr>Parametric Methods – Tests for Multiple Samples</vt:lpstr>
      <vt:lpstr>Parametric Methods – Tests for Multiple Samples</vt:lpstr>
      <vt:lpstr>Parametric Methods – Tests for Multiple Samples</vt:lpstr>
      <vt:lpstr>Parametric Methods – Tests for Multiple Samples</vt:lpstr>
      <vt:lpstr>Parametric Methods – Tests for Multiple Samples</vt:lpstr>
      <vt:lpstr>End slide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 J</dc:creator>
  <cp:lastModifiedBy>Jun Chen</cp:lastModifiedBy>
  <cp:revision>451</cp:revision>
  <dcterms:created xsi:type="dcterms:W3CDTF">2020-06-18T12:08:25Z</dcterms:created>
  <dcterms:modified xsi:type="dcterms:W3CDTF">2023-10-16T09:53:32Z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0x010100E1368CCBB75DFF4FBBF35D2CFE6FAFE5</vt:lpwstr>
  </property>
</Properties>
</file>