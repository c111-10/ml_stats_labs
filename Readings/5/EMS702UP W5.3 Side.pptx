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4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5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6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7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8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9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notesSlides/notesSlide10.xml" ContentType="application/vnd.openxmlformats-officedocument.presentationml.notesSlide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notesSlides/notesSlide11.xml" ContentType="application/vnd.openxmlformats-officedocument.presentationml.notesSlide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notesSlides/notesSlide12.xml" ContentType="application/vnd.openxmlformats-officedocument.presentationml.notesSlide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notesSlides/notesSlide13.xml" ContentType="application/vnd.openxmlformats-officedocument.presentationml.notesSlide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notesSlides/notesSlide14.xml" ContentType="application/vnd.openxmlformats-officedocument.presentationml.notesSlide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notesSlides/notesSlide15.xml" ContentType="application/vnd.openxmlformats-officedocument.presentationml.notesSlide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notesSlides/notesSlide16.xml" ContentType="application/vnd.openxmlformats-officedocument.presentationml.notesSlide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notesSlides/notesSlide17.xml" ContentType="application/vnd.openxmlformats-officedocument.presentationml.notesSlide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notesSlides/notesSlide18.xml" ContentType="application/vnd.openxmlformats-officedocument.presentationml.notesSlide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notesSlides/notesSlide19.xml" ContentType="application/vnd.openxmlformats-officedocument.presentationml.notesSlide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Slides/notesSlide20.xml" ContentType="application/vnd.openxmlformats-officedocument.presentationml.notesSlide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notesSlides/notesSlide21.xml" ContentType="application/vnd.openxmlformats-officedocument.presentationml.notesSlide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  <p:sldMasterId id="2147483866" r:id="rId5"/>
    <p:sldMasterId id="2147483843" r:id="rId6"/>
  </p:sldMasterIdLst>
  <p:notesMasterIdLst>
    <p:notesMasterId r:id="rId29"/>
  </p:notesMasterIdLst>
  <p:handoutMasterIdLst>
    <p:handoutMasterId r:id="rId30"/>
  </p:handoutMasterIdLst>
  <p:sldIdLst>
    <p:sldId id="256" r:id="rId7"/>
    <p:sldId id="331" r:id="rId8"/>
    <p:sldId id="330" r:id="rId9"/>
    <p:sldId id="332" r:id="rId10"/>
    <p:sldId id="333" r:id="rId11"/>
    <p:sldId id="334" r:id="rId12"/>
    <p:sldId id="336" r:id="rId13"/>
    <p:sldId id="337" r:id="rId14"/>
    <p:sldId id="338" r:id="rId15"/>
    <p:sldId id="340" r:id="rId16"/>
    <p:sldId id="339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294" r:id="rId28"/>
  </p:sldIdLst>
  <p:sldSz cx="9144000" cy="5143500" type="screen16x9"/>
  <p:notesSz cx="6858000" cy="9144000"/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templates" id="{7DD0B69D-9948-46F3-B07D-8BF81D90CAFD}">
          <p14:sldIdLst>
            <p14:sldId id="256"/>
            <p14:sldId id="331"/>
            <p14:sldId id="330"/>
            <p14:sldId id="332"/>
            <p14:sldId id="333"/>
            <p14:sldId id="334"/>
            <p14:sldId id="336"/>
            <p14:sldId id="337"/>
            <p14:sldId id="338"/>
            <p14:sldId id="340"/>
            <p14:sldId id="339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B862"/>
    <a:srgbClr val="1C3D74"/>
    <a:srgbClr val="1F7791"/>
    <a:srgbClr val="10746A"/>
    <a:srgbClr val="EC008C"/>
    <a:srgbClr val="2DB8C5"/>
    <a:srgbClr val="73B82B"/>
    <a:srgbClr val="F18500"/>
    <a:srgbClr val="8D3786"/>
    <a:srgbClr val="CDA6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62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0859996977948773"/>
          <c:y val="1.446726273736742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5009355875836059E-2"/>
          <c:y val="0.13986788302602043"/>
          <c:w val="0.67931177666812181"/>
          <c:h val="0.7602155399221592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CA9-4D25-9A08-E785591F912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CA9-4D25-9A08-E785591F91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CA9-4D25-9A08-E785591F912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CA9-4D25-9A08-E785591F912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CA9-4D25-9A08-E785591F912F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CCA9-4D25-9A08-E785591F91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CCA9-4D25-9A08-E785591F912F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CA9-4D25-9A08-E785591F91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69977572318967052"/>
          <c:y val="0.1928179891354784"/>
          <c:w val="0.30022436435136202"/>
          <c:h val="0.652836048290867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4416114174553275"/>
          <c:y val="1.4062543327461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7531567990058079E-2"/>
          <c:y val="0.11931885404850991"/>
          <c:w val="0.63197913902634784"/>
          <c:h val="0.65308987739149349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151-495A-8996-44DF7C239E0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151-495A-8996-44DF7C239E0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151-495A-8996-44DF7C239E0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151-495A-8996-44DF7C239E0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151-495A-8996-44DF7C239E0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151-495A-8996-44DF7C239E0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151-495A-8996-44DF7C239E04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1.5</c:v>
                </c:pt>
                <c:pt idx="2">
                  <c:v>2.5</c:v>
                </c:pt>
                <c:pt idx="3">
                  <c:v>3.5</c:v>
                </c:pt>
                <c:pt idx="4">
                  <c:v>4.5</c:v>
                </c:pt>
                <c:pt idx="5">
                  <c:v>5.5</c:v>
                </c:pt>
                <c:pt idx="6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151-495A-8996-44DF7C239E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53237616"/>
        <c:axId val="774982448"/>
      </c:barChart>
      <c:valAx>
        <c:axId val="7749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635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056497372130657"/>
          <c:y val="0.23026675851480399"/>
          <c:w val="0.24631125718087762"/>
          <c:h val="0.606979607086511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0"/>
          <a:lstStyle/>
          <a:p>
            <a:pPr>
              <a:defRPr sz="1400" b="0" i="0" u="none" strike="noStrike" kern="1200" spc="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400" b="1" i="0">
                <a:solidFill>
                  <a:srgbClr val="001B7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</a:p>
        </c:rich>
      </c:tx>
      <c:layout>
        <c:manualLayout>
          <c:xMode val="edge"/>
          <c:yMode val="edge"/>
          <c:x val="0.39648043799212601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0"/>
        <a:lstStyle/>
        <a:p>
          <a:pPr>
            <a:defRPr sz="1400" b="0" i="0" u="none" strike="noStrike" kern="1200" spc="0" baseline="0">
              <a:solidFill>
                <a:srgbClr val="001B7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017085530237922"/>
          <c:y val="0.11931885404850991"/>
          <c:w val="0.59848297447332355"/>
          <c:h val="0.8005206631307784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E79-46EC-ACD0-05064C0E4F1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E79-46EC-ACD0-05064C0E4F1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79-46EC-ACD0-05064C0E4F1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79-46EC-ACD0-05064C0E4F1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79-46EC-ACD0-05064C0E4F1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E79-46EC-ACD0-05064C0E4F15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E79-46EC-ACD0-05064C0E4F15}"/>
              </c:ext>
            </c:extLst>
          </c:dPt>
          <c:cat>
            <c:strRef>
              <c:f>Sheet1!$A$2:$A$8</c:f>
              <c:strCache>
                <c:ptCount val="7"/>
                <c:pt idx="0">
                  <c:v>Lorem ipsum</c:v>
                </c:pt>
                <c:pt idx="1">
                  <c:v>Lorem ipsum</c:v>
                </c:pt>
                <c:pt idx="2">
                  <c:v>Lorem ipsum</c:v>
                </c:pt>
                <c:pt idx="3">
                  <c:v>Lorem ipsum</c:v>
                </c:pt>
                <c:pt idx="4">
                  <c:v>Lorem ipsum</c:v>
                </c:pt>
                <c:pt idx="5">
                  <c:v>Lorem ipsum</c:v>
                </c:pt>
                <c:pt idx="6">
                  <c:v>Lorem ipsum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</c:v>
                </c:pt>
                <c:pt idx="1">
                  <c:v>6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E79-46EC-ACD0-05064C0E4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axId val="853237616"/>
        <c:axId val="774982448"/>
      </c:barChart>
      <c:valAx>
        <c:axId val="774982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Frutiger 55 Roman" pitchFamily="2" charset="0"/>
                <a:ea typeface="+mn-ea"/>
                <a:cs typeface="+mn-cs"/>
              </a:defRPr>
            </a:pPr>
            <a:endParaRPr lang="en-US"/>
          </a:p>
        </c:txPr>
        <c:crossAx val="853237616"/>
        <c:crosses val="autoZero"/>
        <c:crossBetween val="between"/>
      </c:valAx>
      <c:catAx>
        <c:axId val="8532376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01B71"/>
                </a:solidFill>
                <a:latin typeface="+mj-lt"/>
                <a:ea typeface="+mn-ea"/>
                <a:cs typeface="+mn-cs"/>
              </a:defRPr>
            </a:pPr>
            <a:endParaRPr lang="en-US"/>
          </a:p>
        </c:txPr>
        <c:crossAx val="7749824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6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001B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</c:legendEntry>
      <c:layout>
        <c:manualLayout>
          <c:xMode val="edge"/>
          <c:yMode val="edge"/>
          <c:x val="0.72396512040726835"/>
          <c:y val="9.6391868962480462E-2"/>
          <c:w val="0.2760348679438433"/>
          <c:h val="0.809237306362179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rgbClr val="001B71"/>
              </a:solidFill>
              <a:latin typeface="Frutiger 55 Roman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664FB5-82AF-48A4-80F1-9AEEE0DF4B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F0742E-D5E1-4FF3-A442-958EA2A786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066F8-4FE9-4315-A56E-3EA256F5907F}" type="datetimeFigureOut">
              <a:rPr lang="en-GB" smtClean="0"/>
              <a:t>30/10/2023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F2F771-FAFF-4FF6-AE5C-96F43E8CB7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B88F3-0CB9-4921-9214-BFA9C4B80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73B9F-E786-4DE9-B054-AF2D3B6423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1152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5:19:13.51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2763 3487 16575 0,'1'-5'1472'0,"0"4"-1168"16,0-2-304-16,-1 1 0 0,1 1 192 0,0 1-32 15,0-3 0-15,0 1 0 0,1 0 1248 0,0-3 240 0,0 1 48 0,0 1 16 16,-1 1-720-16,-1-1-144 0,0 1-16 0,-1 2-16 16,0 0-224-16,-2 3-32 0,0 1-16 0,-2 1 0 15,2 2-256-15,-2 0-48 0,-1 2-16 0,-4 3 0 16,2 5 80-16,-2-2 16 0,-1 3 0 0,0 4 0 15,1-3 224-15,2 0 48 0,2-1 16 16,4-1 0-16,1-5 80 0,2 2 16 16,-1-14 0-16,0 0 0 0,13 31-416 0,-13-31-80 0,0 0-16 0,0 0 0 0,36 28-192 0,-36-28 128 15,0 0-128-15,0 0 0 16,43 12 480-16,-43-12 0 0,0 0 0 0,0 0 0 16,47 2-480-16,-47-2 0 0,0 0 0 0,0 0 0 0,34-4 0 0,-34 4 0 15,0 0 0-15,0 0 0 16,27-12-1392-16,-22 7-160 0</inkml:trace>
  <inkml:trace contextRef="#ctx0" brushRef="#br0" timeOffset="1080.27">2953 3480 6447 0,'-5'-2'576'0,"2"1"-576"0,2 1 0 0,-1 0 0 0,1-1 512 0,0 1-16 16,1 0 0-16,-1 1 0 0,1-1 464 0,-1 1 80 16,1 1 32-16,1-2 0 0,1 1 176 0,0 0 32 15,-2-1 16-15,0 0 0 0,0 0 96 0,0 0 16 16,0 0 0-16,0 0 0 0,44 5-192 0,-44-5-16 0,0 0-16 15,31-7 0-15,-31 7-624 0,24-10-128 0,-24 10-32 0,19-9 0 16,-8 4-208-16,-1 0-32 0,-3 0-16 0,1 1 0 0,-1-1-144 0,-1 0 0 16,-2 3 0-16,-2 0 0 31,0 0-864-31,-2 2-208 0,-1 0-32 0,-1 2-10240 0</inkml:trace>
  <inkml:trace contextRef="#ctx0" brushRef="#br0" timeOffset="1260.33">3055 3443 1839 0,'0'0'160'0,"0"0"-160"0,0 1 0 0,0-1 0 16,1 2 720-16,-1-2 112 0,0 1 32 0,0 3 0 16,0 1 528-16,-1 3 96 0,0 3 32 0,0 3 0 15,0 3 96-15,-1 2 32 0,0 4 0 0,0 1 0 0,0 4-544 0,0-4-96 16,1 0-32-16,1-2 0 16,0-4-656-16,1-1-144 0,-1-17-32 0,4 22 0 0,-4-22-144 0,0 0 0 15,0 0 0-15,0 0-176 0,0 0 48 0,0 0 0 16</inkml:trace>
  <inkml:trace contextRef="#ctx0" brushRef="#br0" timeOffset="1590.83">3199 3510 12895 0,'-1'3'1152'0,"0"-1"-928"16,0-2-224-16,0 1 0 0,0 1 432 0,0-2 32 15,0 2 16-15,-2 3 0 0,1-2 384 16,-1 2 80-16,1-1 16 0,0 1 0 0,0-2-16 0,1 0 0 16,0 2 0-16,1-2 0 0,-1 1-256 0,0 2-48 15,0 2-16-15,-1 0 0 0,1 1 608 0,-1 1 128 16,1 1 32-16,1-1 0 0,0-2-352 0,1 0-64 16,-1-8-16-16,0 0 0 0,0 0-432 0,0 0-80 0,0 0-32 0,38 17 0 15,-38-17-416-15,24-9 0 0,-24 9 128 0,28-14-128 16,-13 4 0-16,-1 0 0 0,0-2 0 0,-2 1 0 15,-1 1-160-15,-2 1 160 0,-2-1 0 0,-4 3-144 16,-1-1 144-16,-2 2-128 0,-2-1 128 0,-2 0-128 16,-3 1 128-16,-3 0 0 0,-2 0 0 0,-3 1 0 15,1 1 128-15,-3 3-128 0,-2 2 160 0,0 2-160 16,3-2 416-16,0 3-16 0,2 0 0 0,1 2 0 16,6 1-400-16,2 0 128 0</inkml:trace>
  <inkml:trace contextRef="#ctx0" brushRef="#br0" timeOffset="2390.56">3666 3390 18431 0,'-1'-3'1632'0,"0"-1"-1312"16,1 1-320-16,0 3 0 0,0-1 768 0,0 0 64 16,-1-4 32-16,0 0 0 0,0-2 1168 0,0 0 224 15,-1 0 48-15,1 2 16 0,0 1-1360 0,0 1-288 16,1 1-48-16,-1 2-16 0,1 2-224 0,0 3-64 15,-1 0 0-15,1 4 0 0,0 5-128 0,-1 1-16 0,1 4-16 0,-2 0 0 16,1 4 16-16,0 3 0 0,1 0 0 0,-1-2 0 16,0 2-176-16,2-4 128 0,0-1-128 0,0-4 128 15,-1-17-128-15,7 28 0 0,-7-28 0 0,0 0 0 16,0 0 0-16,0 0 0 0,27 26 0 0,-27-26 0 16,0 0 0-16,27-12 0 0,-27 12 0 15,22-16 0-15,-12 6 0 0,-1 0 0 0,0-2 0 0,-3 1 0 16,1 1-224-16,-4 1 80 0,0 0 16 0,-3 1 0 15,0 1-2112 1,-2 0-432-16</inkml:trace>
  <inkml:trace contextRef="#ctx0" brushRef="#br0" timeOffset="2596.46">3590 3473 10127 0,'-2'2'448'0,"1"-2"96"0,1 1-544 0,0-1 0 15,-1 0 0-15,1 1 0 0,0-1 1984 0,1 1 304 16,1-1 48-16,0 2 16 0,-2-2 336 0,0 0 64 15,0 0 0-15,0 0 16 0,32-8-912 0,-32 8-192 0,0 0-48 16,32-9 0-16,-32 9-704 0,30-9-144 0,-30 9-16 16,35-11-16-16,-35 11-496 0,37-9-112 0,-37 9 0 0,36-8-128 15,-36 8 0-15,32-8 0 0,-32 8 0 0,27-9-144 32,-27 9-2048-32,21-10-416 0</inkml:trace>
  <inkml:trace contextRef="#ctx0" brushRef="#br0" timeOffset="2946.71">3905 3226 11967 0,'-1'-2'1072'16,"0"2"-864"-16,1 0-208 0,0 0 0 0,0 0 1664 0,0 0 272 0,-1 0 64 0,0 0 16 15,-1 2 496-15,0 0 112 0,0 3 0 0,1 1 16 16,1 3-896-16,0 2-176 0,0 1-32 0,1 3-16 16,1 2-544-16,-1 1-96 0,0 3-32 0,0 3 0 15,-1 0-496-15,1 4-96 0,-1 3-32 0,0 0 0 0,1-4-80 0,0-2-16 16,-1-3 0-16,1-2 0 15,1-3-128-15,-2-17 0 0,6 27 0 0,-6-27 0 0,0 0 0 0,0 0 0 16,0 0 0-16,0 0 0 0,0 0 0 16,0 0 0-16,0 0 0 0,40-8 0 0,-36-4-240 15,1 0 80-15,-2 0 16 0,0 1 0 16,-3-3-464-16,2 1-96 0,-2 0 0 0,1 3-16 16,0-1 464-16,-1 1 112 0,1 0 16 0,0 3 0 15,0 2 128-15,0 1 0 0,0 2 0 0,1 1 0 0,0 4 128 0,-2-3-128 16,0 0 160-16,0 0-160 0,0 0 512 0,13 28 16 15,-13-28 0-15,0 0 0 0,11 31-144 16,-11-31-48-16,0 0 0 0,12 26 0 0,-12-26-176 0,0 0-32 16,0 0-128-16,0 0 192 0,19 31-192 0,-19-31 0 15,0 0 0-15,0 0 0 0,0 0 0 0,0 0 0 16,0 0 0-16,0 0-17216 0</inkml:trace>
  <inkml:trace contextRef="#ctx0" brushRef="#br0" timeOffset="3297.71">4128 3466 20271 0,'-1'2'896'0,"0"-2"192"0,1 2-880 0,0 0-208 16,1-2 0-16,0 1 0 0,0 1 768 0,1-2 96 0,-2 0 32 0,0 0 0 16,0 0 304-16,0 0 64 0,38 7 16 0,-38-7 0 15,0 0-496-15,34-6-80 0,-34 6-32 0,0 0 0 0,33-8-16 0,-33 8 0 16,0 0 0-16,27-12 0 15,-27 12-352-15,16-10-80 0,-10 6-16 0,-2-1 0 16,0 0-208-16,0 1 0 0,-2-1 0 0,-1-2 0 0,0 0 0 0,-1 0 0 16,-2 0 0-16,0 0 0 15,-2-1 0-15,-1 1 0 0,0 1 0 0,-2 0 0 16,0-1 0-16,-1 3 0 0,-1 1 0 0,0 1 0 0,1 4 0 0,0-2 0 16,2 3 0-16,-2 1 0 0,1 6 160 0,-1 0 96 15,1 6 0-15,0 0 16 0,2 1 416 16,0 2 80-16,3 0 0 0,0 0 16 0,2-1-176 15,0-18-32-15,6 32-16 0,-6-32 0 0,0 0-128 0,24 28-32 16,-24-28 0-16,0 0 0 0,40 2-272 0,-40-2-128 16,30-9 128-16,-30 9-128 0,29-14-176 0</inkml:trace>
  <inkml:trace contextRef="#ctx0" brushRef="#br0" timeOffset="5765.89">4516 3264 11967 0,'-3'-12'1072'0,"2"8"-864"0,0-2-208 0,0 2 0 0,1-1 640 0,0 3 96 15,0-1 16-15,1-3 0 0,0-2-80 0,0-2-16 16,0-1 0-16,0 2 0 0,1-1-144 0,-2 3-48 15,1 2 0-15,0 3 0 0,0 0 320 0,-1 4 64 16,0-1 16-16,0 3 0 0,0 3 64 0,-1 2 16 16,0 3 0-16,0 2 0 0,1 4 96 0,0 0 32 15,1 3 0-15,0-2 0 0,1 2-432 0,1 3-64 16,1 0-32-16,-2-5 0 0,-2-19-352 0,8 37-192 0,-8-37 192 0,9 39-192 16,-9-39 0-1,9 35 0-15,-9-35 0 0,6 28 0 0,-6-28 0 0,2 22 0 16,-2-15-144-16,-1-2 144 0,0-1 0 0,-1-1-128 0,0 0 128 0,1-3 0 15,-1 0-192-15,1-1 64 16,-2-1 0-16,1-1 0 0,0-1-112 0,-1-3-16 0,1 2 0 16,1 0 0-16,-1-2 256 0,0 0 0 15,2 0 0-15,-1-3 0 0,2 1 0 0,0-1 0 16,1 3 0-16,0-2 0 0,2 0 0 0,1 0 0 0,0-1-128 16,1 0 128-16,1 0 0 0,1 1 0 15,0-1 0-15,0-1 0 0,1 4 0 0,-1-1 0 0,0 2 0 0,-8 6 0 16,0 0 0-16,0 0 0 0,0 0 0 0,0 0 0 15,39 7 0-15,-39-7 0 0,0 0 0 0,12 28 0 16,-12-28 0-16,3 20 0 0,-3-7 0 0,-1 1 0 16,0 3 0-16,-2 0 0 0,-1-1-128 0,-1-2 128 15,0 0 0-15,-2-3 0 0,2 0 0 0,-2-2-144 16,1-2 144-16,-1-2 0 0,1 0 0 0,-1-3 0 0,3-2 0 0,-2-1 0 16,3-2 0-16,0-2 0 15,1 0 0-15,0-2 0 0,0 0 0 0,1-3 0 16,1 3 0-16,2-2-256 0,1-2 32 0,0-2 16 15,3 3-752-15,0-2-128 0,0 3-48 0,0 0 0 16,1 1-224-16,1-1-48 0,0 2-16 0,1-3 0 16,0 2-880-16,2 0-192 0,-1-1-16 0,1 1-16 15,-2 1 416-15,-9 7 96 0,22-12 16 0,-22 12 0 0,0 0 1584 0,29-12 416 16,-29 12 0-16,0 0 0 0,0 0 0 0,0 0-128 16,0 0 128-16,35 0 0 0,-35 0 768 0,0 0 192 15,0 0 32-15,0 0 32 0,0 0 256 0,0 0 64 0,0 0 0 0,4 22 0 16,-5-20-288-16,0 0-64 15,0-1-16-15,0 1 32 0,1 0-96 0,-1-2-16 0,0 1 0 0,0-1 16 16,-1 2-48-16,1-2-16 16,0 0 0-16,-1 1 32 0,1 0 224 0,0 1 48 15,-1-1 16-15,2 1 32 0,-1 3-480 0,0-2-80 16,1 1-32-16,0 1 16 0,0-5-48 0,0 0 0 0,0 0 0 0,4 23 32 16,-4-23-464-16,0 0-144 0,0 0 0 15,0 0 128-15,24 29-128 0,-24-29 0 0,0 0-128 0,0 0 128 16,0 0 0-16,0 0 0 0,43 2-128 0,-43-2 128 15,15-12 0-15,-7 3 0 0,0 2-144 0,-1-2 144 16,1-2 0-16,-1 0-160 0,-1-1 160 0,-2 2 0 16,-2-1-336-16,-1-1 16 0,-2 2 16 0,-2 0 0 15,-1 1-80 1,-3 2-32-16,1 0 0 0,-3 1 0 0,0 3 256 0,0 0 160 0,-1 3-192 0,-1 0 192 16,0 1-144-16,1 3 144 0,-1-2 0 0,1 3-144 0,0 0 144 0,2-1 0 15,2-1 0-15,0 2 0 0,2-3 0 16,1 0 176-16,1-2-176 0,1 2 192 15,2-2 64-15,0 0 32 0,0 0 0 0,-1 0 0 0,0 0 64 0,0 0 16 16,0 0 0-16,0 0 0 16,0 0 96-16,32-9 32 0,-32 9 0 0,0 0 0 0,0 0-272 0,0 0-48 15,40-2-16-15,-40 2 0 0,0 0-160 0,0 0 0 16,44-3 0-16,-44 3 0 0,0 0 0 0,39-6 0 16,-39 6 0-16,0 0-176 0,35-9 176 0,-35 9 0 15,0 0 0-15,0 0-128 0,28-11 128 0,-28 11 0 16,0 0 0-16,0 0 0 0,0 0 0 0,0 0 0 15,0 0 0-15,0 0 0 0,0 0 0 0,0 0 128 16,0 0-128-16,15 29 0 0,-15-22 176 0,0-2-48 16,0 2 0-16,0-7 0 0,0 0 112 0,5 22 16 15,-5-22 0-15,0 0 0 0,0 0-256 0,12 26 0 16,-12-26 128-16,0 0-128 0,0 0 0 0,0 0 0 0,0 0 0 0,0 0 0 16,27 26 0-16,-27-26 0 0,0 0 0 0,0 0 0 15,0 0 0-15,0 0 0 0,0 0 0 0,0 0 0 16,0 0-896-1,0 0-64-15</inkml:trace>
  <inkml:trace contextRef="#ctx0" brushRef="#br0" timeOffset="5946.52">4985 3195 20271 0,'-3'3'896'0,"1"-1"192"0,1 1-880 0,1 1-208 16,0-3 0-16,0 1 0 15,0 0 1472-15,1 0 240 0,-1-2 48 0,0 0 16 16,0 0-192-16,0 0-48 0,0 0 0 0,0 0 0 0,35 22-832 0,-35-22-192 16,0 0-16-16,0 0-16 15,0 0-928-15,0 0-176 0</inkml:trace>
  <inkml:trace contextRef="#ctx0" brushRef="#br0" timeOffset="6195.48">5101 3036 19343 0,'-2'3'848'0,"1"-1"192"0,0-1-832 0,0 1-208 16,0 0 0-16,0-2 0 0,1 1 1664 0,0 0 272 15,-1 2 64-15,1 2 16 0,0-1-288 0,1 3-48 0,-1-7-16 0,0 0 0 16,7 30-704-16,-7-30-128 0,5 32-48 0,-3-11 0 15,1 1-144-15,-1 1-16 0,-1 4-16 0,1 1 0 16,-1 2-208-16,1-1-32 0,0-3-16 16,0-7 0-16,0 0-352 0,0-2 128 0,-2-17-128 0,7 31 0 15,-7-31 0-15,0 0-128 0,14 33 0 0,-14-33-11360 16,0 0-2272-16</inkml:trace>
  <inkml:trace contextRef="#ctx0" brushRef="#br0" timeOffset="6572.35">5218 3278 10127 0,'-5'5'896'0,"2"-3"-704"0,1 2-192 0,0-1 0 16,2 0 2304-16,-1-1 448 0,1-1 64 0,-1 3 32 0,1-4 320 0,0 0 64 16,2 19 16-16,-2-19 0 0,0 0-1888 0,0 0-368 0,0 0-80 0,0 0-16 15,43 19-512-15,-43-19-128 0,0 0 0 0,38-14-16 16,-38 14-240-16,25-14 144 0,-25 14-144 0,21-17 128 0,-15 11-128 0,-1 0 0 31,-2-1 0-31,-2 2 0 0,-1-2 0 0,-1 2 0 0,1-2 0 0,-4 3 0 0,0-2 0 0,-2 0 0 31,-1 1 0-31,1-1 0 0,-2 0 0 0,0 1 0 16,0 3-128-16,1 0 128 16,-1 0-672-16,0 4-64 0,2 0-16 0,-1 2 0 15,2 4 240-15,-1-1 32 0,2 4 16 0,-1-1 0 0,1 4 464 0,0 3 0 0,2-3-128 16,0 1 128-16,1 1 0 0,0 0 160 0,2 2-32 0,-1-18 0 15,3 30 528-15,-3-30 112 0,6 26 0 0,-6-26 16 16,0 0-352-16,22 31-80 0,-22-31-16 0,0 0 0 16,0 0-336-16,45 7 0 0,-45-7 0 0,0 0 0 15,37-14-192-15,-37 14-64 0,23-19-16 0,-12 9-15536 16</inkml:trace>
  <inkml:trace contextRef="#ctx0" brushRef="#br0" timeOffset="6920.94">5432 3254 15663 0,'-3'-2'688'0,"2"1"144"0,0 0-656 0,1-1-176 15,1 2 0-15,0-2 0 0,0 1 1408 16,1-2 256-16,2 0 64 0,1-3 0 0,3 1-128 0,-2-2 0 16,-6 7-16-16,16-13 0 0,-8 7-752 0,-8 6-160 15,15-9-32-15,-15 9 0 0,0 0-112 0,0 0-16 16,0 0-16-16,0 0 0 0,0 0 48 0,38 7 16 15,-38-7 0-15,0 0 0 0,8 29-176 0,-8-29-48 16,2 28 0-16,-2-28 0 0,0 31-336 0,0-16 144 16,0 1-144-16,-1 0 0 0,0 1 128 0,1-2-128 0,-1 0 0 15,1-5 0-15,0-10 0 0,-1 19 0 16,1-19 0-16,0 0 0 0,-1 19 0 0,1-18 0 0,-1 0 0 16,0-1 0-16,0-1 608 0,1-2 16 0,0 0 0 0,0-4 0 15,1-2 16-15,0-1 0 0,1-1 0 0,0-3 0 16,1-1-256-16,2-2-32 0,-1-2-16 0,2-1 0 15,0 0-192-15,0-1-144 0,1 2 192 0,-1 2-192 16,1 1 0-16,-2 4 0 0,1 0 0 0,-2 2 0 16,0 3 0-16,0 0 0 0,-2 3-176 0,0 1-12000 15,0 1-2416-15</inkml:trace>
  <inkml:trace contextRef="#ctx0" brushRef="#br0" timeOffset="7176.49">5719 3097 9215 0,'1'0'816'15,"0"0"-656"-15,-1 0-160 0,0 0 0 0,0 0 1232 0,0 0 224 0,0 0 32 16,0 0 16-16,0 0 272 0,0 0 48 16,37 17 16-16,-37-17 0 0,0 0 112 0,0 0 32 0,36 36 0 0,-36-36 0 15,0 0-288-15,24 43-48 16,-24-43-16-16,10 35 0 0,-10-35-288 0,6 34-48 15,-6-34-16-15,0 30 0 0,-1-13-576 0,-3 0-128 16,-1 1-32-16,0-1 0 0,-2-2-384 0,0 0-160 16,-2-1 128-16,2-2-12240 0,-1-1-2464 0</inkml:trace>
  <inkml:trace contextRef="#ctx0" brushRef="#br0" timeOffset="8563.43">2965 4186 15663 0,'-1'-9'1392'0,"1"4"-1120"16,1 0-272-16,-1 1 0 0,1 1 384 0,0 1 32 0,0-2 0 0,0 1 0 16,1-4 1216-16,2-3 240 0,-1 1 48 0,1 0 16 15,-1 1-288-15,0 3-64 0,0 1-16 0,0 1 0 16,-3 3-416-16,0 0-96 0,0 0-16 0,0 0 0 0,8 38-384 0,-8-38-80 16,1 36 0-16,-1-12-16 15,0 4-304-15,-1 2-64 0,-1 2-16 0,0-2 0 0,0 1-176 0,1-7 192 16,0-5-192-16,-1-5 192 15,2-14-192-15,0 0 0 0,0 0 0 0,0 0 0 0,0 0 0 0,0 0 0 0,0 0 0 0,30-12 0 47,-21-4-1280-47,0-4-144 0,1-1-32 0,0-4-8432 0,0 3-1696 0</inkml:trace>
  <inkml:trace contextRef="#ctx0" brushRef="#br0" timeOffset="8729.69">3126 4136 9215 0,'11'-21'400'0,"-9"16"96"15,-1 3-496-15,-1 2 0 0,0 0 0 0,1 0 0 16,-1 2 2496-16,1 1 416 0,-1 5 80 0,1 3 16 0,-1 3 64 0,1 2 0 0,0 4 16 15,1-1 0-15,0 4-1504 0,0 1-304 16,1-3-64-16,-3-21-16 0,9 41-720 0,-9-41-144 16,13 30-16-16,-13-30-16 0,0 0-304 0,16 36 0 0,-16-36 0 0,0 0 0 15,0 0-128-15,10 34 128 0,-10-26 0 0,-1 0-144 32,1-3-432-32,-2 0-96 0,-1-1-16 0,-1 1-9632 15,0-2-1936-15</inkml:trace>
  <inkml:trace contextRef="#ctx0" brushRef="#br0" timeOffset="8910.6">3081 4336 6447 0,'-8'-5'272'0,"3"5"80"0,0-2-352 0,2 2 0 0,0 0 0 0,1 2 0 15,-1-2 1776-15,-2 3 272 0,-1 1 64 0,-1 1 16 16,-1 0 672-16,4-1 128 0,2-1 16 0,2-1 16 16,0-2-768-16,0 0-144 0,0 0-48 0,0 0 0 15,39-12-416-15,-25 4-96 0,1-1-16 0,1 1 0 16,0 0-672-16,1-1-144 0,1 1-16 0,-1 0-16 15,-17 8-496-15,29-13-128 0,-29 13 0 0,30-10 0 32,-30 10-864-32,25-9-192 0</inkml:trace>
  <inkml:trace contextRef="#ctx0" brushRef="#br0" timeOffset="9282.42">3325 4260 18431 0,'-2'1'816'0,"1"0"160"0,1 1-784 15,0 1-192-15,1-3 0 0,-1 0 0 0,1 2 512 0,1-1 64 16,-2-1 16-16,0 0 0 0,0 0 416 0,0 0 80 16,0 0 0-16,46 4 16 0,-46-4-384 0,24-10-80 0,-12 4 0 0,-1-2-16 15,1 1-192-15,-3-1-48 0,-1 2 0 0,-1-1 0 16,-2 2-192-16,-1-2-64 0,-1 0 0 0,-2 0 0 16,0 2-128-16,-2-1 0 0,-1 0-160 0,-2-1 160 15,-1 2-192-15,-1-2 48 0,-2 0 16 0,-3 2 0 16,0 1-80-16,0 2-16 0,3 2 0 0,-2 2 0 15,1 0 224-15,-1 5 0 16,1 2 144-16,-1 3-144 0,3 0 464 0,0 3 0 0,1 4 0 16,0-1 0-16,3 2 112 0,1 1 32 0,1-1 0 0,2 0 0 15,-1-20 0-15,8 33 0 0,-8-33 0 16,0 0 0-16,23 31-96 0,-23-31-32 0,0 0 0 0,0 0 0 16,48 10 32-16,-48-10 0 0,27-7 0 0,-27 7 0 15,28-17-256-15,-13 3-32 0,-2 0-16 0,-1 1 0 16,-1 1-208-16,-1 1 0 0,0-3-144 0,-2 2 144 15,2 2-2112 1,-2 1-320-16,-1-1-64 0,1 3-11632 0</inkml:trace>
  <inkml:trace contextRef="#ctx0" brushRef="#br0" timeOffset="9925.14">3637 4217 16575 0,'2'-2'736'0,"-1"-1"160"0,0 1-720 0,0 2-176 0,0 0 0 0,-1-2 0 0,1 2 1936 0,0-3 368 15,1-1 64-15,-1-1 0 16,2 0-800-16,-1-2-160 0,0 0-48 0,0 0 0 0,-2-1-128 0,1 2-16 16,-2-2-16-16,-1 2 0 0,0 1-432 0,-2 1-96 0,0 1-16 15,-1 0 0-15,0 3-336 0,-2 0-80 16,0 3-16-16,-2-1 0 0,2 2-64 0,-1 2-16 0,1 1 0 0,1 2 0 16,-1 0-144-16,1 1 0 0,1 4 0 0,-1 0 0 15,3 3 0-15,0-3 0 0,2 2 0 0,2-3 0 16,-1-13 0-16,4 26 0 0,-4-26 0 0,0 0 0 15,0 0 0-15,18 31 0 0,-18-31 0 0,0 0 0 0,0 0 0 0,0 0 0 16,36 4 0-16,-36-4 0 16,0 0 0-16,21-13 0 0,-15 7-144 0,0-1 144 0,-1 0 0 15,1 0 0-15,-1-3 0 0,-2 3 0 0,0-2-256 0,-1-1 48 16,-1 3 16-16,0-1 0 0,-1-1-64 0,0 3 0 16,-1-2 0-16,0 4 0 15,0 1 256-15,-1-1 0 0,1 3 0 0,0 1 0 16,0 0 0-16,1 3 0 0,-1-1 0 0,1 3 0 15,0 0 0-15,0-5 0 0,0 0 0 0,0 0 0 16,5 26 240-16,-5-26-16 0,0 0 0 0,11 31 0 16,-11-31 64-16,0 0 16 0,0 0 0 0,27 28 0 15,-27-28-304-15,0 0 0 0,0 0 128 0,0 0-128 16,45 5 0-16,-45-5 0 0,0 0 0 0,28-12 0 0,-28 12 0 16,18-14 0-16,-9 7 0 0,0-3-144 0,-1 0-112 0,0 1 0 15,1-3-16-15,-1-2 0 16,-1 2-720-16,1-2-144 0,-2-2-16 0,1 1-16 15,-1 1 704-15,0-2 144 0,-2-1 16 0,0-1 16 0,-1 0 288 0,-1 1 0 16,0 3 0-16,-1 2 0 0,-1 3 0 0,0 2 0 16,0 3 0-16,0 3 144 0,-1 1 544 0,-1 1 96 15,0 3 32-15,0 1 0 0,-2 4-176 0,2 1-48 16,-1 0 0-16,1 2 0 0,0 2-208 0,-1 4-32 16,1 2-16-16,2 1 0 0,0 0-32 0,0 0-16 15,2 3 0-15,-1-3 0 0,3 1-112 16,-4-22-32-16,9 38 0 0,-9-38 0 0,11 30-144 0,-11-30 0 15,0 0 0-15,17 36 0 0,-17-36 0 0,0 0 0 0,0 0 0 0,0 0 0 16,0 0-176-16,0 0 176 16,0 0-128-16,0 0 128 15,0 0-1536-15,0 0-208 0</inkml:trace>
  <inkml:trace contextRef="#ctx0" brushRef="#br0" timeOffset="10112.74">3788 4127 28559 0,'0'0'1264'0,"0"0"272"0,2 19-1232 0,-2-19-304 0,0 0 0 0,0 0 0 0,0 0 1920 0,0 0 336 16,0 0 64-16,0 0 16 0,48 26-944 0,-48-26-192 15,40 0-48-15,-40 0 0 16,49-12-736-16,-24 3-160 0,-2-1-16 0,-2 1-16 0,1-1-224 0,-4-1 0 16,-18 11 0-16,32-13-18592 15</inkml:trace>
  <inkml:trace contextRef="#ctx0" brushRef="#br0" timeOffset="14079.04">9650 3319 10127 0,'2'-4'896'0,"-1"1"-704"0,1 0-192 0,0 0 0 16,-1 1 640-16,0 2 112 0,0-2 16 0,1 0 0 15,0-1 848-15,1-1 176 0,0 0 48 0,1 0 0 0,-1-1-416 0,-1 3-80 16,0 0 0-16,0 0-16 0,-1 0-656 0,-1 1-128 16,0 1-32-16,-1 0 0 0,0 0-192 0,-1 3-64 15,0-1 0-15,-1 2 0 16,-1 1 16-16,-1-1 0 0,1 0 0 0,-2 3 0 0,0-1-80 0,-2 3-32 16,0 0 0-16,0 0 0 0,-2 3 0 0,0 2 0 15,-1 0 0-15,2 0 0 0,0-2-160 0,2 2 128 0,0 1-128 0,3 0 128 16,2 0 176-16,2-15 16 0,3 29 16 0,-3-29 0 15,0 0 240-15,25 45 32 0,-25-45 16 0,29 29 0 0,-29-29-176 0,34 30-48 32,-34-30 0-32,36 24 0 0,-36-24-400 0,36 20 128 15,-36-20-128-15,0 0 0 0,48 16 0 0,-48-16-144 16,0 0 0-16,45 0-15024 16</inkml:trace>
  <inkml:trace contextRef="#ctx0" brushRef="#br0" timeOffset="14548.36">10091 3310 6447 0,'1'0'576'0,"-1"0"-576"0,0 0 0 0,0 0 0 15,0 0 896-15,-1 0 64 0,0 2 0 0,-1-2 16 16,1 2 784-16,-2-2 160 0,-2 2 16 0,0-2 16 16,-2 2-608-16,-1 1-128 0,-1-1-32 0,-2 3 0 0,0-2-592 0,-2 2-112 15,-1 1-32-15,-1-1 0 0,0 2-320 0,-2 1-128 16,1-1 0-16,1 0 0 0,1-1 400 0,2 2-16 16,2-4 0-16,1 1 0 0,2 0 368 0,3-3 64 15,0 1 16-15,2-1 0 0,1 0-272 16,1-1-48-16,2 1-16 0,1-1 0 0,-3-1-112 0,0 0 0 15,0 0-16-15,0 0 0 0,0 0-128 0,35 11-32 16,-35-11 0-16,0 0 0 0,0 0-208 0,42 14 0 16,-42-14 128-16,0 0-128 0,38 16 0 0,-38-16 0 0,0 0 0 0,0 0 0 15,43 26 0-15,-43-26 0 16,0 0 0-16,0 0 0 0,0 0 704 0,25 31 256 16,-25-27 64-16,-1 0 0 0,-1 1-768 0,-2 0-256 15,-1-2 144-15,-3 1-144 16,2 0-560-16,-2-2-192 0,-1 0-32 0,0 1-16 0,-2-1 656 0,0-2 144 0,1-2 0 0,1 0 0 15,1 1 0-15,2-1 0 0,0 1 0 0,2-2 0 16,2 0 0-16,1-2 0 0,4 1 0 0,0-4-14336 16</inkml:trace>
  <inkml:trace contextRef="#ctx0" brushRef="#br0" timeOffset="14880.07">10292 3280 17503 0,'0'-2'1552'0,"0"0"-1232"16,0 2-320-16,0-2 0 15,0 2 192-15,-1 0 0 0,1-2-16 0,-1-1 0 0,0 0 624 0,0 1 128 16,0-2 32-16,-1 3 0 0,1-1 64 0,-1 2 32 16,0 2 0-16,1 1 0 0,-2-1-288 0,0 5-48 15,-1 2-16-15,1 1 0 16,-1 2 48-16,-1 1 0 0,1 3 0 0,0 2 0 0,-1 1-448 0,1 1-96 0,-1 1-16 0,1 0 0 15,0 0-192-15,0-2 0 16,1-2 0-16,3-17 0 0,-2 29 0 0,2-29 0 16,0 0 0-16,0 0 0 0,12 32 0 0,-12-32 0 15,0 0 0-15,0 0 0 0,36 3 0 0,-36-3 0 16,26-6 0-16,-14 1 0 0,-12 5 0 0,24-8 0 0,-11 1-160 0,1 0 160 16,-1-1-384-16,0 0 0 0,-1 0 0 0,-3 3 0 15,-1-2-1472-15,0 0-272 0,-3 0-64 0,-2 0-8784 16</inkml:trace>
  <inkml:trace contextRef="#ctx0" brushRef="#br0" timeOffset="15113.79">10174 3425 10127 0,'-10'0'448'0,"4"0"96"0,1 1-544 0,2-1 0 0,1 0 0 0,2-1 0 15,-1 1 1440-15,0 0 176 0,-1 0 48 0,0-2 0 16,0 2 48-16,0-3 16 0,2 1 0 0,0 0 0 15,1-1-560-15,2 1-96 0,0-1-32 0,1-1 0 16,0 2-400-16,2-3-64 0,0 2-32 0,2 1 0 16,0 0 416-16,-8 2 64 0,0 0 32 0,32-5 0 15,-32 5-64-15,27 0-16 0,-27 0 0 0,29-2 0 16,-29 2-432-16,34-1-96 0,-34 1 0 0,29-2-16 16,-29 2-432-16,30-2 0 0,-30 2 0 0,31-5 0 15,-31 5-320-15,29-6-160 0,-16 3-32 0,-1-2-10112 16,-1 2-2048-16</inkml:trace>
  <inkml:trace contextRef="#ctx0" brushRef="#br0" timeOffset="15515.2">10444 3423 11055 0,'1'2'480'0,"0"-2"112"0,2 1-464 0,-1-1-128 16,0 0 0-16,0 0 0 0,1 0 1584 0,-1-1 288 15,-2 1 64-15,0 0 16 0,0 0 416 0,32-2 96 0,-32 2 16 0,23-3 0 16,-23 3-1200-16,24-4-256 0,-24 4-32 0,25-5-16 15,-25 5-752-15,26-7-224 0,-14 3 0 0,-2-1 128 16,1 1-128-16,-3 0 0 0,-2-1 0 0,0 1-128 16,-1 0-32-16,-4 0 0 0,0 1 0 0,-1 0 0 31,-1 0-736-31,-3-1-128 0,-1 1-48 0,-2 1 0 16,-1 2-272-16,-1-3-64 0,-2 3-16 0,1 1 0 15,0-1 560-15,-1 2 112 0,0-1 32 0,1 0 0 0,2 1 576 0,-2-1 144 0,1 3 0 16,1-1 0-16,-1 0 0 0,2 0 192 0,1 0-32 0,1 0-16 0,-1 1 448 15,2-1 96-15,-1 2 16 0,1-1 0 0,1 1 64 0,0 0 0 16,1 1 16-16,0-1 0 16,0 2 256-16,2-7 48 0,0 0 16 0,-1 24 0 0,1-24-112 0,0 0-32 15,0 0 0-15,8 37 0 16,-8-37-240-16,0 0-48 0,0 0-16 0,0 0 0 0,40 23-80 0,-40-23 0 16,26-6-16-16,-12 2 0 15,-14 4-304-15,27-10-64 0,-13 4-16 0,0-2 0 0,1-1-176 0,0 0 0 16,0 0 0-16,-2 0 0 15,-3 3-1616-15,0-1-256 0</inkml:trace>
  <inkml:trace contextRef="#ctx0" brushRef="#br0" timeOffset="16663.25">10796 3392 10127 0,'2'0'448'0,"-1"0"96"0,1 0-544 0,-1 0 0 16,0 0 0-16,-1 0 0 0,0-1 1776 0,1 0 240 0,1 1 48 0,1-3 16 15,0 3 224-15,0-4 32 0,0 1 16 0,0-1 0 16,-1 1-1040-16,0-1-208 0,0 1-32 0,-1-1-16 16,1-1-688-16,-1 2-144 0,-1-2-32 0,0 1 0 15,0 0-192-15,-1 1 0 0,-1-2 0 0,-1 2 0 0,-2 1 0 0,0 2 0 16,0-2 0-16,-1 0 0 0,0 2 0 0,-2 2 0 16,1 0 0-16,0 0 0 15,-2 3 0-15,2 0 0 0,0-1 128 0,2 2-128 16,-1 0 128-16,1 2 0 0,-1-1-128 0,1 2 192 15,2-1 144-15,0 1 32 0,0 0 0 0,3-9 0 16,0 0-160-16,-3 26-16 0,3-26-16 0,0 0 0 0,0 0-176 0,0 0 0 16,12 34 144-16,-12-34-144 0,0 0 0 0,0 0 0 15,0 0 0-15,0 0 0 0,0 0 0 0,0 0 0 16,0 0 0-16,35 7 0 0,-31-10 0 0,0-1-160 16,-1-1 160-16,1 2-160 15,-1-3 160-15,1 0-128 0,0 0 128 0,0-2-128 16,1-1 128-16,-1 0-192 0,-1 1 192 0,1-1-192 0,0 2 192 0,-1 0 0 15,-1 2 0-15,0 0 0 0,0 2 0 16,-1 1 0-16,0 1 0 0,-1 2 0 0,1-1 0 16,-1 2 144-16,-1 4-144 0,1-2 0 0,0-4 432 0,0 0-32 0,0 0 0 15,0 0 0-15,5 32 48 0,-5-32 16 0,0 0 0 0,0 0 0 16,0 0-272-16,0 0-48 16,31 30-16-16,-31-30 0 0,0 0-128 0,0 0 0 15,34 2 0-15,-34-2 0 0,16-2 0 0,-16 2 0 16,15-7-128-16,-8 4 128 15,-1-1-944-15,0-1-112 0,-2 0-32 0,1 1 0 0,-2-1-1312 0,-1 0-272 0,-1 0-48 0,-1-2-16 32,0 3 256-32,-1-2 48 0,1 2 16 0,0-1 0 0,-2 0 992 15,1 1 192-15,-1-1 32 0,1 2 16 0,0-1 976 0,1 1 208 16,0-1 0-16,0 1 0 0,1 2 0 0,1 0-272 0,0-1 64 16,0 0 16-16,0 1 192 0,1-1 240 0,1 2-48 0,-2-2-16 15,-2 2 576-15,0 0 112 0,0 0 32 0,0 0 0 16,0 0 608-16,0 0 128 0,0 0 32 0,0 0 0 15,0 0 784-15,0 0 176 0,0 0 16 0,8 36 16 16,-8-36-464-16,-4 20-80 0,4-20-32 0,-3 21 0 16,3-21-1024-16,-5 22-208 0,5-22-32 0,-3 24-16 15,3-24-576-15,0 0-224 0,0 0 176 0,1 30-176 16,-1-30 0-16,0 0 0 0,0 0 0 0,0 0 0 16,0 0 0-16,0 0 0 0,0 0 0 0,0 0 0 15,21-7-192-15,-18 2 192 0,0-1-192 0,0-2 192 16,0 1-592-16,-1 0-16 0,1-2 0 15,1 0 0-15,0-1 160 0,-1-2 16 0,1-2 16 16,1 2 0-16,-2 0 288 0,1 0 128 0,-1 0-128 0,0 3 128 0,-1 2 0 16,1 2 0-16,0 0 0 0,-1 3 0 0,1 0 0 15,-3 2 144-15,0 0-144 0,0 0 160 0,0 0 352 16,0 0 80-16,0 0 16 0,0 0 0 0,12 37-192 0,-12-37-32 16,0 0-16-16,0 0 0 0,0 0-368 0,5 34 0 15,-5-34 0-15,0 0 128 0,0 0-128 0,0 0 0 16,3 35 0-16,-3-35 0 0,0 0 0 0,-4 24 0 15,4-24 0-15,0 0 0 0,-5 19 0 0,3-14 0 16,0-2 0-16,1-2 0 0,-1 1 0 0,1-1 0 0,1-1 0 0,0-1 0 16,0-1 0-16,0 0 0 0,1-2 0 0,1-1 0 15,0 2 0-15,0-2 0 0,1-2 0 16,0-2 0-16,3-1 0 0,-2-1 0 16,3-1-144-16,-1 0 144 0,0 0-320 0,1 0 0 15,-1 0 0-15,0 0 0 0,1 3 64 0,-1-1 32 0,1 3 0 16,-1 0 0-16,-2 4 224 0,1 0 0 0,-1 2 0 0,0-1 0 15,-4 2 0-15,0 0 0 0,0 0 0 0,0 0 0 16,0 0 0-16,0 0 128 0,0 0-128 0,0 0 160 16,0 0 160-16,34 26 48 0,-34-26 0 0,0 0 0 15,0 0-160-15,0 0-16 0,0 0-16 0,0 0 0 16,0 0-176-16,17 40 0 0,-17-40 144 0,0 0-144 16,0 0 128-16,0 0-128 0,1 36 160 0,-1-36-160 0,-5 21 192 0,3-10-64 15,2-11-128-15,-4 21 192 0,4-21-192 0,-4 17 0 16,4-17 0-16,0 0 0 0,0 0 0 15,0 0 0-15,0 0 0 0,0 0 0 16,0 0-1088-16,0 0-176 0</inkml:trace>
  <inkml:trace contextRef="#ctx0" brushRef="#br0" timeOffset="17715.66">11386 3240 8287 0,'0'0'736'0,"0"0"-592"16,0 0-144-16,0 0 0 0,0 0 528 0,1 0 80 0,-1 0 16 0,1 0 0 16,-1 0 1088-16,0 0 208 15,0 0 64-15,0 0 0 0,0 0-176 0,0 0-16 0,0 0-16 0,0 0 0 16,0 0-176-16,0 0-16 16,32 8-16-16,-32-8 0 0,0 0-400 0,0 0-80 0,0 0 0 0,0 0-16 15,22 30-384-15,-22-30-80 0,0 0-16 16,0 0 0-16,20 38-48 0,-20-38-16 0,0 0 0 0,19 36 0 15,-19-36-208-15,0 0-32 0,19 36-16 16,-19-36 0-16,0 0-80 0,18 37-32 0,-18-37 0 16,0 0 0-16,14 38-160 0,-14-38 0 0,0 0 0 0,5 35 0 15,-5-35 0-15,-6 24 0 0,-1-12 0 0,-1 0 0 0,-3 0 0 0,-1 0 0 16,-1 0 0-16,0 0 0 31,0 0-416-31,-1 0-112 0</inkml:trace>
  <inkml:trace contextRef="#ctx0" brushRef="#br0" timeOffset="18595.16">9105 4089 16575 0,'4'-4'1472'0,"0"1"-1168"16,-2 3-304-16,-1 0 0 0,-1 0 1072 0,1 0 144 16,1-2 48-16,2 2 0 0,-4 0 160 15,0 0 48-15,0 0 0 0,0 0 0 16,0 0-576-16,0 0-128 0,19 35 0 0,-19-23-16 0,-1 0-304 0,1-12-64 15,-1 35-16-15,-1-11 0 16,-1 2 80-16,-2 2 32 0,0 1 0 0,-1 0 0 0,0 1-16 0,1-6 0 16,0-2 0-16,2-6 0 0,3-16-288 0,-3 28-176 15,3-28 192-15,0 0-192 0,0 0 0 0,0 0 0 16,0 0 0-16,0 0-144 16,0 0-880-16,0 0-192 0</inkml:trace>
  <inkml:trace contextRef="#ctx0" brushRef="#br0" timeOffset="18896.66">9134 4185 15663 0,'0'0'688'0,"0"0"144"0,1 1-656 0,-1-1-176 16,1 0 0-16,-1 0 0 0,1 0 1104 0,1 0 192 0,1 0 48 0,1 0 0 16,2-2-48-16,0 0 0 0,1-1 0 15,0-1 0-15,1 0-48 0,1 0-16 0,0-3 0 0,0 3 0 16,0-1-432-16,0-2-96 0,0 2 0 0,1 0-16 15,-2 1-400-15,0 1-80 0,-8 3-16 0,0 0 0 16,0 0-192-16,0 0 0 0,0 0 0 0,36 9 0 16,-36-9 0-16,0 0 0 0,0 0 0 0,7 36 0 0,-9-22 0 0,0 0 0 15,-1 1 0-15,0-1 0 16,-1 0 0-16,0-1 0 0,1-2 0 0,-3-1 0 0,0 1 0 0,0-4 0 16,-1 1 0-16,1-1 0 15,-1-3 0-15,1-2 0 0,-1 2 0 0,2-2 0 0,-2 0 0 0,2-2 0 16,-1 0 0-16,3-2 0 0,0-1 0 0,1-1 0 0,0 1 0 0,2-2-9664 15,0 0-1984-15</inkml:trace>
  <inkml:trace contextRef="#ctx0" brushRef="#br0" timeOffset="19482.09">9092 4308 6447 0,'0'0'576'0,"0"-1"-576"15,0 1 0-15,0 0 0 0,1 0 960 16,0-2 64-16,0 2 32 0,1-2 0 0,1-1 768 0,0 2 160 15,1 0 16-15,0-3 16 0,-4 4 112 0,0 0 32 16,0 0 0-16,0 0 0 0,0 0-320 0,31-1-64 16,-31 1-16-16,0 0 0 0,0 0-1024 0,0 0-208 0,0 0-32 0,0 0-16 15,43 12-480-15,-43-12 0 16,0 0 0-16,0 0 0 16,30-3-640-16,-30 3-112 0,0 0-16 0,25-7-13232 15</inkml:trace>
  <inkml:trace contextRef="#ctx0" brushRef="#br0" timeOffset="20004.22">9364 4249 11967 0,'-1'-3'528'0,"1"1"112"0,0 1-512 0,0-1-128 0,0 2 0 0,0 0 0 0,0 0 1408 0,0-2 240 15,1 1 48-15,1-1 16 0,0 0 16 0,1-1 0 16,0 1 0-16,1-1 0 0,2 0-752 0,-2 0-144 0,3 0-16 0,-1 1-16 16,-6 2-368-16,0 0-80 0,23-3-16 0,-23 3 0 15,0 0-208-15,0 0-128 0,0 0 160 0,36 23-160 16,-36-23 0-16,0 0 0 0,11 32 0 0,-11-32 0 16,1 26 0-16,-1-26 0 0,-6 29 0 15,1-15 0-15,0-2 0 0,-1-2 0 16,2-2 0-16,-2 0 0 0,2-4 0 0,-1 1 0 0,0-2 128 0,2-1-128 0,0-2 320 15,1 0-48 1,0 0 0-16,2-4 0 0,-1 1 112 0,1-2 0 16,1 0 16-16,1-2 0 0,-1 1-64 0,1-2-16 0,0-1 0 0,2 1 0 0,0-1 0 0,1-1 0 15,2-2 0-15,0-2 0 16,3 0 48-16,-1 1 0 0,0 2 0 0,0-1 0 0,3-2-368 0,0 2 144 16,0 1-144-16,1 1 0 15,-4 1 160-15,0 2-160 0,-1 2 128 0,-2-2-128 16,2 4 0-16,-3-1 0 0,0 2 0 0,-2 2-176 15,0 0-1184-15,-2 2-240 0</inkml:trace>
  <inkml:trace contextRef="#ctx0" brushRef="#br0" timeOffset="20406.87">9574 4298 14735 0,'1'1'640'0,"0"-1"160"0,-1 1-640 0,3-1-160 0,-1 0 0 0,-1-1 0 0,1 0 1536 15,3-1 256-15,1 0 64 0,2-2 16 0,-8 4-512 0,25-9-96 16,-11 2-32-16,0 0 0 0,0 0-736 0,-1-1-160 0,0 2-16 0,-3-1-16 16,-1 2-304-16,-1 0 0 15,-2 0 0-15,0 1 0 0,-2-1 0 0,-2 0 0 16,-1 3-160-16,-2-3 160 0,-1 2-864 0,-2 1-48 16,-2 0-16-16,-2 0 0 15,2 0-80-15,-3 2-16 0,-1 2 0 0,-1-2 0 0,0 4 704 0,0-1 144 16,-1 2 32-16,1 1 0 0,0-1 288 0,3 0 64 15,1-1 16-15,0-1 0 0,0 2 368 0,0-1 80 16,1 1 16-16,0 0 0 0,1-1 576 0,0 2 112 16,2-2 32-16,-1-1 0 0,2 2-240 0,0-1-32 0,1-1-16 0,0 1 0 15,1-4-64-15,0 0-16 0,0 0 0 16,0 0 0-16,0 0-208 0,0 0-64 0,23 33 0 0,-23-33 0 16,0 0-368-16,0 0-80 0,34 19 0 0,-34-19-16 15,0 0-304-15,0 0 0 0,46 12 0 0,-46-12 0 16,0 0 0-16,35-2 0 0,-35 2 0 15,0 0 0-15,30-7 0 0,-21 0 0 0,-1 2 0 0,1-2 0 16,-2 2-496 0,-1-2 0-16,-2 1 0 0,0 1-16320 0</inkml:trace>
  <inkml:trace contextRef="#ctx0" brushRef="#br0" timeOffset="20892.2">9982 4162 9215 0,'3'-4'400'0,"-3"2"96"0,1 2-496 0,1-2 0 0,-1 1 0 16,-1 1 0-16,0 0 1808 0,1 0 272 15,-1 0 48-15,1 0 16 0,-1 0 768 0,-1 0 160 0,0 0 16 0,-1 0 16 16,0 1-1408-16,0 1-288 0,-1 0-48 0,-2 0-16 15,0 1-912-15,-1 1-192 0,1 1-48 0,-4 0 0 16,0 2-192-16,-1 0 144 0,-1 0-144 0,-1 1 128 16,-1 1-128-16,-2 0 0 0,2 2 0 0,1-3 0 15,0 1 0-15,1 0 0 0,3 0 0 0,1-2 0 16,1 0 0-16,2-3 0 0,3 1 0 0,0 0 0 16,1-5 0-16,0 0 0 0,0 0 0 0,0 0 0 0,0 0 0 0,0 0 0 15,38-3 0-15,-38 3 0 16,19-7 0-16,-19 7 0 0,20-6 0 0,-20 6 0 0,21-6 0 0,-21 6 0 15,0 0 0-15,0 0 128 0,0 0 0 0,34 3-128 16,-34-3 192-16,0 0-64 0,0 0-128 16,0 0 128-16,0 0-128 0,8 34 128 0,-8-34-128 0,-4 15 160 15,0-9-160-15,0 0 160 16,-1 0 96-16,-2 0 0 0,1-1 16 0,-1 0 0 16,0-3 32-16,0 3 0 0,-2 0 0 0,0-3 0 0,-1 1-304 0,1-1 0 15,1 0 0-15,2-2 0 0,-1 0 0 16,3-2 0-16,2 0 0 0,0-1 0 15,3-1-1296-15,1 1-272 0</inkml:trace>
  <inkml:trace contextRef="#ctx0" brushRef="#br0" timeOffset="21281.29">10154 4177 12895 0,'0'-3'576'0,"0"1"112"15,2 0-560-15,-2 0-128 0,0 1 0 0,0 1 0 0,-1 0 1392 0,1 0 240 0,-1-2 48 0,-1 0 16 16,-1 1-560-16,-2-1-112 0,-1 2-32 0,-2 0 0 16,-1 2-704-16,0 1-144 0,-2 0-16 0,1 1-128 15,2 1 256-15,-1 0-48 0,-1-1-16 0,1 4 0 16,-1-2 208-16,1 2 48 0,-1 1 0 0,2-2 0 16,1 3 240-16,1-3 48 0,1 1 16 0,3-1 0 0,2-7 128 0,0 0 16 15,0 0 16-15,0 0 0 16,0 0-432-16,0 0-96 0,35 28 0 0,-35-28-16 0,0 0-160 0,32 0-16 15,-32 0-16-15,0 0 0 16,35-3-176-16,-35 3 0 0,0 0 0 0,0 0 0 0,35 10 0 16,-35-10 0-16,0 0 0 0,0 0 0 15,0 0 0-15,0 0 0 0,7 37-144 0,-10-31 144 16,0 1 0-16,-2 0 0 0,-1-3 0 0,-1 2 0 16,0 0 0-16,-2-1 0 0,0 0 0 0,0 0 144 15,0-1-144-15,0 1 128 0,-1-3-128 0,1 0 128 0,1-1-128 0,1 1 192 16,0-2-192-16,3-3 192 0,0 1-192 0,2 0 0 15,2-3 0-15,3 0-15056 0</inkml:trace>
  <inkml:trace contextRef="#ctx0" brushRef="#br0" timeOffset="21726.21">10282 4215 14735 0,'0'0'1312'0,"0"-2"-1056"15,0 2-256-15,0 0 0 0,-1 0 848 0,1-1 112 16,0 1 32-16,-1-2 0 0,1 2 144 0,-1-4 16 16,1 3 16-16,-1-1 0 0,0 0-16 0,0 1 0 0,-1 2 0 15,-1 3 0-15,1-1 336 0,-1 1 64 0,0 4 16 16,-2-1 0-16,0 4-544 0,1 1-96 0,-1 2-32 0,-1 1 0 16,-1 1-544-16,2 1-112 0,5-17-32 0,-7 28 0 15,7-28-208-15,0 0 0 0,4 29 0 0,-4-29 0 16,0 0 0-16,0 0 0 0,0 0 0 0,0 0-160 15,35 11 160-15,-35-11-160 0,19-8 160 0,-10 0-160 32,0 1-480-32,0 0-112 0,-1-3-16 0,0 1 0 15,0 0-1088-15,-2-1-208 0,2 0-48 0,-2-1-16 16,-1 4 1360-16,-1-3 256 0,1 1 64 0,-1 0 16 0,-2 1 432 0,1-1-160 0,-1 4 160 0,-1-3 0 16,-1 4 256-16,-1-1 176 0,0 3 16 0,0-1 16 0,0 1 544 15,-1 2 96-15,1 0 32 0,-1 2 0 0,-1-1-464 0,0 1-96 16,0 3 0-16,1-2-16 0,-1 1-64 0,1 3-16 15,-1 0 0-15,0 2 0 0,3-9 112 16,0 0 32-16,-3 27 0 0,3-27 0 0,0 0-256 0,0 31-48 16,0-31-16-16,0 0 0 0,0 0-304 15,0 0 0-15,15 35 0 0,-15-35 0 0,0 0 0 0,0 0 0 16,0 0 0-16,0 0 0 0,0 0 0 0,35 8 128 16,-35-8-128-16,0 0 0 0,17-8 0 0,-11 5-256 15</inkml:trace>
  <inkml:trace contextRef="#ctx0" brushRef="#br0" timeOffset="22143.47">10481 4224 18431 0,'0'0'1632'16,"0"-1"-1312"-16,1 0-320 0,-1 1 0 15,1 0 832-15,-1 0 80 0,1-2 32 0,2-1 0 0,2 1 224 0,-1-3 48 16,3 0 16-16,-1 0 0 15,2 1-464-15,-2-1-112 0,1 2-16 0,-7 3 0 0,0 0 128 0,0 0 0 16,0 0 16-16,27 0 0 16,-27 0-16-16,0 0-16 0,0 0 0 0,0 0 0 0,0 0-240 0,19 38-32 15,-19-38-16-15,0 0 0 0,5 30-256 0,-5-30-48 16,0 0-16-16,2 34 0 0,-2-34-144 0,0 0 0 16,1 34 0-16,-1-34 0 0,0 0 0 15,-4 28 0-15,4-28-144 0,-6 12 144 0,6-12 0 0,-4 8 0 16,2-4 0-16,0-4 0 15,0 0 0-15,1 0 0 0,-1 0 0 0,1 0 0 0,1-2 128 0,-1-1-128 16,1-2 0-16,0 1 144 0,0-3 240 16,1 2 64-16,0-2 0 0,2 0 0 0,1-3-240 15,1 3-32-15,1-2-16 0,0-2 0 0,2 0-32 0,0-1-128 16,2 0 192-16,-1-2-64 0,0 2 64 0,0-2 0 16,1 2 0-16,0-2 0 0,0 2-192 0,-1 0 0 15,0 0 0-15,-2 6 0 0,0-2 0 0,-2 4 0 0,0-1 0 0,-2 3 0 31,0 1-784-31,-3 1-96 0,0 0-16 0,0 0-15792 0</inkml:trace>
  <inkml:trace contextRef="#ctx0" brushRef="#br0" timeOffset="22496.26">10717 4255 8287 0,'0'0'736'0,"0"0"-592"31,0 0-144-31,0 0 0 0,0 0 2368 0,0 0 448 0,0 0 96 0,0 0 16 0,0 0-176 0,0 0-48 16,0 0 0-16,0 0 0 15,0 0-864-15,37 10-176 0,-37-10-48 0,17-4 0 0,-17 4-832 0,18-6-160 16,-18 6-48-16,17-7 0 0,-8 3-336 0,-1 1-80 16,0-2-16-16,0 3 0 0,0-3-144 0,-1 2 160 15,0-1-160-15,-1 0 160 0,-2 1-160 0,1 0 0 16,-2 1 0-16,-1 0 0 16,0-1 0-16,0-1 0 0,-1 1 0 0,0-1 0 15,-1-1 0-15,0 0 0 0,-1 0 0 0,-1-2 128 0,0 0-128 0,-1 0 0 16,-1-2 0-16,-3 4 0 15,2 0 0-15,-3 0 0 0,0 5 0 0,0 0 0 16,-1 0-320-16,3 3 0 0,0 1 0 16,1 1 0-16,-2 2 320 0,1 5 0 0,-2 2 0 15,1 3 0-15,0 0 576 0,2 4 48 0,0-3 0 0,1 4 0 16,4-22-48-16,-3 38 0 0,3-38 0 0,5 29 0 16,-5-29-256-16,0 0-64 0,0 0-16 0,30 31 0 0,-30-31-240 0,0 0 0 15,36 2 128-15,-36-2-128 0,28-10 0 0,-15 3-256 16</inkml:trace>
  <inkml:trace contextRef="#ctx0" brushRef="#br0" timeOffset="49463.74">8664 5049 4607 0,'3'-5'400'0,"-1"3"-400"16,0 0 0-16,0 0 0 15,0 2 640-15,-1-2 32 0,0 2 16 0,1-1 0 0,1 1 992 0,-1-2 208 16,2 2 32-16,-2-2 16 16,0 4 80-16,-3-2 16 0,0 3 0 0,-2 1 0 0,0 0-512 0,1 1-112 0,-2-1 0 0,-1 2-16 15,0-1-704-15,-1 1-144 16,0 0-32-16,-1 0 0 0,-1 2-256 0,-1-1-48 0,1 0-16 0,-1 0 0 31,0-2-192-31,1-1 0 0,0 1 0 0,1 0-160 16,3-3 160-16,-1 0 0 0,1 1 0 0,1-2 0 15,1 1 0-15,0 0 0 0,1-2 0 0,1 1 128 0,1-1-128 0,0-1 0 16,1 1 128-16,0-2-128 0,1 2 160 0,0-2-32 16,2 1-128-16,-1-2 192 0,1 1 128 0,1 1 0 15,1 0 16-15,-1 1 0 0,2 0-96 0,-8 0-32 16,0 0 0-16,0 0 0 0,0 0-208 0,40 12 0 16,-40-12 0-16,0 0 0 0,0 0 0 0,0 0 0 15,37 26 0-15,-37-26 0 0,0 0 0 0,0 0-288 16,0 0 64-16,0 0 16 15,11 40-192-15,-14-35-48 0,-1 1 0 0,0-2 0 0,-3 3 448 0,0-3-128 16,-2 1 128-16,2-2 0 0,1 0 0 0,-1 0 0 16,-1 0 0-16,-1 0 176 0,1 1 144 0,1-4 16 15,1 2 16-15,0-2 0 0,5 0-64 0,-1-2-16 16,1 2 0-16,2-4 0 0,2 3-496 0,-1-3-96 16,3 1-32-16,0 1-13280 0</inkml:trace>
  <inkml:trace contextRef="#ctx0" brushRef="#br0" timeOffset="49749.39">8834 5092 9215 0,'-1'-7'816'0,"1"1"-656"0,1 3-160 0,-1 0 0 16,1 0 1088-16,-1 3 176 0,0-2 32 0,0 2 16 0,1-2 96 15,1 0 0-15,0 2 16 0,-1 0 0 0,1 2-464 0,0 0-112 16,-1 4-16-16,0 0 0 0,-1-6-384 0,0 0-64 15,0 0-32-15,3 36 0 16,-3-36-192-16,0 0-32 0,1 33-128 0,-2-23 192 0,1 3 144 16,-1 2 32-16,1 2 0 0,-1-1 0 0,1 0 352 15,0-3 80-15,0 3 16 0,0-16 0 16,1 31-160-16,-1-31-16 0,0 0-16 0,5 34 0 0,-5-34-448 0,0 0-176 16,0 0 128-16,0 0-128 0,7 32-128 0,-6-30-128 15,1-1 0-15,-1-2-16 16,1-1-1216-16,-1-2-240 0,0-1-64 0,0-1-9520 15</inkml:trace>
  <inkml:trace contextRef="#ctx0" brushRef="#br0" timeOffset="50048.1">8804 5131 13823 0,'-2'-1'1216'0,"0"1"-960"0,2 1-256 15,0-1 0-15,0 0 736 0,-1 0 96 0,1 0 32 0,-1-1 0 16,0 1 816-16,2-2 176 0,1-1 16 0,2-2 16 15,1 1-688-15,1-3-144 0,1 2-32 0,0-2 0 16,1 0-560-16,2-1-112 0,-2 0-32 0,0 2 0 0,0 2-176 0,-1 1-144 16,1 1 192-16,-2 2-192 15,-6 0 128-15,0 0-128 0,0 0 0 0,0 0 0 16,14 33 176-16,-14-21-176 0,0-12 160 0,-2 19-160 16,-1-8 176-16,-1 1-176 0,-3 0 192 15,2 0-192-15,-1-2 0 0,0-3 0 0,-1 1 0 0,1-2 0 16,-1 1-240-16,2-2 48 0,0 0 16 0,1-4 0 15,2-1-16-15,1-1 0 0,1-1 0 0,0-1 0 16,1-2-1248 0,0-1-256-16,2 0-48 0,1-3-8992 0</inkml:trace>
  <inkml:trace contextRef="#ctx0" brushRef="#br0" timeOffset="50390.94">8955 5137 9215 0,'0'1'400'0,"1"1"96"0,1-2-496 0,-1 0 0 15,0 2 0-15,0-2 0 0,1 0 1600 0,-1 1 208 16,4 0 48-16,-5-1 16 0,0 0-16 0,0 0-16 16,32 2 0-16,-32-2 0 0,20-4-976 0,-10 2-192 15,1-3-32-15,0 0-16 0,1 0-624 0,-3-2 0 16,0 0 0-16,-1 1 0 0,-1-2-224 0,-2 3-64 16,-1-2-16-16,-1 1 0 15,-3 1-80-15,0-1-32 0,-3 2 0 0,-1-1 0 0,-1 2 64 0,-2-1 16 16,-2 1 0-16,-1 1 0 0,0-1-16 0,0 1 0 0,0 1 0 0,2 0 0 15,0-1 352-15,-1 2 0 0,2 0 0 16,0 0 0-16,1 0 448 0,0 2 192 0,2-1 64 0,-1 0 0 16,1 2 128-16,2 2 48 0,-1 1 0 0,0 0 0 15,2 2-112-15,0 2-32 0,1-10 0 0,0 0 0 16,0 31 192-16,0-31 32 0,0 0 16 0,2 33 0 16,-2-33-432-16,0 0-96 0,0 0 0 0,0 0-16 15,14 37-144-15,-14-37-32 0,0 0 0 0,0 0 0 16,0 0-64-16,0 0 0 0,42 6-16 0,-34-9 0 15,0 0-176-15,2-1-256 0,-1-1 64 0,0 1-9936 16,1-1-2000-16</inkml:trace>
  <inkml:trace contextRef="#ctx0" brushRef="#br0" timeOffset="50846.71">9144 5143 13823 0,'0'1'1216'0,"0"-1"-960"15,0 2-256-15,0-2 0 0,0 0 1792 0,1 1 304 16,0 1 64-16,2 0 16 0,0-2 192 0,1 1 64 0,-4-1 0 0,0 0 0 16,0 0-1392-16,31-3-272 0,-21 0-48 0,0-1-16 15,1-3-464-15,1 2-112 0,0-2 0 0,-1 1-128 16,-1 0 0-16,-2 0 0 16,1 0-160-16,-2 1 160 0,0-1-464 15,-2 1 16-15,-1 2 16 0,0-1 0 0,-3 1 176 0,1 0 16 0,-1 0 16 0,-1 0 0 16,0 0 224-16,-1-1 0 0,-1 1 0 0,1 1 0 15,-2-1 0-15,0-1 0 0,0 1 0 0,0 1 0 16,-1 0 0-16,-1-3 0 0,2 2 0 0,0-1 0 0,-1 1 0 0,0-2 0 16,1 2 0-16,-1-1-144 0,0-1 1120 0,1 2 240 15,0 0 32-15,0 3 16 16,-1 0-1264-16,1 0-464 0,0 2 16 0,0 2 0 0,0 1 704 0,-1 2 160 16,1 3 32-16,-2 2 0 15,1 0-16-15,0 0 0 0,0 2 0 0,-1-2 0 0,3 3-96 0,-1-2-16 16,1-1 0-16,1-2 0 0,1-3-32 0,1 0-16 15,-1-7 0-15,0 0 0 0,0 0-48 0,0 0-16 16,0 0 0-16,0 0 0 0,36 16-64 0,-28-18-16 0,0 0 0 16,0-1 0-16,2-1-128 15,0 1 0-15,-1-2 144 0,0 0-144 0,0 2 0 16,-2 0 0-16,1-3-192 0,1 3 64 16,-2 0-944-16,-1 0-176 15,0-1-32-15,-1 1-15072 0</inkml:trace>
  <inkml:trace contextRef="#ctx0" brushRef="#br0" timeOffset="51428.06">9455 5078 17503 0,'0'1'1552'0,"0"0"-1232"0,0-1-320 0,1 0 0 0,-1 2 1440 0,1-2 224 16,0 3 64-16,2-1 0 0,-3-2 80 0,0 0 32 15,0 0 0-15,0 0 0 0,0 0-1424 0,35 10-288 16,-35-10-128-16,0 0 128 0,0 0-128 0,27-5 0 15,-20 5 0-15,-2-2 0 16,-1-1-320-16,1 1 16 0,-1 0 0 0,-1 1 0 0,-1-1-64 0,0 0-16 16,-1 0 0-16,0-1 0 0,-1-2 384 0,1 3 0 15,-1 0 0-15,-1-3 128 16,1 2 224-16,-1-1 32 0,1 1 16 0,-2-2 0 16,1 1-128-16,-1 0-16 0,-1 1-16 0,0-2 0 15,-1 3-240-15,0-1 0 0,-2 1 0 0,-2 2 0 16,1 2 0-16,-1 1-320 0,1 1 64 0,0 2 0 15,0 0-64-15,1 1 0 0,0 0 0 0,1 1 0 0,0-1 480 0,1 1 96 16,1 0 0-16,-1 0 16 16,1 1 208-16,1-2 32 0,1 0 16 0,1-2 0 0,0-5 272 15,0 0 48-15,0 0 16 0,0 0 0 16,0 0-160-16,0 0-16 0,16 35-16 0,-16-35 0 0,0 0-352 0,0 0-64 16,0 0 0-16,0 0-16 0,0 0-240 0,35 8 0 15,-29-11 0-15,0-1 0 0,-1 1 0 0,1-2 0 16,0-2 0-16,0 0 0 0,-2 0-144 0,1-3-80 15,1 1-16-15,-2-3 0 16,0 0-336-16,0-2-80 0,-1 2-16 0,0 0 0 16,1 1-384-16,-2-4-80 0,1 1-16 0,-2 2 0 15,1-2-128-15,0-3-16 0,0 1-16 0,-1-3 0 16,1 1 144-16,0 0 16 0,-1 4 16 0,0 2 0 16,0 3 544-16,0-1 96 0,0 6 32 0,-1 1 0 0,1 3 1328 0,-1 3 272 15,0 3 48-15,0 2 16 0,-1-1 848 0,0 4 160 16,0 1 32-16,0 3 16 0,0 6-672 0,-2 3-144 15,1 0-32-15,0 2 0 0,1 0-608 0,0-2-128 0,1-1-32 16,0-23 0-16,3 36-384 0,-3-36-64 0,0 0-32 16,9 37-12016-16,-9-37-2416 15</inkml:trace>
  <inkml:trace contextRef="#ctx0" brushRef="#br0" timeOffset="53763.58">8707 5574 10127 0,'-1'-3'896'0,"0"1"-704"0,0 1-192 0,0-1 0 0,0 2 784 0,-1 0 128 0,0-2 32 0,-1 0 0 16,-3-3 368-16,0 2 80 0,1 1 16 0,-1 0 0 16,2 2-304-16,-1 2-48 15,0 0-16-15,2 3 0 0,-1 0-400 0,0 2-64 16,1-1-32-16,1 2 0 0,-1 2 96 0,-1 1 32 16,2-1 0-16,0 0 0 0,2-1-16 0,-1 1 0 0,1 0 0 0,0-3 0 15,1 1 48-15,1-3 16 0,1 0 0 0,0-2 0 16,1-1-416-16,1 0-96 15,2-4-16-15,-1-1 0 0,2-1-16 0,0-3-16 0,0 0 0 0,2-2 0 16,-2-2-416-16,-1 2-64 0,0-3-32 16,-2 0 0-16,-2-1-768 15,-3 1-160-15,-1 2-16 0,-2-2-16 16,1 2 704-16,-5 1 144 0,1-2 16 0,-3 3 16 0,2 1 432 0,-1 1 224 0,-1 3-32 0,2 2 0 16,-1 2 256-16,2 2 64 0,-1 3 0 0,3 1 0 15,-1 0-176-15,2 2-16 0,1 1-16 0,2-2 0 16,0-8-304-16,0 0 0 0,0 0-128 0,17 39-12720 0</inkml:trace>
  <inkml:trace contextRef="#ctx0" brushRef="#br0" timeOffset="54130.85">8899 5458 15663 0,'0'-6'688'0,"-1"2"144"16,1 1-656-16,-1-1-176 0,0 3 0 0,1 1 0 15,-1-2 1408-15,-1 2 240 0,0-2 48 0,-1 0 16 0,1 0-256 16,-2 2-48-16,1 0-16 0,0 2 0 16,1 0-496-16,1 0-80 0,-1 3-32 0,1-3 0 0,0 3-320 0,0 0-64 15,0 0-16-15,0-1 0 0,0 3-384 0,0 0 0 16,0-1 0-16,1 1 0 0,-1 2 0 0,1-2 0 16,0 3 0-16,0 0 0 0,0-1 0 0,-1 2 0 15,1-1 0-15,0 2 0 0,0 0 0 0,1 1 0 16,0 2 0-16,0-1 0 0,-1-14 0 15,5 29 0-15,-5-29 0 0,0 0 0 0,11 42 0 0,-11-42 0 16,0 0 0-16,14 43 0 0,-14-43-416 0,0 0 32 16,10 38 16-16,-10-38 0 0,1 23 48 0,-3-13 16 15,-1 2 0-15,0-3 0 0,-3-1 304 0,-1 2 0 16,-1-1 0-16,0-3 0 0,0 2 512 0,-2-4 128 0,0 2 0 16,0-2 16-16,0 0 80 0,-1-1 16 0,0-1 0 15,3-3 0-15,1 0-320 0,1-5-64 0,1-2-16 0,2-2 0 16,-1-1-768-1,2-6-160-15,0-1-16 0,1-2-14256 0</inkml:trace>
  <inkml:trace contextRef="#ctx0" brushRef="#br0" timeOffset="54314.45">8771 5623 12207 0,'-4'0'256'0,"2"0"64"0,0 0 16 0,1 0 16 0,1 0-352 0,1 0 0 0,-1 0 0 0,1 0 0 0,1-2 2960 0,2 1 528 15,1-1 96-15,2 0 32 16,1-2-1072-16,0-1-224 0,4 1-32 0,-1-2-16 0,2 1-1104 0,1-1-208 15,1 0-64-15,1 2 0 0,0 1-512 0,-16 3-128 16,32-7 0-16,-32 7-16 0,25-2-240 0,-25 2 0 16,0 0 0-16,33-2 0 15,-25 2-864-15,-1 0-272 0</inkml:trace>
  <inkml:trace contextRef="#ctx0" brushRef="#br0" timeOffset="55616.48">9309 5590 6447 0,'-1'0'576'0,"0"0"-576"0,0 0 0 0,1 0 0 16,0 0 432-16,0-2-32 0,1 2 0 0,0 0 0 15,-1-2 928-15,3-1 176 0,0 1 32 0,1-1 16 0,0 1 432 0,2 0 64 0,1-1 32 0,1 1 0 16,1 1-448-16,2-2-96 0,0 0 0 0,0 0-16 31,1-2-672-31,0 3-128 0,0-3-16 0,0 0-16 0,-1 1-512 0,-1-4-176 0,-2 4 0 0,-1-3 144 31,-2 2-912-31,0-2-176 0,-1 2-32 0,-3-2-16 16,-2 1-976-16,-2 0-192 0,-1-1-32 0,-2 2-16 0,-2 0 352 16,0 1 80-16,-2-1 16 0,1 1 0 0,-2 1 1104 0,2 1 208 0,1-1 64 0,-1 3 0 15,3 0 848-15,-1 0 176 16,3 3 48-16,0-1 0 0,-1 3 224 0,2-2 48 15,-1 3 16-15,0-1 0 0,2 1 288 0,-1 0 48 16,0 3 16-16,0 2 0 0,1 0-144 0,1-1-32 0,0 2 0 0,2 1 0 16,0 2-128-16,-1-15-48 15,0 0 0-15,8 33 0 0,-8-33-112 0,0 0-32 0,0 0 0 0,19 40 0 16,-19-40-448-16,0 0-112 16,0 0-16-16,0 0 0 0,0 0-256 0,39 20 128 15,-30-21-128-15,-1-1 0 0,1-1-192 0,0-2-128 0,2-1-48 16,-1 0-13648-16</inkml:trace>
  <inkml:trace contextRef="#ctx0" brushRef="#br0" timeOffset="55998.65">9573 5448 12895 0,'-4'0'576'0,"0"0"112"0,2 0-560 0,0 2-128 0,0-2 0 0,1 2 0 16,-1 1 1632-16,-1 2 288 0,0 2 64 0,-3 4 16 15,1 1-336-15,0 2-80 0,1 1-16 0,1-3 0 16,1 2-864-16,0-3-160 0,1 1-32 0,1-2-16 16,0 0-352-16,0-1-144 0,1-3 128 0,0 0-128 0,0-1 0 0,1-3 0 15,-1 0 0-15,1-1 0 16,0-2-432-16,0-1-112 0,0 0-32 0,0-5 0 16,1 2-192-16,1-5-32 0,0 1-16 0,-2-1 0 15,1 1 288-15,1-3 48 0,-1-1 16 0,0 0 0 0,0-1 304 0,1 0 160 16,-1-1-160-16,-1 1 160 0,2 2 0 0,-1 0 208 15,2 3-16-15,-2 1 0 0,1 2 592 0,0 3 112 16,-1 1 32-16,1 4 0 0,-2-1 304 0,1 5 64 16,-3-6 16-16,0 0 0 0,3 32-448 0,-3-19-96 15,0 2 0-15,0-1-16 0,0-2-512 0,-1 0-112 0,0 2 0 16,0 0-128-16,0-2 144 0,-1 0-144 0,0-5 0 16,2 1 144-16,-1-1-144 0,0-2 0 0,1-1 0 0,0-2-176 15,1 0-368 1,0-4-80-16,1 0-16 0,1-1-8608 0,0-2-1728 0</inkml:trace>
  <inkml:trace contextRef="#ctx0" brushRef="#br0" timeOffset="56413.92">9697 5496 12895 0,'-2'2'576'0,"1"0"112"0,1-2-560 0,0 1-128 0,1-1 0 0,-1 0 0 15,1 1 2000-15,1-1 368 0,2 0 80 0,-1 0 16 0,3 0-576 0,0-1-112 16,1-2-32-16,0 0 0 0,1-2-992 0,-2-1-208 15,0 0-32-15,-1-1-16 16,-1 0-320-16,-1 1-176 0,-1 0 192 0,-3-1-192 0,-1 2 0 0,-1-1 0 16,-1 1 0-16,-3 2 0 0,1 2 0 15,-3 0 0-15,0 2 0 0,0 0-144 16,-2 2-80-16,2 2-16 0,1 1 0 0,-1 2 0 0,1-1 240 0,1 2 0 16,-1 2 144-16,3-2-144 0,1-1 448 15,1 0 0-15,2-1 0 0,2-1 0 0,1 0-32 0,1-1-16 16,-3-5 0-16,0 0 0 0,0 0-224 0,0 0-48 15,0 0-128-15,0 0 192 0,40 26-192 0,-40-26 128 0,0 0-128 0,0 0 0 16,0 0 0-16,0 0 128 16,37 30-128-16,-37-30 0 0,0 0 0 0,0 0 0 15,8 36 0-15,-10-22 0 0,0 0 128 0,-4 0-128 16,0 3 0-16,-1-2 0 0,0 0 128 0,-3-1-128 16,1-1 0-16,-1-1 0 0,1 1 512 0,-3-2 0 15,2-4 0-15,0 1 0 0,1-2 0 0,0-1 0 16,1-3 0-16,2 0 0 0,0-2-208 0,0-2-48 0,4 0 0 15,-1-2 0-15,1 0-256 0,1-2 0 0,1-2 0 16,1 1 0 0,1-4-1440-16,1 1-352 0,-1 0-64 0,4-1-13120 0</inkml:trace>
  <inkml:trace contextRef="#ctx0" brushRef="#br0" timeOffset="56646.83">9839 5353 14735 0,'0'-5'640'0,"0"3"160"0,0-1-640 0,0 1-160 0,0 0 0 0,0 2 0 15,1 0 2032-15,0 0 368 0,1-1 80 0,0-1 16 0,3 0-256 0,0 0-32 16,1 0-16-16,1-1 0 0,-1 2-1088 0,2-1-208 16,0 0-64-16,-1 2 0 0,0 0-448 0,-2 0-80 15,2 0-32-15,-7 0 0 0,0 0-272 0,0 0 0 0,0 0 0 0,0 0 0 31,0 0-560-31,16 40-208 0,-20-29-64 0,-1 2-14176 16</inkml:trace>
  <inkml:trace contextRef="#ctx0" brushRef="#br0" timeOffset="56810.69">9859 5488 16575 0,'0'2'736'0,"0"0"160"0,0 1-720 0,-1-2-176 16,0 1 0-16,1 1 0 0,-1 0 2160 0,0 2 400 15,-1 2 64-15,-1 3 32 0,0-2-896 0,1 3-176 16,1-2-48-16,0 1 0 0,0-1-1024 0,1-2-224 0,0-1-32 16,1 0-16-1,0-1-1456-15,0-3-272 0,2-1-64 0,2-2-11344 0</inkml:trace>
  <inkml:trace contextRef="#ctx0" brushRef="#br0" timeOffset="57181.8">9994 5367 2751 0,'-4'5'256'0,"1"-1"-256"0,1 4 0 0,-1-4 0 0,1 2 2736 0,1-1 496 16,0 1 96-16,-3 6 32 15,-2 8-720-15,-3 5-144 0,1 1-16 0,1-2-16 0,0-3-1152 0,3-2-224 16,1-5-64-16,1-2 0 0,1-2-512 0,1-4-128 16,2-2 0-16,0-2-16 15,0 0-720-15,-1-4-144 0,2-1-16 0,-1-2-16 16,0 1-240-16,0-4-64 0,0 1 0 0,-1-4 0 15,0 1 256-15,1-3 32 0,-1 1 16 0,0-2 0 0,1-1 304 0,-1-2 64 16,2-1 16-16,-1 3 0 0,2-1 448 0,0 3 80 16,1 1 32-16,0 1 0 0,2 3 544 0,-2 1 128 0,3 0 0 0,-2 3 16 15,1-1 48-15,-2 4 16 0,2-1 0 0,-2 1 0 16,1 2-144-16,-6-1-48 0,0 0 0 0,0 0 0 16,0 0-336-16,0 0-80 15,17 34-16-15,-17-23 0 0,0 1-224 0,-1 1-64 0,0 1 0 0,-1 2 0 16,-1-3-256-16,1 1 128 0,-1-1-128 0,1-1 0 15,1-2 128-15,-1-1-128 0,1 0 0 16,0 1 0-16,1-5 0 0,-1 0 0 0,2-1 0 0,-1-2 0 31,0 1-896-31,1-1-144 0,1-4-32 0,0 2-14576 0</inkml:trace>
  <inkml:trace contextRef="#ctx0" brushRef="#br0" timeOffset="57638.14">10106 5479 10127 0,'-1'2'896'0,"0"0"-704"16,1 1-192-16,0-3 0 0,1 2 1680 15,-1-2 304-15,1 1 64 0,1 0 16 0,1-1-48 16,-1 1-16-16,-2-1 0 0,0 0 0 0,0 0-1456 0,0 0-288 16,0 0-64-16,0 0-16 15,0 0-176-15,0 0-272 0,0 0 64 0,0 0 16 0,0 0-384 0,0 0-64 0,0 0 0 0,19-3-16 16,-20 1-48-16,0 0-16 0,0 1 0 0,1-3 0 15,0 3 720-15,0-2 0 16,1 0 0-16,-1 0 0 0,1 3 768 0,1-3 160 16,-1 1 32-16,1 1 0 0,0 0 304 0,-1-1 64 15,2 2 16-15,-1-3 0 0,1 3-288 0,-1-2-48 0,0 0-16 0,0 1 0 16,0-1-320-16,1 0-64 16,0 0-16-16,0 1 0 0,-1-1-336 0,0-1-80 15,0 1-16-15,0 0 0 0,0-3-160 0,-1 2 0 16,0-1 0-16,0 2 0 0,-1-1 0 0,0-2 0 0,0 1 0 15,0-4 0-15,-1-1-160 0,-1-2 160 16,0 3 0-16,-1-2-144 0,0 1 144 0,1 0 0 0,-1 4-144 16,-1 0 144-16,0 5 0 0,1 0-144 0,-3 5 144 0,0 2 0 15,-1 3 0-15,0 4 144 0,-2 2 16 0,1 4 0 16,-1 4 128-16,0 1 32 0,1 1 0 0,0 0 0 0,1 0-48 0,2-2 0 16,2-3 0-16,2-3 0 15,1-2 176-15,0-16 48 0,0 0 0 0,0 0 0 16,20 33-304-16,-20-33-64 0,0 0-128 0,33-3 192 15,-21-1-512 1,1-4-96-16</inkml:trace>
  <inkml:trace contextRef="#ctx0" brushRef="#br0" timeOffset="61054.85">3177 5220 6447 0,'-1'0'576'0,"0"0"-576"16,1 0 0-16,0 0 0 0,0 0 960 0,-1 0 64 0,1 0 32 0,-1 0 0 15,0 0 688-15,1 2 144 16,1-2 32-16,1 0 0 0,2 0-80 0,1-2-16 0,2 2 0 0,1-1 0 16,1 0-416-16,2-2-96 0,0-1-16 0,0 1 0 0,1 1-368 0,-1-3-80 15,0 0-16-15,0 1 0 16,-1 1-512-16,0-1-96 0,-2 1-32 0,0-1 0 15,-2 3-192-15,1-3-256 0,-2 1 48 0,-2 2 16 32,1 0-1424-32,-1 1-288 0,-2 0-48 0,-1 0-10032 0</inkml:trace>
  <inkml:trace contextRef="#ctx0" brushRef="#br0" timeOffset="61214.49">3268 5236 3679 0,'-2'3'160'0,"1"-3"32"0,0 2-192 0,1-1 0 0,0 1 0 0,0-2 0 15,0 2 1008-15,0 0 144 0,1 3 48 0,0 0 0 16,1 0 208-16,-1 3 32 0,2 0 16 0,-1 2 0 16,-1-1-608-16,1 2-112 0,-2 2-32 0,1-1 0 15,1 0-448-15,-1 0-112 0,-1 0-16 0,0-1 0 0,0-1-128 0,0-1 0 16,-1-2 0-16,1 0 0 16,1-4-672-16,0 0-64 0</inkml:trace>
  <inkml:trace contextRef="#ctx0" brushRef="#br0" timeOffset="61645.12">3446 5123 8287 0,'-2'-5'368'0,"1"3"80"0,1 0-448 0,0 1 0 0,0-1 0 0,0 2 0 16,1 0 1376-16,0 0 192 15,0 2 32-15,0 1 16 0,-1 2 400 0,1 4 80 16,-1-1 16-16,0 3 0 0,0 3-896 0,-1 1-192 0,1 3-16 0,-2 1-16 15,0 2-352-15,1-1-64 0,-1-4 0 0,-1 1-16 16,1 2-256-16,-1-2-48 0,2 1-16 0,0-1 0 16,1-5-240-16,-1 0 0 0,1-3 0 0,0-3 0 0,0 0 0 0,0-3 0 15,0-1 0-15,1-1 0 16,0-2 0-16,0-1 0 0,2-1 0 0,-1-2 0 0,0 1-400 0,1-4 16 16,-2 1 16-16,0 0 0 15,0 0-128-15,1 0-16 0,-1-3-16 0,1 1 0 16,-1 2 288-16,0 0 64 0,0 2 16 0,0-2 0 0,1 1 160 0,-1 0 0 15,2-1 0-15,0 0-128 0,1 2 256 0,-2 0 48 16,2 1 16-16,0 1 0 0,-1 1 320 0,0 0 80 16,0 0 16-16,1 2 0 0,-1 0 80 0,-1 2 16 15,0 0 0-15,0 0 0 0,1 3-48 0,-1 0 0 16,0-1 0-16,-1 2 0 0,0 2-400 0,0 0-64 16,-1-1-32-16,0 2 0 0,0-1-160 0,-2-2 0 15,2 4 0-15,-3 0 0 0,1-1 0 0,-1 0 0 16,1-1 0-16,1-4 0 0,0 1 0 0,0 0-144 15,2-4 144-15,1-1-9616 0,1 0-1840 0</inkml:trace>
  <inkml:trace contextRef="#ctx0" brushRef="#br0" timeOffset="62143.72">3576 5296 863 0,'0'-2'0'0,"0"0"0"0,-1 1 0 0,1-1 0 0,0 2 0 0,0-2 0 0,1 1 0 0,-1-1 0 0,1 1 1104 0,0-3 160 16,0-1 16-16,1 1 16 0,0-1 560 0,-1 1 128 15,2 1 0-15,0 1 16 0,-1-1-240 0,1-1-48 0,0 1-16 0,0 1 0 31,0-1-480-31,0 1-112 0,0 0-16 0,1-1 0 16,0 2-512-16,0-2-96 0,-1 3-32 0,0-2 0 0,1 2-256 0,-1 2-64 16,-2 0-128-16,1 0 192 15,-1 3 176-15,0 0 16 0,1 2 16 0,-1 2 0 0,0 1-144 16,-1-1-16-16,0-1-16 0,0 3 0 0,0 1-224 16,0 0 176-16,0 1-176 0,1-2 160 0,-1 1-160 0,0-3 0 15,1 0 0-15,-1-1 0 0,1-3-288 0,-1 0-32 16,0-1-16-16,0-2 0 0,0 0 336 0,-1-2 0 0,0 0-144 0,0 0 144 0,0-2 0 0,0 1 0 15,-1-2 0-15,1-2 0 16,0 0 192-16,0 0 64 0,0-2 0 0,0-2 0 16,2 0 336-16,-1-1 80 0,2-2 16 0,0 0 0 15,1 0-240-15,2 0-32 0,0-2-16 16,2 1 0-16,0 0-400 0,-1 3 0 16,2 1 128-16,-1 0-128 0,0 1 0 0,-1 2 0 15,1 1 144-15,-3 2-144 0,1 1 0 0,-1 2 0 16,-1 0 0-16,0 0 0 0,0 1 0 0,-1 0-320 15,0 1 64-15,-1-1 16 16,0 1-1296-16,0 0-272 0</inkml:trace>
  <inkml:trace contextRef="#ctx0" brushRef="#br0" timeOffset="63697.96">3830 5277 10127 0,'0'-2'896'0,"0"1"-704"0,0 1-192 0,0 0 0 0,0 0 192 0,-1-2 0 16,1 2 0-16,0-2 0 16,0 0-16-16,0-1 0 0,0-1 0 0,-1 3 0 0,1-1 256 0,-1 2 48 15,1 0 16-15,0 0 0 16,-1 2-16-16,0 0 0 0,-1 1 0 0,0 0 0 0,0 1 224 0,-1 1 32 15,1 1 16-15,-1 0 0 0,0 3 80 0,-1-1 32 16,1 1 0-16,1 0 0 0,0 1-224 0,1-3-64 0,1-2 0 0,1-1 0 16,0-1-48-16,2 0-16 0,-1-1 0 0,3-2 0 15,0-2-240-15,-1-1-48 16,3 0-16-16,-2 0 0 0,2-1 112 0,-2-1 0 0,1 1 16 0,-1-3 0 16,1 2-192-16,-1 3-144 0,-2-3 192 15,1 0-192-15,1 0 208 0,-2 0-64 16,2-1-16-16,-1 1 0 0,-1-2-128 0,0-1 0 0,-1 2 0 15,0-4 0-15,-1 3-128 0,-1 0-64 16,-2 2-16-16,-1-1 0 0,-1 3-80 0,-2-2-16 16,-1 5 0-16,-3-2 0 0,-1 4 304 0,0-2 0 0,0 2 0 15,1 1 0-15,0 1 0 0,0 1 0 0,1 0 128 0,1 2-7744 16,2-2-1568-16</inkml:trace>
  <inkml:trace contextRef="#ctx0" brushRef="#br0" timeOffset="64214.21">4054 5172 13823 0,'-1'0'1216'0,"-1"0"-960"0,2 0-256 16,0 0 0-16,0 0 544 0,-1-2 64 0,0 2 16 0,-1 0 0 16,-1 0 640-16,2 0 128 0,-3 2 16 0,2-1 16 15,-1 1-352-15,0 3-80 0,1-1-16 0,0 2 0 16,-1 1-224-16,1 2-48 0,0 0-16 0,0 3 0 15,1 0-48-15,-2 2 0 0,1-1 0 0,1 0 0 16,-1-1-192-16,1 0-32 0,0 3-16 0,0-1 0 16,0 0-176-16,2-5-32 0,0 0-16 0,1-3 0 15,-1-2-176-15,1-2-224 0,1-2 48 0,0-2 16 16,0-2-976-16,1-2-192 0,1 0-32 0,-1-4-11040 16</inkml:trace>
  <inkml:trace contextRef="#ctx0" brushRef="#br0" timeOffset="64449.39">4154 5144 7359 0,'-1'-2'656'0,"1"0"-528"16,0 2-128-16,-1 0 0 0,0 0 1728 0,0 0 320 15,0 2 64-15,0 0 16 0,-1 3 720 0,-2 2 144 0,-1 0 16 0,0 2 16 16,0 0-1440-16,-1 2-304 16,1-1-48-16,-1 1-16 0,2 1-448 0,-1-1-112 0,-1 1-16 0,3-2 0 15,0 0-320-15,0 1-80 0,0-1-16 0,2-1 0 16,1 2-224-16,1-3 0 0,2-1 0 0,1-2 0 15,-4-5 128-15,0 0-128 0,0 0 176 0,0 0-176 16,0 0 224-16,0 0-64 0,45 12-16 0,-36-14 0 16,0-1-144-16,-1 1 0 0,-1-2 0 15,-1 0 0-15,1 0-848 16,-2-1-208-16,1 0-32 0,-1-1-13056 0</inkml:trace>
  <inkml:trace contextRef="#ctx0" brushRef="#br0" timeOffset="64698.14">4009 5263 10127 0,'-7'2'448'0,"3"-2"96"0,1 0-544 15,0 0 0-15,0 0 0 0,3 0 0 0,-1 0 1376 0,-2-2 160 16,-1 0 48-16,1 1 0 0,-2-1 288 0,2-2 64 16,0 1 16-16,2 0 0 0,0 1-224 0,2 1-32 15,0 0-16-15,1-1 0 16,3 2-208-16,0-1-64 0,0 2 0 0,3-1 0 0,-8 0-416 0,0 0-96 15,0 0 0-15,38 0-16 0,-38 0-384 0,0 0-80 16,39-3-16-16,-39 3 0 0,28-5-240 0,-14 1-160 16,0 1 192-16,-1-1-192 0,0 0 0 0,-1 0 0 15,2-3 0-15,-1 1 0 16,-2 0-2128-16,0 2-336 0</inkml:trace>
  <inkml:trace contextRef="#ctx0" brushRef="#br0" timeOffset="64978.14">4272 5087 3679 0,'0'-7'320'0,"0"3"-320"31,0 1 0-31,0 0 0 0,0 1 1168 0,0 2 176 0,1-1 16 0,0 0 16 16,-1-3 704-16,1 1 144 0,1 1 16 0,-1 1 16 0,1 1-496 16,-1 1-96-16,0 3-32 0,0-1 0 15,0 1-448-15,0 2-96 0,0 0 0 0,-1 4-16 16,-1-3-176-16,0 2-48 0,-1 3 0 0,-1 0 0 15,1-2 176-15,-1 1 16 0,1-1 16 0,-1 2 0 16,-1 4-112-16,0 1-32 0,1-1 0 0,0 1 0 0,1 0-400 0,0-2-64 16,2-2-32-16,0 0 0 15,1-1-288-15,1-1-128 0,-2-11 0 0,0 0 128 16,0 0-128-16,15 35-256 0,-10-30 64 0,-1-4 16 16,1-1-1424-16,-1-1-304 15,1-4-48-15,1-2-12832 0</inkml:trace>
  <inkml:trace contextRef="#ctx0" brushRef="#br0" timeOffset="65446.69">4362 5169 911 0,'0'0'0'0,"0"0"0"0,0 1 0 0,0-1 0 0,-1 2 1904 0,1-1 288 16,-1 3 64-16,-1 1 16 0,-1 3 864 0,-1 3 160 16,2 1 32-16,-2-2 16 0,1 3-896 0,1-1-176 15,0-2-32-15,2 0-16 0,0-1-560 0,1-2-96 16,1 0-32-16,1-2 0 0,2-1-576 0,0-1-112 15,2-2-16-15,0 0-16 0,1-2-256 0,2-2-48 16,-1 0-16-16,1-1 0 0,-1-1-240 0,0-1-64 0,1 0 0 0,0 0 0 16,1 0-192-16,-1-1 0 0,-1 2 128 15,-2 0-128-15,1 2 0 0,-3 0 0 16,1 0 0-16,-2 0 0 0,-1 1 0 0,0 1 0 0,-1-2 0 16,0 1 0-16,0 1 0 0,0-3 0 0,-2 1 0 15,1 1 0-15,-1-3 0 0,1 0 0 16,0 1 0-16,-2-3 0 0,-1 2 0 0,1-3 0 0,-3 2 0 15,0-2 0-15,0 2 0 0,-1 0 0 0,-1 2-160 0,0-1 160 32,-1 2-544-32,1 0-32 0,1 2 0 0,0-1 0 0,0 2 320 0,-1 2 48 0,1-1 16 0,0 2 0 15,1-2 64-15,-1 3 128 0,1-1-208 0,1-1 80 16,-1 1 128-16,1 1 0 0,-1 2 0 0,2-2 0 16,-1 3 0-16,0-3 0 0,1 4 0 0,-1-2 0 15,1 2 128-15,-1 1 16 0,0 1 0 0,0 1 0 16,0 1 176-16,1 0 16 0,0 0 16 0,0 0 0 0,1 0-32 0,1-3-16 15,2 1 0-15,1-3 0 0,0 0-48 0,-3-7 0 16,0 0 0-16,0 0 0 16,0 0-64-16,39 10 0 0,-27-13-16 0,0-1 0 0,0-1-176 0,-2 0 0 15,1 0 0-15,0-2 128 0,2 0-128 0,-1 0-272 16</inkml:trace>
  <inkml:trace contextRef="#ctx0" brushRef="#br0" timeOffset="71007.09">3141 5693 11055 0,'0'-1'976'0,"1"-3"-784"16,-1 3-192-16,0 1 0 0,0 0 976 0,-1-2 160 0,1 0 16 16,-1-1 16-16,1 1 640 0,-1-3 128 0,-1 0 32 0,2 3 0 15,-1 0-480-15,-1 0-80 0,1 2-32 0,-1 0 0 16,1 2-640-16,-2-2-128 0,0 4-32 0,0 1 0 15,-1 2-320-15,-1 1-80 0,0 3-16 0,-2 1 0 16,1 2-160-16,-2 5 128 0,-1 2-128 0,1-2 128 16,0 3-128-16,3-3 0 0,0 0 0 15,3-3 0-15,1-2 0 0,2 0 0 0,2-4 0 16,0-2 0-16,-3-8 0 0,0 0 0 16,0 0-176-16,0 0 176 0,38 28-528 0,-38-28-32 0,0 0 0 15,35-2 0 1,-21-1-1360-16,0-2-288 0,2-2-48 0,0 0-7856 0</inkml:trace>
  <inkml:trace contextRef="#ctx0" brushRef="#br0" timeOffset="71594.92">3282 5772 7775 0,'-4'-2'336'0,"3"1"80"0,-1 0-416 0,-1 1 0 0,1 0 0 0,2 0 0 16,-1 0 608-16,-2 1 32 0,1 0 16 0,-2 2 0 15,-1 1 1024-15,2 1 208 0,-1 0 32 0,1 2 16 0,0 0-736 16,2 0-160-16,0 1-16 0,0 0-16 0,2-2-736 16,0 0-144-16,0-1-128 0,0 0 192 0,1-3-192 0,0-1 0 15,1 0 0-15,-1-3 0 16,2 1 0-16,0-2 0 0,0-2 0 0,0 0 0 0,1 0-176 0,0-2 48 0,1 0 0 0,0 0 0 0,1 0-176 0,-1-2-16 31,1 1-16-31,-2 2 0 16,0 0-240-16,-1-1-64 0,-1 0 0 0,-2 0 0 0,1 0 224 0,-2 2 32 15,-1-2 16-15,0 1 0 0,-2 0 368 0,-1 2-144 16,-1 1 144-16,1-2 0 0,-3 2 0 0,0-1 0 16,0 2 0-16,0-1 0 0,0 3 832 0,0-2 64 15,1 2 0-15,0 2 16 0,1-2-32 0,1 1-16 16,0 1 0-16,2 0 0 0,0-1-416 0,2 1-96 16,0-2-16-16,2 0 0 0,0 0-336 0,1 0 0 15,1-2 0-15,-1 1 0 16,2-1-480-16,0-1-64 0,1 1-16 0,0-2 0 15,1 1-464-15,-1-1-112 0,3 1-16 0,-2 1 0 16,1-1-32-16,-1 1-16 0,0-1 0 0,1 1 0 0,1 1 448 16,0 0 96-16,-3 1 16 0,2-2 0 0,1 0 416 0,0-1 96 0,0 0 128 0,-1 1-208 15,-3 0 784-15,1-1 176 0,-2 1 16 0,-1-1 16 16,-1 3 656-16,0-2 128 0,-1 2 32 0,-1 0 0 16,-1 0-128-16,0 0-32 0,0 2 0 0,0-1 0 15,-1 1-608-15,1 1-112 0,0-1-16 0,1 1-16 0,-1 0-416 0,0 0-80 16,1 2 0-16,-1-3-16 15,1 5-176-15,0-2 0 0,1 2 144 0,-1 2-144 0,1 0 0 0,-1 2 0 16,1 3 0-16,-1 2 128 0,2 3-128 0,-1 3 0 16,2 1 128-16,-1 1-128 0,0 2 256 0,0 0 0 15,-1-6-16-15,-1 0 0 0,0 2-240 0,1-3 0 16,0 0 0-16,0-6 0 16,0-2-1088-16,1-4-224 0,1 0-32 0,0-5-6176 0,0-2-1232 0</inkml:trace>
  <inkml:trace contextRef="#ctx0" brushRef="#br0" timeOffset="71896.75">3385 5678 3679 0,'-4'-3'160'0,"2"1"32"0,0 2-192 0,0 0 0 16,1 0 0-16,1 0 0 0,0 0 1472 0,0 2 240 0,-1-1 48 0,1 1 16 15,0 0 496-15,0 0 96 0,2 1 32 0,1-1 0 16,1-1-720-16,1-2-144 0,1 1-16 0,3-2-16 15,0-1-640-15,2-1-128 0,0-1-32 0,-1 0 0 0,2-1-320 16,-3 2-80-16,-2 1-16 0,2 0 0 0,-2 0-288 16,0 3 160-16,1 0-160 0,-3 0 128 0,0 3-128 0,-2 0 0 15,0 0 0-15,-2 5 0 0,0-1-160 0,-2 0 160 16,-2 3-208-16,-1-1 80 0,-1 1-96 0,-2 1-16 16,0 1 0-16,-1-2 0 15,2-1 240-15,-2 0 0 0,1-3 0 0,0 0-144 16,1 2 0-16,-1-4 0 0,3 1 0 0,1-2 0 15,2-3-624-15,2 0-112 0,2-5-16 16,0 2-9728-16</inkml:trace>
  <inkml:trace contextRef="#ctx0" brushRef="#br0" timeOffset="72264.64">3547 5749 11055 0,'0'2'976'0,"1"1"-784"0,0-3-192 0,0 0 0 16,0 0 1328-16,1 0 208 0,1 0 64 0,0 0 0 15,3 0 224-15,2 0 48 0,2-3 16 0,-1-2 0 16,0 1-1392-16,1-4-288 0,0 2-48 0,-1-2-16 16,0-1-144-16,0 0-176 0,-2 1 48 15,-1 1 0-15,0 0-496 0,-2 2-80 0,-2 0-32 0,-1 2 0 32,-1 0-544-32,-1 0-96 0,-2 0-32 0,0 0 0 15,-1 2 512-15,0-1 112 0,-2-1 16 0,0 1 0 0,-3-1 496 0,0 1 96 16,-1 0 32-16,0 0 0 0,-1-1 512 0,1 1 96 15,2 1 32-15,-1-1 0 0,1 2 352 0,3 0 80 0,0 0 16 16,0 2 0-16,3 3-240 0,-1-2-64 16,1 2 0-16,0 5 0 0,1-3 336 0,1 6 64 0,0 2 16 15,1 4 0-15,1 3 160 0,0-1 16 0,1 0 16 0,-1 0 0 16,-2-21-560-16,10 35-112 0,-10-35-32 0,0 0 0 16,0 0-192-16,29 31-32 0,-29-31-16 0,0 0 0 0,0 0 16 0,40-2 0 15,-29-5 0-15,0 0 0 16,0-3-160-16,-1 0-32 0,1-1 0 0,0-1 0 15,-3 3-1584-15,1-1-320 16</inkml:trace>
  <inkml:trace contextRef="#ctx0" brushRef="#br0" timeOffset="72830">3750 5628 7359 0,'-1'0'320'0,"0"-2"80"0,0 2-400 0,0-2 0 0,0 2 0 16,1 0 0-16,0 0 1776 0,-1 0 272 15,0 2 48-15,-1-2 16 0,1 0-512 0,-1 0-80 0,1 0-32 0,1 0 0 16,-1 0-528-16,1 2-96 0,-1-2-32 0,2 0 0 16,-1 2-256-16,0-2-48 0,0 3-16 0,0 1 0 15,0 1-128-15,0 2-16 0,-1 2-16 0,0 3 0 16,0 0 96-16,0 3 0 0,-1 1 16 0,0 1 0 16,0 2-320-16,0-3-144 0,1-1 128 0,0-3-128 15,2-3 0-15,-1-2 0 0,1-2 0 0,-1-2 0 16,0-1 0-16,0-2 0 0,1-3 0 0,0-1 0 0,0 0 0 15,1-2 0-15,0-1 0 0,1-3 128 0,0-1-128 16,1-2 0-16,0-1 144 0,1 0-144 16,-3 2 0-16,2-2 0 0,0 0 0 0,-1 2 0 15,-2 2 256-15,1-1 0 0,1 1-16 0,-1-1 0 0,0 3 128 16,-1-1 16-16,1 4 16 0,-1-2 0 0,1 4-16 0,-1 0-16 16,1 2 0-16,-1 1 0 0,1 0 192 0,0 0 32 15,-1 2 16-15,1 0 0 0,1 3-160 0,0 0-16 0,-1-1-16 0,1 4 0 16,0-4-192-16,1 4-32 15,0-1-16-15,-1 1 0 0,1 1-176 0,-1-2 0 0,-1 2 0 0,0 3 0 16,-1 0 0-16,-1-3 0 16,-1 0 128-16,0-1-128 0,0-1 0 0,-1 0 0 0,0 0 0 0,1-2 0 15,-1-1-144-15,2-1-64 16,-1-1-16-16,1-1-15840 0</inkml:trace>
  <inkml:trace contextRef="#ctx0" brushRef="#br0" timeOffset="72988.59">3907 5568 25791 0,'-3'1'1152'0,"2"1"224"0,1 0-1104 0,-1 1-272 0,0-2 0 0,1 0 0 16,0-1 1728-16,0 3 304 0,1 1 48 0,0-1 16 16,3 1-976-16,0 1-192 0,1-3-32 0,1 1-16 0,0-1-880 0,0-2 0 15,0 2-208-15,0-2-10528 16,-1 0-2096-16</inkml:trace>
  <inkml:trace contextRef="#ctx0" brushRef="#br0" timeOffset="73148.57">3911 5659 13823 0,'-4'5'608'0,"2"-3"128"0,1 0-592 0,0 1-144 0,1-1 0 0,0-2 0 0,0 2 1200 0,0 3 208 15,1 0 32-15,0 2 16 0,0 2-48 16,1-2-16-16,1 3 0 0,-1-2 0 0,1 1-880 15,-1-2-160-15,1 0-32 0,0-2-16 0,0-1-880 0,-1-1-192 0</inkml:trace>
  <inkml:trace contextRef="#ctx0" brushRef="#br0" timeOffset="73560.58">4021 5581 7359 0,'1'-3'320'0,"0"2"80"0,0 0-400 0,-1 1 0 16,-1 0 0-16,1 1 0 0,-1 0 2240 0,0 1 384 0,0 1 64 0,-1 4 0 15,1-2 208-15,-2 4 48 0,0 3 0 0,0 0 0 16,0 0-1376-16,2 2-272 0,-1-2-48 0,0 0-16 16,1 0-624-16,1-3-128 0,0 0-32 0,0 1 0 15,1-5-448-15,0 2 0 0,-1-5 0 0,1 0 0 16,0 1 0-16,0-3-256 0,-1 0 16 0,1-3 16 31,-1 1-528-31,0 0-96 0,0-2-32 0,0 0 0 16,0-2-592-16,0 1-112 0,1-1-16 0,-1 0-16 0,0 0 464 0,1 0 80 15,-1-1 32-15,1-2 0 0,0 2-48 0,1-2 0 0,0 1 0 0,0 1 0 16,0 2 720-16,-1-2 144 0,3-1 32 0,-1 0 0 16,2 0 192-16,-2 1 208 0,2 1-32 0,0 0-16 15,-1-1 800-15,0 5 144 0,0-1 48 0,-2 1 0 16,1 0 0-16,0 2 0 0,-1 2 0 0,0 1 0 16,0 0 384-16,-1 1 96 0,1 3 16 0,-1-3 0 15,1 1-800-15,-1 1-144 0,0 0-48 0,-1 1 0 0,1 3-336 0,0-1-80 16,-1-2-16-16,0 3 0 0,0-1-96 0,-1 0 0 15,0 1-128-15,1-3 192 0,0 0-192 0,-1 1 0 16,1-2 0-16,1-1 0 0,-1-2 0 0,1-1 0 16,1-1-128-16,-1-1 128 15,0-1-1632-15,1-1-224 0</inkml:trace>
  <inkml:trace contextRef="#ctx0" brushRef="#br0" timeOffset="74010.12">4167 5666 16575 0,'0'2'736'0,"0"0"160"0,1-1-720 0,-1 1-176 0,1 0 0 0,-1-2 0 16,1 0 1216-16,1 0 224 0,1 0 32 0,1 0 16 15,2-2-336-15,1 0-80 0,0-1-16 0,1-1 0 16,-1-2-352-16,1 2-64 0,-1-3 0 0,-1 0-16 16,-2 2-400-16,0-1-80 0,-1 0-16 0,-1 1 0 0,-2 1-128 0,0 1 0 15,0-2 0-15,-2 1 128 16,-1-3-128-16,-1 2 0 0,0 0 0 0,1-2 0 15,-1 0 0-15,-1 2 0 0,2 1-192 0,0 1 192 0,0 1 0 0,0 2 0 16,1 2 0-16,-2 1 0 0,0 3 304 0,0 0 80 16,0 3 0-16,-1 2 16 0,1 1 80 0,0 1 16 15,1 0 0-15,1-3 0 0,0 0-128 0,1 0-32 16,-1 3 0-16,1 2 0 0,1-3-176 0,0 0-32 16,2-1-128-16,0-4 192 15,2 0-32-15,-4-7-16 0,0 0 0 0,0 0 0 0,0 0 96 0,0 0 16 16,37 7 0-16,-30-9 0 0,1-3 80 0,-2 3 32 15,2-1 0-15,-3 1 0 0,2 1-80 0,-1 0-16 16,0 1 0-16,-1 2 0 0,-2 1 48 0,0 2 16 0,0 1 0 0,-2 2 0 16,-1-1-80-16,0 2 0 0,-3 3-16 0,-1-2 0 15,0 4-48-15,-4 0-16 0,1-1 0 16,-2 0 0-16,-2 1-176 0,1-2 160 16,-2-2-160-16,0 0 160 0,0-2-32 0,-3 0 0 0,0 1 0 15,0-3 0-15,-1 0-128 0,1-1 0 0,2-3 144 0,0 3-144 31,2-3-432-31,0-1-144 0,0 1-48 0,0-2-16784 0</inkml:trace>
  <inkml:trace contextRef="#ctx0" brushRef="#br0" timeOffset="77464.48">4728 5635 7359 0,'1'-2'656'0,"1"1"-528"0,-1-1-128 0,-1 2 0 0,0 0 864 0,1-2 144 16,0 0 16-16,-1 0 16 0,2-2 176 15,0 0 48-15,-1 0 0 0,0-1 0 0,-1 1-352 0,-1 0-64 16,0 0-16-16,-1 0 0 0,0 1-144 0,-1-2-48 16,-1 2 0-16,-1 1 0 0,0-2-144 0,-2 1-48 0,-1 0 0 0,-1 1 0 15,-1 0-128-15,-1 0-16 0,2 2-16 0,0-2 0 16,-1 4-32-16,0 0-16 15,2 2 0-15,0 1 0 0,0 2-48 0,1 3-16 16,1-2 0-16,0 3 0 0,1 3-48 0,1-2-128 0,2 0 192 16,1 0-64-16,0 0-128 0,1 2 0 0,1 2 144 15,1-3-144-15,-2-13 0 0,0 0 0 0,15 37 0 16,-15-37 0-16,0 0 0 0,0 0 128 0,0 0-128 16,0 0 128-16,47 12-128 0,-39-17 192 0,1-2-64 15,0-2 0-15,-1 1 112 0,0-1 16 0,2-3 16 0,0-2 0 16,0 0-144-16,-1-1-128 0,1-1 192 0,1 0-192 15,-3 1 0-15,-2 1 0 0,0 3 0 16,-2 3-144-16,-1 3 144 0,-1 0 0 0,0 3 0 0,-2 2 0 16,1 0 0-16,-1 3 128 0,-1 1-128 0,0 1 176 15,-1 0 400-15,1 3 64 0,1 0 32 0,-1 1 0 0,0 1 688 16,0 1 144-16,2-2 32 0,0-1 0 16,0 0-1856-16,1-3-384 15,1 2-64-15,1-5 0 0,0 1 768 0,0-1 0 0,1 0 144 0,-1-2-16 0,1-2-128 16,0-1 0-16,0 1 0 0,2-3 128 0,-2-2-128 15,3 0 0-15,-1-2 0 0,2-3 128 16,-2 1-800-16,-1-2-160 0,1 1-48 0,-1 0 0 16,2-2-1168-16,-4 0-224 0,1 0-48 0,-2-2-16 15,0 3-64-15,-1-3-16 0,-1 1 0 0,0 0 0 16,0 0 1200-16,0 3 224 0,0 0 48 0,-1 2 16 16,0 3 1184-16,0-1 224 0,0 4 48 0,0 0 16 0,-1 3 816 0,1 2 176 15,-1 3 16-15,1-1 16 0,-2 1 16 0,1 2 0 16,0 2 0-16,-2 4 0 0,0 1-304 0,0 3-64 15,0 3-16-15,1-2 0 0,-1 2-384 0,0-3-80 16,0 1-16-16,1 0 0 0,-1 0-368 0,-1 1-80 16,1 1-16-16,1-3 0 0,1 1-256 0,1-2 128 15,1-1-128-15,0-3 0 0,2-3 0 0,1-1 0 16,0-4 0-16,0-2-144 16,1-1-992-16,-1-2-192 0,2-3-32 0,0-2-10992 0</inkml:trace>
  <inkml:trace contextRef="#ctx0" brushRef="#br0" timeOffset="77643.66">4797 5542 17503 0,'-2'3'1552'0,"0"2"-1232"0,2-1-320 0,0-4 0 16,1 0 2128-16,-1 5 368 0,1-2 80 0,0 3 16 16,2 2-144-16,-3-8-16 0,0 0-16 0,0 0 0 0,0 0-1136 0,47 10-240 15,-33-15-32-15,1-2-16 0,2-1-496 0,1-3-112 16,0 1 0-16,0 0-16 0,-2 1-368 0,-1-1 0 15,-2 3 0-15,1 0-17968 16</inkml:trace>
  <inkml:trace contextRef="#ctx0" brushRef="#br0" timeOffset="79215.25">5206 5533 5519 0,'1'-3'496'0,"0"1"-496"15,0 2 0-15,-1-1 0 0,1 1 448 0,-1-1 0 16,1-1 0-16,1-3 0 0,1 0 944 0,0-2 176 31,-2 0 32-31,2-3 16 0,-1 3 368 0,-1-1 80 0,0 2 16 0,-1-1 0 0,0 2-304 0,0 0-64 16,-1 3-16-16,0-2 0 15,0 3-368-15,0 1-80 0,-1 0-16 0,0 3 0 16,1 1-528-16,-2 1-128 0,0 0 0 16,-1 2-16-16,2 2-304 0,-1 1-48 0,0 2-16 0,0 0 0 0,0 0-48 0,2 2-16 0,0 0 0 31,0 0 0-31,2 3-128 0,0-3 0 0,1-2 0 0,1-2 128 15,0 0-128-15,0-2 0 0,0-3 0 0,1 0 0 16,-1-2 0-16,1 1 0 0,0-4 0 0,0-2 0 16,2 0 0-16,-1-1 128 0,0-2-128 0,-1 0 0 15,2 0 0-15,-1-1-144 0,-2 0 0 0,1 2 0 0,0-1-1008 0,-1-2-192 16,0 3-32-16,-1-1-16 16,-1 1-1312-16,-2 1-272 0</inkml:trace>
  <inkml:trace contextRef="#ctx0" brushRef="#br0" timeOffset="79386.49">5137 5564 8863 0,'-11'4'192'0,"3"-1"32"0,2-1 16 0,2 1 16 0,2-3-256 0,0 0 0 16,2 0 0-16,-2 1 0 0,-1 0 2736 0,-1-1 480 15,2 2 112-15,1-4 0 0,3 2-368 0,2-4-80 16,2 1 0-16,3-3-16 0,1 0-1072 0,1-1-192 16,2-2-64-16,1 0 0 0,2 1-720 0,0-1-160 0,2 1-16 0,0 1-16 15,0 3-368-15,0-2-64 0,0 2 0 0,-18 4-16 16,32-7-176-16,-32 7-144 0,31-5 144 15,-18 1-208 1,-13 4-1840-16,24-6-384 0</inkml:trace>
  <inkml:trace contextRef="#ctx0" brushRef="#br0" timeOffset="79779.37">5427 5303 11967 0,'-3'-5'528'0,"2"1"112"0,-1 1-512 0,1 1-128 0,1 2 0 0,-1 0 0 16,0 2 1952-16,0-1 352 0,0 1 80 0,-1 2 16 15,-1 3 64-15,0 3 16 0,0 1 0 0,-1 6 0 16,2 0-960-16,0 2-192 0,0 4-48 0,0 0 0 0,1 2-592 0,0 0-128 16,0 0-32-16,0-4 0 0,1 1-272 0,-1 0-48 15,-1-2-16-15,1-1 0 16,1-2-192-16,0-1 0 0,0-6 0 0,-1-1 0 16,1 1 0-16,0-5 0 0,0 2 0 0,0-5 0 15,0 0 0-15,1-2 0 0,-1 0 0 0,2-2 0 0,-1-3 160 0,1 0-160 16,1-3 160-16,1 0-160 0,0-4 128 0,1-1-128 15,1 0 0-15,1-1 144 0,-2 2-144 0,2 0 0 16,0 0 0-16,0 0 0 0,0 5 0 0,0-1 128 16,-1 2-128-16,-1 3 0 0,0 1 128 0,-3 1-128 15,2 2 128-15,-2 2-128 0,0 4 320 0,-1-2 0 16,0 4-16-16,0-1 0 0,-1 3-64 0,0-1-16 0,-1 1 0 16,1 1 0-16,-1 0-224 0,0 0 0 15,1-3 128-15,0 1-128 0,0-2 0 0,1 1 0 16,0-3 0-16,0-1 0 0,2-2 0 0,-1-1 0 15,1-2-192-15,1 0 192 16,-1-2-1216-16,1-3-144 0,1 0-32 0,-2-1-14704 0</inkml:trace>
  <inkml:trace contextRef="#ctx0" brushRef="#br0" timeOffset="80127.52">5562 5526 5519 0,'0'1'240'0,"0"-1"64"0,0 0-304 0,0 1 0 0,1-1 0 0,-1 0 0 15,1 2 1936-15,0-1 336 0,2 1 64 0,1 0 16 16,1 1 288-16,-5-3 64 0,0 0 16 0,0 0 0 16,0 0-1184-16,0 0-224 0,45 2-48 0,-36-4-16 0,1-2-480 0,1 0-112 15,-1 1-16-15,-2-2 0 0,1 0-320 16,-1 0-64-16,-2 0 0 0,1-1-16 16,-2 0-240-16,-3 0-128 0,0 0 128 0,-2 1-208 15,-2-2-464-15,0 2-96 16,-2-1 0-16,-1 1-16 0,0 0 0 0,-3 3 0 0,0-1 0 0,-1 3 0 15,-1 1 128-15,0 1 16 0,1 2 16 0,0 1 0 0,2 0 432 0,1-1 192 16,-1 4-160-16,1-3 160 0,0 4 560 0,0-1 208 16,1 0 32-16,0 1 16 0,2-1 544 0,-2-1 112 0,0 5 32 15,1 2 0-15,0 0-96 0,0-1-32 16,2 1 0-16,2-2 0 0,0 0-544 0,1-1-96 16,-1-11-32-16,0 0 0 0,0 0-352 0,0 0-80 0,23 34-16 15,-23-34 0-15,0 0-256 0,0 0 0 0,38 0 0 0,-25-5-17552 16</inkml:trace>
  <inkml:trace contextRef="#ctx0" brushRef="#br0" timeOffset="80661.31">5890 5407 13823 0,'-1'-5'1216'0,"0"2"-960"15,2 0-256-15,-1 0 0 0,1 3 752 0,-1-2 96 0,1 2 32 0,0-2 0 16,2 1 592-16,-1-1 128 0,2 0 32 0,0 0 0 0,0 4 208 0,0 0 32 16,0 3 16-16,0 2 0 0,-4-7-736 0,0 0-160 15,0 0-32-15,16 31 0 16,-16-31-704-16,0 0-256 0,0 0 144 0,11 33-144 31,-9-28-1600-31,-1-1-384 0,0 0-96 0,-2-3-10656 0</inkml:trace>
  <inkml:trace contextRef="#ctx0" brushRef="#br0" timeOffset="80796.62">5877 5488 3679 0,'-3'1'320'16,"1"0"-320"-16,2-1 0 0,0 1 0 0,0 0 1824 15,0 2 288-15,0 0 64 0,0 1 16 0,-1 3 1008 16,1 3 208-16,0 1 48 0,0-1 0 15,1 2-1408-15,1 1-288 0,-1 0-48 0,0 0-16 0,-1-1-1200 0,1-1-240 16,0-2-64-16,0-2 0 0,1 0-608 16,0-2-128-16,0-2-32 0,2 1-12544 15</inkml:trace>
  <inkml:trace contextRef="#ctx0" brushRef="#br0" timeOffset="81196.89">6044 5434 13823 0,'0'2'1216'0,"0"-1"-960"31,0 0-256-31,0 1 0 0,0 1 1392 0,-1 2 224 16,-1-1 48-16,0 7 16 0,0 2 128 0,-2 3 32 0,1 1 0 0,0 1 0 15,1-3-752-15,1-1-160 0,1 1-32 0,0-3 0 16,1 0-448-16,0-1-80 16,1-1-32-16,1-3 0 0,0-1-336 0,0-2 0 0,-2 0 0 0,2-1 128 31,-1-3-656-31,0 0-128 0,0-3-32 0,0 1 0 0,-1-3-368 0,1-2-80 0,0 0-16 0,0-5 0 15,-1 2-368 1,0-1-80-16,0-1 0 0,-1-2-16 0,0 2 816 16,0 0 160-16,0 0 48 0,1 0 0 0,0 1 592 0,0-1 0 0,0 2 0 0,-1 1 0 15,2 2 720-15,0 0 176 0,0 2 16 0,1 0 16 16,0 2 336-16,0 0 64 0,1 2 16 0,0-1 0 16,0-1-176-16,1 3-16 0,1 0-16 0,-2-2 0 15,1 2-144-15,-1 0-32 0,3 2 0 0,-1-2 0 16,0 3-624-16,0-1-128 0,-2 2-16 0,1 2-16 0,-2 1-176 15,-1 2 0-15,0 1 0 0,-1-1 0 0,-1 1 0 0,0 1 0 16,-1 1 128-16,0-2-128 0,0 0 0 16,0-2 0-16,0 2 0 0,1-3 0 15,0-1-1120-15,1-3-256 0,0 0-48 0,2-3-11808 16</inkml:trace>
  <inkml:trace contextRef="#ctx0" brushRef="#br0" timeOffset="81411.16">6244 5372 11055 0,'-3'2'480'0,"1"0"112"0,0-1-464 0,1 3-128 16,0-1 0-16,0-1 0 0,-1 5 1200 0,0 0 208 15,-1 7 64-15,-2 6 0 0,1 4 288 0,0 1 64 16,1-1 16-16,1 0 0 0,1-1-944 0,0 0-176 16,2 2-32-16,0-3-16 0,0-1-480 0,0 2-192 0,1 2 176 0,-1 0-176 15,1-1 0-15,-2-3-320 0,0 0 64 0,-1 1 0 31,0-1-208-31,-1-2-48 0,0-3 0 0,-2-3 0 0,1-2 320 0,1-3 48 0,1-2 16 0,-1-1 0 16,1-5-16-16,1 0 0 0,0-4 0 0,0 0-9712 16</inkml:trace>
  <inkml:trace contextRef="#ctx0" brushRef="#br0" timeOffset="81678.34">6214 5464 10127 0,'-1'-1'448'0,"0"0"96"0,2 1-544 16,0-2 0-16,0 0 0 0,0 1 0 16,0-1 1120-16,3 0 112 0,3-1 32 0,1-4 0 0,2 0-208 0,1-1-32 15,0 2-16-15,1-2 0 0,-1 4 48 0,-1-1 16 16,-1 2 0-16,-9 3 0 0,0 0-288 0,0 0-48 0,0 0-16 0,0 0 0 16,0 0-288-16,23 43-64 0,-28-31-16 15,-3 2 0-15,-1-1-224 0,-1 1-128 0,-1 0 160 0,-1-2-160 16,1-2 0-16,0-1 0 0,2 0 0 0,0-1 0 15,0 0 0-15,2-3-128 16,1 0 128-16,3-2 0 0,0-1-144 0,2 0 144 16,1-4-208-16,3-1 80 15,0-1-864-15,1-1-160 0,3-2-48 0,1 0-8992 0</inkml:trace>
  <inkml:trace contextRef="#ctx0" brushRef="#br0" timeOffset="82340.91">6391 5428 13823 0,'-3'3'608'0,"0"-3"128"16,0 3-592-16,1-1-144 0,0-1 0 0,1 0 0 0,-1 1 1568 16,-2 3 288-16,0 0 48 0,-3 5 16 15,0-1-16-15,-1 3 0 0,4-3 0 0,0 2 0 16,2-3-560-16,1 0-96 0,1 1-32 0,2-4 0 0,1 2-768 0,0-3-176 16,-3-4-16-16,0 0-16 0,0 0-240 0,0 0 0 15,0 0 0-15,0 0 0 16,0 0 176-16,40 15-176 0,-35-18 192 0,1 1-192 0,-1-3 176 0,1 0-176 15,0-1 160-15,2-2-160 0,-1 1 0 0,1-1 128 16,0-1-128-16,-1 0 0 0,1-2-224 16,-3 1-96-16,1-1 0 0,-2 1-16 15,-1 2-400-15,-1 1-80 0,0 0-16 0,-2 2 0 0,0 1 416 16,0 1 80-16,-1 1 16 0,0 2 0 0,-1 2 320 0,0 1 0 16,1 1 160-16,-2 1-160 0,-1 1 752 0,1 0 32 0,0 3 16 0,-1-1 0 0,1-1 48 0,0 2 16 31,1 1 0-31,-1-4 0 0,2 2-288 0,-1-1-64 0,1 0-16 0,1-2 0 0,0 2-224 0,0-5-32 15,3 3-16-15,-1-2 0 16,1 1-224-16,2-2 176 16,0 1-176-16,0-1 160 0,1-1-160 0,-6-1 0 15,0 0 0-15,0 0 0 0,0 0 0 0,0 0 0 16,0 0 0-16,37-1 0 0,-32-1-256 0,-1-3 32 16,2 1 0-16,0-2 0 15,1 0-496-15,0-2-112 0,1-1 0 0,1-2-16 16,-1 1-864-16,1-4-160 0,-2 0-48 0,-2-1 0 15,1 3 0-15,-2-2 0 0,-1-1 0 0,0-1 0 16,0 2 832-16,-1 2 176 0,0 0 16 0,0 0 16 0,-1 1 560 0,-1 1 96 0,1 4 32 0,0 0 0 16,-1 0 1056-16,0 3 224 0,1 1 32 0,-2 1 16 15,1 1 736-15,0 1 160 0,0 1 16 0,-1 0 16 16,0 2-560-16,1 0-112 0,0 2-32 0,-1-1 0 16,0 2-384-16,0 0-80 0,0 0 0 0,1 0-16 15,0 1-256-15,-1 1-48 0,1-2-16 0,0 2 0 16,0-1-288-16,0 1-48 0,-1 1-16 0,0 1 0 0,0-1 0 15,0 2 0-15,-1 0 0 0,0 0 0 16,2-1-64-16,-3 1-16 0,2 0 0 0,-1 0 0 0,1-3-128 16,1-1 0-16,0-2 0 0,0-1 0 0,1 0 0 15,0-3 0-15,1 1 0 0,-1-3 0 16,1 0-496-16,-1-3-80 0,2 0 0 0,0-2-16 16,0 1-1248-16,0-2-240 0,0-2-48 0,0-1-12240 0</inkml:trace>
  <inkml:trace contextRef="#ctx0" brushRef="#br0" timeOffset="82485.08">6579 5355 13935 0,'-5'3'304'0,"3"-1"64"0,-1 0 16 0,1-2 0 0,1 2-384 0,0 1 0 15,1 0 0-15,-1-1 0 0,0 2 4096 0,0 4 720 0,2-1 160 0,2 0 16 16,-3-7-2288-16,0 0-464 0,0 0-80 0,0 0-32 16,0 0-1328-16,47 5-272 0,-35-9-48 0,-1-2-16 15,0-1-272-15,0 0-48 0,-1 2-16 0,-1 1 0 0,0 1-368 0</inkml:trace>
  <inkml:trace contextRef="#ctx0" brushRef="#br0" timeOffset="84560.87">3438 6268 14735 0,'-1'-5'1312'0,"0"1"-1056"0,1 3-256 0,0-1 0 0,0 2 192 0,0 0-32 16,-1 0 0-16,1 0 0 0,-2 0 64 0,1 2 16 15,-1 1 0-15,-1 2 0 0,0-3 416 0,0 5 96 16,0-1 16-16,-2 2 0 0,1 0 48 0,1 3 16 0,1-1 0 0,0-1 0 15,0-1-112-15,2 1-16 0,0-2 0 0,2 0 0 16,0 0-192-16,0-1-64 16,2-3 0-16,0-2 0 0,1-1 0 0,3-1-16 15,-1-1 0-15,0-2 0 0,0-1-112 0,1-2 0 0,0 2-16 0,-2-2 0 16,0 2-304-16,-1-2 0 0,-1 2 128 0,1 0-128 0,-1-1 0 16,-3 0 0-16,0 2-128 0,-1-3 128 15,-1 1-160-15,0-3 160 0,-2 3-160 0,0-4 160 0,-1 3 0 0,0 0 0 16,-2-4-128-16,1 1 128 15,-1 2 0-15,0 0 0 0,1 2-160 0,0-1 160 0,1 5 0 0,1 0 0 16,0 4 0-16,0 0 0 0,0 5 0 0,0-1 0 16,0 5 0-16,0-2 0 15,1 1-192-15,1-1-80 0,1 3-16 0,1 0-11936 16</inkml:trace>
  <inkml:trace contextRef="#ctx0" brushRef="#br0" timeOffset="84983.22">3746 6098 6447 0,'4'-3'272'0,"-1"0"80"0,0 1-352 0,-1 0 0 16,-1 2 0-16,-1-2 0 0,1 2 1568 0,0 0 240 0,1-3 48 0,-2 1 16 15,1 1 288-15,-1-1 48 0,-1 0 16 0,0 2 0 16,-2-2-272-16,-1 2-48 0,1 2-16 0,-1-2 0 16,0 0-608-16,0 0-112 0,1 1-16 0,-2-1-16 15,2 0-832-15,0 0-176 0,1 0-128 0,-1-1 192 16,1 1-192-16,1 0 0 0,-1 0 0 0,1-2 0 16,0 2 0-16,0 0-176 0,0 0 176 0,1 2-128 15,-1-1 128-15,1 0 0 0,-1 4 0 0,0 0 0 16,0-1 0-16,0 4 0 0,1 2 0 0,0 2 0 0,0 4 496 0,1 0 16 15,2 6 16-15,-2 2 0 16,1 1-336-16,1 0-64 0,-1 0 0 0,-1 1-128 0,0 0 128 0,0-2-128 16,-1-5 0-16,0-2 0 15,0 2 0-15,-1-3 0 0,1-2 0 0,-1 0 0 16,0-4 0-16,-1 0 0 0,0-4 0 0,0-2-144 0,1 0 144 0,-1-2 0 16,1-2 0-16,-1-1 0 15,1-2-736-15,-1 0-64 0,1-2-16 0,-1-1-13600 0</inkml:trace>
  <inkml:trace contextRef="#ctx0" brushRef="#br0" timeOffset="85142.79">3662 6293 5519 0,'0'0'496'0,"1"-1"-496"15,0 1 0-15,0-2 0 0,0 2 2752 0,0 0 448 0,0 2 80 0,2-2 32 16,1 0 272-16,2 0 48 0,-6 0 16 0,0 0 0 16,0 0-1664-16,37-3-320 0,-37 3-64 0,0 0 0 15,34-7-960-15,-34 7-176 16,25-7-32-16,-25 7-16 15,26-7-896-15,-26 7-176 0</inkml:trace>
  <inkml:trace contextRef="#ctx0" brushRef="#br0" timeOffset="85813.28">4066 6161 20271 0,'-2'-7'1792'0,"1"3"-1424"0,1 1-368 0,-1 0 0 15,1 1 0-15,-1 0 0 0,0-3 0 0,-2-2-192 16,2-3 448-16,-2 1 64 0,1 1 32 0,0 2 0 16,1 1 656-16,-1 5 128 0,2 2 16 0,-1 4 16 15,0 3-80-15,1 5-32 0,0 5 0 0,-1 2 0 16,-1 5-352-16,0 1-64 0,0-1 0 0,-1-2-16 16,0 1-368-16,0-3-80 0,0 1-16 0,0-3 0 0,0-2-32 0,2-4-128 15,1-2 192-15,2-4-64 0,1-2 256 16,1-3 32-16,0-3 16 0,3-2 0 15,1-3 80-15,3-2 0 0,0-3 16 0,1-1 0 0,2-3-96 16,0 1-32-16,-1-3 0 0,1 2 0 0,-1-1-272 0,-2 1-128 16,-1 2 0-16,-5-2 128 15,-1 4-896-15,-4-1-192 0,-1 4-48 0,-4-3-9504 16,-2 5-1904-16</inkml:trace>
  <inkml:trace contextRef="#ctx0" brushRef="#br0" timeOffset="86013.99">3984 6218 5519 0,'-10'8'240'0,"3"-4"64"0,2 1-304 0,1 0 0 0,2-3 0 0,1-1 0 15,1 0 2368-15,-1 4 400 0,0 0 96 0,0 0 16 16,1 2 400-16,2-3 96 0,-2-4 16 0,0 0 0 16,0 0-1120-16,0 0-224 0,46 0-32 0,-46 0-16 15,30-9-976-15,-13 2-208 0,2-1-48 0,0-1 0 16,1 0-512-16,-3 1-96 0,0-1-32 0,-2 0 0 31,-1-1-528-31,-1 1-112 0,-1 0-32 0,-2-1-10544 0,-1 2-2112 0</inkml:trace>
  <inkml:trace contextRef="#ctx0" brushRef="#br0" timeOffset="86591.61">4196 5987 17503 0,'-1'-1'768'0,"0"-1"176"0,1 2-752 0,0 0-192 0,0 0 0 0,0 2 0 0,0 0 1712 0,1 1 304 16,1 4 64-16,-1 2 16 0,2 3-208 0,0 0-32 16,1 5-16-16,-4-17 0 15,8 35-832-15,-4-14-176 0,-1 1-16 0,-1 2-16 0,0-1-496 0,-1 1-112 16,0-1 0-16,-2-1-16 0,0-1-176 0,-1-2 0 15,0-2 0-15,2-3 0 0,0-2 0 0,0-5 0 16,0 0-128-16,1-4 128 0,1 0-176 0,-1-3 48 0,2-1 0 0,0-4 0 16,0 0-176-16,1-2-16 0,1 0-16 0,-1-3 0 15,2 1-48-15,0 0 0 0,-1-1 0 0,1 1 0 16,-1-1 256-16,1 2 128 0,0-1-160 0,0 3 160 16,-1-2 0-16,0 4 0 15,-1-1 0-15,-1 0 0 0,-1 3 272 0,0 0 0 0,0 0 0 0,-1 2 0 16,-1 0 304-16,0 2 64 0,-1-2 16 0,0 2 0 15,-1 0-240-15,0 3-48 0,1-3-16 0,0 3 0 16,-1 0-192-16,0 0-32 0,1-1-128 16,1 1 192-16,0 0-192 0,0-1 128 0,1 1-128 0,1 0 0 15,0 0 128-15,0 0-128 0,2-1 0 0,1-2 0 16,-1 3 176-16,1-2-176 0,0-2 192 16,0 0-192-16,2 1 192 0,-1-2-64 0,2-2 0 0,-1 0-128 15,1-1 352-15,0-2-32 0,0-1-16 0,0-1 0 16,-1 2-112-16,0-3-32 0,0 0 0 0,-1 1 0 15,1 1-160-15,-1-2 0 0,1 2 0 0,-2-1 0 0,1-1-224 0,0 2-128 16,-1-2-32-16,0-1 0 16,-2 2-1136-1,0 0-224-15,0 0-48 0,-2-1-16 0,-1 0-400 16,-1 0-80-16,-2-2-16 0,0 1 0 0,-1 2 32 0,-1 0 0 0,-1-2 0 0,-1 1 0 16,0 1 1440-1,-2 4 304-15,3 0 48 0,-1 2 16 0,0 3 1744 0,1 1 336 0,2 2 80 0,-1 1 16 16,1 2 656-16,-1 1 144 0,2 3 32 0,-1 0 0 0,3 2-752 15,-1 0-160-15,1-1-32 0,1 3 0 0,0-4-608 0,2 2-128 16,0-4-32-16,-2-10 0 0,0 0-208 16,0 0-48-16,0 0-16 0,26 32 0 0,-26-32-240 15,0 0-64-15,0 0 0 0,0 0 0 0,46 6-128 0,-46-6-128 0,0 0 144 0,0 0-144 16,38-6 0-16,-38 6-192 0,0 0 16 0,31-8-17808 31</inkml:trace>
  <inkml:trace contextRef="#ctx0" brushRef="#br0" timeOffset="87270.92">4735 6116 14735 0,'-1'0'1312'0,"-1"0"-1056"15,1 0-256-15,0 0 0 0,1 0 1408 0,-1 0 240 16,0 0 32-16,-2 0 16 0,0 2-480 0,2-2-112 0,-1 0-16 0,2 0 0 15,0 1-144-15,2 1-48 0,1-2 0 0,2 1 0 16,0 1 288-16,1 0 48 0,-6-2 16 0,0 0 0 16,0 0-448-16,0 0-96 0,0 0 0 15,45 19-16-15,-39-17-352 0,1-2-64 0,0 0-16 0,-1-4 0 16,1 1-256-16,-2-2 0 16,1-2 0-16,-1 1 0 0,-1-2 0 0,0-2 0 15,-1 4-192-15,-1-2 192 16,0-1-656-16,-2-1-48 0,-2 1 0 0,-1-1 0 0,-1 1-224 15,0 2-48-15,-3-3-16 0,0 3 0 0,-1 2 544 0,0 1 128 0,0 1 0 16,0 1 16-16,2 2 432 0,-1 2 96 16,2 3 16-16,0-1 0 0,-1 5 720 0,1 2 128 0,0 3 48 0,1 0 0 0,2 5-208 0,-1 0-32 15,2 0-16-15,1 1 0 0,1 0-304 16,1-2-48-16,-2-18-16 0,10 30 0 16,-10-30-192-16,0 0-64 0,0 0 0 0,33 37 0 0,-33-37-256 0,0 0 128 15,0 0-128-15,43 0 0 16,-32-4 0-16,-1-3 0 0,1-2 0 0,0-1 0 15,-1-2-672 1,0 0-192-16,1-2-32 0,0 0-15680 0</inkml:trace>
  <inkml:trace contextRef="#ctx0" brushRef="#br0" timeOffset="87632.93">4999 6033 3679 0,'-1'1'320'0,"-1"1"-320"0,1 0 0 0,0-2 0 0,0 2 2240 0,-1 3 384 0,0 1 80 0,0 2 16 15,-3 4 32-15,0 6 16 16,-1 2 0-16,0 1 0 0,2 1-832 0,1-5-160 15,0 1-48-15,2-3 0 0,1-3-640 0,1-3-144 16,1-2-32-16,0 0 0 0,0-4-720 0,0-3-192 16,-1 0 0-16,1-3 0 0,1-2-256 0,-1 1-96 0,1-4-16 0,0 2 0 31,-1-4-1024-31,1-2-208 0,0 0-32 0,0-2-16 0,-1 4-736 0,1-2-160 0,-1-2-16 0,1-1-16 31,-1-3 816-31,0 1 160 0,-1 3 48 0,0 2 0 16,1-2 848-16,-1 5 192 0,0 3 16 0,1 0 16 0,0 3 1488 0,0 1 288 0,0 2 64 0,0 0 16 15,0 0 1136-15,0 2 240 0,0-1 32 0,0 2 16 0,0 2-480 0,0 1-80 16,1-1-32-16,1 2 0 16,-1-2-1200-16,0 1-240 0,1 2-64 0,0-1 0 15,-2 1-544-15,1-2-160 0,-1 1 0 0,0 0 0 16,-1 0 0-16,-1-2 0 0,0 2 0 0,-1-2 0 16,0 2-208-16,-1-2 32 0,0 2 16 0,1-4 0 15,0 2 160-15,1-1-160 0,0 0 160 0,0-1-160 16,1-1-16-16,2-2 0 0,1 0 0 0,0-2-9680 15,1 2-1952-15</inkml:trace>
  <inkml:trace contextRef="#ctx0" brushRef="#br0" timeOffset="88106.99">5165 6107 20271 0,'1'2'896'0,"-1"-2"192"0,1 0-880 0,0 1-208 16,-1 1 0-16,0-2 0 0,1 0 1856 0,2 0 336 15,1-2 64-15,1 1 16 0,1-4-608 0,1 1-112 16,1-3-16-16,-2 0-16 0,2-1-624 0,-3 1-128 16,2-2-32-16,-2 1 0 0,0-1-384 0,-2 2-80 15,0-3-16-15,-2 4 0 0,-1-2-256 0,-1 1 160 16,-2 0-160-16,-1 2 128 0,-1 1-128 0,0 1 0 16,-1 3 0-16,0 0 0 0,-1 2 0 0,0 3 0 0,-2 0 0 0,0 3 0 15,3-2 0-15,-1 2 0 0,1 3 0 0,-1 1 0 16,1 0 0-16,-1 2 0 0,3-2 0 0,0 0 0 15,1 0 0-15,1-1 0 0,2-1 0 16,1-2 0-16,1-2 0 0,2-1 0 0,0 0 0 0,0-3 0 16,2-2 0-16,-1 0 0 0,1 0 0 0,-1 0 0 15,1-1 0-15,0 0 0 0,-1-1 0 0,2 2 0 16,-2-2 0-16,0 4 0 0,-1-2 0 0,0 2 0 16,-1 2 0-16,0 1 0 0,0 0 0 0,-2 2 0 15,1 0 0-15,-2 1 0 0,0 3 0 0,-1-3 0 16,0 3 0-16,0-1 0 0,0-1 0 0,-1 0 128 0,0-1-128 0,0 1 160 15,-1-2-160-15,0 1 160 0,-1-2-160 0,-1 2 192 16,0-1-192-16,-1 0 192 0,0-2-32 0,-1 2 0 16,0-3 0-16,-2 2 0 0,1-2-32 15,-2 3 0-15,1-2 0 0,-1-3 0 0,2 1-128 0,-1 1 0 16,0-1 0-16,1-2 0 0,1 0 0 0,0-1 0 16,2 0 0-16,1 0 0 15,2-1-576-15,1-2-32 0,3-2-16 0,2 0-16272 0</inkml:trace>
  <inkml:trace contextRef="#ctx0" brushRef="#br0" timeOffset="88909.93">5360 5993 23039 0,'2'-3'2048'0,"0"1"-1648"16,0 1-400-16,0 0 0 0,-1 1 2000 0,1 0 320 15,1-2 64-15,4-3 16 0,1 2-368 0,3-1-80 16,1-1-16-16,0 2 0 0,-1 0-1184 0,-1 2-240 15,-10 1-64-15,0 0 0 0,0 0-448 0,0 0 0 16,0 0 0-16,43 14-17856 0</inkml:trace>
  <inkml:trace contextRef="#ctx0" brushRef="#br0" timeOffset="89096.49">5420 6071 6447 0,'-3'-2'576'0,"2"-1"-576"0,0 3 0 15,0-2 0-15,0 2 2320 0,1 0 368 0,-1 0 64 0,1-1 0 16,0 2 224-16,0-1 32 0,-1 2 16 0,1 3 0 16,0 0-1712-16,-1 0-352 0,-1 4-64 15,1 1 0-15,0-1-448 0,0 3-96 0,0-2-16 0,1 1 0 16,2-1-336-16,-1-3 0 0,-1-7 0 0,0 0-9408 16,0 0-1808-16</inkml:trace>
  <inkml:trace contextRef="#ctx0" brushRef="#br0" timeOffset="89475.34">5510 6019 16575 0,'-1'0'736'0,"0"0"160"0,1 0-720 0,-1 0-176 0,0 3 0 0,0-1 0 0,1 0 1616 16,-1 3 304-16,0 2 48 0,-1 3 16 0,1 4-352 0,-2 2-64 16,0 4-16-16,0-2 0 0,0 1-400 0,1-1-96 15,-1 0-16-15,1-4 0 0,2-4-416 0,1-1-96 16,1-2-16-16,0-2 0 0,0-3-512 0,0-3 0 0,2-2 0 0,-1-2 0 31,0-2-608-31,1-4-128 0,1-1-32 0,-1-1 0 16,0-1-576-16,1 0-112 0,-2-1-16 0,0 1-16 15,1-2 400-15,-1 1 64 0,0 1 32 0,0 0 0 0,0-2 784 0,1 4 208 0,-1 0 0 16,-1 2 0-16,2 5 384 0,-1-2 144 16,1 5 48-16,-2 0 0 0,2 2 1072 0,-1 2 208 15,1 0 64-15,-2 3 0 0,1 2-384 0,-1 0-64 16,1 0 0-16,-1 3-16 0,-1 2-880 0,1 0-192 0,-1-1-16 0,0 1-16 15,0 3-352-15,-1 1 144 16,-1 3-144-16,-1-2 0 0,0-1 128 0,0-1-128 0,-1-1 0 16,0-2 0-16,1-3 0 0,0 1 0 0,1-6 0 0,0 1 0 15,0-3 0-15,1-2 0 0,1-2 0 0,0-1 0 32,1-1-784-32,0-3-176 0,1 0-16 0,2-3-15232 0</inkml:trace>
  <inkml:trace contextRef="#ctx0" brushRef="#br0" timeOffset="89826.18">5671 6080 11055 0,'-3'3'976'0,"2"0"-784"15,1-1-192-15,1-2 0 16,-1 1 2064-16,1 0 368 0,0 1 80 0,1 1 16 0,1 2-144 0,1-3-16 16,-4-2-16-16,0 0 0 15,0 0-1104-15,32 0-224 0,-22-2-32 0,0-1-16 0,0-2-384 0,0 1-80 0,-1-1 0 16,0-1-16-16,0 0-208 0,-2-1-32 0,0 2-16 15,-3 0 0-15,0 1-240 0,-1 0 0 16,-1 1 0-16,-1-2 0 0,0 1 0 0,-2-1 0 16,0 1 0-16,-1-2 0 0,0 1 0 0,-1 1 0 15,-1-1 0-15,1 2 0 0,-1-1 0 0,-1 1 0 0,2 1 0 0,-3 0 0 16,2 1 0-16,-1 1-128 16,0 3 128-16,2-1 0 0,-2 1 0 0,1 1 0 0,0 1 0 0,0 1 0 15,0 1 208-15,-1 2 160 0,1 0 16 0,-1 3 16 16,1 0 192-16,0 0 48 0,1 0 0 0,1-1 0 15,0 1-224-15,2-3-32 0,1 1-16 0,1-3 0 16,1 0-48-16,2-2 0 0,-5-5 0 0,0 0 0 16,0 0-160-16,0 0-32 0,41 3-128 0,-30-6 192 0,-3 3-192 0,0-3 0 0,0 1 0 0,-2 1-12144 31,2-2-2464-31</inkml:trace>
  <inkml:trace contextRef="#ctx0" brushRef="#br0" timeOffset="91678.65">6162 6033 7359 0,'0'-5'656'0,"0"2"-528"0,0 0-128 0,0 1 0 0,0 1 720 0,0 1 112 15,-1 0 32-15,0 0 0 16,-2 0 112-16,-1 0 32 0,-2 0 0 0,-1 1 0 0,0 1 144 0,-2 0 48 0,-1 0 0 0,1 3 0 16,-1-3 96-16,-1 3 32 15,1-2 0-15,-1 2 0 0,2 1-144 0,1 1-32 16,-1-2 0-16,3 3 0 0,0 0-496 0,2 1-96 16,0-1-32-16,1 4 0 0,2 1 112 0,0 0 32 15,1 0 0-15,0 0 0 0,0-13 240 0,0 0 48 16,12 36 16-16,-12-36 0 0,0 0-400 0,0 0-96 15,35 26-16-15,-35-26 0 0,0 0-240 0,36-3-48 16,-22-3-16-16,-1-1 0 0,-1 0-160 0,-1-1 0 16,0-2 0-16,-1-1 0 15,2 1-1056-15,-1-1-144 0,-2 1-16 0,0-2-14144 0</inkml:trace>
  <inkml:trace contextRef="#ctx0" brushRef="#br0" timeOffset="91913.21">6271 5979 3679 0,'-3'-3'160'0,"2"1"32"0,-1 0-192 0,1 2 0 15,0 0 0-15,1-2 0 16,-1 2 1472-16,1 0 256 0,-1-1 64 0,0 1 0 16,1-2 256-16,0 2 48 0,0 2 16 0,1-2 0 15,0 3 176-15,0 1 32 0,1 1 16 0,-1 2 0 16,-1-7-416-16,0 0-64 0,7 31-32 0,-5-19 0 16,-2-12-912-16,5 28-176 0,-5-28-32 0,5 29-16 15,-5-29-368-15,0 0-64 0,8 36 0 0,-8-36-16 0,0 0-240 0,0 0 0 16,0 0 0-16,0 0 0 15,0 0-336-15,0 0-112 0,0 0-32 0,0 0 0 16,0 0-1584-16,0 0-320 0,0 0-64 0,31-2-10352 16</inkml:trace>
  <inkml:trace contextRef="#ctx0" brushRef="#br0" timeOffset="92127.67">6332 6024 5519 0,'-2'-24'240'0,"1"17"64"0,1 4-304 0,0 1 0 16,0 2 0-16,0 0 0 0,1-2 2288 0,0-3 400 15,-1 1 64-15,2 1 32 0,-1 3 208 0,0 0 32 16,0 3 16-16,-1 4 0 0,0 2-704 0,0 3-144 15,0 2-16-15,-1 3-16 0,0-3-1056 0,-1 3-208 16,1 5-32-16,-1 3-16 0,0 1-400 0,-1 2-96 0,0-2-16 16,0 0 0-16,0 0-112 0,-2-2-32 0,0-2 0 15,0-3 0-15,0 2-192 0,0-5 0 0,-2 1 0 16,1-4 0-16,-1 0 128 0,0-3-128 0,0-1 0 16,0-3 144-16,-1 0 16 0,1-4 0 0,1-2 0 0,-2-2 0 15,1 0-160-15,-1-5 0 0,0 0 0 0,-1-3 0 31,0-2-720-31,1 0-176 0,2-2-48 0,3 0-15904 0</inkml:trace>
  <inkml:trace contextRef="#ctx0" brushRef="#br0" timeOffset="93697.36">6450 5824 11967 0,'0'-2'1072'0,"1"0"-864"16,0 0-208-16,-1 2 0 0,1 0 848 0,0-3 128 0,0 1 32 16,0-1 0-16,1 0 912 0,-1 0 176 15,0 3 32-15,0 2 16 0,-1 0-608 0,-1 3-112 16,0 2-16-16,1 1-16 0,-2 3-624 0,0 0-112 16,-1 4-16-16,0-1-16 0,0 0-272 0,1 3-48 0,-2-1-16 0,-1 2 0 15,2 2-144-15,-2 0-16 16,-1 3-128-16,2-2 192 0,-1-1-192 0,2-2 0 0,1 2 128 15,1-4-128-15,2 0 128 0,2-4-128 0,-3-12 176 16,0 0-176-16,0 0 336 0,0 0-32 0,36 27-16 0,-27-28 0 16,2-1 0-16,-1-2 0 0,1-2 0 0,-1 0 0 15,1-4-48-15,-2 1-16 0,0-1 0 0,0 1-10592 16,0-3-2128-16</inkml:trace>
  <inkml:trace contextRef="#ctx0" brushRef="#br0" timeOffset="93910.01">6576 5917 22111 0,'-2'0'976'0,"2"0"208"0,0 1-944 0,-1 1-240 16,1 0 0-16,0-2 0 0,0 1 1888 0,1 2 336 15,0 0 64-15,1 0 16 0,2 1-752 0,1-1-144 16,0 1-16-16,1-4-16 0,0 0-832 0,0 0-160 0,-6 0-48 0,0 0 0 31,0 0-1264-31,0 0-256 0</inkml:trace>
  <inkml:trace contextRef="#ctx0" brushRef="#br0" timeOffset="94067.18">6584 6038 13823 0,'-2'0'1216'0,"0"3"-960"15,1 1-256-15,1-4 0 0,0 0 1824 0,0 5 320 0,-1-1 64 0,0 4 16 0,-1 1-192 16,1 3-48-16,1 0 0 16,0 2 0-16,1-4-1248 0,1-1-256 0,0 1-48 0,1-5-16 15,-3-5-672 1,0 0-128-16,0 0-16 0,0 0-12720 0</inkml:trace>
  <inkml:trace contextRef="#ctx0" brushRef="#br0" timeOffset="94460.28">6697 5965 10127 0,'0'-1'448'0,"0"-1"96"0,0 2-544 0,-1 0 0 0,1 2 0 0,0-2 0 0,0 3 2240 0,-1 2 320 15,0-1 80-15,0 6 16 0,-1 0 0 0,0 4 0 16,0-2 0-16,-1 2 0 0,1 0-1088 0,-1 0-224 16,2 0-32-16,-1 0-16 0,2-2-704 0,-2-1-144 0,2 0-16 0,0-4-16 15,0 0-416-15,-1-3 128 0,1-1-128 0,0-2 0 16,-1-1 0-16,1 0 0 15,-1-1 128-15,1-2-128 0,0 1 0 0,0-2 0 0,0-1 0 0,1-2-176 16,0-1 16-16,1-1 0 16,-1 0 0-16,1-3 0 0,1 1-144 0,0-2-16 0,0 6-16 15,-1-2 0 1,2 1-112-16,0-1 0 0,0 0-16 0,2-1 0 0,1 1 256 0,-2 4 48 16,1-2 16-16,-2 3 0 0,2 1 144 0,-1 0 0 15,1 1 0-15,0 2 0 0,-2 0 544 0,1 2 32 0,-1-1 16 0,0 3 0 16,0-2 224-16,0 5 32 15,-2-2 16-15,1 2 0 0,-1-2-480 0,-1-1-112 0,1 5-16 0,-1-1 0 0,-1 2-128 0,0-1-128 16,-2 2 144-16,1-2-144 0,-1 2 0 0,-1-2 0 16,2-1 0-1,0-1 0-15,0 0 0 0,1-3 0 0,0 0 0 0,0 0 0 0,1-4 0 0,-1 1-336 0,2-2 48 0,0-1-16320 16</inkml:trace>
  <inkml:trace contextRef="#ctx0" brushRef="#br0" timeOffset="95396.41">6948 6048 9215 0,'-3'0'816'0,"2"0"-656"0,0 2-160 0,0-2 0 16,0 0 1472-16,1 0 256 0,0 0 48 0,-1 1 16 0,0 0 352 16,0-1 80-16,0 2 16 0,0-2 0 0,1 1-832 0,0-1-176 15,1 2-16-15,-1-2-16 0,1-2-320 0,0 1-64 16,0 1-16-16,1-2 0 0,0 1-416 0,-1 0-96 16,1-1-16-16,-1-1 0 15,1-2-272-15,0 3 0 0,-1-3 0 0,0-2 0 16,0 0-432-16,-2 0-32 0,1 0-16 0,-2-2 0 15,0 1-32-15,-1-1 0 0,0 2 0 0,0-3 0 0,0 1 288 0,-2 2 48 16,1-1 16-16,-1 4 0 0,0-1 160 0,2 2 0 16,-1 3 0-16,0 1 0 0,2 3 192 0,-1 0-16 0,0 2-16 15,0 1 0-15,-1 3 160 0,0 4 48 16,0 1 0-16,-1 1 0 0,2 0-208 0,-1 3-32 0,1 0-128 16,0 1 192-16,1 0-192 0,1-3 0 0,0-3 0 0,1 0-160 15,2-3 160-15,0-2 0 16,0-3-144-16,2-1 144 0,1-4 0 0,-2-2 0 15,3-1 0-15,0-4 0 0,2-2 0 0,0-2 288 0,2-2-48 16,-2 0-16-16,0 1-80 0,1-3-16 0,0-1 0 16,-1-1 0-16,0 3-128 0,-1-3-256 0,1-5 64 15,1 0 16-15,-2 1 176 0,0-3 0 0,-4 2 0 0,0-1-128 16,-1 1 128-16,-2 0 0 0,0-1 0 0,-1 0 0 16,-2 1 0-16,1 2-160 0,0 3 160 0,-1 2 0 0,0 4 0 15,-1 0 0-15,2 4 128 0,1 0-128 16,-1 3 464-16,0 2 0 0,1-1 0 0,-1 2 0 15,1 2-144-15,0 0-16 0,0 3-16 0,1 0 0 16,0-1 176-16,0 4 48 0,0 1 0 0,0 0 0 16,1 1-64-16,-1 3 0 0,1 0 0 0,-1 2 0 15,2 1-32-15,-2 1-16 0,1-1 0 0,0 1 0 16,-1 0 0-16,0 1 0 0,0 1 0 0,-1 0 0 16,1 0-144-16,0-2-48 0,-1 2 0 0,1-2 0 0,0 1-208 15,1 1 128-15,0-4-128 0,0-1 0 0,0-2 0 16,1-3 0-16,-1 0 0 0,1-3-160 15,1-2-480-15,0-2-80 0,0 1-32 0,-1-5 0 16,0 1-1488-16,0-1-288 0</inkml:trace>
  <inkml:trace contextRef="#ctx0" brushRef="#br0" timeOffset="95779.5">7065 5995 8287 0,'-1'3'736'16,"0"-2"-592"-16,1 0-144 0,-1 1 0 0,1 1 2096 0,0-1 384 0,0 1 80 0,0 3 0 15,0 0-16-15,0 1-16 0,2 0 0 0,1-2 0 16,0-1-736-16,1-3-128 0,3-1-48 0,-1-1 0 16,3-1-800-16,-1-3-176 0,1 0-16 0,0 0-16 0,0-1-352 0,-1 0-80 31,2 0-16-31,-3-2 0 0,-1 2-160 0,-1 0 0 0,0 0 0 0,-3 1 0 16,0 0-192-16,-2-2-32 0,-1 2 0 0,0 1 0 15,-1 1-384 1,-1-2-80-16,0 3-16 0,-2 0 0 0,0 0 64 0,-1 1 16 0,1 1 0 0,-2 1 0 0,1 3 240 0,-1-2 32 15,1 0 16-15,0 4 0 0,0-2 336 0,0 3 0 16,1-2 0-16,-1 5 0 16,1-1 128-16,0 3 128 0,-1-1 48 0,3 1 0 15,-1 0 464-15,2-1 80 0,-1 1 32 0,2 1 0 16,1-1-208-16,1 0-32 0,0-3-16 0,-1-9 0 16,0 0-80-16,0 0-16 0,0 0 0 0,0 0 0 15,0 0-160-15,35 29-48 0,-25-32 0 0,-1 1 0 0,-9 2-160 0,19-7-32 16,-9 2-128-16,0 0 192 15,0-1-496-15,0 0-96 0,1-1-32 0,0 0-10656 16,-1 0-2144-16</inkml:trace>
  <inkml:trace contextRef="#ctx0" brushRef="#br0" timeOffset="96107.96">7277 5993 18303 0,'-1'0'400'0,"0"0"96"0,0 0 16 0,1 0 0 0,0 0-512 0,0 0 0 0,1 0 0 0,0-2 0 15,1 1 2560-15,1-1 400 16,1 1 96-16,0 0 16 0,2-3-1600 0,0 1-320 0,-1 0-64 0,1 1-16 16,-2 0-384-16,1 2-80 0,1 0-16 15,-2 2 0-15,1 0-208 0,-1 3-64 0,-1 0 0 0,0 0 0 16,0 2-128-16,0 0-48 0,-2 1 0 0,0-1 0 16,0 1-144-16,0 2 0 0,-1-2 0 0,0 0 128 15,0 1-128-15,0-1 0 0,-1 1 0 0,0-1 0 16,0-3-368-16,-1 0 48 0,0-1 16 0,-1 1 0 15,2-3 176-15,-1-2 128 0,0 0-192 16,1-2 192-16,0-1 0 0,0-1 0 0,1-1 0 0,0-2 0 16,1-3 560-16,0 3 16 0,-1-2 0 0,2-3 0 0,2 0 64 15,1-4 0-15,2-1 16 0,1-2 0 0,0 3-352 16,0 1-80-16,1 1-16 0,-1 4 0 16,0-1-208-16,1 3 0 0,-2 1 0 0,0 2 0 15,0 3-320-15,-1 0-128 0</inkml:trace>
  <inkml:trace contextRef="#ctx0" brushRef="#br0" timeOffset="101075.81">7948 7795 1839 0,'-1'0'160'0,"0"-2"-160"0,0 1 0 0,1-1 0 16,0 2 368-16,0 0 32 0,0-1 16 0,1 0 0 15,-1 1 416-15,1-4 96 0,-1 3 16 0,0-2 0 16,0 3 80-16,0-2 0 0,0 1 16 0,0 0 0 31,-1 1 256-31,1 0 48 0,0-2 16 0,0 2 0 0,0 0 112 0,1 0 0 16,-1 0 16-16,0 2 0 16,0-1-464-16,1 0-80 0,-1 2-32 0,1 0 0 15,0 1-448-15,0 0-80 0,1-1-32 0,-1 2 0 0,2-1-352 0,1 1 144 0,-4-5-144 0,0 0 0 0,0 0 0 0,0 0 0 31,0 0 0-31,37 26 0 0,-37-26 176 0,0 0-176 16,0 0 160-16,0 0-160 0,43 31 0 0,-43-31 0 16,0 0 0-16,0 0 0 0,38 31 0 0,-38-31 0 15,0 0 0-15,28 31 0 0,-28-31 0 0,0 0 0 16,39 47 0-16,-39-47 0 0,32 38 0 0,-32-38 0 16,37 43 0-16,-37-43 0 0,45 45 368 0,-45-45 80 15,53 45 0-15,-53-45 16 0,62 42-336 0,-62-42-128 0,58 36 0 0,-58-36 0 16,55 34 0-16,-55-34 128 0,71 44-128 0,-28-18 0 15,2 0 0-15,2 0 0 0,1 0-144 16,-2 0 144-16,0 1-192 0,-3-1 48 0,2-3 16 0,2 1 0 16,5 7 128-16,1-4 0 0,-6-2 0 0,1-1 0 15,4 2 352-15,3 3 0 0,2 0 0 0,4 1 0 16,6 4 224-16,1-1 64 0,-3 0 0 0,-2 0 0 16,1-3-80-16,2 4-16 0,4-1 0 0,0 0 0 15,0-4-144-15,1 4-16 0,2 0-16 0,4 2 0 16,4-1 176-16,-4-3 32 0,-6-1 16 0,4 1 0 0,5 0-16 0,0-3 0 15,-1-1 0-15,1-1 0 0,1 2-112 0,2-2-16 16,-3 0-16-16,1-2 0 0,0-3-144 0,0 0-32 16,2-3 0-16,-5-2 0 0,-10 0-128 0,2-2-128 15,0 3 192-15,-3-3-192 0,-4-2 0 0,-5-2 0 16,-5-1-160-16,-5 1-17840 0</inkml:trace>
  <inkml:trace contextRef="#ctx0" brushRef="#br0" timeOffset="102044.62">7996 7816 7359 0,'1'-4'656'0,"-1"1"-528"0,1-1-128 0,-1 3 0 15,1-1 1296-15,-1 2 240 0,1-4 32 0,-1-2 16 16,1 0 496-16,0-3 96 0,-1 3 32 0,-1 1 0 15,0 3-96-15,-2 0 0 0,0 3-16 0,1 2 0 16,-2 0-928-16,0 4-176 0,-1 3-32 0,1 2-16 16,0 2-400-16,0 0-80 0,1 4-16 0,-1 2 0 15,1 1-96-15,0 1-32 0,2 3 0 0,2-1 0 16,1 0-144-16,2-5-48 0,-4-19 0 0,11 33 0 16,-11-33-128-16,0 0 0 0,0 0 0 0,0 0 0 15,0 0-816-15,46 7-80 0,-41-16-32 0,2-2 0 16,-2 0-800-16,0-1-176 0,-1-2-16 0,-3 0-16 15,1 0-864-15,-2-2-160 0,-1 1-48 0,-2-1 0 16,-2 1 976-16,-1 1 192 0,-1 0 48 0,-1-2 0 0,-1 3 1616 0,-1-3 336 16,1 2 64-16,-1 1 16 0,0-1 720 0,1 2 160 15,1 3 32-15,0 2 0 0,2 2 528 0,1 1 112 16,2 3 32-16,2 1 0 0,2 0 912 0,3 0 176 16,1 1 32-16,-5-1 16 0,0 0-544 0,0 0-112 15,0 0-32-15,48 10 0 0,-48-10-1184 0,0 0-256 0,44 1-32 16,-44-1-16-16,34-6-464 0,-34 6-80 0,35-8-32 0,-35 8 0 15,33-7-208-15,-33 7 144 0,28-6-144 0,-28 6 128 16,0 0-128-16,0 0-176 0</inkml:trace>
  <inkml:trace contextRef="#ctx0" brushRef="#br0" timeOffset="103813.49">12312 9502 16575 0,'1'-4'1472'0,"0"3"-1168"16,0-1-304-16,0 2 0 0,0 0 1008 0,-1 0 144 16,2-2 16-16,0 1 16 0,0 1-240 0,-1 0-48 15,1 3-16-15,-2 4 0 0,1 0 144 0,-2 5 48 0,0 2 0 0,-1 3 0 16,1 2-48-16,0 1-16 0,0 1 0 0,0 2 0 16,0 1-80-16,1 1-16 0,-1-2 0 0,1 0 0 15,1-2-464-15,-1-21-112 0,4 36-16 0,-4-36 0 16,4 26-320-16,-4-26 0 0,0 0 0 0,0 0 0 31,0 0-880-31,0 0-240 0,0 0-48 0,0 0-16 16,0 0-960-16,12-10-192 0,-12-2-32 0,-2-1-16 0,1 0-1104 0,-2-1-224 15,-1-2-32-15,1 1-16 0,1-1 1968 0,-1 1 384 0,0-2 64 0,0 0 32 16,0 0 1536-16,1 2 304 0,0 0 64 0,0 1 16 16,2 2 480-16,0 3 112 0,0 0 16 0,1 1 0 15,0 2 832-15,1 3 192 0,-1 0 16 0,1 1 16 0,1 1-192 0,0 0-32 16,1-3-16-16,-1 3 0 0,0-1-384 0,2 2-80 15,0-3-16-15,3 1 0 0,0 1-576 0,-8 1-112 16,22-6-32-16,-22 6 0 0,28-7-352 0,-28 7-80 16,31-2-16-16,-31 2 0 0,0 0-144 0,42 4-48 15,-42-4 0-15,0 0 0 16,36 28-192-16,-36-28 0 0,0 0 128 0,14 41-128 0,-14-27 0 16,-4-1 0-16,-1 1 0 0,-2-2 0 0,-2 1 0 15,-3-3 128-15,-1 1-128 0,-2-1 0 0,0 2 0 0,-1-4 128 16,1 0-128-16,-1 2 0 0,0-2 144 0,0 0-144 0,0 1 128 0,2-1-128 15,4-3 192-15,1 0-32 0,0 2-16 16,1-3 0-16,2 0-144 0,0 0 192 0,2-2-192 16,3-2 192-1,1 2-576-15,0-4-128 0,4 0 0 0,3-3-16320 0</inkml:trace>
  <inkml:trace contextRef="#ctx0" brushRef="#br0" timeOffset="104039.85">12683 9378 25791 0,'3'-4'1152'0,"-1"-1"224"0,0 3-1104 0,0-1-272 16,0 3 0-16,-2 0 0 0,1 0 1328 0,1 1 208 0,3 1 32 0,-1-2 16 15,-4 0 16-15,0 0 0 0,0 0 0 16,0 0 0-16,0 0-784 0,38 19-160 0,-38-19-16 0,0 0-16 15,0 0-624-15,0 0 0 0,0 0 0 0,39 17-11696 16,-39-17-2304-16</inkml:trace>
  <inkml:trace contextRef="#ctx0" brushRef="#br0" timeOffset="104196.88">12758 9455 18431 0,'-8'7'816'0,"4"-3"160"0,1-1-784 0,0 2-192 0,1-3 0 0,1 0 0 15,-1 3 2624-15,-1 1 496 0,-1 5 80 0,-3 3 32 0,2 3-928 16,-1 0-176-16,2-1-32 0,1-1-16 0,-2-2-1504 0,3 1-320 16,0-2-48-16,2-2-16 15,0-3-928-15,0 1-192 0,0-8-32 0,0 0-15072 16</inkml:trace>
  <inkml:trace contextRef="#ctx0" brushRef="#br0" timeOffset="104655.81">12860 9580 22111 0,'-1'7'976'0,"0"-4"208"0,1 1-944 0,1-3-240 0,0 1 0 16,1-2 0-16,0 0 1728 0,2 0 288 0,-4 0 64 0,0 0 16 16,0 0-1104-16,40 2-224 0,-40-2-32 0,27-11-16 15,-15 5-320-15,1-2-64 16,-2 0-16-16,0-2 0 0,-1-1-320 0,-2 1 144 0,0 1-144 0,-3 1 0 15,-1 2 0-15,-2-2 0 0,-1 4 0 0,-1-3-192 16,-2 2 192-16,-1-2-176 0,1 2 176 0,-2 0-160 16,-2-2 160-16,1 3 0 0,-3 1 0 0,2 3 0 15,-3-2 0-15,1 4 0 0,1 1 0 0,-3 1 0 0,1 4 320 0,-1 0 32 16,0 1 16-16,-1 2 0 0,0 1-176 16,1 2-16-16,1 2-16 0,0 1 0 0,1 2 448 15,2-3 96-15,0 1 0 0,2 0 16 0,2-1-144 16,1 1-48-16,1-17 0 0,3 26 0 0,-3-26-304 0,0 0-64 15,0 0-16-15,25 38 0 0,-25-38-144 0,0 0 0 16,0 0 0-16,39 23 128 0,-39-23-128 0,0 0 0 16,38 20 0-16,-38-20 0 0,0 0 0 0,0 0 0 15,37 38 0-15,-37-38 0 0,0 0-128 0,2 35 128 16,-4-21-160-16,-5-2 160 0,-1 0 0 0,-3 0 0 16,-3 2-128-16,-2 0 128 0,-3 1 0 0,-1 0 128 15,-3-2 0-15,-2-1-128 0,2 0 288 0,-3-3-48 0,0 0-16 0,2-1 0 16,4-1-96-16,1-2-128 0,1-3 176 0,2-1-176 15,5-2 144-15,3-4-144 0,3-2 0 0,2-3 144 32,4-1-976-32,4-6-208 0</inkml:trace>
  <inkml:trace contextRef="#ctx0" brushRef="#br0" timeOffset="104913.07">13115 9495 11743 0,'0'-2'256'0,"1"1"48"0,0-1 16 0,1 1 16 0,0 0-336 0,1-2 0 0,1-1 0 0,3-1 0 0,3-2 2288 0,1-3 384 16,3 1 80-16,-1 0 0 0,1 2 672 0,0 1 128 16,0 2 32-16,-2-1 0 0,-12 5-1600 0,0 0-320 15,31-3-64-15,-31 3-16 0,0 0-1120 0,0 0-208 0,0 0-64 0,0 0 0 31,0 0-512-31,0 0-128 0,33 25 0 0,-33-20-17328 0</inkml:trace>
  <inkml:trace contextRef="#ctx0" brushRef="#br0" timeOffset="105091.45">13219 9533 10127 0,'0'3'896'0,"-1"1"-704"0,1-2-192 0,-1 0 0 0,1 1 3072 15,0-1 592-15,-2 2 112 0,0 2 32 0,-3 3-1408 0,0 3-288 16,-2 3-48-16,0 1-16 0,-2-1-1504 0,2-1-304 16,0 0-64-16,1-5-16 0,1 1-160 0,1-1-144 15,1 1 144-15,1-5-208 16,1 0-736-16,1-1-144 0,2-4-16 0,1 0-11728 16</inkml:trace>
  <inkml:trace contextRef="#ctx0" brushRef="#br0" timeOffset="105557.75">13420 9526 20271 0,'-5'0'1792'0,"1"0"-1424"16,2 0-368-16,2 0 0 0,-1 1 1360 0,-1 0 208 15,-3 1 32-15,-1 1 16 0,-2 2 336 0,0 1 64 16,0 0 16-16,4 0 0 0,1 2-416 0,2-4-80 16,3-1 0-16,2-1-16 0,-4-2-880 0,0 0-192 0,0 0-16 0,35 1-16 15,-35-1-224-15,31-6-32 0,-31 6-16 0,34-11 0 16,-16 2-144-16,2-1 0 15,-1 2 0-15,0 1 0 0,-2-2 0 0,-4 2 0 0,0 2 128 0,-2-2-128 16,-3 2 0-16,-2 3 0 0,-3-2-192 0,-2 3 192 31,-2 1-1088-31,-2 0-112 0,-2 1-16 0,-1 1-10096 0,2 0-2016 0</inkml:trace>
  <inkml:trace contextRef="#ctx0" brushRef="#br0" timeOffset="105763.68">13537 9414 10127 0,'1'-4'448'0,"0"1"96"0,0-1-544 0,-1 3 0 15,0 1 0-15,0 0 0 0,0 0 2576 0,0 0 416 16,-1 1 80-16,0 3 0 0,-1 1 224 0,-2 2 32 16,0 3 16-16,-2 6 0 0,-1 2-1552 0,0 2-320 15,-2 4-64-15,0 0-16 0,1 1-688 0,-1-3-128 16,2-1-16-16,-1 1-16 0,-1 1-272 0,3-3-48 16,1-2-16-16,2-1 0 0,3-3-208 0,0-2 0 15,0-12 128-15,0 0-128 0,0 0 0 0,0 0-160 16,0 0 32-16,0 0-11984 15,46 3-2400-15</inkml:trace>
  <inkml:trace contextRef="#ctx0" brushRef="#br0" timeOffset="106281.32">13774 9504 14735 0,'0'1'1312'0,"0"-1"-1056"0,0 0-256 0,0 0 0 15,0 0 2496-15,0 1 448 0,1 0 96 0,-1 1 16 16,2-2-112-16,0 3-32 0,0-1 0 0,-2-2 0 15,0 0-1696-15,0 0-352 16,0 0-64-16,0 0-16 0,29-5-528 0,-23 2-128 0,-1 1 0 0,0-2-128 16,0 1 128-16,-1-1-128 0,0 1 0 0,0-2 0 0,-2 0 0 0,1 1 0 15,-1-3 0-15,-1 2 0 0,0 0 0 0,-1 0-176 16,0-1 176-16,-1-3-160 0,-2 1 0 0,0 1 0 16,-1 0 0-16,-1 3 0 0,0 1-32 0,-2 3-16 15,-1 0 0-15,-2 4 0 31,2 1-496-31,-1 4-80 0,0 1-32 0,0 0 0 0,1 4 288 16,-1 0 48-16,0 0 16 0,1 2 0 0,0 1 464 0,0 0 288 0,2 0-32 0,-1-1-16 16,2-2 656-16,3-1 128 0,0-2 16 0,2-11 16 0,0 0-336 0,0 0-64 15,0 0-16-15,0 0 0 0,0 0-416 0,30 31-96 16,-30-31 0-16,17-5-128 0,-9 1 0 16,2-1 0-16,-1-3 0 0,-1 0 0 0,1 0-160 15,-1-2-144-15,0 1-16 0,0 0-16 16,-3-3-1008-16,0 2-192 0,0 0-32 15,-2-1-16-15,0 1 304 0,0-1 64 0,-1 1 16 0,-1 1 0 0,-1 2 816 0,1 2 176 16,-1 2 16-16,0 1 16 0,0 0 720 0,-1 2 144 0,1 0 16 16,-1 3 16-16,0 0 512 0,0 3 112 0,0 0 0 0,0 2 16 15,0-3-464-15,1 4-112 0,0-9-16 16,0 0 0-16,0 0-320 0,5 26-80 16,-5-26-16-16,0 0 0 0,0 0-208 0,0 0-144 0,0 0 192 0,25 31-192 15,-25-31 0-15,0 0 0 0,0 0 0 0,0 0 0 16,0 0 0-16,32-5-176 0,-24 0 32 0,-2 0 0 15,2-1-1376 1,-1-2-272-16,1-3-48 0,2-1-14064 0</inkml:trace>
  <inkml:trace contextRef="#ctx0" brushRef="#br0" timeOffset="106494.35">14137 9160 16575 0,'0'0'1472'0,"-1"1"-1168"0,1 1-304 0,-1 0 0 16,-1 1 2688-16,0-1 464 0,-1 5 112 0,-1 5 0 15,-4 3-608-15,0 5-128 0,-2 3-32 0,-2 2 0 16,0 3-1344-16,0-1-256 0,-1 3-64 0,0-1-16 16,1 1-432-16,0 2-64 0,0 3-32 0,2-2 0 15,1 1 0-15,1-4 0 0,4-1 0 0,0-3 0 16,2-5-112-16,2-21-32 0,2 38 0 0,-2-38 0 0,0 0-144 16,0 0 0-16,20 31 0 0,-20-31 0 0,0 0 0 0,25-7 0 15,-16-1-144-15,1-1-18864 16</inkml:trace>
  <inkml:trace contextRef="#ctx0" brushRef="#br0" timeOffset="108106.33">14723 9376 17503 0,'3'-4'1552'0,"1"-1"-1232"0,0 0-320 0,-2 4 0 16,-1 0 1008-16,0-2 144 0,4-2 16 0,2-3 16 0,0-2-480 0,1 0-112 16,-1 3-16-16,-3 1 0 0,-2 3-256 0,-1 0-64 15,-3 3-16-15,-2 1 0 0,-3 3-112 0,-3 3-128 16,-1 0 176-16,-3 3-176 16,0 2 352-16,1-1-32 0,0 1-16 0,-1 1 0 15,-3 5 512-15,-1 1 96 0,1 2 32 0,1 2 0 0,1 0 160 0,1 0 48 16,2 1 0-16,2-3 0 0,1-2-64 0,3-5-16 15,2-1 0-15,4-13 0 0,0 0-416 0,0 0-80 0,7 32 0 16,-7-32-16-16,0 0-368 0,0 0-64 0,0 0 0 0,36 8-128 16,-36-8 0-16,17-5 0 15,-7 0 0-15,0 0 0 0,0 0 0 0,2-1-224 16,-1 1 32-16,-11 5 16 0,23-7-112 0,-23 7-32 16,25-8 0-16,-13 4 0 0,-12 4 112 0,27-10 16 0,-13 6 0 31,-1-3 0-31,-13 7-128 0,27-10-32 0,-15 5 0 0,-1-2 0 0,-1 0 128 0,-1 0 32 15,-2 0 0-15,0-1 0 0,-2 0 64 0,0 0 128 0,0 1-208 16,-2 0 80-16,0-1 128 0,0 2 0 16,-2-2 0-16,-1 4 0 0,0 1 0 0,-1 1 128 0,-1 0-128 0,-1 2 128 15,1 0 352-15,0 4 80 0,-2-1 16 0,1 2 0 16,-1 2-128-16,1-1 0 0,-2 3-16 0,0 2 0 16,2 3-96-16,-1-1-16 0,1 1 0 0,3-14 0 15,-3 27-80-15,3-27-32 0,1 26 0 0,-1-26 0 16,0 0-208-16,0 0 144 0,0 0-144 0,27 31 128 15,-27-31-128-15,0 0 0 0,0 0 144 0,36-5-144 16,-26 1 0-16,-1-3 0 0,-1 0 0 0,0-1 128 16,-1-1-128-16,-2 0 0 0,-1 1 0 0,-1-1-128 0,-1 0-16 15,-1 0 0-15,-2-2 0 0,-2 2 0 0,-1 0-160 0,-2 1-16 16,0-1-16-16,-4 2 0 0,2-1-48 0,-3 2-16 16,-1-4 0-16,-1 3 0 0,1 1 256 15,1 1 144-15,0 2-160 0,2 2 160 0,1 2 0 0,0 2 208 16,2 2-16-16,1 1 0 0,1 1 160 0,0 1 32 15,1 0 0-15,3-8 0 0,0 0-80 16,1 25-16-16,-1-25 0 0,0 0 0 0,0 0-288 0,0 0 0 0,0 0 128 0,37 28-128 16,-37-28 0-16,0 0 0 0,33-5 0 0,-21 1 0 15,2-2 0-15,-1-2-176 16,-2 0 32-16,1-2 0 16,2 1-240-16,0-2-64 0,0-2 0 0,0 0 0 0,-1 0 80 0,-1 1 16 0,0 3 0 15,-3-1 0-15,-1 4 352 0,0 0 0 0,-4 2 0 0,0 2 0 16,0-1 0-16,-3 3 0 0,0 0 128 0,1 3-128 15,-2-1 256-15,1 0-48 0,-1 5 0 16,0-7 0-16,0 0-208 0,0 0 144 0,2 29-144 16,-2-29 128-16,0 0-128 0,-1 28 0 0,1-28 0 15,-2 17 0-15,2-17 0 0,0 0-176 0,-2 21 176 0,1-16-192 16,0 2 192-16,-1-5 0 0,0 3 0 0,-1-2 0 16,1 1 0-16,-1-1 0 0,-1 1 0 0,0-1 0 15,0-1 320-15,0 1 32 0,0 1 16 0,0-1 0 16,2-1-80-16,0-1-16 0,0 2 0 0,1-2 0 15,1 1-272-15,1-2 128 0,0 0-128 0,1 0 0 0,0-2 0 16,1 1 0-16,2-1 0 0,0-2 0 16,0 1 0-16,2-2-224 0,0-2 16 0,1-2 0 15,2-5-688 1,0 3-144-16,-1 0-32 0,1 0 0 0,0-1 112 0,1 0 0 0,-2 2 16 16,-1-1 0-16,1 2 624 0,-2 1 128 0,0 1 32 0,-2 2 0 0,1 0 688 15,-3 3 144-15,0 0 32 0,-2 2 0 16,0 0 528-16,-1 2 112 0,0 2 32 0,-2-1 0 0,1 4-800 0,-1-2-144 15,1 4-48-15,-2 1 0 16,-1 0-224-16,1 1-160 0,1 1 192 0,-2-2-192 0,1 3 144 0,-1-1-144 0,2 0 0 0,-1 0 144 16,0-1-144-16,0 0 160 15,0-2-160-15,3-9 160 0,0 0-160 0,-3 24 0 16,3-24 0-16,0 0 128 0,0 0-128 0,0 0 0 16,0 0 0-16,0 0 0 0,0 0 0 0,0 0-272 15,0 0 64-15,24-10-18352 16</inkml:trace>
  <inkml:trace contextRef="#ctx0" brushRef="#br0" timeOffset="108832.34">15495 9258 19343 0,'4'-5'1728'0,"0"2"-1392"0,-2 1-336 0,-1 1 0 15,-1 0 1472-15,1 1 240 0,1-4 32 0,1-1 16 0,0 2 448 0,-1 1 96 16,-2 0 0-16,-3 4 16 0,-1 2-1152 0,-1 4-224 15,0-1-48-15,-3 5-16 16,1 2-608-16,-1 0-112 0,0 3-32 0,0-1 0 0,0 1-128 16,1 0 128-16,1 3-128 0,-2 0 128 0,1-2 48 0,0 2 0 15,1-2 0-15,1 2 0 16,1-5 208-16,2-2 32 0,1-1 16 0,1-12 0 16,0 0-176-16,3 28-16 0,-3-28-16 0,0 0 0 0,0 0-224 15,0 0 0-15,0 0 128 0,0 0-128 0,0 0 0 16,42 15 0-16,-34-18 0 0,0 1 0 0,1-3 0 0,0-1 0 15,1 0 0-15,-1-1 0 0,1 2-352 16,-1-2-16-16,0 1 0 0,-2 0 0 16,2 2-1008-16,-3-3-208 15,0 2-32-15,-3 0-16 0,0 0-1760 0,-2-2-336 0</inkml:trace>
  <inkml:trace contextRef="#ctx0" brushRef="#br0" timeOffset="109016.54">15442 9381 5519 0,'-20'-3'240'0,"11"3"64"16,3 0-304-16,3 0 0 0,1 1 0 0,2-1 0 0,-4 2 1808 0,-2 1 304 0,-5-1 64 15,-3 2 16-15,1 2 768 0,0-2 160 0,2 3 16 0,2-2 16 16,2-1-464-16,4 0-80 0,0 0-32 16,1-2 0-16,1 3-960 0,2-3-192 15,2 1-32-15,1-1-16 0,-4-2-688 0,0 0-144 0,0 0-32 0,0 0 0 0,43 0-256 0,-43 0-64 32,32-10-16-32,-13 4 0 0,2-2-48 0,1 1-128 15,-1 0 192-15,0-2-64 0,1 2-128 0,-2-1 0 16,2 1 0-16,-3-1 0 0,-1 0 0 0,-2 1-144 0,-2 0 0 15,-3 2-12208-15,-2 2-2432 0</inkml:trace>
  <inkml:trace contextRef="#ctx0" brushRef="#br0" timeOffset="109378.27">15665 9352 10127 0,'-1'0'448'0,"0"-2"96"0,0 2-544 15,0 0 0-15,1 0 0 0,0 0 0 16,0 0 1152-16,-1 0 112 0,1 0 16 0,-1 2 16 0,1-2-336 0,0 1-80 16,1 1-16-16,1 0 0 0,-1-1-192 0,1 2-32 15,1 0-16-15,-1 2 0 0,-2-5 16 0,0 0 0 16,0 0 0-16,0 0 0 0,16 36-80 0,-16-36-16 16,0 0 0-16,5 29 0 0,-5-29 336 0,0 0 64 15,-1 28 16-15,0-21 0 0,-2 0 96 0,1-2 32 16,-1 0 0-16,0-1 0 0,0-1-368 0,-1 1-64 0,0-3-16 15,0 1 0-15,-1-2-320 0,1 0-80 0,0-2-16 0,1 1 0 16,1-1-32-16,1-3-16 16,1 1 0-16,0-2 0 0,2-2 208 0,2-1 32 0,1-3 16 0,0 1 0 15,2 2-272-15,0-3-160 0,3-2 192 0,2 0-192 16,0 1 0-16,1-1 0 0,0 0 0 0,1 2 0 16,0 0 0-16,0 3 0 15,0 2 0-15,-2 0 0 0,-1 1 0 0,-1 2 0 0,-10 4 0 0,0 0-144 31,0 0-640-31,0 0-128 0,0 0-32 0,0 0-14624 0</inkml:trace>
  <inkml:trace contextRef="#ctx0" brushRef="#br0" timeOffset="109779.66">15920 9348 9215 0,'-5'1'400'0,"3"-1"96"0,-1 0-496 0,1 0 0 0,1 0 0 0,0 0 0 16,-1 1 1792-16,0-1 256 16,0 2 48-16,-3 1 16 0,-1-1-160 0,1 2-32 15,1-1 0-15,-1 2 0 0,1 0-768 0,0 2-144 16,0 0-48-16,2 1 0 0,0 3-192 0,0-2-32 0,2-9-16 0,-1 22 0 16,1-22 400-16,0 0 80 0,4 29 16 0,-4-29 0 15,0 0-320-15,0 0-48 16,0 0-16-16,0 0 0 0,38 19-400 0,-30-22-96 0,0-2-16 0,2 1 0 15,-2-4-80-15,0 1-32 0,1-1 0 16,-3-2 0-16,1 2-208 0,-2-1 0 16,-1-2 0-16,-2 1 0 0,0 2 0 0,-2 0 0 0,-1-1 0 15,-2 1 0-15,-2 0 0 0,1 1 0 16,-4 1 0-16,1 1 0 0,-1 2 0 0,-1 0 0 16,0 3 0-16,1 1 0 0,0 1 0 0,1 1 0 0,0 1 0 15,1 0 0-15,0 1 128 0,1-2-128 0,1 1 0 0,2 1 0 16,1-2 0-16,1 0 0 0,2-2 0 0,0 1 0 15,-2-2-1248-15,0 0-288 0</inkml:trace>
  <inkml:trace contextRef="#ctx0" brushRef="#br0" timeOffset="110046.72">16082 9224 8287 0,'0'-6'736'0,"0"1"-592"0,1 0-144 0,-1 5 0 0,0-2 1440 0,0 2 256 16,1-2 48-16,0 1 16 16,0-3-448-16,1 1-96 0,0 2 0 0,-2 1-16 15,1 1-432-15,-1 1-64 0,-1 1-32 0,0 4 0 16,-2 0 448-16,-1 3 96 0,-1 4 0 0,-1 0 16 0,1 3 432 0,-2-1 64 16,2 3 32-16,-2-1 0 0,1 0-624 0,-1 1-128 15,1-1-32-15,1-1 0 0,0-2-416 0,3-1-96 16,-1-2-16-16,2-2 0 0,1-2-448 0,0 0 0 15,1-4 0-15,1 1 0 16,-2-5-784-16,0 0-256 0,0 0-48 0,13-5-16 16,-10 1-1456-16,2-4-304 0</inkml:trace>
  <inkml:trace contextRef="#ctx0" brushRef="#br0" timeOffset="110250.17">16179 9187 17503 0,'7'-7'768'0,"-3"2"176"0,-1 2-752 0,-2 1-192 0,1 1 0 0,-2 1 0 16,1 0 2256-16,-1 1 432 0,1 1 64 0,-2 1 32 15,0 4-544-15,-1 2-96 0,-3 3-32 0,0 0 0 16,-1 2-1088-16,-3 3-208 0,1 2-48 0,-1 2-16 16,0 1-176-16,0-1-16 0,1 2-16 0,0 0 0 15,-1 0-176-15,3-2-48 0,1-1 0 0,1-4 0 0,2-2-192 0,2-14-128 16,0 0 160-16,5 33-160 16,-5-33 0-16,0 0 0 0,0 0 0 0,0 0 0 15,0 0-384-15,31 0-112 16,-25-7-16-16,2-2-17280 0</inkml:trace>
  <inkml:trace contextRef="#ctx0" brushRef="#br0" timeOffset="110614.19">16229 9360 14735 0,'-6'4'1312'0,"3"-1"-1056"0,0 0-256 0,1 1 0 16,1-3 2704-16,1 0 496 0,1-1 80 0,0 3 32 15,0 2-432-15,-1-5-64 16,0 0-32-16,0 0 0 0,0 0-1744 0,0 0-336 15,45 12-80-15,-45-12-16 0,28-6-304 0,-28 6-64 0,28-8-16 0,-16 4 0 16,0 0-96-16,-1 0-128 16,-1-1 176-16,-1 2-176 0,-1-2 0 0,-2 0 0 0,0 2 0 0,-1-2 0 15,-3-1 0-15,1 2-176 16,-1-1 32-16,-1 0 0 0,-1 1 144 0,0-2-160 0,-1 2 160 0,-2-1-160 16,1-2 160-16,-2 3 0 0,0 1 0 0,-1 0 0 15,-1 3 0-15,-1 0 0 16,1 3-144-16,-2 2 144 0,0-1-192 0,0 4 48 15,-1-2 0-15,0 4 0 0,0 2 144 0,0 0 0 0,-1 0 0 0,0 3-128 16,1 1 448-16,1 3 80 0,0 0 32 16,2 0 0-16,1-1-16 0,5-18 0 0,0 26 0 15,0-26 0-15,0 0-160 0,0 0-48 0,0 0 0 0,33 34 0 0,-33-34-208 16,0 0 0-16,33-5 128 0,-22 0-128 0,0-2 0 0,0 0-208 16,0-3 32-16,0 2-12256 15,-2 0-2464-15</inkml:trace>
  <inkml:trace contextRef="#ctx0" brushRef="#br0" timeOffset="110945.74">16484 9350 22111 0,'-1'2'976'0,"1"-4"208"0,0 2-944 16,0 0-240-16,1 0 0 0,0-1 0 0,0 1 1664 0,1-1 272 0,1-1 64 15,2 0 16-15,1 1-768 0,2-3-160 16,-2 1-16-16,-6 3-16 0,0 0-736 0,0 0-128 15,0 0-48-15,33 2 0 0,-33-2-16 0,0 0-128 0,0 0 192 0,0 0-64 16,0 0 448-16,22 36 96 0,-22-36 16 16,0 0 0-16,3 38 16 0,-3-38 16 15,-4 30 0-15,0-13 0 0,1-2-208 0,-2-3-64 16,-1 2 0-16,1-4 0 0,0-1-288 0,1-1-160 16,-1-2 160-16,0-1-160 0,3-3 128 0,-1-2-128 0,1 0 0 15,1-4 0-15,1-1 128 0,1-2-128 16,1-2 0-16,1-2 0 0,1-3 144 0,1 1-144 0,2-2 128 0,3-4-128 0,0 0 128 0,2 0-128 15,3-2 0-15,-1 1 128 0,2 4-128 0,0 0 0 32,-1 4 0-32,-1 2 0 0,-2 3-320 0,-1 2 0 0,-11 5 0 15,16-5-11824-15,-16 5-2352 16</inkml:trace>
  <inkml:trace contextRef="#ctx0" brushRef="#br0" timeOffset="114311.02">9623 7707 2751 0,'-1'-5'256'0,"-1"1"-256"0,1-1 0 0,1 2 0 16,0 3 1216-16,0-2 208 0,0 2 48 0,0-2 0 15,0 0 0-15,1-1 0 0,-1-1 0 0,0 1 0 16,0 3-304-16,1 0-48 0,-1-2-16 0,2 2 0 16,-1 2-176-16,1-2-32 0,0 0-16 0,1 0 0 15,2 0-176-15,-1 0-48 0,2 0 0 0,1 2 0 16,-7-2 64-16,0 0 16 0,0 0 0 0,0 0 0 16,40 10-336-16,-40-10-64 0,0 0-16 0,42 16 0 0,-42-16-64 0,0 0-32 15,47 24 0-15,-47-24 0 16,0 0-224-16,53 26 144 0,-53-26-144 0,39 19 128 0,-39-19-128 15,38 19 0-15,-38-19 144 0,0 0-144 0,53 26 176 0,-53-26-48 16,41 17 0-16,-41-17 0 0,43 17 192 0,-43-17 48 16,50 16 0-16,-50-16 0 0,60 14 272 0,-60-14 48 15,76 17 16-15,-33-8 0 0,-4-1 0 0,1-1 0 16,4 2 0-16,1-2 0 0,3 0-448 0,3 0-96 0,3 0-16 16,1 1 0-16,-1-2-144 0,0 2 192 0,0 1-192 15,1 1 192-15,0-1 64 0,0 3 0 0,1 0 16 16,0 2 0-16,-1-2-128 0,-4 1-16 0,-2-2-128 0,-2 1 192 15,1 0-192-15,-2-3 128 0,-5 0-128 0,-3 1 0 16,-38-10 128-16,64 14-128 0,-64-14 0 16,49 15 0-16,-49-15 0 0,0 0 0 0,50 23 0 0,-50-23-16576 15</inkml:trace>
  <inkml:trace contextRef="#ctx0" brushRef="#br0" timeOffset="115179.67">9771 7652 7599 0,'-3'-2'160'0,"0"0"32"0,1 0 16 0,1-1 16 0,1 3-224 0,-1-2 0 0,1 2 0 0,-1-3 0 15,1 0 1056-15,-1-1 160 0,0-3 48 0,1 1 0 16,1 1 16-16,-1 2 16 0,1-1 0 0,0 1 0 15,0 1-32-15,-1 1-16 0,-1 1 0 0,0 1 0 0,-1 1-32 0,-1 1-16 16,-1 1 0-16,-2 0 0 16,0 2-336-16,-2 0-64 0,-1 2-16 0,-1-1 0 0,0 0-304 0,-1-2-64 15,1 2-16-15,1-3 0 0,0 1 16 0,0 0 0 16,1-3 0-16,2-2 0 0,1 1-96 0,1-2 0 16,1 1-16-16,2-2 0 0,0 0 16 0,0-1 0 15,1-2 0-15,0 1 0 0,1 1-160 0,0-1-32 16,-1 1 0-16,1-1 0 0,0 1-128 0,0-2 0 15,-1 3 144-15,-1 0-144 0,0 0 128 0,0 1-128 0,-2 1 160 0,0 1-160 16,-1 1 256-16,1 0-64 0,-2 0 0 0,0 3 0 16,1 0 96-16,-1 0 16 0,-1 2 0 15,3-2 0-15,-2 4-32 0,2-2 0 16,1 0 0-16,2 0 0 0,0-2-144 0,0 0-128 0,3 0 144 0,-1-3-144 16,1 0 128-16,1-2-128 15,-1 0 0-15,1 0 0 0,1-1 304 0,-1-2-48 0,0 1 0 0,1 1 0 16,-1 1 16-16,1 0 0 0,0 0 0 0,0 3 0 15,0 0-64-15,-5-3-16 0,0 0 0 0,0 0 0 16,30 32-32-16,-30-32-16 0,0 0 0 0,32 47 0 16,-32-47-144-16,23 35 0 0,-23-35 0 0,24 37-18080 15</inkml:trace>
  <inkml:trace contextRef="#ctx0" brushRef="#br0" timeOffset="117192.56">11897 8160 12895 0,'3'-2'1152'0,"-2"0"-928"16,-1 2-224-16,0 2 0 16,0 0 1040-16,0 0 176 0,2 3 16 0,-1 1 16 0,0 5 32 0,0 5 0 15,-2 6 0-15,0-1 0 0,-1 5-288 0,0 3-48 16,-1 1-16-16,-1 2 0 0,0 1-352 0,-2 0-64 15,1-3 0-15,1-4-16 16,0-3-320-16,0-3-176 0,2-6 192 0,1-2-192 16,0-3-976-16,0-1-304 0,0-6-64 0,2 0-16 15,0-2-176-15,0-3-48 0</inkml:trace>
  <inkml:trace contextRef="#ctx0" brushRef="#br0" timeOffset="117482.11">11863 8173 14735 0,'0'-6'640'0,"0"1"160"0,1 1-640 0,-1 1-160 0,1 1 0 0,0 0 0 16,0 1 1616-16,0-1 304 15,2-2 48-15,1-4 16 0,0 1 0 0,1 0 16 16,0 2 0-16,2-2 0 0,-2 5-528 0,3-3-96 0,0 0-32 16,1 3 0-16,-2 0-448 0,1 2-80 15,-8 0-32-15,0 0 0 0,0 0-400 0,0 0-64 0,41 26-32 0,-41-26 0 16,0 0-288-16,0 0 0 0,20 43 0 0,-20-43 0 15,0 0-192-15,2 35-64 0,-5-25 0 0,-2-1 0 32,0-2-224-32,-3 3-48 0,1-4-16 0,-1-1 0 0,2 0 240 0,-3 0 48 0,-1 2 16 0,0-5 0 15,1 3 240-15,-1-2 0 0,2-1 0 16,1-1 0-16,0 0 0 0,2-1 0 0,2-1 0 0,1 0 0 31,2-1-512-31,1 2-16 0,1-3 0 0,2 3-9200 0,-2-2-1856 0</inkml:trace>
  <inkml:trace contextRef="#ctx0" brushRef="#br0" timeOffset="117842.22">12034 8238 11967 0,'0'-2'1072'0,"0"0"-864"0,1-1-208 0,0 1 0 0,1-1 2208 0,0 1 400 16,0 1 80-16,0-2 0 0,3-3-1008 0,3 0-208 15,2-4-32-15,0 0-16 0,2 3-1008 0,-1-1-208 16,1 2-32-16,-2-1-16 0,0 5 224 0,0-1 64 16,-1 1 0-16,-9 2 0 0,0 0 64 0,0 0 0 15,0 0 16-15,0 0 0 0,41 26 560 0,-41-26 96 16,0 0 32-16,8 31 0 0,-8-31-1008 0,1 27-208 0,-1-14 0 0,-2-1 0 31,0-2-960-31,0-1-176 0,-1 1-16 0,-1 0-16 0,-1-1 640 0,2-2 128 16,-2 0 16-16,1-3 16 0,1-1 368 0,-1 0-144 0,1-3 144 0,1-1 0 15,1-1 0-15,1-1 192 0,1-3 0 0,1-2 0 16,0 3 464-16,2-3 96 0,1-3 16 0,3-3 0 16,0 0-16-16,1-2 0 0,1 4 0 0,-1-3 0 15,3 1-400-15,0 0-80 0,0 0-16 0,-2 4 0 32,0 1-880-32,-1 4-176 0,-2 0-32 0,-1 4-14592 0</inkml:trace>
  <inkml:trace contextRef="#ctx0" brushRef="#br0" timeOffset="118166.16">12272 8236 15663 0,'0'2'688'0,"0"-2"144"0,0 2-656 0,0-2-176 16,1 0 0-16,-1 0 0 15,1 0 2144-15,1 0 400 0,1 0 80 0,2 0 0 0,0 0-496 0,1-2-96 16,0 2-32-16,1-1 0 16,0 0-1104-16,1 1-208 0,1-2-48 0,-2 0-16 0,2 1-336 0,-2-1-64 15,0 2-16-15,0-2 0 0,-1 1-208 0,0 1 0 16,0-2 0-16,-2 0 0 15,1 0-896-15,-2-1-128 0,-1 0-32 0,0 0 0 16,-1 0-816-16,-2-3-176 0,0 2-16 0,-1-1-16 16,1 0 720-16,-3-2 144 0,1 0 16 0,-2 1 16 15,1 0 480-15,-1 0 80 0,0 1 32 0,-1 2 0 0,1 1 960 0,1 2 192 16,-3 0 32-16,2 2 16 0,-2 3 1312 0,1 2 272 0,-1 3 48 16,1-1 16-16,-1 5 160 0,1-1 16 0,-1 3 16 15,1-1 0 1,0 1-1216-16,3 0-240 0,0-1-48 0,2 1-16 0,1-16-496 0,0 0-112 0,5 34 0 15,-5-34-16-15,0 0-304 0,0 0 160 0,0 0-160 0,37 25 128 16,-37-25-128-16,0 0 0 0,27-4-160 0,-16 1-12064 31,-2-2-2400-31</inkml:trace>
  <inkml:trace contextRef="#ctx0" brushRef="#br0" timeOffset="118712.91">12547 8202 14735 0,'-5'-2'1312'0,"2"2"-1056"0,0 0-256 0,1 0 0 16,0 2 336-16,-1-2 16 0,-1 1 0 0,-5 1 0 15,0 1 208-15,0-1 32 0,0 0 16 0,2 3 0 16,1-3 640-16,2 1 128 0,1-1 32 0,2 0 0 16,1-1 80-16,1 1 32 0,2-2 0 0,0 2 0 15,0-2-80-15,2 0-16 0,2 0 0 0,2-2 0 16,0 2-384-16,2-3-80 0,2 1 0 0,1-2-16 15,3 1-272-15,-1-2-48 0,2 1-16 0,-1 1 0 16,-3 0-304-16,0 1-64 0,-14 2-16 0,29-2 0 16,-19 2-224-16,-10 0 128 0,0 0-128 0,0 0 0 15,0 0 0-15,0 0 0 0,0 0 0 0,0 0 0 16,0 0 0-16,0 0-240 0,0 0 48 0,0 0-17584 16</inkml:trace>
  <inkml:trace contextRef="#ctx0" brushRef="#br0" timeOffset="119395.2">12924 8082 18431 0,'0'-2'1632'0,"1"2"-1312"15,-1 0-320-15,0 0 0 0,0 2 1792 0,-1 0 304 0,1 3 48 0,0 2 16 16,-2 1-80-16,-2 6-16 16,0 2 0-16,0 1 0 0,-2 4-1040 0,0-2-224 15,-1 2-32-15,1 1-16 0,-1 1-336 0,0 3-64 16,0 3-16-16,1-1 0 0,1 0-32 0,1-4-16 0,2 0 0 16,2-4 0-16,0-20-80 0,1 34-16 0,-1-34 0 0,0 0 0 15,0 0-192-15,0 0-160 0,0 0 32 0,0 0 0 31,0 0-944-31,0 0-176 0,39 12-32 0,-35-21-14688 0</inkml:trace>
  <inkml:trace contextRef="#ctx0" brushRef="#br0" timeOffset="119654.59">12904 8191 8639 0,'-1'-12'192'16,"0"5"32"-16,0 0 16 0,1 2 0 0,0 3-240 0,0-1 0 0,0 1 0 0,0-1 0 15,1-3 2768-15,1 0 512 0,1 0 112 0,0-2 0 16,1 4-1008-16,2-1-208 0,1 0-32 0,2-1-16 0,2 0-720 15,1 0-128-15,2 0-48 0,0 0 0 0,0 1-608 0,-14 5-128 16,28-3-32-16,-28 3 0 0,0 0-80 0,0 0-32 16,38 19 0-16,-38-19 0 0,0 0-224 15,8 33-128-15,-10-21 160 0,-3 2-160 0,-3 3 192 0,-2-3-64 16,-2 3-128-16,-3-3 192 0,-1 1-320 0,0-1-80 16,1-3-16-16,1 0 0 0,1-2-64 0,0-3-16 15,1-1 0-15,1-1 0 0,2-3 96 0,2-1 16 16,1 0 0-16,2-2 0 0,2-3 0 0,2 0 0 0,0-1 0 0,4-1 0 31,1 1-576-31,1-2-128 0,2 0 0 0,0 1-8448 16,1 0-1664-16</inkml:trace>
  <inkml:trace contextRef="#ctx0" brushRef="#br0" timeOffset="120054.28">13115 8181 8287 0,'-2'0'368'0,"1"0"80"15,1 0-448-15,0 0 0 0,0 0 0 0,0 0 0 0,1-2 1504 0,-1 2 224 16,2-3 32-16,-1 1 16 0,2-2-16 0,2-1 0 16,-1 0 0-16,2 0 0 0,1-2-16 0,0 1 0 15,2 0 0-15,0 0 0 0,1 0-176 0,0 2-32 16,0 1-16-16,0 1 0 0,-10 2-272 0,0 0-48 16,0 0-16-16,0 0 0 15,37 12-624-15,-37-12-128 0,0 0-32 0,0 0 0 16,14 36-256-16,-14-36-144 0,0 0 160 0,0 35-160 15,-2-23 0-15,-2 0 0 0,-2 0 0 0,1-2 0 16,0-1-256-16,0 0 0 0,1-2 0 0,-1-2 0 0,1 0 128 0,0 0 128 0,0-1-192 16,0-2 192-16,2 1-192 15,-1-3 64-15,1 0 128 0,1-2-208 0,0-1 208 0,0 1 0 16,2-3-160-16,-1-2 160 0,2 2 0 0,1-2 0 16,1-2 0-16,2-1 0 0,2-2 144 0,3-2-144 0,-1-1 160 0,2 1-160 0,2 0 0 15,1 0 0-15,-1 0 0 16,1 0-160-16,-1 2-48 0,-1 1-16 0,-2 3 0 0,-1 1 0 0,0 2-112 0,-3 2-32 15,1 1 0-15,-2 2 0 32,-1 2-1664-32,0-2-336 0</inkml:trace>
  <inkml:trace contextRef="#ctx0" brushRef="#br0" timeOffset="120362">13443 8138 6447 0,'1'-2'576'0,"0"1"-576"0,0 0 0 0,-1 1 0 16,-1 0 1968-16,1 0 272 0,0 0 64 0,0-2 16 16,-1 2-384-16,-1 0-80 0,-1 2 0 0,-1 0-16 15,0 3-1008-15,-2 1-208 0,0 2-48 0,-2 2 0 16,1 1 192-16,-1 2 16 0,0 1 16 0,1 2 0 16,0-1 224-16,3-3 32 0,-1 2 16 0,3-4 0 15,1 1 16-15,1-11 0 0,0 0 0 0,0 0 0 0,0 0-384 0,0 0-80 16,34 28-16-16,-34-28 0 15,24-5-272-15,-10-1-48 0,-1-1-16 0,1 0 0 16,0-1-32-16,-1-2-16 0,-2 1 0 0,-2 0 0 0,-1-1-224 0,-2 1 0 16,-2-1 0-16,-1 2 0 0,-3-1 128 15,-1 1-128-15,-3 0 0 0,-2 1 144 0,-1 0-16 0,-4 0 0 16,0 0 0-16,-1 2 0 0,-2 0 64 16,0 1 0-16,0 1 0 0,1 1 0 0,1 4-192 0,3-2 0 15,1 3 0-15,3 0 0 16,1 0-1408-16,4 0-272 0</inkml:trace>
  <inkml:trace contextRef="#ctx0" brushRef="#br0" timeOffset="120897.71">13718 8135 10127 0,'5'-5'448'0,"-3"2"96"0,0 0-544 0,0 1 0 15,-2 1 0-15,1 0 0 0,0 1 1856 0,1-2 272 0,1 1 48 0,0-3 16 16,-1 3 560-16,0 1 96 0,-2 0 32 0,-1 1 0 16,0 1-832-16,-2 0-144 15,-1 2-48-15,-1-1 0 0,-2 2-784 0,1 0-176 0,-2-1-16 0,0 4-16 16,-1-1-560-16,0 0-112 0,0 0-32 0,0 0 0 15,-1 3-160-15,1-3 0 0,2 0-160 0,1-3 160 0,1 2-208 0,4-2 48 16,-1-1 16-16,2 1 0 16,0 0 144-16,0-1 0 0,1 2 0 0,0 0 0 0,0-1 192 0,-1-4-48 15,0 0 0-15,0 0 0 16,0 0 112-16,0 0 32 0,0 0 0 0,0 0 0 0,31 35-128 16,-31-35-32-16,0 0 0 0,0 0 0 0,0 0-128 0,35 13 0 15,-35-13 0 1,0 0 0-16,0 0-416 0,31-2-112 0,-22-1-32 0,0-2-16704 0</inkml:trace>
  <inkml:trace contextRef="#ctx0" brushRef="#br0" timeOffset="121281.17">13820 8150 23039 0,'-2'1'1024'0,"2"-1"192"0,-1 2-960 0,1-2-256 0,0 0 0 0,0 2 0 16,1-2 2080-16,-1 3 368 0,3-1 80 0,-3-2 16 15,0 0-928-15,0 0-176 0,0 0-32 0,0 0-16 16,39 21-592-16,-39-21-112 0,0 0-32 0,0 0 0 0,35 0-272 0,-26 0-64 16,-9 0-16-16,0 0 0 0,23-2-304 0,-17 0 128 15,-2 2-128-15,1-3 0 0,-1 2 0 0,-2-2 0 16,1-2 0-16,-2 0 0 0,0 1-128 0,0-2-96 16,-2 2-16-16,0-4 0 15,0 2-432-15,-2-2-96 0,1 1 0 0,-3 0-16 16,1 0-256-16,0 0-48 0,-2 2-16 0,1 0 0 15,1 1 208-15,-1 2 32 0,0 2 16 0,2 0 0 0,-1 2 848 0,-1 0 320 16,2 3-16-16,-3 0 0 0,1-1 864 0,1 1 176 0,-1 2 48 16,0 1 0-16,-1 1-464 0,0 0-96 0,0 3 0 0,0 0-16 15,0 0-336-15,-1 1-64 0,3 1-16 16,-1-2 0-16,2 0-144 0,2-1-16 0,1-11-16 16,0 0 0-16,0 0-48 0,0 0-16 0,22 40 0 0,-22-40 0 15,0 0-160-15,0 0 0 0,41 14 0 0,-41-14 0 16,0 0 0-16,35 5 0 0,-35-5 0 0,0 0-176 15,30-2-480-15,-22 1-112 0,0-1 0 0,0 0-11120 16,-1-1-2208-16</inkml:trace>
  <inkml:trace contextRef="#ctx0" brushRef="#br0" timeOffset="121692.39">14159 8112 17503 0,'0'-2'1552'0,"0"0"-1232"0,0 2-320 0,1-2 0 0,-1 0 1856 0,1 1 320 15,0 1 64-15,0-2 16 0,0-1-1232 16,2 1-240-16,-1 0-48 0,-1 2-16 0,0 0-400 0,-3 0-64 16,0 2-32-16,-2 0 0 0,-1 1 48 0,-2 2 16 15,1-1 0-15,-3 3 0 0,-1 0-128 0,0 1-32 0,-2 2 0 0,0-1 0 16,0 2-128-16,2-3 0 15,1-1 0-15,0 0 0 0,4-3 720 0,0-1 112 0,3-1 32 0,1-2 0 16,2 0-80-16,1 0-16 0,1-2 0 0,1 0 0 16,3 1-528-16,-1-2-112 0,4 0-128 0,-1 2 176 15,1-3-176-15,0 1 0 0,-10 3 144 16,22-2-144-16,-13 0 0 0,-1 2 0 0,-8 0 0 0,0 0 0 16,0 0 0-16,0 0 128 0,0 0-128 15,36 18 0-15,-36-18 160 0,0 0-32 16,0 0-128-16,2 34 192 0,-4-25 64 0,-1 0 0 15,-2-1 0-15,1-1 0 0,-1 1 48 0,-1-2 16 0,0 1 0 16,-1-2 0-16,0 0-96 0,0-3-16 0,1 1 0 16,-1-1 0-16,3 0-208 0,-1-2 0 0,2-2 0 0,1 0 0 15,2-1-640-15,0 1-240 0,3-3-32 0,1 0-16080 0</inkml:trace>
  <inkml:trace contextRef="#ctx0" brushRef="#br0" timeOffset="122072.61">14314 8106 10879 0,'6'-8'240'0,"-2"4"48"0,0 1 16 0,-2-1 0 16,0 3-304-16,0-1 0 0,0 0 0 0,1 0 0 0,1-3 2336 0,2 1 416 16,-2 1 64-16,-2 0 32 0,-2 3-1104 0,-2 0-208 15,-3 1-64-15,-1 3 0 0,0-2-480 0,-2 3-96 0,-2 2-32 0,-1 0 0 16,1 0-464-16,-2 3-80 15,1-3-32-15,1 2 0 0,1-1-64 0,1 2-16 0,2-1 0 0,3 0 0 16,0-2 384-16,2 0 80 16,1-2 16-16,2 0 0 0,-2-5-160 0,0 0-16 15,0 0-16-15,0 0 0 0,0 0-160 0,42 14-16 16,-42-14-16-16,0 0 0 0,33 2-48 0,-33-2-16 16,0 0 0-16,32 5 0 0,-32-5-32 0,0 0 0 15,0 0 0-15,0 0 0 0,0 0-16 0,0 0 0 16,32 31 0-16,-32-31 0 0,0 0 0 0,-5 16-16 15,2-11 0-15,-2 0 0 0,-2 0-16 0,-2 2 0 0,0-2 0 16,-1 0 0-16,-1 1-160 0,1-3 160 16,0 2-160-16,0-3 160 0,2 0-160 0,0 0 0 0,2-2-192 0,0-2 192 31,4 0-1856-31,1-3-240 0</inkml:trace>
  <inkml:trace contextRef="#ctx0" brushRef="#br0" timeOffset="122274.61">14451 8108 22111 0,'2'-2'976'0,"0"0"208"0,0 1-944 0,-1 1-240 0,1-2 0 0,0 2 0 15,1-2 2208-15,2 1 400 0,4-1 80 0,1 0 0 0,3-1-1472 16,-1-1-320-16,0 1-48 0,-2 1-16 0,-10 2-576 0,19-5-112 16,-12 3-16-16,0 1-128 0,-7 1 0 0,0 0-352 15,0 0 48-15,0 0-9968 16,0 0-2000-16</inkml:trace>
  <inkml:trace contextRef="#ctx0" brushRef="#br0" timeOffset="122412.56">14533 8144 14735 0,'0'2'640'16,"0"-2"160"-16,0 1-640 0,0 0-160 0,0-1 0 0,0 0 0 0,0 2 2528 0,0 1 480 0,0 4 80 0,0-2 32 15,-2 4-1024-15,0 2-208 16,-2 0-32-16,0 1-16 0,1 0-784 0,-2 0-160 0,1 0-16 0,1-1-16 15,-1 0-448-15,4-11-96 0,-5 20 0 0,5-20-16 16,0 0-800-16,0 0-144 0,0 0-48 0,0 0-14992 16</inkml:trace>
  <inkml:trace contextRef="#ctx0" brushRef="#br0" timeOffset="122814.13">14659 8109 23039 0,'1'-1'1024'0,"0"-1"192"0,-1 2-960 0,1 0-256 15,0 0 0-15,0 0 0 0,-1 2 2224 0,0-2 400 16,0 0 64-16,0 0 32 0,0 0-1200 0,0 0-240 16,0 0-64-16,14 33 0 0,-14-33-432 0,0 0-80 15,0 0-32-15,-2 33 0 0,2-33-288 0,-4 22-48 0,0-12-16 0,-1 1 0 16,1 1-192-16,-2 0-128 0,1 0 160 0,2-1-160 16,0-3 0-16,0-1 128 0,2 0-128 0,0-3 0 15,0-1 0-15,1-1 0 16,0-2 0-16,0-2 0 0,0-1 0 0,2 0 0 15,0-3 0-15,1 1 0 0,0-2-384 0,0 0 16 16,1-3 16-16,2-1 0 0,-2 1-288 0,2-2-48 0,-1 1-16 16,1-1 0-16,1 1 160 0,-1 0 32 0,1 2 0 15,1 0 0-15,-2 1 240 0,2 2 48 16,-1 2 16-16,1 0 0 0,-2 2 368 0,1-1 80 0,-7 3 16 16,0 0 0-16,0 0 352 0,0 0 80 15,26 0 16-15,-26 0 0 0,0 0-64 0,0 0-16 0,0 0 0 0,0 0 0 16,0 0-208-16,0 0-32 0,14 36-16 0,-14-36 0 15,0 0-192-15,-2 26-48 0,2-26 0 0,0 0 0 16,-8 26-128-16,8-26 0 0,-5 19 0 0,5-19 0 16,0 0 0-16,0 0 0 0,-6 24 0 0,6-24 0 15,0 0-704-15,0 0-128 0</inkml:trace>
  <inkml:trace contextRef="#ctx0" brushRef="#br0" timeOffset="123278.85">14906 8205 23951 0,'5'-5'1056'0,"-2"3"224"16,0-2-1024-16,0 1-256 0,-1 1 0 0,0 1 0 0,1-1 1088 0,2 0 144 16,3-3 48-16,1-2 0 0,2 0-864 0,-2 2-160 15,0-2-48-15,-3 2 0 0,0 1 560 0,-1 1 128 16,-1 0 0-16,-1 0 16 0,0 0-512 0,-2 0-96 15,-1 1-32-15,0-3 0 0,0 3-272 0,-1-1 0 16,-1-2 0-16,-1 1 0 0,-1 2 0 0,1-1-224 16,-1-1 32-16,-2 3 16 0,2 1-176 0,-2 0-32 15,1 0-16-15,2 3 0 0,-1-1 400 0,4-2 0 16,0 0 0-16,-9 12 0 0,9-12 496 0,0 0 128 16,0 0 16-16,-5 26 16 0,5-26 64 0,0 0 16 0,0 0 0 0,0 0 0 15,0 0-240-15,4 38-48 16,-3-33-16-16,-1-5 0 0,0 0-224 0,0 0-32 15,0 0-16-15,0 0 0 0,0 0-32 0,11 38-128 16,-11-38 192-16,0 0-64 0,0 0 176 0,0 0 16 16,11 42 16-16,-11-42 0 0,0 0-96 0,0 0-32 0,0 0 0 15,12 43 0-15,-12-43-32 0,0 0-16 0,0 0 0 0,6 35 0 16,-6-35-160-16,0 0 192 0,0 0-192 0,-1 30 192 0,1-30-192 16,0 0 128-16,0 0-128 0,-10 18 128 15,10-18-128-15,-9 7 0 0,3-4 144 0,-2-3-144 16,-1 2 0-16,-3-2 128 0,-1 0-128 0,-5 0 0 0,-4-2 0 15,-5-1 0-15,-3 1 0 0,-3-1-12576 16,0 1-2512-16</inkml:trace>
  <inkml:trace contextRef="#ctx0" brushRef="#br0" timeOffset="124548.68">12456 8705 16575 0,'-9'0'1472'0,"2"0"-1168"0,2 0-304 0,2 0 0 15,2 1 0-15,0-1 0 0,-1 0 0 0,0 0 0 16,-1 2 0-16,-1-2 0 0,1 0 176 0,1 1-48 0,2-1 768 0,2-1 144 16,2 1 48-16,1-2 0 0,3 1 1136 0,1 1 224 15,-9 0 48-15,0 0 16 0,43 0-640 0,-43 0-128 16,36 3-16-16,-36-3-16 0,39 2-1072 0,-39-2-192 15,40 2-64-15,-40-2 0 0,31 0-384 0,-31 0 0 16,24-2 0-16,-15 2 0 16,-1-2-1152-16,-2-1-224 0,-2 1-32 0,-2-1-13712 0</inkml:trace>
  <inkml:trace contextRef="#ctx0" brushRef="#br0" timeOffset="124732.07">12553 8684 11967 0,'-5'7'528'0,"1"-2"112"0,0 0-512 0,3 0-128 15,-1-1 0-15,0 1 0 0,1 2 1120 0,-3 3 192 16,-1 9 32-16,-2 7 16 0,0 4 240 0,0 0 64 16,1-3 0-16,0-1 0 0,1-2-608 0,0-5-112 0,0 0-32 0,2-3 0 0,1-3-656 0,2-13-256 31,-2 23 176-31,2-23-176 0,0 0-544 0,0 0-208 0,0 0-32 0,0 0-16 16,0 0-1440-1,0 0-304-15</inkml:trace>
  <inkml:trace contextRef="#ctx0" brushRef="#br0" timeOffset="124893.09">12511 8907 911 0,'-2'-5'0'0,"0"3"0"0,0-2 0 0,2 3 0 16,0 1 2192-16,0 0 368 0,1 1 64 0,0-1 0 15,1 1 1664-15,2 0 320 0,-4-1 64 0,0 0 0 0,0 0-1568 0,31 4-320 16,-31-4-64-16,0 0-16 16,36-1-1552-16,-36 1-320 0,28-5-64 0,-14 1-16 15,-1 1-496-15,-1 0-112 0,0 0-16 0,-2-2 0 16,1 2-368-16,-1-1-80 0,0 0 0 0,-3 1-16 15,1 1-1744-15,-3 0-352 0,0 0-64 0,0 1-12320 16</inkml:trace>
  <inkml:trace contextRef="#ctx0" brushRef="#br0" timeOffset="125252.36">12818 8772 23039 0,'-3'7'1024'0,"1"-2"192"0,0-1-960 0,0 1-256 0,1 0 0 0,-1-3 0 15,-1 5 1120-15,-2 3 176 0,-2 5 48 0,-3 5 0 16,-2 4-384-16,1-2-80 0,3-4-16 0,2-1 0 16,2-5-224-16,2-1-64 0,2-5 0 0,1-2 0 15,-1-4-368-15,0 0-80 0,0 0 0 0,28 0-128 16,-17-4 0-16,1-2-272 0,1-2 16 0,2-1 16 31,0-2-656-31,0-3-144 0,0 1-32 0,-2 0 0 0,-1-1-528 0,-2 0-96 0,-1-1-32 16,-2 1 0-1,-2 2 816-15,-2 3 144 0,-1 1 48 0,-2 5 0 0,0 2 720 0,-1 1 256 0,-2 2 0 0,0 0 0 16,-1 4 1184-16,0 0 224 0,-1 2 64 0,0 1 0 0,1 1-272 16,-2 2-48-16,2-1-16 0,1 1 0 15,0 0-544-15,1 0-96 0,0-2-32 0,2-10 0 16,0 0-208-16,0 0-64 0,11 37 0 0,-11-37 0 0,0 0-64 16,0 0 0-16,0 0-16 0,0 0 0 0,39 24-240 0,-33-24-128 15,-1 2 128-15,1-4-128 0,-1 2 0 16,0-3 128-16,0 1-128 0,-1 0-11200 15,0 0-2272-15</inkml:trace>
  <inkml:trace contextRef="#ctx0" brushRef="#br0" timeOffset="125845.89">13013 8829 9215 0,'-3'0'816'0,"2"-1"-656"16,1 1-160-16,1-2 0 15,0 2 1184-15,1-1 208 0,-1 0 32 0,3-1 16 0,3-3 1184 0,1 0 224 16,4-2 48-16,0 1 16 0,0 0-384 0,0 0-80 15,1 3-16-15,-4-2 0 16,-1 3-1072-16,-2 1-208 0,-6 1-64 0,0 0 0 0,0 0-304 16,0 0-64-16,0 0-16 0,0 0 0 15,26 43-704-15,-26-43 0 0,0 0-192 0,7 35 32 0,-7-35-96 0,0 0-32 0,3 35 0 0,-3-35 0 32,1 23-304-32,-1-13-64 0,0 1-16 0,-1-1 0 15,0 1 336-15,0-1 64 0,0-1 16 0,0-2 0 0,0 1 0 0,0-2 16 16,-1 0 0-16,0 0 0 0,0 0 240 0,1 0 0 15,-1-1 0-15,0 0 0 0,1-3 0 0,0 3 0 16,1-3 144-16,0 1-144 0,0-1 416 0,1 0-16 16,2-2 0-16,0 1 0 0,3-2-144 0,0-1-48 15,1-2 0-15,1-2 0 0,3 0-208 0,0-2 0 16,-1 1 0-16,0-1 0 16,1-1-1088-16,-2 0-144 0,1 2-48 0,-2-3-13744 0</inkml:trace>
  <inkml:trace contextRef="#ctx0" brushRef="#br0" timeOffset="126081.17">13072 8917 1839 0,'-2'-3'0'0,"1"1"160"0,0 0-160 0,0 1 0 0,1 1 0 0,-1 0 0 0,1 0 2096 15,0 0 384-15,0 1 80 0,1 1 0 0,0 0 1024 0,1 0 192 16,1 1 32-16,1 2 16 0,-4-5-960 0,0 0-192 15,0 0-48-15,0 0 0 0,42 6-1232 0,-42-6-256 16,27 0-48-16,-12-3-16 0,-15 3-800 0,31-6-144 16,-16 2-128-16,-1 1 144 15,1-4-1104-15,-1 1-208 0,-1 0-48 0,-1-1-14656 0</inkml:trace>
  <inkml:trace contextRef="#ctx0" brushRef="#br0" timeOffset="126430.12">13377 8781 9215 0,'-2'0'400'0,"1"1"96"0,0 1-496 0,0-2 0 15,0 2 0-15,1-2 0 0,0 0 2816 0,0 2 448 16,-1 0 112-16,0 1 16 0,0 2-832 0,1-3-176 0,1 0-16 0,0 1-16 16,1-1-1264-16,1-1-240 15,1-1-48-15,1 0-16 0,0 0-448 0,2 0-80 0,0-1-32 0,0-1 0 16,1 2-224-16,-1-3 0 0,1 1 0 0,-3 2 0 15,-1-1 0-15,0 1-160 0,-2 0 160 0,0 0-128 16,0 1-128-16,-1 1 0 0,-1-2-16 0,-2 3 0 16,0-1 112-16,0-1 32 0,0 2 0 0,-3 0 0 15,1 2 128-15,-1 0 0 0,0-1 0 0,0 1 0 0,-1 0 0 0,0 2 144 16,2 0 0-16,-2 3 0 16,3-3 16-16,-1 2 0 0,1 1 0 0,1 0 0 15,1-1-160-15,2 0 0 0,-1-9 0 0,0 0 0 16,0 0 128-16,13 36-128 0,-13-36 0 0,0 0 128 0,0 0 0 0,0 0-128 0,0 0 192 0,40 28-64 15,-40-28-128-15,0 0 160 0,0 0-160 0,33-2 160 32,-27-2-912-32,1-1-176 0,-2 0-32 15,0 0-13056-15</inkml:trace>
  <inkml:trace contextRef="#ctx0" brushRef="#br0" timeOffset="126625.64">13351 8869 3679 0,'-7'5'320'0,"3"-4"-320"0,1 0 0 16,0 1 0-16,1-2 2752 0,2 1 464 16,0 1 112-16,-2 0 0 0,0 1 320 0,0 1 64 0,1 1 16 0,1 0 0 15,1-1-1280-15,1-1-256 0,2-1-48 0,0-1-16 16,-4-1-1072-16,0 0-224 16,0 0-32-16,0 0-16 0,44 4-512 0,-44-4-96 0,25-4-32 0,-25 4 0 15,26-5-144-15,-26 5 0 16,25-5 0-16,-13 0 0 15,-1-1-1088-15,-1 0-208 0</inkml:trace>
  <inkml:trace contextRef="#ctx0" brushRef="#br0" timeOffset="126797.61">13574 8724 17503 0,'1'0'1552'0,"-1"-1"-1232"0,2 1-320 0,-1 0 0 16,1 0 1984-16,0 0 320 0,2-1 80 0,2 1 16 15,-6 0-1008-15,0 0-208 0,32-2-32 0,-32 2-16 16,0 0-1344-16,31-3-272 0,-22 3-48 0,-9 0-12368 16</inkml:trace>
  <inkml:trace contextRef="#ctx0" brushRef="#br0" timeOffset="126958.77">13623 8814 18431 0,'1'0'816'0,"-1"0"160"0,1 0-784 0,0 1-192 16,-1-1 0-16,0 2 0 0,2 0 2304 0,-2-2 400 16,0 0 96-16,0 0 16 0,0 0-896 0,8 41-160 15,-8-41-32-15,0 28-16 0,0-28-1120 0,-3 26-208 16,1-14-64-16,2-12 0 16,-2 22-864-16,2-22-176 0</inkml:trace>
  <inkml:trace contextRef="#ctx0" brushRef="#br0" timeOffset="127548.52">13999 8592 13823 0,'4'-10'1216'0,"-2"5"-960"16,1-2-256-16,-1 3 0 0,0 1 1248 0,-1 1 208 15,0-1 32-15,1-1 16 0,1-3 160 0,-1 0 48 16,-2-1 0-16,-2 4 0 0,-3-1-576 0,-2 2-112 0,-3 3-32 15,-2 0 0-15,-1 0-240 0,-1 3-48 16,1 2-16-16,0-1 0 0,1 2-304 0,-1 2-48 0,3 0-16 0,0 2 0 16,2 1-128-16,-1 3-48 0,3-2 0 0,0 5 0 0,1 1-144 0,1 5 128 15,1 2-128-15,2 3 128 16,2 4 224-16,2 1 32 0,2 1 16 0,-1 0 0 16,2-3-112-16,-6-31-32 0,10 57 0 0,-10-57 0 15,9 55-256-15,-9-55 0 0,9 50 0 0,-9-50 0 31,4 46-480-31,-4-46-96 0,-2 34-32 0,-3-22 0 0,-1-3-848 16,0-2-160-16,-2-2-48 0,1 0 0 0,0-4 608 0,-1-2 112 16,1-1 32-16,-1-3 0 0,0-2-48 0,0-4 0 15,0-2 0-15,1-3-8832 0</inkml:trace>
  <inkml:trace contextRef="#ctx0" brushRef="#br0" timeOffset="127714.99">13780 8790 9215 0,'-1'-6'400'0,"-1"1"96"0,0 2-496 0,1 1 0 16,0 1 0-16,1 1 0 0,0 1 2944 0,1-1 480 15,-1 2 96-15,2 1 32 0,-2-3 240 0,0 0 48 16,0 0 16-16,0 0 0 0,0 0-2048 0,42 21-400 16,-42-21-96-16,0 0-16 0,46 2-784 0,-46-2-144 15,40-4-48-15,-19-1 0 0,0 0-320 0,1-2 144 16,-3 2-144-16,1-2 0 16,-1-1-288-16,-1 0-160 0</inkml:trace>
  <inkml:trace contextRef="#ctx0" brushRef="#br0" timeOffset="127880.01">14155 8663 11967 0,'4'-4'1072'0,"-2"1"-864"0,0 0-208 0,1 1 0 16,0 2 2032-16,-1-2 352 0,1 1 80 0,1-1 16 16,4 0-848-16,1-1-160 0,1 1-48 0,0 0 0 15,-10 2-1584-15,0 0-320 0,0 0-64 0,0 0-10464 16</inkml:trace>
  <inkml:trace contextRef="#ctx0" brushRef="#br0" timeOffset="128033.16">14162 8764 5519 0,'-3'3'496'0,"2"-3"-496"0,0 2 0 0,0-1 0 0,1 1 3520 0,0-1 624 16,0 0 112-16,1 4 32 0,-1-5-64 0,0 0 0 15,0 0 0-15,5 38 0 0,-5-38-2544 16,0 0-512-16,4 31-96 0,-4-31-32 0,0 0-832 0,2 26-208 0,-2-26 0 15,0 0 0 1,0 0-528-16,0 0-160 0,6 30-16 0,-4-27-16320 16</inkml:trace>
  <inkml:trace contextRef="#ctx0" brushRef="#br0" timeOffset="128562.59">14486 8720 27647 0,'1'-3'2448'0,"-1"1"-1952"16,-1 0-496-16,0 2 0 0,0 2 1248 0,-1-2 160 16,1 0 16-16,-3 0 16 0,-1-2-592 0,-1 2-112 0,-2 2-32 0,-1-2 0 15,0 0-480-15,-1 0-96 16,0 0-128-16,0 2 176 0,0-1-176 0,0 1 0 16,0 0 144-16,-2 2-144 0,3 2 224 0,0 0-32 15,1 2 0-15,-1-1 0 0,2 4 192 0,-1 1 48 0,2 0 0 0,0 3 0 16,2 1-48-16,4-16-16 0,-3 26 0 0,3-26 0 15,0 0-48-15,0 0 0 0,22 41 0 16,-22-41 0-16,0 0-320 0,39 19 0 16,-39-19 0-16,35 7 0 0,-35-7-432 15,40-5-144-15,-18 0-48 0,0-4-16800 0</inkml:trace>
  <inkml:trace contextRef="#ctx0" brushRef="#br0" timeOffset="129014.26">14667 8762 7359 0,'0'-1'656'0,"0"0"-528"0,1-1-128 0,1-1 0 16,-1 3 3520-16,0-2 656 0,1 0 144 0,0-1 32 0,4-1-768 0,1-2-128 16,2 0-48-16,-2 0 0 15,0 2-2352-15,1-3-480 0,-3 2-80 0,0 0-32 16,0 0-464-16,-2 1 0 0,-1-1 0 0,-1-2 0 16,-1 3-160-16,-2 1-32 0,0 0 0 0,-3 1 0 15,-1 1-352-15,0 0-80 0,-3 2-16 0,-1 0 0 16,0 2-96-16,-1 1-32 0,-1 1 0 0,0 0 0 0,-1 3 608 0,2 0 160 15,0 0 0-15,0 3 0 0,1 1 448 16,2 0 176-16,1 1 16 0,1 0 16 0,3 1-144 16,3-14-48-16,-3 26 0 0,3-26 0 0,0 0-64 0,0 0-16 15,10 36 0-15,-10-36 0 0,0 0-160 0,0 0-32 16,0 0-16-16,0 0 0 0,36 7-48 0,-30-11 0 16,1 1 0-16,0-2 0 0,2-2-128 0,0-3 0 15,0 1 0-15,0-3 0 16,1-1-320-16,-2 1-80 0,-1 0-32 0,-1 0 0 15,0 0-432-15,-2 0-96 0,0 2 0 0,0 3-16 0,-3 0 464 0,1 2 80 0,-1 3 32 0,-1 0 0 16,0 4 400-16,-1-2 0 0,0 3 192 0,0 0-64 16,1 0 592-16,-1 3 128 0,0 0 32 0,0 2 0 15,1-8-80-15,0 0-16 0,0 0 0 0,0 35 0 16,0-35-192-16,0 0-32 0,0 0-16 0,6 35 0 16,-6-35-176-16,0 0-48 0,0 0 0 0,0 0 0 15,34 22-320-15,-34-22 144 0,0 0-144 0,28-2 0 0,-28 2-192 16,20-8-160-16,-10 4-32 0,0-4 0 15,0 0-2560-15,-1 0-512 0</inkml:trace>
  <inkml:trace contextRef="#ctx0" brushRef="#br0" timeOffset="129193.36">14945 8544 15663 0,'3'-6'688'0,"-2"3"144"0,0 2-656 0,-1-1-176 16,0 2 0-16,0 2 0 15,0 1 2720-15,-1 2 512 0,-1 2 96 0,-1 7 32 0,0 3-816 0,-2 4-176 16,-1 5-16-16,0 0-16 0,-1 3-1040 0,0 1-208 15,-1-1-32-15,0-1-16 0,2-1-528 0,1-4-96 16,1-2-32-16,4-21 0 0,-3 31-224 0,3-31-160 0,0 0 192 0,0 0-192 16,4 33 0-16,-4-33-224 0,0 0 16 0,0 0 0 15,19-8-1776-15,-14 0-368 0</inkml:trace>
  <inkml:trace contextRef="#ctx0" brushRef="#br0" timeOffset="129395.02">14839 8592 9215 0,'-7'2'816'0,"4"-1"-656"16,1 0-160-16,0-1 0 0,1 2 3680 0,1-2 704 15,0 3 144-15,-1-1 16 0,1 3-512 0,0-5-128 0,0 0 0 16,0 0-16-16,0 0-2640 0,0 0-528 0,0 0-96 0,0 0-32 16,38 28-304-16,-38-28-64 0,22-2-16 0,-10 0 0 0,2 0-208 0,0-3 0 15,1 2 128-15,0-1-128 16,-1 1 0-16,0-1 0 0,1 1-192 0,0 2-18672 15</inkml:trace>
  <inkml:trace contextRef="#ctx0" brushRef="#br0" timeOffset="129554.65">15116 8618 29487 0,'4'-3'1296'0,"-3"1"288"0,2-1-1264 0,0 1-320 16,0 1 0-16,-1 0 0 0,0 1 1440 0,3-4 224 15,3 1 64-15,2-1 0 0,0 1-1216 0,-1 0-224 16,-1-1-48-16,-2 3-16 16,-1 1-800-16,-2 0-144 0,-2 0-48 0,-1 3 0 0</inkml:trace>
  <inkml:trace contextRef="#ctx0" brushRef="#br0" timeOffset="129730.16">15093 8750 20271 0,'0'1'1792'0,"1"1"-1424"16,-1-2-368-16,0 0 0 0,0 2 3088 0,0-2 560 0,-1 5 96 16,-1-1 32-16,2-4-1520 0,-6 22-288 0,2-8-64 15,-1 0-16-15,-1 0-1488 0,1-1-400 0,-1-2 128 0,6-11-128 16,-4 22-240-16,4-22-96 0,0 0-32 0,0 0-17392 16</inkml:trace>
  <inkml:trace contextRef="#ctx0" brushRef="#br0" timeOffset="130394.43">15204 8732 27647 0,'-1'0'1216'0,"0"0"256"0,0 2-1168 0,0-2-304 0,0 2 0 0,1 0 0 16,-1 1 2032-16,1-3 336 0,-5 15 80 0,0-1 16 0,0 4-1040 0,0-1-208 16,5-17-32-16,-6 33-16 0,6-33-784 0,-1 28-144 15,1-28-48-15,0 0 0 16,0 0-192-16,13 36 0 0,-13-36 128 0,0 0-128 0,0 0 0 0,0 0 0 15,0 0 0-15,36 10 0 0,-29-15 0 0,1-2-160 16,0-1 160-16,-1-3-192 0,3-1-32 16,-3 0-16-16,0 0 0 0,0-4 0 0,-1 1 48 0,-3 1 16 15,0 0 0-15,-2 0 0 0,-2 0 176 0,-2 2 0 0,0 1 0 16,-2 2 0-16,-1 3 0 0,-1-1 0 0,-1 3 0 16,-2 3 0-16,2 1 144 0,-1 2 112 0,-1 3 32 0,1 0 0 15,1-1-32-15,0 4-16 0,2-1 0 0,1 2 0 16,2-2-96-16,3-7-16 0,0 0 0 0,0 0 0 15,0 0-128-15,0 0 0 0,14 33 0 0,-14-33 128 16,0 0-128-16,0 0 0 0,39 2 0 0,-28-4 0 16,2 0-128-16,-2-3-16 0,0 0 0 0,-1 1 0 15,1-1-112-15,-1 0 0 0,0 1-16 0,-2-1 0 0,0 0 272 16,-1 1-192-16,0 1 192 0,-1 0-160 16,-1 1 160-16,1 1 0 0,-1 0 128 0,-2 1-128 0,2 0 240 15,-5 0-32-15,0 0 0 0,0 0 0 0,0 0-16 16,0 0-16-1,0 0 0 1,0 0 0-16,18 35-176 0,-18-35 192 0,0 0-192 0,-5 24 192 0,5-24-192 0,-9 18 0 0,3-7 144 0,0-2-144 16,6-9 0-16,-9 17 128 0,5-12-128 0,4-5 0 0,0 0 144 0,-7 13-144 15,7-13 192-15,0 0-192 0,0 0 192 0,0 0-64 16,0 0 0-16,0 0-128 16,10-3 0-16,-5 0 0 0,0-3 0 0,0 2 0 0,1-5 0 15,1 0 0-15,3-1-160 0,0-2 160 16,1 0-448-1,-1 0 16-15,1-2 16 0,-1 2 0 0,0 0 16 0,0 2 0 0,-1 2 0 0,-2 0 0 16,2 1 224-16,-2 0 176 0,0 2-208 0,-1 0 80 0,-1 1 128 0,-1 2 128 16,1 1-128-16,-1 1 176 0,-4 0 192 0,0 0 32 0,0 0 16 15,0 0 0-15,0 0-32 0,0 0 0 16,8 43 0-16,-8-43 0 0,-3 30-112 0,3-30-16 16,-3 38-16-16,3-38 0 0,-6 38 0 0,6-38 0 15,-5 32 0-15,5-32 0 0,-2 29-96 0,2-29-16 16,0 0 0-16,-4 29 0 0,4-29-128 0,0 0 0 15,0 0 0-15,0 0-13296 0,0 0-2640 0</inkml:trace>
  <inkml:trace contextRef="#ctx0" brushRef="#br0" timeOffset="172146.71">3957 7536 3679 0,'6'-7'320'0,"-2"2"-320"15,-2 1 0-15,0 0 0 0,0 3 848 0,-2-1 112 0,1 2 0 16,-1-3 16-16,1 1 1248 0,0 0 240 16,-1-1 48-16,-2 3 16 0,-1 0-208 0,-1 0-32 0,-1 3-16 0,-2 1 0 15,1 1-480-15,-3 0-112 0,0 2-16 0,-1-1 0 16,1 2-512-16,-2-1-96 0,0 1-32 0,-1-1 0 16,0 2-336-16,-1 1-80 0,0 1-16 0,-2 2 0 15,-3 4-320-15,-3 3-64 0,-2 6-16 0,-2 1 0 16,0 2-192-16,-4 5 0 0,-6 7 0 0,-4 6 0 15,-3 5 0-15,-7 8 0 0,-6 8 0 0,-2 1 0 16,6-5 0-16,0 0 128 0,-2 7-128 0,2 2 0 16,-3 4 256-16,4-4-32 0,7-14-16 0,-2 8 0 0,1 6 0 15,1-2 0-15,3 1 0 0,6-8 0 0,4-8-208 16,8-7 176-16,6-8-176 0,5-3 160 0,3-1-16 0,0-2 0 16,2-2 0-16,0 0 0 15,-1-2 32-15,0-3 0 0,-2-2 0 0,3-5 0 0,-1-1-176 0,2-5 0 16,5-15 0-16,-7 23 0 0,7-23 0 0,0 0-144 15,0 0 144-15,16-3-17792 16</inkml:trace>
  <inkml:trace contextRef="#ctx0" brushRef="#br0" timeOffset="172631.74">3923 7548 4607 0,'6'-2'400'0,"-2"-2"-400"16,1 3 0-16,-2-1 0 15,-2 0 1472-15,0 2 224 0,1 0 32 0,0-1 16 0,2 1 432 16,-1-2 96-16,0 1 16 0,-1 1 0 0,-1 0-656 0,-2 0-128 15,-1 0-32-15,-1 1 0 0,0-1-624 0,-2 2-128 16,0-1-16-16,-2 3-16 0,0-1 0 0,-2 0 0 16,-1 1 0-16,-3 3 0 0,-2 0-256 0,-3 0-48 0,-3 5-16 0,-1-2 0 15,-1 4-48-15,-1-2 0 0,0 2 0 16,2 0 0-16,3-2 112 0,3-2 16 16,3 1 0-16,3-4 0 0,3 0-304 0,4-4-144 15,2-1 160-15,4-4-160 0,3-1-480 16,4-4-192-16,6-3-32 0,3-3-13584 0</inkml:trace>
  <inkml:trace contextRef="#ctx0" brushRef="#br0" timeOffset="172759.04">3986 7470 10127 0,'-2'0'896'0,"0"0"-704"0,0 2-192 0,1-1 0 16,0 3 2880-16,-2-1 560 0,-2 1 96 0,-3 4 32 16,-2 3-416-16,-4 6-80 0,0 4 0 0,0 3-16 15,0 4-1776-15,1 3-368 0,2 3-64 0,1-2-16 16,1-2-624-16,4-5-208 0,5-25 128 0,-6 41-16608 15</inkml:trace>
  <inkml:trace contextRef="#ctx0" brushRef="#br0" timeOffset="174557.67">2264 9576 20271 0,'4'-7'1792'0,"-2"4"-1424"0,1 1-368 0,-2 2 0 0,-1 0 1632 0,1 0 256 16,1-3 48-16,0 1 16 0,-1 2-864 0,-4 3-160 15,-2 4-32-15,-2 4-16 0,-3 3-880 0,0 0 0 16,-1 3-208-16,0 0 32 0,-1 2 176 0,0 2 0 15,0 1 0-15,-1-1 128 0,1 0-128 0,1 1 176 16,0-1-176-16,0-2 192 0,3-3-192 0,1-2 0 0,2-2 0 0,2-4 0 16,2-4-784-16,1-4-48 15,3-2 0-15,1-3-7616 0,1-2-1536 0</inkml:trace>
  <inkml:trace contextRef="#ctx0" brushRef="#br0" timeOffset="174760.22">2240 9548 7599 0,'6'-20'160'0,"-1"8"32"0,-1 0 16 0,-2 5 16 0,0 3-224 0,0 3 0 15,-1-2 0-15,2-2 0 0,1-2 2576 0,2-1 480 16,0 1 80-16,1 0 32 0,-1 4-864 0,-6 3-160 0,0 0-32 0,0 0-16 16,0 0-560-16,36 48-128 0,-36-48 0 0,15 54-16 31,-15-54-496-31,12 57-112 0,-12-57-16 0,11 53 0 16,-11-53-208-16,8 46-48 0,-8-46-16 0,8 38 0 0,-8-38-336 15,6 31-160-15,-6-31 160 0,0 0-160 16,5 31-480-1,-4-26-192-15,-1-3-32 0,0 1-9664 0,0-3-1920 0</inkml:trace>
  <inkml:trace contextRef="#ctx0" brushRef="#br0" timeOffset="174955.23">2234 9687 22111 0,'-4'2'976'0,"1"-2"208"0,1 0-944 0,1 0-240 16,1 0 0-16,0 0 0 0,1 0 1616 0,0-2 288 15,2 2 48-15,0-3 16 0,4 1-368 0,0-2-80 16,-7 4-16-16,20-8 0 0,-20 8-720 0,22-7-144 16,-22 7-16-16,23-5-16 0,-23 5-608 0,0 0 0 15,38 0 0-15,-38 0-128 16,0 0-1312-16,43 8-256 0,-43-8-48 0,0 0-12720 0</inkml:trace>
  <inkml:trace contextRef="#ctx0" brushRef="#br0" timeOffset="175279.76">2664 9658 11967 0,'0'0'528'16,"0"0"112"-16,1 1-512 0,0-2-128 0,0 1 0 0,-1-2 0 0,2 2 2240 16,0-2 400-16,0-1 96 0,-1-2 16 0,1 1-224 0,-1-3-32 15,-1 2-16-15,0 0 0 0,-1 1-1472 0,-1 0-304 16,0 1-48-16,-1-2-16 0,-1 2-96 0,-1 1-32 15,-1-2 0-15,-1 1 0 0,-1 3-352 0,0-2-160 16,0 2 128-16,-2 2-128 0,1 0 0 0,-1 3 0 16,1-3 0-16,-2 3 0 0,2 2 0 0,-1 0 0 0,2 3 0 0,-1 1 0 15,3-1 128-15,0 3 32 16,1 2 16-16,1 2 0 0,1 0 16 0,0-1 16 16,3-16 0-16,0 31 0 0,0-31-80 0,7 31-128 15,-7-31 176-15,0 0-176 0,25 31 272 0,-25-31-48 16,0 0-16-16,39 5 0 0,-22-12-208 0,-1 0-192 0,2-3 48 15,1-4-10896-15,2-2-2176 16</inkml:trace>
  <inkml:trace contextRef="#ctx0" brushRef="#br0" timeOffset="175498.19">2876 9497 14735 0,'-1'-9'640'0,"1"4"160"0,1 0-640 0,0 3-160 16,0 0 0-16,-1 2 0 0,0 0 2272 0,1 0 416 0,0 0 96 0,0 2 16 15,-1-2-1072-15,0 0-224 0,0 0-32 0,-4 33-16 16,0-21 32-16,0 5 16 0,0 1 0 0,-1 4 0 31,-1-3-1776-31,-2 2-368 0,0 1-64 0,-1-1 0 0,0 2 704 0,2-1 240 0,1-5 0 0,2-1 0 0,1-2-240 0,3-14 0 16,0 0 0-16,0 0 0 0,0 0 0 0,0 0-128 16,0 0-16-16,0 0 0 31,38 10-1072-31,-28-17-192 0,1-4-64 0,1-1 0 0,0-1-592 0,0 0-128 0</inkml:trace>
  <inkml:trace contextRef="#ctx0" brushRef="#br0" timeOffset="175695.46">2807 9597 7359 0,'-5'2'656'16,"0"1"-528"-16,3-1-128 0,1-2 0 0,1 0 2336 0,-2 1 432 0,0 2 96 0,-3 1 16 15,-1 1 480-15,2 1 96 0,1-1 32 0,3-5 0 16,0 0-1360-16,0 0-272 15,0 0-48-15,0 0-16 0,0 0-960 0,0 0-208 0,43 12-48 0,-43-12 0 16,28-7-384-16,-13 4-64 0,3-4-128 0,0 1 176 16,0 0-176-16,1-1 0 15,-2 0 0-15,1 0 0 16,-2-3-768-16,-1 1-192 0,0-1-48 0,-1 1-15392 0</inkml:trace>
  <inkml:trace contextRef="#ctx0" brushRef="#br0" timeOffset="175857.19">3082 9515 13823 0,'5'-3'608'0,"0"0"128"0,0-1-592 0,-2 1-144 0,0 3 0 0,0 0 0 15,1-2 1792-15,-4 2 320 0,16-7 64 0,-2 3 0 16,1-2-1344-16,-2 3-288 0,-13 3-48 0,17-4-16 16,-17 4-1728-16,0 0-352 0,28-5-64 0,-28 5 0 15</inkml:trace>
  <inkml:trace contextRef="#ctx0" brushRef="#br0" timeOffset="176030.49">3161 9611 12895 0,'0'0'1152'0,"0"0"-928"16,0 0-224-16,0 0 0 0,-4 14 1200 0,2-11 192 15,2-3 32-15,-7 18 16 0,1-3-848 0,-1 0-160 16,-1 3-48-16,0-4 0 0,0 1-384 0,1-3 0 15,1-1 0-15,2-4-176 16,2-2-576-16,1 0-112 0</inkml:trace>
  <inkml:trace contextRef="#ctx0" brushRef="#br0" timeOffset="176728.22">3327 9554 8287 0,'-8'7'736'0,"3"-4"-592"0,1 1-144 0,0 1 0 0,2-2 2320 0,1-1 432 16,-2 2 96-16,-2 1 16 0,-2 5 112 0,-2 2 32 16,0 2 0-16,1 0 0 0,1 0-1488 0,3-4-304 0,1 1-48 0,3-11-16 15,0 0-256-15,0 0-64 0,0 0-16 0,0 0 0 0,0 0-432 0,0 0-64 16,33 25-32-16,-24-28 0 16,-9 3-288-16,19-10 0 0,-9 1 0 0,0 0 0 15,0-1-400 1,-1-2-48-16,0 3 0 0,0-1 0 15,-2-1 16-15,-1 1 0 0,-1 0 0 0,-1 3 0 0,-1-2 432 0,-2 2 0 0,-1 0 0 0,0 0-128 0,-2 2 128 16,-1 0 0-16,-2 2 0 0,0 0 0 16,-1 0 0-16,0 0 0 0,-2 1 0 0,1 2 0 15,-1 2 0-15,2 3 0 0,0-3 0 0,3 3 0 0,-1 0 272 0,2-1-16 0,1-1 0 16,1-1 0 0,0-2 0-16,0 0 0 0,0 0 0 0,0 0 0 0,0 0-256 0,0 0 160 0,32 3-160 0,-24-8 128 15,-8 5 32-15,20-12 0 16,-8 6 0-16,1-2 0 0,0 1-32 0,0-3-128 15,0 4 192-15,-1-2-64 0,0 1-128 16,-2 2 0-16,-1-1 0 0,-1 2 0 0,-8 4 144 0,14-6-144 16,-7 3 160-16,-2-1-160 0,-5 4 208 0,0 0-48 15,0 0-16-15,0 0 0 0,0 0 64 0,0 0 16 0,0 0 0 0,32 2 0 16,-32-2-16-16,0 0 0 0,0 0 0 0,0 0 0 16,0 0-208-16,0 0 128 0,0 0-128 0,10 40 0 15,-10-40 128-15,-4 21-128 0,4-21 0 16,-7 24 0-16,2-12 0 0,0 1 128 0,-1 0-128 15,2-1 0-15,-1-2 0 0,0-3 176 0,5-7-176 0,-6 17 160 16,6-17-160-16,-8 14 0 0,8-14 144 0,0 0-144 0,-4 14 0 16,4-14 0-16,0 0 0 0,0 0 0 15,0 0 0-15,9-8 0 0,-4 1 0 0,1-2 0 16,1-1 0-16,2-2-128 0,0-2 128 0,1-2-192 0,1-1-160 0,-1 0-32 16,0 1-16-16,1-3 0 15,1 0-64 1,0 3-16-16,-2 2 0 0,2 2 0 0,-2 0 480 0,0 3-144 0,-1 3 144 0,-1-1 0 15,-8 7 0-15,14-4 304 0,-14 4-48 0,0 0-16 0,0 0 368 16,0 0 80-16,0 0 16 0,8 42 0 16,-8-42-448-16,-6 29-96 0,3-12-16 0,-1 0 0 0,0-2-16 0,1 2-128 0,3-17 192 0,-6 32-64 15,6-32-128 1,-2 23 128-16,2-23-128 0,0 0 128 16,0 0-128-16,0 0 0 0,0 0 0 0,0 0-18432 15</inkml:trace>
  <inkml:trace contextRef="#ctx0" brushRef="#br0" timeOffset="178429.49">2404 10268 8287 0,'-1'0'736'0,"0"0"-592"16,0 0-144-16,0 0 0 0,1 0 1440 0,-2 0 256 0,0 0 48 0,-3 2 16 0,-2 1 704 0,0 4 144 16,0-2 16-16,2 4 16 0,-1-2-832 0,3 0-160 15,0 0-48-15,3-7 0 16,0 0-608-16,0 0-128 0,0 0-32 0,0 0 0 15,0 0-288-15,0 0-64 0,0 0-16 0,0 0 0 0,43 17-112 16,-31-25-32-16,0-1 0 0,1-3 0 16,0-1-112-16,-1 0-16 0,1-1-16 0,-1 0 0 0,1-1-176 0,-1-1 0 15,-2 2 144-15,-2 2-144 16,-1 0-256-16,-2 2-128 0,-1-2-32 0,-1 3 0 16,-3 1-80-16,-1 2-16 0,-3 1 0 0,0 3 0 0,-2 0 320 0,-1 4 192 15,-2-2-208-15,1 2 80 0,-1 3 0 16,-2 0 0-16,0 0 0 0,-1 4 0 0,1-1 336 0,-1 3 80 15,2-2 16-15,-1 1 0 0,0 2 80 0,0-2 32 16,2 2 0-16,1-1 0 0,0 1 48 0,2 0 16 16,0 2 0-16,1 0 0 0,1 0-96 0,0 1 0 15,4-15-16-15,-4 26 0 0,4-26-208 16,-3 24-32-16,3-24-128 0,0 0 192 0,-3 29-48 0,3-29-16 16,0 0 0-16,0 0 0 0,0 0 0 0,0 0-128 15,0 0 192-15,28 29-64 0,-28-29-128 0,0 0 192 16,30-4-192-16,-30 4 192 0,25-10-192 0,-11 4 160 15,1 0-160-15,0-2 160 0,1 0-160 0,0-2 0 16,-1 2 0-16,0-2 0 16,0 0-800-16,0 0-144 0,-1-1-16 0,-1 1-15760 0</inkml:trace>
  <inkml:trace contextRef="#ctx0" brushRef="#br0" timeOffset="178844.62">2810 10090 6447 0,'3'-7'576'0,"-1"1"-576"0,0 1 0 0,0 2 0 0,-1 2 2720 0,0-1 432 16,0 2 96-16,1-1 16 0,1 0-336 0,0 1-64 16,0 2-16-16,-3-2 0 0,0 0-1408 0,2 29-288 15,-2-29-48-15,-4 34-16 0,3-13-544 0,-1 2-112 16,0 1-32-16,0 2 0 0,0 0-400 0,1-2 0 16,-1-2 0-16,2-22-176 15,1 35-240-15,-1-35-48 0,0 0-16 0,0 0 0 0,0 0 112 0,0 0 32 16,0 0 0-16,35 15 0 0,-29-24 512 0,1-5 96 0,3-2 32 0,0-6 0 15,-1 1 656-15,1-3 128 16,2-1 16-16,-1 1 16 0,1-2-352 0,0 0-64 16,-1 3 0-16,0 1-16 0,-1 3-256 0,0 0-48 0,-1 2-16 15,0 0 0-15,-1 3-368 0,0 2 0 16,-1 5 0-16,-1 3 128 16,-2 1-448-16,-4 3-64 0,0 0-32 0,0 0-11056 0,0 0-2224 0</inkml:trace>
  <inkml:trace contextRef="#ctx0" brushRef="#br0" timeOffset="179679.18">3216 10149 911 0,'-1'-5'0'0,"0"1"0"0,0 0 0 0,1 1 0 15,0 2 2384-15,0-1 400 0,1 0 80 0,-1-3 16 0,1-2-112 0,0 0-16 0,1-2 0 0,-1 1 0 16,1 1-384-16,-1 2-64 16,-1 1-32-16,0-1 0 0,-1 2-336 15,0 3-64-15,0-2-16 0,-1 1 0 0,1 1-928 0,-1-1-192 16,1 1-32-16,0 0-16 16,-1-2-464-16,-1 2-96 0,0-3 0 0,0 1-128 0,0-1 0 15,-1 0 0-15,0-1 0 0,1-1 0 16,-1 3 0-16,-1 0 0 0,1-2 0 0,-1 3 0 0,0 1 0 0,0 0-144 0,-2 3 144 0,1 0 0 15,-2 3 0-15,-1 3 0 16,-1 1 0-16,0 3 0 16,-1 0 0-16,0 1 0 0,2 0 0 0,0 0 0 0,0 3 0 0,1 0 0 15,2-1 0-15,1-1 0 0,5-15 0 0,-4 28 0 16,4-28 0-16,0 0 128 0,0 0-128 0,0 0 0 0,0 0 0 0,32 29 128 0,-32-29-128 0,18-7 0 31,-7 2 0-31,-2-3 0 0,0 2 0 0,0-4 0 16,1 1 0-16,0-1 0 0,-1-2-208 0,0 0 32 15,0 1 16-15,0-1 0 0,-2 0-32 0,0 1 0 16,-1 1 0-16,-3 2 0 0,1 1 192 0,-2 3-208 16,0-1 80-16,-2 3 128 0,0 1 0 0,-1 1 0 15,0 2 0-15,-1 1 0 0,0 0 0 0,0 1 0 16,0 1 0-16,1 0 0 0,-1-1 208 0,0 2-32 0,1 0-16 0,0-1 0 16,1-5 112-16,0 0 32 0,0 0 0 0,0 0 0 15,4 31-48-15,-4-31 0 0,0 0 0 0,0 0 0 16,0 0-48-16,0 0-16 0,0 0 0 0,32 24 0 15,-32-24-192-15,0 0 144 0,0 0-144 0,0 0 128 16,33 6-128-16,-33-6 0 0,0 0 0 0,0 0 0 16,0 0 0-16,0 0 0 0,0 0 0 0,32 3-12048 15,-28-3-2496-15</inkml:trace>
  <inkml:trace contextRef="#ctx0" brushRef="#br0" timeOffset="180513.24">3494 9905 23039 0,'-1'0'2048'0,"0"0"-1648"31,1 0-400-31,0 0 0 0,0 0 1792 0,0 0 288 0,-5 12 48 0,1-5 16 16,-1 5-560-16,-3 2-112 0,1 5-32 0,-1 0 0 0,1 2-1152 15,1-1-288-15,-1 3 0 0,2 1 0 0,0 0 240 0,0-5-16 16,5-19 0-16,-4 42 0 16,4-42 288-16,0 38 64 0,0-38 16 0,0 0 0 15,14 38-384-15,-14-38-80 0,0 0 0 0,0 0-128 0,37 9 0 16,-27-13 0-16,1-4 0 0,0-1 0 0,0-3 0 0,1-1 0 16,-1 0 0-16,-1 1 0 15,0-2 0-15,0 0 128 0,-2 2-128 0,2-2 0 16,0-1 0-16,0-1 0 0,-1 3-160 0,1 0 160 0,-2 1-320 0,-1 2 64 15,1-3 16-15,-2 3 0 0,-1 3 240 0,0-3-192 16,-2 4 192-16,-1 0-192 16,1 2 192-16,-2 1 0 0,1 1 0 0,-1 0 0 0,0 2 0 0,-1 2 0 15,0-2 144-15,0 0-144 0,0 0 416 0,-5 26-16 16,5-26 0-16,-6 23 0 0,2-8-80 16,0-1 0-16,1 0-16 0,-1 1 0 0,0-1-304 0,1 0 0 15,0 2 128-15,3-16-128 0,-1 32 0 0,1-32 0 16,0 0 0-16,0 0 0 0,8 35 0 0,-8-35 0 15,0 0 0-15,0 0 0 0,0 0 0 0,29-2 0 0,-21-3 0 16,-1-2 0-16,3-3-240 0,0-1 0 16,1-3 0-16,1-1 0 15,-1 1-720-15,0-1-128 0,0-1-48 0,-1 2 0 16,-3 0-432-16,0 0-96 0,-2 4 0 0,0 0-16 16,-2 1 848-16,-2 4 160 0,1 0 32 0,-2 3 16 0,-1 2 624 0,-1 0 0 15,0 2 0-15,-1 1 0 0,1-1 512 0,-1 1 112 0,1 1 16 0,2-4 16 0,0 0 208 16,-5 13 32-16,5-13 16 0,0 0 0 15,0 0-224-15,0 0-48 0,-3 21-16 0,3-21 0 16,0 0-48-16,0 0-16 0,0 0 0 0,0 0 0 16,2 28 16-16,-2-28 16 0,0 0 0 0,0 0 0 0,0 0-208 0,2 33-32 15,-2-33-16-15,0 0 0 16,0 0-208-16,0 0-128 0,4 33 128 0,-4-33-128 16,0 0 0-16,0 0 0 0,0 0 0 0,0 0 0 15,24 34 0-15,-24-34 0 0,0 0 0 0,0 0 0 16,30 2-144-16,-30-2-48 0,15-7-16 0,-7 0-17776 15</inkml:trace>
  <inkml:trace contextRef="#ctx0" brushRef="#br0" timeOffset="181191.08">4028 10102 18431 0,'-1'0'816'0,"1"0"160"0,0 0-784 0,1 0-192 0,0 0 0 0,-1 0 0 16,1 0 1872-16,0 0 336 0,2 0 64 0,-3 0 16 16,0 0-352-16,0 0-64 0,19-5-16 0,-13 0 0 0,0 3-1104 0,0-3-240 15,2-2-32-15,-2 0-16 0,1 1-464 0,-2-2 0 16,0-1 0-16,-2 1 0 0,-2 1 0 0,-1-2-256 15,-2 1 16-15,-1 2 16 16,-1 0-160-16,-2 2-16 0,0 2-16 0,-1-1 0 0,-2 4 416 0,-1 1-128 16,0 1 128-16,1 1 0 0,0 3 208 0,-1 0 128 15,0 2 32-15,0 2 0 0,1 1 304 0,-1 1 64 16,3 1 16-16,-1 0 0 0,1 3-160 0,1 0-16 16,1-1-16-16,2-2 0 0,3-14-224 0,0 0-32 0,1 31-16 0,-1-31 0 15,0 0-288-15,0 0 128 16,0 0-128-16,0 0 0 0,37 18 0 0,-37-18 0 15,18-6 0-15,-9 0-144 0,0-2-80 0,1 1-16 16,0-3 0-16,-1 0 0 16,0 1-144-16,-1 0-16 0,-1 1-16 0,0-1 0 0,-1 0-96 15,-1 1 0-15,-1-1-16 0,-3 2 0 0,1 2 336 0,-2-2 192 0,1 3-192 0,-1 1 192 16,0 0 0-16,0 1 0 16,0 2 0-16,-1 0 0 0,1 0 0 0,0 0 144 0,0 0-144 15,0 0 128-15,0 0 112 0,9 31 16 16,-9-31 0-16,0 0 0 0,0 0 96 0,14 38 32 0,-14-38 0 15,0 0 0-15,0 0-16 0,25 31 0 0,-25-31 0 0,0 0 0 0,0 0-192 16,40 10-48-16,-40-10 0 16,22-8 0-16,-12 1-288 0,0-2-64 0,1-2-16 0,-1-2 0 15,2 0-1568-15,-1 0-320 0,-1-3-64 16,1 1-12752-16</inkml:trace>
  <inkml:trace contextRef="#ctx0" brushRef="#br0" timeOffset="181381.27">4342 9924 11055 0,'2'-19'480'16,"-2"13"112"-16,0 5-464 0,0 1-128 0,0 0 0 0,-1 0 0 0,1 0 1856 0,-2 1 368 0,-1 2 64 0,0 5 16 31,-2 4 384-31,0 0 96 0,1 4 16 0,-1 1 0 16,1 2-1072-16,2 2-192 0,-2-1-64 0,4-20 0 0,-5 39-512 0,5-39-128 0,-1 32 0 0,1-32-16 15,0 0-304-15,5 34-48 0,-5-34-16 16,0 0 0 0,0 0-448-16,0 0 0 0,0 0 0 0,0 0 0 15,0 0-1600-15,0 0-256 0</inkml:trace>
  <inkml:trace contextRef="#ctx0" brushRef="#br0" timeOffset="181527.59">4202 10022 22111 0,'0'0'976'0,"0"0"208"0,0 0-944 0,0 0-240 0,0 0 0 0,0 0 0 16,0 0 2256-16,0 0 416 0,42 25 80 15,-42-25 0-15,40 4-720 0,-40-4-160 16,47-6-16-16,-23 1-16 0,-3-2-1040 0,-1 1-208 15,-5-2-32-15,-2 2-16 0,-3 0-544 0,-1 0 0 0,-1 1-192 0,-2 0-17776 16</inkml:trace>
  <inkml:trace contextRef="#ctx0" brushRef="#br0" timeOffset="182362.93">4535 10012 10879 0,'0'0'240'0,"-6"5"48"0,5-3 16 0,-1 0 0 0,2-2-304 0,-3 3 0 0,1-1 0 0,-2 0 0 0,-1 3 2688 0,-3 2 464 15,-2 1 112-15,0 1 0 0,2 2-1344 0,-2-1-256 16,2 0-64-16,1 0-16 16,0 1 16-16,2-2 16 0,1 1 0 0,4-10 0 0,0 0-784 0,0 0-176 15,1 26-16-15,-1-26-16 0,0 0-416 0,0 0-80 16,0 0 0-16,0 0-128 0,42 5 0 0,-42-5 0 15,17-7 0-15,-8 2 0 0,-1-2 128 0,-1 0-128 16,0 2 0-16,-1 0 0 0,0-2 0 16,0 2 0-16,0-2 0 0,-1 3 0 15,-2-2-528-15,1 2-64 0,-1 2-16 0,0-1 0 16,-3 3-80-16,3-5-16 0,-3 5 0 0,0 0 0 0,7-4 448 0,-5 0 96 16,-1 1 16-16,1 0 0 0,0 1 144 0,0-3 0 0,0 0 128 15,1 1-128-15,-2-1 432 0,0 0 16 0,0-2 0 16,0 1 0-16,0 0 240 0,-1-1 48 0,-1 0 16 15,0 0 0-15,-1 0-192 0,1 0-48 0,-3 2 0 0,-1 0 0 16,1 1-144-16,-3 2-48 0,0 2 0 16,-2 4 0-16,2-2-192 0,-1 5-128 0,0-2 160 0,1 3-160 15,0 0 128-15,2 0-128 0,5-8 0 0,-7 12 0 16,7-12 160-16,0 0-160 0,0 0 160 0,0 0-160 16,-3 21 0-16,3-21 0 0,0 0 0 0,0 0 0 15,0 0 0-15,0 0 0 0,23-5 0 0,-23 5 0 0,14-7 0 0,-7 2 0 16,-7 5 0-16,16-11 0 0,-16 11 0 0,15-10 0 15,-15 10 0-15,12-7 0 0,-12 7 0 0,0 0 0 16,15-10 0-16,-15 10 0 16,0 0 0-16,13-6-128 0,-13 6 128 0,0 0-208 15,0 0-336-15,0 0-64 0,24-5-16 0,-24 5 0 0,0 0 304 16,0 0 64-16,0 0 16 0,23-4 0 0,-23 4 240 0,0 0-192 16,0 0 192-16,0 0-192 0,24-6 192 15,-24 6 0-15,0 0 0 0,0 0 160 0,0 0-160 0,0 0 0 0,0 0 144 0,0 0-144 16,0 0 240-16,0 0-32 0,0 0 0 0,0 0 0 15,25 27 160-15,-25-27 16 16,0 0 16-16,0 0 0 0,-1 30-128 0,1-30-16 16,0 0-16-16,-3 21 0 0,3-21-240 0,0 0 144 15,-3 21-144-15,3-21 128 0,0 0-128 0,-4 22 0 16,4-22 0-16,0 0 0 0,0 0 0 0,-6 19 0 16,6-19 0-16,0 0 0 0,-6 10 0 0,4-6 0 0,0-3 0 0,0 1 0 15,0 0 144-15,1-2-144 0,0 0 160 0,0 0-160 16,0 0 160-16,0-2-160 0,1-1 160 0,0-1-160 15,1-1 176-15,1-2-176 0,-1 2 192 16,3-5-192-16,1 1 144 0,0-1-144 0,2-1 0 0,0-1 144 16,2-2-144-16,1-1 0 0,0-1 0 0,2 1 128 0,1 1-128 15,0 2 0-15,-1 0 0 0,-1 3 0 16,-1 0 0-16,1 1 0 0,-3 1 0 0,-1 0 0 16,-7 7 0-16,0 0 0 0,0 0 0 0,0 0 0 0,0 0-192 15,0 0-64-15,0 0 0 0,0 0-17632 16</inkml:trace>
  <inkml:trace contextRef="#ctx0" brushRef="#br0" timeOffset="183371.41">3231 10458 21183 0,'-1'2'1888'0,"1"0"-1504"0,0 0-384 16,-1-1 0-16,0 3 832 0,0-1 112 16,0 1 16-16,-2 7 0 0,-1 4-496 0,-2 5-80 15,1 3-32-15,-1 3 0 0,1 0-224 0,0 3-128 16,1-2 160-16,0-1-160 0,0-2 384 0,4-24-32 16,-4 39 0-16,4-39 0 0,0 0-352 0,0 36-288 0,0-36 48 0,0 0 16 15,0 0-2048-15,0 0-416 0,0 0-64 0,0 0-6320 16</inkml:trace>
  <inkml:trace contextRef="#ctx0" brushRef="#br0" timeOffset="183716.36">3250 10430 11055 0,'-5'-4'480'0,"2"2"112"0,1 1-464 0,1 0-128 0,1 1 0 0,-1 0 0 16,-1 1 1488-16,0 0 288 0,-2 1 48 0,-1 2 16 15,-3 2 112-15,1-1 32 0,-2 4 0 0,-1 1 0 16,2-1-192-16,-3-1-16 0,1 2-16 0,-2-1 0 16,3 0-864-16,-1 0-160 0,2 1-32 0,-1-3-16 0,3 0-688 0,0 0 0 15,2 0-208-15,2-2 48 16,0 0-1152-16,2-3-224 0,2 0-64 0,1-4 0 16,3 2-960-16,0-4-192 0,2-1-32 0,1 0-16 15,0-2-336-15,1 0-64 0,0-1 0 0,0-1-16 16,2 0 1824-1,-1-1 368-15,1 0 80 0,-1-1 16 0,0 1 1536 0,-1 1 304 0,0-3 64 0,0 2 16 0,1 1 1232 0,-1 0 240 16,1 1 48-16,-1 4 16 0,1-1 848 0,-11 5 160 16,0 0 48-16,32 7 0 0,-32-7-880 0,0 0-160 0,22 34-48 0,-22-34 0 15,0 0-1472-15,8 47-320 0,-8-47-48 0,2 37-16 16,-2-37-448-16,-1 34-192 0,1-34 128 16,0 0-17600-16</inkml:trace>
  <inkml:trace contextRef="#ctx0" brushRef="#br0" timeOffset="184498.44">2379 11242 15663 0,'3'-4'1392'0,"-1"-1"-1120"15,0 0-272-15,-2 5 0 0,1-2 1936 0,-1 0 336 16,1-3 64-16,1 0 16 0,1-3-432 0,-1 2-64 15,-2 3-32-15,0 1 0 0,-1 5-608 0,0 2-112 16,-2 1-16-16,0 3-16 0,0 1-432 16,0 4-64-16,-1 5-32 0,-1 2 0 0,1 2-160 0,-2 2-16 15,2 4-16-15,-1 2 0 0,-2 1-128 0,2-3-32 16,-1-1 0-16,2-7 0 0,1-1 80 0,3-20 16 16,-1 23 0-16,1-23 0 0,0 0-288 0,0 0 0 15,0 0 128-15,0 0-128 16,0 0-1040-16,0 0-272 0,25-11-48 0,-20 1-9552 0,0-4-1904 15</inkml:trace>
  <inkml:trace contextRef="#ctx0" brushRef="#br0" timeOffset="184752.54">2383 11354 4607 0,'0'-29'192'0,"-1"21"64"0,1 5-256 0,0 2 0 0,0-1 0 15,0-1 0-15,0-3 1616 0,0-6 288 16,0 0 48-16,1-5 16 0,1 1 928 0,3 2 192 0,1 1 48 0,1 1 0 16,1 3-560-16,3-2-96 0,2 1-32 0,1 0 0 0,2-1-768 0,1 2-144 15,1 1-48-15,1 1 0 0,-1 1-816 0,-18 6-160 16,37-8-48-16,-37 8 0 0,31 2-336 15,-31-2-128-15,0 0 0 0,0 0 0 0,34 35 0 0,-34-35 0 16,4 29 0-16,-4-29 0 0,-5 33-144 16,0-16 144-16,-2 2-208 0,-5 0 80 0,0 1-32 15,-1 0 0-15,-1-1 0 0,1 0 0 16,-2 0-16-16,0 0 0 0,0-2 0 0,-1-1 0 16,2 0 176-16,-1-3-128 0,2 1 128 0,-1-2-128 0,2-1 128 15,0-1 0-15,3 0 0 0,2-4 0 16,1 2-144-16,3-4 0 0,3 1 0 0,0-5-16128 15</inkml:trace>
  <inkml:trace contextRef="#ctx0" brushRef="#br0" timeOffset="185107.98">2743 11346 22111 0,'0'0'976'0,"0"0"208"0,0 0-944 0,0 0-240 15,0 0 0-15,0 0 0 0,24-6 1616 0,-17 3 288 16,5-2 48-16,5-1 16 0,1-2-1120 0,1-1-208 16,-1 0-64-16,-2 1 0 0,-1-1-448 0,-3 2-128 0,-2-1 0 15,-1 1 0-15,0 0 0 0,-2 2 0 16,-1-2-128-16,-2 3 128 0,-1-3-368 0,-2 2 16 0,-2 0 0 0,0 0 0 31,-1 3-640-31,0-2-128 0,-4 0-32 0,-2 0 0 0,-3 0 160 0,0 1 32 16,-1 0 0-16,1 3 0 0,0 0 1536 0,1 3 304 0,0 2 64 0,-1 2 16 15,2 2 592-15,-1 3 128 0,2 1 32 0,0 0 0 0,3 1-256 0,-2 1-48 0,3 2-16 0,0 0 0 16,1 1-544-16,3-18-96 16,-2 35-32-16,2-35 0 0,3 34-304 0,-3-34-64 0,0 0-16 0,0 0 0 15,31 35-144-15,-31-35-16 0,0 0-16 16,39 1 0-16,-39-1-160 16,25-7 128-1,-11 1-128-15,-2-1 128 0,1-2-368 0,-1-1-80 0</inkml:trace>
  <inkml:trace contextRef="#ctx0" brushRef="#br0" timeOffset="185471.03">3278 11038 19343 0,'0'-4'1728'0,"0"-1"-1392"16,0 2-336-16,-1 3 0 0,1 0 1648 0,-2 0 256 15,-1-2 48-15,-2 1 16 0,-1 0 336 0,-3 2 64 16,-1 2 0-16,1 2 16 0,-1 0-864 0,1 0-176 0,1 0-48 0,0-1 0 16,1 3-672-16,1-3-144 0,0 0-32 0,0 0 0 15,2 1-256-15,-1 0-48 0,2 2-16 16,-1 0 0-16,4-7-128 0,-6 19 0 0,6-19 0 16,-3 27 0-16,3-27 0 0,-1 33 0 0,1-33 0 15,2 37 0-15,-2-37 0 0,5 43 0 0,-5-43 0 0,8 50 0 16,-5-24 0-16,0 4 0 0,0 1 0 0,-2 0 0 15,-1 0 0-15,-2-3 0 0,0-3 0 0,-2-2 0 16,-1-2 0-16,-3 1 0 0,0-3 0 0,0 0 0 16,-2-3 0-16,0 0 0 0,0-4 0 0,-1 0 0 15,1-1 0-15,-2-3 0 0,0-1 0 0,0-2 0 32,0-4-400-32,0-1-64 0,1-3-16 0,0-2-17568 0</inkml:trace>
  <inkml:trace contextRef="#ctx0" brushRef="#br0" timeOffset="185630.53">2988 11292 15663 0,'4'-1'688'0,"-3"1"144"0,1 0-656 16,-1 1-176-16,-1 1 0 0,1-1 0 0,-1-1 3120 0,0 0 592 15,0 0 112-15,0 0 16 0,26 47-1088 0,-26-47-240 0,0 0-32 0,35 33-16 16,-35-33-1408-16,0 0-288 16,49 14-48-16,-49-14-16 0,35-4-448 0,-35 4-112 0,33-13-16 0,-18 5 0 15,-1-1-416-15,-1-2-96 0</inkml:trace>
  <inkml:trace contextRef="#ctx0" brushRef="#br0" timeOffset="189691.55">3396 11283 16575 0,'1'-1'1472'0,"0"-1"-1168"16,1 1-304-16,-1 0 0 0,0-1 1872 0,0-1 320 15,1-2 64-15,2 1 16 0,0-4-192 16,0 0-32-16,-2 4-16 0,0 0 0 0,-1 2-1264 0,0 2-256 16,0 0-64-16,-1 3 0 0,-1 1 96 0,1-4 16 0,-3 16 0 0,1-4 0 0,2-12-224 0,-3 24-32 31,0-8-16-31,-1 1 0 0,1 2-144 0,0 0-16 16,-1 2-128-16,0-4 192 0,2 0-192 0,2-17 0 0,-1 25 0 0,1-25 0 0,0 0 0 0,0 0 0 31,0 0 0-31,0 0 0 0,0 0 0 0,0 0 0 15,0 0 0-15,36-4-160 0,-28-6-32 0,0-4-16 16,-1 1 0-16,0-2 0 16,2-2-592-16,-2 3-112 0,0 0-32 0,-3 2 0 15,2 2-368-15,-2 1-80 0,1-1-16 0,-2 3 0 0,-1 0 896 0,1 2 192 16,-3 0 16-16,1 2 16 0,0 0 768 0,0 0 160 0,-1 3 16 16,0-2 16-16,0 2 512 0,-1 0 96 0,1 2 32 0,0-2 0 15,-1 1-432-15,1 1-96 0,0 1-16 0,0-3 0 16,0 0-448-16,0 0-112 0,2 26-16 0,-2-26 0 15,1 23 96-15,-1-23 16 0,0 28 0 0,0-28 0 16,2 34-64-16,-2-34-16 0,0 0 0 0,6 37 0 16,-6-37-16-16,0 0 0 0,0 0 0 0,0 0 0 15,0 0-208-15,30 0-128 0,-22-7 128 0,0-5-17728 16</inkml:trace>
  <inkml:trace contextRef="#ctx0" brushRef="#br0" timeOffset="190044.71">3700 11188 20271 0,'-1'1'896'0,"0"0"192"0,0-1-880 0,0 0-208 0,1 0 0 0,0 0 0 15,1 0 1344-15,0 2 240 16,0-2 32-16,-1 0 16 0,0 0-80 0,0 0-16 16,0 0 0-16,0 0 0 0,34-6-96 0,-34 6-32 15,0 0 0-15,30-8 0 0,-30 8-640 0,0 0-128 0,0 0-16 0,31 0-16 16,-31 0-480-16,0 0-128 0,0 0 0 0,0 0 0 15,0 0 0-15,0 0-256 0,9 31 32 0,-9-31 16 16,-5 14-112-16,0-9 0 0,0 2-16 0,1 0 0 16,-2 3 208-16,0-1 128 15,-3 3-160-15,1 2 160 0,-1-1-128 0,0 1 128 16,2 2 0-16,0-3-144 0,1 0 144 0,2-1 0 0,4-12 0 16,0 0 0-16,0 0 128 0,5 28 16 0,-5-28 0 0,0 0 0 15,0 0 192-15,0 0 48 0,0 0 0 0,40 6 0 0,-40-6-176 0,0 0-16 16,0 0-16-16,32-6 0 0,-32 6-176 15,0 0 0-15,22-7 0 0,-22 7 0 16,10-7-832 0,-10 7-80-16,0 0-32 0,11-7 0 0,-8 4-1808 15,-3 0-384-15</inkml:trace>
  <inkml:trace contextRef="#ctx0" brushRef="#br0" timeOffset="190246.9">3660 11278 2751 0,'-8'1'256'0,"4"0"-256"0,1 1 0 0,0-1 0 0,1 1 2880 16,1 0 544-16,0 1 96 0,-2 1 32 0,1 4-160 0,-2 2-48 16,2 3 0-16,2-13 0 0,0 0-1456 0,0 0-288 0,15 33-64 0,-15-33-16 15,0 0-176-15,35 1-48 0,-35-1 0 0,34-10 0 16,-17 3-528-16,0-1-128 16,0 0 0-16,-3 0-16 0,0 1-624 0,0 1-320 0,-2 0 48 0,0-1-11408 31,0 0-2272-31</inkml:trace>
  <inkml:trace contextRef="#ctx0" brushRef="#br0" timeOffset="190593.56">3889 11224 5519 0,'-2'0'496'0,"1"0"-496"0,1 0 0 0,1-1 0 16,0 1 2656-16,0 0 432 0,0 0 96 0,-1 0 16 16,0 0 128-16,0 0 48 0,20-7 0 0,-20 7 0 15,0 0-1520-15,25-6-320 0,-25 6-48 0,0 0-16 0,26-7-592 0,-26 7-128 0,0 0-32 16,25-8 0-1,-18 5-304-15,-7 3-64 0,0 0-16 0,18-6 0 16,-18 6-208-16,0 0-128 0,0 0 160 0,0 0-160 16,0 0 0-16,0 0 128 0,0 0-128 0,0 0 0 15,-1 23 128-15,-3-16-128 0,-1 3 176 0,0 0-176 16,0 1 0-16,-1 1 0 0,0 2 0 0,0 0 0 16,1-1 160-16,1-1-160 0,-1 1 128 0,2-1-128 15,3-12 192-15,-3 21-32 0,3-21-16 0,0 0 0 16,2 31-144-16,-2-31 0 0,0 0 0 0,0 0 0 0,0 0 0 15,19 31 0-15,-19-31 0 0,0 0 0 0,0 0 0 16,0 0 0-16,0 0 0 0,0 0 0 0,35 17 0 16,-35-17 0-16,0 0 0 0,0 0 0 0,20-5-240 15,-16 0 32-15,1 0 0 0,0-2 0 16,0 0-496-16,0 0-80 0,0-2-32 0,-1-1 0 16,0 0-784-16,-2 2-144 0</inkml:trace>
  <inkml:trace contextRef="#ctx0" brushRef="#br0" timeOffset="190753.17">3863 11297 11055 0,'-1'0'976'0,"1"-2"-784"0,1 2-192 0,0 0 0 15,0 0 2768-15,-1 0 512 0,0 0 112 0,0 0 0 16,0 0-16-16,0 0-16 0,35 0 0 0,-35 0 0 16,26-3-1744-16,-26 3-336 0,34-5-80 0,-14 0-16 15,-20 5-672-15,40-12-128 0,-20 6-16 0,-3-1-16 16,-17 7-560-16,33-10-112 0,-17 4-32 0,-2 0-17504 15</inkml:trace>
  <inkml:trace contextRef="#ctx0" brushRef="#br0" timeOffset="190913.45">4234 11093 23039 0,'0'0'1024'0,"0"0"192"15,0 0-960-15,0 0-256 0,0 0 0 0,0 0 0 16,0 0 2144-16,0 0 384 0,0 0 80 0,0 0 16 0,0 0-1056 0,0 0-208 15,0 0-32-15,32 17-16 16,-32-17-1696-16,0 0-352 0,0 0-64 0,0 0-14928 0</inkml:trace>
  <inkml:trace contextRef="#ctx0" brushRef="#br0" timeOffset="191065.57">4234 11228 20271 0,'0'0'896'0,"0"0"192"0,0 0-880 0,0 0-208 0,0 0 0 16,0 0 0-16,0 0 2384 0,0 0 432 0,1 36 96 0,-1-36 16 15,-3 35-496-15,3-35-112 0,-4 39-16 16,4-39 0-16,-1 35-1344 0,1-35-288 0,0 0-48 16,6 37-16-16,-6-37-608 0,0 0 0 15,0 0-192-15,0 0-18048 0</inkml:trace>
  <inkml:trace contextRef="#ctx0" brushRef="#br0" timeOffset="191463.84">4557 10973 19343 0,'-6'-6'848'0,"2"-1"192"16,0 2-832-16,2 0-208 0,1 3 0 0,0 0 0 16,0 0 2448-16,-1-1 448 0,-1-2 96 0,-1-2 16 0,1 0-960 0,-1 3-176 15,0 1-32-15,2 1-16 0,-1 4-800 0,0 3-144 16,0 2-48-16,0 2 0 0,3-9-384 0,-8 31-96 16,8-31-16-16,-5 45 0 0,2-14-336 0,1 2 144 15,-1 1-144-15,0 1 0 0,1 3 0 0,0-3 0 16,0 0 0-16,2 0 0 0,-1 0 0 0,1-2 0 15,1 1 0-15,0-4 0 0,1-2 0 0,-2-28 0 16,1 48 0-16,-1-48 0 0,3 38 0 0,-3-38 0 16,2 33 0-16,-2-33 0 0,-2 26 0 0,2-26 0 15,0 0 0-15,-3 26 0 0,3-26 0 0,-8 12 0 16,3-7 0-16,-2-3 0 0,0 0 0 0,-3-2-144 16,0-2 16-16,-1 0-18000 0</inkml:trace>
  <inkml:trace contextRef="#ctx0" brushRef="#br0" timeOffset="191627.76">4312 11256 26719 0,'9'-6'1184'0,"-3"1"240"0,2 1-1136 0,-1 1-288 0,-7 3 0 0,12-7 0 0,-12 7 2368 16,22-10 432-16,3 1 80 0,4-5 0 0,6 1-1408 0,-3-1-304 16,-3 5-48-16,-5-1-16 0,-24 10-784 0,39-9-176 15,-39 9-16-15,30-3-128 0,-30 3-160 16,0 0-144-16,34-1-16 0,-34 1-17808 15</inkml:trace>
  <inkml:trace contextRef="#ctx0" brushRef="#br0" timeOffset="191799.34">4729 11062 24879 0,'0'0'1088'0,"0"0"256"0,0 0-1088 0,0 0-256 0,0 0 0 0,0 0 0 16,0 0 2304-16,0 0 416 0,0 0 80 15,30-1 16-15,-30 1-1776 0,0 0-336 0,0 0-80 0,0 0-16 16,0 0-1360 0,0 0-272-16,33 13-48 0,-33-13-14368 0</inkml:trace>
  <inkml:trace contextRef="#ctx0" brushRef="#br0" timeOffset="191971.73">4743 11230 17503 0,'0'0'768'0,"0"0"176"0,0 0-752 0,0 0-192 0,0 0 0 0,0 0 0 0,0 0 2816 0,0 0 544 16,0 0 96-16,2 29 32 0,-2-29-1152 0,-6 31-224 16,2-13-64-16,0-1 0 0,-1 2-1216 0,1-2-256 15,4-17-64-15,-4 33 0 0,4-33-512 0,0 0 0 16,3 33 0-16,-3-33-11552 16,0 0-2384-16</inkml:trace>
  <inkml:trace contextRef="#ctx0" brushRef="#br0" timeOffset="192296.35">5006 11248 8511 0,'-1'-4'192'0,"-1"2"32"0,0 0 16 15,0-2 0-15,0 3-240 0,0-1 0 0,-1-1 0 0,-2-3 0 0,-5-2 3488 0,-1-2 656 0,-2-1 128 16,0-1 16-16,3 3-1424 0,1 1-304 16,1 1-48-16,1 2-16 0,2 2-1024 0,1 2-192 15,2 1-64-15,-1 0 0 0,3 0-544 0,-5 5-112 0,5-5-32 0,-4 11 0 16,4-11-112-16,-6 20-32 16,6-20 0-16,-8 26 0 0,8-26-176 0,-9 30-32 0,3-8-16 0,0 2 0 15,0 1-160-15,0 0 0 16,1 1 144-16,3-1-144 0,0-4 0 0,2-21 0 0,6 34 0 15,-6-34 0-15,0 0 0 0,0 0 0 0,30 30 0 0,-30-30 0 16,0 0 0-16,33 5-256 0,-33-5 32 0,28-7-11936 16,-28 7-2368-1</inkml:trace>
  <inkml:trace contextRef="#ctx0" brushRef="#br0" timeOffset="192942.99">5185 11278 27647 0,'0'0'1216'0,"0"0"256"0,0 0-1168 0,0 0-304 0,0 0 0 0,0 0 0 0,0 0 2176 16,26-5 384-16,-26 5 80 0,0 0 16 0,14-7-1584 0,-14 7-320 15,7-10-64-15,-5 6-16 0,0-1-384 0,-2-2-80 16,-2 0-16-16,0-3 0 0,-2 2 16 0,-1-1 0 16,0 0 0-16,-3 1 0 0,1 2-208 0,-2 0 0 15,1 3 0-15,-2 0 0 0,0 1 0 0,-1 4 128 16,-1 1-128-16,2 1 0 0,1 1 0 0,-1 2 0 15,0 5 128-15,1-2-128 0,2-1 0 0,0 3 0 16,1 3 0-16,-1 3 0 0,2-1 0 0,1 2 0 16,4-19 0-16,-4 38 0 0,4-38 0 0,5 32 0 15,-5-32 0-15,0 0 0 0,17 32 0 0,-17-32 0 0,0 0 0 0,0 0 0 16,0 0 0-16,35 11 0 16,-35-11 0-16,15-9 0 0,-8 2-256 0,0-2 64 0,0 0 16 0,0-3 0 15,1-1 176-15,-2 1-160 0,0-2 160 0,0 2-160 16,-2 2 160-16,0-1 0 0,1-1 0 0,-2 1 0 15,1 3 0-15,-1-2 0 0,-1 4 0 0,0 1 0 16,-1 2 0-16,0 2 144 0,-1 0-16 0,0 3-128 16,0 0 272-16,0-2-48 0,0 0-16 0,0 0 0 15,-1 25-80-15,1-25 0 0,0 0-128 0,-1 35 192 0,1-35-192 0,3 26 0 16,-3-26 0-16,0 0 0 0,11 42 0 0,-11-42 0 16,0 0 0-16,0 0 0 0,27 34 0 0,-27-34 0 15,0 0 0-15,0 0 0 0,36 2 0 0,-36-2 0 16,22-16-176-16,-12 4 176 15,0-5-720-15,1 0-32 0,0-1 0 0,-1-2 0 16,-1 3-1664-16,-1-1-336 0,1-2-64 0,-3 2 0 16,0 4 192-16,-2-1 64 0,1-1 0 0,-2 2 0 0,-1 2 2560 0,-2 2 560 15,0 2 80-15,0 4 32 0,-1 1 1584 0,-2 4 320 16,3-1 64-16,-8 8 16 0,8-8-416 0,-8 16-64 16,8-16-32-16,-9 22 0 0,9-22-1264 0,-8 23-256 15,8-23-48-15,-9 40-16 0,5-16-368 0,3 0-64 0,-2 2 0 0,2 0-128 16,1-26 128-16,0 47-128 0,0-47 0 0,5 38 0 15,-5-38 128-15,8 34-128 0,-8-34 0 0,0 0 0 32,0 0-448-32,20 28-160 0,-20-28-32 0,0 0 0 15,0 0-1984-15,12-9-384 0,-9 1-96 0,-2 0-11232 0</inkml:trace>
  <inkml:trace contextRef="#ctx0" brushRef="#br0" timeOffset="193131.17">5307 11235 15663 0,'0'0'1392'0,"-2"0"-1120"0,2 0-272 0,0 0 0 16,0 0 3136-16,0 0 560 0,0 0 112 0,0 0 32 16,0 0-816-16,0 0-144 0,0 0-48 0,0 0 0 15,0 0-1712-15,22 29-352 0,-22-29-64 0,0 0 0 0,36-7-288 0,-36 7-48 16,34-13-16-16,-15 5 0 16,1-2-112-16,-3 0-32 0,-1 3 0 0,0-2 0 0,-2 1-208 0,-1 1 0 15,-13 7-192-15,24-9-12864 16,-24 9-2560-16</inkml:trace>
  <inkml:trace contextRef="#ctx0" brushRef="#br0" timeOffset="193293.69">5612 11200 13823 0,'0'0'1216'0,"0"0"-960"0,0 0-256 0,0 0 0 0,0 0 3008 0,0 0 544 0,0 0 112 0,0 0 32 16,0 0-1856-16,0 0-368 15,0 0-80-15,33 21-16 16,-33-21-2880-16,0 0-576 0,0 0-112 0,0 0-32 0</inkml:trace>
  <inkml:trace contextRef="#ctx0" brushRef="#br0" timeOffset="193496.23">5590 11316 16575 0,'0'0'736'0,"0"0"160"0,0 0-720 0,0 0-176 15,0 0 0-15,0 0 0 0,0 0 2880 0,0 0 560 16,0 0 96-16,0 0 32 0,0 28-896 0,0-28-176 0,-6 22-48 0,6-22 0 16,-9 28-1424-16,3-14-304 0,1 3-48 0,-1-2-16 15,6-15-432-15,-8 30-96 0,8-30 0 0,-3 21-128 16,3-21 0-16,0 0 0 0,0 0 0 0,0 0-144 16,0 0-1984-16,0 0-400 0</inkml:trace>
  <inkml:trace contextRef="#ctx0" brushRef="#br0" timeOffset="194198.15">5694 11355 20271 0,'0'0'896'0,"0"0"192"0,1-3-880 0,-1 3-208 16,0 0 0-16,0 0 0 16,0 0 1856-16,0 0 320 0,0 0 64 0,0 0 0 0,12-6-848 0,-12 6-176 15,0 0-48-15,0 0 0 0,0 0-112 0,0 0-32 16,0 0 0-16,0 0 0 0,0 34-256 0,0-34-64 15,-9 24-16-15,9-24 0 0,-11 30-240 0,11-30-32 16,-12 31-16-16,12-31 0 0,-9 29-176 16,9-29-32-16,-7 23-16 0,7-23 0 0,0 0-48 0,0 26-128 15,0-26 192-15,0 0-64 0,0 0-128 0,0 0 0 0,0 0 0 0,25 24 0 16,-25-24 0-16,0 0 0 0,23-7 0 0,-23 7 0 16,17-12 0-16,-8 3 0 0,1 0-128 15,-1-1 128-15,0-2 0 0,-1 0 0 0,0-2 0 16,-2 2 0-16,1 0 0 0,-3-2 0 15,-3 3 0-15,0-2 0 0,0 3 0 0,-3-1 0 0,1 1 0 0,-3 1 0 16,-2-1 0-16,0 3 0 0,0 0 0 0,-2 2 0 16,-1 0 0-16,-2 2 0 0,2 2 128 0,-1 2-128 15,0 2 0-15,0 2 0 0,0-1 0 0,1 2 0 16,1 1 0-16,1 0 0 0,7-7 0 0,-8 17 0 0,8-17 0 0,0 0 0 16,0 0 0-16,-3 21 0 0,3-21 0 0,0 0 0 15,0 0 0-15,0 0 0 0,0 0 144 0,0 0-144 16,36 2 160-16,-36-2-160 15,20-9 128-15,-20 9-128 0,21-14 0 0,-10 6 0 16,-11 8 0-16,23-15 0 0,-11 7 0 0,-12 8 0 0,25-12 0 0,-25 12 0 16,25-12-128-16,-25 12 128 15,19-9 0-15,-19 9 0 0,0 0 0 0,25-7 0 0,-25 7 0 0,0 0 0 16,0 0 0-16,0 0 0 16,0 0 0-16,0 0 0 0,0 0 0 0,19 30 0 0,-19-30 144 0,0 0-16 15,-3 29 0-15,3-29 0 0,-6 19-128 0,6-19 0 16,-8 23 144-16,8-23-144 0,-9 24 128 0,9-24-128 15,-11 20 128-15,11-20-128 0,-7 18 128 0,7-18-128 16,0 0 160-16,-8 19-160 0,8-19 0 0,0 0 0 0,0 0 0 0,0 0 0 16,0 0 0-16,0 0 0 0,0 0 0 0,0 0 0 15,0 0 0-15,15-9 0 0,-7-2 0 16,0-1 0-16,1-1-128 0,1-3 128 0,1 1-192 16,-1-2 192-16,0 3-176 0,1-1 176 0,1 0-160 15,0 1 160-15,-1 4 0 0,-2 1 0 0,0 2-128 0,-9 7 128 16,0 0 0-16,0 0 0 15,0 0 0-15,0 0 0 0,0 0 0 0,0 0 256 0,24 35-48 0,-24-35-16 16,-3 33 32-16,3-33 0 0,-7 36 0 0,7-36 0 0,-10 36-48 16,10-36-16-16,-9 32 0 0,9-32 0 15,-8 26-160-15,8-26 0 0,-3 22 0 0,3-22-19440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5:32:58.28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3857 6982 12895 0,'1'-3'1152'0,"-1"3"-928"0,0 0-224 0,-1 0 0 16,0 1 800-16,0 1 112 0,0-2 32 0,0 2 0 0,-1 1-416 0,-2 1-80 16,1 1 0-16,0-1-16 0,0 1-304 0,0-1-128 0,1-3 0 0,0 1 128 15,-1-1 448-15,1 1 64 0,-1-2 32 16,-1 2 0-16,-1-2 192 0,0 0 32 0,-1 0 16 0,-1 3 0 15,-1-1-240-15,0 0-48 16,2 6-16-16,-4 1 0 0,0 1-80 0,-1 4-16 16,-3 5 0-16,1 0 0 0,5-3-16 0,-1 1-16 15,1-1 0-15,3 1 0 0,0 0-240 0,2-5-48 16,3 0-16-16,2-3 0 0,1-4-176 0,0-3 0 0,-3-2 0 16,0 0 0-16,0 0 0 0,0 0-144 0,44-5 144 15,-44 5 0-15,0 0-128 0,35-9 128 0,-35 9 0 0,0 0 0 0,35-8 0 0,-35 8-128 16,0 0 128-16,0 0 0 15,40-4 0-15,-33 5 0 0,-2 0 0 0,-1 1 0 16,0 1 0-16,-3 0 0 0,0 1 0 0,-2 3 0 16,0-2 256-16,-2 2 16 0,-1 0 0 0,0 3 0 15,-2-1 16-15,0 0 0 0,-1 1 0 0,0 0 0 0,-1-1-112 0,1 0-32 16,0 1 0-16,0-2 0 16,0 1-144-16,0-1 0 0,1 0 0 0,0-2 0 0,1 0 0 0,1-3 0 15,0 0 0-15,1-2 0 16,1-1-336-16,2 0-48 0,1-2-16 0,2-1-13552 0</inkml:trace>
  <inkml:trace contextRef="#ctx0" brushRef="#br0" timeOffset="365.75">4001 7093 17503 0,'0'3'768'0,"0"-3"176"0,0 2-752 0,0-2-192 16,1 0 0-16,-1 0 0 0,0 0 976 0,1 0 176 15,1 0 16-15,0 0 16 0,2 0-416 0,1-4-64 16,1 1-32-16,0-2 0 0,0 1-672 0,2-1 0 0,-1 0 0 0,1-3 0 16,-1 2 0-16,-1-2 0 15,0 1 0-15,0-1 0 0,-2 0 0 0,0 1 0 16,-2 0 0-16,-3 0 0 0,0-1 0 0,-1 1 0 0,-2 0 0 0,1 0 0 16,-3 2 0-16,0 1 0 15,0-1 0-15,0 4 0 0,0-1 0 0,0 2 0 16,3 0 0-16,-2 0 0 0,0 2 320 0,1 2 144 15,0 1 32-15,-1 1 0 0,3 1 256 0,-3 0 48 0,1 3 16 0,-1 2 0 16,0 1-304-16,0 4-64 16,-1 1-16-16,0 2 0 0,3-3-112 0,-1-1 0 0,0 4-16 0,2 1 0 15,2-1 288-15,1-2 64 0,2-1 16 0,-3-17 0 16,11 26-224-16,-11-26-32 0,0 0-16 0,0 0 0 16,0 0-272-16,42 16-128 0,-33-21 0 0,1-2 128 0,1-3-128 15,-1-1 0-15,1-3 0 0,-1-1-176 16,1 1-1104-1,0-2-240-15</inkml:trace>
  <inkml:trace contextRef="#ctx0" brushRef="#br0" timeOffset="650.07">4205 6823 12895 0,'-1'-3'1152'15,"1"1"-928"-15,1 2-224 0,-1 0 0 0,0 0 1088 0,0 2 192 16,1-2 16-16,-1 0 16 0,1 3-96 0,-1-1 0 15,0 4-16-15,1 0 0 0,-1 3-400 0,0 1-80 16,0 2-16-16,0 1 0 0,0 1-256 0,0 1-64 16,1 2-16-16,-2 0 0 0,0 1 128 0,0 0 16 15,0 0 16-15,1-1 0 0,-1 2-224 0,1 0-48 0,1 1-16 0,1-4 0 16,1-3-240-16,-3-13 0 16,0 0 128-16,0 0-128 0,22 34 0 0,-22-34 0 15,0 0 0-15,0 0 0 0,0 0-144 0,36 0 144 0,-28-7 0 0,1 0-144 16,-1-3 144-16,-2 0-192 15,1-1 192-15,-1-1-192 16,-3 0-448-16,1 0-112 0,-3 0-16 0,-2 3-10896 0</inkml:trace>
  <inkml:trace contextRef="#ctx0" brushRef="#br0" timeOffset="851.97">4144 7039 11967 0,'-5'2'528'0,"2"-2"112"0,1 2-512 0,1-2-128 0,1 0 0 0,0 0 0 15,0 0 1648-15,0 0 288 0,0 0 64 0,0 0 16 16,0 0-80-16,2-2-16 0,0-1 0 0,1-1 0 16,1-1-304-16,-1 0-64 0,5-1-16 0,2-3 0 15,1-2-336-15,1-1-80 0,2 0-16 0,1-3 0 16,-2 1-400-16,2-1-96 0,0 1-16 0,-1-1 0 0,0 3-592 0,0 0 0 16,-2 3 0-16,0-1-11104 15,1 1-2304-15</inkml:trace>
  <inkml:trace contextRef="#ctx0" brushRef="#br0" timeOffset="1366.15">4510 6811 15663 0,'0'0'1392'0,"0"-2"-1120"0,0 1-272 0,0 1 0 15,0 1 1520 1,-1-1 240-16,1-1 48 0,0 1 16 0,0 0-448 0,1 0-96 15,-1 0 0-15,1 3-16 0,1-1-416 0,-1 1-80 16,2 1 0-16,-1 4-16 0,1 1-64 0,0 1-16 16,0 6 0-16,0 2 0 0,0 3-224 0,0 4-32 15,-1-1-16-15,0 0 0 0,-1 2-240 0,-1-1-160 16,0 0 192-16,0-4-192 0,-1-3 0 0,1-1 0 16,-1-2 0-16,1-1 0 0,-1-2 0 0,1-5-192 0,0 0 48 15,0-3 16 1,0-3-976-16,0-1-192 0,0-1-48 15,0-2-12032-15</inkml:trace>
  <inkml:trace contextRef="#ctx0" brushRef="#br0" timeOffset="2266.75">4465 6927 11055 0,'0'0'976'0,"0"-2"-784"0,0 0-192 0,0 1 0 15,0 1 1424-15,1-2 240 0,0 2 64 0,0-2 0 16,2-3-352-16,1-1-64 0,1-2-16 0,2 1 0 15,0-1-16-15,3-1 0 0,-1 2 0 0,1-3 0 16,0 1 64-16,1-2 16 0,0 3 0 0,1 1 0 16,-3 0-288-16,0 2-64 0,-1 2-16 0,0 1 0 15,-3 4-624-15,-1 1-128 0,0 2-32 0,-2 4 0 0,-1 3-208 0,-1 2 0 16,-2 3 0-16,-2-1 0 0,-1 4 0 0,-1-2 0 16,-1 1 0-16,-1-2 0 0,1-3 0 15,-1-2 0-15,2-4 0 0,-1 0 0 0,1-3 0 0,0 0 0 16,1-2 0-16,0 1 0 0,1 1 0 0,2-5 0 15,0-2 0-15,0-3 0 0,1 0 0 0,1 0 0 16,1-2 0-16,1 1 0 0,0 0 0 16,1-1 0-16,3-2-160 0,-1 1 160 15,2 2-1056-15,-1-2-128 0,3 4-32 0,-1-4 0 16,0 2-688-16,1-2-144 0,-1 2-16 0,0 0-16 16,3-2 576-16,-2 2 112 0,-1-1 32 0,2 0 0 0,-1 2 832 0,0-2 160 15,1 1 48-15,0 0 0 0,-3 2 768 0,1-1 144 16,0 0 48-16,-2 1 0 0,-1-1 736 0,0 2 160 0,-3 1 16 0,0-2 16 15,-1 3 96-15,-1 1 0 0,-1-2 16 0,-1 2 0 16,0 2-448-16,0-2-80 16,0 1-32-16,-2 1 0 0,1 0-624 0,0 0-128 15,0 3-32-15,-1-2 0 0,2 0-64 0,0 0-16 16,1 2 0-16,-1 0 0 0,1-2-64 0,0 4-32 16,0-3 0-16,0 3 0 0,1 0-160 0,0-1 0 15,0 2 0-15,1-2 128 0,1 1-128 0,0 2 0 16,-2-9 0-16,0 0 0 0,0 0 0 0,0 0 0 15,0 0 128-15,0 0-128 0,40 21 224 0,-40-21-32 0,18-8-16 16,-18 8 0-16,19-11-176 0,-11 5 0 16,0-3 0-16,1 0 0 0,-3 0 0 0,1 0 0 0,-1-3 0 0,-2 2 0 15,-1-1 0 1,-2 2 0-16,-1 2 0 0,-1-1 0 0,-2 1 0 0,-2 0 0 16,1 3 0-16,-3 1 0 0,1 0 0 15,-1 1 0-15,0 1 0 0,-1 2 0 0,1 2 0 0,0 1 0 0,0 0 0 0,0 1 0 0,1 0 0 0,-1 0 0 16,2 2 0-16,0-3 0 0,2 2 0 0,0-2 0 15,1 1 0-15,0-3 0 0,0 1 0 0,1-1 0 16,2-2 0-16,-1 2 0 0,2-2 0 0,0 0 0 16,2-2 128-16,-1 0-128 0,3-1 128 0,-1-2-128 15,2 1 192-15,-1-1-64 0,3 0 64 0,-1-1 0 0,1 0 0 0,2-1 0 16,0 0-192-16,1-2 0 0,1 2 0 16,0-1 0-16,-13 8 0 0,26-12 0 0,-26 12 0 15,26-9 0-15,-26 9 0 0,24-9 0 16,-24 9 0-16,0 0 0 0,0 0 0 0,0 0 0 0,0 0 0 0,0 0 0 15,0 0 0-15,0 0 0 0,0 0 0 0,0 0 0 16,0 0 0-16,17 33 0 0,-21-24 0 0,-1 2 0 16,1 0 128-16,1-2 0 15,-1 1 0-15,2 1 0 0,1-1-128 0,1-3 0 16,2 2 0-16,0-3 0 0,1 0 0 0,0 0 0 0,-3-6 0 0,0 0 0 16,0 0 0-16,0 0 0 0,0 0 0 0,0 0 0 15,0 0 0-15,0 0 0 0,0 0 0 0,39 0 0 31,-35-5-432-31,-1 2-64 0,0-2-16 0,-1 1 0 0,1 1-2144 0,-1-1-432 16,0-1-96-16,0 0-10944 0</inkml:trace>
  <inkml:trace contextRef="#ctx0" brushRef="#br0" timeOffset="2485.05">4880 6602 12895 0,'-1'3'1152'0,"1"-1"-928"0,1-2-224 0,-1 1 0 0,0 1 1984 0,1-2 336 16,0 3 80-16,0 0 16 0,1 2 592 0,0 0 112 16,-2-5 16-16,0 0 16 0,0 0-1840 0,0 0-368 15,0 0-80-15,0 0-16 0,0 0-672 16,36 24-176-16,-36-24 0 0,0 0 0 0,0 0-240 0,0 0-80 0,0 0 0 16,44 19-15360-1</inkml:trace>
  <inkml:trace contextRef="#ctx0" brushRef="#br0" timeOffset="2903.3">5067 6629 6447 0,'-1'0'576'0,"1"-1"-576"0,0 1 0 0,0 0 0 0,0 1 2944 0,0 1 496 16,-1-2 80-16,-1 2 32 0,1 1-624 0,-2 1-128 0,1 1-32 16,-1 2 0-16,1 0-1696 0,0 2-352 0,0 0-64 15,0 0-16-15,0 2-304 0,0 1-64 0,1-2-16 16,0 1 0-16,1 1-256 0,0-4 0 0,0-1 0 0,1 0 0 15,-1-1 0-15,1-1 0 0,0 0 0 0,-1-3-144 32,1-1-400-32,-1-1-80 0,-1 0-16 0,1 0 0 15,-1-1-288-15,0 1-64 0,1-3-16 0,-1 2 0 0,1-3-32 16,-1 1-16-16,1 0 0 0,-1 1 0 0,1-3 304 0,0 0 64 16,1 1 16-16,0-4 0 0,0 2 672 0,1-1 0 0,0 2 208 0,1-2-48 15,0-2 448-15,0-1 96 0,1 0 0 0,0-3 16 16,0 1 560-16,1-1 96 0,0 1 32 0,-1 3 0 15,1-1 0-15,0 3 16 0,-1 0 0 0,1 2 0 0,0 1-288 0,-2 1-64 16,2 1-16-16,-5 2 0 0,0 0-544 0,0 0-96 16,0 0-32-16,0 0 0 0,0 0-160 0,0 0-32 0,23 35-16 15,-22-25 0-15,0-1-176 0,0-1 0 16,0 3 0-16,-1-1 0 0,0 2 0 0,1-3 0 16,0 0 0-16,-1 0 0 0,0 0 0 0,0-1 0 15,1 0 0-15,-1-4 0 0,1 2-144 0,-1-2 144 16,0-1 0-16,0 1 0 0,0-4-304 0,0 1 48 0,0-2 16 0,0-1 0 31,0 0-352-31,1-1-80 0,0-1-16 0,0 1 0 16,0-2-592-16,1-1-112 0,-1 0-16 0,0 0-12976 0</inkml:trace>
  <inkml:trace contextRef="#ctx0" brushRef="#br0" timeOffset="3235.28">5272 6488 15663 0,'0'0'688'0,"0"-2"144"0,1 2-656 0,-1 0-176 0,-1 0 0 0,1 0 0 16,-1 0 2272-16,0 2 416 0,1-1 96 0,-1 1 16 0,0 1-880 0,-1 1-192 15,-1-1-16-15,1 2-16 16,1 1-944-16,0 1-192 0,0 0-48 0,1 3 0 16,-1 0-128-16,0 1-48 0,-1 2 0 0,0 1 0 15,0 2-176-15,0-2-32 0,0 3-128 0,1-3 192 16,0 1-192-16,0 1 0 0,1-2 0 0,1-2 0 15,-1-12 0-15,4 21 0 0,-4-21 0 0,0 0 0 0,0 0-144 0,0 0 144 16,0 0 0-16,0 0-144 16,45 18 144-16,-45-18 0 0,20-11-144 0,-9 4 144 0,0 0-128 0,-2 0 128 15,-2 2-160-15,2-2 160 0,-1 0-384 16,-1-2 0-16,1 2 16 0,-2 1 0 16,0 0-464-16,-3 1-80 0,0 2-32 0,-2-1 0 15,0 1-912-15,-2 1-176 0,-2 2-32 0,0-3-16 16,-2 1-480-16,-1 0-112 0,-3 0-16 0,0 0-4528 0</inkml:trace>
  <inkml:trace contextRef="#ctx0" brushRef="#br0" timeOffset="3449.68">5218 6560 7359 0,'-3'2'320'0,"0"-2"80"0,1 3-400 0,0-1 0 0,1 0 0 0,0-2 0 16,0 3 1808-16,-2-1 288 0,-1 2 48 0,0 1 16 0,-1 0 240 0,0 0 48 15,2 0 16-15,0-3 0 16,2 0-1104-16,1-2-208 0,1 0-64 0,2-2 0 15,1-2 192-15,3-1 48 0,1 0 0 0,1-2 0 16,2 0 96-16,1-1 32 0,1 1 0 0,1-2 0 16,1 1-656-16,-15 8-128 0,32-11-32 0,-17 5 0 15,-15 6-512-15,26-8-128 0,-26 8 0 0,26-5 0 16,-26 5-1696-16,0 0-368 0</inkml:trace>
  <inkml:trace contextRef="#ctx0" brushRef="#br0" timeOffset="4954.83">4412 7271 11967 0,'-3'-2'1072'0,"1"2"-864"0,0 0-208 0,1 0 0 16,0 0 912-16,0 2 144 0,0-2 32 0,-1 3 0 15,-1 1 336-15,-1 1 80 0,0 0 16 0,0 1 0 16,0 0-368-16,0 0-64 0,3 2 0 0,-1-3-16 0,1 4-288 0,0-2-48 16,0 0-16-16,0 3 0 0,1-3-144 0,1 4-16 15,0-1-16-15,0 2 0 16,0 1-112-16,0 0-32 0,1-1 0 0,-2-2 0 15,1 1-192-15,1-2-32 0,-2-9-16 0,0 0 0 0,0 0-160 0,0 0 0 16,0 0 0-16,0 0 0 16,0 0 304-16,0 0-32 0,44 5 0 0,-37-14 0 0,2-3 112 0,-1 2 0 15,0-4 16-15,1 0 0 0,-1 0-256 16,0 0-144-16,0 2 160 0,-1 0-160 0,1 0 0 16,-3 2 0-16,1 1 0 0,-3 0 0 0,0 2 272 0,-1 2-32 15,0 1-16-15,0 0 0 0,-2 2 112 0,0 0 32 16,0 2 0-16,-2 0 0 0,1 0-48 0,-1 0-16 15,1 1 0-15,-1 2 0 0,1 0-32 0,-2 2 0 16,1-1 0-16,1 1 0 0,0 2-128 0,0-1-16 0,0 2-128 16,1 2 192-16,0 0-192 0,1-1 0 0,0 3 0 0,0-1 0 15,-1-11 0-15,5 24 0 0,-5-24 0 16,0 0 0-16,13 36 0 0,-13-36 0 0,0 0 0 16,0 0 0-16,30 26 0 0,-30-26 0 0,0 0 0 15,0 0 0-15,0 0 0 0,45-2 0 0,-35-5 0 0,0 0 0 16,0-3 0-16,0 0 0 0,1-2 0 0,0-2 0 15,-1 2 208-15,0-4-48 0,-1 2-16 0,0-2 0 16,-4 1-144-16,-1 0 128 0,-1 1-128 16,-3 0 128-16,-3 0-128 0,-2 0 0 0,-3 0 144 0,-2 2-144 15,0 4 0-15,-4 0 128 0,-2 3-128 0,-1 4 0 16,1 2-256 0,1 3-128-16,1 1-32 0,3-1 0 0,2 1-720 15,1-1-144-15</inkml:trace>
  <inkml:trace contextRef="#ctx0" brushRef="#br0" timeOffset="7612.75">4982 7179 9215 0,'-2'0'816'0,"0"0"-656"16,2 0-160-16,0 0 0 0,0-1 992 0,-1 1 160 0,1 0 48 0,-2-2 0 15,0 0 432-15,-1 2 96 0,2-3 0 0,1 1 16 16,0 0-272-16,2 1-64 0,1-1-16 0,1 1 0 16,2 0 16-16,2-1 0 15,2 2 0-15,1 0 0 0,-11 0-240 0,0 0-32 0,37-2-16 0,-37 2 0 16,31-1-704-16,-31 1-144 0,31-2-16 0,-31 2-16 16,0 0-240-16,37-7 0 0,-28 7 0 0,-1-5 0 15,0 0-160-15,-2 1-32 0,-3-1 0 16,0 1-9984-16,-3 1-1984 0</inkml:trace>
  <inkml:trace contextRef="#ctx0" brushRef="#br0" timeOffset="7800.52">5081 7055 12895 0,'-3'-2'576'0,"0"0"112"0,1 1-560 0,0-1-128 0,1 2 0 0,0 0 0 16,1 0 1056-16,-1 0 176 0,-1 0 48 0,1 3 0 0,-1 1 96 15,1 3 32-15,0 3 0 0,1 4 0 0,1 0-800 0,1 5-160 16,0 2-16-16,0 3-16 0,1 4-272 0,1 1-144 16,0 2 160-16,0-2-160 0,0 1 0 0</inkml:trace>
  <inkml:trace contextRef="#ctx0" brushRef="#br0" timeOffset="8834.59">5113 8030 9215 0,'-1'0'816'15,"0"0"-656"-15,1 0-160 0,0 0 0 16,0 0 1328-16,1 0 224 0,-1 0 48 0,-1 0 16 0,2 0 432 0,-1 2 96 15,1-2 16-15,1 0 0 0,-1 2-384 0,1-2-80 16,1 1-16-16,1 0 0 0,1 0-496 0,-5-1-96 16,0 0-32-16,0 0 0 0,0 0-400 0,38-2-80 15,-38 2 0-15,0 0-16 0,32-8-160 0,-32 8-16 16,0 0-16-16,32-9 0 0,-22 4 48 0,-2 2 16 16,-1 0 0-16,-3 0 0 0,0 1-192 0,-2 1-48 15,-1 1 0-15,-2 0 0 0,0 0-192 0,-2 0 0 16,-1 0 0-16,0 3 0 0,-1-1 0 0,0 2 0 15,-2-1 0-15,0 2 0 0,-1-3 0 0,0 3 0 16,0-3 0-16,0 1 0 0,1-1-320 0,-1 0 64 16,1-1 0-16,0-1 0 0,1 0 48 0,-2-1 16 0,2-1 0 0,-1 2 0 15,0 0 192-15,1 0 0 0,-2 0 0 16,1 0 0-16,-1 0 0 0,2 2 0 16,-1 0 0-16,2 1 0 0,0 0 0 0,0-1 0 0,2 2 0 0,1-1 0 15,1-1 128-15,1-1-128 0,2 1 0 0,1-1 0 16,0-2 0-16,3 1 160 0,0-3-160 0,3-1 128 15,0 0 320-15,-9 4 64 0,20-9 16 0,-8 5 0 16,-12 4-176-16,26-12-32 0,-26 12-16 0,29-13 0 16,-29 13-80-16,27-10-16 0,-27 10 0 0,0 0 0 0,33-5-208 15,-33 5 0-15,0 0 0 0,0 0 0 0,0 0 0 16,0 0 0-16,0 0 0 0,0 0-12000 16,0 0-2464-16</inkml:trace>
  <inkml:trace contextRef="#ctx0" brushRef="#br0" timeOffset="11433.2">6851 9745 911 0,'-2'1'0'0,"0"-1"0"15,1 0 0-15,0 0 0 0,0 0 528 0,-1 2 32 16,0-2 0-16,-3 1 0 0,-1 1 352 0,-3-2 80 0,2 2 16 0,0-2 0 15,2-2-800-15,0 2-208 0,0-2 0 0,2 1 0 32,0-1-448-32,0 2-192 0,2-2-16 0,1 0-16 0,-1 2 528 0,1-3 144 0,1 3 0 0,-1 0 0 15,-1-2 0-15,1-1 0 0</inkml:trace>
  <inkml:trace contextRef="#ctx0" brushRef="#br0" timeOffset="11914.6">6799 9715 8287 0,'0'0'736'0,"-1"0"-592"0,1 0-144 0,0 0 0 15,-1 0 1344-15,0 0 224 0,0 0 48 0,-2 1 16 0,0 1 112 16,0 0 32-16,0 0 0 0,0 1 0 0,1-1-304 0,1-1-48 16,1 1-16-16,0 0 0 0,1-2-208 0,1 1-48 15,2-1-16-15,1 0 0 16,-5 0-192-16,0 0-48 0,0 0 0 0,34-6 0 16,-34 6-128-16,0 0-48 0,35-7 0 0,-35 7 0 0,0 0-208 15,40-10-32-15,-40 10-16 0,0 0 0 0,36-9-64 16,-36 9-16-16,0 0 0 0,0 0 0 0,37-7-176 15,-37 7-32-15,0 0-16 0,0 0 0 0,0 0-160 0,0 0 160 16,32-7-160-16,-29 7 160 0,-1 0-160 16,-2-2 192-16,0 4-192 0,-2-2 192 0,0 2-192 0,-1-1 128 15,-1 3-128-15,0-1 128 0,-1 2-128 0,-1 1 0 16,1 4 144-16,-2-3-144 0,2 2 0 0,-3 2 0 16,1 1 0-16,-1 1 128 0,0 1-128 15,-1 0 0-15,0 3 0 0,-1 2 0 0,-1 0 0 0,1 0 0 0,0 0 0 0,0 0 0 16,0 0 0-16,3 0 0 0,1-4 0 0,0 0 0 15,2-3 0-15,1 0 0 0,2-2 0 0,0-1 0 16,1 1 0-16,1-2 0 16,0-2 0-16,0-1 0 0,-1-5 0 0,0 0 0 15,0 0 0-15,0 0 0 0,0 0 0 0,0 0 0 0,0 0 0 0,45 16 0 16,-45-16 0-16,0 0 0 0,0 0 0 0,33-6 0 16,-33 6 128-16,0 0-128 0,0 0 160 0,41-9-160 0,-41 9 0 0,0 0 0 15,30-13 0-15,-21 8 0 0,0-2 0 0,0 0 0 16,-1 0-192-16,-1-1 192 15,0 0-816-15,-1 0-48 0,0 1-16 0,-1 0 0 16,-2-1-624-16,1 2-128 0,-1-2-32 0,-2 4 0 16,1-3-912-16,-2 2-192 0</inkml:trace>
  <inkml:trace contextRef="#ctx0" brushRef="#br0" timeOffset="12184.77">6778 9860 8287 0,'-10'0'176'0,"6"0"32"0,-1 0 16 0,1 0 32 16,1 0-256-16,3 0 0 15,-2 2 0-15,0-2 0 0,-2-2 1360 0,0 2 240 0,3-2 32 0,0 0 16 16,3-1 816-16,-1 0 160 16,4 1 48-16,0 1 0 0,1 0-288 0,1 1-48 0,-7 0-16 0,0 0 0 15,0 0-704-15,42 2-144 0,-42-2-16 0,0 0-16 16,48 8-640-16,-48-8-128 0,0 0-32 0,51 4 0 15,-51-4-256-15,38-4-48 16,-38 4-16-16,37-6 0 0,-37 6-192 0,33-12-128 16,-33 12 128-16,29-9-128 0,-29 9 0 0,24-12 0 0,-15 7 0 0,0-1 0 31,-2 0-464-31,-2 2-176 0,-3 2-16 0,1 2-16928 0</inkml:trace>
  <inkml:trace contextRef="#ctx0" brushRef="#br0" timeOffset="12485.36">7143 9670 2751 0,'3'0'256'0,"-1"-1"-256"15,-1 0 0-15,-1 1 0 0,1 0 2624 0,0 0 496 16,3 0 80-16,1-2 32 0,1-1 144 0,-6 3 16 16,0 0 16-16,0 0 0 0,0 0-1552 0,40-7-320 15,-40 7-64-15,0 0-16 0,0 0-480 0,0 0-80 16,40-5-32-16,-40 5 0 0,0 0-464 0,0 0-80 16,0 0-32-16,37-8 0 0,-31 7-480 0,-6 1-80 15,0 0-32-15,0 0 0 16,0 0-1568-16,26-12-320 0</inkml:trace>
  <inkml:trace contextRef="#ctx0" brushRef="#br0" timeOffset="12662.25">7350 9542 16575 0,'-1'0'736'0,"0"2"160"0,0-2-720 0,0 1-176 0,0 1 0 0,0-2 0 15,0 3 2544-15,0 1 464 0,-1 3 112 0,1 0 16 16,-2 5-688-16,0 0-128 0,1 2-16 0,0 0-16 15,1-1-1360-15,1 0-272 0,0 0-48 0,1 0-16 16,1-3-592-16,0 0 0 0,-2-10 0 0,0 0-16896 16</inkml:trace>
  <inkml:trace contextRef="#ctx0" brushRef="#br0" timeOffset="16866.74">7934 9336 16575 0,'-2'0'1472'0,"0"-2"-1168"0,1 0-304 16,0 1 0-16,1 1 1296 0,-1 0 208 15,-2 0 32-15,-1-2 16 0,-1 0-96 0,0 1-32 0,0 1 0 0,2 1 0 16,0 1-592-16,2-2-128 0,0 2-32 0,1 1 0 16,2-1 64-16,1-2 16 0,2 2 0 0,-5-2 0 15,0 0-16-15,0 0 0 0,37 3 0 0,-37-3 0 16,0 0-176-16,38 0-48 0,-38 0 0 0,0 0 0 16,35 0-288-16,-35 0-64 0,0 0-16 0,0 0 0 0,0 0-144 0,41 2 0 15,-34-2 0-15,-3 1-176 16,0 1-1088-1,-2 1-208-15</inkml:trace>
  <inkml:trace contextRef="#ctx0" brushRef="#br0" timeOffset="17084.13">8013 9272 13823 0,'-4'-2'608'0,"1"-1"128"0,2 1-592 0,0-1-144 0,1 3 0 16,-1-2 0-16,1 1 1296 0,0 0 240 15,-1-1 32-15,0 0 16 0,1 1-288 0,0-1-48 16,1 4-16-16,-1 1 0 0,2 3-400 0,-1 2-64 0,0 1-32 0,0 3 0 16,0 3-272-16,-1 2-48 0,0-1-16 0,-1 3 0 15,1 1-272-15,-1 2-128 16,0 0 0-16,1 1 128 0,-1-2-400 0</inkml:trace>
  <inkml:trace contextRef="#ctx0" brushRef="#br0" timeOffset="17886.97">7956 10051 7359 0,'-1'-1'656'0,"0"1"-528"16,0 0-128-16,1 0 0 0,0 0 1296 0,-1 0 240 16,0 0 32-16,-2 0 16 0,0 1 288 0,-1 0 64 0,2 1 16 0,0-2 0 15,0 3 96-15,0-1 0 0,1-2 16 0,1 3 0 16,1-3-256-16,1 2-48 0,2-2-16 0,0 1 0 16,-4-1-544-16,0 0-112 0,0 0-32 0,0 0 0 15,43 9-480-15,-43-9-112 0,0 0-16 0,0 0 0 16,43 9-320-16,-43-9-128 0,0 0 0 0,0 0 144 15,51 7-352-15,-51-7-80 16,0 0-16-16,0 0-16912 0</inkml:trace>
  <inkml:trace contextRef="#ctx0" brushRef="#br0" timeOffset="20065.55">7808 9957 9055 0,'1'-4'800'15,"-1"1"-640"1,0 3-160-16,0-1 0 0,1 1 0 0,-1-1 0 0,1-1 608 0,-1-1 192 15,0-2 32-15,0 1 48 16,-1 1 128-16,0 1 16 0,0 0 16 0,0 1 32 16,-1 2-304-16,1 1-48 0,-1-2-16 0,0 3 48 0,1 1-32 0,-1-2 0 0,1 3 0 0,-1 0 32 31,0 0-336-31,1 4-64 0,0-2-16 0,0 3 32 0,0 4-368 16,0 0 128-16,1 3-128 0,0 2 0 0,1 6 128 15,-1-1-128-15,0 2 0 0,0 3 176 16,1 4-176-16,0 5 0 0,-2 2 0 0,0 1 0 15,0-1-208-15,-1-2 48 0,-1-5 16 0,-2 3 144 16,1 0-224-16,-1 1 80 0,0-4 16 0,2 1 128 0,-1-2-192 16,0-5 192-16,1 1-208 0,0-6 208 0,0 0-192 15,1-4 64-15,1-4 128 0,0-2-192 0,2-2 192 0,0-1 0 16,1-2-144-16,0-2 144 0,0-3-384 0</inkml:trace>
  <inkml:trace contextRef="#ctx0" brushRef="#br0" timeOffset="20462.83">7842 9993 2063 0,'-2'-5'0'0,"1"1"0"0,0 1 0 0,0 0 192 0,0 1-192 0,0 0 0 16,0 0 0-16,0-1 0 0,-2-2 1216 16,0-2 224-16,0 0 32 0,-1 2 16 15,1 0 48-15,0 2 16 0,1 0 0 0,0 0 0 0,-1 1 96 0,0 2 16 16,0 2 0-16,1 1 0 0,-1 0-336 0,-1 1-64 15,-1 3-16-15,1 0 0 0,0 1-544 0,0 3-96 16,-1 3-32-16,-1 5 0 0,0 2-128 0,0 3-16 16,2 1-16-16,-1 1 0 0,2 1-288 0,0-3-128 15,4-5 128-15,0-2-128 0,2-2 0 16,-3-15 0-16,0 0 0 0,0 0 0 16,0 0-832-16,0 0-112 0,0 0-16 0,0 0-10128 0</inkml:trace>
  <inkml:trace contextRef="#ctx0" brushRef="#br0" timeOffset="20616.31">7848 9993 1839 0,'-3'-18'160'0,"1"10"-160"16,1 5 0-16,1 1 0 0,0 2 2352 0,-1 0 432 16,0 0 96-16,0-2 0 0,0 4-160 0,-2 0-32 0,1 3-16 0,1 4 0 15,1 3-976-15,0 0-192 0,3 5-32 0,-1 0-16 16,-2-17-512-16,7 35-112 0,-7-35 0 0,9 36-16 16,-9-36-496-16,9 33-112 0,-9-33-16 0,7 31 0 15,-7-31-192-15,0 0 0 0,13 37 0 0,-10-27-13696 16</inkml:trace>
  <inkml:trace contextRef="#ctx0" brushRef="#br0" timeOffset="21428.65">7840 10554 3679 0,'0'0'320'0,"0"0"-320"0,0 0 0 0,0 0 0 0,0 0 1168 16,0 1 176-16,0 1 16 0,-1-1 16 0,0 1 304 0,1 2 64 15,-2 1 16-15,0 2 0 0,0-4-576 0,0 4-112 16,0-1-32-16,0-1 0 0,-1 2-384 0,1-1-80 15,-1 0 0-15,0 2-16 0,1-2-272 16,-2 2-48-16,1-1-16 0,0 2 0 0,0 1-224 0,1 0 144 16,-2 1-144-16,0 1 128 0,1 2-128 0,-1-1 0 15,0 1 0-15,1 0 0 0,0-2 0 16,0 0 0-16,0 2 0 0,1-3 0 0,0-3 0 0,1 1 0 16,0-2 0-16,0-2 0 0,1-3 0 0,-1 1 0 15,1-1 0-15,1-2 0 0,-1-2 0 0,1 1 0 16,0-1 0-16,0 0 0 0,1-1 544 0,0-1 80 0,-1 1 16 0,1-1 0 15,0 1-160-15,1-2-32 16,0 1 0-16,1-3 0 0,1 2-64 0,1-2 0 16,1 2-16-16,0-2 0 0,0 1-48 0,3-2 0 15,0 3 0-15,1-4 0 0,1 2 48 0,2-1 0 16,2 1 0-16,-1 0 0 0,-15 7 48 0,35-14 16 16,-19 6 0-16,0 0 0 0,-1 2-288 0,-15 6-144 15,25-11 160-15,-16 8-160 0,-1 1 0 0,-3 0 0 0,-1 4 0 0,-1 0 0 16,-1 5 0-16,-1 0 0 0,-1 4 0 0,-3 4 0 0,-1 2 0 0,-1 2 0 15,-2 6 0-15,0 0 0 0,-1 2-176 0,1-1 176 16,-1 1-160-16,2-3 160 16,-1 1 0-16,2-4-144 0,1-1 144 0,1-3 0 0,2-3-128 0,1-1 128 15</inkml:trace>
  <inkml:trace contextRef="#ctx0" brushRef="#br0" timeOffset="22380.85">7840 10574 7935 0,'0'-5'0'15,"0"2"0"-15,0 1 0 0,0 1 0 16,0 1 0-16,-1-1 0 0,1-4 768 0,-1 0 144 0,1-2 32 0,-1-1 0 16,0 2 144-16,-1 0 48 0,-1 1 0 0,1 2 0 15,-1 0-384-15,1 1-80 0,-1 2-16 0,0-2 0 16,1 2-256-16,-1-2-48 0,1 2-16 0,0-1 16 16,1 1-80-16,-1 0-16 0,1 1 0 0,0 1 0 15,0-2 32-15,1 2 0 0,-1 0 0 0,0 1 0 16,1 0-32-16,-1 2 0 0,1 1 0 0,-2 1 0 0,1 3 128 0,-1-1 32 15,0 3 0-15,0 0 0 16,0 2-96-16,0 3-32 0,1-1 0 0,-1 3 16 0,-1 0-304 0,0-2 0 16,1 0 0-16,1-1 0 0,-1 0 0 0,0-3 0 15,0 0-144-15,2-4 144 0,-1-1 0 0,1-1 0 16,1-2 0-16,-1-2-128 0,2-1 128 0,0-4 0 16,0 0 0-16,0-1 0 0,2-1 0 0,-1-2 0 15,0-1 0-15,-1 0 0 0,1 0-240 0,0-3 48 16,-1 1 0-16,0-1 0 15,-1-1-544-15,1 0-96 0,0-1-32 0,0-1 0 0,-1-1 432 0,-1 0 96 16,1-1 16-16,-1-2 0 0,1 3 320 0,-1 0 0 16,1 2 0-16,-2 0 0 0,1 1 448 0,0 2 16 0,-1 1 0 0,0 1 0 15,0 1 336-15,0 1 64 0,-1 2 16 16,1 0 0-16,-1 3-96 0,1 0-16 0,-1 3 0 0,1 0 0 16,-1 2-304-16,1 1-64 15,0 1-16-15,0 5 0 0,1 0-64 0,0 2 0 0,0 0-16 0,0 3 0 16,1 2-304-16,-1 0 0 0,0 0 0 0,-2-2 0 15,-1 1 0-15,1 0-256 0</inkml:trace>
  <inkml:trace contextRef="#ctx0" brushRef="#br0" timeOffset="24950.37">8126 11148 10127 0,'-2'0'896'0,"0"2"-704"0,1-2-192 0,0 0 0 16,1 0 1104-16,-2 1 192 0,-1 0 48 0,-2 1 0 0,1 1 320 0,-2-1 80 15,0 1 16-15,1-1 0 0,1 0 96 0,0 1 0 16,1-1 16-16,-1 1 0 0,2-1-400 0,-1 0-96 15,2 3-16-15,1-3 0 0,0 2-672 0,0-1-144 0,1 2-32 0,1-2 0 16,3 1-224-16,0-4-48 0,-5 0-16 0,0 0 0 16,0 0-224-16,31-7 0 0,-18 0 0 0,0-3 0 15,0 1 176-15,-2-2-16 0,-1 2 0 0,2-4 0 16,2-3 80-16,0-1 16 16,-1-1 0-16,-1 1 0 0,-2 2-256 0,-1-1 0 15,-2 3 0-15,-2 1 0 0,-1 1 0 0,-3 1 0 0,0 3 0 16,-2 0 0-16,-1 2 0 0,-3 1 0 15,0 2 0-15,0 1 0 0,-2 1 0 0,-1 0 0 16,0 3 0-16,-2-1 0 0,1 2 0 0,0 2 0 16,0 0 0-16,2 0 0 0,1 3 0 0,0-1 0 15,0 0 0-15,-2 2 0 0,2-1 0 0,-1 2 128 0,2 0-128 16,0 3 0-16,-1-1 0 0,1 2 128 0,0 0-128 0,0 1 0 16,0 1 192-16,1-1-48 0,1 1-16 0,1 0 0 15,-1-1-128-15,2-2 0 0,0-2 144 0,1-1-144 0,2-2 0 0,0-2 0 0,1 0 0 16,-3-7 128-1,0 0-128-15,0 0 0 0,0 0 128 0,0 0-128 16,43 4 384-16,-43-4 0 0,23-7 0 0,-23 7 0 16,25-12-176-16,-12 5-16 0,1 0-16 0,-1-2 0 15,-3 2-176-15,1 0 0 0,0-1 0 0,-2-2 0 16,-1 4-512 0,0-4-128-16,-1 3-16 0,0-2-16560 0</inkml:trace>
  <inkml:trace contextRef="#ctx0" brushRef="#br0" timeOffset="25235.06">8427 10895 4607 0,'0'-3'400'0,"0"2"-400"0,1-1 0 0,-1 0 0 15,0 2 2048-15,0 0 336 16,0 2 64-16,0-2 16 0,-1 5 128 0,0-1 32 0,1 6 0 0,-1 2 0 15,-1 4-1152-15,0 1-240 0,1 4-32 0,-1 3-16 16,3 2-768-16,-2 2-160 0,1 1-16 0,1-5-16 16,0 0-224-16,1-3 0 0,-1-7 0 0,2 3 0 15,-3-17 0-15,8 33 0 16,-8-33-128-16,0 0 128 0,18 36-128 0,-18-36 128 0,0 0-192 0,0 0-8000 31,0 0-1600-31</inkml:trace>
  <inkml:trace contextRef="#ctx0" brushRef="#br0" timeOffset="25665.48">8626 10950 5519 0,'1'0'496'0,"-1"0"-496"16,0 0 0-16,0 0 0 0,0 0 1728 15,0 0 256-15,-1 0 64 0,0 3 0 0,0-2-592 0,-1 3-112 16,0-2-32-16,0 3 0 15,0 0-960-15,-1-2-192 0,1-1-32 0,0 2-128 0,0-1 480 0,0 0-16 16,0 0 0-16,-1 0 0 0,0-1 336 0,1 1 64 16,0-2 16-16,0 0 0 0,-1 2-192 0,1-1-48 0,0 0 0 0,1-1 0 15,0 1-224-15,0-2-48 0,0 0-16 0,1-2 0 16,0 2-48-16,0-1-16 0,1-1 0 0,1-1 0 16,0 1 240-16,0 1 48 0,0-2 16 0,1 2 0 15,-2-3 0-15,2 1 0 16,-2 2 0-16,1 0 0 0,0-1 80 0,-1 2 16 0,0-2 0 0,-1 1 0 15,0 1-128-15,0 0-32 0,0 0 0 0,0 0 0 16,0 0-288-16,0-2-64 0,0 2-16 0,1-1 0 16,-1 0-160-16,1 0 0 0,-1 1 0 0,1-1 0 15,0 0 0-15,0 1 0 0,0-2 0 0,0 2 0 16,-1 0-192-16,1-2 192 0,-1 1-192 0,1 1 192 16,-1 0-176-16,0 0 176 0,0 0-128 0,0 0 128 15,-1 1 0-15,1-1 0 0,-1 2 0 0,1-2 0 0,0 2 0 0,-1-2 0 16,1 1 0-16,0-1 0 15,0 0 0-15,1 0 0 0,-1-1 0 0,0 1 0 16,1 0-192-16,-1-2-48 0,1 2-16 0,-1-2 0 16,0 2-1360-16,0 0-288 0</inkml:trace>
  <inkml:trace contextRef="#ctx0" brushRef="#br0" timeOffset="26033.13">8654 10851 12895 0,'-1'0'576'0,"-1"-2"112"0,1 2-560 0,0 0-128 16,0 2 0-16,0-2 0 0,0 1 1472 0,-1 1 272 0,-1 2 48 0,-1 3 16 16,-1 0-320-16,1 1-64 0,0 3-16 0,1-1 0 15,1 1-256-15,1 2-48 0,1 1-16 0,0 2 0 16,0 1-576-16,2-1-128 16,1 4-32-16,1 1 0 0,-1 0-112 0,0-2-32 0,-3-19 0 0,9 33 0 0,-9-33-208 0,6 31 128 31,-6-31-128-31,0 0 0 0,8 31 0 0,-8-31 0 0,0 0 0 0,0 0-160 15,0 0-32-15,0 0-16 0,0 0 0 0,0 0-13056 16</inkml:trace>
  <inkml:trace contextRef="#ctx0" brushRef="#br0" timeOffset="26363.21">8789 10920 16575 0,'1'0'736'0,"0"-2"160"0,0 0-720 0,-1 1-176 16,0 1 0-16,-1 0 0 0,1 0 1984 0,0 0 352 16,-1 0 80-16,0-2 16 0,-1 2-1152 0,-1 2-208 15,1-1-48-15,-1 1-16 0,-1 0-384 0,0 0-80 16,0 0-16-16,-2 1 0 0,0 2-272 0,-1-1-48 16,1-1-16-16,-2 2 0 0,0 1-192 0,-1-1 128 15,0 0-128-15,0 2 0 0,0-1 0 0,1 0 128 16,0 1-128-16,2-2 0 0,1 2 0 0,2-2 0 15,1 0 128-15,2-3-128 0,2 0 0 0,0 1 0 16,2-1 128-16,0-2-128 0,-4 0 560 0,0 0 64 0,0 0 16 0,0 0 0 16,40 0 256-16,-40 0 48 0,0 0 16 0,0 0 0 15,0 0-304-15,45 3-48 16,-45-3-16-16,0 0 0 0,0 0-336 0,0 0-80 16,0 0-16-16,38 21 0 0,-38-21-160 0,0 0 0 15,0 0 0-15,0 0 0 0,0 0 0 0,0 0-224 0,0 0 48 0,0 0-17664 16</inkml:trace>
  <inkml:trace contextRef="#ctx0" brushRef="#br0" timeOffset="26597.89">8881 11001 17503 0,'-3'2'768'0,"1"-2"176"16,1 0-752-16,1 0-192 0,0 0 0 0,0 0 0 15,1 0 2160-15,0 0 400 0,2 0 64 0,0 0 32 0,1-2-704 0,3-1-144 16,-2 2-16-16,3-3-16 0,1 0-400 0,0 1-80 16,1-1-16-16,-1 1 0 0,0-2-768 0,1 3-176 15,-1-3-16-15,-9 5-16 0,0 0-304 0,27-9 0 0,-19 5 0 0,-1 0 0 32,-1 2-576-32,1 0-64 0,0-3 0 0,-2 3-16 15,0-1-928-15,-1 0-176 0,0 2-32 0,-3 1-12720 0</inkml:trace>
  <inkml:trace contextRef="#ctx0" brushRef="#br0" timeOffset="26860.94">9125 10854 21183 0,'1'-2'944'0,"0"1"192"0,0-2-912 0,-1 3-224 0,1 0 0 0,-1 0 0 16,0 0 1760-16,0-2 304 0,1 2 64 0,0 0 16 15,1 2-544-15,0-2-128 0,0 3 0 0,0-2-16 16,0 1-496-16,-1 1-112 0,1 0-16 0,1 0 0 0,0 2-352 16,0 0-80-16,-1 2-16 0,1 0 0 0,-1 2-192 0,0 3-32 15,0 0-16-15,0 0 0 0,-1 0-144 0,-1 2 0 16,1 1 0-16,0 0 0 0,0-2 0 0,0 1 0 16,0 0 0-16,0 0 0 15,1-2-352-15,-1 0-48 16,0-3-16-16,0-3-10896 0,0-1-2176 0</inkml:trace>
  <inkml:trace contextRef="#ctx0" brushRef="#br0" timeOffset="27234.37">9365 10723 8287 0,'1'0'736'0,"0"0"-592"15,0 0-144-15,-1 0 0 0,1 0 2864 0,-1 0 528 16,1 2 128-16,1 2 0 0,-2-4-384 0,0 0-96 15,0 0-16-15,0 0 0 0,23 39-1344 0,-23-39-272 0,0 0-48 0,20 34-16 0,-20-34-800 0,0 0-160 16,23 37-48-16,-23-37 0 16,0 0-336-16,23 39 0 0,-23-39 0 0,0 0 0 15,20 44 0-15,-20-44 0 0,8 38 0 0,-6-16 0 0,-2-1 0 0,-2 2-128 16,-1 3 128-16,-3-2-128 16,0 0-48-16,-3-3 0 0,0-2 0 0,-1-2 0 15,0 0-1408 1,-3-3-272-16</inkml:trace>
  <inkml:trace contextRef="#ctx0" brushRef="#br0" timeOffset="28083.13">8494 10852 7359 0,'1'0'656'0,"-1"-1"-528"0,1 1-128 0,-1 0 0 16,1-2 928-16,-1 2 160 0,1-1 16 0,0 1 16 0,0-2 832 0,1 1 160 15,-1 0 48-15,-1 1 0 0,1-2-816 0,-1 4-144 16,-1-2-48-16,1 2 0 0,-1 1-352 0,-1 2-80 15,0-2-16-15,0 1 0 0,0 5-192 0,0-2-64 0,0 0 0 0,1 3 0 16,-1-1-112-16,0 0-16 0,1 0-16 0,0-1 0 16,0-1-304-16,0 1 128 0,1-2-128 0,-2 0 0 15,1 0 176-15,0 0-176 0,1 0 160 0,0 0-160 16,-1-1 240-16,0 1-48 0,0 0-16 0,0 0 0 16,-1 1-176-16,0 0 192 15,1-1-192-15,-2 2 192 0,2-1 64 0,-1-1 0 16,-1 2 16-16,0 0 0 0,0-1 240 0,2 2 32 0,0-1 16 15,1-2 0-15,-1 4-144 0,1-3-32 0,2 0 0 0,-2 3 0 16,0-3 0-16,2 2 0 0,0-1 0 0,1 1 0 0,0 0-192 0,0 1-64 16,-2-3 0-1,2 0 0-15,-1 1-128 0,1 0 0 0,0 2 0 0,-2-3 128 16,1 0-128-16,0-1 0 0,0 0 0 0,0-1 0 16,0 0 0-16,0-1 0 0,0 1 0 0,0-2 0 0,1-1 128 0,1 0 0 15,-2 0 0-15,2 1 0 0,0 0 320 16,-1-3 64-16,-1 2 16 0,2-1 0 0,1 0-176 0,-1-1-32 15,-4 0-16-15,0 0 0 0,0 0-112 0,0 0 0 16,0 0-16-16,0 0 0 0,44 5-176 0,-44-5 192 0,0 0-192 0,0 0 192 16,0 0-192-16,0 0 0 15,0 0 0-15,0 0 0 16,0 0 0-16,0 0 0 0,0 0 0 0,0 0 0 16,0 0-400-16,0 0-112 0,0 0-32 0,0 0-17040 15</inkml:trace>
  <inkml:trace contextRef="#ctx0" brushRef="#br0" timeOffset="28564.53">8522 10870 5519 0,'1'-4'496'0,"0"3"-496"15,0-1 0-15,-1 2 0 16,0 0 832-16,0 0 80 0,-1-2 16 0,1 1 0 0,0-1 176 16,-1 0 48-16,-2 2 0 0,-1 0 0 0,1 0-80 0,-3 1-16 15,1 0 0-15,-1-1 0 0,1 2 64 0,0-2 16 16,0 0 0-16,1 0 0 0,1 0-112 0,-1-2-32 0,2 2 0 0,-1-2 0 15,3 2-416-15,-2-2-96 0,1 2-16 0,0-2 0 16,2 4-272-16,-2 0-48 16,1 0-16-16,0 1 0 0,0 6-128 0,-1 1 0 0,0 5 0 0,1 3 0 15,0 3 0-15,0 5 128 16,2 2-128-16,1 2-11840 0</inkml:trace>
  <inkml:trace contextRef="#ctx0" brushRef="#br0" timeOffset="31881.74">5822 7163 7359 0,'0'-1'656'16,"0"-1"-528"-16,1 0-128 0,-1 2 0 16,0 0 1136-16,1 0 192 0,-1 0 32 0,1-1 16 0,0 1 800 0,0 0 144 15,0 0 48-15,0 3 0 0,0-3-512 0,0 3-112 16,1 0-16-16,-1 0 0 0,1-1-464 0,2-2-112 0,1 0 0 0,-1 0-16 16,0-2-288-16,1-1-48 0,0-1-16 0,3-5 0 15,4 1-208-15,-1-4-32 0,0 1-16 0,1-3 0 16,0 0-208-16,-1 1-32 0,-2 2-16 0,0 1 0 15,-3-2-272-15,-1 5 0 0,-1 0 0 0,-3-2 0 16,-1 4 0-16,-1-3 0 0,-3 4 0 0,-2-1 0 16,0 0-304-16,-3 3-16 0,-3-2 0 15,1-1 0-15,1 2 32 0,0-2 0 0,1 3 0 0,1-1 0 16,2 1 288-16,1 1 0 0,0 1 0 0,1 1 0 0,0 1 0 0,1 1 0 31,0 2 0-31,1-1 0 0,-2 4 208 0,1-1-48 0,-1 1-16 16,2 0 0-16,-2 1 176 0,1 3 16 0,0 0 16 0,-1 2 0 15,2 1-96-15,-1 2-32 0,2-2 0 0,0 0 0 0,0-3-96 16,2 0-128-16,1-2 176 0,1-1-176 16,-3-9 0-16,0 0 0 0,0 0 0 0,0 0 0 0,31 33 0 0,-31-33 0 15,0 0 0-15,0 0 0 0,0 0 0 0,42 14 0 16,-42-14 128-16,0 0-128 0,0 0 0 16,0 0 128-16,40 1-128 0,-32-4 0 0,0 1 0 0,-1-3 0 15,0 0 0-15,0-1 0 0,0-1 0 16,1-3 0-16,-1 2 0 0,1-3 0 15,0-3-1552 1,1-1-272-16,1-1-48 0,-1 0-13008 0</inkml:trace>
  <inkml:trace contextRef="#ctx0" brushRef="#br0" timeOffset="32182.2">6072 6852 3679 0,'-2'-5'160'0,"1"2"32"16,0 1-192-16,1-2 0 15,0 3 0-15,0 1 0 0,0-2 1504 0,0 1 256 16,0-3 48-16,-1 0 16 0,0 1 544 0,0 0 128 0,0 1 0 0,0 1 16 16,0 0-96-16,-1 1-32 0,0 1 0 0,1 0 0 15,-1 1-336-15,1 1-80 16,0-1-16-16,0 1 0 0,1 1-1056 0,0-1-192 16,1 2-64-16,0 1 0 0,1 2-368 0,0 2-80 0,-2-10 0 15,6 26-16-15,-6-26-176 0,10 38 0 0,-10-38 0 0,11 47 0 16,-7-22 0-16,0 1 0 0,0-2 0 0,-2-2 0 15,0-1 0-15,0 0-144 0,0-2 144 0,1-2 0 16,-3-17-128-16,6 26 128 0,-6-26 0 0,0 0 0 16,0 0-256-16,0 0 64 0,0 0 16 0,0 0 0 15,0 0-1088 1,43 14-208-16,-34-21-64 0,1-2-13280 0</inkml:trace>
  <inkml:trace contextRef="#ctx0" brushRef="#br0" timeOffset="32544.21">6221 6832 13823 0,'0'-2'608'0,"0"-2"128"0,0 3-592 0,-1-1-144 0,0 0 0 0,1 2 0 16,-1-1 1552-16,0 1 288 15,0 0 48-15,1-2 16 0,-2 2 80 0,0 0 0 0,1 2 16 0,0-1 0 16,0 1-480-16,1 1-112 0,0 2 0 0,0-1-16 16,3 3-528-16,-2 2-96 15,-1-9-32-15,0 0 0 0,8 31-416 0,-8-31-64 0,9 29-32 0,-9-29 0 16,11 31-224-16,-11-31 0 0,0 0 0 0,19 42 0 15,-19-42 0-15,0 0 0 16,18 31 0-16,-18-31-160 0,0 0 160 0,0 0-160 0,0 0 160 0,20 33-160 16,-17-28-576-16,-1-3-112 0,-1 1-32 0,0-1-14160 15</inkml:trace>
  <inkml:trace contextRef="#ctx0" brushRef="#br0" timeOffset="32933.83">6387 6804 5519 0,'-1'0'496'0,"0"0"-496"0,0 0 0 0,0 0 0 15,0 1 2336-15,1 0 368 0,0-1 80 0,0 3 16 16,-2 1-48-16,-1 0 0 0,0 2 0 0,0-1 0 0,1-1-1408 0,-1 2-304 16,0-1-48-16,1-2-16 0,0 0-80 0,0-1 0 15,1 1-16-15,-2-1 0 0,1 1-464 0,-3 1-96 16,2 1 0-16,-1-1-16 0,-1 1-304 0,-1-1 0 0,-1 2 0 0,0 1 0 15,-1-3 0-15,0 4 0 0,1-3 0 0,-1 2 0 0,3-2 0 0,-1 2 0 16,1-3 0-16,2-1 0 16,1 2 0-16,0-3 0 0,2-1 0 0,0-1 0 15,2 0 0-15,0-1 0 0,1-2 0 0,2-2 0 0,1 1 512 0,-1-1-16 16,1 0 0-16,-1 3 0 0,1-3 208 0,-1 3 64 16,0-1 0-16,0 0 0 0,0 2-256 0,-1 1-64 31,0-2 0-31,-1 2 0 0,2 2-112 0,0-2-16 0,-5 0-16 0,0 0 0 0,0 0-112 0,0 0 0 15,0 0-16-15,0 0 0 0,42 14-176 0,-42-14 192 0,0 0-192 0,0 0 192 16,0 0-192-16,0 0 0 0,37 0 0 31,-33-2 0-31,1-1-368 0,-2 1 0 0,-1-1 0 0,1 1-17696 16</inkml:trace>
  <inkml:trace contextRef="#ctx0" brushRef="#br0" timeOffset="33216.29">6447 6752 3679 0,'-1'0'320'0,"1"0"-320"0,0 0 0 0,0 0 0 0,0 0 2560 0,0 0 448 16,0 0 96-16,1 0 16 0,1 0-192 0,1-2-48 16,1 2 0-16,0-1 0 0,2-1-1168 0,0 2-240 15,2-3-64-15,0 3 0 0,-8 0-128 0,0 0-16 16,0 0-16-16,0 0 0 0,47 9-352 0,-47-9-64 15,0 0 0-15,0 0-16 0,0 0-304 0,34 39-64 16,-34-39-16-16,10 34 0 0,-10-34-240 0,6 43-32 16,-5-20-16-16,-2 3 0 0,-2 0-144 0,-2-2 0 15,0 0 0-15,-3-1 0 0,0-2 0 0,0-1 128 0,-1-2-128 0,1-1 0 16,-1-1 0-16,2-4 0 16,2-3 0-16,0 0 0 15,-1-1-1136-15,0-1-208 0</inkml:trace>
  <inkml:trace contextRef="#ctx0" brushRef="#br0" timeOffset="33948.16">6153 6757 10127 0,'0'-3'448'0,"0"1"96"16,0-1-544-16,0 3 0 0,0 0 0 0,-1 0 0 0,1 0 1136 0,-1 0 112 16,0 0 32-16,-1 1 0 0,0 1-64 0,-2 0 0 0,1 0 0 0,1 1 0 15,-2 0-32-15,1 1-16 16,-1 0 0-16,2-1 0 0,-1 0 16 0,0 1 0 0,0-1 0 0,1 1 0 16,0 1-256-16,-1-3-48 15,0 3-16-15,1-2 0 0,0-1-64 0,0 2-16 0,0-1 0 0,0 0 0 16,1 1-96-16,-1 1-32 0,0 0 0 0,0 1 0 15,1 0-240-15,-1 1-48 0,0 2-16 0,0-2 0 16,-1 2-160-16,1-1-48 0,0 1 0 0,0 0 0 0,1 0 32 0,0 0 0 16,0 0 0-1,0 2 0-15,1-2 32 0,0 0 16 0,0-1 0 0,1 0 0 16,0-3-80-16,0 4-16 0,2-2 0 0,-3-7 0 16,0 0 0-16,0 0 0 0,14 33 0 0,-14-33 0 0,0 0-128 0,0 0 192 15,12 31-192-15,-10-22 192 0,0 0-192 0,0-1 0 16,0 1 0-16,-1 0 0 0,0-1 0 0,0-1 0 15,1 1 0-15,-1-2 0 0,-1 0 0 16,2 0 0-16,-1 0 0 0,0-2 0 0,1 3 192 0,0-2-32 16,1-1-16-16,-1-1 0 0,0 2 0 0,2-3 0 15,0 1 0-15,-1 1 0 0,3-3 32 0,-1 1 0 0,1-2 0 0,0 2 0 16,0-4 0-16,1 2 0 0,-1-3 0 0,1 1 0 16,-1-1-32-16,1 1 0 15,-2 0 0-15,2-1 0 0,-3 1-144 0,2 2 128 16,-1-3-128-16,0 3 128 0,1 0-128 0,-2 0 0 15,0 0 0-15,0 1 0 0,-4-1 0 0,0 0 0 0,0 0 0 16,0 0 0-16,0 0 0 0,0 0 0 16,0 0 0-16,0 0 0 0,0 0 0 0,0 0 0 15,0 0 0-15,0 0 0 0,0 0 0 0,0 0 0 0,0 0 0 0,0 0 0 16,0 0-336-16</inkml:trace>
  <inkml:trace contextRef="#ctx0" brushRef="#br0" timeOffset="123246.23">10126 9582 15663 0,'0'0'1392'0,"0"0"-1120"0,0 1-272 0,0 1 0 16,0-2 1248-16,0 2 192 0,1 2 32 0,0 2 16 15,-1 3-160-15,0 2-48 0,-1 2 0 0,1-1 0 16,0 1-672-16,0 2-144 0,1 0-16 0,0 4-16 0,1 0-288 0,0 3-144 16,0 1 160-16,1-2-160 0,-3 0 240 0,2 3-48 15,0-2-16-15,0 3 0 16,0-1-176-16,-1 2 0 0,0-4 0 0,1 0 0 0,-1-2 0 0,1-5 0 16,0 1 0-16,1-4 0 15,0-3 0-15,0-4 0 0,-3-5-128 0,0 0 128 16,0 0-1024-16,0 0-144 0,0 0-32 0,0 0-10000 0</inkml:trace>
  <inkml:trace contextRef="#ctx0" brushRef="#br0" timeOffset="123649.69">10321 9756 12895 0,'-1'-5'576'0,"0"3"112"0,1-1-560 0,-1 1-128 15,1 2 0-15,-1-2 0 0,1-1 1920 0,-1 0 368 16,-1-1 64-16,-1-1 16 0,0 0-528 0,-1 1-112 0,1 1 0 0,-1 1-16 16,0 0-592-16,1 2-112 0,-1 2-32 0,0 0 0 15,1 1-160-15,-2-1-48 0,0 3 0 0,0 0 0 16,0 0-224-16,-1 2-48 0,0-3-16 0,-1 3 0 0,0 0-288 0,0 1-64 16,-1-1-128-16,1 2 192 15,-1 3-192-15,3-2 0 0,-1-1 0 0,2 0 0 16,0 1-128-16,1-2 128 0,1-2 0 0,2-1 0 15,0 0-128-15,1-3 128 0,0 0 0 0,1-2 0 16,1-2 0-16,0 2 0 0,1-5 0 0,0 1 0 16,-1 1 128-16,1-3 48 0,1 2 0 0,1 0 0 15,-1 0 400-15,2 1 64 0,-2 0 32 0,-5 3 0 0,0 0-240 0,0 0-48 16,0 0-16-16,0 0 0 0,0 0-368 16,46 12 144-16,-46-12-144 0,0 0 0 0,0 0 0 15,0 0 0-15,31 26 0 0,-31-26 0 0,0 0 0 0,0 0 0 16,0 0 0-16,0 0 0 15,0 0-496-15,41 14-48 0,-36-14-16 0,0 1 0 16,0-1-1568-16,-2-1-320 0</inkml:trace>
  <inkml:trace contextRef="#ctx0" brushRef="#br0" timeOffset="123967.89">10438 9879 7359 0,'0'-2'656'0,"-1"1"-528"0,1 1-128 0,-1 0 0 15,1 1 2320-15,0-1 432 0,-1 2 96 0,0-2 16 16,0 2-752-16,0 1-128 0,-1 1-48 0,1 1 0 15,1 0-1056-15,0-1-224 0,1 4-32 0,-1-3-16 16,2 0-48-16,-2 1-16 0,2 2 0 0,1-1 0 16,-3-7-160-16,0 0-16 0,10 28-16 0,-10-28 0 15,7 19-352-15,-7-19 128 0,6 19-128 0,-3-10 0 16,-1 1 0-16,-1 0 0 0,0-1 0 0,-1 0 0 16,1-1 0-16,-1-2 0 0,0-2-128 0,0 1 128 15,0-4-800-15,0 1-80 0</inkml:trace>
  <inkml:trace contextRef="#ctx0" brushRef="#br0" timeOffset="124297.67">10452 9920 8287 0,'-3'4'368'0,"1"-4"80"0,1 0-448 0,0 0 0 0,0 2 0 0,0-2 0 15,1 0 2176-15,-1 0 336 0,-1-2 80 0,0 2 16 16,1-2-560-16,1-1-128 0,1-1 0 0,0 1-16 15,2-1-816-15,0-1-144 0,0 1-48 0,2-2 0 16,1 1 224-16,1-2 32 0,-1 0 16 0,1 3 0 16,1-1-16-16,0 0 0 0,-8 5 0 0,0 0 0 15,0 0-416-15,29-10-96 0,-29 10 0 16,0 0-16-16,0 0-336 0,36 26-64 16,-36-26-16-16,0 0 0 0,24 41-208 0,-24-41 0 15,12 32 0-15,-8-17 0 0,-4-15 0 0,8 24 0 0,-6-14 0 16,-1-1 0-16,-2-3 0 0,-2-2 0 0,0 0 0 0,-2-1 0 15,0-1 0-15,-4-2 0 0,0 0 0 0,-2-2 0 0,-3 0 0 0,-2 1 0 16,0 1 0-16,-2 0 0 16,0 0 0-16,-1 3 0 0,0 0 0 0,2 0-11520 15,0 0-2368-15</inkml:trace>
  <inkml:trace contextRef="#ctx0" brushRef="#br0" timeOffset="126420.25">8581 7326 9215 0,'-1'-5'816'0,"1"2"-656"0,-1 2-160 0,1 0 0 15,0-1 1152-15,0 0 192 0,-1-1 32 0,0-2 16 16,-1 1 368-16,0-1 80 0,1 4 16 0,0 1 0 0,1 4-368 0,-1 2-64 16,2 4-16-16,-1 2 0 0,3 2-256 15,-2 2-64-15,0 3-16 0,1-1 0 0,-2 2-384 0,2 2-80 16,2 3-16-16,0 2 0 0,0 2-256 0,0 2-48 15,0 1-16-15,-1 0 0 0,-1 0-144 16,1-1-128-16,-1 0 192 0,0-5-192 0,0-3 128 0,0-3-128 16,-1-2 0-16,1-6 0 0,0-2 0 0,1-6 0 15,1-3-240-15,0-2-9584 16,1-3-1920-16</inkml:trace>
  <inkml:trace contextRef="#ctx0" brushRef="#br0" timeOffset="126878.19">8810 7494 11967 0,'-1'-7'528'0,"-1"4"112"0,0-1-512 0,1 1-128 0,0 3 0 0,0-2 0 16,0 0 1024-16,-1-1 192 0,0 1 16 0,-2-3 16 15,-1 0 224-15,1 3 64 0,0-2 0 0,1 3 0 16,-1 1-400-16,1 0-80 0,1 1-16 0,-2 3 0 15,1-2 32-15,0 0 0 0,1 3 0 0,-2-1 0 0,1 0-144 0,0 1-32 16,-1 1 0-16,0-1 0 0,-1 1-368 0,0 0-80 16,-3 1 0-16,2 1-16 0,0-2-432 0,0 4 128 15,-1-3-128-15,0 2 0 0,1 1 0 0,0-3 0 16,0 0 0-16,2 0 0 0,0-2 0 0,1-1 0 16,0-1 0-16,3-1 0 0,-1-1 0 0,1-2 0 15,1 1 0-15,0-2 0 0,2-3 0 0,0 3 0 16,1-5 0-16,0 2 0 0,0 3 336 0,0-1 144 15,-1-1 32-15,0 3 0 0,2-1 80 0,0 0 32 0,-1 2 0 16,0 0 0-16,0 2-256 0,-1 1-48 0,0 1-16 0,0 1 0 16,1-2-176-16,-2 4-128 0,1-3 192 0,0 1-192 15,1 0 128-15,-2-1-128 0,2-1 0 0,0-1 0 16,0 1 0-16,1-1 0 0,1-2 0 0,-1 0 0 16,3 1 0-16,-8-1 0 0,0 0 0 0,0 0 0 15,0 0 0-15,0 0 0 0,50-3 0 0,-50 3 0 16,0 0-816-16,0 0-112 0,0 0-32 0,48 0-15760 15</inkml:trace>
  <inkml:trace contextRef="#ctx0" brushRef="#br0" timeOffset="127417.77">9021 7650 2751 0,'-5'-4'256'0,"3"2"-256"16,1 1 0-16,-1-1 0 0,1-1 1744 0,0 3 304 0,0-2 64 0,-1 0 16 0,-1-3 640 15,0 0 128-15,-1 1 32 0,1 2 0 16,0 1-1024-16,1 2-208 0,1 3-32 0,0 0-16 0,1 4-672 0,1 1-128 16,0 1-16-16,2 6-16 0,1 1-128 0,1 2-32 15,-1 2 0-15,2 1 0 0,-1-1-336 0,1-1-64 16,0 0 0-16,-3-2-16 0,2 0-240 0,-1-1 0 15,-1-1 0-15,0-4 0 16,0-3 0-16,-2-2 0 0,0-2-128 0,1-2 128 16,-2 0-1536-1,0 0-208-15,1-3-48 0</inkml:trace>
  <inkml:trace contextRef="#ctx0" brushRef="#br0" timeOffset="127701.18">8997 7686 4607 0,'0'0'400'0,"0"-2"-400"0,0-1 0 0,0 3 0 16,0-2 2240-16,1 0 384 15,0-1 64-15,1-4 0 0,0 0-208 0,1-3-48 0,2 3-16 0,-1-2 0 16,3-1-368-16,-1 3-80 0,2-2-16 0,-1 1 0 16,2 2-656-16,-1-2-128 15,1 4-16-15,0-3-16 0,-9 7-304 0,0 0-64 16,0 0-16-16,0 0 0 0,43 0-512 0,-37 4-112 15,-3 2 0-15,-1 2-128 0,-1 0 144 0,-3 3-144 16,0 1 0-16,-3 0 144 0,-2 2-144 0,0 0 128 16,-1 1-128-16,-2-1 128 0,1 0-128 0,0-5 0 0,0 1 0 0,-1-3 128 15,1-2-128-15,0-3 0 0,0-2 144 16,0 0-144-16,1-2 0 0,0 0 0 0,1-3 0 0,0 3-16832 16</inkml:trace>
  <inkml:trace contextRef="#ctx0" brushRef="#br0" timeOffset="131517.93">13027 7520 7359 0,'4'0'656'0,"0"0"-528"0,-1 0-128 0,-2 0 0 16,1 0 928-16,1-2 160 0,2 2 16 15,3 0 16-15,3-2 384 0,3 1 80 0,1-1 16 0,-1-1 0 16,1 3 32-16,0-2 16 0,-1 0 0 0,1-1 0 16,0 3-240-16,-1-2-64 15,0-1 0-15,-2 1 0 0,1 0-512 0,-3 0-96 0,0 0-32 0,-1 1 0 16,0-2-416-16,0 1-96 0,0 0 0 0,0-3-16 15,-2 3-304-15,0-3-64 16,-3 4-16-16,0 0-8880 0,-3-1-1792 0</inkml:trace>
  <inkml:trace contextRef="#ctx0" brushRef="#br0" timeOffset="131761.51">13147 7533 2751 0,'-5'1'256'0,"2"1"-256"0,0-1 0 0,1 1 0 0,1-2 1392 0,1 0 224 15,0 2 48-15,-1-1 16 0,1 1 816 0,-1 0 176 16,0 0 16-16,0 1 16 0,1 0-784 0,0 1-144 16,1 0-48-16,-1 1 0 15,1 0-608-15,-1 5-128 0,0-1-32 0,-1 5 0 0,1-14-256 0,-2 33-64 16,0-11-16-16,-2 2 0 16,0 2-272-16,0 2-48 0,-1-2-16 0,-1 2 0 15,2-2-112-15,-1-2-32 0,1 0 0 0,0-2 0 0,1-2-144 0,0 0 0 16,0-6 0-16,2-1 0 15,-1-4-336-15,0-3-160 0,2-3-16 16,0-3-8688-16,0-1-1728 0</inkml:trace>
  <inkml:trace contextRef="#ctx0" brushRef="#br0" timeOffset="131954.89">13059 7800 9215 0,'-3'0'400'0,"1"0"96"0,1 0-496 0,0 0 0 16,1 0 0-16,0 0 0 0,-1 0 2288 0,1 0 352 0,0 2 80 0,0-2 16 15,0 0 256-15,1 0 48 0,2-2 16 0,2 0 0 16,-1 1-912-16,4-3-176 0,0 1-48 0,2-1 0 16,3-2-960-16,1 2-208 0,2-3-48 0,0 0 0 15,0-1-496-15,-1 2-208 0,1 0 176 0,0 0-176 32,0 1-768-32,-1-2-256 0,2-1-64 0,-1 2-15504 0</inkml:trace>
  <inkml:trace contextRef="#ctx0" brushRef="#br0" timeOffset="132213.79">13454 7591 11967 0,'0'2'528'0,"-1"-2"112"0,0 3-512 0,-1-3-128 15,1 2 0-15,0-2 0 16,0 3 1408-16,-2 1 256 0,-2 2 64 0,-1 3 0 0,-2 2-640 0,-1 4-112 16,1 0-16-16,0 0-16 0,1 2-384 0,0-3-80 15,3 0-16-15,0-2 0 0,0 0-192 0,2-3-32 16,1 0-16-16,1-1 0 0,0-1-32 0,2-1-16 15,0-2 0-15,0 0 0 0,2-1 80 0,-1-1 32 16,0-1 0-16,1 1 0 0,1-2 32 0,1 2 0 0,1-2 0 0,-1 0 0 16,1 0-176-16,1-2-16 15,-1 2-128-15,1-3 192 16,0-1-528-16,0 0-112 0,2-2-32 0,-2 0 0 16,0-2-1056-16,1 1-192 0,-2-1-64 0,1-1-7776 15</inkml:trace>
  <inkml:trace contextRef="#ctx0" brushRef="#br0" timeOffset="132415.26">13594 7615 911 0,'1'-1'0'0,"-1"1"0"16,0 0 0-16,0 0 0 0,0 0 1904 0,0 0 288 0,0 0 64 16,0 0 16-16,-1 1 752 0,0 1 160 0,0 1 16 0,-1-1 16 15,1 0-848-15,-1 3-160 0,0 0-32 0,-1-1-16 16,1 2-800-16,-2 2-144 0,1 0-48 0,-1 2 0 0,0 4-464 0,0-2-112 16,-1 2-16-16,1 0 0 0,1 0-224 0,0 0-48 15,1-2-16-15,1 1 0 16,1-4-288-16,1 0 128 0,1-2-128 0,-2-7 0 0,0 0 0 0,0 0 0 15,0 0-160-15,0 0 160 16,0 0-1600-16,0 0-192 0,36 10-32 0,-29-17-12128 16</inkml:trace>
  <inkml:trace contextRef="#ctx0" brushRef="#br0" timeOffset="132833.96">13731 7618 7359 0,'-1'0'656'0,"0"2"-528"16,1-2-128-16,0 0 0 0,0 0 2528 0,0 0 480 15,1 2 80-15,-1-2 32 0,1 1-224 0,0-1-32 16,2 1-16-16,1-1 0 0,0-1-1568 0,2 0-320 0,1-1-64 0,1-1-16 16,-1 1-224-16,2-1-32 0,2 1-16 0,0 0 0 15,0-1-256-15,0 1-48 16,0-1-16-16,-1 0 0 0,1 2-128 0,-3-1-32 15,1 1 0-15,0 1 0 0,-2 0-128 0,-1 1 0 0,-1 1 0 0,-1-2 0 16,-1 2-128-16,-3 1 128 16,0 4 0-16,-1-3 0 0,-3 4-192 0,-2-1 48 0,-1 2 0 0,-2 3 0 15,-2-2-288-15,1 4-48 0,-1-2-16 0,-1 2 0 16,-2 2 208-16,0-2 32 0,0 1 16 0,1-1 0 16,0 0 240-16,1-1 0 0,1 0 0 0,2-1-144 15,2-2 144-15,0-1 0 0,1 1 0 0,4-4 0 0,1 0 0 0,0-2 0 0,3-1-144 16,0-1 144-1,1 0-144-15,2-4 144 0,1 2-192 0,1-3 192 0,0 0 0 16,2-2 0-16,1-1 0 0,-1 0 0 16,1 0 128-16,-1 0 16 0,-2 0 16 0,0 2 0 0,0 0-160 0,-1 1 0 15,-2 0 144-15,0 1-144 0,0-2-448 0,-1 3-176 16,0 1-16-16,-1 0-16 16,0 0-1696-16,0 0-336 0</inkml:trace>
  <inkml:trace contextRef="#ctx0" brushRef="#br0" timeOffset="133065.2">13747 7759 7359 0,'-7'3'320'0,"1"-3"80"0,1 1-400 0,3 0 0 15,0-1 0-15,0 0 0 0,-1 2 1536 0,-1-2 240 16,-1 1 32-16,-2 1 16 0,1 0 896 0,0-2 176 16,3 0 48-16,1 0 0 0,1 0-768 0,3-2-160 15,0-1-32-15,3 1 0 0,2 0-576 0,1-1-128 16,1-1-32-16,3 1 0 0,1 1-400 0,1-3-80 0,2 2 0 0,-1 1-16 15,0 0-336-15,0 0-64 0,2-1-16 0,0 1 0 16,-1 0-208-16,-1-1-128 16,0 2 128-16,-1-2-128 0,-2 0 0 0,1 0 0 0,-2-1 0 0,0-3 0 31,0 2-352-31,-1 1-96 0,-1-1 0 0,-2 1-16992 0</inkml:trace>
  <inkml:trace contextRef="#ctx0" brushRef="#br0" timeOffset="133480.78">14113 7600 9215 0,'-1'3'816'16,"-1"-3"-656"-16,1 0-160 0,1 0 0 0,-1 0 1792 0,0 2 320 16,0-2 64-16,-1 1 0 15,-1 1-64-15,1 0 0 0,2 0-16 0,-1-2 0 0,2 0-832 0,1 0-176 16,1 0-16-16,2 0-16 0,0 0 0 0,2-1 0 15,0 0 0-15,2-1 0 0,-1 0-304 0,1 1-64 16,0-1-16-16,0 2 0 0,0-2-160 0,-1 1-16 16,0 2-16-16,-2-1 0 0,1 2-288 0,-3 0-48 0,0 3-16 15,-1-3 0-15,-1 3-128 0,-1 0 0 16,-2 0 0-16,-1 2 0 0,-3 0-176 0,1 1 48 0,-3 0 0 0,0 0 0 31,-2 1-432-31,-1 1-80 0,0-1 0 0,-1 0-16 0,1 2 208 0,-1-3 32 16,0 0 16-16,2 1 0 0,0-2 400 0,0 0 0 15,0 1 0-15,1-2 0 0,1 2-256 0,2-4 48 0,1 2 0 0,2 0 0 16,1-1 32-16,1 0 16 0,2-3 0 16,2 1 0-16,0 1 160 0,1-4 0 0,2 1 0 15,0-2 0-15,1-1 0 0,2 0 192 0,-1-1-32 16,1 1-16-16,-2-1-144 0,1-2 192 0,1 1-192 0,-1-1 192 16,1 0-592-1,-2 1-112-15,-1-1-32 0,0 0 0 16,-2 3-1696-16,1-1-320 0</inkml:trace>
  <inkml:trace contextRef="#ctx0" brushRef="#br0" timeOffset="133713.66">14136 7693 6383 0,'-11'3'128'0,"4"0"48"0,1 0 0 0,1-2 16 0,2 1-192 0,1 0 0 0,0-1 0 0,-2 3 0 0,-3 0 2800 0,0 0 528 0,-1 2 96 0,2-4 32 15,2 1-640-15,2-1-128 16,1-1-32-16,2-2 0 0,3-1-512 0,1-1-96 15,1 1-32-15,2-2 0 0,0 1-816 0,1-2-176 16,2 1-16-16,2-1-16 0,0 0-544 0,1 1-128 16,1-1 0-16,-2 2-16 0,-1 2-176 0,0 0-128 15,1-1 192-15,-1-1-192 0,-2 3 0 16,1-2 0-16,-2 1 0 0,1-1 0 0,-1 2 0 0,1-2-352 16,-1 0 48-16,-1-1 16 15,2 1-2384-15,-1-3-464 0</inkml:trace>
  <inkml:trace contextRef="#ctx0" brushRef="#br0" timeOffset="133916.25">14367 7600 6447 0,'-2'-2'272'0,"1"2"80"0,1 0-352 0,0 0 0 15,0 0 0-15,0 0 0 0,1 0 2880 0,0 0 512 0,0 0 112 0,0 2 16 16,2 1-240-16,-1 0-32 0,-2-3-16 0,0 0 0 16,0 0-1328-16,0 0-272 0,0 0-48 0,17 42-16 15,-17-42-928-15,0 0-176 0,7 36-32 0,-7-36-16 16,0 0-288-16,8 38-128 0,-8-38 0 0,0 0 128 15,0 0-128-15,8 37 0 0,-8-37-160 0,0 0 160 16,0 0-1280-16,0 0-176 0,0 0-16 0,0 0-16 16,0 0-800-16,0 0-144 0</inkml:trace>
  <inkml:trace contextRef="#ctx0" brushRef="#br0" timeOffset="134131.69">14524 7567 15663 0,'1'-4'688'0,"-1"3"144"15,1-1-656-15,-1 1-176 0,0 1 0 0,0 1 0 0,-1-1 2288 16,1 2 416-16,-1 3 96 0,0 2 16 0,0 1-176 0,1-8-16 16,0 0-16-16,-3 41 0 0,3-41-1344 0,-4 38-272 15,4-38-48-15,-6 41-16 0,6-41-416 0,-7 43-96 16,2-22-16-16,0-1 0 0,-2-2-144 0,0 1-48 16,-1 0 0-16,-2-4 0 0,1-1-208 0,-1 0 144 15,-2 0-144-15,-2-4 128 0,-1 1-128 0,-2-1 0 0,0 2 0 0,-2-5 0 16,1 0 0-16,-1 0 0 0,-3-2 0 0,-1-1-18144 15</inkml:trace>
  <inkml:trace contextRef="#ctx0" brushRef="#br0" timeOffset="135610.75">13282 8651 9215 0,'1'-3'816'0,"-1"0"-656"0,1 0-160 0,0 2 0 15,0-1 1184-15,-1 0 208 0,1 1 32 0,0-1 16 16,2-2 928-16,0-3 176 0,1 2 32 0,0-5 16 0,1 3-960 16,-2 0-192-16,1 0-32 0,-1 0-16 0,0 0-816 0,-3 0-176 15,0 0-16-15,-1 2-16 0,-1 0-368 0,-3 2 144 16,0 0-144-16,-4 2 0 0,0 1 368 0,-2 1-48 16,-1 2 0-16,-2 2 0 0,-1 1 32 0,1 0 0 15,2 1 0-15,-1 3 0 0,-1 2 96 16,1 3 32-16,0 1 0 0,0 3 0 15,0 4-208-15,1 1-32 0,1 2-16 0,3 2 0 0,-2-2-224 0,4-1 0 16,-1 0 0-16,3-4 0 0,2-1 0 0,1-2 0 16,1-18 128-16,0 0-128 0,8 39 192 0,-8-39-16 15,0 0 0-15,0 0 0 0,0 0-32 0,0 0 0 16,43 28 0-16,-33-28 0 0,2-3 0 0,0 1 0 0,1 0 0 0,1-1 0 16,1-1-400-16,2 0-64 15,0-2-32-15,2 1 0 0,0-2-1904 16,2-1-384-16</inkml:trace>
  <inkml:trace contextRef="#ctx0" brushRef="#br0" timeOffset="136383.35">13455 8706 9215 0,'-8'3'400'0,"4"-2"96"0,0 2-496 0,0 1 0 16,2-1 0-16,0-1 0 0,0 2 2192 0,-3 2 352 0,-1 3 64 0,-4 6 16 15,-1 3-608-15,0 1-112 0,1 0-32 0,2 0 0 16,0-2-976-16,4-3-208 0,0 0-48 0,3-2 0 15,1-2-16-15,0-10-16 0,0 0 0 0,0 0 0 16,0 0-352-16,0 0-80 0,43 20-16 0,-32-24 0 16,3-1-160-16,0-4 0 0,0-2 0 0,-1 0 0 15,0-1-320-15,-1-2 48 0,-1 2 16 0,-3-2 0 16,0 0-16-16,-2 0 0 0,-1 0 0 0,-4 2 0 16,-1 2 272-16,-2 1 0 0,-3-1 0 0,-1 3 0 15,-2 1 272-15,-2 2 112 0,-2 2 32 0,-1 2 0 16,0 0 640-16,-1 5 128 0,-1 0 32 0,0 0 0 0,2 4-576 15,0 1-96-15,3-1-32 0,1 1 0 0,1 0-256 0,4 1-64 16,0-2-16-16,3-2 0 0,2 1-176 0,2-2 0 16,-3-6 0-16,0 0 0 0,0 0 0 0,0 0 0 15,0 0 0-15,42 8 0 16,-31-12 0-16,1 0 0 0,1-2 0 0,-1-2 0 0,0 1-272 16,-1 0 16-16,0 0 0 0,2-2 0 0,1-1-112 15,0 0-16-15,0 1 0 0,-1 0 0 0,0-1 160 0,-1 3 32 16,-2 0 0-16,-1 2 0 0,0 1 192 0,-3 1 0 15,0 3 0-15,-2 0 0 0,0 2 0 0,-2 1 128 16,0 2-128-16,-1-1 160 0,0 2 32 0,-1 0 0 0,-1 2 0 16,1-1 0-16,-1 2 0 0,0 0 16 0,-1-1 0 0,1 1 0 15,0-1-208-15,0 0 0 0,-1 1 0 0,1-3 0 16,0 1 0-16,-1 0 0 0,0-2 0 0,-1-1 0 16,0 2 0-16,1-1 0 15,-1-2 0-15,0 1 0 0,0 0 0 0,0-2 0 0,1 0 0 0,1-2 0 16,0 1 0-16,0-1 0 0,2-1 0 0,0-1 0 15,1 1 0-15,1-2-128 0,3-3-16 0,0 0 0 16,3-2-880 0,0-1-192-16,3-3-16 0,-1 0-16 0,2 1-80 0,0-3-16 15,0 2 0-15,-1 2 0 0,0-2 144 0,-2 3 32 0,-1 4 0 0,-2-3 0 0,1 2 656 16,-3-1 128-16,2 3 16 0,-3 0 16 16,1-1 688-16,-2 2 144 0,0 0 32 0,-1 0 0 0,1 1 1376 0,-1 0 288 15,-1 1 48-15,0 1 16 0,-1 0-656 0,0 0-128 16,0 1-32-16,0 1 0 0,-1 0-640 0,1 1-128 15,-1 0-16-15,0 0-16 0,1 2-432 16,-1-1-64-16,1 0-128 0,-1 3 176 0,-1 2-176 0,0-2 0 0,1 5 0 16,-2 1 0-1,0 0 0 1,0 1 0 0,0 0-128-16,-2 3 128 15,0-3 0 1,1 1 0-1,-1-3 0-15,1-1 0 0,2-1 0 0,0-2 0 0,1-2 0 0,1 0 0 0,1-3 0 0,1 0 0 0,0-1 0 16,2-4-11200-16,2 0-2160 0</inkml:trace>
  <inkml:trace contextRef="#ctx0" brushRef="#br0" timeOffset="136721.82">13925 8644 20271 0,'3'-3'896'0,"-2"1"192"0,0-1-880 0,0 3-208 0,0-2 0 0,-1 2 0 16,0 0 1440-16,0 0 240 0,0 0 48 0,-1 2 16 15,0-2-528-15,-2 3-128 0,0 2 0 0,0-1-16 16,0 4-480-16,0-1-80 0,-1 2-32 0,0 3 0 16,-1 0-352-16,0 2-128 0,1 0 0 0,-2 1 0 15,1 1 0-15,-1-1 0 0,0 1 0 0,1-2 0 0,0 1 0 0,1-2 0 16,1-1 144-16,0-2-144 0,2 0 176 0,0-4-48 15,1 2-128-15,2-4 192 16,1 1-192-16,0-2 0 0,1-1 0 0,2-2 0 16,1-2 0-16,1 2 144 0,1-3-144 0,0-1 128 15,1 1 0-15,1 1 0 0,0-3 0 0,-1 0 0 16,-1 1-128-16,0-3 0 0,0 4-160 0,-3-2 160 16,2 0-880-16,-2-1-80 0,-1 0 0 15,0 0-16-15,0 1-1712 0,-1-1-320 0</inkml:trace>
  <inkml:trace contextRef="#ctx0" brushRef="#br0" timeOffset="136948.82">13839 8744 4607 0,'-3'2'400'0,"-1"0"-400"16,3-2 0-16,0 0 0 0,1 0 2176 0,-1 2 368 16,-2-1 64-16,-1 3 16 0,0-1 384 0,0 0 96 0,0 0 16 0,2 0 0 15,3-1-320-15,0-2-64 0,2 0-16 0,2-2 0 16,-2-1-1264-16,2 1-256 0,1 0-48 0,3-2-16 15,-1 1-608-15,1-2-112 0,3-2-32 0,0 1 0 16,3 0-192-16,0-1-64 0,0 0 0 0,1 0 0 16,-1 2-128-16,0-1 0 0,1 0 0 0,0 1 128 15,-2 1-128-15,-2-1 0 0,-1 2 0 0,-2 0 0 16,-1 0-624 0,-1 1-48-16,0 1-16 0,-3-2-16848 0</inkml:trace>
  <inkml:trace contextRef="#ctx0" brushRef="#br0" timeOffset="137321.5">14077 8684 5519 0,'0'0'496'0,"0"2"-496"15,0-2 0-15,0 0 0 0,0 0 2224 0,1 0 336 16,0 0 80-16,2 1 16 0,0-1-160 0,1 0-48 16,2-1 0-16,-1-1 0 0,3 0-1008 15,-2 0-208-15,2-1-32 0,-2 0-16 0,2 1-352 0,-2 1-80 0,0 0-16 0,-2 2 0 16,1 0-480-16,-1 1-112 15,-2 3-16-15,0-2 0 0,-2-3-128 0,0 0-176 0,0 0 48 0,0 0 0 32,0 0-576-32,4 40-128 0,-5-33 0 0,1-7-16 15,0 0-352-15,0 0-64 0,-1 31-16 0,1-24 0 0,-1-1 80 16,0 0 16-16,0-1 0 0,0-1 0 0,-1-1 656 0,0 0 128 16,0 1 16-16,-1-2 16 0,0 0 368 0,1-2 288 0,0 1-48 0,-1-1-16 15,1-1 832-15,0 1 160 16,1-2 48-16,1 0 0 0,0-3 96 0,1 0 32 0,0 1 0 0,1-1 0 15,1 0-400-15,1 0-80 16,1-3-16-16,1 0 0 0,0 1-512 0,2-3-96 16,-1 0-32-16,0 1 0 0,3 0-128 0,-2-3-128 0,0 2 144 0,1 3-144 0,-1-2 0 0,1 1 0 15,0 2 0-15,-2-2 0 16,0 4-352-16,-1-1-160 0,0 2-48 0,-1 0-13264 0</inkml:trace>
  <inkml:trace contextRef="#ctx0" brushRef="#br0" timeOffset="137699.21">14365 8649 7359 0,'-2'2'320'0,"1"-2"80"0,1 2-400 0,-1-2 0 0,1 0 0 0,-1 0 0 0,1 1 1920 16,-1 1 320-16,0-2 48 0,0 2 16 0,-1 0-512 0,1 0-80 15,-1 2-32-15,-1 0 0 0,0 0-480 0,0 1-112 16,0 0 0-16,-2 2-16 15,0 0-544-15,2 3-96 0,-3-1-32 0,1 0 0 0,2 3 64 0,-2 0 16 0,1-1 0 0,2 0 0 16,2-11-16-16,0 0 0 16,0 0 0-16,0 0 0 0,0 0-144 0,0 0-48 0,14 35 0 0,-8-35 0 15,1-2-144-15,1-1-128 0,1 1 192 0,0-2-192 16,1-2 0-16,-1 0 0 0,0-1-192 0,1 2 48 31,-2 0-464-31,0-1-96 0,-1 0 0 0,-1 1-16 16,0 1-528-16,-2-3-96 0,0 2-32 0,-1 0 0 0,-1 0 240 0,-1 1 48 0,0-1 16 15,-1 0 0-15,0 0 640 0,-1 0 128 0,-1-1 32 0,0-2 0 16,0 2 272-16,-1 0 0 0,0 0 0 16,0 1 0-16,-1 1 576 0,-1 1 64 0,2 1 0 15,-1 1 16-15,0-1 368 0,1 2 80 0,0 2 16 0,0-2 0 16,1 3-480-16,0-1-80 0,1 0-32 0,0 0-8368 16,1 1-1680-16</inkml:trace>
  <inkml:trace contextRef="#ctx0" brushRef="#br0" timeOffset="138050.75">14600 8482 14735 0,'1'-2'640'0,"-1"1"160"0,0 0-640 0,-1 1-160 16,0 0 0-16,0 0 0 0,0 1 2512 0,0 2 480 0,-3 0 80 0,-2 4 32 15,0 0-288-15,-1 3-48 0,0 1-16 0,0 3 0 16,0 1-1584-16,1-1-320 0,0 3-64 0,0 1-16 16,2-1-512-16,-1 2-96 15,1 0-32-15,-1 2 0 0,1-1-128 0,0-2 0 16,-1 2 0-16,0-2 0 0,5-18-208 0,-5 29-32 0,5-29 0 0,0 0 0 15,0 0-656-15,0 31-128 0,0-31-16 0,0 0-16 16,0 0-624-16,0 0-128 16</inkml:trace>
  <inkml:trace contextRef="#ctx0" brushRef="#br0" timeOffset="138275.51">14692 8518 1839 0,'2'0'160'0,"-1"-2"-160"15,0 2 0-15,-1 0 0 16,0 0 2208-16,1-2 416 0,0 1 64 0,1-1 32 0,-1-1 416 0,1 1 64 16,-2 2 32-16,-1 0 0 0,0 2-832 0,0 1-160 15,-1-1-48-15,-1 3 0 0,0 2-832 0,0 0-160 16,0 3-48-16,-2 0 0 16,1 2-688-16,0 2-144 0,-2 2-16 0,0 0-16 0,3-2-288 15,-2 3 160-15,0 0-160 0,2 0 128 16,-1 2 128-16,4-19 0 0,-3 32 16 0,3-32 0 0,0 0-128 0,2 36-16 15,-2-36-128-15,0 0 192 16,0 0-720-16,0 0-160 0,0 0-16 0,0 0-16 16,27 32-1984-16,-23-33-400 0</inkml:trace>
  <inkml:trace contextRef="#ctx0" brushRef="#br0" timeOffset="138667.71">14775 8687 11967 0,'-2'2'528'0,"1"0"112"0,1-2-512 0,0 0-128 0,0 0 0 0,1 1 0 0,0 1 2288 0,0-2 416 16,1 2 96-16,-2-2 16 15,0 0-832-15,0 0-144 0,0 0-48 0,30 4 0 16,-30-4-832-16,17-2-192 0,-8 0-16 0,1-2-16 16,0 1-240-16,0-2-48 0,0 3-16 0,-1-3 0 15,0 0-240-15,-1-1-32 0,-1 0-16 0,0 0 0 16,-2 0-144-16,0 0 0 0,0 0 0 0,-2-3-176 15,1 2 176-15,-2-3 0 0,0 2 0 0,-2 0 0 16,-1-1 0-16,-1 1 0 0,-2 1 0 0,1 0-128 16,-2 3 128-16,-1 2-128 0,1 1 128 0,-2 2-128 15,1 0 128-15,-2 2 0 0,2 2 0 0,-2 1-128 16,-1 2 256-16,1 1 64 0,-1 3 16 0,-1-2 0 0,3-1 288 0,-1 4 48 16,-1 0 16-16,0 3 0 0,0 1-240 0,0 0-64 15,2-1 0-15,2-2 0 0,5-14-48 16,-4 25-16-16,4-25 0 0,0 0 0 0,0 0 0 0,0 0-16 15,27 35 0-15,-27-35 0 0,0 0-48 0,31 2 0 16,-31-2 0-16,24-2 0 0,-11-2-320 0,-1-1-80 16,0 1-16-16,-1 0 0 15,1-3-1552-15,0 1-304 0</inkml:trace>
  <inkml:trace contextRef="#ctx0" brushRef="#br0" timeOffset="139088.34">15082 8632 7359 0,'0'0'656'0,"0"0"-528"0,0-2-128 0,0 2 0 15,0 0 2128-15,0 0 400 0,1-2 80 0,-1 1 16 16,1-1-320-16,1-1-64 0,1 1-16 0,1 0 0 0,0-3 176 0,1 2 32 16,1 0 16-16,-1-2 0 15,2 1-2320-15,-1 0-480 0,2 0-96 0,-1 1 0 16,2-2 448-16,-1 1 240 0,-2 1-32 0,1 0 0 0,0 0-208 0,0 2 0 15,-2-1 0-15,1 0 0 0,-1 2 368 16,0 0-32-16,-5 0 0 0,0 0 0 16,0 0 176-16,0 0 16 0,0 0 16 0,0 0 0 0,6 42-304 0,-8-33-64 15,-3 3-16-15,0 2 0 0,-1 1-160 0,-1-1 0 16,1 0 0-16,-2 0 0 0,2 0-384 0,-1-2 32 0,2-1 16 16,0-3 0-16,2-1 112 15,0-1 32-15,0-1 0 0,1-2 0 0,1 0 192 0,1-3 0 16,-1 2 0-16,1-4 0 0,1 0 208 0,-1 1-16 0,1-3 0 0,0 0 0 15,1 1 256-15,0-2 32 16,1-2 16-16,0-2 0 0,3 0 80 0,-1-1 0 0,2 0 16 0,-1 1 0 16,2-3-240-16,0 0-48 15,1 0-16-15,2-2 0 0,-1 3-288 0,0-2 0 0,-2 3 128 0,3-1-128 16,-2 2 0-16,0 0 0 0,-1 1 0 0,0 3 0 16,-1 0-448-16,0 0-112 15,-1 3-16-15,0 2-16736 0</inkml:trace>
  <inkml:trace contextRef="#ctx0" brushRef="#br0" timeOffset="141483.92">16406 7091 9215 0,'-3'3'816'0,"0"1"-656"15,2-3-160-15,-1 0 0 0,1 2 832 0,-2 1 128 16,-1 1 16-16,-2 5 16 0,-4 6 368 0,-2 6 80 16,-1 2 16-16,-2 6 0 0,1 1-352 0,-1 4-64 15,0 4-16-15,-2 1 0 0,1 2-368 0,-2-1-80 16,0 1 0-16,1 1-16 0,-1 2-96 0,0 0-16 16,0 2 0-16,2-4 0 0,4-8-448 0,1-1-208 15,1-5 16-15,2-4 0 16,4-7-1472-16,1-5-304 0,1-3-48 0,0-2-4064 0,1-4-832 0</inkml:trace>
  <inkml:trace contextRef="#ctx0" brushRef="#br0" timeOffset="141850.49">16105 7560 8287 0,'2'-4'736'0,"0"1"-592"15,0 0-144-15,-1 1 0 0,0 1 1776 16,0 0 320-16,0-1 64 0,2-3 16 0,0 0 176 0,0 3 32 16,0-1 16-16,-1 3 0 0,-1 4-1152 0,-1 4-224 15,0 1-64-15,-2 6 0 0,-1 2-304 0,-1 4-64 0,1 8-16 0,-3 1 0 16,-1-4-352-16,0 3-80 15,-1 2-16-15,-2-1 0 0,0 2-128 0,0-2 0 0,1-2 144 16,2-4-144-16,2-4 0 0,2-4 0 16,1-7 0-16,2-2 0 0,2-2 0 0,1-5 0 0,0-2 128 15,3-2-128-15,0-4 464 0,3-2 32 16,0-3 0-16,2-4 0 0,1-2-32 0,0-3 0 16,0 3 0-16,0-2 0 0,-1-3-272 0,-1 5-48 15,0 0-16-15,-1 1 0 0,0 3-944 0,-1 1-192 0</inkml:trace>
  <inkml:trace contextRef="#ctx0" brushRef="#br0" timeOffset="142391.32">16421 7067 3679 0,'-2'-3'320'0,"1"1"-320"0,0 1 0 0,0 0 0 16,1 1 1216-16,0 0 192 15,1-2 16-15,-1 2 16 0,1-3 1104 0,0 1 208 16,0 0 64-16,1-1 0 0,-1 3-144 0,0-1-32 0,-1 0 0 0,0 1 0 16,1 1-976-16,-1 0-192 0,1 1-32 0,0 3-16 15,1 0-672-15,-1 2-144 0,0 0-32 0,0 3 0 16,0-3-400-16,-1 4-176 15,0-11 128-15,0 0-128 0,3 48 0 0,-3-48 0 0,2 39 0 0,-2-39 0 16,5 38 0-16,-5-38 0 0,0 0 128 0,10 46-128 16,-10-46 0-16,0 0 0 0,0 0 0 0,0 0 128 15,0 0-128-15,36 17 128 0,-27-24-128 0,0-5 128 16,2-3 256-16,2-3 64 0,2-6 0 0,1-6 0 16,1-2 16-16,3-3 16 0,1-3 0 0,3-5 0 15,1-1-176-15,1-2-48 0,1-4 0 0,-2 5 0 16,-2 2-128-16,2-4-128 0,0-5 144 0,0 7-144 15,-4 7 0-15,-3 5 0 0,-5 5-128 0,2 4 128 16,2 2-2048-16,0 1-320 0</inkml:trace>
  <inkml:trace contextRef="#ctx0" brushRef="#br0" timeOffset="143401.85">16782 6100 9215 0,'7'-5'816'0,"-1"0"-656"0,-3 3-160 0,-1 0 0 16,-1 2 1472-16,-1 0 272 0,5-3 48 0,1-2 16 0,3-2 752 16,0 2 128-16,-2 2 48 0,-1 2 0 0,-3 1-1072 0,-2 2-224 15,0 1-32-15,-1 4-16 16,-1 0-544-16,0 2-96 0,-2 3-32 0,-2 2 0 15,0 0-240-15,0 1-48 0,-1 2-16 0,0 1 0 16,0 1-112-16,0-1-32 0,-1 0 0 0,1-1 0 16,0-1-128-16,1 0-16 0,0-1-128 0,2-4 192 15,1 1-192-15,2-4 0 0,1-1 0 0,1-2 0 0,3-3 0 16,-1-2 128-16,3-2-128 0,-1-1 0 0,3-4 0 16,1-2 0-16,1 0 0 0,0-1 0 0,1-2 0 15,1-2-240-15,0 0 32 0,0-1 0 16,1-2-272-16,-1-1-48 0,0-1-16 0,-1 2 0 0,0-4 272 15,-1 4 48-15,-1-2 16 0,-1 2 0 0,-1 1 208 0,-1-1 0 16,-1 1 0-16,-1 4 0 0,-1 3 0 0,-2 1 0 16,0 6 0-16,-1-2 0 0,0 4 128 0,-2 4 80 15,0-2 16-15,-2 6 0 0,0 3 272 0,-2 3 48 16,0 4 16-16,-2 2 0 0,2-1-176 0,-2 5-16 0,1 0-16 0,2 2 0 16,4-26-176-16,-3 42-48 15,3-42 0-15,0 0 0 0,0 0-128 0,17 50 128 16,-17-50-128-16,0 0 128 0,0 0-128 0,34 19 0 15,-23-21 0-15,0-1 0 0,0-1 0 0,0-3 0 0,0 0 0 16,-2-3 0 0,1 1-960-16,-1 0-128 0,-2 1-32 0,0-4-14400 0</inkml:trace>
  <inkml:trace contextRef="#ctx0" brushRef="#br0" timeOffset="143665.93">17239 5969 11967 0,'0'-4'528'0,"-1"3"112"0,1 1-512 0,-1 0-128 0,1 0 0 0,-1 1 0 0,0 1 1600 0,-1 1 272 15,-1 1 64-15,-1 3 16 0,-3 2-80 0,0 1-16 16,-1 0 0-16,0 0 0 0,1 1-544 0,-2-2-112 16,2 3-32-16,-1 0 0 15,-1 0-112-15,2 2-32 0,-1 1 0 0,2 4 0 0,6-19-320 0,-10 42-80 16,10-42-16-16,-9 45 0 0,9-45-208 0,-4 47-32 0,4-47-16 0,-1 41 0 15,1-41-224-15,0 0-128 16,11 47 128-16,-11-47-128 16,0 0-624-16,0 0-192 0,32 28-32 0,-21-28-9680 0,1-2-1936 15</inkml:trace>
  <inkml:trace contextRef="#ctx0" brushRef="#br0" timeOffset="143916.71">17360 6074 3679 0,'1'-5'160'0,"-1"3"32"0,0 1-192 0,0 1 0 0,0-2 0 0,0 2 0 15,-1 0 1472-15,0 0 256 0,0 0 64 0,-1 0 0 16,-1 2 560-16,-1 1 112 0,-1-1 32 0,1 3 0 0,-2 0-384 0,1 2-64 16,-2 2 0-16,1-1-16 0,-2 3-800 15,1 0-144-15,-1 2-48 0,1-1 0 16,1 0-208-16,1 2-32 0,1-4-16 0,1 4 0 15,0-2 16-15,3-12 0 0,0 0 0 0,0 0 0 0,0 41-496 0,0-41-112 16,0 0 0-16,0 0-16 0,0 0-304 0,4 41-64 16,-3-35-16-16,-1-1-15824 0</inkml:trace>
  <inkml:trace contextRef="#ctx0" brushRef="#br0" timeOffset="144344.32">17466 6128 10127 0,'1'0'896'15,"0"-1"-704"1,0 0-192-16,-1 1 0 0,0 0 1920 0,0 0 368 16,1-2 64-16,0 1 16 0,0-1-128 0,-1 0-32 0,0 1 0 0,0 1 0 15,0 0-1376-15,-1 0-256 0,-1 0-64 0,-1 1-16 16,-1 1-224-16,0-1-32 0,-3 3-16 0,0-2 0 15,-2 3-224-15,1-2 0 0,-1 2 0 0,-1-2 0 16,1 3 0-16,-1-2-320 0,1 1 64 0,-1 0 0 0,3-3 0 16,-1 3 0-1,-1-2 0-15,2-1 0 0,1 1 256 0,1-2-160 16,-1 1 160-16,2-2-128 0,-1 0 128 0,0 0 0 0,1 0 0 16,1 0-128-16,0 0 320 0,0 0 80 15,1 0 16-15,1 1 0 0,-1-1 752 0,2 0 160 0,0 2 16 0,0-2 16 16,1 2-208-16,-1 1-64 0,1-2 0 0,0 2 0 15,-1 0-384-15,1-1-64 0,0 3-32 0,0-3 0 16,1 3-272-16,1-2-48 0,0-1-16 0,1 0 0 16,2 0 48-16,1 1 0 0,2-1 0 0,-1-2 0 15,2 1 64-15,0-1 0 0,2 2 16 0,1-2 0 16,-1 2-128-16,-1 0-16 0,-1-1-128 0,-1 3 192 0,0-3-192 0,-2 1 0 16,-1 0 0-16,-1-1 0 15,-1 0-976-15,-1 1-192 0</inkml:trace>
  <inkml:trace contextRef="#ctx0" brushRef="#br0" timeOffset="144598.48">17543 6074 6447 0,'1'-3'576'0,"0"-1"-576"0,0 3 0 0,0-1 0 15,0 2 2096-15,0-1 304 0,-1 0 64 16,2 1 16-16,1-2 240 0,2 1 48 0,1 1 16 0,1 3 0 15,0-1-688-15,-7-2-144 0,0 0-32 0,0 0 0 16,0 0-784-16,34 37-176 0,-34-37-16 0,0 0-16 16,23 46-288-16,-23-46-64 0,0 0-16 0,14 55 0 15,-14-55-176-15,0 0-48 0,4 47 0 0,-4-47 0 16,0 0-208-16,-8 33-128 0,1-22 128 0,-1-3-128 16,-1-1 144-16,-2 1-144 0,-2-1 192 0,-2 2-192 15,-1-2-544-15,-2 2-224 0</inkml:trace>
  <inkml:trace contextRef="#ctx0" brushRef="#br0" timeOffset="146049.26">17421 7835 22111 0,'2'-2'1968'15,"-1"2"-1584"1,0 0-384-16,-1 2 0 0,0 1 256 0,-1 1-48 16,1 4 0-16,0-8 0 0,0 0-208 0,0 58 0 15,-1-24 0-15,-1 6 0 0,2 3 576 0,0 2 32 0,0-2 0 0,0 0 0 16,0-1-224-16,0-3-32 15,0-2-16-15,0-4 0 0,0-33-336 0,1 55 0 16,-1-55 0-16,1 35-128 0,-1-35-1072 0,0 0-208 0,0 0-32 0,-4 27-16 31,0-28 112-31,0-3 0 0,2-1 16 0,1-6-6608 0</inkml:trace>
  <inkml:trace contextRef="#ctx0" brushRef="#br0" timeOffset="146315.39">17403 7914 15663 0,'1'-8'688'0,"0"6"144"0,1-2-656 0,-1 3-176 0,0 1 0 0,0 0 0 16,1 0 1728-16,2-2 320 0,1 2 64 15,4 0 16-15,2 0 192 0,3 0 48 0,0 0 0 0,2-2 0 16,1 1-896-16,3-1-192 0,1 0-16 0,-1-1-16 16,-1 1-672-16,-2 2-128 0,-3 0-16 0,-2 2-16 15,-12-2-288-15,0 0-128 0,0 0 128 0,33 29-128 16,-33-29 0-16,0 0 0 0,-8 40 0 0,-3-24 0 15,-3 4-416-15,-4 1-16 0,-3 0 0 0,-3 1 0 16,-1-1-96-16,0-2-32 0,2-5 0 16,0 0 0-16,2-2 560 0,1-2 0 0,3-3 0 0,4-2 0 0,3-1 0 15,4-4 0-15,2 0 160 0,3-2-32 16,3-2-576-16,2-2-96 0,4 0-32 0,3-3-14272 0</inkml:trace>
  <inkml:trace contextRef="#ctx0" brushRef="#br0" timeOffset="146567.98">17786 7716 18431 0,'0'0'1632'0,"0"1"-1312"0,0 1-320 0,0-1 0 16,0 1 1616-16,-1 1 256 16,1 3 48-16,-1 4 16 0,1-10-288 0,-1 37-64 0,1-37-16 0,-2 48 0 15,2-48-448-15,-1 52-96 0,1-52 0 0,-1 57-16 0,1-57-256 0,-2 64-48 16,0-29-16-16,0-1 0 0,1-1-448 0,1-33-96 15,3 57-16-15,-3-57 0 0,11 40-128 16,-11-40 0-16,0 0 0 0,28 31 0 16,-28-31 0-16,0 0 0 0,36 3 0 0,-21-9 0 15,1-1-320-15,1-4-64 0,1-3 0 0,0-3-15920 16</inkml:trace>
  <inkml:trace contextRef="#ctx0" brushRef="#br0" timeOffset="147399.92">18091 7997 11967 0,'4'2'528'0,"-2"-2"112"0,0 0-512 0,0 0-128 0,0-2 0 0,-1 2 0 0,1 0 2656 16,1 0 496-16,2 0 112 0,2 0 0 0,-1 0-272 0,1 0-64 15,-1 0-16-15,-1 0 0 0,-1 0-1696 0,0-1-352 0,1-1-64 0,0 0-16 16,1-3-592-16,0 0-192 15,-2-1 128-15,1-2-128 0,-1 3 0 0,-2-3 0 0,0 0 0 0,-1 1 0 16,-2 0 0-16,0 0 0 16,-2-1 0-16,-2 1 0 0,-3 1 0 0,0 0 0 0,-1 1-128 0,-1 3 128 15,-1 2 0-15,1 2 0 0,0 3 0 16,-1 1-144-16,0 3 144 0,-1 2 0 16,0 4 0-16,0 1 0 0,0 3 0 0,0 0 144 0,2 2-144 0,1 1 160 15,2-1-160-15,1-2 0 0,2 0 0 0,4-19 128 16,0 0-128-16,2 39 0 0,-2-39 0 15,0 0 0-15,0 0 0 0,0 0 0 0,34 15 0 0,-22-19 0 16,1-3 0-16,0 0 0 0,-1-4 144 0,2-1-144 16,2-3 0-16,0-2 0 0,-1-2 0 0,0 1 0 0,-3 0 0 0,-2 0-192 15,-1 1 32-15,-1 3 0 16,-3 4 160-16,1-1 0 0,-3 3-144 0,0 1 144 16,-1 2 0-16,-2 3 0 0,-2 2 0 0,0 2 0 15,-1 3 0-15,-1 2 0 0,0 1 144 0,0 4-16 16,4-12 240-16,-8 32 48 0,8-32 16 0,-4 39 0 15,4-39-192-15,4 39-48 0,-4-39 0 0,0 0 0 16,13 44-192-16,-13-44 0 0,0 0 128 0,0 0-128 16,0 0 0-16,34 28 0 0,-26-30 0 0,-1-1 0 0,2-2-240 0,-1-2-32 15,-1-1-16-15,3-3 0 16,-2-1-304-16,1 0-64 0,0-2-16 0,-1-1 0 16,-1 0-32-16,1-2 0 0,-1 2 0 0,-1 1 0 0,-1 2 320 0,0-1 48 15,1 0 16-15,0 1 0 0,-1 4 320 0,0 0 0 16,0 4 0-16,0 1 0 0,-2 1 288 0,0 2 80 15,0 2 16-15,0 1 0 0,-1 1 336 0,-2-4 80 16,0 0 16-16,0 0 0 0,4 40-304 0,-4-40-48 16,-3 31-16-16,3-31 0 0,-6 34-288 0,1-15-160 15,0-1 160-15,-1-1-160 0,0-3 160 0,0 0-160 0,0-4 160 16,1-1-160-16,0 1 128 0,2-5-128 0,0 2 0 0,1-5 0 16,1-2 0-16,1 0 128 0,3-2-128 0,0-3 0 15,-1-1 0-15,3-2 0 0,0 1 0 0,2-4 0 16,0 0-224-16,1-1-96 0,1 0 0 0,-1-4-16 31,3 0-432-31,-2-2-64 16,1 0-32-16,-1-3 0 15,2 2 32-15,-2-1 16 0,1 4 0 16,-1 2 0-16,-1 3 416 16,-1 2 80-16,0 5 0 15,-2 2 16 1,1 2 304-16,-2 2 256 0,-4-2-64 0,0 0 0 0,0 0 832 0,0 0 144 0,18 43 48 0,-18-43 0 0,0 0-656 0,4 49-128 0,-4-49-32 15,-1 36 0-15,1-36-144 0,-3 34-48 0,3-34 0 0,-5 30 0 0,5-30-208 0,0 0 128 0,-6 31-128 0,5-26 0 0,-1-1 0 16,0-2 0-16,0-1 0 0,2-1-160 0,0-1-992 16,0-2-208-16,2 0-48 0,2-4-14000 0</inkml:trace>
  <inkml:trace contextRef="#ctx0" brushRef="#br0" timeOffset="147765.93">18776 7812 23951 0,'-1'0'1056'0,"0"0"224"0,0 0-1024 0,-1 0-256 0,1 2 0 0,0-2 0 16,0 2 1472-16,-1 1 224 0,-1 4 48 0,-1 0 16 15,-1 4-464-15,1-2-80 16,1 2-32-16,0-4 0 0,3-7-624 0,0 0-128 0,0 0-32 0,0 0 0 16,0 0-80-16,0 0 0 15,0 0-16-15,14 40 0 0,-14-40-16 0,0 0 0 16,0 0 0-16,0 0 0 0,0 0-48 0,13 45-16 0,-13-45 0 0,0 0 0 15,-8 41-16-15,2-23 0 0,-1 1 0 0,-2 1 0 16,0 0-80-16,1 0 0 0,1-2-128 16,1-1 192-16,6-17-192 0,-4 27 128 0,4-27-128 0,0 0 0 15,0 0 0-15,0 0 0 0,0 0 0 0,23 42 0 16,-16-41 0-16,0-1 0 0,1-1 0 0,3-4 0 16,1 0 0-16,0-1 128 0,-1-2-128 0,0-1 0 15,0 0 0-15,-1 0 0 0,-1-2 0 0,0 0 0 16,0 1-400-16,-1-2-32 0,0-2 0 0,-1-1 0 15,2-1-1536-15,-3 2-304 0,2-2-64 0,-1 1-12496 16</inkml:trace>
  <inkml:trace contextRef="#ctx0" brushRef="#br0" timeOffset="147968.99">18660 7978 23951 0,'0'-3'1056'0,"0"0"224"0,2 1-1024 0,0 0-256 0,0 2 0 0,0 0 0 0,2-2 2624 0,1 2 448 16,2-3 112-16,3-1 16 0,0 1-1280 0,3 1-256 0,3-1-64 0,2 1 0 16,2-1-1056-16,-1 0-224 15,1 2-32-15,0-3-16 0,2 1-272 0,-1 0 0 0,0 1 0 0,1 0-18688 32</inkml:trace>
  <inkml:trace contextRef="#ctx0" brushRef="#br0" timeOffset="149882.43">20403 7454 18431 0,'0'-3'1632'16,"0"1"-1312"-16,0 0-320 0,0 1 0 0,1 1 1408 0,0 0 192 0,0-2 64 0,2-3 0 16,1 1 256-16,1 1 64 15,1 1 16-15,0 3 0 0,-6-1-656 0,0 0-144 0,0 0-32 0,0 0 0 0,32 41-560 16,-32-41-112-16,0 0-32 0,14 43 0 16,-14-43-288-16,0 0-176 0,14 41 192 0,-14-41-192 15,0 0 0-15,0 0 0 16,0 0 0-16,28 37 0 0,-20-37-1568 0,-1-2-224 0,0-1-32 0,1-1-8224 15,0-1-1632-15</inkml:trace>
  <inkml:trace contextRef="#ctx0" brushRef="#br0" timeOffset="150114.12">20615 7478 7359 0,'5'-26'320'0,"-3"18"80"0,-2 6-400 0,0 2 0 0,0 0 0 0,0-3 0 16,0-2 1728-16,0 1 272 0,0-1 48 16,0 0 16-16,-2 3 752 0,0 0 160 0,0 6 32 0,-1 2 0 15,-1 3-832-15,4-9-144 0,-8 31-48 0,8-31 0 16,-10 42-704-16,10-42-128 0,-9 48-48 0,9-48 0 15,-9 54-512-15,9-54-96 0,-9 50-32 0,9-50 0 16,-11 47-208-16,4-26-64 0,0-1 0 0,-2-4 0 16,-1 0-192-16,0-3 0 0,-1-2 0 0,-1-3 0 15,1-1 208-15,-1 0-48 0,0-5-16 0,-1 0 0 16,1-2 96-16,-1-2 16 0,1 0 0 0,-1-3 0 0,1-1-256 0,0 0 176 16,-1-1-176-16,-1-2 160 0,2 0-160 0,0 1 0 15,2-4-160-15,2 2 160 16,1 1-1904-16,1-3-272 0</inkml:trace>
  <inkml:trace contextRef="#ctx0" brushRef="#br0" timeOffset="150537.1">20869 7425 11055 0,'-3'-3'976'0,"1"1"-784"0,0 1-192 0,0 0 0 16,0 1 672-16,2-2 96 0,-2 2 0 0,-1 0 16 0,-1-2 1008 0,-1 1 192 15,-1-1 32-15,1 2 16 0,2-2-368 0,0 2-80 16,0 0-16-16,2 0 0 16,0 0-336-16,1 2-64 0,-1 0-16 0,1 1 0 15,-1-1-80-15,0 3-32 0,-1 2 0 0,-2 2 0 0,0 1-208 0,-1 1-64 16,-1 4 0-16,6-15 0 0,-12 33-336 0,12-33-80 16,-12 38-16-16,12-38 0 15,-11 43-336-15,11-43 144 0,-8 47-144 0,8-47 0 0,0 45 128 16,0-45-128-16,0 0 0 0,12 45 0 0,-12-45 0 15,0 0 0-15,0 0 0 0,40 26 0 16,-27-24 0-16,0-2 0 0,1-2 0 0,0 0 0 0,0-2-256 0,-1-1-48 16,1 0-16-16,0-3-16640 15</inkml:trace>
  <inkml:trace contextRef="#ctx0" brushRef="#br0" timeOffset="150813.32">21026 7463 10127 0,'-1'-2'896'0,"1"1"-704"15,0-1-192-15,0 2 0 0,0-1 496 0,0 0 64 16,-1 1 16-16,1-4 0 0,-1 1 1680 0,0 0 352 0,0 1 64 0,0 0 16 16,0 2-144-16,0 0-32 0,-1 0 0 0,1 2 0 15,0 0-704-15,-1 3-144 0,1 2-16 0,1-7-16 16,0 0-672-16,-8 37-144 0,8-37-32 0,-6 34 0 15,6-34-512-15,-6 41-96 0,6-41-32 0,-4 40 0 16,4-40-144-16,-1 40 0 0,1-40 144 0,0 38-144 16,0-38 0-16,0 0 0 0,0 43 0 0,0-43 0 31,0 0-1360-31,0 0-304 0,0 0-48 0,0 0-14448 0</inkml:trace>
  <inkml:trace contextRef="#ctx0" brushRef="#br0" timeOffset="151149.37">21177 7498 9215 0,'0'3'816'0,"0"-3"-656"0,-1 2-160 0,0-2 0 15,0 1 1200-15,0 1 208 16,-1 0 32-16,-2 1 16 0,0 2 464 0,-3 1 112 16,0 1 16-16,-1 0 0 0,1-2-960 0,-1 0-176 15,1-3-32-15,-1 1-16 0,0 2-656 0,-1-3-208 16,1 0 128-16,-2 0-128 0,2 1 0 0,0-1 0 15,-2 1 0-15,1-1 0 0,1 0 0 0,-1 1 0 16,1-1 0-16,2 1 0 0,-1 1 288 0,2-2 0 16,0 1 0-16,1-1 0 0,1 1 112 0,2-2 32 0,-1 0 0 0,1 1 0 15,1-1-80-15,1 1-16 0,1-2 0 0,1 0 0 16,1 2 160-16,1-2 16 0,0 0 16 0,0 1 0 16,1 1 416-16,1-2 80 0,1 2 0 0,0 0 16 15,0-1-288-15,-1 1-64 0,3 1-16 0,-3-1 0 16,1 0-272-16,1 0-48 0,-2 0-16 0,1 1 0 15,-1-1-208-15,-1 1-128 0,2-2 160 0,-1 0-160 16,0 1-272-16,-1-2-160 0,2 0-16 16,-1 0-16192-16</inkml:trace>
  <inkml:trace contextRef="#ctx0" brushRef="#br0" timeOffset="151434.6">21266 7444 12895 0,'0'0'1152'0,"0"0"-928"15,1 0-224-15,-1 0 0 0,0 0 1248 0,1 0 208 16,0 0 32-16,1 0 16 0,1 0 832 0,2 0 160 0,-1 0 48 0,2 0 0 16,-1 2-352-16,3-2-64 0,-1 3-16 0,1-1 0 15,1 1-864-15,-9-3-176 0,0 0-48 0,0 0 0 16,36 28-448-16,-36-28-80 0,0 0-32 0,26 36 0 15,-26-36-224-15,0 0-48 16,21 47-16-16,-21-47 0 0,0 0-32 0,12 61 0 16,-12-61 0-16,0 50 0 0,0-50-144 0,-8 44 128 0,8-44-128 0,-16 37 128 15,5-18-128-15,-3-3 0 0,2-3 0 0,-2 1 0 16,-1 0-208-16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6:42:03.178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15696 5701 3679 0,'-4'-2'320'0,"1"-1"-320"0,1 1 0 0,1 2 0 16,1-2 448-16,0 2 32 0,1-2 0 0,-1 2 0 0,1-3-64 16,0-2-16-16,1 1 0 0,1-1 0 0,-1 0-16 0,0 3-16 15,1-2 0-15,-2 1 0 0,1 2-96 0,-2-1-16 0,0 4 0 0,-1-2 0 31,0 3 352-31,-2 0 64 0,0-1 16 0,1 0 0 0,-1 3 160 0,-1-2 48 16,0 3 0-16,-2 2 0 0,0-1-192 0,2 1-48 0,-1 0 0 0,1-1 0 16,3-1-320-16,-2 0-64 0,2-1-16 15,0 0 0-15,1-1-128 0,0 1-128 16,0 2 192-16,1 0-192 0,-1-2 144 0,1 2-144 0,0 0 0 0,0-1 144 16,0 0-144-16,0 1 128 0,0-2-128 15,-1 2 128-15,1-2-128 0,0-1 192 0,0-1-192 0,0 0 192 16,0-1-192-16,0-1 0 0,1-1 144 0,1-1-144 15,0-3 144-15,1 0-144 0,1-2 192 16,0-1-192-16,1 0 0 0,-2-2-176 16,1 0 0-16,0-2 0 0,-1 1-208 15,0-1-32-15,0 1-16 0,-1-2 0 0,-2 2 304 0,1 2 128 0,-1 0-128 0,-1 3 128 16,-1-2 0 0,-1 3 0-16,0-1 0 0,0 0 0 0,-1 3 0 0,0-1 0 0,-1 1 192 0,0 0-64 0,-1 1 144 15,1 1 48-15,-1-2 0 16,2 2 0-16,0 0-64 0,1 0-16 0,-2 0 0 0,1 0 0 15,0 0-112-15,1 0 0 0,0 0-128 0,0 0 192 0,1 0-48 0,0 0-16 16,0 0 0-16,1 0 0 16,0 2 16-16,0-2 0 0,1 3 0 0,0-1 0 15,1 1 144-15,1-1 32 0,-1 0 0 0,3 1 0 16,0-1-144-16,0-1-32 0,2-1 0 0,0 0 0 0,2-1-144 0,1-1-144 16,-1-1 144-16,0 1-208 0,1-3-48 0,1 1-16 0,0 1 0 0,0-1 0 15,-1-1 272-15,-1 2-192 0,1 1 192 0,-3 0-160 31,-1-1 160-31,0 1 0 0,1 0 0 0,-2 1 0 16,1-2 0-16,-3 2 0 0,1-1 0 0,-2 1 0 0,0 1 0 0,-2 1 0 16,1 1 128-16,-2-1-128 0,0 0 144 0,-1 1-144 15,0 1 192-15,1-1-192 0,0 1 352 0,0-1-32 16,0 0-16-16,1 0 0 0,0 1-304 0,0 0 160 16,0 1-160-16,0-2 128 0,1 3-128 0,-1-2 0 15,0-1 0-15,1 3 0 0,-1 0 0 0,1-1 0 16,-1 1 0-16,0 1 0 0,1 0 0 0,-1 1 0 0,0-2 0 15,0 2 0-15,0 2 0 0,0-2 0 16,0 3 0-16,1-5 0 0,0 2 0 0,1-3 0 16,0 1 0-16,0-2 128 15,0 0-128-15,1-2 128 0,0-1-128 0,1 0 128 0,1-2-128 0,0 0 0 0,0-3 0 16,2-2 128-16,-1 0 0 0,1 2 0 0,-2-2 0 0,2 0 0 16,-1-3-128-16,0 1 0 0,-1 0 144 0,-1 0-144 15,0 0 128 1,0 1-128-16,-1 0 160 0,-1 1-160 0,0 0 160 0,0 2-160 0,-1 0 160 15,0 1-160-15,0 1 208 0,-2 1-48 0,1 2-16 0,-2 0 0 16,0 3 16-16,-1 1 0 0,1 0 0 0,-2 4 0 16,0-1 160-16,0 2 16 0,1 1 16 15,0 2 0-15,0-2-64 0,1 1-16 0,1 1 0 0,0-3 0 16,1 2-272-16,1-3 160 0,1 0-160 0,0-1 128 0,1-1-128 0,0 0 0 16,0-2 0-16,2-1 0 0,0-1 0 0,0 0 0 15,1-1 0-15,-2-1 0 0,2-1-336 0,0-1 48 16,1-3 16-16,0 1 0 15,1-2-144-15,0-3-32 0,0 2 0 0,-1-3 0 16,0 1-64-16,0 0-32 0,-1-2 0 0,1 0 0 0,-2 2 128 16,1-1 32-16,0-1 0 0,0-1 0 0,2-5 208 0,0 0 176 15,0 2-208-15,0 0 80 0,-1 0 128 0,-1 4 0 16,-1 0 0-16,-1 2 0 0,0 3 0 0,-3 1 256 16,0 2-64-16,0 1-16 0,0 2 528 0,-1 0 128 0,-1 0 0 0,0 2 16 15,1-1-304-15,-2 3-64 0,2-1-16 0,-2 1 0 16,0 1-176-16,0 0-32 15,0-1-16-15,0 2 0 0,1-1-112 0,-1 1-128 0,2 0 176 0,-2 0-176 16,1 1 0-16,0-2 0 0,-1 2 0 16,1 0 0-16,-1 2 0 0,0 1 0 15,0 2 0-15,-1 2 0 0,0 2 0 0,-1-1 0 0,1 2 0 16,1-1 0-16,-1 0 0 0,1 1 160 0,0-2-160 0,1-4 128 16,2-1-128-16,0-3 0 0,1-3 0 15,0-1 0-15,1-1 0 0,0-2 0 0,1-1 0 0,1-2 0 16,-1 0-256-16,1-1-16 0,0-3-16 0,0 0 0 31,0 1-928-31,-1-2-176 0,-1 0-32 16,0 1-9296-16</inkml:trace>
  <inkml:trace contextRef="#ctx0" brushRef="#br0" timeOffset="232.54">16066 5659 911 0,'-2'-1'0'0,"1"-1"0"0,0 1 0 0,0 1 0 0,1 1 1280 0,0-1 160 0,-1 0 32 0,-1-1 16 32,0 1 448-32,0 0 96 0,1 0 16 0,0 0 0 0,1 0 64 0,1 1 0 0,1-1 16 15,2 0 0-15,1-1-240 0,1 0-48 16,2-1-16-16,2-1 0 0,1-2-784 0,1 1-144 16,0-1-48-16,0-1 0 0,0 0-592 0,0 1-128 15,-2 3-128-15,0-3 176 16,-3 3-864-16,0-1-160 0,-4 3-48 0,-1 0-12096 0</inkml:trace>
  <inkml:trace contextRef="#ctx0" brushRef="#br0" timeOffset="1165.33">16324 5668 2751 0,'0'0'256'0,"0"0"-256"16,0 0 0-16,0 0 0 0,0 0 1024 0,-1 0 144 15,1 0 48-15,-1 2 0 0,1-2 400 0,-1 3 96 16,0-1 16-16,0 1 0 0,0-1-768 16,0 1-128-16,0 1-48 0,1 1 0 0,0-1-272 0,0 1-64 15,0 0-16-15,0 2 0 0,0-1-112 0,0 3-32 0,0 0 0 0,0 3 0 16,0 4 64-16,0 1 16 0,-1 2 0 15,-1 2 0-15,0 1-144 0,-1-1-32 0,-2-1 0 0,0 0 0 16,2-3-192-16,-2-3-160 0,0 0 32 0,1-4 0 16,0 0-848-1,0-3-176-15,2-2-16 0,0-1-16 16,0 0-656-16,1-4-128 0</inkml:trace>
  <inkml:trace contextRef="#ctx0" brushRef="#br0" timeOffset="1927.1">16273 5746 3679 0,'-2'-7'0'0,"2"0"144"0,-1 3-144 0,0 1 208 16,0 1-208-16,1 1 0 0,0 1 0 0,-1-2 0 0,1 1 1408 0,-1-2 256 15,1 0 32-15,2 1 16 16,0-3 112-16,0 3 32 16,3-1 0-16,1 1 0 0,1-3-336 0,1 1-64 0,2-3-16 0,1 2 0 0,0-3-464 0,1 2-80 15,1-2-32-15,0 1 0 0,1 0-144 0,-1 0-16 16,-2 2-16-16,-2 3 0 0,-2 2-512 0,-2 0-176 15,0 1 0-15,-1 3 144 0,-3 4-320 0,-1 1-64 16,-1 2-16-16,-4 1 0 16,-1 2-336-16,-1 1-80 0,-1-1-16 0,-2-2 0 15,-1 4 240-15,-1-4 64 0,0 1 0 0,1-2 0 16,1-2 192-16,1-2 64 0,1-2 0 16,1-2 0-16,2-1 128 0,0-4 0 0,3-1 0 0,-1 0 0 15,1-1-256-15,1-4 0 0,0 4-16 0,1-3 0 16,0 1-176-16,1 0-16 0,1-1-16 0,0 0 0 0,1 2-96 15,0 0-32 1,3-2 0-16,0 3 0 0,1 1-608 0,1-2-128 16,2 1-32-16,2-3 0 15,1 2 688-15,0 0 144 16,2-2 32-16,2 0 0 16,0 0 512-16,0 0 0 0,-2 2 128 0,-1-3-128 15,-1 4 384-15,-3-1 0 16,0 0-16-16,-1 2 0 0,-1 0-112 15,-1 2 0-15,-3-1-16 16,-1 2 0-16,0 2 464 16,-2-1 112-1,-2 1 16-15,-1 2 0 0,-1 1 176 0,-1 0 32 0,0 0 16 16,-2 2 0-16,2 0-112 0,-1 2-32 16,0-1 0-16,1 1 0 15,0 0-272 1,0 1-48-16,1-2-16 0,1 0 0 15,0 0-304-15,1-1-64 0,1-2-16 0,0 1 0 0,1-3-192 0,0 2 144 0,2-3-144 16,-2 0 128-16,3-2-128 0,0-2-256 0,0 1 64 0,2-2 16 0,-1 0-256 0,1-2-48 0,2 1-16 0,-1-4 0 0,1 1 32 0,1-1 0 0,-1 0 0 16,-1 3 0-16,1-2 464 0,-2 1 0 0,0 2 0 0,-1-1 0 0,-2 1 0 15,1 2 0-15,-2-1 0 0,0 1 0 0,0 0 0 0,-2 1 240 0,2-1-32 0,-2 2 0 0,1-2 272 0,-1 2 48 0,0-3 16 0,1 1 0 0,-1 2 80 0,1-3 16 0,-1 0 0 0,1 0 0 16,0-2-192-16,0 2-16 0,0 1-16 0,0-3 0 0,0 0-240 0,0 2-48 0,0-1-128 0,-1 2 192 0,0-1-192 0,1 3 0 0,-2 0 0 16,1 3 0-16,0-3 160 0,-1 2-160 0,-1 2 160 15,0 2-160-15,-1 3 352 0,0 1-32 16,1-1 0-16,0-1 0 0,0 2-176 0,0-2-144 0,1 0 192 0,0 1-192 15,0-2 0-15,1-1 0 0,0 0 0 0,0-1 0 16,1-1 128-16,-1 1-128 0,1 0 0 0,0-1 0 16,1-1 0-16,1-1 0 0,-1 1 0 0,2-3 0 15,1 0 128-15,0-3-128 0,2 3 0 0,-1-5 0 0,1 2 0 0,-1-2 0 16,0 2 0-16,0-2-13728 0</inkml:trace>
  <inkml:trace contextRef="#ctx0" brushRef="#br0" timeOffset="2770.69">16891 5484 9215 0,'1'-6'816'15,"0"2"-656"-15,-1 1-160 0,0 3 0 0,0 1 1104 0,-1-2 192 0,1-1 48 0,-1-1 0 16,0 1 592-16,0 0 128 0,-2 0 32 0,1 2 0 15,-1 2-640-15,0 0-128 0,1 3-32 0,-1 0 0 16,2-1-272-16,-1 2-64 16,0 1-16-16,0 2 0 0,-1 0-224 0,1 3-32 0,0 0-16 0,-2 2 0 0,-1 3-96 0,0-1-32 15,0 6 0-15,0-4 0 16,2 2-96-16,-1-4 0 0,0 3-16 0,1-2 0 16,2-3-192-16,0 0-48 15,1-14 0-15,0 0 0 0,0 0-48 0,0 0-16 0,21 40 0 0,-12-42 0 16,2 0 32-16,2-5 0 0,2-3 0 15,0-1 0-15,-1-1-160 0,2-2 0 0,-1-1 144 0,1-1-144 16,-2 1-384 0,-3 0-128-16,-3 2-48 0,-4 3 0 0,-4 1-1168 15,-3 3-224-15</inkml:trace>
  <inkml:trace contextRef="#ctx0" brushRef="#br0" timeOffset="2955.94">16656 5654 7359 0,'4'-2'656'0,"1"-1"-528"15,-1 1-128-15,0-1 0 0,0 3 1856 0,0-3 352 16,6-1 64-16,5-3 16 0,7-2 592 0,4-1 128 0,2-1 32 0,0 2 0 16,-2 1-736-16,-2 1-160 15,-3 0-32-15,-3 4 0 0,-2 1-1488 0,-3 0-304 0,-3 4-64 0,-2-2-16 16,-4 2-592-16,-1 0-112 0,-2 1-32 0,-2-1-9584 16,-1 1-1920-16</inkml:trace>
  <inkml:trace contextRef="#ctx0" brushRef="#br0" timeOffset="3746.54">17436 5654 5519 0,'-2'0'496'0,"1"0"-496"0,0-2 0 0,1 2 0 15,0 0 320-15,-1 0-48 0,0 0 0 16,-1 0 0-16,0-2-272 0,0 1-192 0,0 1 16 0,1-2 16 16,1 2-208-16,0-3-32 0,1 1-16 0,1 1 0 0,-1-2 720 0,1 2 144 15,-1-1 16-15,0-1 16 16,1 1 608-16,-1 0 112 0,0 0 16 0,0-1 16 0,-1 1 432 0,-1 0 96 16,1 1 16-16,-2 1 0 0,-1 0-336 0,-1 0-64 15,1 1-16-15,-3 1 0 0,0 0-464 16,0 1-80-16,-2 1-32 0,0-1 0 0,0 2-352 0,-1-1-80 15,0 3-16-15,0-1 0 0,0 1-160 0,-2 1-48 16,2 0 0-16,-1 1 0 0,2 0 64 0,-1 1 0 16,2 2 0-16,-1-2 0 0,3 1 272 15,0-1 64-15,2-1 16 0,2 1 0 0,-1-3 48 0,3 1 16 0,0-1 0 16,1 1 0-16,2-2-64 0,0-2-16 16,2 1 0-16,1-2 0 0,0-1-144 0,2-2-48 15,1 0 0-15,1-2 0 0,1-1-112 16,0-2-32-16,2-2 0 0,0 0 0 0,1-1-192 15,-1 0 0-15,-1 0 0 0,-1 1 0 0,-1 1-288 0,0 0-160 0,-3 1-16 0,0 1-16 32,-2-1-1536-32,0 2-304 0</inkml:trace>
  <inkml:trace contextRef="#ctx0" brushRef="#br0" timeOffset="4778.25">17619 5464 911 0,'-3'2'0'0,"1"-1"0"0,1 1 0 0,1-2 0 16,0 0 1376-16,-1 2 192 0,0 1 32 0,-3-1 16 15,0 5 336-15,0 0 64 16,-2 1 16-16,0 3 0 0,2-1-336 0,-1 1-64 0,0 2-16 0,0 1 0 16,0 2-400-16,1 1-96 0,-2 0-16 0,1 4 0 0,-1 1-544 0,0-1-112 15,1 1-32-15,0-2 0 16,2-3-16-16,3-17 0 0,-4 33 0 0,4-33 0 16,0 0-192-16,4 38-32 0,-4-38-16 0,0 0 0 15,0 0-160-15,0 0-224 0,0 0 48 0,39 15 16 0,-27-21-160 0,-1-3-48 16,1 0 0-1,0-1 0-15,-1 0-400 16,-1-1-64-16,1 1-32 0,-1-2 0 16,0 3 112-16,-2-2 32 0,-1 3 0 0,0-1 0 0,-1 3 320 0,-3 0 64 0,0 1 16 0,-1 2 0 15,0 1-16-15,-1 0 0 0,-1 0 0 0,0 2 0 16,-1 0 336-16,0 2 0 0,0 0 0 0,-1-2 128 0,0 5 512 0,-1 0 112 16,0-1 16-16,-1 3 0 0,0-2 224 0,1 2 48 15,0 2 16-15,-1-1 0 0,1 1-32 0,1 1 0 16,2-1 0-16,0 1 0 0,1-1-512 0,1-2-96 15,-2-7-32 1,0 0 0-16,0 0-128 0,0 0-16 0,0 0-16 0,41 32 0 16,-31-30-224-16,1-4-128 0,0-1 128 0,1-2-208 15,-2 0-112-15,0-2-32 0,0 1 0 0,-1-2 0 16,-1-1 128-16,-2 1 32 0,-1 0 0 0,-2 0 0 16,0-1 64-16,-3 1 128 0,1-1-208 0,-3 2 80 0,0-1 128 15,-2 1 0-15,-1 2 0 0,0-1 0 16,-2 1 160-16,-3 2 16 0,0 1 0 0,1 2 0 15,-1 0-176-15,1 0 128 0,2 2-128 16,-2-1 128-16,1 3-128 0,1-3-256 0,0 3 64 16,2-2 16-16,0 1 176 0,1 1-192 0,1-1 192 0,1-1-192 0,1 1 192 0,0-1 0 15,1 1 0-15,1 1 0 0,1-3 0 0,-1 0 128 16,2 1-128-16,1-2 0 0,1 0 0 0,0 0-208 16,1 0 16-16,0-2 16 0,2 2-96 0,-1-2-32 15,2 0 0-15,1-1 0 16,-1 1 176-16,2-3 128 15,0 3-192-15,1-3 192 0,-1 2 0 0,1-1 128 0,1-1 0 0,0 0 16 16,-1 1 432-16,0-1 64 0,1 0 32 0,0 1 0 0,-1-2-112 0,1 0-32 0,0 1 0 16,-1-2 0-16,-1 2-144 0,-2 0-48 0,-2 1 0 0,-1 1 0 15,-2 1-336-15,-2 1 144 0,-2 0-144 0,0 2 0 16,0 0 384-16,-3 1-48 0,-1 1 0 0,-2 1 0 16,1 1 0-16,-2 0 0 0,0-1 0 0,-1 4 0 15,-1 1-336-15,1-2 128 0,0 3-128 0,0-1 0 16,3 0 0-16,0-1 0 0,3-1 0 0,1 0-128 0,2-2 128 0,1 0-128 15,2-2 128-15,-1 0-128 0,3 0-32 16,0-1 0-16,1-2 0 0,0 1 0 0,0 1 160 16,-1-2-160-16,2 2 160 0,0-2-160 0,-1 2 160 15,0 1 128-15,0-1-128 0,-3 1 176 0,2 0 0 16,-3 0 0-16,0 0 0 0,0 0 0 0,-1 1 160 0,-1-1 48 16,-1 1 0-16,0-1 0 0,0 0 80 0,0 0 32 15,-1 0 0-15,0-2 0 0,-1 1-48 0,-1 1-16 16,1-2 0-16,-2 2 0 0,-1 1-144 0,0-1-32 15,-2-1 0-15,0 1 0 0,-1 1-96 0,1-3-32 0,0 1 0 16,1 0 0-16,-1 0-128 0,2 0 0 16,-1 1 0-16,3-3 0 15,1 1-704-15,1-1-192 0,2 0-16 0,1-3-15904 0</inkml:trace>
  <inkml:trace contextRef="#ctx0" brushRef="#br0" timeOffset="5173.75">18092 5720 16575 0,'2'-1'736'0,"0"0"160"0,0 1-720 0,-1 0-176 0,1 0 0 0,-1 0 0 0,2 0 1568 0,1 0 288 15,2 0 48-15,3 0 16 0,2-2-320 0,1 2-48 16,-1-2-16-16,0 2 0 0,0-1-880 0,-1 1-176 16,0 0-32-16,-2-2-16 0,-1 2-240 0,0-2-64 15,-1 1 0-15,-1 1 0 0,0-2-128 0,-2 0 0 16,1-1 0-16,-2 1 0 0,0-1 0 0,0 0 0 15,-2 0 0-15,0-2 0 0,0 2-160 0,0 1 160 16,-2-3 0-16,0 0-144 0,-1 1 144 0,0-1 0 16,1 0 0-16,-2 1 0 0,-1-1-160 15,1 2 160-15,-1-1-192 0,-1 2 192 0,1 1 0 16,-1 1 0-16,1 1 0 0,-1 1 144 0,1 0 224 0,0 3 32 16,-1 2 16-16,1-2 0 0,-1 4 432 0,0 1 96 15,-2-1 16-15,2 1 0 16,-1 1-144-16,2 1-32 0,-1-2 0 0,2 2 0 0,1-3-304 0,0 0-64 0,2-1-16 15,0-1 0-15,3-2-176 0,1-1-32 0,1 1-16 16,2-2 0-16,0 0-176 0,1-2 128 16,1 1-128-16,2-1 128 0,1-1-128 0,0-1 0 15,0-1 0-15,0-2 0 16,0 1-320-16,0 0-80 0,0-1-32 0,0-3-11344 16,-1 2-2288-16</inkml:trace>
  <inkml:trace contextRef="#ctx0" brushRef="#br0" timeOffset="5825.11">18731 5510 15663 0,'-3'3'1392'0,"-1"0"-1120"0,2-2-272 0,1 1 0 16,-1 0 608-16,0 3 64 0,-3-1 16 0,-1 6 0 15,-3 4-48-15,-2 3-16 0,2 0 0 0,0-1 0 16,1 3-448-16,-1-2-176 0,3-1 128 0,-1-1-128 0,3 2 0 0,0-1 0 15,1-2 0-15,3-14 0 0,0 0 352 0,0 33-16 16,0-33 0-16,0 0 0 16,0 0 432-16,0 0 96 0,0 0 16 0,41 19 0 15,-28-23 64-15,0-4 16 0,2 1 0 0,-1-2 0 0,0-1-192 0,-2-2-48 16,0 1 0-16,-1-1 0 0,0-2-720 0,-2 2 0 16,-1 2-160-16,-3-1 32 15,-1 2-976-15,-4 0-192 0,-3 3-48 0,-2 3-10896 0</inkml:trace>
  <inkml:trace contextRef="#ctx0" brushRef="#br0" timeOffset="6021.45">18544 5680 7359 0,'-15'7'320'0,"6"-2"80"0,0-3-400 0,5 1 0 15,1-1 0-15,2 0 0 0,1 1 1696 0,-1-2 256 16,-1 2 48-16,0 2 16 0,2 0 1040 0,4-3 208 16,1 1 32-16,5-1 16 0,1-4-1136 0,3 1-240 0,2-2-32 0,1 0-16 15,4-2-608-15,0-1-112 0,1-2-16 0,1 1-16 16,0-1-704-16,-1 1-144 0,0-1-32 0,-1 0 0 15,-2 1-400-15,0-1-96 0,-1 1-16 0,-2 0 0 16,0 0-2480 0,-2 2-496-16,-2 1-96 0,1-1-5760 15,-3 0-1136-15</inkml:trace>
  <inkml:trace contextRef="#ctx0" brushRef="#br0" timeOffset="6304.95">18910 5591 3791 0,'0'0'336'0,"0"0"-336"0,0 0 0 0,0 0 0 16,-1 1 880-16,0-1 96 0,0 2 32 0,-1 1 0 15,0-1 1232-15,2 2 240 0,-1-1 48 0,0 2 16 0,0-2-816 16,0-1-144-16,1 1-48 0,1 1 0 0,-1-1-608 0,0-1-128 15,1 0-32-15,-2 3 0 0,1-3 112 0,-1 2 16 16,0 0 0-16,0 3 0 0,-1-1-96 0,0 0-16 0,1 3 0 0,0-2 0 16,0 3-368-16,1-1-80 0,0-2-16 15,0-7 0-15,0 0 16 0,0 0 0 16,0 0 0-16,0 0 0 16,22 38-208-16,-22-38-128 0,0 0 160 0,31 0-160 0,-19-4 320 0,1-2-48 15,1-3 0-15,-3 0 0 16,0 1-272-16,-1-1 0 0,-1-3 0 0,-1 1 0 0,-2-1 0 15,-2 0 0-15,-2 0 0 0,-4 1-144 0,-2 0 144 0,-3 0 224 16,-2 3-48-16,-3 1-16 0,-3 3 416 0,0 1 64 16,-3 3 32-16,0 1 0 0,3 3-240 0,-1 3-48 15,0 0-16-15,3 1 0 0,4 0-368 16,0 2 0-16,5 0 0 0,1 0-11440 0,2-2-2272 0</inkml:trace>
  <inkml:trace contextRef="#ctx0" brushRef="#br0" timeOffset="8837.5">19366 5586 8287 0,'1'-6'736'0,"0"2"-592"16,0 2-144-16,0 1 0 0,0-1 880 0,0 0 144 15,1-1 16-15,0-4 16 0,1 0 864 0,1-2 160 0,0 2 32 0,-2 1 16 16,1 2-624-16,-1 2-128 0,-1 0-32 0,-1 2 0 16,0 0-144-16,-2 4-48 0,0-2 0 0,0 4 0 15,-2 2-208-15,-1 2-48 0,0 2-16 0,-2 2 0 16,1 2-256-16,-3 4-48 0,1-2-16 0,0 0 0 0,1 2-352 15,0-2-64-15,1 2-16 16,1-2 0-16,5-18-128 0,0 0 0 0,2 42 0 0,-2-42 0 16,0 0 0-16,0 0 0 0,0 0-192 0,44 10 192 15,-29-15-320-15,1-2 48 0,0-2 16 0,1-2 0 16,-2 2 16-16,1-2 16 0,0 1 0 0,-2-2 0 31,-3 4-656-31,-1-1-128 0,-3 2-16 0,-2-2-16 0,-1 4-896 0,-3-3-176 16,-2 4-48-16,-3-1-8384 0</inkml:trace>
  <inkml:trace contextRef="#ctx0" brushRef="#br0" timeOffset="9002.86">19320 5628 3679 0,'-10'1'160'0,"2"0"32"15,2-1-192-15,1 2 0 0,2-2 0 0,1 0 0 0,2 1 1696 16,-3 1 288-16,-1-2 64 0,-1 2 16 0,1 1 1328 0,2-2 256 0,2 0 48 0,2-1 16 16,2 0-1280-16,4-2-256 15,2 0-64-15,3-3 0 0,3 1-656 0,1-2-144 16,3 1-32-16,1-2 0 0,1-1-496 0,-1 0-96 0,-2 3-32 0,-1-2 0 15,-3 2-512-15,-1 0-144 16,1-2 0-16,-1 3 0 0,2-4-1248 0,-1 4-320 16,-1-3-64-16,-3 3-14112 0</inkml:trace>
  <inkml:trace contextRef="#ctx0" brushRef="#br0" timeOffset="9420.57">19689 5353 6447 0,'-3'-2'576'0,"1"2"-576"16,1 2 0-16,0 0 0 15,1-2 2160-15,0 3 320 0,-1-1 64 0,0 0 16 16,0 3 768-16,0 2 176 0,-1 3 16 0,1 0 16 0,0-1-1552 0,1 2-320 16,0-1-64-16,-1 2-16 0,0 0-848 15,1-12-160-15,0 0-48 0,-5 42 0 16,1-25-272-16,-1 0-64 0,0-1-16 0,-3 3 0 16,0 0-176-16,-1 1 0 0,-1 0 0 0,0-1 128 15,0 0-128-15,2 0 0 0,0-2 0 0,4-3 0 16,1-2 0-16,2-2 0 0,2-3 0 0,2 0 0 15,-1-3 0-15,3-3 0 0,0-1 0 0,-1-1 0 16,1-1 160-16,1-2-160 0,-1-1 192 0,1 0-192 0,0-3 192 0,1-1-64 16,-2 0 0-16,1-2-128 15,-1 0 192-15,1 0-192 0,-1 2 192 0,-1 1-192 0,2-2 272 0,-1 1-48 16,1 2-16-16,0-1 0 0,1 4-32 0,-1-1-16 16,0 1 0-16,-1 3 0 0,-1-1 32 0,0 2 0 15,0 0 0-15,-2 2 0 0,0 3-32 0,-1 2 0 16,-1-7 0-16,0 0 0 0,0 0-160 0,-1 38 0 15,1-38 0-15,0 0 0 0,-3 36 0 0,3-36 0 0,0 0 128 16,-4 34-128-16,4-34 0 0,0 0 0 0,0 0 0 0,0 0 0 16,6 39 0-16,-3-36-256 0,1-2 64 0,1-1 16 31,-1-1-1552-31,2-2-320 0,0-1-64 16,1-1-13536-16</inkml:trace>
  <inkml:trace contextRef="#ctx0" brushRef="#br0" timeOffset="9787.91">19832 5645 11055 0,'-4'2'480'0,"2"-2"112"16,0 2-464-16,1-1-128 0,1 1 0 0,0-2 0 16,0 2 2048-16,0-1 384 0,1 2 64 0,1 0 32 0,2 2-16 0,2-3 0 15,2 0 0-15,0-1 0 16,2-1-1488-16,2 0-288 0,-1-1-64 0,1-1-16 0,0 0-288 16,0-2-64-16,-1 0-16 0,0 0 0 0,0 0-288 15,-1-2 128-15,-2 2-128 0,-2-1 0 16,0-1-384-16,-2 0-176 0,-3 1-32 15,0-2-16-15,-2 2-224 0,-1-2-64 0,-1 0 0 0,-3 1 0 0,1 0 400 0,-3 2 80 16,0-3 16-16,0 4 0 16,-1 2 128-16,0 0 16 0,1 1 16 0,-1 0 0 15,2 0 432-15,0 2 96 0,-1 1 16 0,1 2 0 16,0-1 208-16,0 3 64 0,-1 0 0 0,2 0 0 0,-1 1 384 0,2 1 64 16,1-2 32-16,0 2 0 0,3-1 192 0,0 1 32 15,1 0 16-15,0-9 0 0,0 0-400 0,0 0-64 16,0 0-32-16,22 47 0 0,-22-47-352 0,0 0-80 15,0 0-16-15,40 25 0 0,-40-25-352 0,0 0 144 0,38 9-144 0,-26-6 0 16,0-3 128-16,0 0-128 0,0 0 0 16,-2-3 0-1,0 1-336-15,-1-1-128 0,-1 0-32 0,-3 0-17264 0</inkml:trace>
  <inkml:trace contextRef="#ctx0" brushRef="#br0" timeOffset="11368.81">20557 5580 3679 0,'1'0'320'0,"-1"0"-320"16,1 0 0-16,0-2 0 16,-1 2 960-16,1 0 128 0,0-1 32 0,1 0 0 0,-1-2 400 0,2 1 80 0,1-1 0 0,-2 1 16 31,-1 0-128-31,-1 0-16 0,-1 2-16 0,-1-2 0 15,-1 2-544-15,-2 2-96 0,0 0-32 0,-3 0 0 16,-2 3-352-16,-3 0-80 0,-1-1-16 0,-2 2 0 16,-2 0-336-16,-1 1-288 0,-1 0 48 0,2 1 16 15,2-4 224-15,0 2 0 0,0 0 0 0,2 1 0 16,3-2 0-16,2 0 0 0,1 0 0 0,1-2 0 16,3 0 0-16,1 0 0 0,1 0 0 0,1-1 0 15,2-2 0-15,1 1 0 0,0 0 0 0,2-1 0 0,1 0 0 16,-1-1 208-16,4 0-16 0,1 1 0 0,1-2 240 0,1-1 32 15,0 3 16-15,1 0 0 0,2 0 16 0,1 3 0 16,-15-3 0-16,30 9 0 0,-30-9-16 0,0 0 0 16,36 23 0-16,-36-23 0 0,0 0-304 0,0 0-176 15,27 36 192-15,-27-36-192 0,0 0 288 0,0 0-48 16,0 0-16-16,0 38 0 0,-4-31 16 0,-2-2 0 16,-1-1 0-16,0 0 0 0,0 1-64 0,-2-2-16 15,2 0 0-15,0-1 0 0,0-2-160 0,1 0-144 16,1-2 144-16,-1-1-208 15,3 1-560-15,0-2-96 0,1-1-32 0,1 0 0 16,2 0-1328-16,2-2-272 0</inkml:trace>
  <inkml:trace contextRef="#ctx0" brushRef="#br0" timeOffset="11732.5">20628 5713 11055 0,'0'3'976'16,"1"-3"-784"-16,0 0-192 0,0 0 0 15,0 0 544-15,0 0 64 0,2 0 16 0,1 0 0 16,1 0 544-16,3-2 112 0,1 1 32 0,3-1 0 16,0-1-800-16,0 0-176 0,2-1-16 0,0-1-16 15,-1 1-304-15,0-1 0 0,-1 0 0 0,-1 3 0 0,-3-3-288 0,-1 1-64 16,-3 1-16-16,-1 1 0 16,-1-2-400-16,-2 0-64 0,-1 1-32 0,-2-3 0 0,1 1 384 0,-4 1 80 15,0-3 16-15,1 2 0 0,-2 0 384 0,1 0 0 16,-1-1 0-16,0 1 0 0,1 0 496 0,0 0 16 15,0-1 16-15,1 1 0 0,1 0 432 0,-1 2 96 16,2 2 16-16,-1 1 0 0,0 1 80 0,1 2 32 0,-2 4 0 0,0 0 0 16,0 5 224-16,-2 4 64 0,1 1 0 0,-1 1 0 15,1 0 336-15,-2 2 80 16,2 2 16-16,-1 0 0 16,1-2-2192-16,1 0-432 0,5-20-96 0,-3 35-16 0,3-35 832 0,0 0 0 0,0 0 0 0,0 0 0 15,27 43 0-15,-16-42 0 16,2-2 144-16,1-3-144 0,4-2 0 0,2-3 0 15,-1-2-192-15,2-2 192 16,0-1-896-16,-2 2-64 0,-1-2-16 0,-1 2-12544 0</inkml:trace>
  <inkml:trace contextRef="#ctx0" brushRef="#br0" timeOffset="12037.92">21015 5513 8287 0,'2'-1'736'15,"0"-2"-592"-15,0 1-144 0,-1 2 0 0,0-2 1120 0,-1 1 192 16,1 1 32-16,2-3 16 0,0 0 944 0,0 0 192 16,1 1 48-16,-4 2 0 0,1 2-1008 0,-1 3-192 0,-1-1-32 15,-1 4-16 1,-1-1-416-16,-2 4-96 0,2 1-16 0,-3 3 0 0,-1 2-448 0,0 1-112 16,0-1-16-16,-1 0 0 15,3-2-192-15,-1 0 128 0,1 0-128 0,5-15 0 0,0 0 0 0,-4 40 0 16,4-40 0-16,0 0 0 0,0 0 0 0,0 0 0 15,0 0 0-15,30 33 0 0,-23-33 0 0,1-2 0 0,2 0 0 0,0-1 0 16,1-2 0-16,-1 1 0 0,1-2-208 0,0 2 64 16,0-3-1168-16,-1 2-224 15,-1 0-64-15,-2 0-6384 16,1 1-1280-16</inkml:trace>
  <inkml:trace contextRef="#ctx0" brushRef="#br0" timeOffset="12255.86">20830 5654 7359 0,'-6'-2'656'0,"2"-1"-528"31,2 1-128-31,1 2 0 0,1-2 1104 0,0 1 192 0,1 1 48 0,0-2 0 16,1 1 1024-16,2 0 192 0,2-2 64 0,2-2 0 0,2 2-784 0,3 0-160 16,2-3-16-16,2 2-16 15,0 0-480-15,2-1-80 0,1 1-32 0,1-1 0 0,-2 2-512 16,-1 0-96-16,-2 1-32 0,-3 0 0 15,0-1-416-15,-1 1 0 0,0 0 128 0,-1 1-128 16,0-1-1168-16,-1 2-272 0</inkml:trace>
  <inkml:trace contextRef="#ctx0" brushRef="#br0" timeOffset="12837.58">21228 5647 8287 0,'0'-2'736'0,"0"2"-592"16,0 0-144-16,0-1 0 0,1 1 496 16,0 0 64-16,1 0 16 0,0 0 0 0,3 0 1392 0,1-2 272 15,3 1 64-15,1 0 16 0,1-2-544 0,1 3-112 0,-2-2-32 0,1 2 0 16,-1-2-576-16,-1 2-112 0,-2-1-32 0,0 1 0 16,-3 0-592-16,0 0-128 0,-1 0-32 0,0 0-8512 15,-2 0-1696 1</inkml:trace>
  <inkml:trace contextRef="#ctx0" brushRef="#br0" timeOffset="13413.33">21557 5538 5519 0,'0'0'496'0,"0"0"-496"0,0 0 0 0,0 0 0 16,0 0 1408-16,-1-2 176 0,1 2 32 0,-1-2 16 16,0 1 1360-16,0-2 272 0,0 1 48 0,-1 0 16 0,1-2-512 0,0 1-80 31,0 1-32-31,-1 1 0 0,0 1-1184 0,0 0-240 0,0 1-64 0,-1 1 0 0,1 1-592 16,-1 3-128-16,-1 1-32 0,0 5 0 15,1 1-192-15,-2 3-32 0,0 2-16 0,1 2 0 16,-1 1-224-16,0 2 128 0,-1 2-128 0,0 0 0 15,2 1 0-15,4-26 128 0,-8 50-128 0,8-50 0 16,-4 43 0-16,4-43 0 0,0 0 0 0,1 43 0 16,-1-43 0-16,0 0 0 0,0 0 0 0,0 0-160 15,0 0-544-15,0 0-96 16,0 0-32-16,0 0-10496 0,27 7-2112 0</inkml:trace>
  <inkml:trace contextRef="#ctx0" brushRef="#br0" timeOffset="13721.34">21433 5588 12895 0,'0'0'1152'0,"0"-2"-928"15,1 2-224-15,0-1 0 0,1 1 384 0,1-2 48 16,1 0 0-16,3 1 0 0,3-3 1312 0,6-1 272 16,4-1 48-16,3-2 16 0,1 3-480 0,0-2-112 15,-2 1-16-15,0 2 0 0,-3 2-624 0,-3 0-128 16,-3 2-16-16,-3 2-16 0,-4 3-368 0,-2-1-64 15,-2 4 0-15,-4-1-16 0,-2 2-240 0,-2 1 144 0,-4 4-144 0,-2-4 128 16,-2 4 64-16,-3-2 0 0,0-1 0 0,0 1 0 16,0-2-48-16,0-1 0 0,3-2 0 15,1 0 0-15,1-1-144 0,2 0 0 0,2-1 0 0,1-2 0 16,4 0-160-16,0-2-64 0,2-1-16 16,1-1 0-1,3-2-896-15,0 0-176 0,1-2-32 0,3-1-16 0,1 0-384 16,1-1-80-16,1 0-16 0,3 0-8000 0</inkml:trace>
  <inkml:trace contextRef="#ctx0" brushRef="#br0" timeOffset="14415.58">21750 5599 11743 0,'-1'0'512'0,"0"0"128"0,-1 0-512 0,1 0-128 15,1 0 0-15,0 0 0 16,0 0 1088-16,0-1 208 0,0 1 48 0,-1 0 0 0,0 0-64 0,0 0-16 16,0 2 0-16,0 0 0 0,0 0-336 0,-2 0-64 15,-1 3-16-15,0 0 0 0,2-2 192 0,-2 4 48 16,-1 0 0-16,2 1 0 0,-1 0-208 0,0-1-48 16,1 1 0-16,2-1 0 0,1 2-240 0,2-4-48 15,1 0-16-15,1-1 0 0,0-2-256 0,3 1-48 16,1-3-16-16,2 0 0 0,1-2 16 0,0 1 0 15,1-3 0-15,0-1 0 0,1 0-32 0,-2 1-16 16,1-3 0-16,-2 2 0 0,0 0-176 0,0 0 0 0,-2-1 0 0,-1 1 0 16,0 2 0-16,-2-1 0 0,-3 1 0 15,0 1 0-15,-2-1 0 0,-1 3 0 0,-1-2 0 0,0 2 0 0,-2-2-256 0,0 2-16 16,-1-2-16-16,-2 1 0 31,0-1-352-31,-1 0-64 0,0 1 0 0,1-1-16 16,-1 0 208-16,2-1 64 0,-1-2 0 0,2 2 0 0,0-1 448 0,0-1 0 0,2 1-128 0,0-1 128 15,0 0 0-15,1 2 0 0,1-1 0 0,0 0 0 16,1 1 0-16,0 1 0 0,0-2-128 0,0 3 128 16,0-2 0-16,1 1 0 0,-1 2 0 0,1-2 0 15,-1 2 256-15,0 2 32 0,0-2 16 0,0 0 0 16,-1 1 352-16,1 0 80 0,0 2 16 0,1-2 0 0,0 1 80 0,2 0 0 16,0 0 16-16,0 0 0 15,1-2-336-15,2 1-80 0,1 1-16 0,1-2 0 0,2 2-208 16,1-2-32-16,0 0-16 0,2 0 0 0,0 0-160 15,-1-2 0-15,0 2 0 0,0-2 128 16,-1 1-128-16,-1-1 0 0,0 2 0 0,-1-2 0 0,-1 2 0 16,0-2 0-16,-1 2 0 0,-2-2 0 0,-1 2 0 0,-2 0-144 15,1 0 144-15,-2 0 0 0,0 2 0 0,-1-2 0 0,0 3 0 0,0-2 0 16,0 2 0-16,-1 1 0 16,0 0 0-16,-1 0 0 0,1 3 0 0,-1-3 0 15,2 2 0-15,-2 0 0 0,1 1 0 0,0-2 0 0,0 2 0 0,0 2 0 0,1-9 0 0,0 0-128 16,0 0 128-16,-4 32 0 15,4-32-256-15,0 0 16 16,0 0 0-16,0 0 0 0,-2 37-192 0,3-33-32 16,0 0-16-16,0 0 0 0,1-3 64 0,0 1 16 0,0-2 0 15,1-2 0-15,0 1-224 0,1-3-32 16,1 1-16-16,-1-1-13968 0</inkml:trace>
  <inkml:trace contextRef="#ctx0" brushRef="#br0" timeOffset="14638.91">21982 5417 12895 0,'0'-3'576'0,"0"3"112"0,0-2-560 0,0 2-128 0,0 0 0 0,1-1 0 16,0 1 2352-16,2-1 432 0,2-1 96 0,1 1 0 15,3-1-560-15,0 2-112 0,-1 0-32 0,1 2 0 16,-2 1-832-16,-1-1-192 0,-6-2-16 0,0 0-16 15,0 0-640-15,0 0-128 0,0 0-32 0,17 43 0 0,-17-35-320 16,0 0-240-16,1-1 48 0,-1-1-15776 16</inkml:trace>
  <inkml:trace contextRef="#ctx0" brushRef="#br0" timeOffset="14856.51">22174 5467 14735 0,'-2'2'1312'0,"1"0"-1056"16,0-1-256-16,0 1 0 0,1-1 1488 0,-1 0 240 0,1 1 64 15,-2 3 0-15,0 2 272 0,-1 3 64 0,3-10 16 16,0 0 0-16,-5 30-1632 0,5-30-320 16,0 0-64-16,-8 34 0 0,8-34-128 0,0 0 0 0,-10 33 0 15,7-26 0-15,-2 1-208 0,1-2-16 0,1-1 0 0,1-2 0 16,0 0-512-16,1-2-96 15,0 1-32-15,0-4 0 16,2 2-960-16,0-2-192 0</inkml:trace>
  <inkml:trace contextRef="#ctx0" brushRef="#br0" timeOffset="15136.72">22155 5527 9663 0,'0'-8'208'0,"0"5"48"0,0-1 16 0,-1 1 0 0,1 1-272 0,0-1 0 0,0 3 0 0,1-2 0 0,0 0 2752 0,0-3 512 15,2 0 80-15,0 1 32 0,1-1-944 0,1-1-192 16,0 2-48-16,2-1 0 0,-1-1-720 0,2 1-160 15,0 0-32-15,0 1 0 0,2-2-448 0,0 2-112 16,-2-1-16-16,1 0 0 16,-1 3-160-16,-2 0-32 0,0 2-16 0,-1 0 0 0,-2 4-208 0,0 2-32 0,-3-6-16 0,0 0 0 15,0 0-240-15,-5 46 144 0,5-46-144 0,-10 31 128 16,10-31-128-16,-12 36 0 16,12-36 0-16,-13 36 128 0,13-36-128 0,-11 35 0 15,11-35 0-15,-9 33 0 0,9-33 0 0,0 0 0 16,0 0 0-16,-2 41 0 0,2-41 0 0,0 0 0 0,0 0 0 15,0 0 0 1,0 0-576-16,0 0 0 0,0 0 0 0,23 6 0 16,-17-10-1680-16,-1-5-336 0</inkml:trace>
  <inkml:trace contextRef="#ctx0" brushRef="#br0" timeOffset="15472.36">22444 5368 10127 0,'2'-3'896'0,"-1"2"-704"0,1-1-192 0,-1 1 0 16,0 0 640-16,0 1 80 0,0 0 32 0,1-2 0 16,1 0 1296-16,2 1 272 0,0-1 48 0,-1 2 16 15,1 0-448-15,-1 2-80 0,-3 3-32 0,0 0 0 16,-1-5-480-16,0 0-80 0,0 0-32 0,-14 43 0 16,14-43-672-16,-16 33-144 0,5-14-32 0,-2 2 0 0,0-1-176 0,-1 0-32 0,1-1-16 0,0 1 0 15,13-20-160 1,-18 35 0-16,18-35 144 0,-10 29-144 0,10-29 0 0,0 0 0 0,0 0 0 15,3 42 0 1,-3-42-256-16,0 0 0 0,0 0-16 0,27 21 0 16,-19-18 272-16,2-3-192 0,1 0 192 0,2 0-160 15,0-3 352-15,1-2 64 0,1 1 0 0,-1-1 16 0,-1-1 32 0,-1 0 0 16,0-1 0-16,-3 2 0 0,1-2-160 0,-3 2-16 16,-2-2-128-16,-1 1 192 0,0 1-192 0,-2 2-288 15,0-4 64-15,-2 2 16 16,0 0-1440-16,-1 0-272 0,0-1-64 15,-1-1-7168-15,0 2-1408 0</inkml:trace>
  <inkml:trace contextRef="#ctx0" brushRef="#br0" timeOffset="15681.21">22391 5519 9215 0,'-8'0'400'0,"4"0"96"0,0 0-496 0,0-2 0 15,2 1 0-15,0 1 0 0,1 0 2176 0,-3-2 320 16,-1 2 80-16,0-2 16 0,0 2 0 0,2-3 0 15,1 3 0-15,3-2 0 0,3 0-912 0,1 1-176 0,0-1-32 0,3 2-16 16,1-2-416-16,0 0-80 0,2 0 0 0,1-1-16 16,1 0-272-16,1-1-48 0,2-1-16 0,-1-1 0 15,0 2-304-15,-1-1-64 0,1 1-16 0,0 0 0 16,0 1-224-16,-2 0 144 0,-1 1-144 0,-2 2 128 31,0 0-960-31,-1 0-192 0</inkml:trace>
  <inkml:trace contextRef="#ctx0" brushRef="#br0" timeOffset="21361.61">22627 5716 2751 0,'-1'0'256'0,"1"0"-256"0,0 0 0 0,-1 0 0 15,1 0 512-15,0 0 48 0,0 0 16 0,-1 0 0 16,1 2 1344-16,0-2 256 0,0 0 64 0,0 0 16 15,0 0-528-15,1 0-128 0,0 0 0 0,1 0-16 0,0-2-816 0,-1 2-144 16,1-2-48-16,-1 2 0 0,0 0-416 0,1 0-160 16,-1 0 0-16,0 0 144 0,-1 2-144 0,0-2 0 15,-1 2 0-15,-1-1 0 0,1 0-144 0,0 1-64 0,0-2-16 0,0 1 0 16,0 1 32-16,0-2 16 16,0 0 0-16,1 0 0 0,0 0 176 0,1 0 0 15,0 0 0-15,0-2-128 0,1 1 128 0,0-1 128 0,0 0-128 0,1 0 176 16,0-1-32-16,0 1 0 15,0-1 0-15,0 1 0 0,1 1-144 0,-2 0 0 16,0-1 0-16,0 2 128 0,-2 0 16 0,0 2 0 16,-1-1 0-16,-2 0 0 0,0 2 64 0,-2 1 16 15,-1 1 0-15,-1-3 0 0,0 3-48 0,-1 0-16 16,0-1 0-16,1-1 0 0,1 2-160 0,0-3 0 0,3 0 0 0,0-2 128 16,2 1-128-16,2-1 192 0,2-1-192 0,0-1 192 15,1 0 288-15,1-3 64 0,1 0 16 0,0 3 0 16,0-3-240-16,1 0-64 0,-2 1 0 0,0-1 0 15,-1 2-128-15,-1 1-128 0,-3 1 192 0,0 1-7824 16,-2 1-1568-16</inkml:trace>
  <inkml:trace contextRef="#ctx0" brushRef="#br0" timeOffset="30823.32">22668 5709 7359 0,'-3'2'656'0,"0"-2"-528"0,1 0-128 0,1 0 0 0,1 2 1088 0,-1-2 192 16,-1 0 48-16,-2 0 0 0,0 1-48 0,1-1 0 16,-1 0 0-16,2-1 0 0,1 1-576 0,1-2-112 0,2-1-16 0,0 0-16 15,1 0 80-15,-1 0 32 0,1 1 0 0,1-1 0 16,-1 2-96-16,-1-2 0 15,0 1-16-15,0 1 0 0,1-1-48 0,-1 2-16 16,0-2 0-16,0 1 0 0,-2 1-256 0,2 0-48 16,0 0-16-16,0 0 0 0,0 0-176 0,0 0 160 15,1-2-160-15,-2 2 160 0,1-2 0 0,-1 2 0 16,2-2 0-16,-2 2 0 0,1 0 32 0,-1 0 0 16,-1 2 0-16,-1-2 0 0,0 2 64 0,-2 1 32 0,0 2 0 0,0 0 0 15,-2 1-32-15,-1 0-16 0,1 2 0 0,-2-2 0 16,2 0 112-16,-1 0 32 0,1 0 0 0,0-1 0 15,0-3-240-15,3 1-144 0,-1-1 192 0,1-2-192 16,1 0 128-16,1-2-128 0,0-1 0 0,0 1 0 16,2-3 272-16,0 0-48 0,0-1-16 0,0 0 0 15,1-1-48-15,-1 0-16 0,0 0 0 0,0 2 0 16,0-1-144-16,-2 1 0 16,0 2 144-16,1-1-144 0,-1 3 0 0,0-1 0 0,0 0 0 0,1 1 0 15,-1 1 0-15,-1 1 0 0,2 1 0 0,-1 0 0 16,0 3 0-16,1-3 0 0,0 1 0 0,-1 0 0 15,0 1 0-15,1-2 0 0,-1 3 0 0,0-2 0 16,1 1 0-16,-1-2-128 0,-1 3 128 0,1-2 0 16,0 0 0-16,-1 0 0 0,-1 0 0 0,0 0-128 15,1-1 128-15,-1-1 0 0,0 0 0 0,0 1 0 16,-1-2 0-16,1 0 0 0,1 0 0 0,0-2 0 16,-1 1 0-16,0 0 0 0,0-3 0 0,0 1 0 15,1 0 0-15,0-1 0 0,0 1 0 0,0-2 0 16,1 1 0-16,0-1 128 0,0 2-128 0,0-1 0 15,1 2 0-15,0-1 0 0,0-1 0 0,0 1 0 0,1 3 0 0,0-2 0 16,0 0 0-16,1 1 0 0,-1 1 0 16,2 0 0-16,-1 0 0 0,1 0-128 15,-1 0 128-15,1 0 0 0,0 1 0 0,-2 1 0 0,1 0 0 0,0-2 0 16,-1 2 0-16,-1-1 0 0,0 1 0 0,-1 0-160 16,-1-1 160-16,0 1 0 0,-1-2 0 0,0 2-128 15,-2-2 128-15,2 2-14160 0</inkml:trace>
  <inkml:trace contextRef="#ctx0" brushRef="#br0" timeOffset="31299.03">23081 5310 18431 0,'1'0'1632'0,"-1"-1"-1312"16,0 0-320-16,-1 1 0 0,1 1 880 0,0-1 96 0,-1 0 32 0,0 1 0 16,0-1 0-16,-1 3 0 15,0 1 0-15,0 1 0 0,1 2-464 0,0 2-96 0,1-9 0 0,-2 26-16 16,2-26-176-16,-3 34-16 15,3-34-16-15,-6 47 0 0,2-20 176 0,-1-1 48 16,-2 2 0-16,0-2 0 0,1-2-32 0,0-2 0 0,0 0 0 16,2-2 0-16,4-20-288 0,-6 30-128 0,6-30 128 0,0 0-128 0,-3 29 0 15,4-24 0 1,2-3 0-16,0-2 0 0,0-2-576 16,0-1-64-16</inkml:trace>
  <inkml:trace contextRef="#ctx0" brushRef="#br0" timeOffset="31728.92">23061 5364 7359 0,'-3'-2'656'0,"1"1"-528"0,1 0-128 0,0 1 0 15,1 0 832-15,0 0 144 0,0 0 32 0,1 0 0 0,-1 1 1616 0,2-1 320 0,2-1 64 0,2 1 0 16,1 0-768-16,1-2-176 16,2 0-16-16,-1 1-16 0,1-1-896 0,0-1-176 0,1 1-48 15,0 0 0-15,1-1-112 0,-1 1-32 0,0 0 0 0,0 1 0 31,-1-1-352-31,1 2-80 0,-3 2-16 0,-8-2 0 0,0 0-320 0,0 0 128 16,0 0-128-16,0 0 0 0,24 39 0 0,-24-39 0 16,-4 26 0-16,1-10 0 0,-3-1 0 15,0 1 0-15,-3-2 0 0,1 0-128 0,-1 0 128 0,0-2-208 16,1 0 80-16,-1-2 128 16,-1-2-816-16,1 0-32 0,-1 0-16 0,0-2 0 15,-1 0-672-15,2 0-144 0,1-3-32 0,1 0 0 16,1 0 800-16,0-2 144 0,1 1 48 0,2-4 0 0,1 2 512 0,3-1 208 15,1 0-176-15,1-2 176 0,0-1 0 0,3 1 0 16,-1 1 176-16,1-2-48 0,0 1 320 0,-1 0 64 16,2 1 0-16,-3 0 16 0,1-1 752 0,0 3 128 15,-2 0 48-15,1 0 0 0,-1 3-96 0,0-1-16 16,0 2 0-16,0 0 0 0,0 1-544 0,-3-5-112 0,0 0-32 0,0 0 0 16,0 0-160-16,0 0-48 0,0 0 0 0,31 37 0 15,-31-37-160-15,0 0-32 0,0 0-16 0,0 0 0 16,37 16-240-16,-29-15 128 0,-1 0-128 0,0 0 0 15,-2-2 0-15,0 1 0 0,0-1 0 0,-2 0-12112 16,-1 1-2480-16</inkml:trace>
  <inkml:trace contextRef="#ctx0" brushRef="#br0" timeOffset="32538.15">23357 5552 7359 0,'-3'2'656'0,"0"1"-528"0,1-1-128 0,2-1 0 0,0 1 1280 0,0-2 208 16,-1 2 48-16,-1 2 16 16,-1 1 96-16,1-1 16 0,1 0 0 0,1 1 0 0,3-1-576 0,0-2-128 15,2 0 0-15,1-2-16 0,1 0-48 0,2-2 0 16,1 2 0-16,0-2 0 0,2-3-256 0,-1 1-64 16,1 0-16-16,-1-2 0 0,-1 1-432 0,-1-1-128 15,-1 0 0-15,1 0 0 0,-3 0 0 0,0-1 0 16,-2 0 0-16,-2 1-192 15,0 0-416-15,-1 0-80 0,-2 0-16 0,-1 0 0 16,-1 1-64-16,-1 0 0 0,-2 1-16 0,-1 1 0 0,0-2 528 0,0 3 128 16,0 0 128-16,0 1-208 0,1-1 336 0,-1 2 64 15,1 2 0-15,0-2 16 0,0 3 368 0,1-1 80 16,-1 3 16-16,1 2 0 0,-2 0 176 0,1 0 48 0,0 3 0 0,0 0 0 16,-1 2-64-16,2 1-16 15,-2 0 0-15,2 0 0 0,2-1-400 0,0 0-80 0,2 0-16 0,1-12 0 16,0 0-128-16,0 0-16 0,14 35-16 15,-14-35 0-15,0 0 112 0,35 14 32 0,-35-14 0 16,34 1 0-16,-17-2-112 0,2-1 0 16,-1-2-16-16,1-1 0 0,-1-1-176 0,-1 0 0 0,0-1 0 0,-3-2 0 15,0 1-768-15,-2-1-176 0</inkml:trace>
  <inkml:trace contextRef="#ctx0" brushRef="#br0" timeOffset="32828.78">23720 5294 21183 0,'1'-3'944'0,"-1"1"192"0,1 2-912 0,-1 0-224 16,0 0 0-16,-1 0 0 16,1 2 1232-16,-1-2 208 0,1 3 32 0,-1-1 16 15,0 2 112-15,-2 1 32 0,0 2 0 0,-1 1 0 0,1-1-1056 0,-1 2-192 0,-1 3-64 0,2 1 0 16,-2 0-320-16,-1 2 0 0,1 4 0 15,-3 1 0-15,1 2 0 0,-1 0 0 0,-3 2 0 0,2-1 0 16,0 0 128-16,1-1 16 0,1-1 0 0,2-2 0 16,2-2 160-16,3-17 16 0,-1 28 16 0,1-28 0 15,0 0-336-15,0 0 144 16,0 0-144-16,30 41 0 0,-30-41 256 0,0 0-48 0,31 4-16 0,-19-6 0 16,1-2 208-16,1-2 48 0,0 0 0 0,2-2 0 0,-2-1-448 15,2-1-224-15,1 1 32 0,-1-2-10880 16,0 1-2160-16</inkml:trace>
  <inkml:trace contextRef="#ctx0" brushRef="#br0" timeOffset="33543.72">23872 5571 13823 0,'3'-2'608'0,"1"-1"128"0,0 2-592 16,-1 0-144-16,-2-1 0 0,2-1 0 0,0 3 2048 0,1-4 368 15,3 1 80-15,1-4 0 0,4 1-960 0,-2 0-192 0,0 0-32 0,-2 1-16 31,-1 2-912-31,-3 0-176 0,-1 0-32 0,-3 2-16 0,-2 1 208 0,-2-2 32 16,-2 4 16-16,-2-1 0 0,-1 2-176 0,-2 0-48 16,0-1 0-16,0 3 0 15,0-3-192-15,0 3 128 0,1 0-128 0,0-1 0 16,2 1 0-16,0 0 128 0,1-3-128 0,3 3 0 0,0-2 0 0,1 0 0 16,0 0 0-16,2 0 0 0,0 0 0 0,0 0 0 0,1 0 0 0,0 0 0 15,1 0 432-15,-1 1-16 16,1 0 0-16,0 1 0 0,0 0 144 0,0 0 16 0,-1-5 16 0,0 0 0 15,0 0-400-15,0 0-192 16,0 0 160-16,0 0-160 0,0 0 0 0,0 0 0 16,26 35 0-16,-19-37 0 0,-1 1 0 0,1-2 0 15,1 0 0-15,-1-2 0 0,2-2-240 0,-1 0 64 16,1 2 16-16,0-4 0 0,-2 1-96 0,1-1-32 16,0 0 0-16,-3 1 0 0,1 0 288 0,-3 0 0 15,0 3 0-15,-3-2 0 0,0 5 0 0,0-2 0 16,-2 3 128-16,0-1-128 0,-1 4 0 0,-1-1 144 15,2 1-144-15,-2 2 128 0,0 1 112 0,0 0 16 16,2 0 0-16,-2 4 0 0,0-2 96 0,2 0 32 16,0 1 0-16,1 0 0 0,1 0-240 0,0-8-144 0,0 0 192 0,0 0-192 15,0 0 144-15,0 0-144 0,0 0 0 0,30 33 144 16,-21-31-144-16,0-2 0 0,0-2 0 0,2-1 0 16,0 1 0-16,1-2 0 0,-1-2 0 0,0 2-176 31,1-5-304-31,1 2-64 0,-1-1-16 0,1-1 0 0,-1-1-1072 0,-1 1-224 15,0-3-32-15,-1 0-16 0,-1 0 560 16,-1-2 128-16,0 2 0 0,-1-1 16 0,-2 0 368 16,0 1 80-16,-2 0 16 0,-2 3 0 0,-1 0 736 0,-1 1 0 0,0 4 0 0,-2 1 0 15,1 1 832-15,0 2 192 0,-2 2 64 0,0 1 0 0,1 1-128 16,0 1 0-16,-1 2-16 0,1 0 0 16,-1 1 192-16,1 1 32 0,1 0 16 0,-1-2 0 15,2 1-480-15,-1 1-80 0,1-2-32 0,0 3 0 0,1-3-208 0,-1 2-64 16,0 1 0-16,0-1 0 0,-1 1-192 0,0 1-128 15,2-11 128-15,0 0-128 0,-5 29 0 0,5-29 144 16,0 0-144-16,-4 32 0 0,2-23 0 0,2-9 0 0,0 0 0 0,-4 28 0 16,3-21 0-16,1-2 0 0,0 0 0 0,0-1 0 31,1-1-448-31,1-1 16 0,0-4 0 0,1 0 0 16,-1-1-1696-16,2-2-352 0,0 0-64 0,-1-2-9760 0</inkml:trace>
  <inkml:trace contextRef="#ctx0" brushRef="#br0" timeOffset="33781.58">24014 5556 14735 0,'0'-2'640'0,"0"2"160"0,0-2-640 16,1 2-160-16,0-2 0 0,0 2 0 0,0 0 2496 0,1-2 480 16,4 1 96-16,1-1 0 15,2-3-880-15,2 3-176 0,2-2-32 0,1 1-16 0,1 2-960 16,0-1-192-16,1 2-48 0,-1 0 0 0,0 0-32 0,-15 0-16 15,28 2 0-15,-28-2 0 0,21 0-528 0,-21 0-192 16,0 0 144-16,25 0-144 31,-19 0-384-31,0-2-144 0,-2 0-48 0,0 0-15968 0</inkml:trace>
  <inkml:trace contextRef="#ctx0" brushRef="#br0" timeOffset="33939.68">24346 5462 12895 0,'0'0'576'0,"1"-2"112"0,0 2-560 0,0 0-128 16,0 0 0-16,0 0 0 0,0 0 2464 0,2 0 464 0,1-2 80 0,1 1 32 16,3 1-880-16,3-2-176 0,0-1-48 0,0 1 0 15,1 2-1360-15,0-2-288 0,-2 0-48 0,0 1-16 32,0 1-592-32,-3 0-112 0,0 0-32 0</inkml:trace>
  <inkml:trace contextRef="#ctx0" brushRef="#br0" timeOffset="34121.89">24383 5488 7359 0,'1'0'160'0,"0"0"32"0,0 0 16 0,0 0 0 31,0 0-208-31,-1 0 0 0,0 0 0 0,0 1 0 0,1 0 3008 0,0 2 576 0,-1 2 96 0,0-1 32 16,-2 4-1104-16,-1 1-224 0,0 2-32 15,-2-1-16-15,0 2-1440 0,-1 2-304 0,0 0-48 0,0 1-16 16,0-1-528-16,2 0 0 0,4-14 0 0,-8 24 0 31,8-24-384-31,0 0-144 0,0 0-32 0,-1 33-12656 0</inkml:trace>
  <inkml:trace contextRef="#ctx0" brushRef="#br0" timeOffset="34525.91">24552 5491 23951 0,'-4'7'1056'0,"0"-3"224"0,1 1-1024 0,0 0-256 0,1-3 0 0,-1 1 0 0,0 1 1552 0,-1 2 256 16,-1 3 48-16,-3 5 16 0,2 1-464 0,-2 1-80 16,8-16-32-16,-8 33 0 0,8-33-896 0,0 0-176 15,-2 35-32-15,2-35-16 0,0 0-176 0,0 0 0 16,0 0 0-16,0 0 0 0,0 0 0 0,0 0 0 16,0 0 0-16,0 0 0 0,0 0-256 0,0 0 64 15,0 0 0-15,5-2 16 16,-6-5-560-16,0-1-112 0,1-1-32 0,0 0 0 15,0 1-272-15,2-1-48 0,0 0-16 0,1-1 0 0,0 1 736 0,2 0 144 0,0 1 16 16,0-2 16-16,2 1 480 0,-2 2 80 0,2-2 32 0,-1 2 0 16,2 1 736-16,-1 2 128 15,-1-1 48-15,3 0 0 0,-2 1-48 0,2 1-16 16,-1-1 0-16,-1 1 0 0,1 1-560 0,-2-1-128 0,2 1 0 16,-2 2-16-16,1-3 16 0,-2 3 0 0,0 1 0 0,0 1 0 15,-1 0-160-15,-1 1-32 0,0 1 0 0,-1 1 0 16,-2-5-16-16,0 0-16 0,0 0 0 0,-4 36 0 15,-1-24-224-15,1 2 144 0,-3 0-144 0,1 0 128 16,-1-1-128-16,0 1 0 0,1 0 0 0,1-5 0 0,2 0 0 0,0-1 0 16,1-1 0-16,2-2 0 15,2-1-1056-15,0-2-192 0</inkml:trace>
  <inkml:trace contextRef="#ctx0" brushRef="#br0" timeOffset="35019.28">24768 5536 20271 0,'-3'0'1792'0,"2"0"-1424"16,1 0-368-16,0 2 0 0,1-2 1216 0,-1 0 160 0,1 0 32 0,1 1 16 15,0 0 880-15,2-1 160 0,2 0 32 0,-1 2 16 16,3-2-1696-16,0 0-352 0,1 0-64 0,0 1-16 16,-1-1-384-16,0 0 0 15,0-1 0-15,-2 1 0 0,0-2 0 0,-2 0 0 0,0 0 0 0,-1-1 0 16,-1-2 0-16,-3 1 0 0,0-1 0 0,-2-1 128 15,-2 0 32-15,1 0 0 0,-3 0 0 0,1 1 0 16,-1 1 336-16,1-1 64 16,-2 2 16-16,2 0 0 0,-1 2-416 0,2 1-160 0,-1 2 128 15,2 0-128-15,-1 1 0 0,2 2 0 0,0-1 0 0,1 2 0 16,0 0 0-16,0 1 128 0,1 0-128 16,0-1 0-16,1 0 144 0,0-6-144 0,0 0 160 15,0 0-160-15,0 0 304 0,0 0-48 0,0 0 0 0,0 0 0 16,7 38-112-16,-5-33-16 0,0-3-128 0,0 2 192 15,1-1-192-15,1 2 144 0,-1-2-144 0,1 1 128 16,0-1-128-16,-4-3 0 0,0 0 0 0,0 0 0 16,0 0 0-16,0 0 0 0,24 37 128 0,-24-37-128 15,0 0 0-15,0 0 0 0,6 41 0 0,-6-41 0 16,0 0 0-16,-5 38 0 0,5-38 0 0,-10 29 0 16,3-13 0-16,0-2 0 0,-1 2 0 0,0-3 0 0,-1 1 224 15,0-3-32-15,0 1-16 0,0-2 0 0,-2-3-32 16,0 0 0-16,-1 0 0 0,-1-2 0 0,-1 0 16 0,0 0 0 15,-2-3 0-15,-1 0 0 0,1-2-16 0,0 0 0 16,0 0 0-16,1-2 0 0,0 0-144 16,1-5 0-16,-1 0 0 0</inkml:trace>
  <inkml:trace contextRef="#ctx0" brushRef="#br0" timeOffset="36305.44">13893 6268 1839 0,'2'-4'160'0,"-1"1"-160"15,1 0 0-15,-1 1 0 0,0 1 1040 0,2-2 176 0,0-2 48 16,2-2 0 0,3-3 576-16,-1-2 112 0,0 1 32 0,-2 3 0 0,0 1 480 0,-3 0 96 15,-1 2 32-15,-1 1 0 0,0 1-304 0,-1 1-64 16,-2 2-16-16,0 0 0 0,0 0-1072 0,0 2-224 16,0 1-32-16,-1 0-16 0,-1 1-640 0,0 3-224 15,-1 2 144-15,0 0-144 0,-1 4 0 0,0 1 0 16,-1 0 0-16,1 1 0 0,1 1 0 15,0 0 0-15,0 2-128 0,3 2 128 0,1-1 0 0,0-2 0 16,2-17 0-16,0 0 0 0,6 39 0 0,-6-39 0 16,0 0 0-16,0 0 0 0,36 26-144 0,-23-27 144 15,2-3 0-15,-2-2 0 0,2-3-192 0,-1 0 192 16,-1-2-192-16,-2-1 192 16,1-1-1872-16,-3 0-272 0,-3 1-48 0,-3 1-10416 0</inkml:trace>
  <inkml:trace contextRef="#ctx0" brushRef="#br0" timeOffset="36495.54">13772 6330 6559 0,'-13'4'128'0,"5"-3"48"0,0 1 0 0,5 0 16 0,1-1-192 0,1-1 0 0,0-1 0 0,-1 1 0 15,0 0 2304-15,-1 0 432 0,3 0 80 0,1-2 0 16,4 0-368-16,1-1-80 0,2 3 0 0,2-5-16 16,2 3-1264-16,2-3-256 0,3 1-64 0,0-2 0 0,2 2-592 0,-1-1-176 15,3 0 0-15,-2 1 0 16,-1-1 0-16,1 0 0 0,0 1 0 0,0 1 0 0,0-2-144 0,-2-1 144 15,-1 1-160-15,-1 0 160 16,0-3-640-16,0 2-48 0,-1-2 0 0,0 2-7072 16,-2 0-1424-16</inkml:trace>
  <inkml:trace contextRef="#ctx0" brushRef="#br0" timeOffset="36748.67">14172 6197 3679 0,'0'2'160'0,"0"-2"32"0,0 0-192 0,-1 0 0 16,1 1 0-16,0-1 0 0,-2 2 1440 0,-1-2 240 0,-1 2 48 0,-2 1 16 15,0 2 720-15,-1-1 144 0,0 0 16 0,-2 2 16 16,1 0-768-16,1 2-144 15,-2 1-48-15,1 0 0 0,0 3-944 0,2-1-192 0,-1 1-32 0,3-1-16 16,0-2-368-16,2 0-128 0,0 1 0 0,1 2 144 16,1-12-144-16,0 0 0 0,0 0 0 0,0 0 0 15,0 0 0-15,26 39 0 0,-17-38 0 0,1-2 0 16,4-4 0-16,2-1 0 0,2-5 0 0,3-1 128 16,-2-2 112-16,1-1 16 0,-4 1 0 0,0-5 0 15,-2 2-256-15,-3-3 0 0,-4 2 0 0,-4 2 0 16,-4 2 0-16,-4 0 128 0,-5 4-128 0,-4 0 0 0,-5 7 0 15,-3 4 0-15,-4 4 0 0,-2 4 0 0,0 5 0 16,1 3 0-16,4 1-128 0,4-1-8320 16,4 1-1664-16</inkml:trace>
  <inkml:trace contextRef="#ctx0" brushRef="#br0" timeOffset="38006.44">14648 6206 7359 0,'-1'0'656'0,"0"-2"-528"15,1 2-128-15,0 0 0 0,-1 0 528 0,0 0 80 0,1 0 16 0,-2 0 0 16,1-2 176-16,-1 2 32 15,1-3 16-15,0 1 0 0,1 0-240 0,-1 1-48 16,1-1-16-16,-1 0 0 0,-1 2-224 0,-1-2-32 0,-2 1-16 0,0 1 0 16,-3 1 320-16,0 1 64 0,-2 0 16 0,-1 0 0 15,0 1 224-15,-2 2 64 0,2-1 0 0,1 1 0 16,1 0-48-16,1-1 0 16,0 1 0-16,3-1 0 0,-1 0-272 0,2 0-64 0,1 1-16 0,3-1 0 15,-1 0-400-15,1 0-160 0,1-2 128 0,1 1-128 16,1 1 0-16,2-1 0 0,0-1 128 0,1-2-128 15,1 2 0-15,1-1 0 0,2 1 0 0,-1-2 0 16,2 2 0-16,0-1 128 0,2 1-128 0,-1-2 128 0,-12 0-128 0,0 0 0 16,36 7 0-16,-36-7 0 15,0 0 0-15,0 0 0 0,0 0 0 0,0 0 0 0,36 19 0 16,-37-15 160-16,-2-1-160 0,-1 2 160 16,-4-2 320-16,0 1 64 0,-3 1 16 0,-1-1 0 15,-1 3-256-15,-2-2-48 0,-1 2-16 0,-1 0 0 16,2 0-240-16,-1-1 128 0,2 0-128 0,1-3 0 15,4-1 0-15,0-1 0 0,3-1 0 0,3-1 0 16,1-4 0-16,4-1 0 0,2 0 0 0,2-3-13632 0</inkml:trace>
  <inkml:trace contextRef="#ctx0" brushRef="#br0" timeOffset="38305.43">14841 6161 19343 0,'0'-4'848'0,"0"3"192"0,1-1-832 0,-1 0-208 16,0 2 0-16,0 0 0 0,-1 0 1280 0,1 0 224 16,0 0 32-16,-1 0 16 0,0 1-816 0,0 2-160 15,-1 0-48-15,1 2 0 0,-1 2-528 0,1 4 0 16,-1 1 0-16,-1 2 0 0,1 3 0 0,-2 1 0 16,0 2 0-16,-1-1 0 0,-1 0 0 0,1-1 0 15,0-2 0-15,-1 0 0 0,2 1 0 0,0-3 0 16,2-4 0-16,1 1 0 0,1-11 336 0,0 0-32 15,0 0-16-15,0 0 0 0,0 0 0 0,0 0 0 0,0 0 0 0,42 13 0 16,-30-20-128-16,1-4-32 0,3-1 0 0,-1-3 0 16,-1 0-128-16,-2-2 0 0,0 1 0 15,-4 1 128-15,-2 1-128 0,-5 1 0 0,-1 0-160 0,-5 3 160 32,-2 1-1424-32,-3 2-192 0,-4 0-48 0,-2 2-9648 0</inkml:trace>
  <inkml:trace contextRef="#ctx0" brushRef="#br0" timeOffset="38451.24">14797 6228 5519 0,'-66'14'240'0,"62"-14"64"0,4 0-304 0,-1 1 0 0,0 0 0 0,-3 1 0 15,-2 1 2112-15,-3 4 384 0,-1 3 64 0,1 2 0 16,0-1 192-16,4-1 48 0,3-1 0 0,4-3 0 16,-2-6-816-16,0 0-176 0,0 0-16 0,37 8-16 0,-22-10-640 0,3-2-128 15,2-4-32-15,-1 1 0 0,1-2-720 0,-1-1-256 16,0 3 144-16,-1-2-144 16,-1-1 0-16,-1 1 0 0,-1 2 0 0,-2-1-176 15,0 4-960-15,-3-1-192 0,-1 0-32 0,-4 4-12704 16</inkml:trace>
  <inkml:trace contextRef="#ctx0" brushRef="#br0" timeOffset="39269.39">14955 6230 10127 0,'2'-1'896'0,"0"1"-704"15,0 0-192-15,-1 0 0 0,0 0 1664 0,0 0 320 16,2-1 48-16,1 1 16 0,4-2 272 0,0 1 64 0,2 1 16 0,0-2 0 16,1 2-1024-16,-1 0-208 15,1 0-32-15,0-2-16 0,1 1-608 0,0 1-112 0,-1 0-16 0,1-2-16 16,-12 2-368-16,24-2 0 0,-14 0 0 0,-1-1 0 15,-1-2 0-15,-1 1 0 0,-2-1 0 0,-1 0 0 16,-2 1 0-16,-2-1 0 0,-1 1 0 0,-2-1 0 16,-1 0 0-16,-3 1 0 0,0 0 0 0,-3 0 0 15,1 1 0-15,-1 1 0 0,0 0 0 0,1-1-128 16,1 1 128-16,0 1 0 0,-1 1 0 0,1 1 0 16,0 1 0-16,0 1 0 0,2 1 0 0,-1 3 0 15,1-2 784-15,0 3 192 0,1 0 48 0,-1 2 0 0,1 0-800 0,1 2-224 16,-1 0 0-16,1 2 128 0,1-2-128 0,-1-1 128 15,1-1-128-15,1 1 128 16,2-1-592 0,1 0-112-16,1-1-32 0,-2-9 0 0,0 0 736 0,0 0 128 0,0 0 48 0,0 0 0 15,41 21-304-15,-30-23 128 0,2 0-128 0,2-3 0 0,1-1 128 16,0 0-128-16,-1-1 0 0,1-2 0 16,1 1 0-16,-1-1 0 0,-2-1-128 0,0 3 128 15,-1-2-576-15,-1-1 0 0,0 3-16 0,-1 0 0 16,-3 0-1200-16,-1 1-256 0,0 1-32 0,-3 1-16 15,-2 2 624-15,0 0 112 0,-2 2 16 0,0 0 16 0,-2 0 1056 0,0 2 272 16,1-1 0-16,-2 0 0 0,1 0 528 0,-1 1 208 0,1-1 32 0,0 1 16 16,1-2 912-16,0 0 176 0,1 0 48 0,0 0 0 15,1 0-720-15,0 0-144 0,0-3-32 0,1 3 0 16,0-3-704-16,0 1-160 0,0 0-32 0,-1-2 0 16,0 1-128-16,-1 0 0 0,0 0 0 0,-2 0 0 15,-1 0 0-15,0 0 0 0,0 0 0 0,0 2 0 16,-2 1 0-16,0 0 128 15,1 2-128-15,-3 0 0 0,1 2 192 0,-2 1-64 0,1 1 0 0,0 1 0 16,-1 1 256-16,0 1 32 0,0 2 16 16,2-1 0-16,-1 0-208 0,1-1-32 0,0 0-16 15,3 1 0-15,-1-1-176 0,2-1 0 16,1 1 0-16,1-2 0 0,0-2 0 0,3-1 0 0,0 1 0 0,1 0 0 0,-4-5 0 0,0 0 0 16,0 0 0-16,29 2 0 15,-21-2 0-15,-1-2 0 0,2-2 0 0,1-1 0 16,-2 1 0-16,0-1 0 0,0-1 0 0,-1 2 0 15,0-4-128-15,1-1 128 0,-2 2 0 0,0-2 0 0,-1 1 0 16,-2 0 0-16,0-1-144 0,-2 1 144 0,0 2 0 0,-2-1 0 16,0 3 0-16,0 1 0 0,-2 3 0 0,1 0 0 15,0 2 0-15,-1 1 0 0,0 2 0 0,0 0 0 16,1 4 0-16,0-2 0 0,0 0 128 0,1 3-128 0,1 0 0 16,0-10 144-16,0 0-144 0,0 0 0 15,0 0 0-15,18 44 0 16,-18-44 0-16,0 0 0 0,0 0 0 0,0 0 0 0,35 17 0 0,-27-15 0 15,-1-4 0-15,0 2 0 16,1-3 0-16,0-1 0 0,0 1 0 0,0-4 0 0,0 3 0 0,-1-2 0 0,1 0 0 0,-1-2 0 31,1 2-1760-31,-2-2-224 0</inkml:trace>
  <inkml:trace contextRef="#ctx0" brushRef="#br0" timeOffset="40164.22">15476 6235 8287 0,'1'0'736'0,"0"0"-592"15,0 0-144-15,-1 0 0 0,0 0 1600 0,0 0 272 16,1 0 64-16,1-2 16 0,0 1 544 0,1 1 96 0,0-2 32 0,-1 2 0 16,0 0-1424-16,0-1-288 15,-1 0-48-15,0-1-16 0,0 1-272 0,-1-3-48 0,0 1-16 0,-1 2 0 16,-1-2-352-16,-2 0-160 0,0-1 128 0,-2 1-128 16,0-1 0-16,-2 1 0 0,1-2 0 0,-1 1 0 15,-1 1 0-15,1 0 128 0,0 1-128 0,-1 2 0 16,3-1 128-16,-2 2-128 0,1 1 0 0,-1 1 128 15,3 0-128-15,-1 3 0 0,1-1 0 0,1 2 0 16,-1 1 1024-16,3-1 128 0,-2 2 32 0,2 3 0 16,1-4-1184-16,1 1-352 0,0 0-16 0,1-2 0 15,1 0 368-15,-1 0 0 0,-1-7 0 0,0 0 0 16,0 0 0-16,0 0 0 0,0 0 0 0,0 0 0 16,0 0 0-16,35 31 0 0,-28-32 0 0,-1-2 0 0,1 0 128 15,-1 0-128-15,1-1 0 0,0-1 128 0,0-2-128 16,1 2 0-16,-1-3 0 0,0 0 0 15,0-1-160-15,0 0 160 0,-2-2 0 0,1 0-144 16,-2-1 16-16,0-1 0 0,0-3 0 0,-1 0 0 16,-1-4-512-16,0 2-80 0,0 1-32 0,0 3 0 15,-1-1-144-15,0 3-48 0,-1-1 0 0,-1 5 0 0,-1 3 656 0,0 2 128 16,0 3 32-16,-1 3 0 0,0 2 720 0,-1 3 160 16,0 3 16-16,0 3 16 0,0 3 384 0,0 1 80 15,4-18 16-15,-3 41 0 0,3-41-752 0,-1 46-160 16,1-46-32-16,3 40 0 0,-3-40-128 0,0 0-16 0,11 47-16 0,-11-47 0 15,0 0-160-15,15 43 0 0,-15-43 0 16,0 0 128-16,0 0-128 0,0 0 0 0,29 33 0 0,-23-32 0 16,-1-2 0-16,2-2 0 0,-1-1 0 0,1-3 0 15,-1 1-368-15,1-3 0 16,-1-2 0-16,1 1 0 16,-1-3-2480-16,0 0-496 0,-1 1-112 0,1-2 0 15,-2 2 128-15,-1-1 48 0,1 0 0 0,-2 1 0 16,0-1 1792-16,-1 3 352 0,-1 5 80 0,-1 0 16 0,0 5 1680 0,-2 2 320 0,0 3 80 0,-1 0 16 0,0 3 1440 0,0 1 304 15,0 2 48-15,1 1 16 16,0 0-624-16,3-12-128 0,-4 26-32 0,4-26 0 0,0 0-1248 0,0 38-240 16,0-38-48-16,0 0-16 0,0 0-208 15,0 0-64-15,21 41 0 0,-21-41 0 0,0 0-256 16,0 0 0-16,0 0 0 0,0 0 0 0,35 19 0 16,-30-22 0-16,2 0 0 0,-1-1 0 0,-1-1 0 15,1-2 0-15,-1 2 0 0,1-4 0 16,-2-1 0-16,0 1 0 0,0-2-144 0,-1 1 144 15,-2-2-416-15,1-2 0 0,-1 2 0 16,-1-2 0-16,-1 2 192 0,0 0 32 0,0 0 16 0,0 2 0 0,-1 3 176 16,0 0 0-16,1 5 0 0,0-1 0 0,-1 4 160 0,0 2-32 15,0 1-128-15,0 5 192 0,0-1 624 16,-2 5 112-16,1-1 32 0,0 5 0 0,0-1-304 0,-1 1-48 0,4-17-16 0,-4 33 0 0,1-11-432 0,0-3-160 31,3-19 0-31,-4 40 144 0,4-40-144 0,-3 41 0 16,3-41 0-16,-5 42 128 0,1-23-128 0,4-19 0 0,-7 37 0 0,2-22 0 0,0 2 0 0,0-3 0 15,-2 0 0-15,0-2 0 0,-1-2 0 0,-1-1 0 16,1 0 0-16,0-2 0 16,-2-2 0-16,-1-3 0 15,-1-1 0-15,-1-2 0 0,-1-1 0 0,0-3 0 16,1 0 0-16,1-1 0 16,1-4-960-16,0 3-128 0</inkml:trace>
  <inkml:trace contextRef="#ctx0" brushRef="#br0" timeOffset="40739.19">15844 6273 11967 0,'-2'0'1072'0,"0"0"-864"16,1 0-208-16,1 0 0 0,0-2 1280 0,0 2 192 16,1-1 64-16,-1 1 0 15,2-2-16-15,0 0 0 0,3 0 0 0,-1-1 0 0,3 1-192 0,0 1-48 16,1-1 0-16,2 0 0 16,-1 2-448-16,1-2-80 0,-10 2-32 0,0 0 0 15,30 2-432-15,-21-1-96 0,0 0 0 0,1-1-16 0,-1 2-176 0,0-4 0 16,1 2-192-16,-2-1 192 0,-1 0-448 0,2-3 48 15,0 1 0-15,0 0-12752 0</inkml:trace>
  <inkml:trace contextRef="#ctx0" brushRef="#br0" timeOffset="41123.33">16241 6140 7359 0,'2'-4'656'0,"-1"1"-528"0,0 3-128 16,-1 0 0-16,-1 0 1728 0,0-2 320 16,0 1 64-16,0 1 16 0,-2-2 368 0,-2 2 64 15,0 0 0-15,-3 2 16 0,1 1-928 0,-3 2-192 16,-1 1-48-16,-1 2 0 0,-1 1-320 0,0 1-64 0,0-1 0 0,2 2-16 16,-1 0-432-16,3-2-96 0,2-2-16 0,1 3 0 15,2-5-336-15,3 2-128 0,0-3 0 0,1 1 0 16,2 0 0-16,1-3 0 0,2 1 0 0,0-1 0 0,3 1 0 0,-1 1 0 15,1-4 0-15,-8 0 0 16,0 0 0-16,0 0-160 0,0 0 160 0,38 21-128 0,-38-21 128 0,0 0 0 16,0 0 0-16,0 0 0 15,0 0 0-15,25 36 0 0,-24-29 0 0,-1-4 0 0,-1 4 0 16,-2-3 0-16,0-1 0 0,0 2 0 16,-2-2 0-16,-2 0 0 0,1 0 0 0,-2 0 128 15,1-1-128-15,-1 0 0 0,-1 0 0 0,-1 0 128 0,-1-2-128 16,0 0 0-16,2 0 0 0,-1 0 0 0,3-2 0 0,1 1 0 0,3 0 0 0,1-3 0 31,3 1-512-31,2-2-64 0,3 0 0 0,5-2-14224 16</inkml:trace>
  <inkml:trace contextRef="#ctx0" brushRef="#br0" timeOffset="41388.01">16392 6171 21183 0,'-3'-5'944'0,"0"4"192"0,2 1-912 0,-1 0-224 15,1 0 0-15,-1 0 0 0,0 1 2064 0,-1 1 368 16,0 1 80-16,-3 2 16 0,0 1-1056 0,0 2-224 16,1 1-32-16,3-1-16 0,-1 2-944 0,3-10-256 15,0 0 0-15,-3 35 128 0,3-35-128 0,-3 26 0 16,3-26 0-16,-3 28 0 0,3-28-176 0,-4 26 176 16,4-26-128-16,-4 24 128 0,4-24 0 0,0 0 0 0,-2 27 0 0,2-27 0 15,0 0 0-15,0 0 0 0,0 0 0 0,0 0 0 16,0 0 0-16,0 0 0 0,0 0 0 0,0 0 0 15,0 0 0-15,0 0-128 0,38 9 128 0,-32-15 0 32,1 0-944-32,0-3-96 0,-1-1-32 0,1 2-13072 0</inkml:trace>
  <inkml:trace contextRef="#ctx0" brushRef="#br0" timeOffset="41565.85">16265 6232 16575 0,'-2'-2'736'0,"1"2"160"0,1-1-720 0,0 0-176 15,1 1 0-15,0 0 0 0,0-2 2224 0,1 1 400 16,2 1 96-16,2-4 16 0,1 3-272 16,1-1-48-16,1 1-16 0,-1-2 0 0,2 3-1440 15,-1-3-304-15,1-1-48 0,0 1-16 0,2 3-448 0,-1-4-144 16,0 1 0-16,0 0 0 0,0 0 0 0,-1 0 0 16,1-2 0-16,-1 2 0 15,-1 1-560-15,-1-3-64 0</inkml:trace>
  <inkml:trace contextRef="#ctx0" brushRef="#br0" timeOffset="42132.82">16525 6228 11055 0,'0'0'976'0,"0"0"-784"16,1 0-192-16,0 0 0 0,-1 0 1120 0,0 0 176 0,1 0 48 0,1 0 0 15,2 0-224-15,0-2-32 0,1 2-16 0,1-1 0 16,-1 1-192-16,1 0-48 0,-1 0 0 0,1-2 0 0,-1 0 256 0,0 1 64 15,1-2 0-15,-2 0 0 16,0 0-320-16,0-1-64 0,-1 1-16 0,-2-2 0 0,1 0 112 0,-1-1 32 16,0 0 0-16,-2 0 0 15,1-2-112-15,-1 4-16 0,-1-4 0 0,1 4 0 0,-1-3-304 0,-2 3-64 16,0 1-16-16,1 0 0 0,-1 1-256 0,0-1-128 16,0 3 128-16,-1 0-128 15,-1 0 0-15,1 3 0 0,0 0 0 0,0 2 0 0,-1 1 0 16,0 1 0-16,-1 3-144 0,1 2 144 0,-1-2 0 0,1 3 0 15,-2 2 0-15,2-1 0 0,1 0 0 0,0-2 0 0,1-2 0 0,1 2 0 16,0-1 0-16,1 1 0 0,1-3 0 0,1 1 0 31,1-3 0-31,1 0 0 0,1-2 0 0,1-2 0 0,-1 1 0 0,1-3 0 16,2-1 0-16,-2-1 0 0,3-1 0 0,-1-3 0 0,0 0 0 0,0 0 0 16,2-2 0-16,-1-2 0 0,2 0 0 0,-1-1 0 15,-1-1 0-15,2-2 0 0,-2 1 0 0,0-1 0 16,0-2 0-16,-1 1 0 0,-2-1 0 0,-1 2 0 15,-1 3 0-15,-1 2 0 0,-1 4 0 0,-2 1 0 16,0 3 0-16,-2 3 0 0,1 1 0 16,-2 4 0-16,0 3 0 0,-1 2 0 0,0 3 0 0,2 1 0 0,-1 2 208 0,5-19 48 15,-6 35 16-15,6-35 0 0,2 33-128 0,-2-33-16 32,0 0-128-32,14 40 192 0,-14-40-192 0,0 0 0 0,0 0 0 0,0 0 0 0,36 35 0 0,-36-35 0 15,0 0 0-15,30 1 0 16,-23-1 0-16,-1-2 0 0,1-3-128 0,1-4 128 15,-2 0-928-15,0-2-128 0,-2 0-32 0,-2 1-14768 16</inkml:trace>
  <inkml:trace contextRef="#ctx0" brushRef="#br0" timeOffset="42374.73">16434 6071 7359 0,'0'-2'656'0,"0"-1"-528"16,0 3-128-16,-1-2 0 0,0 2 2560 0,0 2 464 16,0-2 112-16,-1 0 0 0,0 3 384 0,-1-1 80 15,0 3 16-15,-3 0 0 0,1 4-1840 0,-3 3-368 16,2 4-80-16,-1 2-16 0,2 5-800 0,0-2-176 15,5-21-16-15,-4 46-16 0,4-46-304 0,1 42 0 16,-1-42 0-16,7 39-16640 0</inkml:trace>
  <inkml:trace contextRef="#ctx0" brushRef="#br0" timeOffset="43071.93">16811 6192 911 0,'6'-10'0'0,"-3"4"0"16,1 1 0-16,-2 0 0 0,0 3 2400 0,-1-1 400 0,0-1 80 0,1-1 0 15,0-4-1536-15,2 1-304 0,0-4-64 0,0 3-16 16,-3-1 16-16,1 6 0 0,0-1 0 0,-2 2 0 16,0 3 272-16,-1 0 48 0,-1 5 16 0,0-1 0 0,1 2 32 0,-2 3 0 15,0 3 0-15,-2 1 0 16,1 2-288-16,-1 2-48 0,-1 2-16 0,0-2 0 15,1 2-624-15,0-1-128 0,1 0-32 0,0-2 0 16,3-4-208-16,0 2 0 0,1-14 0 0,0 0 0 16,0 0 0-16,9 40 0 0,-9-40 0 0,0 0 0 15,0 0 0-15,0 0-192 0,39 10 192 0,-30-15-160 16,0 0-192-16,3-2-32 0,-1 0-16 0,-1-5 0 16,-1 2-1696-16,-1-1-336 0,-3 1-64 0,-1-3-8480 15</inkml:trace>
  <inkml:trace contextRef="#ctx0" brushRef="#br0" timeOffset="43237.88">16754 6192 4607 0,'-8'5'192'0,"4"-3"64"0,-1 1-256 0,2-1 0 15,2-2 0-15,1 0 0 0,0 0 2160 0,0 2 384 16,1 0 80-16,1 1 0 0,2-3 960 0,2 1 192 0,2-1 48 0,2-1 0 16,2-2-1280-16,2 1-256 0,1 0-48 0,0-3-16 15,2 1-1248-15,-1 0-240 0,1 0-48 0,-2 0-16 16,-1 1-416-16,0-1-64 0,-2 2-32 0,1-1 0 15,-1 0-352-15,-1 0-64 0</inkml:trace>
  <inkml:trace contextRef="#ctx0" brushRef="#br0" timeOffset="43588.61">17032 6261 22111 0,'3'-3'976'0,"0"1"208"15,0 2-944-15,0-1-240 0,-1 1 0 0,0 0 0 0,0 0 1408 0,2 0 224 16,4-1 48-16,3 1 16 16,1 0-896-16,2-2-176 0,0 0-48 0,-1 1 0 0,1-2-448 0,-1-1-128 15,-1 0 0-15,-1-1 0 0,-1 0 0 0,-2 0 0 16,0-1 0-16,-2 0 0 0,-1-1 0 0,-3 0-160 16,-1 0 160-16,-2-1 0 0,-1 2-160 0,-3-1 160 0,-1 2-128 15,-2-2 128-15,1 4-160 0,-3-1 160 16,-1 4-192-16,-1 0 192 0,0 2 0 0,0 0-128 15,1 3 128-15,0 0 0 0,1 2 0 16,1 0 0-16,-1 1 0 0,1 0 0 0,2 2 320 0,-2-2-16 16,1 3-16-16,0-2 0 0,2 1 576 0,0 0 112 15,4-1 32-15,0 0 0 0,2-9-96 0,0 0-16 16,0 0 0-16,0 0 0 0,30 34-224 0,-30-34-48 16,0 0-16-16,42 9 0 0,-25-9-416 0,0 0-64 0,2 0-128 0,-1-3 176 15,0 1-176-15,-2 0 0 0,-1 0 0 0,-2-1-17776 16</inkml:trace>
  <inkml:trace contextRef="#ctx0" brushRef="#br0" timeOffset="47110.06">17505 6071 9215 0,'2'-2'816'0,"0"-1"-656"0,-1 1-160 0,-1 2 0 16,0 0 1600-16,0 0 304 0,1-1 48 0,1 0 16 15,0-1 960-15,0 1 192 0,-1-1 32 0,0 2 16 16,-1 2-1136-16,0-1-240 0,-1 1-32 0,0 0-16 16,0 3-976-16,-1 0-208 0,0 1-48 0,0 2 0 15,2-8-288-15,-4 21-64 0,4-21-16 0,-4 32 0 16,4-32-144-16,-4 44 0 0,4-44 0 0,-1 45 0 0,1-45 0 0,0 45 0 15,0-45 0-15,0 41 0 0,0-41-128 0,0 0 128 16,2 42 0-16,-2-42 0 0,0 0 0 0,0 0-176 16,0 0 176-16,0 0-128 0,0 0 128 0,0 0 0 15,0 0 0-15,0 0 0 0,9-1 0 0,-9-8-160 16,0 0 160-16,-1-2 0 0,0-1 0 0,0 0 0 16,1 1 0-16,-1 0 0 0,1 2 0 0,0 2 0 0,1 0 0 15,0 3 0-15,2 1 0 0,-1-2 0 0,2 2 0 0,1 2 0 16,-1 0 0-16,2 1 0 0,0 0 0 0,1 0 0 15,-1 1 0-15,2 0 0 0,-1-1 0 0,1 2 0 16,-8-2 0-16,0 0 0 16,0 0 0-16,0 0 0 0,35 17 0 0,-35-17 0 0,0 0 0 15,0 0 0-15,0 0-128 0,0 0 128 0,0 0 0 0,17 38 0 16,-19-33 0-16,-2 2-128 0,-1-1 128 16,-3 2 0-16,0-3 0 0,-2 2 0 0,-2 0-128 0,-1 0 128 15,0-2 0-15,1 2 0 0,1-2 0 0,1-1 0 0,2-3 0 0,2 1 0 16,2-2 0-16,3 0 0 15,1-2-240-15,1-1-32 0,3 1-16 0,2-2-15168 16</inkml:trace>
  <inkml:trace contextRef="#ctx0" brushRef="#br0" timeOffset="47475.68">17692 6297 18431 0,'-3'2'816'0,"2"-2"160"16,0 2-784-16,0-2-192 0,1 0 0 0,1 0 0 0,0 0 2176 0,0 0 384 15,0 0 64-15,3 0 32 16,3-2-944-16,0 2-192 0,3 0-48 0,0 0 0 0,2-2-1120 0,1 1-224 0,0 1-128 0,1-2 128 31,0 1-128-31,-2 0 0 0,0-2-128 0,-1 1 128 0,-2-1-208 0,-1 1 32 16,0-2 16-16,-2-1 0 16,-1 0-528-16,-2 1-96 0,-1-1-32 0,-2 0 0 0,0 0 512 0,-2-1 112 15,0 0 0-15,-4-1 16 0,1 0 176 0,-4 1 0 0,0-3 0 0,-1 1-128 31,-1 0-256-31,-1 2-32 0,0 2-16 0,1 1 0 16,1 4-80-16,3 1 0 0,-1 1-16 0,3 3 0 0,-1 0 384 0,1 3 144 16,1 1 0-16,-1 0-144 0,1 1 464 0,0 1 80 0,1 0 32 15,3-12 0-15,-5 23 656 0,5-23 144 0,0 0 32 16,-1 36 0-16,1-36-176 0,0 0-16 16,0 0-16-16,10 43 0 0,-10-43-480 0,0 0-80 0,0 0-32 15,37 23 0-15,-37-23-336 0,26 0-128 0,-12-3 0 0,2-2 144 16,-2-2-144-16,1-1 0 0,-1 1 0 15,0-3-16560-15</inkml:trace>
  <inkml:trace contextRef="#ctx0" brushRef="#br0" timeOffset="48254.25">17973 6112 9215 0,'5'-8'816'15,"-1"4"-656"-15,-1-1-160 0,-1 3 0 16,-1 1 1120-16,1-2 192 0,2-3 32 0,2-3 16 16,3-3 1232-16,1-4 240 0,-1 1 48 0,-2 3 16 15,-1 3-992-15,-2 1-208 0,-2 4-32 0,-1 1-16 16,0 1-1008-16,-3 4-192 0,2 1-32 0,-2 2-16 0,0 4 160 0,-1 3 16 15,0 5 16-15,0 5 0 0,1 4 32 0,-2 3 0 16,0 5 0-16,1-1 0 16,-2-1-464-16,1 0-160 0,0-1 0 0,0-5 144 0,1-5-144 15,0 0 0-15,3-21 0 0,-2 44 0 0,2-44 0 0,0 32 0 16,0-32-176-16,0 0 176 0,0 0 0 0,0 0-160 16,0 0 160-16,0 0 0 0,0 0-128 0,0 0 128 15,26-9 0-15,-21-5 0 16,0-1-480-16,-1-3 16 0,1 1 0 0,0-2 0 0,-1 3 464 0,1-1 0 0,0 2 0 0,-2 1 0 15,2 3 0-15,0 4 0 0,-1-1 0 0,1 6 0 16,-2 0 0-16,1 2 0 16,0 0 0-16,0 2 0 0,-4-2 144 0,0 0-16 0,0 0-128 0,0 0 192 15,0 0 272-15,18 40 48 16,-18-40 16-16,0 0 0 0,0 0-400 0,10 36-128 16,-10-36 0-16,0 0 0 0,0 0 0 0,0 0 0 15,11 42 0-15,-11-42 0 0,0 0 0 0,0 0 0 16,0 0 0-16,2 32 0 0,-1-29 0 0,-1 0 0 0,1-3 0 0,0 0 0 31,1 0-448-31,1-4 0 0,1 1 0 0,3-4-15360 0</inkml:trace>
  <inkml:trace contextRef="#ctx0" brushRef="#br0" timeOffset="48929.84">18313 6284 11967 0,'3'-4'1072'0,"1"-1"-864"0,0 1-208 0,-1 1 0 16,-2 3 560-16,1 0 64 0,0-2 16 0,1-1 0 16,3-2 208-16,-1 1 48 0,3-3 16 0,-2 2 0 15,0 0-720-15,-2 0-192 0,-1 1 0 0,-3 1 0 16,-1-2 0-16,-1 3 0 0,-2 0 0 0,-1 0 0 0,-2 2 0 0,0-2 0 16,-1 4 0-16,-2 0 0 0,1 0 0 0,-1 1 0 15,1 2 224-15,-1-1-64 0,1 3 32 0,1-1 16 16,1 1 0-16,0 1 0 0,0 2 272 0,1-2 48 15,-1 3 16-15,2-2 0 0,1 1 144 16,1-2 16-16,2 0 16 0,1 0 0 0,0-8-80 16,0 0 0-16,0 0-16 0,0 0 0 0,0 0-496 0,0 0-128 15,0 0 0-15,41 21 0 0,-31-24 0 0,0 0 0 16,0-2 0-16,0-1-128 0,0 0 128 0,0-2 0 16,-2 1-144-16,0 0 144 0,-2-3 0 0,-1 3-144 0,0-2 144 15,-1 2 0-15,-2 2 0 0,-1 0 0 16,-1 1 0-16,-1 3 0 0,1-1 0 0,-2 4 0 0,0-1 0 0,-2 3 0 15,1 1 0-15,1 0 0 0,-1 0 0 0,0 1 0 16,0 2 0-16,2-3 0 0,0 4 0 16,1-4 0-16,1 2 0 0,2-3 128 0,0-1-128 0,1 0 0 15,1-1 0-15,2-2 144 0,0-2-144 0,1 1 128 16,0-4 0-16,0 1 0 0,2-1 0 0,1-2 0 16,-1-2 96-16,0 1 16 0,0 0 0 0,-1-2 0 15,1 2-240-15,-2-1 0 0,-1 1 0 0,-2-3 0 16,0 2 0-16,-2-1 0 0,-1 0 0 0,-1 1 0 15,0 3 0-15,-2 0 0 0,0 3 0 0,0 0 0 0,0 3 304 0,-1 0-48 16,0 3 0-16,0 0 0 16,0 2 608-16,1 0 112 0,0 2 32 0,1-2 0 15,0-5-400-15,0 0-80 0,0 0-16 0,0 0 0 16,13 40-320-16,-13-40-64 0,0 0 0 0,0 0-128 16,0 0 0-16,25 37 0 0,-25-37 0 0,0 0 0 0,0 0 0 15,0 0 0-15,0 0 0 0,23 36 0 0,-23-36 0 0,0 0 0 16,0 0-128-16,0 0 128 0,0 0 0 0,0 0 0 15,0 0 0-15,0 0 0 0,0 0 0 0,0 0 0 16,0 0 0-16,0 0 0 0,0 0 0 0,0 0 0 16,25 0 0-16,-20-7 0 0,1-2 0 0,0-2 128 15,1-1 0-15,0-1-128 0,0-1 608 0,1-3 16 16,-1 0 0-16,1 1 0 0,-1 0-496 0,1 4-128 16,-2 1 0-16,1 2-10640 0,0 0-2160 15</inkml:trace>
  <inkml:trace contextRef="#ctx0" brushRef="#br0" timeOffset="49105.88">18726 6128 19343 0,'0'0'848'0,"1"-1"192"0,0 0-832 0,-1 1-208 0,1 0 0 0,-1 0 0 16,0 0 2480-16,1 0 448 0,1-2 80 0,2 1 32 16,0 0-560-16,0 0-112 0,2 1-32 0,-1 0 0 15,1 0-1568-15,-1 0-320 0,0 0-64 0,-1 1-16 0,0 0-368 0,0 2 0 16,-1-2 0-16,-1 2-11904 15,-2 0-2288-15</inkml:trace>
  <inkml:trace contextRef="#ctx0" brushRef="#br0" timeOffset="49267.18">18724 6240 11967 0,'0'3'528'0,"0"-2"112"0,0 2-512 0,-1-1-128 16,1-1 0-16,0 1 0 0,-1 0 2240 0,1-1 432 15,-1 3 80-15,0 3 0 0,-1-2 16 0,1 4 0 16,0-2 0-16,0 0 0 0,0 3-1760 0,1-4-368 15,1-2-64-15,0 1 0 0,1-1-576 0,0 1 0 16,2-1 0-16,-1-4 0 16,2 2-560-16,0-4-112 0,2 2-32 0,-1-4-13616 15</inkml:trace>
  <inkml:trace contextRef="#ctx0" brushRef="#br0" timeOffset="49977.33">18855 6199 12895 0,'-1'0'576'0,"0"0"112"0,1 0-560 0,-1 0-128 0,1 0 0 0,0 1 0 15,0 1 2288-15,-1 0 416 16,0-2 96-16,-1 4 16 0,0 2-288 0,0-2-48 0,0 3-16 0,0-2 0 16,1 2-1440-16,1 0-304 0,-1 1-48 0,0-2-16 15,1 2-512-15,0-8-144 0,0 0 0 0,0 0 0 16,0 0 0-16,0 0 0 0,7 40 0 0,-4-38-128 16,0 3 128-16,0-4 0 0,2 1 0 0,0-4-128 0,-1 1-64 0,2-1 0 15,-1-1 0-15,-1 1 0 16,0-3-144-16,0 0-48 0,1-1 0 0,2-2 0 15,-2-1-48-15,1 0-16 0,-2-1 0 0,0 0 0 16,-1-2 320-16,-1 0 128 0,-1 0-128 0,-1-1 128 16,-1 1-512-16,0 2-32 0,-2 2 0 0,-1 0 0 15,0 4 96 1,-2 1 32-16,0 3 0 0,-1 0 0 0,1 2 416 0,-2 2 0 0,1 1 0 0,0 0 0 0,0 2 256 0,0 0-32 0,2 1 0 16,0-2 0-16,3 0 288 0,0 0 48 0,3-3 16 0,-1-3 0 15,0 0-144-15,0 0-32 0,0 0 0 0,0 0 0 16,33 9 32-16,-24-10 0 15,-9 1 0-15,20-3 0 0,-11 0 80 0,0 0 32 0,0 1 0 0,0-2 0 16,-2 1-352-16,2-1-64 16,-2 1 0-16,0-1-128 0,1 1 192 0,-2 0-192 0,1-1 192 0,-1 2-192 15,0-1 128-15,-1 1-128 16,0-1 0-16,-1 0 0 0,-1 2 0 0,-1-1 0 16,0 1 0-16,-1 1 0 0,-1 0 0 0,0 0 0 15,0 0 0-15,-1 0 0 0,0 3 128 0,0-3-128 16,0 2 0-16,1 1 0 0,0-3 144 0,0 0-144 0,0 0 0 0,0 0 144 15,0 0-144-15,1 35 0 16,-1-35 0-16,0 0 0 0,0 0 0 0,4 34 0 16,-4-34 0-16,0 0 0 0,0 0 0 0,0 0 0 0,0 0 0 0,0 0 0 15,15 38-128-15,-12-36 128 0,0 0 0 0,2-2 0 16,0-2 0-16,-2-1 0 0,1 1 0 0,0-3 0 16,0 1-128-16,1-2 128 0,0 0 0 0,-1 0 0 15,2-2 0-15,-1 0 0 0,1-1 0 0,0 0 0 16,-2 1 0-16,1-2 0 0,-1 1 0 0,-1 2 0 15,0-2-128-15,0 4 128 0,0-2 0 0,-2 4 0 16,0 1 0-16,-1 2 0 0,-1 1 0 0,-1 2 0 16,0 0 0-16,-2 2 0 0,1 0 0 0,1 4 128 15,2-9 208-15,0 0 48 0,-8 26 0 0,8-26 0 0,0 0 96 0,-3 26 32 16,3-26 0-16,0 0 0 16,0 0-384-16,0 0-128 0,0 0 0 0,0 0 144 0,20 38-144 0,-20-38 0 15,0 0 0-15,0 0 0 0,0 0 0 0,0 0 0 16,0 0 0-16,32 14 0 15,-27-14-640-15,0-1-16 0,0-2 0 0,0 1-15920 16</inkml:trace>
  <inkml:trace contextRef="#ctx0" brushRef="#br0" timeOffset="50370.63">19278 6168 4607 0,'-1'-2'400'0,"-1"1"-400"0,2 1 0 16,-1 0 0-16,1 0 3520 0,0-1 608 0,0 1 128 0,1 0 32 15,0 0-912-15,1-2-176 16,1 1-48-16,2-1 0 0,0-1-2064 0,2 1-400 0,1 0-96 0,0-2-16 16,2 1-576-16,-1 0 0 0,1 2 0 0,0 0 0 15,0-1 0-15,-10 2 0 0,16-2 0 0,-16 2 128 0,0 0 112 16,0 0 16-16,0 0 16 0,0 0 0 16,0 0 160-16,29 29 16 0,-29-29 16 0,0 0 0 0,-4 37-96 0,4-37-32 15,-3 28 0-15,3-28 0 0,-4 31-336 0,4-31 128 16,0 0-128-16,0 38 0 15,0-38 0-15,0 0 0 0,0 0 0 0,0 0 0 16,0 0 0-16,9 38 0 0,-6-38 0 0,0-2 0 0,0-1 0 0,0-2 0 16,2 0 0-16,-2-1 0 15,0-2 432-15,0-3 16 0,1 1 0 0,-1-2 0 0,-1-2-16 0,1 0 0 16,1-1 0-16,0 1 0 0,-1 0-272 0,2-2-160 16,0 1 192-16,0 3-192 0,1 1 144 0,-1 1-144 15,1 0 0-15,-2 4 144 0,2 3-144 0,-1-2 0 0,0 5 0 0,0-1 0 16,0 1 0-16,-5 0 0 15,0 0 0-15,0 0 0 0,0 0-208 0,0 0-32 0,0 0 0 0,0 0-17776 16</inkml:trace>
  <inkml:trace contextRef="#ctx0" brushRef="#br0" timeOffset="62872.2">15656 7169 5519 0,'0'-6'496'0,"0"1"-496"16,1 2 0-16,0-2 0 0,-1 3 1184 0,1 2 144 15,0-3 16-15,1-1 16 0,0 1 736 0,2-3 144 16,-1 0 16-16,1 2 16 0,1 1-688 0,-2 1-144 15,0 2-32-15,1 2 0 0,0 1-800 0,-2 0-160 0,0 3-48 0,1 0 0 16,0 2 32-16,-1-1 0 16,1 4 0-16,-2 0 0 0,1 1-32 0,0-2 0 15,-2-10 0-15,0 0 0 0,0 0-16 0,13 42 0 16,-13-42 0-16,0 0 0 0,0 0-80 0,0 0-32 16,0 0 0-16,0 0 0 0,0 0-96 0,39 16-32 15,-32-20 0-15,-1-4 0 16,1-1-1008-16,-1 0-208 0,0-3-32 0,-2-2-16 15,1-1-2336-15,-2 1-480 0</inkml:trace>
  <inkml:trace contextRef="#ctx0" brushRef="#br0" timeOffset="63090.91">15818 7079 5519 0,'-3'-19'240'0,"3"15"64"0,0 4-304 0,0 0 0 0,0 0 0 0,0-1 0 15,0 2 1536-15,1-1 256 0,-1 4 64 0,1 0 0 16,-1 2 864-16,0 1 176 0,1 4 48 0,0-1 0 16,-1 0-672-16,1 1-128 0,0 1-32 0,-1 5 0 0,0-17-832 15,3 28-192-15,-3-28-16 0,2 29-16 0,-2-29-480 0,3 30-80 16,-3-30-32-16,2 33 0 15,-2-16-208-15,0 2-64 0,-2 0 0 0,-1-1 0 0,1-1-192 16,-3 0 128-16,-2-2-128 0,0-1 0 0,0-2 128 0,-2-1-128 16,1-3 0-16,-1 1 144 15,-1-2 0-15,0-2 0 0,2-3 0 0,-2 1 0 0,0-1 144 16,0-4 32-16,1-1 0 0,0-1 0 0,0-3-128 0,1 0 0 16,1-3-16-16,1-1 0 0,1 0-176 0,1-1 0 15,1 0 0-15,1 3 0 16,2 0-1472-16,1 1-192 0,3-3-16 0,2 1-13984 15</inkml:trace>
  <inkml:trace contextRef="#ctx0" brushRef="#br0" timeOffset="63455.49">16067 7091 11055 0,'-3'-5'480'0,"0"3"112"0,1-3-464 0,1 2-128 0,2 1 0 16,-1 2 0-16,0-2 2192 0,1-1 432 0,0-2 64 0,0 1 32 16,1-1-352-16,0-2-64 0,0 2 0 0,1 0-16 15,0 1-1424-15,-1 2-288 0,0 2-48 0,-2 2-16 16,0 2-128-16,-1 5-16 0,-2 4-16 0,-2 4 0 0,2 2 320 15,-3 4 64-15,0 6 16 0,-1 2 0 0,1 4-208 0,-1 1-32 16,2 0-16-16,2-3 0 0,2-3-240 0,1-30-32 16,6 43-16-16,-6-43 0 0,0 0-208 0,0 0 0 15,36 31 0-15,-25-29 0 0,0-4 0 0,2-2-336 16,2-4 48-16,0-4 16 16,1 0-816-16,-1 0-144 0,0-2-48 0,-3-2 0 15,0 1-1344-15,-2 1-288 0,-1-2-48 0,0 1-8240 16</inkml:trace>
  <inkml:trace contextRef="#ctx0" brushRef="#br0" timeOffset="63788.95">16252 7169 2351 0,'3'-3'0'0,"-1"0"0"0,-1 0 144 0,1 1-144 0,-1 1 0 0,0-1 0 16,0 2 0-16,2-3 0 0,1-1 944 0,0-3 80 16,3 2 32-16,-2-3 0 0,1 2 64 0,-1 1 16 15,-1 0 0-15,-2 3 0 0,0-1-288 0,-1 1-48 0,-1 0-16 0,-1 1 0 16,0 1-512-16,-1 0-96 0,-1 1-32 0,0 1 0 15,-2 0 368-15,-1 1 80 0,1-2 16 0,-1 0 0 16,0 2 480-16,1-1 80 0,1-2 32 0,1 0 0 16,0 0 224-16,1 0 48 0,0 0 16 0,0-2 0 15,1 2 48-15,0-1 16 0,0 1 0 0,0 0 0 16,0 0-144-16,0 0-48 0,1 1 0 0,-1 1 0 16,-1 1-496-16,1 1-96 0,0 0-32 0,0 4 0 15,-1-1-352-15,0 2-64 0,-1 3 0 0,-1 3-16 16,0 2-304-16,0 1 128 0,0 3-128 0,1-3 0 15,2 0 128-15,1 1-128 0,0-19 0 0,4 30 0 0,-4-30 0 0,0 0 0 16,0 0 0-16,13 41 0 16,-8-36 0-16,-1-1-256 0,1-1 64 0,0-3 0 15,-1-2-1024-15,1-1-208 0,0-2-48 0,-1 0-9264 16,0-3-1856-16</inkml:trace>
  <inkml:trace contextRef="#ctx0" brushRef="#br0" timeOffset="64159.69">16339 7169 1839 0,'3'-2'160'0,"-1"1"-160"0,0 1 0 16,-1-2 0-16,-1 2 1520 0,1 0 272 0,2-2 48 0,1 0 16 15,2-3 448-15,0 2 112 16,0-1 16-16,-2 2 0 0,0 1-960 0,-1-1-192 16,-2 2-48-16,-1 2 0 0,-1 1-448 0,-1-1-80 0,-1 0-32 0,-1 3 0 15,-1 1-80-15,-2 0-16 16,-1 1 0-16,0 0 0 0,-2 0 32 0,0 1 0 0,-1-2 0 0,0 2 0 15,0-3-304-15,0 2-64 0,-1-1-16 0,2-1 0 16,2-1-224-16,1-1 0 0,4 0 0 0,-1-3 0 0,1 2 0 16,2-2 0-16,0 0 0 0,1-2 0 15,1 2 0-15,0-3 0 0,0 3 0 0,0-2 0 16,1 2 0-16,1-1 192 0,-1 0-48 0,1-1-16 16,0 1 560-16,1 1 96 0,-1-2 32 0,-1 2 0 15,1-2-96-15,0 1-16 0,0 1 0 0,-1 0 0 16,-2 0-192-16,2 1-32 0,0 1-16 0,-1-2 0 0,2 2-80 0,0-2-32 15,0 3 0-15,2-3 0 0,0 2-48 0,-1-2-16 0,2 2 0 16,0-1 0-16,2 1-32 0,-1 0-16 0,2-1 0 0,-3 1 0 16,1 0-240-16,-1 0 0 0,0 0 128 0,-1-1-128 15,0 2-208-15,-1-1-96 0,1 0-16 0,-2 0-17152 16</inkml:trace>
  <inkml:trace contextRef="#ctx0" brushRef="#br0" timeOffset="64461.88">16487 7096 6447 0,'1'0'576'0,"-1"-2"-576"16,1 1 0-16,-1 1 0 0,0 0 1520 0,1 0 192 0,0-2 32 0,2 1 16 15,0 0 560-15,1 0 112 0,-1 1 32 16,1 0 0-16,1 1-608 0,-2 3-128 0,1-1-32 15,0 1 0-15,0 1-352 0,1 1-80 0,-5-6-16 0,0 0 0 16,0 0-608-16,0 0-128 0,25 39-32 0,-25-39 0 16,0 0-112-16,0 0-32 0,16 42 0 0,-16-42 0 15,0 0-48-15,4 38-16 0,-5-23 0 0,0-1 0 16,-2-2-64-16,0 2-16 0,-2-4 0 0,0 1 0 16,-1 0-64-16,0 0-128 0,-2-4 176 0,1 0-176 15,0 0 0-15,-2-1 0 0,0 0 0 0,0-3 0 16,-2 1-880-16,2-1-224 0</inkml:trace>
  <inkml:trace contextRef="#ctx0" brushRef="#br0" timeOffset="64970.74">16894 7110 16575 0,'-1'-2'1472'0,"1"2"-1168"15,1 0-304-15,0 0 0 0,0 0 960 0,-1 0 144 0,1 0 32 0,2-1 0 16,2 1 640-16,0 0 128 16,3 0 16-16,-1 1 16 0,-2-1-848 0,0 2-160 15,3-1-32-15,-1 0-16 0,0 2-688 0,-1-1-192 0,0 0 0 0,-1 1-13632 16</inkml:trace>
  <inkml:trace contextRef="#ctx0" brushRef="#br0" timeOffset="65134.21">16892 7179 13823 0,'-1'2'1216'0,"0"0"-960"15,2-2-256-15,-1 3 0 0,1-3 2336 0,0 2 416 0,0 0 96 0,0 3 16 16,1 1 96-16,-2-6 32 15,0 0 0-15,0 0 0 0,0 0-2048 0,19 39-416 16,-19-39-80-16,0 0 0 16,0 0-1024-16,0 0-192 0,0 0-32 0,0 0-14592 0</inkml:trace>
  <inkml:trace contextRef="#ctx0" brushRef="#br0" timeOffset="65521.37">17153 7148 17503 0,'7'-3'768'16,"-3"-2"176"-16,-1 1-752 0,-1 2-192 0,0 1 0 0,-2 1 0 15,1-1 1216-15,0 0 192 0,1-1 64 0,1 1 0 16,-2-1-784-16,0 1-160 0,-1 1-16 0,-1 1-16 16,0-1-496-16,-1 2 0 0,-2 1 0 0,-2 2 0 0,0-3 0 0,-2 5 0 15,-3-2 0-15,1 0 0 0,-2 2 0 0,-1 0 0 16,1-1 160-16,1 0-32 0,3 1 144 0,0-2 48 0,4 0 0 0,1-1 0 15,3-1 352-15,2-1 80 16,0 0 16-16,4-2 0 0,0-2-192 0,3 2-48 0,1-3 0 0,0 1 0 16,2 0 176-16,-1 2 16 0,1-2 16 0,-1 2 0 15,-1 0 16-15,-2 2 0 0,1 0 0 0,-3 0 0 0,0 3-224 0,-2 0-32 32,0 0-16-32,-1 0 0 0,0-1-160 0,-3 3-48 15,0 0 0-15,-1-2 0 0,-2 2-64 0,0-2-16 16,-1 1 0-16,0-2 0 0,-2 0 16 0,-1 1 0 0,0-3 0 0,-1-1 0 15,-1 1-16-15,-1-2 0 0,-1 0 0 16,-2 0 0-16,1 0-192 0,0-3 0 0,2 1 0 16,3 0 0-1,4-1-1408-15,2-4-288 0</inkml:trace>
  <inkml:trace contextRef="#ctx0" brushRef="#br0" timeOffset="66218.53">17759 7157 7359 0,'-3'0'320'0,"1"1"80"0,1 1-400 0,1-2 0 16,0 0 0-16,-1 0 0 0,1 2 1584 0,0-1 224 15,-1 2 48-15,0 0 16 0,1 2 496 0,0-3 112 0,1 3 16 0,0-3 0 16,0 1-272-16,0-1-48 0,2-2-16 0,-1 1 0 16,2-2-864-16,-1 1-160 0,0-2-48 0,0 0 0 15,1 1-832-15,-1-3-256 0,-1 1 0 0,0-1 128 16,0-1-560-16,-2 1-96 0,0-1-32 0,-1-1 0 16,-1 2-432-16,-1-4-96 0,-1 2 0 0,-2 0-16 15,1 0 272-15,-3 1 48 16,0 2 16-16,0 1 0 0,-1 2 544 0,1 0 224 0,0 2-176 0,-1 1 176 15,1 4 384-15,-2 0 192 0,0 2 16 0,0 3 16 16,0 2 128-16,0 1 32 0,0 4 0 0,1-3 0 16,2 1-80-16,-1 0-16 0,3-1 0 0,-1-1 0 15,3 1-256-15,2-4-48 0,1-2-16 0,1-1 0 0,-1-9-224 0,0 0-128 16,0 0 128-16,0 0-128 0,0 0 0 0,38 14 144 16,-28-19-144-16,1-2 0 0,2 0 0 0,0-4 0 15,1 1 0-15,1-4-144 16,-1-1-432-16,-2 1-64 0,1-3-32 0,-3 3 0 15,0 0-16-15,-3 0 0 0,0 3 0 0,-3 1 0 0,-2 3 560 0,0 2 128 16,-3 4 0-16,0 1 0 0,0 1 272 0,-2 4 96 16,-2 1 16-16,0 2 0 0,0 1 544 0,0 3 112 0,2 0 32 0,0 2 0 15,1 0-448-15,2-14-96 0,0 0-16 0,7 39 0 16,-7-39-288-16,0 0-64 0,0 0-16 0,32 34 0 16,-32-34-144-16,0 0-144 0,0 0 144 0,41 6-208 31,-31-11-752-31,0 0-128 0,0-5-48 0,0 1-9120 15,1-3-1840-15</inkml:trace>
  <inkml:trace contextRef="#ctx0" brushRef="#br0" timeOffset="67371.17">17996 6892 16575 0,'0'0'736'0,"0"0"160"0,0 0-720 0,0 0-176 0,-1 2 0 0,1-1 0 15,-1 0 2224-15,0 4 400 0,0 2 96 0,-1 5 16 16,0 4-272-16,-1 1-48 0,1 0-16 0,1 2 0 15,0 0-1440-15,0-2-272 0,1-17-64 0,-1 36-16 16,0-18-432-16,1-18-176 0,-1 41 128 0,0-21-128 0,-1 0 0 16,1-2 0-16,-1-1 0 0,1-3 0 15,0-2 0-15,0 0-272 0,-1-3 32 0,1-1 16 16,0-4-80-16,-1 1-16 0,1-4 0 0,0 1 0 0,0-2 320 0,1-3-192 16,0 0 192-16,0 0-160 15,1 0-80-15,-1-4-16 0,1 0 0 0,1-1 0 0,0-1 32 0,1-1 0 0,0 1 0 16,1-3 0-16,-1 2 224 0,2 1 0 15,-1 0 0-15,2 1-144 0,-2 2 144 0,1 0 0 16,0 2 0-16,0 1 0 0,1 1 0 16,0-1 176-16,2 1-176 0,-1 0 192 0,1 2 32 0,-1-2 16 15,0 2 0-15,0 2 0 0,0-2 16 0,-1 2 0 0,-2 0 0 16,0 2 0-16,-1 0-96 0,-2 0-16 0,0 4 0 0,-3-3 0 16,0 4-16-16,-3-2 0 15,1 2 0-15,-3-1 0 0,0 1 0 0,-1 0-128 16,-2 1 192-16,0-2-64 0,0 1-128 0,0-1 0 0,-1 0 0 15,0-1-176 1,1-1-288-16,2 0-64 0,-1-3-16 0,3-1 0 16,1-2-112-16,2 0-32 0,1-3 0 0,1 1 0 15,3 0 0-15,0-2 0 0,2 1 0 0,1 0 0 16,-1-1-96-16,4-1-32 0,2 0 0 0,1 0 0 16,1-2-64-16,1 0-16 0,1 0 0 0,-1-3 0 0,0 4 496 0,0-2 80 0,0 2 32 0,-1-2 0 15,0 3 288-15,-1-2 144 0,0 3-16 0,1-1 0 16,-4 0 720-16,1 3 144 0,1-1 32 0,-3-2 0 15,1 3 288-15,-2 0 64 0,-1-1 16 0,-1 1 0 16,0-1-240-16,-2 1-32 0,0 1-16 0,-2 0 0 16,1-1-480-16,-1 2-112 0,0 0 0 0,-1 0-16 15,1 0-272-15,-2 2-48 0,0 0-16 0,-1 0 0 16,0 2-160-16,0 1 128 0,0 3-128 0,-1-3 128 16,0 2-128-16,3 0 0 0,-1 3 0 0,1-1 128 15,1-2-128-15,0 1 0 0,1-2 0 0,0 0 0 0,0 0 0 16,2-1 0-16,1 0-176 0,0-3 176 0,0 1-272 15,1-1 16-15,0-2 16 0,0 0 0 0,1-3 32 0,-1 1 0 16,2-2 0-16,-2 1 0 0,2-2 208 0,-2-2 0 16,1 0 0-16,-1 0-144 0,0 1-112 0,0-2 0 15,-1 1-16-15,0-3 0 0,-1 1 96 0,0 0 32 16,-1-4 0-16,-1 2 0 0,0-1-16 0,-1 1 0 16,-2 0 0-16,0 4 0 0,-2 0-176 0,-2 2-48 0,0 3 0 0,-2 2 0 15,-1 2 0-15,1 2 0 16,-1 2 0-16,0 1 0 0,2 0 384 0,-1 0 0 0,2 3 0 15,0-3 0-15,2 1 0 0,1-2 256 0,1 0-32 16,2-2-16-16,1 1-32 0,1-1-16 16,2-2 0-16,1-1 0 0,2-1 16 0,-1 0 0 15,2-1 0-15,2-1 0 0,0-2-176 0,0-2 0 16,1 0 0-16,1-2 128 0,-1 1-128 0,2-1-224 0,-2-1 48 0,0 1 16 16,-1 0 160-16,0 1-160 0,-2 0 160 0,-2 2-160 15,0-1 160-15,0 0 128 0,-1 1-128 0,-1-1 176 0,1 1 416 16,-1 1 96-16,-1 1 16 0,0 0 0 15,-1 1-16-15,0 2 0 0,-1 0 0 0,-1 2 0 0,0 1-400 16,0 1-80-16,0 3-16 0,-1-2 0 16,1 2-192-16,0-1 176 0,0 0-176 0,1 0 160 15,-1 0-160-15,1 1 0 0,0-3 0 0,1 2 0 16,-1 0 0-16,0-1 0 0,2 0 0 0,-1 2 0 16,1-2 0-16,-1 0-192 0,0 2 64 0,1-3 128 0,0 4-224 0,-1-4 80 15,0 1 16-15,-1 1 0 0,0-2 128 0,-1 3 0 16,0-3 0-16,0 1 0 0,0 1 0 0,0-3 0 15,0 1 0-15,0 0 0 0,1-2 0 0,0 0 0 16,1-2 0-16,1 0 128 0,1 0-128 0,-1 0 0 16,1-2 0-16,2 0 0 0,-1 0 0 0,1-4 0 15,0 2 0-15,1-1 0 0,0 0 0 0,2-2 0 16,-2 0 0-16,1-2 0 0,0 2 0 0,-1-1 0 0,2-1 0 0,0-3 0 16,-1 3 0-16,-1-3 0 15,-1 0 0-15,-1 0 0 0,-1 3 0 0,-1 2 0 0,-1 2 0 0,-1-1-128 16,1 2 128-16,-1 2 0 15,0-1-144-15,-1 3 144 16,1 0-672-16,0 3-64 0,-1-1-16 0,1 3-10064 0,0 0-2032 0</inkml:trace>
  <inkml:trace contextRef="#ctx0" brushRef="#br0" timeOffset="67734.85">18604 7150 10127 0,'0'0'448'0,"0"0"96"0,0 0-544 0,1 0 0 0,-1 0 0 0,1 0 0 15,0 2 1664-15,1-2 240 0,2 0 32 0,2 0 16 16,0 0-752-16,2 1-160 0,-1 1-16 0,1-2-16 16,1 0-320-16,-1 0-64 0,0 0-16 0,1-2 0 15,0 1-208-15,0-1-32 0,0 0-16 0,-1-3 0 16,-1 0-160-16,0 1-48 0,-1-1 0 0,0 0 0 16,-1 0 144-16,-2-2 32 0,1 2 0 0,-2-2 0 0,-1 1 240 0,-2 0 48 15,0 2 16-15,-1-1 0 0,-2 0-16 16,1 3 0-16,-2-2 0 0,0 3 0 0,-2 1-16 0,1 0 0 15,-1 1 0-15,1 3 0 16,0 0-336-16,0 1-64 0,-1 0 0 0,1 3-16 0,0 0-176 0,-1 1 0 16,2 0 0-16,-1 0 0 0,2 0 256 0,-1 1-48 15,1 0 0-15,1-1 0 0,1 0 192 0,1-1 48 16,1 0 0-16,2-2 0 0,0 0 208 0,1-1 48 16,2 0 16-16,0-2 0 0,1 1-336 0,1-3-80 15,1 1-16-15,0-2 0 0,2 0-160 0,-1-2-128 16,1-1 144-16,0 0-144 0,-1-1 0 0,1-1-208 15,-1 0 16-15,-1 1-17152 0</inkml:trace>
  <inkml:trace contextRef="#ctx0" brushRef="#br0" timeOffset="76781.67">19154 6941 10127 0,'2'-4'896'0,"0"3"-704"16,-1-1-192-16,-1 2 0 0,0 2 736 0,0-2 112 15,2-2 32-15,0 1 0 0,2 0 1488 0,-1 1 320 0,0 0 48 0,0 0 16 16,-1 2-1008-16,-1 3-192 0,-1 0-32 0,-2 0-16 16,0 4-640-16,-2-1-128 0,1 3-32 0,-3-1 0 15,1 3 16-15,-2-1 0 0,0 1 0 0,-1 3 0 16,-1-1-304-16,1 2-64 0,0-1-16 0,2 0 0 16,1-1-128-16,1-1-16 0,3 0-16 0,1-14 0 15,0 0-176-15,0 0 0 0,8 35 144 0,-8-35-144 16,0 0 0-16,0 0 128 0,33 1-128 0,-21-4 0 15,1-4 208-15,1-1-16 0,1-1-16 0,0 0 0 16,1-3-176-16,-2 0 0 0,-2 0 0 0,-2 2-176 16,-1 1-1184-1,-2 0-240-15,-3 1-64 0,-1 2 0 0,-1 0-1296 0,-4 0-272 0,0 1-48 0,-1 0-6896 16</inkml:trace>
  <inkml:trace contextRef="#ctx0" brushRef="#br0" timeOffset="76953.14">19128 7041 4607 0,'-4'0'400'0,"2"0"-400"16,2 2 0-16,0-2 0 0,-2 0 1952 0,-5 0 304 15,-3 1 64-15,-1 1 16 0,1-1 928 0,0 0 176 16,5-1 32-16,2 0 16 0,4-1-848 0,3 0-160 0,3-2-48 0,3-1 0 16,1 1-1280-16,2-1-272 0,1-2-48 0,2 2-16 15,1-1-448-15,0 0-96 0,1 1-16 0,0 0 0 16,-1 0-112-16,0 0-16 16,1-1-128-16,0 0 192 15,1-2-1152-15,-1 0-256 0,0 0-32 0,-1-2-14640 0</inkml:trace>
  <inkml:trace contextRef="#ctx0" brushRef="#br0" timeOffset="77343.96">19526 6770 21183 0,'-2'4'944'0,"-1"0"192"16,1 0-912-16,0-1-224 0,1-1 0 0,-1 1 0 0,-1 1 2016 0,-1 2 352 16,-2 5 80-16,-3 3 16 15,-1 4-1168-15,0 2-224 0,1-1-48 0,1 1-16 16,1 0-832-16,1 2-176 0,2-4 0 0,-1 2 0 0,1-4 0 0,1 3 0 15,-1 0 0-15,-2 1 0 0,1 0 0 0,-2-2 0 16,2 0 0-16,-3-1 0 0,3-1 0 0,-1-4 0 16,3-2 0-16,2-2 0 0,0-2 128 0,2-1 64 15,0-3 0-15,2-2 16 0,0 0 112 0,1-4 0 16,-1 1 16-16,3-4 0 16,-1 0-48-16,2 0-16 0,0-5 0 0,1 2 0 0,-3 1-272 0,3-1 0 15,1-2 0-15,1-2 0 16,0 2 0-16,0 1 0 0,-2 3 0 0,-1 1 0 0,-1 2 0 15,0 1 0-15,-2 2 0 0,-1 1 0 0,0 1 208 16,-1 1-16-16,0 2 0 0,-2 1 0 0,0 3 288 0,1-3 48 16,-1 4 16-16,0-2 0 0,0 4-208 15,0-3-32-15,0-7-16 0,0 0 0 0,0 0-288 0,8 33 0 16,-8-33 0-16,0 0 0 0,0 0 0 0,0 0 0 16,0 0 0-16,0 0-192 15,35 24-1024-15,-29-26-208 0,0 0-48 0,1-3-14784 16</inkml:trace>
  <inkml:trace contextRef="#ctx0" brushRef="#br0" timeOffset="77647.19">19631 7072 15663 0,'-1'0'1392'0,"1"1"-1120"16,0 0-272-16,0-1 0 0,0 2 1280 0,0-2 192 0,0 3 32 0,-1 0 16 16,2 1 992-16,0 3 208 0,-1-7 32 0,0 0 16 15,0 0-1936-15,0 0-400 0,0 0-80 0,37 24-16 16,-37-24-336-16,0 0-192 0,30-3 32 0,-19-1 0 31,1 1-400-31,-1-4-80 0,0 0 0 0,-2 0-16 16,0 0-400-16,-1-2-80 0,-2 1-16 0,-1-1 0 15,-2 0 272-15,-1 1 48 0,-3 1 16 0,-1 0 0 0,-2 2 640 0,-2 0 176 0,-1 2 0 0,-2 2 0 16,-1-1 432-16,-1 4 144 0,-1 3 48 0,1 4 0 16,-1-2 592-16,0 0 112 0,1 3 16 0,1-1 16 15,0 1 160-15,2 1 16 0,0 1 16 16,0 0 0-16,3 0-336 0,0 0-80 15,3 0-16-15,2-12 0 0,0 0-480 0,7 33-80 0,-7-33-32 16,0 0 0-16,0 0-288 0,41 21-64 0,-41-21-16 0,32 2 0 16,-32-2-160-16,37-3 0 0,-18-2 0 0,-1-1-18464 15</inkml:trace>
  <inkml:trace contextRef="#ctx0" brushRef="#br0" timeOffset="78173.78">20059 7015 17503 0,'2'-3'768'0,"-1"1"176"0,1 0-752 0,-1 0-192 0,0 1 0 0,-1 0 0 0,1 0 1024 0,1-1 160 16,1 1 32-16,0-3 16 0,0 2-784 0,-2-1-144 16,1-1-48-16,-2 3 0 15,-1-1-32-15,0 2-16 0,-2 0 0 0,-3 0 0 0,0 0 368 0,-2 0 64 16,-1 2 0-16,-1 1 16 15,-2 2 48-15,0-2 16 0,-1 3 0 0,0-1 0 16,0-1 112-16,2 2 32 0,0-1 0 0,1-1 0 0,3 1 192 0,0-1 32 16,4 1 16-16,0-2 0 0,2 0-608 0,2 0-128 15,1 0-32-15,0 0 0 0,2-1-176 0,2 0-32 16,-1-1-128-16,2 0 192 0,-1 1-32 0,-6-2-16 0,0 0 0 0,0 0 0 16,0 0-144-16,35 17 192 0,-35-17-192 0,0 0 192 15,0 0-192-15,0 0 0 0,0 0 0 0,32 29 0 16,-32-29 0-16,0 0 0 0,0 0 0 15,0 0 0-15,0 0 0 0,4 31 0 0,-7-24 0 0,-2-5 0 16,0 0 0-16,-2 1 0 0,-1-1 0 0,-1 1 0 0,-1-1 128 16,1-2-128-16,0 1 0 0,1-2 128 0,1-1-128 15,1-1 0-15,2-2 0 0,2 3 0 16,1-3-672-16,4-2-160 0,1 0-48 0,5 0-15296 16</inkml:trace>
  <inkml:trace contextRef="#ctx0" brushRef="#br0" timeOffset="78508.88">20165 7046 14735 0,'-1'0'640'0,"1"0"160"0,0 0-640 0,-1 0-160 0,1 1 0 0,0 0 0 15,0-1 2848-15,1 2 544 0,0 1 96 0,2-1 32 16,-3-2-848-16,0 0-176 0,0 0-16 0,0 0-16 0,0 0-1696 0,42 14-320 0,-30-16-80 0,0-1-16 16,0-1-352-16,-1-1-160 15,1 0 16-15,-2-2 0 16,0 0-496-16,-2 0-112 0,0 0-16 0,-3-3 0 15,-1 3-416-15,-2 0-96 0,-2 0 0 0,-2-2-16 16,-2 1 176-16,0 2 32 0,-3 0 16 0,-1 2 0 16,-1 2 240-16,-3-1 32 0,0 3 16 0,-1 3 0 0,0 1 784 0,1 2 384 0,1 0-48 0,1 1 0 15,0 0 640-15,2 3 128 0,-2 0 32 0,3 2 0 0,0 0 272 16,3 1 48-16,1-1 16 0,1-3 0 0,2-9-96 16,0 0-16-1,0 0 0-15,0 0 0 0,0 0-720 0,29 36-128 16,-29-36-48-16,0 0 0 0,32 2-320 0,-20-4-144 0,-1 0 128 15,0-2-128-15,1-1-144 0,-1 2-112 0,0-4-32 0,-1 1 0 16,-1 0-1824-16,0-1-352 0,-2 0-80 0,0 2-12352 16</inkml:trace>
  <inkml:trace contextRef="#ctx0" brushRef="#br0" timeOffset="78791.02">20441 6858 14735 0,'0'0'1312'0,"0"0"-1056"0,1 1-256 0,-2 1 0 16,1 0 1088-16,-1-2 144 0,0 3 48 0,0 0 0 16,-1 3 1200-16,1 0 240 0,-1 0 48 0,0 2 16 15,0-1-1664-15,0 1-336 0,2-8-64 0,0 0-16 16,-6 27-352-16,3-18-80 0,3-9-16 0,-7 24 0 16,2-10 0-16,-1-1 0 0,2 2 0 0,-2-1 0 15,1 3 128-15,1 0 32 0,-1-3 0 0,5-14 0 0,-4 28-176 0,4-28-48 16,0 0 0-16,0 35 0 15,0-35-192-15,0 0 0 0,0 0 0 0,0 0 0 0,0 0 0 16,24 34 0-16,-24-34 0 0,0 0 0 0,0 0 0 0,24-4-160 16,-17 1 160-16,1 1-128 0,-1-3-96 0,0 1-16 15,-1 1 0-15,0-2 0 16,0-2-960-16,-1 1-192 0,-2 0-32 0,1-1-12576 0</inkml:trace>
  <inkml:trace contextRef="#ctx0" brushRef="#br0" timeOffset="78999.46">20347 6930 21183 0,'-4'-2'944'0,"2"2"192"0,1 2-912 0,0-2-224 0,1 0 0 0,1 0 0 16,0 0 2656-16,1 0 480 0,2 2 112 0,1-2 16 16,-5 0-1184-16,0 0-224 0,29 2-64 0,-29-2 0 15,27-2-1120-15,-27 2-224 0,29-5-64 0,-14 1 0 16,1 1-240-16,-1-1-144 0,-1-1 160 0,-2 1-160 0,-1 1 0 0,-2 0 0 15,0 0 0-15,0 0-18224 16</inkml:trace>
  <inkml:trace contextRef="#ctx0" brushRef="#br0" timeOffset="79369.42">20576 6998 10127 0,'1'0'448'0,"-1"0"96"0,0 0-544 0,1 2 0 16,0-2 0-16,0 0 0 0,0 1 2464 0,1 1 384 0,2 0 80 0,-4-2 16 16,0 0 64-16,0 0 0 15,0 0 16-15,39 18 0 0,-39-18-1488 0,0 0-320 0,31 4-48 0,-22-4-16 0,0-1-528 0,-2 0-112 16,2 0-32-16,-1-1 0 0,-1 2-192 0,0-4-32 15,-1 1-16-15,-2 0 0 16,1 1-480-16</inkml:trace>
  <inkml:trace contextRef="#ctx0" brushRef="#br0" timeOffset="79982.27">20923 6987 20271 0,'0'-1'1792'0,"0"-1"-1424"0,1 2-368 0,-1 0 0 0,-1 0 256 0,1 0-32 16,0 2 0-16,0-2 0 0,0 1 1584 0,0 1 320 15,0 0 64-15,0 1 16 0,0 0-1184 0,0 0-224 16,0 3-48-16,-1 0-16 0,2 2-160 0,-2 1-16 0,1-9-16 0,0 26 0 16,-1-12-192-16,-1 3-32 15,-1 2-16-15,1 0 0 0,-1 2-176 0,1-4-128 0,-2 2 192 0,2-2-192 31,2-17-224-31,0 26-160 0,0-26-16 0,0 0-16 16,0 0-1712-16,0 0-352 0</inkml:trace>
  <inkml:trace contextRef="#ctx0" brushRef="#br0" timeOffset="80303.2">20896 6965 18431 0,'-3'5'1632'0,"1"-4"-1312"0,1 0-320 0,0 1 0 0,1-1 512 0,0-1 16 15,1 2 16-15,1-2 0 16,1 2 1296-16,1-1 256 0,2 1 48 0,-6-2 16 0,0 0-1456 0,26-2-272 16,-16 1-64-16,1-3-16 15,2 1-144-15,-1 1-16 0,0-2-16 0,0 1 0 0,-1 0-176 16,0 3 0-16,-2-1 0 0,-9 1 0 0,0 0 0 0,0 0 0 16,0 0 0-16,0 0 0 15,0 0-192-15,18 39 16 0,-22-27 16 0,-3 0 0 0,-1 0 160 0,-3 1 0 16,-1-2 0-16,-2 1 0 0,1-1 160 15,1-3 16-15,0 1 0 0,3-4 0 0,2 0-176 16,0-1 0-16,-1-1 144 0,2-1-144 0,0 0 0 16,2-2 0-16,3 0 0 0,-1-4 0 0,2 1-256 0,2 1-112 0,-1-3-16 15,3 0-16 1,2 1-832-16,1-3-176 0,1 2-16 16,2 0-9936-16</inkml:trace>
  <inkml:trace contextRef="#ctx0" brushRef="#br0" timeOffset="80853.67">21147 6977 10127 0,'0'2'448'0,"-1"-2"96"0,0 0-544 0,1 0 0 15,0 3 0-15,0-3 0 0,-1 2 784 0,1-2 48 0,-1 2 16 0,0 1 0 0,0 0 368 0,0 1 64 16,0 0 0-16,1-1 16 0,0 2 304 0,0-1 48 16,0-1 16-16,-1 2 0 15,1-1-192-15,-1 2-16 0,0 0-16 0,0 1 0 16,1 0-480-16,-1 3-112 0,1-3-16 0,0-7 0 0,0 0-448 0,0 0-80 15,0 0-32-15,13 35 0 0,-13-35-272 0,0 0 0 16,0 0 0-16,37 13 0 16,-37-13-160-16,27-3-96 0,-12 1 0 0,-1-5-16 15,0 0-80-15,0-3-16 0,-1 0 0 0,-2 1 0 32,-2-2-80-32,-3 1 0 0,-1-2-16 0,-3 0 0 0,-2 0 336 0,-4 2 128 0,-1-1 0 0,-2 1-144 15,-3 1 144-15,-1-1 0 0,-2 3 128 0,-2 2-128 16,0 2 384-16,0 3 0 0,-1 1 0 0,2 4 0 15,0 0 144-15,1 1 48 0,2 2 0 0,2-1 0 16,3 0-64-16,0 0 0 0,3 0 0 0,2-2 0 16,1 2-160-16,2-2-32 0,-2-5-16 0,0 0 0 0,0 0 16 0,0 0 16 15,36 12 0-15,-36-12 0 0,26 0 0 0,-10-2 0 16,0 1 0-16,0-1 0 0,1-2-208 0,0 1-128 16,1-2 128-16,-3 3-128 0,-2-2 0 0,0 0 0 15,2 0 0-15,0-3-128 0,-3 2-16 0,0 0 0 16,0-2 0-16,-2 3 0 0,1-2 144 0,-2 2 0 15,-1-1 0-15,0 1-128 0,-2 3 128 0,-1-1 0 16,-1 2 0-16,-3 0 0 0,1 2 0 0,-2-1 144 16,-1 3-16-16,0 1-128 0,-1 2 336 0,0-1-32 15,-1 2-16-15,0 0 0 0,0 3-160 0,2-1-128 0,1-10 144 16,-2 24-144-16,1-15 0 0,1-9 0 0,0 0 0 0,0 0 0 16,3 33 0-16,-2-28-160 0,-1-5 160 0,0 0-192 31,0 0-208-31,0 0-48 0,0 0-16 0,0 0 0 15,0 0-96-15,0 0-16 0,0 0 0 0,0 0-9984 0,0 0-2016 0</inkml:trace>
  <inkml:trace contextRef="#ctx0" brushRef="#br0" timeOffset="81020.08">21421 6809 13823 0,'-1'2'1216'0,"1"0"-960"16,0 2-256-16,0-1 0 15,0-2 2080-15,0 1 368 0,0 0 80 0,1 3 16 16,-1-5 320-16,0 0 64 0,0 0 16 0,14 36 0 0,-14-36-1984 0,0 0-400 16,0 0-80-16,24 35-15872 0</inkml:trace>
  <inkml:trace contextRef="#ctx0" brushRef="#br0" timeOffset="81449.11">21611 6892 18431 0,'-3'2'816'0,"0"0"160"0,1 1-784 0,1 0-192 15,0 1 0-15,0-2 0 0,0 3 1808 0,1-5 320 16,0 0 64-16,-6 31 16 0,6-31-1136 0,-6 35-240 16,6-35-32-16,-5 34-16 0,5-34-624 0,-4 30-160 15,4-30 0-15,-4 25 0 0,4-25 0 0,0 0-272 0,-3 26 64 16,2-21 16-16,1-2-960 0,0 0-176 0,0-3-32 0,0 0-16 31,0-3 256-31,1 0 48 0,0-2 16 0,0-1 0 0,0 0-288 0,0-2-48 0,1 1-16 0,-1-2 0 16,1-1 160-16,0-2 32 0,0 1 0 0,0-2 0 0,-2 1 1216 0,0-2 128 15,0 0 96-15,1 1 16 16,-1 0 1296-16,1 1 256 0,0 1 48 0,1 3 16 0,0 1 512 0,0 3 96 0,1 2 32 16,0 1 0-1,1-1-432-15,1 2-80 0,0 2 0 0,1-2-16 0,-6 0-832 0,0 0-176 16,0 0-16-16,0 0-16 0,36 14-448 0,-36-14-96 15,0 0 0-15,0 0-16 0,0 0-224 16,35 24-144-16,-35-24 192 0,0 0-192 0,0 0 160 0,0 0-160 16,13 45 128-16,-13-45-128 15,0 0 0-15,-5 31 128 0,0-19-128 0,0 2 0 0,0-2 0 16,-1-1 128-16,2-1-128 0,0-3 0 0,1 0 0 16,2-2-224-16,1-2 32 0,1-1 0 15,2-2-1120-15,2-2-224 0,0-1-32 16,3-4-14048-16</inkml:trace>
  <inkml:trace contextRef="#ctx0" brushRef="#br0" timeOffset="81714.09">21863 6785 12895 0,'-1'-2'1152'0,"1"2"-928"16,0 0-224-16,-1 2 0 0,0-2 1984 0,0 2 336 16,-1 1 80-16,0-1 16 0,-1 5 992 0,-1 0 208 15,-1 4 32-15,2 0 16 0,-2 3-1888 0,5-14-384 16,-7 27-80-16,7-27-16 0,-7 29-832 0,7-29-160 0,-5 32-48 0,5-32 0 15,-5 30-128-15,5-30-128 0,-1 29 144 0,1-29-144 16,0 0 0-16,3 35 128 0,-3-35-128 0,0 0 0 16,0 0 0-16,0 0 0 0,0 0 0 0,31 34 0 15,-31-34 0-15,0 0 0 0,23-2 128 0,-15-1-128 16,1-2 0-16,0 0 0 0,-1 0 0 0,1-1 0 16,-1-3 0-16,1-1-256 0,-2 1 48 0,0 1 16 15,-2-4-704-15,-1 2-144 0,-1-2-32 0,-3 1 0 16,-2 1-1232-1,-2 1-256-15,0-3-64 0,-3 5-10880 0</inkml:trace>
  <inkml:trace contextRef="#ctx0" brushRef="#br0" timeOffset="81894.42">21737 6901 14735 0,'-3'-2'640'0,"1"1"160"0,0 1-640 0,2 0-160 16,0 0 0-16,1 0 0 0,1 0 2624 0,1-2 512 15,0 2 80-15,4 0 32 0,1 0-416 0,2-1-80 16,1 0 0-16,1-1-16 0,2-1-1504 0,1 1-288 15,0-1-64-15,1-1-16 0,2-1-560 0,-3 2-112 16,3-1-32-16,-3-1 0 16,-1 1-1088-16,-1 1-224 0,-2-1-32 0,-2 1-15392 0</inkml:trace>
  <inkml:trace contextRef="#ctx0" brushRef="#br0" timeOffset="92788.63">22397 6979 10127 0,'4'-4'896'0,"-1"1"-704"16,0 1-192-16,-2 0 0 0,0 2 1696 0,1-3 304 15,2 0 64-15,1-3 16 0,3-2-240 0,0 1-48 16,1 0-16-16,-1 1 0 0,-2 0-496 0,-1 2-80 16,-1 2-32-16,0 1 0 0,-1 1-528 0,-1 0-128 0,-1 0 0 0,0 1-16 15,-1 1-128-15,0 0-32 16,0 1 0-16,-2 1 0 0,1-1 48 0,-1 0 16 0,0 0 0 0,0 2 0 15,-1 0 0-15,-1 0 0 16,-1 2 0-16,0 0 0 0,-3 2-128 0,1-1-16 0,-2 1-16 0,-2 0 0 16,1-1-240-16,0 1 144 0,0-2-144 0,0 1 128 15,-3-2-128-15,0 0 0 0,0-2 0 0,0 1 0 0,1-2 0 16,0-1 0-16,2 0 0 0,1-4 0 16,0 2 0-16,-1-3 0 0,2-1 0 0,1 0 0 15,0 0 0-15,1-1 0 0,-1-1 0 0,1 0 0 0,1 2 0 16,-1-3 0-16,2 2 0 0,-1 1 0 0,1 1 0 15,0-2 0-15,-1 1 0 0,2 1 0 0,-1 1 0 0,1-1 0 16,1 1 0-16,0 2 0 0,1 0 0 0,1 0 0 16,1-2-144-16,1 0 144 0,2 1 0 0,1-1 0 15,1-1 0-15,2-1 0 16,3-1 0-16,1 0 0 0,2-1-128 0,2-2 128 0,2-1 0 0,-1-1-192 16,3 1 192-16,-2-3-160 15,-1 2-416-15,-2-2-96 0,-1 0-16 0,-2 1 0 0,-2 1 48 16,-2-3 16-16,-2 0 0 0,-2 1 0 15,-1-1 128-15,-2 0 32 0,-3-1 0 0,-1 0 0 0,-1 0 208 0,0 2 32 16,-1 0 16-16,0 0 0 0,-1 1 32 0,-1 1 16 16,1 0 0-16,-2 3 0 0,2 0 16 0,-2 2 0 0,1 0 0 15,1 3 0-15,0 2 144 0,-1 0 176 16,3 2-48-16,0 1 0 0,0 0 144 0,2 3 32 0,0 2 0 16,1-2 0-16,1 4 240 0,0-10 48 0,0 0 16 0,10 36 0 15,-10-36 64-15,0 0 16 0,19 42 0 0,-19-42 0 16,0 0-16-16,21 52 0 15,-21-52 0-15,16 38 0 0,-16-38-32 0,14 41-16 16,-14-41 0-16,14 42 0 0,-14-42-304 0,0 0-48 16,23 48-16-16,-23-48 0 0,0 0-256 0,0 0 0 0,28 36 128 0,-28-36-128 0,0 0 0 0,0 0 0 15,0 0 0-15,0 0-16976 16</inkml:trace>
  <inkml:trace contextRef="#ctx0" brushRef="#br0" timeOffset="93904.22">22931 6991 7135 0,'2'-7'640'0,"-1"2"-512"16,0 0-128-16,0 2 0 0,0 2 0 0,-1-1 0 16,0 2 0-16,0-3 0 0,1 0 0 0,-1-1 0 15,0-1 0-15,-1 0 0 0,-1 3 0 0,-1 0 0 0,0-1 0 16,0 3-128-16,-2 0 128 0,0 0 0 0,0 0 432 0,0 0 144 16,1 0 16-16,1 1 16 0,0 1 0 0,1-4 0 15,0 2 0-15,1-1 0 0,1 1 32 0,2-4 0 16,2 1 0-16,1 1 0 0,0-3 656 0,1 0 128 0,0 1 32 0,1-3 0 15,0 3 144-15,0-2 48 16,-1 3 0-16,0-1 0 0,-3 2 112 0,0-1 32 0,-1 3 0 0,-2 0 0 16,-1 3-832-16,-2 0-192 0,0 1-16 0,-1 3-16 15,-2 2-400-15,0 1-80 16,-2 1 0-16,1 1-16 0,0 0-240 0,-2 2 0 16,0 3 0-16,0 0 0 0,-1-1-128 0,3-2 128 15,0 1-192-15,2-4 192 0,0-1-160 0,3-3 160 16,1-2-160-16,1-2 160 0,0 1-192 15,0-4 192-15,2 0-208 0,-1-3 80 0,2 1 128 0,0-2 0 16,1-3-144-16,0 0 144 0,2-1 0 0,-1-3 0 0,1 3 0 0,-1-3 0 16,2-1-160-16,-1-2 160 0,2-1-192 0,-1 1 192 15,2-3-368-15,-2 2 48 0,0 0 0 0,-1 0 0 16,0 4 96-16,-1 2 32 0,-1 1 0 0,0 3 0 0,-2 3 192 0,1-1 0 16,0 1 0-16,0 4 0 15,-1-2 144-15,1 3-16 0,0 1-128 0,0 1 192 16,1 0 64-16,-2-1 16 0,-2-4 0 0,0 0 0 15,0 0-112-15,0 0-32 0,0 0 0 0,18 43 0 0,-16-36-128 0,-2 1 192 16,0-1-192-16,-2 0 192 0,-1 0-192 16,0 0 0-16,-1 1 0 0,-1-2 0 15,0 0 0-15,-1 0 0 0,-1-1 128 0,1 0-128 0,1-1 0 16,1-1 0-16,0-1 0 0,0 1 0 16,2-3 0-16,1 0 0 0,1-3 0 0,2 0-176 15,1 0-224-15,2-3-48 0,0-1-16 0,1 0 0 16,1 0-1120-16,2-3-208 0,0-1-64 0,1 1 0 15,1-4 160-15,1 2 32 0,0 0 0 0,1 0 0 16,-1 3 896-16,0-1 176 0,-1 3 32 0,-2 0 16 0,-1 2 1024 0,1 0 208 16,-3 3 32-16,-1 1 16 0,-1 0 448 0,0 1 96 15,-1 1 0-15,0 0 16 0,-1-1-320 0,0 3-64 0,0 1-16 0,-1-1 0 16,0-1-320-16,0 3-64 16,-1 2 0-16,0-3-16 0,0 4-176 0,-1-1-48 15,0 0 0-15,-1 3 0 0,-1-1-144 0,0 0-128 0,-1 3 192 16,-1-2-192-16,1 0 160 0,-2-1-160 15,1 2 128-15,-1-3-128 0,1-1 0 0,1 0 0 16,1 0 0-16,-1-2 0 0,2-1 0 0,1-1 0 16,1 0 128-16,1-1-128 0,2-2-272 0,1 0-96 0,1-2-16 0,1-1-13056 15</inkml:trace>
  <inkml:trace contextRef="#ctx0" brushRef="#br0" timeOffset="94586.39">23288 6910 8287 0,'-3'0'736'0,"2"1"-592"0,-1 1-144 0,1-2 0 16,0 0 720-16,0 0 112 0,1 2 32 0,-1-2 0 15,-1 3 736-15,0-1 128 0,-1 1 48 0,0 2 0 16,0 1-1136-16,-1-1-208 0,2 2-48 0,-1 1-16 0,-1 0 144 0,1 2 48 16,0 0 0-16,0 0 0 0,0 2-32 0,0-1 0 15,1 1 0-15,1-1 0 0,1-2-208 0,0-1-32 16,2-1-16-16,2 0 0 0,2-2-272 0,-1-3 0 15,1 1 0-15,1-3 0 0,2 0 0 0,2-3 0 16,1-1 0-16,1-4 0 0,2 2 576 0,-2-5 0 16,1 0 0-16,-2-1 0 0,0 1-576 0,-4-2 0 15,-2 2-240-15,0-4 80 0,-3 1-64 0,-2 0-16 16,-3 1 0-16,-1 0 0 0,-2 0 240 0,-1 2 0 16,-2 2 0-16,-2 3 0 0,1 2 0 0,-2 0 0 0,0 4 0 15,1 2 0-15,0 3 256 0,1-1-16 0,0 1 0 0,0 2 0 16,1 1 80-16,2-2 32 0,1 4 0 0,2-5 0 15,2 3 160-15,1-2 48 0,2-1 0 0,0-3 0 16,1 1-352-16,0 1-64 16,3-3-16-16,0 1 0 0,3-2-128 0,0 0 160 15,2-2-160-15,1 1 160 0,1-3-160 0,1 1 0 0,1-1 0 0,0-2 0 16,1 2 0-16,-1-3 0 0,0 2 0 0,0-2 0 0,-2 1 0 0,0 0 0 16,-3 0 0-16,-1 1 0 0,0 2 0 15,-4-2 0-15,0 3-144 0,-1 0 144 0,-2 1 0 16,0-1 0-16,0 2 0 0,-2 0 0 0,0 2 0 0,0-2 128 15,-1 3-128-15,0-2 0 0,0 0 128 0,1 2-128 16,0 1 0-16,0-1 144 16,2-1-16-16,-1 0-128 0,1 0 192 0,1 1-64 15,1 2 192-15,-2-1 16 0,3 1 16 0,-1 0 0 0,-4-5-32 0,0 0-16 16,0 0 0-16,0 0 0 16,19 39-112-16,-17-30 0 0,0 0-16 0,-1 0 0 15,0-1 48-15,0-1 16 0,-1 1 0 0,0 0 0 0,0-1-112 16,0-2 0-16,1 1-128 0,0-2 192 0,-1 0-64 15,1-1-128-15,1-3 176 0,1 1-176 0,-1-1 192 0,1-1-192 16,0 1 192-16,2-3-192 0,-1-1 400 0,1 1-16 16,1-1-16-16,1-4 0 0,2 1-128 0,-2 0-32 15,1-2 0-15,0 2 0 0,0-5 48 0,1 0 16 16,0-2 0-16,-2 0 0 0,1 2-272 0,-2-3 0 16,0 2 128-16,-2 3-128 15,0 0-512-15,-2 5-176 0,-1 0-16 0,0 3-16 16,-2 4-1488-16,1 1-288 0</inkml:trace>
  <inkml:trace contextRef="#ctx0" brushRef="#br0" timeOffset="95087.92">23773 6984 8287 0,'0'-4'736'0,"1"1"-592"16,0 0-144-16,0 1 0 0,0 0 2112 0,-1 2 400 0,0-2 80 0,0 2 16 0,1-3 464 0,1 1 80 15,1-1 32-15,-1 2 0 0,1 0-1712 0,2 1-320 16,-1 1-80-16,1 0-16 0,2 1-544 0,1 1-128 15,0-2 0-15,-8-1-16 16,0 0-368-16,30 4 0 0,-20-4 0 0,0 0 0 0,1 0 0 0,-2-2-128 16,-1-1 128-16,0 0-128 15,-1-1-160-15,-1-1-32 0,-2 0 0 0,-1-1 0 16,-1 0-256-16,-1 0-48 0,-1-2-16 0,-1 1 0 16,-1 0 464-16,-1 0 176 0,-1 0-128 0,-1 0 128 15,-2 1 0-15,0 0 0 0,0 1 0 0,-2 3-128 0,1 0 128 0,0 2 0 16,2 0 0-16,-1 3 0 15,1 1 0-15,0 3 256 0,0-2-64 0,-1 4-16 0,2 1 336 0,-2-1 64 16,2 0 0-16,0 1 16 0,1-1 32 0,0 1 0 16,1-1 0-16,1-1 0 0,0 1-64 0,1-2-16 0,1-2 0 0,1 0 0 15,0-1-288-15,2 1-48 0,0-2-16 0,0 0 0 16,1-2 80-16,1 2 16 0,0-1 0 0,2 0 0 0,-1 1-64 16,0-3-16-16,1 2 0 0,-1-1 0 15,0 0-208-15,0 0 176 16,0 0-176-16,-2 0 160 0,0-1-160 0,0 0 0 0,-2-1 0 0,1 0 0 0,-1 0 0 0,-1 1 0 15,-1-2 0-15,0 0 0 0,-1-1 0 0,-1-2 0 16,0 2 0-16,1-2 0 0,-1 1 0 0,0 0 0 16,0 0 0-16,1 1 0 0,-1 0 0 0,0 1 0 15,0 0 0 1,2 2 0-16,-2-2-176 0,0 2 176 0,0-1-128 0,1 1 128 31,0 0-496-31,0 0-16 0,0 1 0 0,1 1 0 0,0 0-1344 0,1-2-288 0</inkml:trace>
  <inkml:trace contextRef="#ctx0" brushRef="#br0" timeOffset="95573.06">23904 6683 12895 0,'-1'-7'1152'0,"1"3"-928"0,0 1-224 0,1 0 0 15,0 3 2096-15,0-1 368 0,0 0 80 0,0-1 16 0,1 0 320 0,0-1 64 16,2 0 0-16,1 1 16 0,-2 1-1648 0,1 1-336 16,0 1-64-16,-1 4-16 15,-1-2-688-15,0 3-208 0,0 0 0 0,-1 2 128 0,0 0-128 0,0-1 0 16,-1 2-176-16,0 1 176 16,-1-3-1216-1,-1 2-128-15,1 1-48 0,-2-1-13136 0</inkml:trace>
  <inkml:trace contextRef="#ctx0" brushRef="#br0" timeOffset="96369.77">23857 6894 4607 0,'-1'-2'192'0,"1"-1"64"0,1-1-256 0,0 3 0 16,0-1 0-16,0 2 0 0,-1 0 1664 0,2-2 304 0,1-1 48 15,2-2 16-15,-1 1 640 0,1 0 128 16,0 1 16-16,-2-2 16 0,0 5-576 0,0-2-112 0,-1 2-32 0,-1 0 0 15,0 0-512-15,0 2-128 0,0 0 0 0,-1 3-16 16,0 0-720-16,0-1-144 0,0 4-16 16,0-1-16-16,-1 1-352 0,-1 1-64 0,0 2-16 0,-1 1 0 0,0-2 0 0,0 1-128 15,-1 1 192-15,0-1-64 0,1 0 48 16,0-2 0-16,0-2 0 0,0 0 0 16,1 0-176-16,-1-2 160 0,1 0-160 0,0-3 160 15,1-1-160-15,0 0 0 0,2 0 0 0,0-2 0 0,0-1 0 0,2 0 0 16,-1-3 0-16,1-2 0 15,1 0 0-15,0 0 0 0,0 0 0 0,0-3 0 16,1 1 0-16,-1-2 0 0,1 0-144 0,-1-1 144 16,-1 1 0-16,1 1-160 0,-1 1 160 0,-1-1-128 0,-1 4 128 0,0 0-128 0,-1 2 128 0,1 1-128 15,-2-1 128-15,0 3 0 16,1 1 0-16,-3 3 0 0,1-1 0 0,-2 2 0 16,1 2 0-16,-1 1 0 0,0 0 0 0,-1 2 0 15,1 1 0-15,-1 0 0 0,0 1 0 0,1-1 0 16,0-1 0-16,-1 1 0 0,3-3 0 0,-1 0 0 15,1 0 0-15,0-2 0 0,0-1 0 0,1-1 0 16,1-1 0-16,0 1 0 0,1-3 0 0,1 1 0 16,1-1 0-16,0-1 0 0,0-1 0 0,0-1 0 0,2 0 0 15,-1 0-128 1,0 0-256-16,1 0-32 0,0-2-16 0,-2 3 0 16,2-3-32-16,-2 0-16 0,0 2 0 0,-1-2 0 0,0 1 320 0,0 0 160 0,-1-1-160 15,-1 0 160-15,0 3 0 0,-2 0 0 0,1 0 0 0,-2 1 0 16,1 1 0-16,0 0 0 0,-2 1 0 0,0 2 0 15,1 0 224-15,-2 3-64 16,1 2-16-16,0 0 0 16,2 1 176-16,0-2 48 0,1 3 0 0,1-2 0 0,1 0-224 0,1 0-144 15,-2-8 192-15,0 0-192 0,0 0 128 0,0 0-128 16,0 0 0-16,0 0 0 0,41 27 0 0,-33-27 0 16,-1-3 0-16,2 2 0 15,-1-3 0-15,-1 1-192 16,1-1 48-16,-2-1-16096 15</inkml:trace>
  <inkml:trace contextRef="#ctx0" brushRef="#br0" timeOffset="96622.84">24186 6847 3679 0,'2'-3'160'0,"-1"3"32"0,0 0-192 0,-1 0 0 16,-1 0 0-16,-1 0 0 0,1 2 1920 0,-2 1 352 15,0 2 64-15,-3 2 16 0,-2 2-16 0,-4 5 0 0,0 0 0 0,-1 1 0 16,0 2-832-16,0-2-160 0,0 0-48 0,3-1 0 16,1-1-480-16,2 0-112 0,2-3 0 0,0 0-16 15,3-1-688-15,0-3 0 0,1 0 0 0,1-1 0 16,0-3 0-16,1 0-256 0,0-1 64 0,0-1 16 15,-1 0-1696-15,2-1-352 0</inkml:trace>
  <inkml:trace contextRef="#ctx0" brushRef="#br0" timeOffset="96854.14">24149 6854 6447 0,'2'-5'576'16,"-1"0"-576"-16,0 5 0 0,-1 0 0 15,-1 0 2304-15,1 0 336 0,1 0 80 0,0-2 16 0,1 0-208 0,1-1-32 16,2 0-16-16,-1 3 0 0,1-2-1328 0,2 1-256 15,-1 1-48-15,1 0-16 16,2 1-192-16,-1-1-64 0,1 0 0 0,1 0 0 0,-1 0-384 0,-1 0-64 16,0 2-128-16,-3 1 176 0,1 0 48 0,-6-3 16 15,0 0 0-15,0 0 0 0,0 0 272 0,3 35 64 0,-8-23 16 0,-2 0 0 16,-1 2-80-16,-1 3 0 16,0-2-16-16,-1 0 0 0,2-1-256 0,0-1-48 15,1 0-16-15,2-1 0 0,1-2-176 0,0-3 0 16,2 0 0-16,0 0 0 0,2-2-144 0,2 0-16 15,0-3 0-15,2-1-10400 16,0-1-2096-16</inkml:trace>
  <inkml:trace contextRef="#ctx0" brushRef="#br0" timeOffset="97382.31">24344 6896 8287 0,'0'0'736'0,"1"-1"-592"0,0 0-144 0,0 2 0 15,0 0 704-15,0-1 128 0,1 0 0 0,1 0 16 16,2 2 624-16,3-2 112 0,1 0 16 0,1 1 16 16,-10-1-480-16,0 0-112 0,31 3 0 0,-22-3-16 0,0-1 32 0,0-1 16 15,-1 2 0-15,1-1 0 16,-2 1-224-16,0-2-32 0,0-2-16 0,-1 1 0 0,1-4-160 0,-3 3-48 0,2-2 0 0,-2 0 0 31,-1-2 192-31,0 2 48 0,-1-2 0 0,0 1 0 16,-1-2-480-16,-1 1-80 0,0 1-32 0,-2-1 0 15,-1 2-224-15,0 2 0 0,-1 1-144 0,-1 3 144 0,1 0-384 0,-3 2 32 16,1 3 0-16,-2 0 0 16,1 0 352-16,-1 3 0 0,0 1 0 0,0 2 0 15,0-1 128-15,0 1 32 0,0 1 16 0,1-1 0 16,2 2-48-16,1-3 0 0,1-1 0 0,1-2 0 0,2 0 96 0,0-1 16 16,0-2 0-16,2 0 0 0,0 1-240 0,1-3 144 15,0 1-144-15,1-1 128 0,2-2 32 0,-1 0 0 16,2 0 0-16,0 0 0 0,1-2 96 0,1 2 32 15,0-2 0-15,0 1 0 0,1 1-144 0,-2 0-16 16,0 1-128-16,-2 1 192 0,-2 1 224 0,0 2 32 16,-3 1 16-16,0 1 0 0,-3 3 32 0,-1 0 0 15,0 2 0-15,-4 1 0 0,2 2-224 0,-4-1-32 16,1 2-16-16,-1 3 0 0,1-4-96 0,0 1-128 16,-2 3 176-16,-1 0-176 0,-1 2 128 0,1-3-128 15,-1-3 0-15,0 0 0 0,1-3 208 0,0-1-64 16,0-1-16-16,-1-3 0 0,0-2-128 0,-1-1 160 0,-2-1-160 15,-1-3 160-15,-2 0-160 0,-4-2 0 0,0 1 0 0,0-3 0 32,2 0-464-32,1 0-128 0</inkml:trace>
  <inkml:trace contextRef="#ctx0" brushRef="#br0" timeOffset="99687.68">14217 7717 8287 0,'1'0'736'0,"1"-1"-592"0,0 1-144 0,-2 0 0 0,1-2 432 0,1 2 48 16,0-2 16-16,2 0 0 0,2-1 784 16,-1-2 144-16,2 1 48 0,-3-1 0 0,0 2 64 0,-1 1 32 15,-1 0 0-15,-2 2 0 0,0-2-352 0,-1 2-64 16,-1 0 0-16,-2 2-16 0,1 0-224 0,-2 3-32 0,-1 0-16 0,0 2 0 16,-1 1-432-16,-1 1-96 15,0 3-16-15,0-1 0 0,1 3-320 0,-2 1 128 0,-1 3-128 0,1 2 0 16,1 1 0-16,0-1 0 15,5 0 0-15,0-6 0 0,1 1 0 0,2-15 0 0,0 0-144 0,0 0 144 16,7 42 0-16,-7-42 0 0,0 0 0 0,0 0 0 16,0 0 0-16,0 0 0 0,35 19 0 0,-27-21 0 15,0-1-144-15,2 0 144 0,-1-3 0 0,-1 1 0 32,0-2-448-32,-2 0 0 0,1 2 16 0,-3-2-12048 0</inkml:trace>
  <inkml:trace contextRef="#ctx0" brushRef="#br0" timeOffset="99906.87">13997 7909 4607 0,'-4'-3'400'0,"2"2"-400"0,1 0 0 0,0-1 0 16,1 2 1280-16,1-3 160 0,1 1 32 0,-1 0 16 16,3-1 736-16,2-2 144 0,1-2 16 0,5 0 16 0,0 0-112 15,1-2-32-15,1 4 0 0,2-3 0 0,0 4-1104 0,1-3-208 16,0 2-48-16,1 0-16 0,0 0-624 0,-2 1-128 15,1 2-128-15,-2-3 176 0,0 2-176 0,-1-1 0 0,0-1-192 0,-1 0 192 32,0 1-800-32,-2-2-32 0,0 3-16 0,-1 0-11600 0</inkml:trace>
  <inkml:trace contextRef="#ctx0" brushRef="#br0" timeOffset="100676.17">14452 7767 6447 0,'0'0'576'0,"-1"0"-576"16,1 2 0-16,0-2 0 0,-1 0 1280 0,0 0 160 0,-1 2 32 0,-1 1 0 16,-1-1 336-16,-1 2 80 15,0 2 16-15,-1 0 0 0,0 0-1088 0,0 1-224 16,0 2-32-16,-1 0-16 0,1 1-208 0,1-1-32 0,-2 2-16 0,2 0 0 16,1-2 64-16,0 0 16 0,2 0 0 0,0 0 0 15,2-1-224-15,1 0-144 0,1-3 192 0,1-1-192 16,1-1 128-16,2-3-128 0,1 0 0 0,1-3 0 15,3 1 0-15,-1-4 0 0,-1 0 0 0,1 0 0 16,0 0 0-16,1-3 128 0,0-1-128 0,-2 1 0 16,-1-1 0-16,-1-1 0 0,-1 2 0 0,-3-2 0 15,-1 4 128-15,-3-2-128 0,-2 2 0 0,-1 0 0 16,-3 0 0-16,-1 3 128 0,-2-1-128 0,-2 2 0 16,1 2 128-16,0-1-128 0,-2 4 0 0,-1-2 0 0,2 3 0 0,0 2 0 15,2-3 0-15,1 3 0 0,1 0 0 16,2-1 0-16,2 2 0 0,1-1 0 0,1-2 0 0,3 0 0 15,1-1 0-15,3-1 0 0,1-2 0 16,3-1 0-16,1-1 0 0,2-1 0 0,2-3 128 0,1 2-128 16,0-2 144-16,-1 0-144 0,2 0 224 0,0 2-48 15,0-4-16-15,-1 4 0 0,2-3-32 0,1 2 0 0,-1 3 0 16,-3-2 0-16,-2 3 400 0,-2 2 80 0,-2 0 16 16,-2 0 0-16,-3 0-144 0,-1 2-32 0,-2 1 0 0,-1 0 0 15,-1 1-16-15,0 0-16 0,-1 1 0 16,-2 0 0-16,1 2-64 0,-1 0-16 15,-2 1 0-15,2 1 0 0,-1 0-336 0,2-1 128 0,-1 1-128 0,1 0 0 16,1 1 0-16,2-3 0 16,0 0 0-16,0 0 0 0,2 0 736 0,-1-2 224 0,1-2 64 0,0 0 0 15,-1-2-832-15,2 1-192 16,0-2 0-16,1-2 0 0,1 0 0 0,0-2 0 16,2-1 0-16,0 0 0 0,1-3-816 0,0 0-144 0,1 1-48 0,0-3 0 0,0 0 800 0,1 1 208 15,-1-1 0-15,0 1 0 0,0 2 0 0,-2-1 0 16,0 2 0-16,-2 0 0 15,-3 3 0-15,1 0 0 0,-1 2 0 0,-1 1 0 16,-1 0 0-16,-1 3 0 0,1-1 0 0,-1 1 0 0,0 1 0 0,-1 1 0 16,0 2 0-16,1 0-128 15,0 3 128-15,0-1 0 0,1 1 0 0,0 1 0 0,1-11 0 0,0 0 0 16,2 36-144-16,-2-36 144 16,0 0 0-16,0 0 0 0,12 40 0 0,-12-40 0 15,0 0-128-15,0 0 128 0,0 0 0 0,0 0 0 0,36 24 0 0,-29-25 0 0,2-3 0 0,-1-3 0 16,1-2 0-16,2-1 0 0,-1-2 0 0,0-1 0 15,0-2 0-15,0 0 0 0,-1-1 0 0,-2 0 128 16,0 1 384-16,-2-1 64 0,0 2 0 16,-1 1 16-16,-2 4-288 0,-1 0-64 0,0 4-16 0,-1 0 0 15,1 4-224-15,-1 0 0 0,0 2 0 0,1 0 0 32,0 2-1264-32,0-1-144 0</inkml:trace>
  <inkml:trace contextRef="#ctx0" brushRef="#br0" timeOffset="101438.38">14934 7807 16575 0,'1'2'736'0,"-1"-2"160"15,1 0-720-15,0-2-176 16,0 2 0-16,-1 0 0 0,1-2 1232 0,1 1 224 0,0-1 32 0,2 0 16 16,1-1-720-16,0-2-144 0,1 2-16 0,-1-2-16 15,0 1-464-15,-1 0-144 0,0 0 0 0,-3 1 0 16,1-2 0-16,-1 1 0 0,-1 1 0 0,-1-2 0 15,-1 1 0-15,0-2 0 0,-1 2 0 0,-2-1 0 16,1 0 0-16,-2 2 0 0,-1-1 0 0,0 2 0 16,0 2 0-16,-1 0 0 0,0 2 0 0,0 2 0 15,-2 0 0-15,1 3 0 0,0-1 128 0,-1 4-128 0,0 1 0 0,1 0 0 16,1 3 0-16,0-2 0 16,1 0 0-16,1 0 0 0,1 0 0 0,1-1 0 15,3-1 0-15,1-1 0 0,0-4 0 0,1 2 0 16,2-3 0-16,0-1 0 0,2 0 0 0,0-1 0 0,-1-2 0 15,3-2 0-15,0 1 0 0,1-4 0 0,1 1 0 0,1-3 0 16,-1 2 0-16,1-4 0 0,-2 2 0 0,0-1 0 16,1 1 0-16,-1-1-144 0,-1-1 144 0,0 1 0 15,-1 0 0-15,-1-1 0 0,0 2 0 0,-2-1 0 16,-1 4 0-16,-1-3 128 0,0 4-128 0,-2 1 0 16,-1 2 0-16,1 0 0 0,-1 0 0 0,-1 2 144 15,0 1-144-15,0 1 0 0,1 2 128 0,-2 0-128 16,2 0 0-16,0 2 0 0,0-3 192 0,0 3-32 15,1 0 0-15,1 0 0 0,0-1 64 0,0 1 16 0,0-2 0 0,1 0 0 16,1-2-48-16,0 0-16 0,1-1 0 0,0-1 0 16,-1-2-176-16,2 0 160 0,1 0-160 0,-1-2 160 15,2-3-16-15,1 0 0 0,-1 1 0 0,0-2 0 16,2 0 16-16,-1-4 0 0,2 3 0 0,0-2 0 16,-1-1-160-16,2 0 0 0,-1 1 0 0,-1-2 128 15,1 3 0-15,-1-1-128 0,-1 2 192 0,0 0-64 16,-1 4 64-16,-1-1 0 0,-1 3 0 0,-2 1 0 15,1 3-192-15,-3-1 128 0,1 3-128 0,-2 3 128 0,-1 3 64 0,-1-1 16 16,-2 4 0-16,-1-2 0 0,0 4-64 0,-1-3-16 16,2 1 0-16,0-2 0 0,2 1-128 0,-2-3 0 15,1 1 0-15,0-1 0 0,3-1 0 0,-1-1 0 16,1-2 0-16,0-1 0 16,1-4 0-16,0 1 0 0,0-2 0 0,1-3 0 0,1 1 0 0,0-3 0 15,0-1 0-15,1 0 128 0,2-3-128 16,0-1 0-16,2-1 0 0,-1-1 0 15,3-2 0-15,0-1 0 0,0 1 0 0,0 0 0 0,2 2 0 0,-1-2 0 16,-1 4 0-16,0-2 0 16,0 3 0-16,-2 1 0 0,1 4 0 0,-3-1 0 0,0 3 0 0,-2 0 0 0,-1 4 0 0,-1 0 0 15,1 1 0-15,-1-1 0 0,-1 2-144 0,1 0 144 16,0 1 0-16,0-2 0 16,1 2-128-16,0 0-8944 0,0 0-1776 0</inkml:trace>
  <inkml:trace contextRef="#ctx0" brushRef="#br0" timeOffset="102009.78">15313 7823 14735 0,'0'5'640'0,"0"-3"160"0,0 1-640 0,0-1-160 0,0-2 0 0,0 0 0 16,1 0 1312-16,1 0 224 0,1 0 64 0,0 0 0 15,1-2 144-15,1-1 48 0,1 0 0 0,-1-1 0 16,0-1-640-16,-1 1-128 0,0-3-32 0,0 2 0 15,-2-2-672-15,0 0-144 0,-2-1-32 0,0 0 0 16,-2 0-144-16,0 1 0 0,0 0 0 0,0 0 0 0,-1 2 0 0,0 0 0 16,-1 3 0-16,0-1 0 0,1 1 0 0,-2 2 0 15,-1 2 0-15,0 1 0 16,-1 2 0-16,1-1 0 0,-2 4 0 0,1-1 0 16,0 2 0-16,-1 3 0 0,1 0 0 0,-1 0 0 15,1 0 0-15,1-1 0 0,1 1-176 0,0 0 176 16,3-3 0-16,0 1-128 0,1-3 128 0,2 0 0 15,-1-2 0-15,2 0 0 0,1-1 0 0,1-4 0 0,1 1 0 0,2-2 0 0,-2-1 0 16,2 0 0 0,0-1 0-16,1-2 0 0,1-1 0 0,0-2 0 15,1 1 0-15,-1-1 0 0,0-1 0 0,-1 0-128 0,0 1 128 0,-1-1 0 0,1-2 0 0,-2 1-128 16,0-3 128 0,-1 1-192-16,1-1 192 0,-1-3-192 15,-2 1-752-15,2-1-144 0,0-3-48 0,0 2 0 16,0 2-240-16,-2 0-48 0,2 0-16 0,-1 4 0 0,0 1 1008 0,-1 0 208 15,0 3 32-15,0 2 16 0,0 1 1072 0,-1 2 224 16,0-1 32-16,-1 3 16 0,1 0-80 0,-2 0 0 16,0 0-16-16,0 1 0 0,-1 1-208 0,1 0-32 15,-2 0-16-15,1 3 0 0,0 0-256 0,0-1-48 16,-1 1-16-16,0 2 0 0,0 1-240 0,0-2-64 0,-1 4 0 0,1 0 0 16,0 0-192-16,-1 3 0 0,0-1 128 0,0 2-128 15,0-1 0-15,0 0 176 0,1 0-176 0,-1-1 160 16,2 1 32-16,0-3 0 0,0-1 0 0,2 1 0 15,0-5-64-15,0 2 0 0,2-3 0 0,0-1 0 16,0-1-128-16,1-2 0 0,2 0 0 0,0 0 0 16,0-2 0-16,1-1-192 0,1 1 32 0,0-2-10208 15,0 1-2032-15</inkml:trace>
  <inkml:trace contextRef="#ctx0" brushRef="#br0" timeOffset="102371.88">15612 7726 11967 0,'4'-6'528'0,"-1"2"112"0,1 0-512 0,-2-1-128 16,0 3 0-16,-2 0 0 15,1 1 928-15,2-2 160 0,-1-3 16 0,2 1 16 0,0-1 16 16,-2 1 0-16,-2 2 0 0,-1 3 0 0,-2 0-304 0,-1 0-48 16,0 4-16-16,-3 0 0 0,0 2 64 0,-1-1 16 15,0 2 0-15,1 0 0 0,-1 0 48 0,2-2 16 0,1 1 0 0,1-3 0 16,1 2-128-16,2 0-16 0,0-5-16 0,0 2 0 15,2 0-304-15,0-1-64 16,0 1-16-16,2-2 0 0,0 1-144 0,0 1-32 16,1-2 0-16,-1 3 0 0,2 0-192 0,-1 0 0 15,-4-3 128-15,0 0-128 0,0 0 0 0,0 0 0 0,0 0 0 0,0 0 0 16,19 45 0-16,-19-37 0 16,0 0 0-16,0 0 0 0,-2-3 0 0,0 2 0 0,0-1 0 15,-1 0 0-15,0-2 192 0,-2 1 112 0,2 0 16 0,-2-3 0 16,0 1 224-16,1 1 48 0,0-3 16 15,-1 1 0-15,0 0-432 0,-1-2-176 0,-1 0 128 0,-1-2-128 0,0 0 0 16,2 1-304-16</inkml:trace>
  <inkml:trace contextRef="#ctx0" brushRef="#br0" timeOffset="103024.02">15993 7691 10127 0,'3'-1'896'0,"0"-2"-704"0,-1 2-192 0,-1-1 0 15,0 0 1376-15,-1 1 240 0,3-3 48 0,2 1 16 16,0-2 304-16,0-2 48 0,0 3 16 0,-3 1 0 16,-1 0-1008-16,-1 1-192 0,0 2-32 0,-1 2-16 15,0 1-512-15,-2 2-96 0,-1 0-32 0,0 2 0 0,0 2-160 16,-1 3 0-16,1 0 0 0,-2 2 0 0,0 3 128 0,1 1-128 16,-1-1 0-16,-1 2 128 0,-1 1-128 0,2 0 0 15,-1 0 0-15,2-6 0 0,1-2 0 0,1 0 0 16,3-12 0-16,0 0 0 0,0 0 0 0,1 35 0 15,4-30 0-15,0-5 0 0,1-2 0 0,1-1 0 16,3-4 0-16,0-1 0 0,-2 2 0 0,2-4-144 16,1 0 144-16,0-3-160 15,-2 1-1040-15,-1 2-208 0,-3-1-32 0,-1 3-9056 0</inkml:trace>
  <inkml:trace contextRef="#ctx0" brushRef="#br0" timeOffset="103806.52">15857 7827 7359 0,'-8'-1'320'0,"2"1"80"0,1 0-400 0,2-2 0 16,1 2 0-16,2 0 0 0,-1-1 1328 0,0 1 176 0,-1-2 32 0,1 0 16 16,1 1 672-16,3-1 128 0,1 0 16 0,1 0 16 15,4 2-432-15,-1 0-96 0,2 0 0 0,2 0-16 0,1 2-832 0,0-2-176 16,2 0-16-16,1 0-16 0,0 0-608 0,1-2-192 16,2-3 0-16,0 0 0 15,1 0 0-15,0-2 0 0,0 0 0 0,1 0-192 31,-2-5-768-31,0 2-160 0,-1-1-32 0,-1 1 0 0,-2-1-1440 16,-2-1-288-16,-1 0-64 0,-3 0-16 0,0-2 912 0,-2-1 176 0,-1 2 32 0,-2 0 16 0,0 4 1472 0,-3-2 352 16,-1 3 0-16,-1 3 0 15,-1 0 1536-15,-1 3 352 0,1 0 64 0,-2 1 16 0,-1 1 272 0,1 0 48 0,0 1 16 16,-1 1 0-16,1 0-640 0,0 1-112 16,0 1-16-16,0-1-16 0,1 0-432 0,-1 2-64 15,1-1-32-15,0 1 0 0,0 1-288 0,0 0-64 0,0 0-16 0,-1 2 0 16,2 1-304-16,-2 0-64 0,1 1-16 15,0 2 0-15,0 0-240 16,0 2 0-16,0-1 0 16,-1 0 0-16,2 3 0 15,-2-1 0-15,-1-1 0 16,3 1 0-16,-1-1 0 0,1-2 0 0,2-12 0 0,0 0 0 0,-2 35 0 16,2-35 0-16,0 0 0 0,0 0 0 0,0 0 0 15,0 0 0-15,0 0 0 0,32 28 0 0,-21-30 0 16,-1-3 0-16,2-1 0 0,0 0-160 15,1-1 160-15,-1-1 0 0,0 0 0 0,-2 3 0 0,0-2 0 0,-4 2 0 0,1 3 0 0,-4-1-128 0,0 1 128 16,-1 2 0-16,-1 0 0 0,-2 0 0 0,0 2 0 0,0 1 0 0,-1 1 0 0,0 1 0 16,1 0 0-16,0 0 0 15,0 3 0-15,1 0 0 0,0-3 0 0,1 0 0 0,0 0 0 0,2-1-128 16,1 1 128-16,-4-5 0 0,0 0 0 0,0 0 0 16,0 0 0-16,30 9 0 0,-22-11 0 0,0 1 0 15,0 0 0-15,1-2 0 0,1-2 0 0,0 1 0 16,1-3 0-16,0 2 0 0,-1 0 0 0,-1-2 0 15,0 3 0-15,-1-2 0 0,-1 2 0 0,1-1 0 0,-2-2 0 0,1 3 0 16,-2-2 0-16,0 2 0 16,0-1 0-16,-2-2 0 0,0 2 0 0,-1 0 0 0,1-1 0 0,-1-2-160 0,-1 2 160 15,0 0 0 1,-1-1-144-16,0 0 144 0,-1 1 0 0,0 0-144 0,-1 2 144 16,0 1 0-16,0-2 0 0,-1 3 0 0,-1 1 0 15,1 1 0-15,-1 0 0 0,-1 1 0 0,1 2 0 0,-2 4 128 16,1-3-128-16,-2 4 0 0,2 1 0 0,-3 1 128 15,1 4-128-15,-2 2 0 0,4-4 384 0,-1 2 16 16,2-2 0-16,1 0 0 0,3-12-64 0,0 0-16 16,0 0 0-16,0 0 0 0,14 40-320 0,-8-36 144 15,-6-4-144-15,0 0 0 0,30 6 256 0,-19-9-64 16,2 1-16-16,-1 0 0 0,-1-3-176 0,1 0 0 16,0-1 0-16,-1 0-11824 15,1 2-2352-15</inkml:trace>
  <inkml:trace contextRef="#ctx0" brushRef="#br0" timeOffset="106606.11">16879 7731 14735 0,'2'-3'1312'0,"0"1"-1056"15,-1 2-256-15,-1-1 0 0,0 0 352 0,0-1 16 16,0 0 0-16,1-2 0 0,0 0 464 0,0-3 112 16,-2 2 16-16,0 0 0 0,0 0-448 0,-3 1-96 15,-1 2-16-15,0-1 0 0,-4 1 32 0,0 2 0 16,-2 2 0-16,-2-2 0 0,0 3 144 0,-1-1 16 16,0 2 16-16,0 2 0 0,1 0-32 0,1 2-16 15,1-2 0-15,2 2 0 0,0-3 64 0,3 2 16 0,2-1 0 0,2 0 0 16,3 0-288-16,1-1-48 0,3-2-16 0,0-1 0 15,-5-2-288-15,0 0 160 0,33 10-160 0,-33-10 128 16,0 0 352-16,38 14 64 16,-38-14 16-16,0 0 0 0,0 0-432 0,35 30-128 15,-35-30 0-15,0 0 0 0,0 0 0 0,0 0 0 0,12 43 0 0,-14-36 0 16,-1 3 0-16,-1-3 0 0,-2 0 0 16,-1 1 0-16,-1-2 0 0,0 2 0 0,-1-4 0 0,-2 3 0 15,1-3 0-15,0-1 0 0,1 0 128 0,1-1-128 16,1-1 0-16,2 1 0 0,2-2 0 0,2-3 0 31,2 1-624-31,2-1-16 0</inkml:trace>
  <inkml:trace contextRef="#ctx0" brushRef="#br0" timeOffset="106960.72">17007 7814 10127 0,'-3'0'896'0,"0"1"-704"15,1 0-192-15,2-1 0 16,0 2 1824-16,0-2 336 0,-1 0 64 0,1 3 16 15,0-1 224-15,0 1 48 0,1-1 16 0,1 3 0 16,2-3-1264-16,2 1-256 0,0-1-48 0,2-2-16 0,1 0-704 0,2-2-240 16,1-1 144-16,0-1-144 0,1 1 0 0,0-2 0 15,-1 0 0-15,-2-1 0 0,0 1-208 0,-2 0 16 16,-2-2 16-16,-1 0 0 0,-3-1-784 16,-2 2-176-16,-2-1-16 0,-3 2-16 15,-1-2 16-15,-2 2 16 0,-3 0 0 0,0 0 0 0,-1 1 624 0,-1 2 112 16,1 1 16-16,-1 1 16 0,1 3 368 0,0 1 0 15,1 1 192-15,1 0-64 0,0-1 848 0,2 1 176 0,2 0 16 0,-1 0 16 16,2 2 192-16,0-2 32 0,1 2 16 16,1 0 0-16,2 2-400 0,0-1-96 0,1 1-16 15,0-9 0-15,0 0-400 0,0 0-64 0,6 38-32 16,-6-38 0-16,0 0-256 0,0 0-160 0,0 0 192 0,35 36-192 0,-35-36 0 0,0 0 0 16,38 9 0-1,-25-11 0-15,0-1 0 0,1-2 0 0,2-2 0 0,1-2-10528 16,-1-1-2000-16</inkml:trace>
  <inkml:trace contextRef="#ctx0" brushRef="#br0" timeOffset="107288.24">17306 7631 9215 0,'-1'-2'816'0,"0"2"-656"0,1 0-160 0,0-2 0 31,0 2 1856-31,-1 0 320 0,0 0 80 0,1 2 16 16,0-2 112-16,-1 2 32 0,0-2 0 0,0 3 0 15,0-1-1344-15,0 3-272 0,0 0-48 0,0 1-16 16,-1 2-176-16,2-1-48 0,-3 3 0 0,1 1 0 0,-2 3-320 16,0 0-192-16,0 1 192 0,-3 2-192 0,1-1 0 0,-2 0 0 15,0 1 0-15,0 0 0 0,-1 0 912 0,1 2 80 16,2-5 16-16,1 0 0 16,2-4-1632-16,1 1-320 0,2-4-64 0,0-7-16 0,0 0 816 0,0 0 208 15,0 0 0-15,0 0 0 0,0 0 0 0,35 14 0 16,-27-18 0-16,2 0-128 0,1-1 128 0,0 2 0 15,-1-2 0-15,0 0 0 0,2 1 0 0,0-1-128 16,-1 0 128-16,-1 1 0 0,0-1 0 0,-2 0-128 16,-2 1 128-16,-1 1 0 15,-1 0-1552-15,-1-1-240 0,-1 0-32 0,-1 0-9888 0</inkml:trace>
  <inkml:trace contextRef="#ctx0" brushRef="#br0" timeOffset="107465.9">17226 7750 13823 0,'-12'2'608'0,"3"0"128"0,3 1-592 0,1-1-144 0,2 1 0 0,2-2 0 16,-1 0 2304-16,-2 1 448 0,-1 3 64 0,0 0 32 16,1-1 16-16,2-1 0 0,4-3 0 0,3 0 0 15,3-5-1264-15,3 3-256 0,0-3-64 0,3-2 0 16,3 2-704-16,1-3-128 0,1 0-48 0,1 1 0 0,0-1-400 0,-1 2 0 16,0 3 0-16,-2-2 0 0,-2 3 0 0,-1 0 0 15,-1-1 0-15,-2 3-11968 16,1 0-2368-16</inkml:trace>
  <inkml:trace contextRef="#ctx0" brushRef="#br0" timeOffset="108332.27">17551 7805 7359 0,'0'2'656'0,"-1"-2"-528"0,1 0-128 0,0 0 0 0,0 2 1024 0,0-2 192 15,1 0 16-15,0 3 16 0,0-1 704 16,3-2 144-16,1 2 16 0,0-2 16 16,2 0-320-16,1 0-64 0,0 0-16 0,2-1 0 0,0 0-720 0,0 1-160 15,0-2-16-15,0-1-8960 16,1 3-1776-16</inkml:trace>
  <inkml:trace contextRef="#ctx0" brushRef="#br0" timeOffset="108637.84">17913 7681 14735 0,'0'-5'1312'0,"1"3"-1056"0,0 0-256 0,0-1 0 15,0 3 384-15,-1-2 32 0,1 2 0 0,0 0 0 0,-1-2 672 0,2 2 144 16,-1 2 32-16,0 0 0 16,-2 3-128-16,-1 2-32 0,1 2 0 0,-3 1 0 0,4-10-400 0,-9 33-96 15,4-14-16-15,5-19 0 0,-10 45-160 0,4-24-48 16,6-21 0-16,-9 43 0 0,9-43 128 0,-9 50 32 16,9-50 0-16,-8 50 0 15,8-50-96-15,-5 43-32 0,5-43 0 0,-3 33 0 16,3-33-416-16,0 0 0 0,0 0 128 0,0 0-128 0,8 41 0 0,-4-39 0 15,1-4 0-15,-2-2 0 0,2 1-128 0,0-3 128 16,-1-2-160-16,0-1 160 16,0-2-2240-16,-1 1-368 15</inkml:trace>
  <inkml:trace contextRef="#ctx0" brushRef="#br0" timeOffset="108926.56">17844 7743 14735 0,'-2'0'640'0,"0"0"160"0,0 0-640 0,1 0-160 0,1 0 0 0,1 0 0 15,0 0 1392-15,1-1 240 16,0 0 48-16,3-2 16 0,2 1 80 0,2-1 16 16,2-2 0-16,1-1 0 0,2 0-704 0,0 0-144 0,2-2-32 0,-2 2 0 0,3 0-624 0,-2 3-128 31,-1 0-32-31,-2 0 0 0,-2 4-128 0,-2 1 0 16,-1 2 0-16,-7-4 0 0,0 0 0 0,0 0 0 15,0 0-128-15,8 45 128 0,-10-35 0 0,-4 1 0 16,0 1-144-16,-2 0 144 0,0-1 0 0,-3 0 0 15,-1-2 0-15,-1 0 0 16,0 0 0-16,0-1 0 0,-1-1 0 0,1-2 0 0,2 1 0 0,1-3 0 16,3 0 0-16,1-1 0 0,3-2 0 0,0 0 0 15,2-2 0-15,0-1 0 0,2 0 0 0,1-2 0 0,1 1-128 16,3 0 128 0,2-3-1120-16,3 1-160 0</inkml:trace>
  <inkml:trace contextRef="#ctx0" brushRef="#br0" timeOffset="109723.82">18151 7750 12895 0,'4'-2'576'0,"-1"0"112"0,-1 2-560 0,-1-1-128 0,-1 1 0 0,0 0 0 0,1 0 1280 0,-1 0 208 15,0 1 48-15,0-1 16 16,0 2-560-16,0-2-112 0,-2 2-32 0,0 0 0 16,1 0-640-16,-1 1-208 0,0 0 128 0,0 1-128 0,0 1 288 0,0 0 0 15,0 1 0-15,0 0 0 0,0 0-32 0,0 2 0 16,-1-1 0-16,2 1 0 0,-2 0 256 0,-1-1 32 15,1 1 16-15,2-2 0 0,-2 2 224 0,2-3 48 16,0 2 16-16,1-3 0 0,0-1-416 0,1 0-96 16,1 1-16-16,1-4 0 0,2 1-320 0,0-2 128 15,2-1-128-15,1-1 0 0,2-2 432 0,-1 1 16 16,1-1 0-16,-1-2 0 0,0 0-288 0,-2 0-160 16,2-1 192-16,-2 1-192 0,-1 0 0 0,-1 0 0 15,-1 0 0-15,-2-2 0 0,-1 4 0 0,-2-3 0 0,-2 4 0 16,-2-1 0-16,0 0 0 0,-3 1 0 0,1 1 0 0,-2 1 0 15,0 2-192-15,0-2 48 0,0 1 16 16,-1 1 0-16,3 0-96 0,0-2-16 0,1 4 0 16,1-2 0-16,2 3 240 0,1-3 0 0,1 3 0 0,0-1-144 15,2 0 144-15,1 1 0 0,0 1 0 0,0-1 0 16,3-1 0-16,0 0 0 0,0 0 0 0,2 1 0 16,0-3 0-16,1 1 0 0,0-1 0 0,1 0 0 15,0-1 0-15,1-1 0 0,1-1 0 0,0 1 0 16,0-3 0-16,1 1 0 0,-1 1 0 0,1-2 0 0,0 0 0 0,0 1 0 15,0-1 0-15,-2 1-128 0,0 1 128 0,-1 1 0 16,0 0 0-16,-4 1 0 0,0 1 0 16,-2 0 0-16,-1 0 0 0,-1 3 128 0,0-1-128 0,-2 1 128 15,0 1-128-15,-1 2 128 0,0 0-128 0,-1 3 128 16,-1-1-128-16,0 2 128 0,0-1 144 0,-1 0 48 16,2 1 0-16,-2-1 0 0,1 0-176 15,1-1-16-15,1-1-128 0,-1 0 192 16,2-2-192-16,0 0 0 0,0-1 0 15,1-2 0-15,0-1 0 0,0 1 0 0,1-2 0 0,-1 0 0 0,1 0 0 16,0-2 0-16,1-1 0 0,0 1 0 0,1-1 0 0,0-4 0 16,2 3 0-16,-1-2 0 0,1 0-176 0,0-2 176 0,0 1-160 0,1-1 160 31,0 0-576-31,0 1 0 0,0-1-16 0,1 0 0 0,-2 2 224 16,1-1 48-16,0 2 16 0,0 1 0 0,-1-1 304 0,-1 2 0 0,1 1-128 0,-1 1 128 15,0 0 0-15,-1 1 0 0,0 1 0 0,0 0 0 16,-2 1 416-16,1 1 32 15,0-1 16-15,0 2 0 0,0-1 64 0,-1 2 16 16,1 0 0-16,-1-1 0 0,1 2-368 0,-1-2-176 16,0 3 160-16,0-2-160 0,0 2 176 0,-1-1-176 0,0-6 192 0,0 0-192 0,0 0 0 0,0 0 0 15,0 0 0-15,2 41 0 16,-3-35 0-16,1 0 0 0,0-1 0 0,0 0 0 0,1-3 0 0,0 1 0 16,0 1 0-16,0-3 0 15,1 1 0-15,1-2 0 0,0 0 0 0,2-3-144 16,0 1-400-1,1-1-80-15,1-1-16 0,2-3-13232 0</inkml:trace>
  <inkml:trace contextRef="#ctx0" brushRef="#br0" timeOffset="110020.33">18662 7698 12895 0,'-1'0'1152'0,"0"0"-928"0,1 0-224 0,-1 0 0 0,1 0 1072 0,0 0 160 15,0 0 48-15,-1 0 0 0,0 1 480 0,0 0 96 0,0 1 32 0,0-1 0 31,0 3-640-31,-1-1-128 0,1 1-32 0,-1 1 0 0,2 2-192 0,0-7-64 0,0 0 0 16,0 0 0-16,-9 36-528 0,9-36-112 16,0 0-32-16,-7 31 0 0,7-31-32 0,0 0-128 15,-6 35 192-15,6-35-64 0,0 0 112 0,-5 38 16 16,5-38 0-16,0 0 0 0,-5 34-128 0,5-34 0 16,0 0-128-16,0 0 192 0,0 0-192 0,6 40 0 15,-6-40 0-15,0 0 0 0,0 0 0 0,25 4 0 16,-17-6 0-16,1 0 0 0,0-3 0 0,0 0 0 15,1 0 0-15,0-2 0 0,1 1 0 0,0 0 0 16,-3-1 0-16,-1 0 0 16,0 2-576-16,-3 0 0 0,1 1 0 0,-1-3 0 15,-1 4-1984-15,-2-1-384 0</inkml:trace>
  <inkml:trace contextRef="#ctx0" brushRef="#br0" timeOffset="110268">18507 7827 13823 0,'-11'0'608'0,"5"0"128"15,1 1-592-15,2-1-144 0,2 0 0 0,1 0 0 0,0 0 1456 0,1 0 256 16,0 0 48-16,2 0 16 0,3 0 528 0,2-1 128 16,3 0 0-16,2-4 16 0,3 2-944 0,1-3-192 15,0-1-32-15,1 2-16 0,1-3-400 0,0 2-80 16,-1-2-16-16,-2 2 0 0,-1 1-448 0,-1 1-80 15,-3 0-32-15,0 2 0 0,-2-1-208 0,-1 1 0 16,-1 2 0-16,0-1 0 16,-2 0-1152-16,0 1-192 0</inkml:trace>
  <inkml:trace contextRef="#ctx0" brushRef="#br0" timeOffset="118293.93">18923 7850 3679 0,'0'0'320'0,"0"2"-320"15,0-2 0-15,0 0 0 0,-1 0 560 0,1 0 32 16,0 0 16-16,-1 1 0 0,1 0 416 0,-1-1 96 16,1 0 16-16,0 0 0 0,1 0-192 0,0 0-48 15,1 0 0-15,-1-1 0 0,0 0 272 0,1 1 48 16,-1-2 16-16,0 2 0 0,0 0-352 0,1-2-80 0,0 1-16 0,-1 1 0 16,1 0-496-16,0 0-96 0,-1 0-32 0,1 0 0 15,-1 0-160-15,0 1 0 0,0 1 144 0,-1-2-144 16,0 2 0-16,0 0 0 0,0 0 0 0,-2 1 128 15,0-1-128-15,0 1 0 0,-2-1 0 0,0 1 0 16,1 1 0-16,0-3 0 0,-1 1 0 0,-1 0 0 16,2 0 0-16,-2-2 0 0,1 2 0 0,2-2 0 15,0 0 0-15,0 0 0 0,1 0 0 0,1-2 128 0,0 2-128 0,1-2 0 16,0 0 0-16,1 0 0 0,0-1 0 0,1 0 128 16,1 1-128-16,-1 2 128 0,-1 0-128 0,1-2 0 15,0 2 0-15,0 0 128 0,-1 0 80 0,0 2 32 16,-1-2 0-16,0 2 0 0,-1-2 272 0,0 3 48 15,-1-1 16-15,0 1 0 0,0-1-320 0,-1 0-64 16,1 0-16-16,0-1 0 0,0 1-176 0,-1-2 0 16,1 2 0-16,0-2 128 15,1 0-128-15,-1 0 160 0,2 0-160 0,0-2 160 0,0 0-304 0,0 1-64 0</inkml:trace>
  <inkml:trace contextRef="#ctx0" brushRef="#br0" timeOffset="121238.94">19339 7733 10127 0,'1'-7'896'0,"0"3"-704"16,0 1-192-16,0 1 0 0,0 1 736 15,0-1 112-15,1-2 32 0,1-4 0 0,-1-1 784 0,2 0 144 16,0-1 48-16,-1 3 0 0,0 2-736 0,-1 3-144 16,0 2-16-16,-1 0-16 0,-1 2-560 0,-1 1-96 15,0 6-32-15,-1-2 0 16,-1 3 96-16,0 2 16 0,-2 2 0 0,0 2 0 0,1-1-32 0,-2-1 0 16,1 1 0-16,0-2 0 0,5-13 0 0,-6 26 0 0,6-26 0 0,0 0 0 15,0 0-192-15,0 0-144 0,4 38 192 16,-1-36-192-16,2-1 144 15,-1-1-144-15,3-1 0 0,-2-1 144 0,3 0 112 0,-2-3 0 0,1 0 16 0,-1 1 0 16,1-1-144-16,-2 0-128 0,1 0 192 0,-1-2-192 16,1 1 0-16,-1 0 0 0,-1 0 0 0,1-2 0 15,0 1 0-15,1-4 0 0,0 1 0 0,2-2 0 16,0 0 0-16,1-2 0 16,1 0 0-16,-1 2 0 0,-1 1 0 0,0 0 0 0,-1 0-192 0,0 3 192 15,-2 1 0-15,-1 1 0 0,-1 3 0 16,-1 1 0-16,-1 2 0 0,-2 4 0 0,-1-1 0 0,-1 1 0 0,0 3 448 0,-1 0 16 15,1-1 16-15,-1 1 0 0,-1 2 48 0,2 0 16 16,-1-2 0-16,1 1 0 0,2-1-352 0,0 1-64 16,1 0 0-1,0-1-128-15,0-2 0 0,2 0 0 0,1-1 0 16,2-1 0-16,0 2 0 0,2-3 0 0,0 0 0 0,1 1 0 16,1 0 160-16,0 1-160 0,-1-2 128 0,1 0-128 15,-2 1 240-15,-1 2-48 0,-1-3 0 0,0 3 0 16,-1-3-192-16,-2 3 0 0,1-3 0 0,1 1 0 15,0-1-336-15,0-2 32 0</inkml:trace>
  <inkml:trace contextRef="#ctx0" brushRef="#br0" timeOffset="121744.16">20183 7586 19343 0,'-2'-4'848'0,"0"1"192"0,0 1-832 0,0 2-208 15,1-2 0-15,0 1 0 0,-1 1 240 0,0 0 0 16,0-2 0-16,-2 2 0 0,-1 0 512 0,0 0 96 0,0-2 32 0,-1 2 0 16,0 0-544-16,0 2-96 0,-2-2-32 15,-1 0 0-15,0 2-208 0,-2 1 0 0,0 0 0 0,0 1 0 16,0 0 0-16,1 1 0 0,0 0 0 0,-1 0 0 16,0 2 144-16,2 0 48 0,1-1 0 0,-1 2 0 15,3-1 496-15,0 1 96 0,2-2 32 0,1 2 0 16,2-1-416-16,1 0-80 0,2-2 0 0,1 0-16 15,3-1-304-15,-6-4 0 0,0 0 128 0,0 0-128 16,35 11 272-16,-24-10 0 0,1 1 0 0,0 1 0 16,-1-1-16-16,-2 1 0 0,-1-1 0 0,0 0 0 15,-3 0-96-15,0 1-32 0,-2 0 0 0,-2 1 0 0,-1-2-128 16,-2 3 0-16,-1 0 0 0,-3-3 128 0,0 3 0 16,-3 0-128-16,-2 0 192 0,0 2-64 0,-1-3 384 0,-1 1 64 15,-2 2 0-15,2-2 16 0,0 0-240 0,0-3-48 16,1 3-16-16,2-3 0 0,2 1-288 0,1-1 0 15,4-2 0-15,1-2 0 0,2-1 0 16,3 1 0-16,1-3 0 0,3 3-15552 0</inkml:trace>
  <inkml:trace contextRef="#ctx0" brushRef="#br0" timeOffset="122916.5">19392 7631 3679 0,'3'-4'320'0,"0"1"-320"15,-2 2 0-15,-1 0 0 0,0 1 1104 0,0-2 160 16,1-1 16-16,0-1 16 0,0-1 464 0,0 0 96 0,0-1 0 0,-1 2 16 15,-1-1-112-15,-1 3-32 0,1 0 0 0,-1 2 0 0,1-2-512 0,-1 2-96 16,0 0-32-16,0 2 0 0,1 0-80 16,0 1-32-1,1 1 0-15,0 1 0 0,-1 2-336 0,1 0-80 0,-1 1-16 16,1-8 0-16,0 0-144 0,-3 30-16 0,3-30-16 0,0 0 0 16,-6 40-112-16,6-40 0 0,-4 26-16 15,1-14 0-15,-1 1-240 0,0 0 144 0,1-3-144 0,-2 2 128 0,1-2-128 0,1 1 0 16,0-3 144-16,0 1-144 15,1 0 0-15,1-4 0 0,1 2 0 0,1-1 0 0,2-2 0 0,-1 1 0 16,2-2 0-16,0 0 128 16,1-2-128-16,0 1 0 0,3-2 0 0,-1-3 0 0,3 3 128 15,-1-3-128-15,1 0 160 0,1-2-160 16,0 1 272-16,0-2-32 0,0 1-16 0,-1-2 0 0,0 2-224 16,-1-1 0-16,-1-1 0 0,-2 2 0 15,0 0 0-15,-2 0 0 0,0-1 0 0,-1 2 0 16,-1 0 0-16,-1-1 0 0,0 1 0 0,-1 0 0 0,0 0 0 0,0-1 0 0,0 1 0 0,-1-3 0 31,1 2 0-31,0-2 0 0,0-2 0 0,0-1 0 16,0 0 0-16,1-2 0 0,0 0 0 0,1 1 0 15,0-1 0-15,1 0 0 0,0 3 0 0,0-1 0 0,0 3 0 16,1 0 0-16,-1 2 0 0,0 0 0 0,-1 1 0 0,0 1 0 16,1 1 0-16,-2-1 0 0,1 1 0 0,-2 1 0 15,1 0 0-15,-1 1 0 0,0 0 0 0,0 0 0 16,-1 0 0-16,1 0 0 0,0 1 0 0,0-1 0 15,0 0 0-15,0 0 0 0,0-1 0 0,0 1 128 16,1 0-128-16,0 0 0 0,0 0 0 0,-1 0 0 16,0 0 0-16,1 0 0 0,0 0 0 0,0 0 0 0,0 0 0 0,0 1 0 15,-1 0 0-15,0 2 128 0,0-1-128 0,0 1 0 16,-1 1 0-16,-1 1 0 0,0 0 0 0,1-1 0 16,-2 4 0-16,0-2 0 0,0 2 128 0,0 1-128 15,0-2 0-15,-1 3 144 0,0-1-144 0,2 1 128 16,-1 1 0-16,0-2 0 0,0 2 0 0,0-2 0 15,2 0 0-15,-1 1 0 0,1-3 0 0,-1 0 0 16,1 1-128-16,1-1 192 0,-1 2-192 0,0-2 192 16,1 0-192-16,0-2 0 0,0 2 0 0,0-2 128 15,0 0-128-15,-1-1 128 0,1 1-128 0,0-2 128 0,0 1 32 16,0-1 0-16,1 1 0 0,0-1 0 0,0-1 64 0,0 0 16 16,1 0 0-16,0-2 0 15,0 3-112-15,1-3 0 0,0 1-128 0,1 1 192 0,0-2-192 0,1 0 0 16,0 0 128-16,-1-2-128 0,1 2 0 0,0-1 0 15,1 1 0-15,-1-2 0 0,0 1 0 0,1-1 0 16,-2 0 0-16,1 0 0 0,0-1 0 0,-2 1 0 16,1-1 0-16,0 1 0 0,-1 0 0 0,-1-1 0 15,0 1 0-15,0-1 0 0,-2 1-144 0,0 1-32 16,0 1 0-16,-2 1-16800 0</inkml:trace>
  <inkml:trace contextRef="#ctx0" brushRef="#br0" timeOffset="123837.77">19866 7572 8287 0,'0'0'736'16,"-1"-2"-592"-1,0 2-144-15,0 0 0 0,0 0 528 0,0 0 80 0,1 0 16 0,-3-2 0 16,1 2 976-1,-2-1 192-15,2 1 32 0,0 1 16 0,1-1-400 0,0 2-80 16,2-2-16-16,0 0 0 0,1 0-320 0,2-2-64 16,1 1 0-16,0-1-16 0,1-1-128 0,0 1-32 15,1 0 0-15,0-2 0 0,1 3-624 0,-1-2-160 16,0 1 0-16,-1 1 0 0,0 0-272 0,-3 1-96 0,0 2-16 0,-2 0-11776 16</inkml:trace>
  <inkml:trace contextRef="#ctx0" brushRef="#br0" timeOffset="124037.69">19821 7700 9215 0,'3'-5'400'0,"0"0"96"0,0 3-496 0,0 0 0 0,0 0 0 0,-2 0 0 16,1 1 1328-16,1-2 160 0,3 1 48 0,-1 0 0 16,1-2 768-16,-3 3 144 0,1 1 48 0,-3 3 0 15,-2-1-1376-15,-1 5-272 0,-1 2-48 0,-3 1-16 16,0 2-256-16,-2 0-48 0,0 2-16 0,0-1 0 15,1 0-16-15,-1 1-16 0,0 0 0 0,1-2 0 16,1 0-96-16,1-1-16 0,0 0 0 0,2-5 0 0,1 2-144 0,1-4-48 16,1-1 0-16,0 0 0 15,1-1-128-15,1-2 0 0,1-2 144 0,1-1-144 0,0 0 0 0</inkml:trace>
  <inkml:trace contextRef="#ctx0" brushRef="#br0" timeOffset="124502.5">20668 7562 4607 0,'1'-6'400'0,"-1"3"-400"0,0 0 0 0,-1 3 0 16,1 0 4560-16,-1 1 832 0,0 2 176 0,-1-1 16 15,-2 2-4112-15,-2 3-816 0,1 0-160 0,-3 3-48 16,1-1-64-16,-1 3-32 0,0 0 0 0,0 0 0 0,0 2-352 0,1 1 0 16,0 1 0-16,-3-2 0 0,1 1 0 0,0 1-160 15,0-1 160-15,-1 1 0 0,4-4 0 0,0 0 0 16,3 0 0-16,1-5 0 0,2-7 0 0,0 0 0 16,0 0 128-16,0 0-128 0,0 0 656 0,0 0 48 0,38 22 0 0,-26-25 0 15,4-4-144-15,-1 2-32 0,2-3 0 16,-2-1 0-16,0 2-656 0,-2-3-144 15,-2 3-32-15,-2-2 0 16,-2 1-2064-16,-2 2-400 0,-4-1-96 0,-4 3-8016 0</inkml:trace>
  <inkml:trace contextRef="#ctx0" brushRef="#br0" timeOffset="124677.75">20367 7748 7023 0,'-13'0'144'0,"6"0"48"0,1-2 0 0,3 1 0 0,3 1-192 0,1 0 0 0,2-2 0 16,0 1 0-16,1-1 3600 0,4 0 688 0,3-2 128 0,3-1 16 15,2 1-976-15,2-2-208 0,1 1-48 0,0 1 0 16,1-3-1504-16,-1 4-304 0,2-2-64 0,0 0-16 0,-1 1-848 0,2-3-160 16,0 2-48-16,-2 0 0 0,0 0-256 0,-1 1 0 15,2-3 0-15,-1 2 0 0,0-2 0 0,0 2-176 16,-2-2 176-16,-2 2-17840 0</inkml:trace>
  <inkml:trace contextRef="#ctx0" brushRef="#br0" timeOffset="124989.39">20906 7636 9215 0,'3'-2'816'0,"-1"-1"-656"0,1 1-160 0,-2 0 0 16,0 1 1392-16,0 1 240 0,-1 0 48 0,0 0 16 0,1 0 992 0,0 1 208 16,-1 1 48-16,0 0 0 0,-2 2-1744 0,-1 2-352 15,-1-1-64-15,0 2-16 0,-2 4-544 0,0-1-224 0,-1 2 176 0,1 0-176 16,0 0 208-16,1 0-48 15,0-1-16-15,5-11 0 0,0 0 336 0,0 0 64 0,-2 36 16 16,2-36 0-16,0 0-64 0,0 0-16 16,0 0 0-16,36 14 0 0,-24-17 240 0,2-1 48 15,1-3 16-15,2 0 0 0,-1-3-432 0,-1 3-96 0,-2 0 0 0,-1-3-16 16,-1 2-240-16,-1 0 0 16,-3 1 128-16,-2-2-128 0,-2 1 0 0,-3 1 0 0,-2 0 128 0,-5 0-128 15,1 1 416-15,-5 1 32 16,-3 1 16-16,-3 2 0 0,-2 1-16 0,2 0-16 0,-2 3 0 0,4-2 0 15,2 3-304-15,2 0-128 0,5 1 0 0,2-2-17920 16</inkml:trace>
  <inkml:trace contextRef="#ctx0" brushRef="#br0" timeOffset="128970.76">21422 7643 6447 0,'-3'3'576'0,"-1"-1"-576"15,1 0 0-15,2 0 0 0,-1 1 624 0,0-1 16 16,-2 3 0-16,-4 3 0 0,-1 3 816 0,-2 3 160 16,2-2 48-16,1 1 0 0,2-2-416 0,2-2-80 15,1-1-16-15,3-4 0 0,1 1-192 0,2-3-32 16,2-1-16-16,0-2 0 0,4 1 192 0,-1-4 48 15,0 1 0-15,3-1 0 0,1-2-464 0,1 0-96 0,1-2-16 0,2 1 0 16,0-1-416-16,-1 0-160 0,-1-2 0 0,0 1 144 16,-3-1-144-16,-2-1 0 0,-2 3-160 0,-1-1 160 31,-2 0-688-31,-3 2-32 0,-1-1-16 0,-3 2 0 16,0 1-160-16,-2 2-48 0,-1-2 0 0,-2 5 0 0,0-2 688 0,-2 4 128 0,-2 1 128 15,-1 1-192-15,-1 1 320 0,1 1 48 0,-1 2 16 16,0-1 0-16,1 3 448 0,-2 0 80 0,1 2 32 0,1 0 0 15,0 1-288-15,1-1-48 0,3 0-16 0,2-3 0 16,2 1-192-16,1 0-32 0,3-4-16 0,2 2 0 16,2-3-16-16,2 0 0 0,1 0 0 0,3-2 0 15,1-2 64-15,2 1 16 0,2-2 0 0,0 0 0 16,-1 0-64-16,1-2-16 0,0 1 0 0,2 1 0 0,0 0-144 16,-1-2 0-16,0 2 0 0,-1-1 0 0,-1 0 0 15,0-1 0-15,0 0 0 0,-1-1 0 16,-1-2-240-16,1 3 32 0,-1-3 0 0,0 0-12496 15</inkml:trace>
  <inkml:trace contextRef="#ctx0" brushRef="#br0" timeOffset="129183.96">21732 7586 16575 0,'-3'-1'736'0,"1"0"160"0,1 1-720 0,0-2-176 16,0 2 0-16,1 0 0 0,0 0 1840 0,0 0 336 0,1 0 64 16,1 0 0-16,0 0-880 0,3 0-176 0,1 0-32 0,1 0-16 15,-1 0-928-15,0-2-208 0,0 2 0 0,0 0 0 16,1 0-304-16,-3 0-64 0,1 2-16 0,-2 0-12000 16</inkml:trace>
  <inkml:trace contextRef="#ctx0" brushRef="#br0" timeOffset="129318.21">21749 7617 4607 0,'-3'1'192'0,"0"1"64"0,1-2-256 0,0 2 0 0,2-2 0 16,-1 0 0-16,0 1 2112 0,-1 2 368 0,-1 0 80 0,0 3 0 15,-1 2 144-15,-1 2 32 0,0 1 0 0,1 1 0 16,0 0-1424-16,-1 0-288 0,2 0-48 0,-1 0-16 16,4-12-768-16,0 0-192 0,0 0 0 0,-3 36-8032 15,3-36-1616-15</inkml:trace>
  <inkml:trace contextRef="#ctx0" brushRef="#br0" timeOffset="129515.36">21826 7608 19343 0,'-3'2'1728'0,"0"0"-1392"16,2 0-336-16,0-1 0 0,1 1 1152 0,0-1 176 15,0 3 16-15,0-2 16 0,1 5 1232 0,-1-7 240 16,0 0 48-16,0 0 16 0,34 17-2000 0,-20-15-416 15,4-2-80-15,1-2-16 0,0 0-384 0,2-1 0 16,-2-2 0-16,0 2 0 16,-1-1-896-16,-3-1-96 0,-1 1-32 0,-3 0-13888 15</inkml:trace>
  <inkml:trace contextRef="#ctx0" brushRef="#br0" timeOffset="129768.7">21970 7422 12895 0,'0'-4'1152'0,"0"2"-928"0,1 2-224 0,-1 0 0 16,-1 2 1232-16,0 0 208 0,1 3 32 0,-3 2 16 15,3-7 752-15,-8 33 128 0,2-8 48 0,-3 7 0 0,-2 2-1104 0,1 1-224 16,-2 0-32-16,1-1-16 0,0-3-496 0,1-1-96 16,0-1-32-16,2-5 0 0,2-6-192 0,0 0-32 15,6-18-16-15,-7 30 0 16,7-30-176-16,0 0 0 0,0 0 0 0,0 0 0 15,0 0 0-15,0 0 240 0,0 0-64 0,0 0-16 0,34 16 224 0,-21-28 32 16,3-1 16-16,1-3-10576 16,4-4-2112-16</inkml:trace>
  <inkml:trace contextRef="#ctx0" brushRef="#br0" timeOffset="130149.17">22162 7470 11967 0,'-1'0'1072'0,"1"0"-864"16,0 0-208-16,0 0 0 0,0 0 1664 0,0 0 304 0,0 0 48 0,1 0 16 15,0 0 464-15,1-1 80 0,1 1 32 0,1-1 0 16,0-1-992-16,1 1-192 0,0 1-32 0,-2 0-16 16,0 1-384-16,0 1-80 0,-1 2-16 0,-2 4 0 15,0-8-448-15,0 0-80 0,-11 33-32 0,2-16 0 16,-2 3-160-16,-3 2-48 0,-2 3 0 0,2 0 0 16,-1-1-128-16,2-1 0 0,3-2 0 0,0-1 0 15,4-4 0-15,1-2 0 16,5-14 0-16,0 0 0 0,0 0 0 0,0 0 0 0,0 0-128 0,0 0 128 15,0 0 0-15,0 0 0 0,0 0-144 0,0 0 144 16,34 14 0-16,-26-22 0 0,0 0-128 0,1-2 128 16,-2 1 0-16,0 0-128 0,1-1 128 0,-1 1 0 15,1-1 0-15,-1 1-128 0,0-1 128 0,-2 3 0 16,1 0 0-16,-1 0 0 0,0 4 0 0,-1-1 0 16,-2 2 0-16,1 2 0 0,-1 2 128 0,-1 0-128 0,-1 1 0 0,-1 4 176 15,-1 0-176-15,0 2 160 16,2-9 64-16,0 0 16 0,-8 28 0 0,8-28 0 0,-6 22-240 15,2-12 0-15,1 1 0 0,0-4 0 16,0 3 0-16,2-3 0 0,-1-1 0 0,1 0 0 0,0-3 0 0,1 1 0 16,0-2 0-16,2-2-11648 15,0 0-2256-15</inkml:trace>
  <inkml:trace contextRef="#ctx0" brushRef="#br0" timeOffset="130504.4">22264 7693 13823 0,'-1'0'1216'0,"1"0"-960"0,0 0-256 0,0 0 0 0,0 2 1280 0,0-2 192 16,1 0 64-16,2 0 0 0,1 3 832 0,2-3 160 0,4 0 32 0,3 0 16 15,1 0-1904-15,1-3-384 16,1 1-80-16,0-1-16 0,0 0-192 0,-1 0 0 16,-1-3 0-16,-2 2 0 0,-1-1 0 0,-2 0 0 0,-3 1 0 0,-1-1 0 15,-1 0 0-15,-2 1-128 0,-2-1 128 0,-1 0 0 16,-1 1 0-16,-2-1 0 15,-2 1 0-15,0-2 144 0,-1 1 16 0,-1 1 0 0,-1-4 0 0,0 4 0 0,-1-4 432 0,1 2 96 0,1-2 16 0,-1 4 0 32,3-1-496-32,0 3-80 15,3 2-128-15,-1 2 176 0,1 3-176 0,0 0 0 0,3-5 0 0,0 0 0 16,-6 30 0-16,6-30 0 0,0 0 192 0,-8 45-64 16,8-45 592-16,0 0 112 0,-3 48 32 0,3-48 0 15,0 0 32-15,2 40 0 0,-2-40 0 0,0 0 0 16,0 0-512-16,0 0-80 0,0 0-32 0,27 39 0 15,-19-38-272-15,-1-1 0 0,2 0 0 0,1-2 0 16,0-2 0-16,0-1 0 0,0 0 0 0,1 0-11920 16,-1-2-2416-16</inkml:trace>
  <inkml:trace contextRef="#ctx0" brushRef="#br0" timeOffset="130876.1">22570 7643 14735 0,'-2'-2'1312'0,"0"2"-1056"16,0 0-256-16,1 0 0 0,0 0 2144 0,0 0 368 16,1 0 80-16,0 2 16 0,-1-2 496 0,1 0 96 15,1 1 32-15,0 1 0 0,2-2-2400 0,0 0-496 0,1 0-80 0,1 0-32 16,1-2-224-16,0 1 128 0,1 1-128 0,0 0 0 16,-1 0 0-16,0 0 0 0,-1 1 0 0,-2 3 0 15,-3-4 0-15,0 0 0 0,0 0 0 0,0 0 0 16,0 0 0-16,-1 42 0 0,-3-32 0 0,-2 2 0 15,2-3 0-15,-2 1 0 16,0-1 0-16,-1 1 0 0,1-1 0 0,-1-2 0 16,1 3 0-16,2-5 0 0,-1 2 0 0,2-3 0 0,1 1 0 15,-1-2 0-15,2-1 0 0,0 0 0 0,1-2 0 0,1 0 0 16,0-2 304-16,2 0-48 0,0-3 0 0,2 0 0 0,1-2 400 0,1 1 80 16,0-2 16-16,3-2 0 15,-1-1-496-15,1 1-80 0,1-2-32 0,-1 3 0 0,1 0-144 0,-2 1 0 16,-1 3 0-16,1 0 0 0,-2 2 0 15,0 0 0-15,-1 0 0 0,0-1 0 16,-2 3 0-16,1-1-176 0,-1 0 48 0,0-1-17920 16</inkml:trace>
  <inkml:trace contextRef="#ctx0" brushRef="#br0" timeOffset="131644.88">23226 7516 16575 0,'-1'-3'1472'0,"-1"1"-1168"16,1 1-304-16,1 1 0 0,-1 0 336 0,-1 0 16 15,-2 0 0-15,-2 0 0 0,0-2 576 0,-3 2 112 16,-3 2 32-16,-1-2 0 0,-1 3-608 0,0 0-112 16,0 1-32-16,1 0 0 0,1 1-320 0,1-2 0 15,1 1 0-15,1-1 128 0,3 2-128 0,0-2 0 16,1 0 0-16,1 0 128 0,0 2 176 0,0-1 32 15,1 1 16-15,0 0 0 0,0 0 448 0,0 0 96 16,1 1 0-16,0 0 16 0,1 0-560 0,1 0-112 0,2 0-32 0,0-1 0 16,3 0-208-16,-5-5 0 0,0 0 0 15,29 12 0-15,-15-10 0 0,0 1 0 0,1-1-144 0,0 1 144 16,1 1 0-16,-1-2 0 0,0 0 0 16,-3 2 0-16,-1 0 0 0,-11-4 288 0,0 0-32 0,0 0-16 15,0 0-240-15,0 0 144 0,0 0-144 0,7 45 128 16,-15-38-128-16,-3 1 0 0,-2 0 0 0,-2 0 128 15,-1-1-128-15,0 2 128 0,-2-2-128 0,1 0 128 16,2 1-128-16,2-4 128 0,1 1-128 0,2 0 128 0,4-3-128 16,1 0 0-16,3-1 0 0,3-1-8768 15,3-1-1792-15</inkml:trace>
  <inkml:trace contextRef="#ctx0" brushRef="#br0" timeOffset="131888.9">23390 7542 20271 0,'-4'-3'896'0,"0"0"192"0,0 3-880 0,1-2-208 16,0 4 0-16,0-2 0 0,0 1 1920 0,-1 3 352 0,-3-1 64 0,-1 3 16 16,-2 2-768-16,0 2-160 0,1 1-16 15,2 1-16-15,2 2-928 0,5-14-176 0,0 0-32 0,-2 41-16 16,2-41-240-16,0 0 0 0,11 47 0 0,-11-47 0 16,0 0 0-16,11 57 0 0,-11-57 0 0,2 42 0 15,-2-42 0-15,-4 46 0 0,4-46-128 0,-13 52 128 16,5-31 0-16,0 0 0 15,-2 1 0-15,2-6 0 0,0-1 0 0,1-4 0 16,2-1 0-16,1-5 0 0,0 0-128 0,2-3 128 0,0-2 0 0,-1-2-10240 16,2-1-1952-16</inkml:trace>
  <inkml:trace contextRef="#ctx0" brushRef="#br0" timeOffset="132173.17">23298 7615 17503 0,'-1'-1'1552'0,"0"0"-1232"16,2 1-320-16,0-1 0 16,-1 1 480-16,1 0 32 0,1-1 16 0,2 0 0 0,2 1 1264 15,1-4 256-15,4 1 64 0,3 0 0 16,2-1-864-16,0 1-160 0,3-2-48 0,0 2 0 0,-2 0-528 0,-1 0-128 0,-1 1 0 0,-3 0-16 31,-3 2-368-31,-1 2 0 0,-4 1 0 0,-1 2 0 16,-2-1 0-16,-3 3 0 0,-1-2 0 0,-2 4 0 0,-4-1 0 0,0 1 0 0,0 2 0 15,-1-1 0-15,-2-1 0 0,2 1 0 16,0-1 0-16,1-1 0 0,0-1 0 0,3 0 0 16,-1-3 0-16,2 1 0 0,0 0 0 0,2-3 0 15,-1 1 0-15,1-1 0 0,1 0-288 0,0-1 32 0,1-1 0 16,0 0-9056 0,1-1-1808-16</inkml:trace>
  <inkml:trace contextRef="#ctx0" brushRef="#br0" timeOffset="132574.1">23485 7648 14735 0,'0'0'1312'15,"1"0"-1056"-15,0 0-256 16,-1 0 0-16,1 0 1504 0,0 0 240 0,0 1 48 0,2-1 16 16,2 1 448-16,1 1 96 0,3-2 16 0,1 3 0 15,1-3-1728-15,0 1-320 0,2 0-80 0,0 0-16 0,1-1-224 0,-1 2 0 0,0-4 0 0,-1 1 0 16,-1 0 0-16,-2 0 0 15,-2 1 0-15,-1-3 0 16,-1 1 0-16,-1 1-128 0,-1-2 128 0,-2 0 0 16,-1 1 0-16,0-3 0 0,0 3 0 0,0-1 0 15,0-2 0-15,-1 2 0 0,0 0 0 0,0-3 0 16,-1 2 0-16,1-3 0 0,1 0-128 0,-1-3 128 16,0 3-128-16,0 0 128 0,0-3-192 0,0 1 192 15,-1 2 0-15,1 0 0 0,-2 4 0 0,-2 0 0 16,1 3 144-16,-3 0 48 0,1 3 0 0,-1 0 0 0,0 0 480 0,-2 3 96 15,1 2 32-15,-1 1 0 0,-1 3-176 0,2 2-48 16,0 0 0-16,8-14 0 0,-12 30-144 0,12-30-48 16,-7 32 0-16,7-32 0 0,0 0-32 0,0 45-16 15,0-45 0-15,0 0 0 0,0 0-336 0,21 39 144 16,-21-39-144-16,0 0 0 0,30 15 0 0,-18-14 0 16,1-1 0-16,0-1 0 0,0-1-224 0,-1 0-48 15,0-3-16-15,0 0-16448 16</inkml:trace>
  <inkml:trace contextRef="#ctx0" brushRef="#br0" timeOffset="133006.79">23734 7661 20271 0,'-1'1'896'0,"1"-1"192"0,-1 2-880 0,1-2-208 0,0 1 0 0,1-1 0 15,-1 2 2032-15,2-2 352 0,2 2 80 0,1 1 16 16,1-1-1120-16,3 0-208 0,3 0-64 0,0 1 0 15,0-3-768-15,1 0-176 0,1 0-16 0,0-3-128 16,0 1 0-16,-2 0 0 0,0-3 0 0,-1 0 0 16,-3 1 0-16,0-1 0 0,-1-1 0 0,-3 0 0 0,-1-1 0 0,-2 2 0 15,-1-2 0-15,-3-2 0 16,1 2 0-16,-4-3 0 0,0 3 0 0,-1-2 0 16,1 1 0-16,-2 1-176 0,1 0 176 0,0 5-160 15,1-2-224-15,1 4-64 0,0 0 0 0,1 2 0 0,1 0 80 0,0 0 16 16,0 1 0-16,2 1 0 0,-1-1 352 0,1 1 0 15,0-1 0-15,-1 2 0 0,0-1 0 0,0 1 0 16,0 0 128-16,0-1-128 0,-2 1 160 0,0 0-160 0,0 0 192 0,-2 2-192 16,0-2 640-16,-2 2 0 15,1 0 16-15,0 0 0 0,1 0-80 0,-2 0 0 0,3 3-16 0,-1-4 0 16,2 2 48-16,2-3 16 16,1 2 0-16,1-2 0 0,0-5-240 0,0 0-32 0,0 0-16 0,0 0 0 15,0 0-128-15,37 25-16 16,-26-24-16-16,3 1 0 0,1 0-176 0,-1-2 0 15,1 1 0-15,-2-2 0 0,0 1 0 0,-1 0 0 0,1-2 0 0,-2 0 0 32,-1 1-768-32,-1-2-144 0,-1 2-32 0,-2-3-15552 0</inkml:trace>
  <inkml:trace contextRef="#ctx0" brushRef="#br0" timeOffset="133538.85">24060 7646 22111 0,'4'-2'976'0,"-3"1"208"0,0 1-944 0,0-2-240 0,1 2 0 0,-1 0 0 0,1-2 928 0,1 1 144 15,1-1 16-15,4 1 16 0,-1-2-672 0,2 0-144 0,1 0-32 0,-2 1 0 16,0-2-256-16,-2-1 0 0,0 2 0 0,-1-3 0 16,-1 1 0-16,0 0 0 0,-3-2 0 0,0 2 0 15,-1-2 0-15,-1 2 0 0,-1 0 0 0,-2 0 0 31,0 1 144-31,0-1-144 0,-2 2 0 0,0 0 144 16,0 2 16-16,-1-1 0 0,1 2 0 0,-1 0 0 0,1 2-160 0,-1 0 0 16,1 1 144-16,0 4-144 0,0-3 0 0,0 4 0 15,6-8 0-15,-12 16 128 0,12-16 176 0,0 0 32 16,-14 28 16-16,14-28 0 0,0 0 64 0,0 0 16 16,0 0 0-16,-1 42 0 0,1-42-272 0,0 0-160 15,0 0 192-15,0 0-192 0,0 0 0 0,0 0 0 0,30 23 0 16,-24-23 0-16,0-2 0 0,0-1 0 15,0-1 0-15,0-1-144 0,0 0-48 0,0-2-16 16,-1 0 0-16,1-3 0 16,-1 3-960-16,0-4-192 0,0 1-48 0,0-2 0 15,0 0 192-15,1-2 48 0,-1-3 0 0,3-2 0 0,-1-2 544 16,1-2 112-16,2-2 32 0,-1-1 0 16,1 1-544-16,0 3-96 0,1 5-32 0,-3 3 0 0,-3 7 2176 0,-3 5 448 15,-1 2 64-15,-3 3 32 0,-1 5 608 0,3-8 112 0,-14 27 16 16,14-27 16-16,-20 38-576 0,9-14-112 15,-2 4-32-15,0 2 0 0,1 1-416 0,-1 2-96 0,2 1 0 0,1-4-16 16,10-30-528-16,-13 55-96 0,13-55-32 0,-5 45 0 16,5-45-288-16,0 0-128 0,8 43 0 0,-8-43 128 0,0 0-128 0,0 0 0 15,0 0 0-15,30 33-11968 16,-22-33-2336-16</inkml:trace>
  <inkml:trace contextRef="#ctx0" brushRef="#br0" timeOffset="134691.23">24512 7560 16575 0,'0'-2'1472'16,"1"0"-1168"-16,-1-1-304 0,0 3 0 0,0-2 608 0,0 1 64 16,1-1 16-16,0 0 0 0,-1-3 768 0,0 0 144 15,0 1 48-15,0 1 0 0,-1 1-1072 0,0 2-224 0,0 2-32 0,-1 1-16 16,-1 2 16-16,-1 4 16 16,0 1 0-16,-1 2 0 0,-1 2 160 0,1 0 16 0,-2 1 16 0,2 1 0 15,-1 1-336-15,6-17-64 16,-7 28 0-16,5-16-128 0,2-12 176 0,0 0-176 15,0 0 160-15,0 0-160 0,0 0 0 0,0 0 0 16,35 29 0-16,-24-32 0 0,3-2 0 0,-1-1 0 16,1-2 0-16,0 1 0 0,-1-3-192 0,-1-2-48 0,0-1 0 0,-2-1 0 31,0 1-304-31,-3 1-64 0,-1-2-16 0,-2 2 0 0,0 0 320 0,0 2 64 0,-2 2 16 0,0 1 0 16,-1 2 224-16,0 2 0 0,-1 0 144 15,-2 3-144-15,1 3 816 0,-1 0 64 0,-2 3 16 0,-1 0 0 16,1 3 176-16,-2 2 32 0,0 1 16 0,2 2 0 15,4-14-592-15,-7 26-112 0,7-26-32 0,0 0 0 16,2 39-384-16,-2-39 0 0,0 0 0 0,0 0 0 16,19 45 0-16,-19-45 0 0,0 0 0 0,0 0 0 15,30 18 0-15,-20-18 0 0,0 0 0 0,0-3 0 16,1-1-736 0,-1-1-32-16,0-1 0 0,-1-2 0 0,-1-1-1536 0,0 0-320 0,-2-1-64 0</inkml:trace>
  <inkml:trace contextRef="#ctx0" brushRef="#br0" timeOffset="134938.04">24844 7451 1839 0,'0'1'160'16,"1"1"-160"-16,-1 0 0 0,-1 0 0 15,1 0 1744-15,-1-1 320 0,-1 3 64 0,-1 1 16 0,-1 5 384 0,-2 2 80 16,-3 2 16-16,-1 2 0 0,-1 3-832 0,0-2-144 16,0 0-48-16,0 1 0 0,1 1-480 0,2 0-96 15,2-1-32-15,-1 2 0 0,7-20-416 0,-10 43-64 16,10-43-32-16,-7 42 0 0,7-42-96 0,-3 44-32 15,3-44 0-15,-3 46 0 0,3-46-64 0,-1 48-16 16,1-48 0-16,2 48 0 0,-2-48-272 0,3 41 0 0,-3-41 0 0,0 0 0 16,7 53 0-16,-7-53 0 15,0 0 0-15,0 0-144 0,11 48 144 0,-8-41 0 16,0-2-144-16,-1-3 144 16,-1 0-896-16,-1-2-128 0,1-2 0 0</inkml:trace>
  <inkml:trace contextRef="#ctx0" brushRef="#br0" timeOffset="135266.23">24753 7691 19343 0,'-3'-7'848'0,"1"2"192"0,2 2-832 0,0-1-208 0,0 2 0 0,0 1 0 16,0-1 1024-16,1 0 144 0,1-2 48 0,1-2 0 15,1 1 128-15,3-2 48 0,0 0 0 0,1 0 0 0,-1 2-880 16,0 1-192-16,1-2-16 0,-1 2-16 0,0-1 32 0,-1 0 0 15,0 1 0-15,-1 1 0 0,1-2-320 0,-1 3 0 16,-1 0 0-16,2 0 0 0,-2 0 0 0,2 2 0 16,-1 0 128-16,-1 0-128 15,1 2 704-15,0-2 96 0,-1 2 16 0,1-1 0 0,-1 0 16 0,1 1 0 16,1 1 0-16,-2 0 0 0,1 0-592 0,-1 1-112 16,-1 3-128-16,-3-7 176 0,0 0-176 0,0 0 0 15,0 0 0-15,5 49 0 0,-8-37 0 0,-1 0 0 16,-3 0 0-16,-2-3 0 0,-1 1 0 0,-3-2 0 15,0 0 0-15,0-2 0 0,0 0 0 0,-1-1 0 0,1 0 0 0,1-3 0 16,1 1 0-16,3-1 0 16,3-2-176-16</inkml:trace>
  <inkml:trace contextRef="#ctx0" brushRef="#br0" timeOffset="139153.82">15069 8112 2751 0,'-4'0'256'0,"1"0"-256"0,0 0 0 0,1 0 0 15,2 0 1648-15,-1 0 272 0,-1 0 64 0,0 1 16 16,-2 1 192-16,0 0 48 0,-2-1 0 0,0 2 0 16,1-2-864-16,0 1-160 0,1-1-48 0,0 1 0 15,-1 0-528-15,2 1-96 0,-2-1-32 0,1 2 0 16,-1-1 0-16,0 3 0 0,0 0 0 0,-1 1 0 16,-1 1 80-16,0 3 16 0,0-1 0 0,-1 3 0 15,2-1-224-15,0 0-32 0,1 2-16 0,2-4 0 16,2 0-32-16,2-1-16 0,2-3 0 0,3-3 0 0,2 0-288 15,3-6 0-15,1 0 128 0,3-5-128 16,3-2 0-16,1-3 0 0,2-2 0 0,-2-2 0 0,0 1 0 0,-1-1 0 16,-3 1-128-16,0 1 128 15,-4 1-352-15,-1 1 32 0,-4 2 0 0,-3 2 0 0,-2 2 80 0,-3 2 32 16,-3 0 0-16,-3 3 0 0,-1 0 208 0,-3 2 0 16,-2 0 0-16,-2 2 0 0,-1-1 0 0,0 2 0 15,0 0 160-15,0-1-160 0,2 1 288 0,1-1-32 16,2 0 0-16,2-1 0 0,2 3 1152 0,1-1 240 0,3-1 32 15,2-1 16 1,1 0-2112-16,3-1-416 0,2 0-96 0,4 0-16 0,-1 0 688 0,3 0 256 16,0 0-176-16,1 0 176 15,0 0-960-15,0 2-80 0,0-1-32 0,-1 3-12048 0</inkml:trace>
  <inkml:trace contextRef="#ctx0" brushRef="#br0" timeOffset="139488.04">15242 8106 14735 0,'1'-2'640'0,"-1"1"160"16,1-1-640-16,0 2-160 0,0 0 0 0,-1 0 0 15,1 0 1728-15,1 0 304 0,0 0 64 0,3-2 16 16,1 2-1024-16,2-1-192 0,-1 1-32 0,2 0-16 0,-2 1-848 0,0 1 0 16,1 0 0-16,-1 1-192 0,-7-3 48 15,0 0 0-15,0 0 0 0,0 0 0 16,0 0 144-16,18 47-208 0,-19-35 80 0,-1 2 128 0,-2 0 0 0,-1 1 0 15,-2 1 0-15,0 0 0 0,0-1 0 0,0-1 0 16,1-4 0-16,0-1 0 0,0-1 0 0,2-3 0 16,1-2 128-16,0-3-128 0,1-2 336 0,2-2-16 15,1-3 0-15,2-1 0 0,0-5 832 0,1-2 144 16,3-2 48-16,-1-1 0 0,3 0-656 0,0 0-128 16,1-1-32-16,1 0 0 0,1 0-336 0,0 1-192 15,-1 3 192-15,-1 1-192 0,0 4 176 0,-2 1-176 16,1 6 160-16,-3 3-160 0,0 2 128 0,-2 3-128 0,-4-5 0 0,0 0 144 15,0 0-144-15,9 43-256 16</inkml:trace>
  <inkml:trace contextRef="#ctx0" brushRef="#br0" timeOffset="140220.95">15932 8104 11055 0,'4'-3'976'0,"-1"0"-784"15,-3 1-192-15,0 2 0 0,1-2 1424 0,-1 2 240 0,2-3 64 0,1-2 0 16,0 1 416-16,0-1 96 0,-2 0 0 0,-2 4 16 15,-2 1-928-15,-2 1-192 0,-1 2-48 0,-4 2 0 16,-1 1-752-16,-2 2-144 0,-2-1-48 0,-1 2 0 16,0 1-144-16,-1-1 160 0,0 0-160 0,-1 1 160 15,1 0-32-15,2-1 0 0,1 0 0 0,3-1 0 16,2-1 112-16,2 0 16 0,1-3 0 0,2 2 0 16,1-3 16-16,1 0 16 0,2 0 0 0,1-1 0 15,2 1 80-15,0-1 16 0,4 0 0 0,-1 1 0 0,3 0-48 16,-9-3 0-16,0 0 0 0,0 0 0 0,34 17-208 15,-34-17-128-15,0 0 160 0,0 0-160 0,40 23 0 0,-40-23 0 16,0 0 0-16,0 0 0 0,0 0 0 0,0 0 0 16,0 0 0-16,0 0 0 0,0 0 0 0,20 38 0 15,-25-36 0-15,-1-1 0 0,0 0 0 0,-2-1 0 16,-1 0 128-16,-2-2-128 0,1-1 0 0,-1 1 0 16,3-1 0-16,1-1 0 0,1 2 0 0,3-3 0 15,1 2 0-15,2-1 0 0,0 1 0 0,3-2 0 16,2-1 0-16,2 0 0 15,4 0-1120-15,2-4-112 0</inkml:trace>
  <inkml:trace contextRef="#ctx0" brushRef="#br0" timeOffset="140530.07">16065 8082 14735 0,'2'-7'640'0,"-2"4"160"0,2-1-640 0,-1 1-160 15,-1 1 0-15,0 2 0 0,0 0 1984 0,0-2 384 0,-1 1 64 0,-1-1 0 16,1 4 96-16,-3 1 16 0,0 2 0 0,-1 1 0 15,0 3-1568-15,-1 2-304 0,1-1-64 0,0 3-16 16,1 0-368-16,1 1-80 0,-1 0-16 0,1 0 0 0,1 0 48 0,-1 0 0 16,1 0 0-16,0-2 0 0,1-1 48 0,0 0 16 15,0 1 0-15,0 0 0 0,0-3-112 0,0 1 0 16,1 0-128-16,-1-3 192 0,1 1-192 0,0-2 0 16,0-2 0-16,0 1 0 15,0-2 0-15,1-1 0 0,0 0 0 0,1-2 0 0,1-2 0 0,0 2 128 16,1-3-128-16,-1-2 0 15,1 1 0-15,1-1 0 0,-1-1 0 0,2 0 0 16,-1 0 0-16,2 0 0 0,-1-2 0 0,3 2 0 16,-2-1-240-16,0 0 16 0,2 2 0 15,-1-2 0-15,1 1-1488 0,0 0-288 16,-2 1-64-16,0 3-12032 0</inkml:trace>
  <inkml:trace contextRef="#ctx0" brushRef="#br0" timeOffset="141290.01">16178 8205 8287 0,'2'-3'368'0,"-1"1"80"0,0 0-448 0,-1 2 0 0,1-2 0 0,-1 2 0 15,0 0 2080-15,1 0 336 16,-1-3 64-16,1 1 16 0,0 2 384 0,-1-2 96 0,0 2 16 16,-1 2 0-16,0-2-1216 0,-1 3-240 15,1 2-64-15,-2 1 0 0,0 0-1088 0,0 2-208 0,0 0-48 0,1 2-128 0,0-1 128 0,1 0-128 16,0 2 0-16,1-11 0 16,0 0 0-16,0 36 0 0,0-36 0 0,0 0 0 15,0 0 0-15,0 0 0 16,0 0 0-16,29 37 0 0,-20-37 0 0,-1-1 0 0,2-4 0 0,1 0 0 15,-1-2 176-15,0-1-176 16,0-1 160-16,-1 0-160 0,-1 0 0 0,-1-1 0 0,-2 0 0 0,-1 1 0 16,-2 0 0-16,-3-1 0 0,-1 1 0 15,-2 0 0-15,0 0 0 0,-3 0 0 0,-1 3 0 0,-1-2 0 16,0 2-144-16,0 1 144 0,-1 2 0 0,0 2-144 16,1 1 144-16,1 1 0 0,-1 1 0 0,2 3 0 15,0 0 0-15,2 0 0 0,0 2 0 0,2-3 128 16,1 4-128-16,1-4 144 0,0 1-144 0,2 0 160 0,0 0 32 15,1-2 16-15,1 1 0 0,2-2 0 0,0 0 112 16,1 1 0-16,1-3 16 0,1 0 0 0,1-2-192 0,0 1-144 16,3-2 192-16,-1-2-192 15,0 0 0-15,0 1 0 0,2-2 0 0,0 1 0 16,0-1 0-16,0 0 0 0,-1 0 0 0,0 0-144 0,0 0 144 16,-2 1-128-16,-1 1 128 0,0 1-128 0,-3 1 128 0,-1 1 0 15,-1 1 0-15,-2 3-128 0,-1-1 128 0,-1 2 0 16,-1 2 0-16,0 0 0 0,-2 2 0 0,-1 1 0 15,0 0 0-15,2 1 0 0,-2-2 0 0,1 1 0 16,0 0 0-16,1 1 0 0,2-1 0 0,-1-3 0 16,2 0 0-16,0-3 128 0,2 0-128 0,0-2 0 15,1-1 0-15,0 0 128 0,1-1-128 0,1-2 0 16,-1 0 0-16,1 0 0 0,-2 1 0 0,1-2 0 16,1-2 0-16,2 2 0 0,0-5 0 0,0 2 0 15,-1-1 0-15,0 1 0 0,-2 0-144 0,1 0 144 16,-1-2-160-16,0 1 160 0,-1 2-256 0,0 0 64 0,0 0 0 15,-1 0 0-15,-1 3-48 0,1 0 0 0,0 0 0 16,-1-1 0-16,1 3 240 0,-1 1 0 0,-2 0 0 0,1 0 0 16,0 3 0-16,0-1 0 0,0 3 128 0,-1 0-128 15,0 2 0-15,0 2 0 0,0 0 0 0,-1 1 0 16,0 2 0-16,0 1 0 0,1-13 0 0,0 30 0 16,0-30 0-16,0 0 0 0,7 49 0 0,-7-49 0 15,0 0 0-15,0 0 0 0,0 0 0 0,30 38 0 16,-21-38 0-16,0-4 0 0,0-1 0 0,2-4 0 15,0-3 128-15,0-2 64 0,1-3 0 0,-2-2 16 16,0-3 368-16,-1 1 80 0,-2 1 16 0,-2 0 0 16,0-1-192-16,-2 1-32 0,-1 2-16 0,-2 1 0 15,-2 3-432-15,-1 2 128 0,0 5-128 0,-3 2-17344 16</inkml:trace>
  <inkml:trace contextRef="#ctx0" brushRef="#br0" timeOffset="142120.65">16967 8241 24879 0,'2'2'2208'16,"-1"-2"-1760"-16,-1 1-448 0,0 0 0 0,0 0 1024 0,0 1 128 16,0-1 32-16,1 2 0 15,0 2-64-15,1-2-16 0,-2 1 0 0,2-1 0 0,0-1-864 0,1-2-240 16,0-2 0-16,0-1 0 0,1-1 0 0,1-3 0 15,0-1 128-15,0-1-128 0,0-1 0 0,-3-2-144 16,1 3 144-16,-3-3-208 0,0 3 0 0,-2-2 0 16,0 3 0-16,-2 1 0 0,-2-1 80 0,-1 4 128 15,-1 2-208-15,-2 0 80 0,1 2 128 0,-2 4 0 0,0 0 0 0,0 2 0 16,0 1 0-16,0 4 0 0,1 3 0 0,0 0 128 16,1 1-128-16,0 2 128 0,1 4-128 0,0 0 128 15,3 1 208-15,1-4 48 0,4-18 16 0,1 32 0 16,-1-32 48-16,0 0 0 0,0 0 0 0,0 0 0 15,38 28-192-15,-26-30-16 0,2-3-16 0,0-2 0 16,2-3 96-16,-1-2 0 16,-1 0 16-16,1-3 0 0,-1 0-336 0,-1-4 128 0,1 2-128 0,-2-5 0 15,-1 4 0-15,-2-2 0 0,-3 0 0 0,-1 0 0 16,-1-1 0-16,-1 0 0 0,0-1-144 0,-1-1 144 31,0 2-416-31,-1 1-16 0,0 1 0 0,-1 3 0 0,0 2 144 0,-1 5 32 0,0 1 0 0,0 6 0 0,1-1 256 0,-1 3 0 16,0 1 0-16,0 3 0 15,-1-2 160-15,1 4-16 0,-1 2 0 0,0 0 0 16,1 2 368-16,-1 1 80 0,2-11 16 0,-3 26 0 0,3-26-288 0,-2 31-64 16,2-31-16-16,-2 31 0 15,2-31-80-15,-2 31-16 0,2-31 0 0,-1 33 0 0,1-33-16 0,0 38 0 16,0-38 0-16,0 37 0 0,0-37-128 16,0 0 0-16,3 43 0 0,-3-43 0 0,0 0 0 0,0 0 0 15,17 41 0-15,-17-41 0 0,0 0 0 0,0 0-144 16,30 2 0-16,-22-9-17152 0</inkml:trace>
  <inkml:trace contextRef="#ctx0" brushRef="#br0" timeOffset="142873.99">17234 8155 13823 0,'-4'3'608'0,"2"-1"128"0,-1 1-592 0,0 1-144 0,1-3 0 15,1 1 0-15,-1 1 2048 0,0 1 368 16,-3 5 80-16,-1 1 0 0,1 4-368 0,-1-2-80 15,3 2 0-15,0-2-16 0,3-12-1264 0,0 0-256 16,0 30-64-16,0-30 0 0,0 0 128 0,0 0 0 0,0 0 16 0,20 41 0 16,-20-41-64-16,0 0-16 0,0 0 0 0,0 0 0 15,0 0-288-15,34 17-64 0,-29-19-16 0,1-2 0 16,-1 0-144-16,0-1 160 0,-1-3-160 0,-1-1 160 16,1 3-160-16,-2-4 0 0,0 0 0 0,-1-2 128 15,-2 1-128-15,0 0 0 0,-1-1 0 0,-2-1 0 16,2 0 0-16,-3 0 0 0,0 1 0 0,-1 1 0 15,0 1 0-15,1 0 0 0,-1 6-128 0,0-3 128 16,3 4 0-16,-2 3 0 0,1 2 0 0,-1 1 0 16,1 2 0-16,0 2 0 0,-1 0 0 0,2 3 0 0,0-1 240 15,2 0 16-15,1 1 0 0,1 0 0 0,-1-10 48 16,0 0 16-16,0 0 0 0,0 0 0 0,0 0-320 16,35 33 0-16,-26-31 0 0,0-2 0 0,1-2 0 15,2-1 0-15,0 1 0 0,0-5 0 0,1 2 0 0,0-2 0 16,0 1 0-16,0 0 0 0,0-1 0 0,-1-2 0 15,0 2 0-15,-1-1-144 0,-2 1 144 16,-1 2 0-16,-2 1 0 0,-2-1-128 0,-2 5 128 0,-2-2 0 16,-1 4 0-16,-2 0 0 0,-2 1 0 0,1 1 0 15,-2 4 0-15,0-2 0 0,1 4 0 0,-2 0 128 0,3 2-128 0,-2 2 0 16,2-2 0-16,1-1 0 0,3-11 0 0,-4 27 0 16,4-27 0-16,0 0 0 15,0 35 0-15,0-35 128 0,0 0-128 0,0 0 0 0,0 0 0 0,0 0 0 16,18 36 0-16,-13-36 0 0,1-1 0 15,1-3 0-15,1-1 0 0,-1-2 0 0,1 0 0 16,-1-3 0-16,0 1 0 0,1-3 0 0,-2 0 0 0,1 0 0 16,-2-2 0-16,0 2 0 0,0-2 0 0,-1 1 0 15,0 0 0-15,0 1 0 0,-3 5 0 0,1 0 0 16,-1 3 0-16,-1 3 0 0,0-1 0 0,0 4 0 0,-2-1 0 16,1 3 0-16,1 0 0 0,-2 2 0 0,1 0 0 15,0 2 0-15,0-1 0 0,1 2 0 16,0 1 0-16,0-10 0 0,0 0 0 0,0 0 0 0,3 35 0 0,-3-35 0 15,0 0 0-15,0 0 0 16,0 0 0-16,11 43 0 0,-11-43 0 0,0 0 0 16,0 0 0-16,0 0 0 0,0 0 0 0,0 0 0 15,0 0 0-15,0 0 0 0,0 0 0 0,31 28-128 0,-26-30 128 16,0 0 0-16,-1-3 0 0,2 0 0 0,-1 1 0 16,1-2 0-16,0 0 0 0,1-2 0 15,-1 1 0-15,2-4 0 0,-1 1 0 0,2-2 0 0,-3-1 0 16,1 0 0-16,-2 1 0 0,0 0 0 0,-2 0 0 0,0-2 0 15,-1 2 0-15,-1 3 0 0,0 2-544 16,-1 0-176-16,0 3-48 0,1 3-15584 0</inkml:trace>
  <inkml:trace contextRef="#ctx0" brushRef="#br0" timeOffset="143303.47">17673 8165 11055 0,'0'-3'480'0,"0"1"112"0,1 2-464 0,-1-2-128 0,0 2 0 0,0 0 0 16,1 0 1472-16,-1 0 288 0,1 2 48 0,-1-2 16 0,1 3-640 0,0 2-128 16,-1 1-32-16,1 2 0 15,-1-8-720-15,0 0-160 0,-2 35-16 0,2-35-128 16,-2 26 704-16,2-26 16 16,-6 31 16-16,1-15 0 0,2 1 480 0,-1-3 80 0,4-14 32 0,-6 26 0 0,6-16-304 0,-1-3-48 15,1 0-16-15,1-4 0 0,-1-1-688 0,2-1-144 16,0-2-128-16,0-4 192 15,1 0 16-15,0 1 16 0,0-4 0 0,0-1 0 0,1-2 0 0,-1 1 0 16,1-2 0-16,0 0 0 16,0 0-224-16,-1 0 0 0,2-2 0 0,-1 1 0 15,0 1 256-15,1 1-64 0,-1 2 0 0,-1 2 0 16,1-1 512-16,0 4 80 0,0 2 32 0,-1-1 0 16,1 1-288-16,-1 2-48 0,0 2-16 0,1-1 0 0,0 1-192 15,0 1-32-15,-1 1-16 0,-3-4 0 16,0 0-96-16,0 0-128 0,0 0 176 0,0 0-176 15,0 0 0-15,24 40 0 0,-24-40 0 0,0 0 0 0,0 0 0 0,0 0 0 16,0 0 0-16,12 45 0 0,-12-45 0 0,0 0 0 16,-2 28 0-16,-1-20 0 0,0-3 0 15,-1 2 0-15,1-3 0 0,-2 1 0 0,2-3 0 0,0-1 0 16,3 1 0-16,0-4-18176 16</inkml:trace>
  <inkml:trace contextRef="#ctx0" brushRef="#br0" timeOffset="147033.39">18237 8198 9215 0,'1'-2'816'0,"0"-1"-656"15,-1 1-160-15,0 0 0 0,0 2 528 0,0-1 80 0,1-1 16 16,-1 0 0-16,0-3 768 0,0 0 144 0,0 3 48 0,-1-2 0 15,0 1-256-15,-1 1-48 0,0 1-16 0,0 1 0 16,0 0 32-16,0 0 16 0,0 0 0 0,2 0 0 16,-1 0-208-16,-1 1-32 0,0 1-16 0,0 1 0 15,0 1-416-15,-1 0-64 0,1 1-32 0,-1 2 0 16,0 3-224-16,-1 0-64 0,1 1 0 0,0 1 0 16,0 0-64-16,-1 2-32 0,4-14 0 0,-4 31 0 0,4-31-160 0,-4 36 128 15,4-36-128-15,-3 33 128 0,3-33-128 0,0 0 0 16,3 45 0-16,-3-45 0 0,0 0 0 0,0 0 0 15,0 0-144-15,0 0 144 0,35 28 0 16,-25-32 0-16,3-3-128 0,-1-1 128 0,-1-1 0 0,1-1 0 16,-1-1-128-16,-1 1 128 15,-2 1-880-15,-2-1-112 0,-2 1-32 0,-2 4-12816 16</inkml:trace>
  <inkml:trace contextRef="#ctx0" brushRef="#br0" timeOffset="147222.07">18048 8312 11055 0,'-1'0'976'16,"0"-2"-784"0,2 1-192-16,-1 1 0 0,1 0 1744 0,0 1 304 0,2-1 64 15,0 0 16-15,2 2 688 0,1-2 128 16,3 1 16-16,-9-1 16 0,0 0-1312 0,36 3-256 0,-21-3-48 0,1 0-16 16,2 0-848-16,-1-2-176 0,2 1-48 15,-2-3 0-15,2 2-272 0,-1-3 0 0,-1-1 0 0,0 0-15680 16</inkml:trace>
  <inkml:trace contextRef="#ctx0" brushRef="#br0" timeOffset="147618.68">18440 8101 17503 0,'1'-3'1552'0,"0"1"-1232"0,0 2-320 0,-1 0 0 16,1 0 1344-16,0 0 192 0,2-2 64 0,1-1 0 15,1-1 400-15,2 1 96 0,0-1 16 0,0 1 0 16,0 1-1104-16,-2 1-224 0,-1 2-32 0,-1 1-16 0,0 3-240 0,-3 2-48 16,0 0-16-16,-3 5 0 15,0 1-176-15,-1 2-48 0,-3 2 0 0,0 0 0 16,0 1-80-16,-1 0 0 0,2 2-128 0,-2-2 192 16,3 1-192-16,-2-3 128 0,2 0-128 0,3-2 0 0,-1-2 0 15,2-4 0-15,1-1 0 0,0-1 0 0,1-3 0 0,0-1 0 16,0-1 0-16,2-2 0 0,-1-1 0 0,1-1 0 15,1 0 0-15,0-3 0 0,1-1 0 0,1 0 0 16,0 0 0-16,0-3 0 0,1 1 0 0,0 0 0 16,-2 1 0-16,2 1 0 0,-2 1 0 0,1 0 0 15,-2 1 0-15,1 3 0 0,-1 0 0 0,0 2 0 16,-2 1 0-16,1 0 0 0,0 4 0 0,-1-2 0 16,0 3 0-16,-1 0 0 0,-1-6 0 0,0 0 0 15,0 0 0-15,0 0 0 0,2 42 0 0,-2-42 0 0,0 0-128 0,0 0 128 16,0 33 0-16,1-27 0 0,0 0 0 0,0 1 0 31,1-3-560-31,0-1 0 0,1 0 0 0,0-1-14912 0</inkml:trace>
  <inkml:trace contextRef="#ctx0" brushRef="#br0" timeOffset="147937.34">18634 8275 1839 0,'0'-1'160'0,"0"1"-160"0,0 1 0 0,0-1 0 0,1 0 2800 0,-1 1 528 16,2-1 96-16,0 2 32 15,3-2-512-15,0 3-112 0,5-3-16 0,0 0 0 0,3 0-1728 0,0 0-336 16,1-3-80-16,0 1-16 0,0-2-656 0,0-1 0 16,0 1 0-16,0-2 0 0,0 1 0 0,-2-2 0 15,0 2 0-15,-3-1 0 0,0-1 0 0,-3 2 0 16,-1-3 0-16,-2 2 0 16,-1 0 0-16,-2 0 0 0,-1-2 0 0,-2 1 0 0,-1-1 0 0,-1 2 0 15,-3-1 144-15,0 5-144 0,-1-1 0 0,-3 3 0 16,2 3 0-16,1-1 128 0,-1 3 224 0,0 2 48 15,-1 2 16-15,2 1 0 0,-1 4 528 0,1 3 96 16,0 1 32-16,3-1 0 0,-1 2-32 0,3 0 0 0,0-2 0 16,4-17 0-16,0 0-288 0,1 39-64 15,-1-39-16-15,0 0 0 0,0 0-352 0,0 0-80 0,32 29-16 16,-22-29 0-16,0 0-224 0,0-2 0 16,2 0 128-16,1-3-11760 0,-1 0-2336 0</inkml:trace>
  <inkml:trace contextRef="#ctx0" brushRef="#br0" timeOffset="148667.63">18800 7987 18431 0,'1'0'1632'0,"1"2"-1312"15,-1-2-320-15,-1 3 0 0,0-2 1904 0,1 2 304 16,0 2 64-16,-1-5 16 0,0 0-224 0,0 0-32 16,15 41-16-16,-15-41 0 0,0 0-1440 0,0 0-272 15,22 47-64-15,-22-47-10416 16,0 0-2096-16</inkml:trace>
  <inkml:trace contextRef="#ctx0" brushRef="#br0" timeOffset="149168.98">19100 8182 18431 0,'1'-3'816'0,"1"0"160"0,1 0-784 0,-1 2-192 0,-2-1 0 0,1-1 0 0,1 1 1728 0,2-1 320 15,1-1 48-15,2-4 16 0,0 0-272 0,1 1-48 16,-3-1-16-16,-1 3 0 0,-1 0-1136 0,-3 3-208 0,-1-1-48 0,-2 1-16 16,-1 2-64-16,-2 2-16 15,-2-2 0-15,-2 3 0 16,-1 0-64-16,0 1-16 0,-1 1 0 0,0 0 0 0,1-1 0 0,1 4 0 0,-1-2 0 0,1 0 0 15,4 0 32-15,-2 2 0 0,4-2 0 0,0-1 0 16,2 0 64-16,1 0 16 0,1-2 0 0,1 1 0 16,1-2-320-16,-1 1 0 15,1 0 0-15,0 1 0 0,-1-3 0 0,1 2 0 0,0 0 0 0,0 0 0 0,-1 0 0 0,1 0 0 32,0 2 0-32,0 0 0 0,0-3 0 0,1 3 0 15,1 0 0-15,0-3 0 0,0 3 0 0,2 0 0 0,-2-1 0 0,1 1 0 16,-5-5 224-16,0 0-16 0,0 0 0 0,0 0 0 0,0 0-16 0,0 0 0 15,0 0 0-15,0 0 0 0,0 0-192 0,0 0 0 32,0 0 0-32,-6 32 0 0,-6-32 0 0,-2 0 128 0,1 0-128 15,-3 0 0-15,1-1 0 0,1 1 0 16,0 0 0-16,2 0 0 0,4 0 0 0</inkml:trace>
  <inkml:trace contextRef="#ctx0" brushRef="#br0" timeOffset="149735.23">19518 8160 12895 0,'2'-5'1152'0,"0"0"-928"0,-1 3-224 0,0 2 0 15,-1 0 1216-15,0 0 192 0,2-1 32 0,-1 0 16 16,1-1 1040-16,-1 0 192 0,0 4 64 0,-1 4 0 16,0 2-1088-16,-2 1-192 0,2-9-64 0,-5 32 0 15,-1-11-720-15,1 3-160 0,-2 4-16 0,0 0-16 16,-1 3-208-16,0 2-32 0,0-2-16 0,-1-2 0 0,3-1-96 0,0-5-16 16,3-2 0-16,3-21 0 15,-3 34-128-15,3-34 0 0,0 0 0 0,0 0 0 0,0 0-176 0,0 0-16 16,0 0 0-16,0 0 0 15,0 0-1616-15,0 0-336 0</inkml:trace>
  <inkml:trace contextRef="#ctx0" brushRef="#br0" timeOffset="150004.6">19467 8181 1839 0,'-2'-2'160'0,"2"0"-160"0,1 1 0 0,0 1 0 0,1-2 2736 0,0 2 512 16,0 0 96-16,3 0 32 0,2-2-784 0,3 0-160 15,5-3-16-15,4 0-16 0,2-2-960 0,0 1-192 16,2 0-32-16,1-1-16 0,-1 0-752 0,-2 4-160 0,-2 1-32 0,-4 2 0 16,-3 2 112-16,-12-2 16 0,0 0 0 0,0 0 0 15,0 0-384-15,10 50 0 0,-19-33 0 0,-3-2 0 16,-3 3 0-16,-1-2 0 0,-3 1 0 16,1-2 128-16,-1-1-128 0,0-2 0 15,-2 2 0-15,1-4 0 0,2-1 0 0,2 0 0 16,1-4 0-16,2 0 0 0,3-4 0 0,3-2 0 0,2-4 0 15,4 0 0-15,1-2-224 0,3-2-16 0</inkml:trace>
  <inkml:trace contextRef="#ctx0" brushRef="#br0" timeOffset="150416.25">19806 8264 8287 0,'1'2'368'0,"0"-2"80"0,1 0-448 0,0 0 0 16,0 0 0-16,-1-1 0 0,1 0 1600 0,2 1 256 15,1-2 32-15,3 0 16 0,0-1-384 0,2-2-80 16,-1 1-16-16,0-1 0 0,-3 2-656 0,0 0-144 0,-1 0-32 0,-3 0 0 0,1 1 624 0,-1-1 112 16,-2 1 16-16,0 1 16 15,-1 0-320-15,-1-1-64 16,-1 2-16-16,1-1 0 0,-2 1-384 0,-1 0-64 0,1 0-32 0,-1 0 0 15,0-2-256-15,1 2-48 16,0 0-16-16,0 0 0 0,1 0-160 0,0 0 0 16,0 2 144-16,1-2-144 0,1 1 0 0,-1 1 0 15,2-2 0-15,-1 1 0 0,1 0 0 0,0 1 0 16,1-2 0-16,-1 0 0 0,1 1 0 0,0 1 0 0,0-2-144 0,0 0 144 16,0 0 0-16,0 0 0 0,0 0 0 0,0 0 0 15,0 0 0-15,0 0 0 0,0 0 0 0,0 0 0 16,0 0 0-16,0 0 0 0,0 0 0 0,1 0 0 15,-1 0 0-15,1 0 0 0,-1 0 0 0,-1 0 0 16,1 0 0-16,-1 0 0 0,0 0 0 0,0 0 0 16,0 0 0-16,-1-2 0 0,1 2 128 0,-1 0-128 15,1-1 0-15,-2 2 0 0</inkml:trace>
  <inkml:trace contextRef="#ctx0" brushRef="#br0" timeOffset="151079.65">19447 8258 15663 0,'-1'-1'688'0,"0"-1"144"0,0 0-656 0,0 1-176 0,1 1 0 0,0 0 0 15,0-2 1824-15,0 2 336 0,0-1 64 0,-1-2 16 0,2 0-496 0,-1 0-80 16,1-3-32-16,1 1 0 16,0 2-1040-16,0-3-208 0,0 1-32 0,1 0-16 15,0 0-160-15,-2-1-48 0,1 0 0 0,-1 1 0 16,-1 1-128-16,-1-3 128 0,0 3-128 0,-1 1 128 0,0 0 16 0,-1 1 0 16,1 0 0-16,-2 2 0 0,-1 0 176 0,2 2 48 15,-2 0 0-15,-1 1 0 0,0 1-112 0,0 1-32 16,0 0 0-16,-1 0 0 0,1 4-96 0,-1-2-128 15,0 0 176-15,0 3-176 0,2-3 0 0,-1 2 0 0,2-2 0 0,-1 0 0 16,-1 1 0-16,3-1 0 0,-1 0 0 0,0 0 0 16,1-2 0-16,0 2 0 0,0-2 0 0,1-1 0 15,2 1 0-15,-1 0 0 0,2-3 0 0,1-2 0 16,1 2 0-16,1-2 0 0,1-2 0 0,2 0 0 16,1-3 0-16,0-1 0 0,3 0 0 0,-2-1 0 15,2 0 0-15,-1-2-144 0,2-1 144 0,-2-2 0 16,1 2-272-16,-3 1 16 0,0-2 16 0,0 2 0 15,-3 1-144-15,0 3-16 0,-1 0-16 0,-3 1 0 16,0 3 272-16,-2 1 144 0,1 1-160 0,-3 3 160 0,0 1 0 0,-1-1 0 16,0 4 0-16,0 1 0 0,0 1 0 0,0-1 0 15,1 5 0-15,0-3 160 0,2 0 288 0,1-11 48 16,0 0 16 0,0 0 0-16,11 40 128 0,-11-40 16 0,0 0 16 0,0 0 0 0,38 19-512 0,-27-19-160 15,3-3 0-15,1-1-10624 16,1-1-2224-16</inkml:trace>
  <inkml:trace contextRef="#ctx0" brushRef="#br0" timeOffset="151519.09">19837 8217 16575 0,'1'-5'1472'0,"0"3"-1168"16,0 0-304-16,-1 0 0 0,0 1 1408 0,1-1 208 16,0-1 48-16,0-1 16 0,1-4 688 0,0 1 144 15,0 2 32-15,-2 1 0 0,1 2-1584 0,-1 0-320 16,-1 4-64-16,0 2-16 0,-1 3-400 0,0 3-160 0,-1 4 128 0,3-14-128 16,-5 32 320-16,1-12-32 15,-1 4 0-15,1 3 0 0,-2 1-160 0,1 0-128 0,2-2 144 0,-1-2-144 16,0-3 176-16,4-21-176 0,-2 36 192 15,2-36-192-15,0 0 0 0,0 0 0 0,0 0 0 0,0 0 0 16,0 0 0-16,0 0 0 16,0 0-128-16,0 0 128 15,31-3-1632-15,-28-9-224 0,0-2-64 0,-3 0-11872 0</inkml:trace>
  <inkml:trace contextRef="#ctx0" brushRef="#br0" timeOffset="151793.72">19809 8177 8287 0,'-4'-7'368'0,"2"2"80"0,0 2-448 0,1 1 0 0,1 2 0 0,0 0 0 0,1 0 2176 0,0 0 368 15,1 0 64-15,1-2 16 0,0-1 208 0,3 1 48 16,1 0 16-16,0-1 0 0,1 1-1056 0,1-2-224 16,0 0-32-16,0 1-16 0,1-2-736 0,1 0-128 15,0 1-48-15,-1 0 0 0,0-1-368 0,-1 3-80 16,2 0-16-16,-3 2 0 0,-1 2-64 0,0 1-128 16,-7-3 176-16,0 0-176 0,0 0 0 0,0 0 0 15,11 40 0-15,-13-28 0 0,-1-1 0 0,-2 1 0 16,-1 0 0-16,-1-1 0 0,-1 0 0 0,0-4 0 15,2 2 0-15,-3-3 0 0,2 2 0 0,-2-3 0 16,0 0 0-16,1-2 0 0,0 1 0 0,2-1 0 16,-1-3 0-16,2 0 0 0,-1 0 0 0,2-3 0 0,-1-1 0 15,1 1 0-15,1-1 0 0,0-1 0 0,2 1 0 16,-1-1-16448 0</inkml:trace>
  <inkml:trace contextRef="#ctx0" brushRef="#br0" timeOffset="152653.76">19393 8236 9055 0,'0'-5'800'16,"0"3"-640"-16,-1 0-160 0,1 2 0 0,0 0 0 0,0 0 0 15,-1-1 0-15,0-1 0 0,0 0 0 0,1-1 0 16,-1 1 1312-16,0 0 384 0,1 1 80 0,1 1 16 16,0 0 256-16,-1 0 48 0,2-2 16 0,0 1 32 15,1 0-672-15,0-1-144 0,0 0-32 0,1 1 48 16,1-2-944-16,-2 0-176 0,0 0-32 0,0-2-16 16,0 2-176-16,-1-1 0 0,-1-1-160 0,-1 0 160 15,-1 1 0-15,0-1 0 0,-2 0 0 0,-1-2 0 0,1 2 0 16,-1 1 0-16,0 1-128 0,-1-2 128 0,2 3 352 15,-2 2 96-15,1 0 0 0,1 1 64 0,-1 2-128 0,0 0-32 16,1 2 0-16,-2 2 0 0,0 0-96 0,0 5-32 16,-2 0 0-16,1 0 32 15,-1 3-96-15,0 0-32 0,-1 2 0 0,0 2 48 16,1 0-176-16,-3 0 0 0,2 0 0 0,0-2 0 0,1-1 0 0,2-2 0 16,1-2 0-16,2-2 0 0,1-5 0 0,2 2 0 15,0-5 0-15,1 0 0 0,2-2 0 0,1-2 0 16,2-2 0-16,1 1 0 0,0-2 0 0,3-2 0 15,-1 1 0-15,0-2 0 0,0 1 128 16,-1-1-128-16,3 1 144 0,-3-1-144 0,0 0 128 0,-1 1-128 16,1-1 0-16,-2-1 0 0,0 2 0 0,-2-3 0 15,1 3 0-15,-2-2 0 0,-1 0 0 0,0 1 0 16,0 0 0-16,0-1 0 0,-2 0 0 0,-1 2 0 16,1 2 0-16,0 0 0 0,-1 3 128 0,-2 0-128 15,2 2 0-15,0 1 0 0,-1 0 0 0,0 4 128 16,-1 0-128-16,1 0 0 0,-1 2 768 0,0 3 96 0,0 3 32 0,0-1 0 15,2-12-448-15,-3 29-96 0,3-29-16 0,-1 28 0 16,1-28-112-16,0 0-32 0,0 0 0 0,13 38 0 16,-13-38-64-16,0 0-128 0,0 0 176 0,33 7-176 15,-24-10 0-15</inkml:trace>
  <inkml:trace contextRef="#ctx0" brushRef="#br0" timeOffset="153639.12">20087 8176 1839 0,'-1'-2'160'15,"0"0"-160"1,0 0 0-16,1 2 0 0,0-2 720 0,0 1 112 16,0 1 32-16,0-2 0 0,0 0 608 0,-1 1 112 0,1-1 16 0,-1 0 16 15,1-1 576-15,0 1 112 0,0-1 32 0,1 0 0 16,0 0-304-16,1 0-64 0,0 0-16 0,1 1 0 16,0-2-320-16,1 1-64 0,2-1-16 0,-2 1 0 15,2 1-688-15,-1-3-144 0,1 3-16 0,-1 1-16 16,-1 1-336-16,1 3-64 0,-2 2-16 0,-3-5 0 15,0 0-272-15,0 0 0 0,13 40 0 0,-13-40 0 16,0 33 0-16,0-33 0 0,-5 39 0 0,0-18 0 16,1 0 0-16,-1-2-144 0,0-4 144 0,2-1 0 15,0-2 0-15,-1-3-128 0,2-1 128 0,0-4 0 0,1 0 0 16,0-3 0-16,2-1 0 0,0-3 0 0,0-2 0 0,2 0 0 16,0-4 0-16,2-1 0 0,-1-2 0 0,3-3 128 15,-1 0-128-15,3-2 0 0,-1-2 0 0,2 0 128 16,1-1-128-16,0 0 0 0,1 2 0 0,0 0 0 15,1 4 0-15,-2 2 0 0,-2 3 0 0,-1 1 0 16,1 2 0-16,-2 3-128 0,0 1-128 0,-2 2 0 16,0 0-16-16,-2 3-15024 0</inkml:trace>
  <inkml:trace contextRef="#ctx0" brushRef="#br0" timeOffset="154552.76">20352 8211 6447 0,'-1'-1'272'0,"0"1"80"0,1-2-352 0,0 2 0 0,0-2 0 0,0 2 0 0,0 0 1088 0,1-1 128 16,0 1 48-16,0-2 0 0,1 1-368 0,0-1-64 15,1 0 0-15,-1 0-16 16,0 0-304-16,0 1-64 0,-1 1-16 0,0-2 0 0,1 4 144 16,-2-2 16-16,0 0 16 0,0 3 0 0,-1-3-272 15,0 3-48-15,-1-2-16 0,0 2 0 0,0 0 368 0,0 1 80 0,-1-2 16 0,0 3 0 16,0-2 352-16,0 1 80 0,1-1 16 0,0 1 0 16,0-1-496-16,0 0-112 0,1-2 0 0,0 1-16 15,1 1-368-15,1-3-64 16,-1 0 0-16,1 0-128 0,1 0 128 0,0-3-128 15,0 3 0-15,-1-2 0 0,0 1 128 0,0 0-128 16,1-1 144-16,-1 2-144 0,0-2 288 0,-1 1-32 16,0 1-16-16,-1 0 0 0,1 0 160 0,-1 0 48 0,0 1 0 0,-1 1 0 15,1 0-192-15,-1-1-48 0,-1 0 0 0,1 1 0 16,-1 1-16-16,1-2-16 0,1 1 0 0,-1 0 0 16,0-1 32-16,0 0 16 0,1 1 0 0,-1-2 0 0,2 1 144 0,-1 1 16 31,0-2 16-31,1 2 0 0,-1-2-16 0,1 3-16 15,-1-3 0-15,1 2 0 0,0-2-160 0,-1 2-16 0,0-2-16 0,0 1 0 16,0 1-176-16,0 0 0 0,-1 1 144 0,1-1-144 16,0-1 0-16,1 0 0 0,-1 1 0 0,0-2 0 15,1 0 0-15,0 1 0 0,0-1 0 0,0 2 128 16,0-2-128-16,0 0 0 0,0 0 0 0,0 0 0 16,0 2 0-16,0-2 0 0,0 1 0 0,-1 1 0 15,1-2 0-15,0 1 0 0,0 0 0 0,0-1 0 16,0 0 0-16,0 0 0 0,0 2 0 0,0-2 0 15,0 0 0-15,0 0 0 0,0 0 0 0,0-2 0 16,0 2 0-16,0 0 0 0,0 0 0 0,-1 0 0 16,1-1 0-16,0 1 0 0,0 0 0 0,-1 1 128 15,0-1 16-15,0 0 16 0,0 0 0 0,-1 2 0 16,1-1 208-16,-1 1 32 0,1 0 16 0,0-1 0 0,0 1-224 16,1 0-32-16,0-1-16 0,0 0 0 0,0 1-144 0,0 1 128 15,0-1-128-15,0 1 128 0,2-1-128 0,-1 0 0 16,0 3 0-16,0-2 0 0,1-1 0 0,0 2 0 15,0 2 0-15,-1-3 0 0,0 0 0 0,1 2 0 16,1-2 0-16,-1 1 0 0,2-1 0 0,-2-1 0 16,2-1 0-16,1-1 0 0,-1 0 0 0,1-1 0 15,2-3 0-15,1 1 0 0,0-2 0 0,2-2 0 16,2 0 0-16,-1 0 0 0,0-3 0 0,0 1 0 16,-1 0-144-16,-1-1 144 0,-1 3 0 0,-2-2 0 15,1 1 0-15,-3-1 0 0,-2 2 0 0,0-3 0 16,-2 1 0-16,-2 2 0 0,0-3 0 0,-1 3 0 15,-2 0 0-15,0 0 0 0,-1 2 0 0,-1 0 0 0,-2 0 0 0,1 3 0 16,0 2 0-16,-2-1 0 0,2 2 0 0,0 1 0 16,0-1 0-16,1 3 0 0,1-1 0 15,1 1 0-15,0-1-128 0,1 2 128 16,1-2 0-16,2 0 0 16,0 1-832-16,1 0-48 0,1-2-16 0,0 3-15616 0</inkml:trace>
  <inkml:trace contextRef="#ctx0" brushRef="#br0" timeOffset="155199.79">20647 8232 9215 0,'0'-3'816'0,"0"-2"-656"0,1 3-160 0,0-1 0 15,0 1 1136-15,0 2 192 16,0-3 32-16,0 1 16 0,2-2 1200 0,1-2 240 0,1 0 64 0,-2-2 0 15,2 1-1408-15,-2 0-256 0,0 3-64 0,-3-1-16 16,1 0-832-16,-1 3-176 0,-1-1-128 0,-1 1 192 16,0-1-192-16,-2 3 160 0,-1-2-160 0,0 2 160 15,0 0 80-15,1 2 16 0,-2-1 0 0,1 3 0 16,-2-1 80-16,0 1 32 0,-1 1 0 0,0 2 0 16,-1 1 144-16,-1 1 48 0,2 2 0 0,-1-1 0 15,1 2-176-15,0 0-16 16,0 0-16-16,3 0 0 0,0-2-16 0,3-1 0 0,1 0 0 0,2-2 0 15,1-2-192-15,2-1-144 0,1-1 192 0,0-1-192 16,2-2 0-16,0-2 0 0,3-1 0 0,1-1 0 16,-1-1 0-16,1-3 0 0,1-1 0 0,0 1 0 15,-1 0 0-15,0-2 0 0,-1-1 0 0,1 1 0 16,-3 1-144-16,-2 1 144 0,0-1-128 0,-1 2 128 16,-3 0 0-16,-1 2-128 0,0 0 128 0,-2 0 0 15,0 3 0-15,1 0 0 0,-2 0 0 0,-1 2 0 16,1 0 0-16,0 2 0 0,-1 0 0 0,1 0 0 0,-1 1 0 0,0 2 0 15,1 0 0-15,-1 0 0 0,2 1 0 0,0 0 144 16,0 2-144-16,1-3 0 0,1 2 352 0,0-2-32 16,0 1-16-16,2-2 0 0,1 0 0 0,0 0 0 15,1-3 0-15,2 1 0 0,-1-2-176 0,2 0-128 16,0-2 144-16,1 1-144 0,1-2 0 0,1 0 0 16,-1 0 0-16,0 0 0 15,1 0-752-15,-1-2-144 0,1 0-16 0,-2 3-15264 0</inkml:trace>
  <inkml:trace contextRef="#ctx0" brushRef="#br0" timeOffset="155707.18">20964 8167 17503 0,'-3'-2'768'0,"1"2"176"0,0 0-752 0,1 0-192 16,0 0 0-16,1 0 0 0,-1 0 1664 0,0-2 288 15,0 1 64-15,0 1 16 0,-1-2-112 0,0 0 0 16,2-1-16-16,-1 1 0 0,1-1-1328 0,-1 0-256 16,0 0-48-16,0 0-16 0,-1 0-256 0,-1 3 128 15,0-2-128-15,0 2 0 0,-2 2 256 0,0 1-48 16,0 0-16-16,-2 0 0 0,1 1 64 0,-2 1 16 0,1 1 0 0,1 2 0 15,0-1 0-15,0 2 0 16,2 1 0-16,-2 2 0 0,3-1 368 0,-1 1 80 0,4-12 16 0,0 0 0 16,-1 35-496-16,1-35-112 0,0 0 0 0,0 0-128 0,0 0 0 15,19 44 0 1,-19-44 0-16,0 0 0 0,0 0 0 0,34 14 0 0,-23-14 0 0,0-3 0 0,1-1 0 0,0-1 0 31,1-3 0-31,-1 0-144 16,1-1-752-16,-2-2-128 0,-1 1-48 0,0-1-14832 0</inkml:trace>
  <inkml:trace contextRef="#ctx0" brushRef="#br0" timeOffset="156086.96">21120 7920 14735 0,'1'-3'640'0,"-1"2"160"0,1 1-640 0,-2 1-160 0,1 0 0 0,-1 2 0 0,-1 1 2528 0,0 3 480 16,-1 3 80-16,-1 6 32 0,-2 4-368 0,-1 4-80 0,-1 1-16 0,0 1 0 31,2-2-1360-31,-1-3-272 0,2 1-48 0,0-3-16 15,5-19-512-15,-6 34-128 0,6-34 0 0,-3 27-16 16,3-27-304-16,0 0 128 0,-2 34-128 0,2-34 0 0,0 0 0 0,0 0 0 16,-2 35 0-16,1-29 0 0,0-2 0 0,-1 0 0 15,1-1 0-15,1-3 0 0,-1 0 0 0,1-2 0 16,0 1 0-16,0-4 0 0,0 2 0 0,1-3 0 16,1 1 0-16,0-2 0 0,1-2 0 0,1 1 0 15,-1-1 0-15,2 0 0 0,0-1 0 0,1 1 0 16,1 2 0-16,1-1 0 0,-1 1 0 0,1 2 0 15,0 1 0-15,0 0 0 0,1 3 0 0,-1-1 0 16,-1 2 0-16,1 0 0 0,-1 2 0 0,-1 1 0 0,-6-3 0 0,0 0 0 16,0 0 0-16,0 0 0 15,0 0 0-15,19 41 0 0,-19-41 0 0,0 0 0 0,0 0 0 0,-2 37 0 16,1-30 0-16,0 2 0 0,-1-1 0 16,0-2 0-16,1-1 0 0,0-2 0 0,0 1 0 0,2-4 0 15,0 0-192-15,1-2 192 0,2 0-208 0,1-3-17504 16</inkml:trace>
  <inkml:trace contextRef="#ctx0" brushRef="#br0" timeOffset="156261.09">21353 8054 12895 0,'-2'3'1152'16,"1"-2"-928"-16,0 2-224 0,0 1 0 0,0-3 1632 0,1 1 288 15,0 0 48-15,0 0 16 0,1 1 1664 0,-1 4 320 16,2-2 80-16,1 0 16 15,0-1-3712-15,1 1-736 0,1-3-160 0,-1 1-32 0,2-3 416 0,-2 0 160 16,-1 2-128-16,-1-2 128 16,0 1-1120-16,-2 0-144 0</inkml:trace>
  <inkml:trace contextRef="#ctx0" brushRef="#br0" timeOffset="156439.12">21329 8181 11967 0,'2'-2'528'0,"-2"-1"112"0,2 3-512 0,-2-2-128 0,0 4 0 0,0-2 0 15,0 1 2864-15,-1 1 528 0,1 3 128 0,-1-1 0 16,0 4-592-16,-2 1-128 0,-1 3-32 0,0-2 0 16,4-10-1952-16,-7 23-400 0,7-23-80 0,-7 22-16 15,7-22-320-15,0 0 0 0,0 0 0 0,0 0 0 32,0 0-1232-32,0 0-224 0</inkml:trace>
  <inkml:trace contextRef="#ctx0" brushRef="#br0" timeOffset="156849.75">21515 8089 8287 0,'1'-2'736'16,"0"2"-592"-16,-1 2-144 0,0-2 0 0,-1 2 2256 0,0-1 432 15,1 3 64-15,-1-1 32 0,0 6 768 16,-1-2 160-16,0 5 16 0,-1-1 16 0,-1 1-2144 0,4-12-448 16,-5 24-64-16,5-24-32 0,-6 24-672 0,3-14-144 15,0 1-32-15,2-3 0 0,-2 2-208 0,0-3 0 16,1-1 128-16,0 1-128 0,0-4 0 0,1-1 0 15,1-1 0-15,0 0 0 0,-1-2 0 0,1 0 0 16,0-3 0-16,0-1 0 0,0 2 0 0,0-3 0 16,1 0 0-16,-1-1 0 0,0 0 0 0,1 0 0 15,1-2 0-15,0 0 0 0,-1-1 0 0,1 0 0 16,1 1 0-16,-1 1 0 0,0-1 0 0,2 3 0 0,0 0 0 0,-1 1 0 16,2 3 0-16,0-3 0 0,0 3 0 15,1-1 0-15,0 1 0 0,1 1 144 16,-1 1-144-16,2-1 128 0,-1 1 512 0,0 0 80 15,-1 0 32-15,1 0 0 0,-2 0-368 0,0 0-80 16,0 0-16-16,0 0 0 0,1 1-112 0,-4 0-32 0,2 1 0 0,-2 1 0 16,0 2-144-16,-2-1 0 0,0-4 0 0,0 0 128 0,0 0-128 0,-9 38 0 15,9-38 0-15,-10 26 0 0,5-14 0 0,-1 2 0 16,6-14 0-16,-9 24 0 0,9-24 0 0,0 0 0 16,-8 26 0-16,8-26 0 0,0 0 0 0,0 0 0 15,0 0 0-15,0 0 0 16,0 0-704-16,0 0-64 0,0 0 0 0,0 0-16656 0</inkml:trace>
  <inkml:trace contextRef="#ctx0" brushRef="#br0" timeOffset="157336.43">21690 8203 10127 0,'2'2'896'15,"0"-2"-704"-15,-1 0-192 0,0 0 0 16,0 0 2336-16,0-2 432 0,2 2 96 0,1-1 16 0,2 1 576 0,2-3 112 15,2 0 16-15,0 0 16 0,-1-2-2096 16,0 2-416-16,1-1-96 0,0-1-16 16,-2 1-496-16,-1-1-96 0,1 0-32 0,-3 1 0 15,0-3-192-15,-1 2-32 0,-2 0-128 0,0-1 192 0,0 0-64 0,-2 1 0 0,0 1-128 0,-2-3 192 16,0 2-192-16,-2-2 128 16,-1 2-128-16,-1 0 0 0,-1 1 0 0,1 1 128 0,-1 1-128 0,2 2 0 0,-2-2 0 0,3 2 0 15,-2 2 0-15,1-1 0 0,2 0 0 0,0 2 128 16,1 1-128-16,0-1 0 0,0 1 0 0,1 1 0 15,0 0 0-15,1-3 0 0,1 5 0 0,0-3 0 16,-1-4 0-16,0 0 0 0,0 0 0 0,0 0 0 16,0 0 0-16,0 0 0 0,15 42 0 0,-15-42 0 15,0 0 0-15,0 0 0 16,0 0 0-16,8 42 128 0,-8-42-128 0,0 0 0 0,0 0 320 0,-1 47-16 16,1-47-16-16,0 0 0 0,-3 44-160 0,3-44-128 15,0 0 144-15,-6 44-144 0,6-44 144 0,0 0-144 16,-4 37 128-16,4-37-128 0,0 0 0 0,0 0 128 0,-6 37-128 0,4-32 0 15,1 2 0-15,-1-3 0 0,0 1 128 16,0 0-128-16,-1-3 0 0,1 1 0 16,-1 1 0-1,0-1 0-15,-1-1 144 0,0-2-144 0,0 2 160 0,-1 1-160 16,-1-1 240-16,0 1-48 0,-2 0-16 0,-1 0 0 16,-1 2-176-16,-1-1 0 0,-1-1 0 0,-2 2 0 15,0-2 0-15,-2-3 0 0,-1 0 0 0,-2 0-18752 16</inkml:trace>
  <inkml:trace contextRef="#ctx0" brushRef="#br0" timeOffset="158172.49">22180 8096 15663 0,'7'-12'1392'0,"-2"5"-1120"0,2 1-272 0,-3 1 0 16,-1 2 0-16,-1 0 160 0,0 1-160 16,2-2 128-16,3-2 1200 0,3-2 224 0,0 0 48 0,0 1 16 0,-2 1 176 0,-4 2 16 15,-1 4 16-15,-3 1 0 0,-1 3-416 0,-3 3-96 16,-3 2-16-16,-1 6 0 16,-2 2-736-16,-3 2-160 0,0 6-16 0,-1 1-16 15,0-1-176-15,0 5-16 0,0 1-16 0,1 0 0 16,4-3-160-16,2-2 0 0,7-26 0 0,-1 41 0 15,1-41 0-15,0 0 0 0,0 0 0 0,35 36 0 16,-20-34-128-16,4-4 128 0,0-4 0 0,3-2 0 0,0-2 0 16,0-4 0-16,1 0 0 0,-3-1 0 15,-2 0 0-15,-4 2 0 0,-2 0 0 0,-5 1 0 16,-1 1-1344-16,-6 1-160 0</inkml:trace>
  <inkml:trace contextRef="#ctx0" brushRef="#br0" timeOffset="158350.6">22035 8226 6447 0,'-2'-4'576'0,"2"-1"-576"0,0 0 0 0,0 4 0 0,0 0 1760 0,0 1 240 15,1 0 48-15,1-2 16 0,1 0 816 0,2 1 176 16,0-2 16-16,5 1 16 0,-1 2-368 0,2-1-80 16,1 1-16-16,1 0 0 0,-1 1-1312 0,1-1-272 15,1 2-48-15,1-1-16 0,1 1-720 0,-1-1-256 16,2 1 144-16,0-2-144 15,2 0-1120-15,0-2-304 0,0 1-64 0,3-1-13984 0</inkml:trace>
  <inkml:trace contextRef="#ctx0" brushRef="#br0" timeOffset="158620.19">22542 8117 13407 0,'-1'-2'288'0,"-1"0"64"0,0 2 16 0,0 0 16 0,1 0-384 0,0 0 0 0,0 2 0 0,-2 0 0 15,-3-1 2608-15,-1 3 432 0,-3 3 96 0,0 0 0 16,-1 3-848-16,1 0-176 0,0 4-48 0,0-2 0 15,2 2-1056-15,1 0-224 0,1-1-32 0,6-13-16 16,-7 27-352-16,7-27-80 0,0 0-16 0,2 38 0 0,-2-38 16 0,0 0 0 16,0 0 0-16,29 31 0 0,-15-29-48 0,2-2-16 15,0-2 0-15,-1-3 0 16,1-1 16-16,0-2 0 0,0-2 0 0,-1-2 0 0,-2-1-256 16,-2 0 176-16,-3-1-176 0,-2-1 160 0,-5 2-160 0,-2-3 0 15,-5 3 0-15,-3-1 0 0,-3 0 128 0,-3 2-128 16,-4 0 0-16,-2 4 128 0,0 4-128 0,-1 0 0 15,2 4 0-15,3 2 0 16,3 3-576-16,3-1-64 0,4 2 0 0,3 2-16128 0</inkml:trace>
  <inkml:trace contextRef="#ctx0" brushRef="#br0" timeOffset="159438.04">22978 8186 10847 0,'1'-5'960'0,"0"-2"-768"0,-1 5-192 0,0 0 0 16,0 2 1184-16,1-3 192 0,0-1 32 0,1-3 16 16,2-3 1072-16,0-2 192 0,1 0 64 0,0 0 0 15,-1 3 128-15,1 0 32 0,-2 1 0 0,0 4 0 16,-3-2-1168-16,1 3-224 0,-1 2-48 0,0-1 0 16,-1 0-1136-16,0 2-208 0,-1 2-128 0,-1 0 128 0,-1 0-128 0,1 3-240 15,-2 2 64-15,-1 3 32 0,1-1-16 0,-3 3 0 16,1 2 0-16,-2 3 16 0,0-1 0 0,1 3 0 15,0 2 0-15,-1-1 0 0,4-2 0 0,0-1 0 16,5-17 0-16,-2 31 16 0,2-31-48 0,0 0 0 16,0 0 0-16,0 0 0 0,28 38 0 0,-16-38 0 15,4-4 0-15,1-2 16 0,0-1-48 0,2-1-16 16,0-3 0-16,-2 2 0 16,-1 0-1632-16,-3-1-336 0,-1 0-64 0,-4 3-12208 0</inkml:trace>
  <inkml:trace contextRef="#ctx0" brushRef="#br0" timeOffset="159654.89">22830 8214 8287 0,'-4'0'368'0,"1"0"80"0,1 1-448 0,2-1 0 0,0 0 0 0,1 0 0 16,0 0 1776-16,0 2 272 0,1-2 48 0,2 0 16 15,2 0-96-15,1-2-16 0,3 1 0 0,1-1 0 0,3 1-1136 0,1 0-224 16,1-3-64-16,2 3 0 0,0-2-368 15,2 1-80-15,0 0 0 0,0 0-128 0,3-1 0 0,-2-2-176 16,3 3 0-16,-2-3 0 16,0-2-1600-16,-2 1-320 0,1-2-64 0,-2-2-3920 15,0 1-768-15</inkml:trace>
  <inkml:trace contextRef="#ctx0" brushRef="#br0" timeOffset="160003.76">23297 8001 9215 0,'-2'-4'400'0,"0"3"96"0,0-1-496 0,0 2 0 0,1 2 0 0,0-1 0 0,-1 1 1776 0,1 1 256 15,-3 3 48-15,-2 2 16 0,-1 3 144 0,0 4 48 16,0 0 0-16,1 2 0 0,1 0-1296 0,0 1-256 16,5-18-48-16,-6 37-16 0,6-37-480 0,-5 31-192 15,5-31 176-15,-2 33-176 0,2-33 0 0,0 0 0 0,-3 39 0 0,3-39 0 16,0 0 0-16,-6 29 0 16,3-21 0-16,0-3 0 0,2-1 0 0,-1-1 128 0,0-3-128 0,1 0 0 15,0-2 128-15,0-1 0 16,0 0-128-16,1-1 192 0,0-3-192 0,0 2 0 0,1-5 0 0,1 1 0 15,0 0 336-15,1-1-16 16,-1 0-16-16,2 1 0 0,1 2 0 0,-1-1 0 0,3 0 0 0,-1 2 0 16,2 2 64-16,-2-1 16 0,1 2 0 0,-1 1 0 15,2 2 16-15,-1 0 16 0,0 3 0 0,0 1 0 16,-7-4 112-16,0 0 32 0,0 0 0 0,0 0 0 16,24 38-432-16,-24-38-128 0,0 0 0 0,0 0 0 0,5 41 0 0,-5-41 0 15,0 0 0-15,0 0 0 16,2 40 0-16,-2-40 0 0,0 0 0 0,0 0 0 15,0 0 0-15,0 0 0 0,0 0 0 0,0 0 0 16,0 0-416-16,0 0 16 0,0 0 0 0,0 0-14848 16</inkml:trace>
  <inkml:trace contextRef="#ctx0" brushRef="#br0" timeOffset="160334.17">23419 8231 12895 0,'1'0'576'0,"0"0"112"16,0 0-560-16,0 0-128 0,0 0 0 0,0 0 0 15,0 1 2000-15,1 1 368 0,3 0 80 0,2-2 16 0,3 1-480 0,2-1-80 16,2 0-32-16,0-1 0 0,1-1-1232 0,2-1-240 16,1-2-48-16,-2-1-16 0,2 0-336 0,-1 0 144 15,-2 0-144-15,-1 0 0 0,-2-1 0 0,-1 2 0 0,-4 0 0 0,-1 0 0 16,-2 1 0-16,-1-4 0 0,-3 2 0 0,-1 0 0 16,-3 0 128-16,-2-2-128 0,-2 4 0 0,-1-1 0 15,-2 0 0-15,-1 3 0 16,-1 0 0-16,0 1 0 0,1 1 0 0,-1 3 0 15,2-1 0-15,0 0 0 0,0 3 0 0,0 1 0 0,2 0 0 0,1 1 0 16,0 3 0-16,2-1 0 16,1 0 0-16,1 1 0 0,1 0 432 0,1 0 80 0,2-10 0 0,0 0 16 15,0 0 320-15,0 0 64 16,13 42 16-16,-13-42 0 0,0 0 0 0,0 0 0 0,42 21 0 0,-42-21 0 16,0 0-592-16,40 12-112 0,-40-12-32 0,29 9 0 15,-29-9-192-15,30 6 0 0,-30-6 0 0,30 6-17408 0</inkml:trace>
  <inkml:trace contextRef="#ctx0" brushRef="#br0" timeOffset="161206.85">24028 8086 18431 0,'-2'-2'1632'0,"-1"1"-1312"16,1 1-320-16,-1 1 0 0,1-1 256 0,0 2-32 15,1-2 0-15,-3 3 0 0,-2 0 1568 0,-2 3 304 0,-2 0 64 0,-2 2 16 16,1 0-1360-16,-1-1-272 16,0 2-48-16,1-1-16 0,1-2-352 0,2 2-128 15,0-4 0-15,2 1 0 0,2-2 272 0,1 0-32 16,2 0-16-16,2-2 0 0,2 1 208 0,0 0 32 0,2-1 16 16,0 1 0-16,2-1-224 0,0 0-64 0,1-1 0 0,2 2 0 15,0-1-64-15,0 1-128 0,0 0 176 0,-1-1-176 16,1 1 128-16,-1 1-128 0,-1 0 0 0,0 0 0 15,-2 0 0-15,-1 1 0 0,-1-1 0 16,-2 2 0-16,-2 1 128 0,-1-1-128 0,0 1 0 16,-2 0 0-16,-2 1 0 0,0 0 0 0,-2 0 0 0,0-1 0 15,-1 0 128-15,0 1-128 0,0 0 0 0,-3-2 0 16,2 1 0-16,0-2 128 0,0 3-128 0,0-5 0 16,2 1 144-16,0 1-144 0,4-3 0 0,-1-1 144 0,3 2-144 0,2-5 0 15,1 1 0-15,1-1-9840 16,2-1-1920-16</inkml:trace>
  <inkml:trace contextRef="#ctx0" brushRef="#br0" timeOffset="161589.26">24076 8214 16575 0,'0'0'736'0,"0"-2"160"0,1 2-720 0,-1-1-176 16,1 0 0-16,-1 1 0 0,1 0 1664 0,1 0 320 15,3 0 48-15,0 0 16 0,4 0-912 0,3 0-176 16,1 0-48-16,3 0 0 0,0 1-688 0,1-1-224 15,1-1 128-15,-1 1-128 0,-1-2 0 0,-1-1 0 16,-2 0 0-16,-2 1 0 0,-2 0 0 0,-1-3 0 16,-2 1 0-16,-2 1-144 0,-1-2 144 0,-3 0 0 15,-2 1 0-15,-2-1 0 0,-2 0 0 0,-1 3 0 16,-2-3 128-16,-1 1-128 0,-2 3 0 0,0-1 128 0,0 2-128 0,1 0 0 16,2 2 192-16,0 1-16 0,0-1-16 0,2 1 0 15,0 1 112-15,1-1 32 0,0 2 0 0,2 1 0 16,-1-1 32-16,2 0 16 0,1 0 0 0,0 0 0 15,1 1-16-15,0-2 0 0,1 1 0 0,0 1 0 16,0-1 240-16,1-1 32 0,0 1 16 0,1 2 0 16,-1-1 32-16,-1-6 16 0,0 0 0 0,0 0 0 15,0 0-256-15,21 42-48 0,-21-42-16 0,0 0 0 16,0 0-224-16,42 35-128 0,-42-35 128 0,34 10-128 0,-34-10 0 0,37 7 0 16,-17-7 0-16,2-2 0 15,-2-3 0-15,0 0-192 0,1-2 192 0,-3 0-11200 16,-2-3-2144-16</inkml:trace>
  <inkml:trace contextRef="#ctx0" brushRef="#br0" timeOffset="161887.14">24467 8056 23039 0,'2'-2'2048'0,"0"2"-1648"15,0 0-400-15,-1 0 0 0,-1 0 1136 0,1 0 144 0,1 0 16 0,2 0 16 16,0 0 544-16,0 0 96 0,2 2 32 0,-2-2 0 15,0 2-1344-15,-2 0-256 16,0 3-48-16,-2 0-16 0,-2 2-320 0,-2 2 144 0,-1 1-144 0,-2 0 0 16,0 4 192-16,-2 0-64 0,-3 3 0 0,1 2-128 15,-1 0 256-15,1 3-64 0,1 1-16 16,2-2 0-16,8-21-32 0,-9 40 0 0,9-40 0 0,0 0 0 0,0 0-144 16,16 47 0-16,-16-47 0 0,0 0 0 15,35 15 0-15,-19-15 0 16,2 0 0-16,1-5 0 0,2 1 176 0,-1-2 0 15,-1-2 0-15,0 0 0 0,-1-4-176 0,-4 2 192 0,-1-1-192 0,-1 1 192 16,-5 1-336-16,-1-2-64 0,-2 1-16 0</inkml:trace>
  <inkml:trace contextRef="#ctx0" brushRef="#br0" timeOffset="162022.65">24359 8188 7359 0,'-4'-2'656'0,"2"0"-528"0,2 2-128 0,1-2 0 0,1 2 3840 0,0 0 720 0,1 0 160 0,2-1 16 16,3 1-944-16,5-2-192 0,3 2-32 0,5-3-16 0,4 1-2128 0,3 2-416 16,2-1-96-16</inkml:trace>
  <inkml:trace contextRef="#ctx0" brushRef="#br0" timeOffset="164056.1">24766 8172 19343 0,'-2'-2'1728'15,"1"-1"-1392"-15,1 3-336 0,0 0 0 16,0 0 512-16,0-2 16 0,0 2 16 0,0-3 0 16,0 1 864-16,1 0 160 0,1 0 32 0,0 1 16 0,2-1-752 0,0 2-160 15,0 0-16-15,-1 0-16 0,1 2-384 0,-1 1-80 16,0 1-16-16,-3 1 0 0,1 2 368 0,-1 3 64 15,-1 2 16-15,-2 2 0 0,-1 2-272 0,-1 4-48 16,0 1-16-16,-1 0 0 0,2 3-112 0,-1-3 0 16,2 0-16-16,0-1 0 0,3-20-176 0,0 32 0 15,0-32 0-15,0 0 0 0,0 0 0 0,18 39 0 16,-13-34-144-16,-1-3 144 16,2 0-1840-16,-2-2-256 0</inkml:trace>
  <inkml:trace contextRef="#ctx0" brushRef="#br0" timeOffset="164371.75">24795 8191 16639 0,'-2'0'368'0,"2"0"80"0,0 0 0 0,-1 0 16 0,1 0-464 0,0 0 0 0,0 0 0 0,1 0 0 16,-1-2 560-16,3 1 16 0,0 1 0 0,2-2 0 15,1 0-160-15,2-1-32 0,0-1 0 0,1 1 0 0,0 1 0 0,2 0 0 16,-1-1 0-16,-1 1 0 0,0 2-128 0,-3 0-16 16,0 2-16-16,-4 1 0 0,0 1 368 0,-2 1 80 15,-2 2 16-15,-1 0 0 0,-2 2-336 16,-1-1-64-16,-2 1-16 0,1-2 0 0,-2 3-272 16,0-3 160-16,0 0-160 0,-1 1 128 0,1-2-128 15,1 0 0-15,0-1 0 0,1-1 0 0,1 0 0 16,2-1 0-16,-1-3 0 0,2 1 0 15,2 0-1216-15,0-2-128 0,0 1-32 0</inkml:trace>
  <inkml:trace contextRef="#ctx0" brushRef="#br0" timeOffset="164977.96">24859 8266 6271 0,'11'-2'128'0,"-4"0"48"0,0 0 0 0,-1 0 0 0,-3 1-176 15,-1 1 0-15,1 0 0 0,2-2 0 0,2-1 2560 0,4 0 496 0,2-2 80 0,0 1 32 16,-1 0-352-16,-1-1-80 0,-3 0-16 0,-2 2 0 15,-2 2-816-15,-2-2-176 0,0 3-16 16,-3-2-16-16,0 4-784 0,-2-2-144 0,0 0-48 0,-1 3 0 16,-1-2-448-16,2 0-80 15,-1 2-32-15,0 1 0 0,2-1-160 0,1 0 0 0,0 0 0 0,0 0-176 16,2 2 176-16,1 0-128 0,-1 2 128 0,1-3-128 0,1 1 128 0,0 1 0 16,0 0 0-16,1-1-128 15,-4-5 128-15,0 0 0 0,0 0 0 0,0 0-128 0,0 0 128 0,0 0 0 16,35 26 0-16,-29-26 0 0,-1-2 0 0,2 1 0 15,-1-1 0-15,0-1 0 16,0-1-160-16,-1-1 0 0,0 0 0 0,-2 1 0 16,0-3-1312-16,-1 2-256 0,-1-2-48 0,-2 2-16 15,-1 0 48-15,-1-2 0 0,1 2 0 0,-3-2 0 16,-1 3 576 0,0-4 112-16,-1 2 32 0,1-2 0 0,-1 2 416 0,-1 0 96 0,1 0 0 0,0 0 16 0,1 3 496 15,0 0 288-15,2 2-32 0,0-1-16 0,0 4 688 0,1-1 144 16,1 1 16-16,0 2 16 0,1-1 80 15,0 2 16-15,2-1 0 0,0 2 0 0,1 0-544 0,-1-1-96 16,2 0-32-16,0 0 0 0,-1 0-528 0,1 0 0 16,-2-2 0-16,2 1 0 0,0-2 0 0,1 0 0 15,-1 0 0-15,2-2-144 0,2 0 144 0,-1 0-192 0,2-1 192 0,1 0-192 32,0-3-192-32,2 1-32 0,0-1-16 0,2-1 0 0,0 0 432 0,0 1 0 15,0 0 0-15,-2-1 0 0,0 3 128 0,-2 0 64 16,-2 2 16-16,-2 0 0 0,-2 1 208 0,-2 0 32 0,-1 1 16 0,-1 1 0 15,-2 0-48-15,-2 1-16 0,1-1 0 0,-3 1 0 16,2 1-400-16,0-1 128 16,1-1-128-16,1 0 0 0,2 0 0 0,0 0 0 0,1 0 0 0,1-1 0 15,1 1 0-15,2 0 0 0,1-2 0 0,-1 2 0 16,1 2-144-16,0-3 144 0,-1 2 0 0,1-1 0 16,0 2-144-16,-1-1 144 0,0 1 0 0,-1 1-144 15,-2-2 144-15,-1 3 0 0,0-3 0 0,0 2 0 16,-2 0 0-16,1-1 0 0,1 0 0 0,-1-1-128 15,2-1 0-15,0 2 0 0,1-4 0 0</inkml:trace>
  <inkml:trace contextRef="#ctx0" brushRef="#br0" timeOffset="165218.92">25103 8036 34207 0,'1'1'752'0,"2"1"144"0,0-1 48 0,-1 1 16 0,-1-2-768 16,-1 2-192-16,1-2 0 0,2 2 0 0,1 0 368 0,1 3 16 16,-5-5 16-16,0 0 0 0,0 0-400 0,0 0 0 0,0 0 0 0,34 36 0 31,-34-36-400-31,0 0-176 0</inkml:trace>
  <inkml:trace contextRef="#ctx0" brushRef="#br0" timeOffset="165656.57">25223 8160 15551 0,'-2'0'336'0,"1"0"80"0,1 0 16 0,1 0 0 0,-1 2-432 0,1-2 0 0,1 0 0 0,0 0 0 16,0 3 448-16,3-1 16 0,1 3 0 0,-6-5 0 0,0 0-224 0,0 0-48 16,0 0-16-16,14 42 0 15,-16-29-176-15,-1 0 0 0,0-3 0 0,-1 3 0 16,0 0-144-16,0-1-112 0,-1 0-32 0,2-3 0 16,-1 1 288-16,0-3-192 0,2-2 192 0,1 0-160 0,0-3 160 0,2-2 0 15,1-2 0-15,1-3-128 0,2 0-16 0,0-2 0 16,0 0 0-16,0-1 0 0,-1 2 144 0,1-4 0 15,2-2 0-15,0 0 0 0,0-2 144 0,0 2 64 16,-1-2 16-16,-2 2 0 0,0 2 512 0,-3 1 96 16,1 1 32-16,-1 2 0 0,-1 1 608 0,0 1 112 15,1 2 16-15,0 1 16 0,-1-1-272 0,1 2-48 16,1 2-16-16,0-1 0 0,0 3-896 0,0 0-192 16,1 1-48-16,-3-5 0 0,0 0 32 0,0 0 0 0,0 0 0 0,32 39 0 15,-32-39-176-15,0 0 0 0,0 0 0 16,21 45 0-16,-21-45 0 0,0 0 0 0,5 37 0 15,-7-26 0-15,-3 0-144 0,1-2 144 0,-3 0 0 0,1-1 0 16,-1-3-192-16,1 2 192 16,0-4-192-16,0 0 192 0,1 0-320 0,-1-3 64 0,3 0 0 0,0 0 0 31,2 0-1120-31,22 0-224 0</inkml:trace>
  <inkml:trace contextRef="#ctx0" brushRef="#br0" timeOffset="165927.98">25397 8350 39503 0,'-3'15'384'0,"-2"0"0"0,1-2-256 0,2 0-128 16,2-13 128-16,0 0-128 0,1 36 0 0,-1-36 0 0,0 0 0 0,0 0 0 15,0 0 0-15,0 0 0 0,23 33-176 0,-23-33 176 16,0 0-128-16,0 0 128 16,0 0-128-16,0 0 128 15</inkml:trace>
  <inkml:trace contextRef="#ctx0" brushRef="#br0" timeOffset="166136.07">25351 8336 29247 0,'1'0'640'0,"1"0"144"0,0 0 32 0,0 0 0 0,-2 0-656 0,1 0-160 0,1 0 0 0,2 0 0 15,-1 0 2240-15,3 0 400 0,1 0 96 0,0 2 16 16,-1-2-1808-16,2 0-368 0,-3 0-64 0,-5 0-512 16</inkml:trace>
  <inkml:trace contextRef="#ctx0" brushRef="#br0" timeOffset="172405.41">15417 8717 3679 0,'-1'-2'320'0,"0"2"-320"0,1 0 0 0,0 0 0 16,0 0 864-16,0 0 96 0,-1 0 32 0,-1 0 0 16,0 0 1008-16,-1 0 208 0,0 0 32 0,1 0 16 0,-1 0-32 0,1 0-16 15,0 2 0-15,0-2 0 16,2 0-400-16,-1 0-80 0,1 1 0 0,0 1-16 16,2 1-624-16,-1 0-112 0,2 3-16 0,-1 3-16 15,0 0-448-15,-2-9-96 0,0 0-16 0,8 46 0 16,-8-46-224-16,0 0-160 0,7 49 192 0,-7-49-192 0,0 0 0 0,5 41 0 15,-4-32 0-15,1 0 0 0,1-1-176 0,0-4-80 0,0-1-32 0,0-1 0 32,1 1-1120-32,-3-3-208 0,2 0-48 0,0-3-16 15,1 1-736-15,-1-1-144 0</inkml:trace>
  <inkml:trace contextRef="#ctx0" brushRef="#br0" timeOffset="172655.37">15500 8729 3679 0,'-1'-3'320'0,"0"1"-320"15,1 2 0-15,0 2 0 0,-1-1 1792 0,1 1 304 16,0-1 48-16,-1 3 16 0,1 3 848 0,-1 0 192 0,1 7 16 0,0-14 16 16,0 0-1120-16,6 45-240 15,-6-45-32-15,0 0-16 0,12 45-1120 0,-12-45-240 0,0 0-32 16,11 41-16-16,-11-41-224 0,0 0-32 0,6 42-16 0,-7-30 0 16,0 3-144-16,-1-4 0 15,-1 2 0-15,-1 0 0 0,-1-1 0 0,-2 0 0 0,-2 0 0 0,-1 0 128 16,0-1-128-16,-2-1 128 0,0-2-128 0,0 0 128 0,1 0 48 15,-1-4 0-15,2 1 0 0,-1-2 0 16,1-1 48-16,0-4 16 0,2 0 0 0,2-1 0 0,0 0 48 16,1-3 16-16,2-2 0 0,1 1 0 31,2-4-1040-31,2 1-208 0</inkml:trace>
  <inkml:trace contextRef="#ctx0" brushRef="#br0" timeOffset="173004.44">15705 8730 7359 0,'-4'0'320'0,"1"0"80"15,1 2-400-15,0-2 0 0,0 2 0 0,1-2 0 0,0 0 2000 0,-1 0 320 0,-1 1 64 0,0 0 16 16,-1-1 160-16,0 0 48 16,1 2 0-16,2-2 0 0,0 0-912 0,-1 0-176 0,1 0-48 0,0 1 0 0,0 1-512 0,0 1-96 31,0 1-32-31,-1 3 0 0,1 0-384 0,-1 5-64 16,0 4-32-16,0 1 0 0,1 2-160 0,0 0-16 15,1-19-16-15,1 38 0 0,-1-38 32 0,3 41 16 16,-3-41 0-16,0 0 0 0,11 49-16 0,-11-49 0 0,0 0 0 0,0 0 0 15,29 38-192-15,-20-35 0 0,1-1 128 0,0-4-128 32,0-1-1024-32,-1-2-240 0,1 1-48 0,-1-4-13856 0</inkml:trace>
  <inkml:trace contextRef="#ctx0" brushRef="#br0" timeOffset="173270.09">15837 8748 11055 0,'0'-2'480'0,"0"0"112"0,1 1-464 0,-1-1-128 16,0 2 0-16,-1 0 0 15,1 0 1712-15,0 0 320 0,-2 0 64 0,-1 2 16 0,-1-1-16 0,0 3 0 16,0-1 0-16,-1 4 0 0,1-1-816 0,0 3-144 16,0 2-48-16,0-2 0 0,2 3-320 0,-1 2-64 15,1-1 0-15,1 3-16 0,1-2-176 0,0-14-48 16,0 0 0-16,4 39 0 0,-4-39-240 0,0 0-48 15,0 0-16-15,11 41 0 0,-8-31-160 0,-1-5 0 0,0 2 0 0,1-3 0 32,0-1-688-32,0-1-16 0,-1-1 0 0,1-2-9152 0,1-1-1824 0</inkml:trace>
  <inkml:trace contextRef="#ctx0" brushRef="#br0" timeOffset="173649.54">15928 8798 10527 0,'0'-5'224'0,"1"0"48"0,0 3 16 0,0 0 32 0,0 2-320 0,-1-2 0 0,1 1 0 0,0-1 0 16,2 0 2112-16,-1-1 352 0,-1 2 80 0,1 0 16 0,-2 1-752 15,0 1-144-15,-1 2-16 0,-1 0-16 0,-1 4-464 0,-1-2-80 16,-1 3-32-16,0 0 0 16,-2 2-512-16,0-1-96 0,0 1-32 0,-2-1 0 0,0-2-224 0,-1 3-64 15,0-3 0-15,2-1 0 0,2 0-128 0,-1-1 0 16,2-3 0-16,1 0 0 0,0 0 0 0,1-1 0 15,1 1-144-15,2-4 144 0,-1 1-336 0,1-1-16 16,0-2 0-16,1 1 0 0,-1-2 160 0,2 2 16 16,-1-1 16-16,1 2 0 15,0-1 160-15,-1-1 0 0,1 2 160 0,-2-1-160 16,1 1 672-16,-1 0 32 0,0 2 16 0,0 0 0 0,0 1 208 0,0 2 32 16,0 0 16-16,0 0 0 0,0 3-176 0,2-1-32 0,-1 2-16 0,2 0 0 15,1 0-224-15,0 0-32 16,1 0-16-16,1-2 0 0,0 0-224 0,-6-5-32 15,0 0-16-15,0 0 0 0,0 0-208 0,44 21 128 16,-35-19-128-16,-1 1 0 0,2-1 0 0,-3-2 0 16,1 0 0-16,0 0 0 0,-2-2-1088 0,0-1-272 0</inkml:trace>
  <inkml:trace contextRef="#ctx0" brushRef="#br0" timeOffset="173895.94">16048 8761 12895 0,'0'-1'576'0,"0"1"112"0,1-2-560 0,-1 2-128 0,1 0 0 0,0 0 0 0,0 0 1808 16,1 0 336-16,1-2 64 0,2 2 16 0,1 0-176 0,2 2-48 0,-1-2 0 0,1 3 0 16,-1 1-592-16,-7-4-128 0,0 0-32 0,0 0 0 31,0 0-320-31,38 45-64 0,-38-45-16 0,0 0 0 0,0 0-128 0,22 53-16 15,-22-53-16-15,0 0 0 0,9 46-288 0,-9-46-48 0,-2 31-16 0,-2-17 0 16,0 0-208-16,0-1-128 16,-2 1 128-16,0-3-128 15,0 0 0-15,0 0 0 0,-4-2-192 0,0 1-17312 16</inkml:trace>
  <inkml:trace contextRef="#ctx0" brushRef="#br0" timeOffset="174532.84">15464 8916 5519 0,'0'-2'496'0,"0"2"-496"15,-1 0 0-15,0-2 0 0,1 2 1248 0,-1 0 160 0,-1 0 16 0,-1 0 16 16,0 0 352-16,-2-2 64 0,0 2 0 0,1 2 16 16,-1 0-1136-16,0-2-224 0,2 2-64 0,-1 0 0 15,2 1-448-15,0-2 0 0,1 1 0 16,0 0 0-16,1-2 0 0,0 0 0 16,1 1 0-16,1-2 0 0,0 1 720 0,0 0 48 0,1-2 16 0,-1 2 0 15,2 0 400-15,-1-2 80 16,1 2 16-16,-2-1 0 0,3 1 32 0,-1 0 16 0,-1 0 0 0,2 1 0 15,0 1-192-15,-1 0-48 0,2-1 0 0,0 0 0 0,0 1-512 16,0-1-96-16,-1 1-32 0,1 1 0 0,-2-1-320 16,1-1-128-16,0 0 0 15,-1-1 0 1,1 0-784-16,0 0-256 0</inkml:trace>
  <inkml:trace contextRef="#ctx0" brushRef="#br0" timeOffset="175163.14">16432 8810 2751 0,'0'-2'256'0,"0"1"-256"16,1-1 0-16,0-1 0 15,0 3 1536-15,0-2 256 0,0 0 48 0,2-5 16 16,2 2 768-16,0-2 144 0,-1 1 48 0,1 0 0 0,-1 1-560 0,-1 1-96 0,2 1-32 0,-1 1 0 0,-2 0-720 0,1 1-160 15,1 2-32-15,-2 1 0 0,0 0-512 0,0-1-128 16,1 1 0-16,0 0-16 0,1 0-560 0,-1 0 0 16,2-2 0-16,0 0-144 31,0 0-1600-31,2 0-320 0,-1-2-64 0,1 1-10544 16</inkml:trace>
  <inkml:trace contextRef="#ctx0" brushRef="#br0" timeOffset="175340.83">16461 8860 11967 0,'-1'0'528'0,"0"0"112"0,1 0-512 0,0 0-128 0,1 0 0 15,-1 2 0-15,1-2 2096 0,0 2 384 0,-1 0 80 0,1 3 0 16,0 0-64-16,0 3-32 0,-1 0 0 16,0 1 0-16,0 0-1440 0,0 0-304 0,0 0-48 0,-1 1-16 15,2-3-528-15,0-2-128 0,0 1 0 0,0-3 0 16,1-2-1088-1,1-1-240-15</inkml:trace>
  <inkml:trace contextRef="#ctx0" brushRef="#br0" timeOffset="175684.94">16675 8781 17503 0,'-1'0'768'0,"-1"1"176"15,0 1-752-15,0-2-192 0,1 2 0 0,-1-1 0 0,0 2 1632 0,-2 0 288 16,-2 2 64-16,-3 2 16 0,0 0-320 0,-1 3-64 15,1-3-16-15,-1 0 0 0,3 0-608 0,-1-2-128 16,2-1-32-16,0 1 0 0,2-2-304 0,-1 0-64 0,2 0-16 0,1 0 0 16,1-1 96-16,0-1 16 0,1 1 0 0,0-2 0 15,1 1-304-15,0 0-48 0,1-1-16 0,2 0 0 16,1 0-192-16,1-1 176 0,2 1-176 0,1-1 160 16,3 1-160-16,0 1 192 0,3 0-192 15,-1 2 192-15,-14-3-192 0,0 0 0 16,43 16 0-16,-43-16 0 0,0 0 0 0,0 0 0 0,39 23 0 15,-33-17 0-15,-2 0 0 0,-2-1 0 0,-2 0 0 16,-1 0 0-16,-1-2 0 0,-3 1 0 0,-2-2 128 0,0 1-128 16,-1 0 0-16,-2-1 0 0,-2 0 0 0,-2-2 128 15,0 1-128-15,-1-1 0 0,0-1 0 0,3-1 0 16,2 0-192-16,2-1-112 0,4 2-16 0,0-1-16560 16</inkml:trace>
  <inkml:trace contextRef="#ctx0" brushRef="#br0" timeOffset="177785.06">16983 8902 7359 0,'-2'0'656'0,"0"0"-528"16,1 0-128-16,1 0 0 0,0 0 1280 0,-1 0 208 0,0 2 48 0,-1-2 16 16,1 1 352-16,-1 1 64 15,1 0 16-15,1 1 0 0,2-1-528 0,0 1-112 0,3-2 0 0,1 0-16 16,1 1-208-16,3-4-32 16,1 0-16-16,2-1 0 0,1-2-320 0,0 0-64 0,0-2-16 0,-1 0 0 15,-1-2-400-15,-2 2-80 0,-1-1 0 0,-2 0-16 16,-1 2-320-16,-3-1-64 0,0-2-16 0,-2 1 0 15,-1 2-848-15,-3-2-160 0,0 2-48 0,-2 0 0 32,-1 2 0-32,-1-3-16 0,0 2 0 0,-2 0 0 15,0 0 656-15,0 3 144 0,0 0 32 0,0-1 0 0,0 4 464 0,0 1 0 0,0 0 128 0,1 3-128 0,0 2 768 16,1 1 64-16,0 3 0 0,-1 3 0 0,1 1 144 0,0 2 48 16,3 1 0-16,-1 1 0 0,1-2-48 0,1 2 0 15,0-3 0-15,0 3 0 16,2-5-432-16,0 1-96 0,1-15 0 0,0 0-16 15,0 0-256-15,9 40-48 0,-4-35-128 0,1-1 192 0,-1-3-64 0,3-1 0 16,1-3-128-16,2-2 192 0,2-2 48 16,2-2 0-16,1-3 0 0,2 0 0 15,1-2-416-15,-1 0-80 0,1-1 0 0,-2-1-9600 16,-1 2-1920-16</inkml:trace>
  <inkml:trace contextRef="#ctx0" brushRef="#br0" timeOffset="177968.09">17239 8765 16575 0,'-2'-3'736'0,"0"1"160"0,2 0-720 0,0-1-176 0,0 3 0 0,0 0 0 15,1 0 2112-15,0 0 384 0,1 0 64 0,0 0 32 16,1 0-528-16,1 0-96 0,0 1-32 0,0 1 0 16,1 0-1264-16,0-1-256 0,-1 0-48 0,1 1-16 15,0 1-1024 1,-1-1-208-16,0-2-32 0,0 3-13344 0</inkml:trace>
  <inkml:trace contextRef="#ctx0" brushRef="#br0" timeOffset="178097.51">17252 8846 8287 0,'-6'5'368'0,"2"-2"80"0,1 3-448 0,0-2 0 0,1-2 0 0,1 1 0 0,0 0 1792 0,-1 3 256 16,-1 4 64-16,-2 2 16 15,0 2 352-15,0-1 64 0,1 0 16 0,1-1 0 16,2-4-1600-16,1-2-320 0,0 1-64 0,2-4-16 15,2-1-992-15,1-4-192 0</inkml:trace>
  <inkml:trace contextRef="#ctx0" brushRef="#br0" timeOffset="178283.81">17294 8854 12895 0,'-3'3'576'0,"0"-3"112"0,1 3-560 0,0-1-128 0,2-2 0 0,0 1 0 15,0 0 2320-15,0 1 432 16,0 3 96-16,1-2 16 0,2 1-336 0,2 1-64 15,2-2-16-15,2-3 0 0,4-2-1216 0,2-1-240 0,3-2-48 0,1-2-16 0,2 0-720 0,1-3-208 16,-2 1 0-16,0-1 128 16,-2 1-1312-16,-2-1-256 0,-2 3-48 0,-3 0-12784 15</inkml:trace>
  <inkml:trace contextRef="#ctx0" brushRef="#br0" timeOffset="178518.42">17425 8675 20271 0,'-4'-3'896'0,"2"3"192"0,1-1-880 0,0 0-208 0,1 1 0 0,0 0 0 15,0 0 2368-15,0 1 416 0,0 0 96 0,0-1 0 16,1 3-944-16,-2 1-192 0,1-1-32 0,-1 2-16 16,-1 4-960-16,-1 0-192 0,0 3-32 0,0 1-16 15,-1 5-256-15,-2 1-48 0,2 2-16 0,-3 1 0 0,1 2-176 0,-1-1 128 16,1-2-128-16,0 1 128 15,2-5-128-15,1 1 0 0,1-3 0 0,1-1 0 16,1-14 0-16,0 0 0 0,0 0-160 0,0 0 160 16,0 0-1648-16,40 16-224 15,-25-25-48-15,2-2-13568 0</inkml:trace>
  <inkml:trace contextRef="#ctx0" brushRef="#br0" timeOffset="178889.23">17575 8641 11055 0,'-1'-5'976'0,"1"3"-784"15,0 1-192-15,0 1 0 0,0 1 2704 0,0-1 496 16,-1 2 112-16,-1-2 16 0,0 3 128 0,0 0 48 16,-1 3 0-16,1 4 0 0,-1 0-2032 0,1 4-384 0,0 0-96 0,-1 0-16 15,1 5-640-15,0 0-128 0,-1 0-16 0,-2 0-16 16,1 2-176-16,0-2 0 0,-1 0 0 0,0-1 128 16,-1 0-128-16,0-2 0 0,2 1 0 0,-2-4 0 15,2-1 0-15,0-1 0 0,0-4 0 0,2 0 0 16,1-5 0-16,1 0 0 0,0-2 0 15,0-2 0-15,2 0 0 0,1-5 0 0,1 2 0 0,1-5 0 16,1 1 0-16,1-3 0 0,3 0 0 0,-1-2 0 16,0 0 0-16,0 0 0 0,2 1-144 0,-1 2 144 0,-1 0 0 0,-1 3-128 15,0 1 128-15,-1 2 0 16,1 1 0-16,-2 1-128 0,0 3 128 0,-2 0 0 16,0 2 0-16,-1 1 0 0,-1 1 0 0,-1 4 0 0,-1 2 0 15,-2 1 0-15,1 1 0 0,-2 2 0 0,0-4 0 16,0 3 0-16,0-1 0 0,-1 0 0 15,1 0 0-15,1-2-160 0,0-3 160 0,1 0-128 16,2-3-192-16,0-3-16 0,1 1-16 0,0-2 0 16,2-3-864-16,0 1-192 0,0-2-16 0,1-1-14000 15</inkml:trace>
  <inkml:trace contextRef="#ctx0" brushRef="#br0" timeOffset="179253.56">17687 8884 11967 0,'-2'-1'528'0,"1"1"112"0,1-2-512 0,0 2-128 16,1 0 0-16,-1 0 0 0,1 0 2112 0,1 0 384 16,0-2 64-16,3 1 32 0,2-1-416 0,0 1-64 15,1 0-32-15,1 1 0 0,0-2-1088 0,0 1-224 16,1 1-32-16,0-2-16 0,-1-1-512 0,-1 1-208 0,1 0 176 0,-1 0-176 16,-1-1 0-16,0-2 0 0,-2 3 0 0,-1-3 0 0,0 0 0 0,-1 1 0 15,-2-1-176-15,0-2 176 31,-1 2-640-31,0-3-16 0,-1 2 0 0,-2-1 0 0,1-1 112 0,-2 2 32 0,0-1 0 0,-2 4 0 0,0 1 512 0,0 2 0 16,0 2 0-16,0 3 0 0,-1 2 768 0,1 0 96 16,-1 2 32-16,-1 0 0 0,2 2 288 0,-3 1 64 15,2 2 16-15,-1-2 0 0,1 0-624 0,0 0-128 16,1 0-32-16,2-1 0 0,1-2 0 0,2 1 0 16,1-5 0-16,2 2 0 15,1-5-128-15,2 3-32 0,0-3 0 0,4-2 0 0,-1 0-192 0,1-2-128 0,3-1 128 16,0 1-128-16,1-2-160 0,-1-1-96 0,2 0-32 0,-1 0 0 31,0-2-2000-15,-1 0-400-16</inkml:trace>
  <inkml:trace contextRef="#ctx0" brushRef="#br0" timeOffset="179571.99">17918 8815 13823 0,'0'-1'608'0,"0"1"128"0,0-2-592 0,0 2-144 0,0 0 0 0,0-1 0 16,1 1 2224-16,0-1 400 15,2-2 96-15,1 1 16 0,1-1-320 0,0 0-64 16,2 0-16-16,-1-2 0 0,1 2-1440 0,0 2-272 16,-1 0-64-16,0 1-16 0,-1 0-208 0,-2 2-32 0,1 3-16 0,-2 0 0 0,0 2-288 0,0 0 128 31,-2 5-128-31,-1-3 0 0,-1 1 0 0,-1 2 0 0,0-1 0 0,0 1 0 16,-1 0-304-16,0-1-16 0,0 0 0 0,1-5 0 15,0 2 64-15,0-6 0 0,0 3 0 16,2-3 0-1,0-2 256 1,0 0 128-16,0 0-128 0,1-2 192 0,0-1 336 0,-1 1 64 0,2-2 16 16,-1-3 0-16,2 2-80 0,-1-3-16 15,1 0 0-15,2 0 0 16,0-2-144-16,1-1-48 0,2 1 0 0,0-2 0 0,2-2-176 0,1 0-144 0,0 0 192 0,0-1-192 16,1 1 128-16,0 1-128 0,0 0 0 0,-2 4 0 0,-1 4 0 0,0 0 0 0,-3 5 0 0,1 0-17312 15</inkml:trace>
  <inkml:trace contextRef="#ctx0" brushRef="#br0" timeOffset="180107.18">18635 8826 16575 0,'0'-4'1472'16,"1"1"-1168"-16,-1-1-304 0,0 3 0 15,1-1 1824-15,-1 0 304 0,1-5 64 0,0 0 16 0,-1-3-320 0,1-3-64 16,-1 1-16-16,-3 1 0 15,1 2-1056-15,-2 3-224 0,-2 3-32 0,-1 0-16 0,-2 4-160 0,-3 3-16 16,0 3-16-16,-2 2 0 16,-2 3-160-16,-1 2-128 0,-1 6 192 0,1-2-192 0,0 4 192 15,3-4-192-15,0 2 192 0,0-1-192 16,1 2 256-16,1 0-48 0,2 0-16 0,2-4 0 16,3 0 288-16,4-4 48 0,1-13 16 0,0 0 0 0,0 0-176 15,0 0-48-15,33 29 0 0,-21-29 0 0,3-4-320 0,0-1 0 16,3-2 0-16,1-5 0 15,2 2-320-15,0-1-144 0,1-1-32 0,-2-3-10560 0,1 2-2112 16</inkml:trace>
  <inkml:trace contextRef="#ctx0" brushRef="#br0" timeOffset="180994.68">18814 8674 14735 0,'-1'-2'1312'0,"0"1"-1056"0,1 0-256 0,0 1 0 16,-1 0 2384-16,1-2 432 0,0 0 64 0,-1-1 32 0,1 0-224 15,0-1-64-15,0-1 0 0,0 2 0 0,0 0-1440 0,-1 2-288 16,0-1-64-16,0 2-16 16,-2 2-432-16,0 0-64 15,-1 5-32-15,-2 2 0 0,-1 1-48 0,-1 4-16 0,0 3 0 0,-1 2 0 16,0 2-80-16,-1 3-16 0,1 2 0 0,0 0 0 16,0 1-128-16,3-4 0 0,1-2 0 0,5-21 0 15,-2 36 0-15,2-36 0 0,0 0 0 0,0 0 0 16,0 0 0-16,32 31 0 0,-25-31 0 0,2-1 0 0,-1-1 0 15,1-2 0-15,1-3 0 0,2 0 128 0,-1-1-128 16,0-1 0-16,1 0 0 0,-2 0 128 0,0 0-128 0,-1 0 0 0,-2 0 0 0,-1 1 0 16,-2 0 0-16,1 1 0 0,-2 1-176 0,0-1 176 15,-2 2-144-15,0 1 144 0,-1 1-160 0,-1 2 160 16,0 1-160-16,-1 1 160 0,-1 1-160 0,-1 2 160 16,1 1-128-16,-2 1 128 0,0 3 0 0,-1 1-144 15,0-1 144-15,1 3 0 0,0 0 0 0,1-2 0 16,1 1 0-16,2-1 0 0,2-1 0 0,1-2 0 15,2-2 0-15,2 0 0 16,1-4 0-16,2-1 128 0,3-1-128 0,1-4 0 0,2-2 0 0,2 0 0 16,-1-2 0-16,-2-1 0 0,-1 0 0 0,-1-1 0 15,-1 1 0-15,-2-1 0 16,-3 2 0-16,0-1-192 0,-3 2 48 0,-2 0 0 0,-1 0 0 0,-3 1 0 0,-1-1 144 0,-2 2-192 16,-1 0 192-16,0 0-192 0,-2 0 16 0,-3 2 0 15,0-1 0-15,0 3 0 0,1 2-80 0,0 0 0 16,1 2-16-16,0 1 0 0,0 0 272 0,2 1-192 15,1 3 192-15,0-3-160 0,2 2 160 0,0 0 0 16,1-1 160-16,2 0-160 0,1-3 352 0,2 0-32 16,1 1 0-16,0-2 0 0,2 0-192 15,0-1-128-15,1-1 160 0,2 0-160 16,-1-1 160-16,1-1-160 0,2 1 160 0,0-2-160 16,0 1 0-16,2-2 128 0,2 3-128 0,0-3 0 15,1 2 0-15,1 0 0 0,1 0 0 0,1 0 0 16,0 0-320-16,1 1-64 0,1-2-16 0,0 1 0 31,0-2-624-31,-1 1-112 0,-2 1-16 0,-2-2-16 16,-1 1 80-16,0-1 0 0,0 0 16 0,-3-1 0 0,-1 0 624 0,-1 2 112 0,-4-1 16 0,-1 2 16 15,-1 1 304-15,-4 1 0 0,-1 1 176 0,-1 0-176 16,-2 1 720-16,-1 2 48 0,-3 2 0 0,0-2 0 16,0 3 128-16,-1-1 16 0,1 0 16 0,-2 4 0 15,1-2-480-15,1 0-80 0,1 0-32 0,1-1 0 0,4 0-128 0,0-1-16 16,2-1-16-16,2-1 0 15,1 0 272-15,2 0 48 0,2-2 16 0,-1 1 0 0,0-1-288 0,1 1-48 16,3 0-16-16,-1-1 0 0,1 3-160 0,-1-2 128 16,1 3-128-16,-1 0 128 0,-1 0-128 0,0 2 0 15,0-3 144-15,-3 4-144 0,2-2 0 0,-2 2 144 16,-1-3-144-16,0 2 0 0,-1-1 128 0,-1 0-128 16,0 0 0-16,-1-3 0 0,-1 2 0 0,0-3 0 15,-2 1 0-15,-1 1 0 0,0-1 0 0,-1-1 0 0,0 0 0 0,-3-2 0 16,1 2 128-16,0-1-128 0,-2 1 0 0,1-2 0 15,1 2 0-15,0-2 0 0,2 0 0 0,1 1 0 32,2-1-1600-32,1 2-240 0</inkml:trace>
  <inkml:trace contextRef="#ctx0" brushRef="#br0" timeOffset="181518.34">19293 8869 9215 0,'-4'-3'400'0,"2"1"96"0,1 0-496 0,0 2 0 0,0-2 0 0,1 2 0 0,0 0 3200 0,-1-2 560 16,1 1 96-16,-1-1 32 0,1 1-496 0,0 0-80 15,1 1-32-15,1 1 0 0,0 2-1904 0,2-3-384 16,2 3-80-16,0-3-16 0,2 2-544 0,0 0-112 16,1-2-32-16,1 2 0 0,0-2-208 0,0-2 0 15,0 0 0-15,-1 0 0 0,2-3 0 0,-2 0 0 0,0 0 0 0,0-2 0 16,-1 1 0-16,-2 0 0 0,0-1-128 0,-2-1 128 15,-1 2 0-15,-1-1 0 0,-1-1 0 0,-2 0 0 0,0 0 0 0,-2 3 0 16,0-2 0-16,-3 3 0 0,-1 1 0 0,-2 1 0 16,0 2 0-16,-2 2 0 0,0 1 0 0,-1 3 0 15,0 2 0-15,0-1 0 0,1 2 0 0,-1 2 0 16,1 1 0-16,2-1 0 0,1 1 0 16,0-1 0-1,3 1 0-15,1-3 0 0,1 1 272 0,2 0 64 0,3-3 16 0,1 0 0 0,-3-7-16 0,0 0 0 16,0 0 0-16,0 0 0 0,0 0-176 0,41 22-32 15,-31-20-128 1,-1-4 192-16,1 2-192 0,0-1 0 0,0-1 0 0,-1 0 0 0,0 1-192 0,0-1-144 16,0 0-32-16,1-1-17824 15</inkml:trace>
  <inkml:trace contextRef="#ctx0" brushRef="#br0" timeOffset="183670.61">19847 8796 4607 0,'0'-3'400'0,"0"0"-400"0,0 1 0 0,0 1 0 0,0 0 1024 0,0-1 128 16,-1-1 32-16,1-2 0 0,-1-1 848 0,1-2 160 16,-1 1 48-16,0 0 0 0,1 2-64 0,-1 0 0 15,0 1 0-15,-1 2 0 0,1-1-384 0,-1 4-96 0,1 1-16 0,-2 1 0 16,0 1-640-16,-1 5-128 0,0-1-16 0,-2 5-16 16,1 2-576-1,-2 1-112-15,0 3-32 0,0 0 0 0,1 1-16 0,1-2 0 0,1 1 0 0,4-19 0 16,0 0-16-16,4 41-128 15,-4-41 192-15,0 0-64 0,0 0-128 0,0 0 160 0,43 16-160 0,-31-21 160 16,3-2-160-16,-2 2 0 0,0-4 0 0,0 0 128 31,0-1-432-31,-1-1-80 0,-2 1-32 0,-2 0 0 0,-1 1-1712 16,-4 2-352-16,0-1-64 0,-4 1-6096 0,-2 2-1232 0</inkml:trace>
  <inkml:trace contextRef="#ctx0" brushRef="#br0" timeOffset="183842.01">19740 8845 7359 0,'-14'3'320'0,"4"-1"80"0,2-1-400 0,1 0 0 0,4-1 0 0,1 1 0 16,0 0 1584-16,-3 0 224 0,-2 1 48 0,0-1 16 16,1 1 1312-16,1 0 256 0,3-2 48 0,3 0 16 15,4 0-992-15,1-2-192 0,2 0-32 0,4 1-16 16,0-3-1152-16,3 1-224 0,1-4-64 0,2 1 0 16,2 0-512-16,0-1-96 0,-1-2-32 0,1 2 0 15,-1 1-192-15,1 0-288 0,-1 0 64 0,1 0 16 16,-2 1-2176-16,1 0-432 0</inkml:trace>
  <inkml:trace contextRef="#ctx0" brushRef="#br0" timeOffset="184154.4">20123 8743 11967 0,'-2'-2'528'0,"1"2"112"16,0-2-512-16,0 1-128 0,0 1 0 0,1 0 0 0,-1 0 2080 0,0 1 384 15,-2 1 80-15,-1 0 16 0,0 1-240 0,-2 2-32 16,-1 4-16-16,1 0 0 0,0 3-1152 0,0 1-224 15,1 1-64-15,1 0 0 0,4-14-320 0,0 0-80 16,-2 38-16-16,2-38 0 0,0 0-64 0,0 0-16 16,0 0 0-16,29 37 0 0,-18-34-48 0,1-5-16 15,2 0 0-15,0-4 0 0,-1 2 32 0,1-6 0 0,0 3 0 0,-1-2 0 16,-1-1-128-16,-1-2-32 16,-3 0 0-16,-2 0 0 0,-2 0 48 0,-2 0 0 15,-2-1 0-15,-2 1 0 0,-3 2 128 0,-1-1 48 0,-2 1 0 0,-4 2 0 16,1 2-160-16,-3 1-16 15,0 2-16-15,-2 3 0 0,1 3-176 0,0 2 0 0,2 1 144 0,0 2-144 16,3 1 0-16,0 1 0 0,1 1 0 0,3 1 0 16,2 0-384-16,2-1 16 0,2-11 0 0,0 0-17184 15</inkml:trace>
  <inkml:trace contextRef="#ctx0" brushRef="#br0" timeOffset="186676.27">20611 8755 10127 0,'1'0'896'16,"-1"-2"-704"-16,0 2-192 0,0 0 0 0,0 0 1456 0,0-2 256 15,1 1 48-15,0 1 16 0,0-2 144 0,0 0 16 16,0-1 16-16,1 1 0 0,-1 0-640 0,0 1-128 16,-1 1-32-16,1-2 0 0,-1 2-304 0,0 0-64 15,-1 0-16-15,1 0 0 0,-1 0-256 0,0 0-48 16,0 2-16-16,0-2 0 0,-1 1-48 0,1 1-16 15,-1 0 0-15,0-1 0 0,-1 3-32 0,0-2-16 16,0 3 0-16,-2 0 0 0,0-1 0 0,1 4 0 16,-3 1 0-16,1 0 0 0,-1 3-16 0,0-2-16 0,-2 3 0 0,-1-2 0 15,2 1-160-15,-1-2-16 16,0 1-128-16,2-2 192 0,1-1-192 0,2-2 0 16,1-1 128-16,0-1-128 0,1-1 128 0,1 0 0 15,1-3-128-15,0 2 192 0,2-2-192 0,-1 0 176 0,1 1-176 0,1-1 160 16,0 2-160-16,1-2 0 0,0 0 144 0,1 2-144 15,0-2 0-15,1 0 0 0,-1 2 0 0,2-1 0 0,-1 0 0 16,0 0 0-16,1-1 0 0,0 0 0 0,-1-1 0 16,2-1 0-16,0 0 0 0,0-3-128 15,2-2-48-15,-2 1 0 0,1 0 0 0,0-1 0 0,1-2 176 0,1-1-208 16,0-2 80-16,0 0 128 16,-1 0-128-16,1-2 128 0,-1 0 0 0,-2 0 0 0,-1 2 0 0,-2 2 0 15,-1 1 0-15,-1 2 0 0,-2 0 0 0,-1 4 0 16,1 1 0-16,-2 2 0 15,0 0 320-15,-1 5-32 0,0 0 0 0,-1-1 0 0,0 4-32 0,0 1-16 16,0 0 0-16,-1 2 0 0,1 0-112 0,2-1-128 16,-1 1 176-16,1 1-176 0,0-3 0 0,2-1 0 15,0-1 0-15,1 0 0 16,0-2 0-16,2-1 0 0,0 0 0 0,1-3 0 0,2 1 128 16,1-4-128-16,2 0 0 0,2-1 0 0,1-2 0 0,1-1 0 0,1 0 128 0,1-2-128 15,-1 0 0-15,0-2 160 0,-1-1-160 16,-1 1 128-16,0-1-128 0,-1 1 0 15,0-2 144-15,0 2-144 0,-3 2 0 0,-2 0 128 0,-1 1-128 16,-2 2 0-16,-1 1 0 0,-2 1 0 16,0-2 0-16,-3 4 128 0,0-2-128 0,-1 1 0 0,-3 1 0 0,0-3 0 15,-3 1 0-15,1-1 128 0,-1-2-128 0,-1 0 0 16,3 1 144-16,0-2-144 0,1-3 192 0,3 0-12208 16,2 1-2432-16</inkml:trace>
  <inkml:trace contextRef="#ctx0" brushRef="#br0" timeOffset="190105.25">21371 8764 3679 0,'2'-3'320'0,"0"0"-320"15,-1 0 0-15,-1 1 0 0,1-1 1472 0,0 1 208 0,1 0 48 0,0-6 16 16,1 2 736-16,1-3 144 0,-1 1 16 0,-2 1 16 16,0 0-480-16,-2 4-80 0,0 1-32 0,-2 2 0 0,-1 0-608 0,1 1-128 15,-3 2-32-15,0 0 0 16,0 2-624-16,-2 0-128 0,1 4-32 0,-2-2 0 0,0 3-288 0,-2 1-64 16,1 1-16-16,0 2 0 0,1-2-144 0,0 2 0 15,2-4 0-15,1 3 0 0,2-2 0 0,1-4 0 16,2 0 0-16,0-2 0 0,2 0 0 0,1-2 0 15,1 0 0-15,0-3 0 0,3 0 0 16,0-2 0-16,3 0 0 0,0-3 0 16,2 0 0-16,-1 1 0 0,1-1 0 0,0-1 0 0,0 0 0 0,-1 1-192 15,-1 1 32-15,0-3 16 0,-2 3-16 0,0 0 0 16,1-3 0-16,-2 3 0 0,-1-4-64 0,0 4-16 16,-2-4 0-16,-1 2 0 0,1 0-64 0,-2 0-16 0,-1-2 0 0,0 1 0 15,-2 2-48-15,-1-1-16 16,0-2 0-16,-2 1 0 0,-1 0 192 0,0 0 48 15,-2 0 0-15,0 2 0 0,-1 0 144 0,0 3-192 16,-1 2 192-16,3 0-192 0,-1 0 192 0,3 2 0 0,0 1 0 0,1 0 128 16,1 2-128-16,0-1 0 15,2 3 0-15,0-3 128 0,2 2-128 0,0-1 128 16,3-1-128-16,-1 1 128 0,2-3-128 0,1 0 0 16,1 0 0-16,1-2 0 0,2-2-144 0,-1 2 0 0,-1-2 0 15,2-2 0 1,-1 0-304-16,0 0-64 0,2-1-16 0,0-2 0 0,1 2 368 0,0-2 160 0,1 0-128 0,0 0 128 15,0 2 0-15,0-2 0 0,-1 3 192 0,1 1-64 16,0 0 384-16,-2 1 64 0,-2 2 32 0,-1 2 0 16,-1 1-48-16,-3 2-16 0,0 0 0 0,-2 4 0 15,-1-1-288-15,-1 3-48 0,-2-2-16 0,0 3 0 0,-2 0-192 0,1 0 0 16,-2 1 128-16,0-1-128 0,0-1 0 0,-1-1-192 16,2-1 48-16,-1-1 0 0,1-2-192 0,1-1-48 15,0-2 0-15,-1 0 0 16,1-2 384-16,1 1-176 0,-1-2 176 0,1 0-128 15,0-3 128-15,0 1 0 0,0 0 0 0,1-2 0 16,1 1 192-16,0-2-48 0,0 1 0 0,1-2 0 16,1 2 32-16,0-4 0 0,1 2 0 0,1-4 0 15,0 1-176-15,3 0 0 0,0-1 0 0,2-2 0 16,2 0 0-16,1 0 0 0,1 2-160 0,0 1 160 0,0 2 0 16,1-3 0-16,-1 4 0 0,0 0 0 0,0 2 256 0,-1-1-16 15,0 0 0-15,-2 3 0 0,0 0 48 0,0 2 16 0,-1 0 0 0,1 0 0 31,-2 0-688-31,0 1-144 0</inkml:trace>
  <inkml:trace contextRef="#ctx0" brushRef="#br0" timeOffset="190955.79">22164 8573 7359 0,'1'-1'656'0,"0"1"-528"0,0 0-128 0,-1-2 0 16,0 2 688-16,1 0 96 0,-1 0 32 0,1 0 0 16,0-1 1200-16,0 0 240 0,1-1 48 0,-2 2 16 15,0-2-720-15,0 1-160 0,-1 1-32 0,0 0 0 16,0-2-832-16,0 2-160 0,-1 0-32 0,1-1-16 0,-1 1-176 0,-1 0-16 16,2 0-16-16,-2 0 0 15,0 0 240-15,-2 1 48 0,0 1 16 0,-3 1 0 16,0-1-48-16,-1 2-16 0,-1 1 0 0,-2-1 0 0,-1 2-64 0,-1 2-16 15,0-1 0-15,1 1 0 0,-1 0-48 16,1-1-16-16,0 1 0 0,3-2 0 16,2-1-48-16,3-1-16 0,1 1 0 0,1-2 0 15,2-1-64-15,1-2 0 0,2 1-128 0,0 0 192 0,2-1-48 0,1-1-16 16,2 0 0-16,1-1 0 0,1 0 16 16,0 1 0-16,1-1 0 0,0 0 0 0,1 1-144 0,-1-1 0 15,2 2 0-15,-2 0 0 0,0 2 0 0,-3-1 0 0,0 3 0 0,-1-1 128 16,2 1-128-16,-3 1 0 0,1 2 0 0,-2 0 0 15,-2 0 0-15,-2 3 128 16,-1-3-128-16,-1 0 0 0,-1 1 192 0,-2-2-32 0,0 2-16 0,-2-2 0 16,2-1 112-16,-4 0 0 15,1 0 16-15,-1 0 0 0,-1-1-16 0,-1 1 0 16,1-3 0-16,0 1 0 0,2-1-32 0,-1 0-16 16,2-2 0-16,1 0 0 0,1 0-80 0,0-2 0 15,2 1-128-15,2 0 192 16,2-2-1024-16,2 1-224 0</inkml:trace>
  <inkml:trace contextRef="#ctx0" brushRef="#br0" timeOffset="191189.11">22276 8637 10127 0,'0'-3'896'0,"0"2"-704"0,1 0-192 0,-1 1 0 16,0 0 1472-16,0 0 272 0,0 0 48 0,1-2 16 15,0-1 560-15,0 0 96 0,1 1 32 0,0 0 0 16,0 2-896-16,1-2-192 0,0 2-16 0,2-2-16 16,0 1 32-16,2 1 0 0,-1 0 0 0,2 0 0 0,0 1-768 0,1 1-160 15,2-2-32-15,-2 0 0 0,1 2-448 0,-1-2 0 16,0 0 0-16,-3 0 0 16,0 2-1024-16,-2-2-192 0,-1 1-32 0,-2 3-14000 15</inkml:trace>
  <inkml:trace contextRef="#ctx0" brushRef="#br0" timeOffset="191353.28">22278 8684 5519 0,'2'0'496'0,"0"-2"-496"0,0 0 0 0,0 1 0 0,-1 1 2160 0,0 0 336 16,0 0 64-16,-1 1 0 0,2 1 912 0,0 0 176 16,-1 0 48-16,0 3 0 0,0 1-1840 0,-2 0-384 15,-2 0-64-15,0 0 0 0,-1 2-1024 0,-1-2-192 16,0 1-32-16,-1 0-16 15,1 0-784-15,1-2-176 0,0-2-16 0,2 1-13280 0</inkml:trace>
  <inkml:trace contextRef="#ctx0" brushRef="#br0" timeOffset="192639.09">22534 8729 13823 0,'0'0'1216'0,"0"1"-960"0,0-1-256 0,0 0 0 16,1 0 1360-16,0 0 240 0,0 0 32 0,1-1 16 16,1 1-32-16,0-2 0 0,3-1 0 0,0 1 0 0,1-3-816 0,1 0-160 15,1-2-48-15,-1 0 0 0,0 0-336 0,1-2-64 16,-2-1 0-16,0 1-16 0,-2 0-176 0,-1 1 0 15,0-1 144-15,-3 2-144 0,-1-3 128 0,-1 3-128 16,-2 0 160-16,-2 2-160 0,0 2 304 0,-2 0-48 16,-1 3 0-16,-1 0 0 0,-1 3-16 0,0 1-16 15,-1 2 0-15,0 2 0 0,1-1-64 0,-2 4-16 16,-1 1 0-16,1 2 0 0,1 0-16 0,1-1-128 16,1 0 192-16,1 0-64 0,2 0-128 0,1-3 192 15,2 0-192-15,2-3 192 0,2 0 16 0,1-3 16 16,2-1 0-16,1-1 0 0,1-2 224 0,2 0 32 0,0-2 16 0,1 0 0 15,0 1-176-15,1 1-16 0,1-2-16 0,0 2 0 16,-1 0-288-16,-1 3 0 0,-1 1 0 0,-2 3 0 16,-6-7 128-16,0 0-128 0,0 0 0 0,0 0 0 15,15 46 0-15,-17-36 0 16,-1 1 0-16,-3 1 0 0,0-1 0 0,-3-1 0 0,0 2 0 0,-1-3 0 16,-3 1 0-16,-1-1 0 0,-2-1 0 0,-1-1 0 0,2 0 144 0,-3-2 32 15,-1 2 0-15,1-4 0 0,0 0-48 0,3-3-128 16,3 0 192-16,0-2-64 15,2 0-128-15,3 0 0 0,-1-3 0 0,3 2 128 16,-1-1-464-16,2-3-112 0,3 3 0 0,0-2-15376 16</inkml:trace>
  <inkml:trace contextRef="#ctx0" brushRef="#br0" timeOffset="193485.96">22775 8622 11967 0,'-1'-4'1072'0,"1"2"-864"16,0 1-208-16,0 1 0 0,0 0 1808 0,-1 0 320 15,1-2 64-15,-1 0 16 0,0 1 1072 0,0-2 224 0,2 2 32 0,1-2 16 16,0 2-1776-16,2 0-368 0,2 1-64 0,-1-2 0 0,1 2-1040 0,1 0-304 16,2-1 128-16,-1 1-128 15,2-2 0-15,-1 2-256 0,2-1 32 0,-2 0 16 31,0 1-1120-31,0 0-208 0,-3 0-64 0,-1 0 0 16,-1 0-1056-16,-2 1-224 0,-1 0-32 0,-1-1-16 0,-1 2 192 16,-1-2 48-16,0 1 0 0,0-1 0 0,1 0 1632 0,-2 0 336 0,0 0 64 0,0-1 16 0,0-1 1088 0,0 2 208 0,0-2 48 15,0 0 16 1,1 0 560-16,1 1 96 0,0-1 32 0,-1-1 0 0,2 3-304 0,-2-2-48 16,1 1-16-16,0 0 0 15,0 1-768-15,-1-2-144 0,0 2-128 0,0 0 144 16,-1 0-144-16,-1 0 0 0,1 2 0 0,0-2 0 0,-1 1 224 15,0 0 64-15,1 1 16 0,0 1 0 0,-1-1 752 0,1 1 160 16,1-1 16-16,-2 0 16 0,1 1 288 0,0 1 48 16,0 1 16-16,0 2 0 0,-1-2-240 0,-1 2-32 15,2 0-16-15,-2 1 0 0,-1 1-656 0,1 0-128 16,-1 1-16-16,-1-1-16 0,0 1-304 0,-1-1-64 16,0 3-128-16,0-2 192 0,1-1-192 0,1 0 0 15,1 1 0-15,2-5 0 0,1 2 0 0,2-3 0 16,1-3 0-16,2-2 0 0,1 1 0 0,1-3 0 15,2 0-144-15,-2-2 144 0,2 0-384 0,-1 0 32 16,0-3 0-16,0-1 0 0,0 1 0 0,-2 0 0 16,1-2 0-16,-1 1 0 0,0-2 352 0,-1 1 0 15,1-1-144-15,-1 0 144 0,-1 2 0 0,0 0 0 16,1-1 0-16,0 0 0 0,0 3 0 0,-1 0 0 0,0 3 0 0,0 1 0 16,1 1 0-16,0-1 0 0,0 3 0 0,-1-2 0 15,1 2 0-15,1 0 0 0,0 2 128 0,-1-2-128 16,2 1 224-16,-1 1-48 0,2 0-16 0,0-2 0 15,0 0-160-15,1 0 160 0,1 0-160 0,0 0 160 16,0 0-32-16,-1-2-128 0,1 2 192 0,1 0-64 16,-1 0 16-16,-1 0 0 0,-1 2 0 0,0 1 0 0,-3 1-144 15,0 1 192-15,-1 2-192 0,-2 1 192 16,-1 1-192-16,-2 2 0 0,0 2 0 0,-2 1 128 16,-1 2-128-16,-1-1 192 0,1-1-192 0,-2 1 192 15,1 0-192-15,0-2 0 0,2 0 0 0,1-1 128 0,1-2-304 16,1-5-64-16,1 2-16 0,2-5 0 15,1 0-1056-15,2-2-224 0,0-2-32 0,0 0-13600 0</inkml:trace>
  <inkml:trace contextRef="#ctx0" brushRef="#br0" timeOffset="193688.58">23030 8585 10127 0,'2'-1'896'0,"0"1"-704"15,-1 0-192-15,1 0 0 0,-1 0 1712 0,1-2 304 16,1 2 64-16,4 0 16 0,1-2-128 0,2 0-32 0,3 1 0 0,-1-1 0 16,-1 2-1264-16,-1-3-256 0,-1 3-48 0,0 0-16 15,-2 0-352-15,-1 0 128 0,-3 1-128 0,0 1 0 16,-1 1 0-16,-2 0 0 0,-1 0 0 0,-2 2-7744 16,0 0-1472-16</inkml:trace>
  <inkml:trace contextRef="#ctx0" brushRef="#br0" timeOffset="193851.97">23066 8672 14735 0,'-2'3'640'0,"1"1"160"0,0-1-640 0,-1-1-160 0,1-2 0 16,0 2 0-16,0 1 2336 0,0 0 432 0,0 3 96 0,-3 2 16 16,1 1-128-16,0 0 0 0,1 2-16 0,1-2 0 15,0 0-1840-15,1-2-352 0,1-2-80 0,0 0-16 16,0-1-704-16,3-1-160 0,1-1-32 0,1-2-15360 0</inkml:trace>
  <inkml:trace contextRef="#ctx0" brushRef="#br0" timeOffset="194549.15">23362 8606 2751 0,'3'-5'256'0,"1"2"-256"15,-1 0 0-15,-1 2 0 0,-1-1 960 0,0-1 128 16,4-2 48-16,2-2 0 0,2-2 896 0,1-3 176 16,0 0 32-16,-1 2 16 0,-2 1 432 0,-2 0 96 15,-2 2 16-15,-2 2 0 0,0-2-592 0,-3 3-112 16,0-1-32-16,0 2 0 0,-2 0-976 0,-1 1-208 0,0 1-48 0,-2 0 0 15,-1 1-608-15,0 0-224 0,-2 0 144 0,1 0-144 16,0 2 0-16,-1 0-224 16,-1 1 32-16,1-1 0 0,2 1 16 0,-1 0 16 0,2 0 0 0,1 3 0 15,1-3 160-15,0 3-128 16,2-1 128-16,1 2-128 0,0 2 128 0,2-9 0 16,0 0 0-16,-3 46 0 0,3-46 0 0,0 42 192 15,0-42-64-15,-1 52 0 0,1-52 304 0,-3 57 64 0,3-57 16 16,-6 59 0-16,6-59-160 0,-10 58-32 0,10-58 0 15,-15 52 0-15,6-29-320 0,0-2 0 0,1-4 0 16,0-3 128-16,0-1-128 0,1-4 0 0,1 0 0 0,1-4 0 16,-1 0 0-16,2-3 0 0,1-1 0 0,0-1 0 15,1-1 0-15,1-1-240 0,0-3 48 0,0 0 0 16,1 0-1408 0,-1-4-288-16,0 0-48 0,0-1-12592 0</inkml:trace>
  <inkml:trace contextRef="#ctx0" brushRef="#br0" timeOffset="194738.51">23150 8748 1839 0,'-5'-5'160'0,"3"3"-160"0,0 0 0 0,0 1 0 16,1 1 2688-16,1 0 512 0,0 0 112 0,0 0 16 0,0-2-128 0,0 1-32 15,2 0 0-15,1-1 0 0,0 0-1408 0,3-1-288 0,0 0-48 0,2 1-16 16,0-2-688-16,2 1-144 0,1-2-16 0,1 0-16 16,0 0-144-16,2-1-16 0,1-1-16 0,2 2 0 15,-1 0-192-15,0 0-48 16,0 1 0-16,2-1 0 0,0 2-288 0,-1 2-64 15,0 0-16-15,0-1-14656 16</inkml:trace>
  <inkml:trace contextRef="#ctx0" brushRef="#br0" timeOffset="194900.78">23564 8596 10127 0,'7'-7'896'0,"-1"2"-704"0,0 1-192 0,0 1 0 15,-3 1 1280-15,-2 2 240 0,3-2 32 0,2 1 16 16,2-1-768-16,3 0-160 0,2 0-16 0,0-1-16 16,-2 3-608-16,-1 0 0 0,-3 1-192 0,-2 1-7680 15</inkml:trace>
  <inkml:trace contextRef="#ctx0" brushRef="#br0" timeOffset="195088.57">23620 8616 16575 0,'1'-3'736'0,"0"0"160"0,0 3-720 0,-1 0-176 0,0 0 0 0,-1 3 0 0,0-1 1920 0,-1 1 336 15,1 3 80-15,-3 4 16 0,4-10-512 0,-11 31-112 16,11-31 0-16,-16 38-16 0,16-38-1248 0,-15 40-240 16,15-40-48-16,-12 36-16 0,12-36-384 0,0 0-80 15,-6 43-16-15,6-43-13488 0</inkml:trace>
  <inkml:trace contextRef="#ctx0" brushRef="#br0" timeOffset="198363.52">23883 8637 13823 0,'2'-1'1216'0,"-1"-1"-960"0,-1 1-256 0,0 1 0 0,0 0 1200 0,0-1 192 16,1 1 32-16,0-2 16 0,0-1 384 0,1-2 80 0,1 3 16 0,-1-3 0 16,1-2-1312-16,-1 3-256 0,0-1-48 0,0 1-16 15,0-1-288-15,-2 0-304 0,0 1 64 0,-1 0 16 16,-1-1-480-16,-2 1-112 0,0 2-16 0,-3-1 0 15,1 3 96-15,-3 3 16 0,1 0 0 0,-1 1 0 0,0 3 560 0,-1 2 160 16,1 0 0-16,0 3 0 16,-1 1 224-16,0 3 112 0,-1 3 32 0,-1 2 0 0,2-2 80 0,-1 0 32 15,0 2 0 1,2-1 0-16,3-2 160 0,1-3 48 0,3 1 0 16,2-6 0-16,3-1-368 0,3-2-80 0,0-2-16 0,3-3 0 15,2-1-224-15,3-4 0 0,2-1 0 16,2-2 0-1,0-3-448-15,2 0-96 0,-1-2-16 0,0 0-7040 0,-2 0-1408 0</inkml:trace>
  <inkml:trace contextRef="#ctx0" brushRef="#br0" timeOffset="199105.94">24049 8697 4607 0,'2'-1'400'16,"-1"1"-400"-16,-1 0 0 0,1 0 0 16,-1 0 1536-16,1-2 240 0,0 2 32 0,2-3 16 15,1 1 192-15,0-3 32 0,3 1 16 0,-1-2 0 0,0 2-976 0,0-4-208 16,0 2-48-16,0-1 0 0,-2 0-496 0,-1-1-96 15,-1 1-32-15,-2-2 0 0,-1 1-208 0,-1 0 0 0,-2 2 0 0,0 2 0 16,-2-1 0-16,-1 3 0 16,-1 2 0-16,0 2 0 0,-1 1 272 0,-2 3 112 15,-2 4 32-15,0 2 0 0,0 2 96 0,-1 0 0 16,-1 2 16-16,1 1 0 0,2 0-96 0,1-1-32 16,2-2 0-16,5 1 0 0,0-3-176 0,2-1-32 15,2-1-16-15,2 0 0 0,1-4-176 0,1 0 0 16,0-2 0-16,2-1-176 0,1-1 176 0,1-2 0 15,-1 0-144-15,1-3 144 0,2-1-288 0,-1-3 16 16,2 2 0-16,-2-4 0 16,-1 4-1264-16,0-5-240 0,-1 3-48 0,0-5-16 15,-1 3 1056-15,0-2 208 0,0 0 32 0,-2 0 16 0,0 2 976 0,-2 1 192 0,-1 3 32 0,0 0 16 16,-2 3 560-16,0 2 112 0,-1 0 32 0,-1 3 0 16,0 2-544-16,1 1-96 0,-2 0-32 0,1 2 0 15,0 0-224-15,1 1-48 0,0 0-16 0,1 1 0 16,0 0-304-16,1-3-128 0,1 1 0 0,0-2 128 15,1 0-128-15,0-3 0 0,1 2 0 0,0-4-176 16,1-1 176-16,0-1 0 0,1-1 0 0,0-1 0 16,0-1 0-16,2-1-192 0,-1-2 192 0,1 0-192 15,2 0-1024 1,-2-3-192-16,2 0-64 0,0-1 0 0,0 1 128 0,0-1 0 0,1-1 16 0,-1 0 0 16,0 1 752-16,0 3 128 0,-2 1 48 0,-1 2 0 0,-1 2 592 15,-1 1 128-15,-1 4 32 0,-2 1 0 0,-1 2 640 0,0-1 128 16,0 4 32-16,0-2 0 0,-2 4-256 0,0 2-32 15,-1-2-16-15,0 1 0 0,0 1-352 0,1-2-80 16,-1 1-16-16,0-1 0 0,0-2-144 0,2 0-16 16,-1 0-16-16,0-3 0 0,1 0-224 0,-1-1 0 15,1-2 0-15,-1-2 0 0,1 2 0 0,-1-4 0 16,2 2 0-16,0-2 0 0,0 0 0 0,0-3 0 16,1 0 0-16,2 0 0 15,0-2-528-15,1 0 0 0,0-2 0 0,3-1 0 16,0 0-1104-16,2-1-224 0,0-1-32 0,1-2-16 15,0 2-336-15,0 0-80 0,2-2-16 0,1 2 0 16,-2-2 1184-16,0 2 224 0,-1 1 48 0,-1 3 16 0,0 1 864 0,-4 4 0 0,-1 0 208 0,-1 4-32 16,-1 1 1616-16,-3 4 336 15,-2 3 64-15,-1 2 16 0,-1 1-640 0,-1 2-128 0,-1 1-32 0,1 0 0 16,0 1-800-16,-1-1-160 0,2-2-48 0,1 1 0 16,-1-2-208-16,1 0-32 0,3 0-16 0,-1-3 0 15,1 1-144-15,1-3 0 0,1 0 0 0,0-2 0 16,1-3 0-16,2 0 0 0,0-2 0 0,0 0 0 15,1-2-576-15,1-2-64 0</inkml:trace>
  <inkml:trace contextRef="#ctx0" brushRef="#br0" timeOffset="199419.89">24488 8542 11055 0,'-3'-3'480'0,"1"1"112"0,1 2-464 0,0 0-128 0,0 0 0 0,1 0 0 0,0 0 1168 0,-1 0 224 16,1 0 32-16,0 1 16 0,0 0-160 0,0-1-16 16,1 1-16-16,0 1 0 0,0-2-752 15,0 1-160-15,1 0-16 0,-2 1-16 0,1 1-16 0,-1-1 0 16,0 3 0-16,-1 0 0 0,0 3 592 0,-1 1 112 16,-2 3 32-16,0 2 0 0,0 2-416 0,-2 0-80 15,0 4-16-15,-1 1 0 0,2 0-80 0,-1-1-32 16,1 0 0-16,5-20 0 0,-5 35-240 0,5-35-160 0,0 0 192 0,0 0-192 15,4 44 0-15,-2-37 0 0,3-3 0 16,1 0 0-16,-1-2 0 0,3-2 0 0,-1-1 0 16,1-1 0-16,1-1 0 0,0-1 0 0,0-1 0 0,1-2 0 15,-2 0 0-15,0-2-256 16,1-1 80-16,-2-2 16 0,1 0-1456 0,-1-2-304 16</inkml:trace>
  <inkml:trace contextRef="#ctx0" brushRef="#br0" timeOffset="199938.78">24392 8668 14735 0,'-2'2'640'0,"1"-2"160"0,0 0-640 0,0 0-160 16,1 0 0-16,0 0 0 16,1 0 1264-16,0 0 208 0,1 1 64 0,1 0 0 0,0-1-512 0,3 0-112 0,1 0-16 0,-1 0 0 31,2-1-416-31,2 0-96 0,0-1 0 0,1-1-16 0,1 0-368 0,2 0 128 15,1 0-128-15,-1-2 0 0,1 0 0 0,-2 0 0 16,1 0 0-16,0-1-128 16,1 0-832-16,-3 0-176 0,0 1-16 0,-3-2-16 15,-1 2-48-15,-2 0 0 0,-1 1 0 0,-1 1 0 0,-1-1 256 0,-2 3 64 0,0-1 0 0,-1 1 0 32,-1 0-304-32,0 1-48 0,0 1-16 0,-1 0 0 0,0-1 1072 0,1 2 192 15,0-2 0-15,0 0 0 0,1 1 784 16,0 1 48-16,0 0 16 0,1-2 0 0,0 1 416 0,1 1 80 0,0-2 0 0,0 2 16 15,0-2 0-15,0 0 0 0,1 1 0 0,0 0 0 16,-1-1-336-16,0 2-80 16,0-2-16-16,0 3 0 0,-1-2-96 0,0 1-32 0,0 1 0 0,0 0 0 15,-1 0-176-15,0 0-48 0,0 1 0 16,0 0 0-16,-1 2-256 0,1-2-64 16,0 1-16-16,0 0 0 0,0 0-96 0,0 0-16 0,1 1 0 0,0-3 0 15,0 2-128-15,0-2 0 0,2 0 0 0,-1 0 0 16,1-1 0-16,1-1 0 0,-1 1 0 0,1-2 0 15,0 0-176-15,-1-2 48 0,2 1 0 0,0-1 0 32,-2-1-1088-32,1 1-224 0,0-2-32 0,-1 1-16 15,-1-2-1024-15,0 3-208 0,-1-3-32 0,0 0-16 16,-1 3 592-16,0 0 112 0,-1-1 16 0,0 3 16 0,-1-2 576 0,1 2 112 0,-2 0 32 0,-1 2 0 16,1-2 1104-16,0 0 208 0,0 1 0 0,0-1 0 15</inkml:trace>
  <inkml:trace contextRef="#ctx0" brushRef="#br0" timeOffset="200356.85">24687 8452 3679 0,'0'-5'160'0,"0"2"32"0,0 0-192 0,-1 2 0 16,1-1 0-16,-1 2 0 0,0 0 1712 0,0-2 288 0,-1 1 64 0,0-1 16 15,-1 1 176-15,-1-1 48 0,1 0 0 0,-1 0 0 16,2 0-192-16,0 1-48 0,0-1 0 0,1 2 0 16,0-2-560-16,0 2-112 0,0 0-32 0,1 2 0 15,0 0-368-15,0 1-80 0,-1 1-16 0,0 2 0 16,1 2-240-16,-1 2-48 0,-1 2-16 0,2-12 0 15,0 0-288-15,-7 40-64 0,7-40-16 0,-6 31 0 16,6-31-224-16,-7 33 144 0,7-33-144 0,-4 32 128 16,4-32-128-16,0 0 0 0,0 49 0 0,0-49 128 0,0 0-128 15,0 0 0-15,12 52 0 0,-12-52 0 16,0 0 0-16,0 0 128 0,26 40-128 0,-26-40 128 16,0 0 0-16,0 0-128 0,38 24 192 0,-28-22-64 0,1-1-128 15,-1-1 0-15,1-1 144 0,-1-1-144 0,-2 0 0 0,-1-1 0 16,-1 1 0-16,-2-3 0 15,-3 1 0-15,0 1 0 0,0-1 0 0</inkml:trace>
  <inkml:trace contextRef="#ctx0" brushRef="#br0" timeOffset="200915.69">24821 8584 6447 0,'4'-4'272'0,"-2"-1"80"16,0 3-352-16,-1 1 0 0,-1-1 0 0,0 2 0 0,0 0 2368 0,0 0 384 0,0 0 96 0,-1 0 16 0,0 0 256 0,-1 0 48 15,-1 2 16-15,0 1 0 16,1 0-1008-16,-1 1-192 0,0 1-32 0,1 2-16 15,-1 0-1104-15,2 0-208 0,1 1-48 0,0 1-16 0,0-9-368 16,0 0-64-16,0 0 0 16,4 45-128-16,-4-45 128 0,0 0-128 0,0 0 0 0,0 0 0 15,18 48 0-15,-18-48 0 0,0 0 0 0,0 0 0 16,0 0 0-16,0 0 0 0,0 0 0 0,32 25 0 0,-26-27 0 0,-2-1 0 16,2-1 0-16,-1-1 0 15,-1-1-1216 1,0 0-192-16,1-2-32 0,-2-1-16 0,1 1-1440 15,0 0-304-15,-1-2-48 0,0 1-16 0,0 0 1744 0,-1-2 352 0,0 2 64 0,0 0 16 0,-1 0 2048 0,1 2 400 16,-2 2 96-16,0 1 16 16,0 1-704-16,-1 2-144 0,0 2-32 0,0 1 0 0,-1 0 576 0,0 2 112 15,-1 0 32-15,0 1 0 0,0 1-288 0,0 2-48 16,-1-2-16-16,1 3 0 0,1-1-400 0,-1 1-96 16,0 1-16-16,0 2 0 0,1-2-16 0,1-1-16 15,-1 1 0-15,0 3 0 0,2-13 96 16,0 0 0-16,-3 43 16 0,3-43 0 0,-3 36-80 0,3-36 0 15,-3 36-16-15,3-36 0 0,-7 37-192 0,2-20-48 16,5-17 0-16,-10 36 0 0,4-17-192 0,-3-1 128 16,0-1-128-16,-1 1 0 0,-2-3 0 0,0-1 0 15,-2 1 0-15,0-4 0 0,0-2 128 0,0-1-128 16,0-3 0-16,-1-3 144 0,0 0-144 0,-4-2 0 16</inkml:trace>
  <inkml:trace contextRef="#ctx0" brushRef="#br0" timeOffset="202753.17">14488 9490 7359 0,'0'0'656'0,"-1"0"-528"0,1 0-128 0,-1 0 0 0,1 0 304 16,0 0 16-16,-1 2 16 0,-1-2 0 0,1 1-112 15,0 1-32-15,-1-2 0 0,1 0 0 0,-1 0 144 0,1 0 32 16,0-2 0-16,0-1 0 16,1 1 592-16,0-1 128 0,0 1 32 0,0-3 0 0,1 3 368 0,0-3 80 15,0 1 16-15,-1 1 0 0,1 1 64 0,0-3 16 16,0 2 0-16,0 1 0 0,1-2-544 0,-2 1-96 15,0 1-32-15,1 0 0 0,-1 1-576 0,0-1-112 0,-1 0-32 0,1-1 0 16,-1 1-272-16,-1-1 0 0,0 1 0 0,-1 0 0 16,-1-2 0-16,1 1 0 0,-3 0 0 0,1 1-144 15,-3 0 144-15,0 0 0 16,-2 4 0-16,-1 0-128 0,0 0 128 0,0 3 0 16,3 0-144-16,-1 0 144 0,-1 5 0 0,1 1 0 0,1-2 0 15,-1 1 0-15,3 4 0 0,-1-2 0 16,2 2 0-16,0-2 0 0,2 0 0 0,1-1 0 0,1-1 0 0,1 0 0 0,-1-1 0 0,2-2 0 31,0 3 0-31,-1-1 0 0,3-2 0 0,-1-2 0 0,2 1 0 0,0-3 0 0,1 2 0 0,2-2 0 16,0-1 0-16,2-4 0 15,1-1 0-15,3-1 0 0,0 0-144 0,0-4 144 16,-1 1 0-16,0-3-128 0,0 3 128 0,-1-4 0 16,-1-1-144-16,0 0 144 0,-1 2 0 15,-1-4-144-15,-1 2-464 16,0 0-96-16,-3 0 0 0,0 2-16 0,-2 1 320 0,0 1 64 0,-1 2 16 0,0-1 0 15,-1 3 320-15,-1 1 0 0,1 1 160 0,-1 1-160 0,0 1 448 0,0 3 0 0,1 2-16 0,-1-1 0 32,1 1 320-32,0 4 64 0,1 2 16 0,-1 2 0 15,0-13-432-15,4 29-80 0,-4-29 0 0,0 0-16 16,10 40-304-16,-10-40 128 0,0 0-128 0,0 0 0 16,0 0 0-16,0 0 0 0,37 23 0 0,-29-25 0 15,2-2 0-15,1-6 0 0,2 1 0 0,1-4 0 16,1-1-624-16,-2 0-128 0,2-2-16 0,-2-1-16 15,-1 3-2656-15,-1-3-528 0,-2 3-96 0,-2 2-32 16,-2 0 1664-16,-1 3 336 0,-2-3 64 0,1 1 16 0,-2 1 1808 0,-1 2 352 16,-1 4 80-16,-1-1 16 0,1 5 1264 0,-1 0 256 15,1 2 48-15,-1 2 16 0,1-1 240 0,-1 5 48 16,-1 1 16-16,-1 5 0 0,0 1-336 0,0 1-80 16,0 3-16-16,1-2 0 0,0-3-608 0,0 0-128 15,2-2-32-15,1-2 0 0,2-1-288 0,1-2-48 16,1-2-16-16,-1-2 0 0,2-1-400 0,0-2-176 0,0-3 128 0,1-2-128 15,0 2 0-15,0-3 0 0,1 0 0 16,0-3 0-16,0 3 0 0,0-4 0 0,0 0 0 0,-1 1 0 16,-2 1-176-16,2-1 48 0,-2 0 0 15,1 0 0 1,-1-1-336-16,-1 0-64 0,1 2-16 0,0 0 0 0,0-1 304 0,-2 2 64 0,0-1 16 0,1 4 0 16,-1-3 160-16,0 2 0 0,-1 0 0 0,0 2 128 15,-1 1-128-15,0 1 128 0,0 2-128 0,0 1 128 16,0 1-128-16,0 2 0 0,-1 4 128 0,0 3-128 15,0 5 176-15,0-1-48 0,1 1 0 0,0 3 0 16,0-2-128-16,0-18 160 0,4 33-160 0,-4-33 160 0,0 0-160 16,13 38 0-16,-13-38 0 0,0 0 0 0,0 0 0 15,0 0 0-15,0 0 0 0,0 0 0 0,39 12 240 0,-31-17 64 16,0-4 16-16,1-3 0 16,0 0 368-16,1-2 80 0,-1 2 0 0,0-4 16 15,-1 3-528-15,0-4-128 0,0 3 0 0,-1-1-128 0,0 0 128 16,-1-1-128-16,-1 1 0 0,-2 3 0 0,0 3 0 0,-1 1 0 15,-1 2 0-15,0 3 0 16,0 1-288-16,0 2-112 0,0 2-32 0,1 1-15472 0</inkml:trace>
  <inkml:trace contextRef="#ctx0" brushRef="#br0" timeOffset="203640.12">15115 9436 18255 0,'0'-2'384'0,"0"1"96"0,1 1 16 0,0-2 32 0,0 0-528 0,-1 1 0 0,1 1 0 15,1-2 0-15,0 0 2320 0,3-3 368 0,1-1 64 0,-1 0 0 16,2-1-1680-16,-2 0-352 0,1 1-64 0,-2-2-16 16,0 1-512-16,0-3-128 0,-2 3 0 0,-1 0 0 15,1-2 0-15,-3 4 0 0,0 0 0 0,-1 2 0 16,-2 1 0-16,-2 2 0 0,-2 3-144 0,0 1 144 16,-1 1-240-16,-1 2 16 0,1 2 0 0,0-1 0 15,0-1 32-15,1 2 16 0,-1 2 0 0,-1 2 0 16,1 0 176-16,0 0 0 0,0 0 0 0,1-1 128 15,1 0-128-15,1-1 0 0,2-2 128 0,3-2-128 16,0-2 272-16,2 2-16 0,0-4 0 0,1 1 0 16,1-1-96-16,1-3-32 0,1 0 0 0,1 0 0 0,0-3-128 15,1-1 0-15,1 1 144 0,2-2-144 0,0 0 0 16,0-2 128-16,0 0-128 0,0 0 0 0,1-2 0 16,-2 1 0-16,0 0 0 0,-1 1 0 0,0-1 0 15,-2 1-160-15,-1-1 160 0,-1 2-160 0,-2-1-48 16,0 2-16-16,-1 0 0 0,-1 0 0 0,-1 3-48 15,0 0-16-15,-1 0 0 0,0 2 0 0,-1 2 288 0,1 0 0 16,-1 0 0-16,1 3 0 0,-2 2 0 0,1 0 128 16,0 0-128-16,2 3 0 0,0-1 592 0,1-2 32 15,0 3 0-15,2-3 0 0,0 0-16 0,2-2 0 16,1 0 0-16,-1-3 0 0,2-1-224 0,0 0-32 16,1-2-16-16,-1 0 0 0,1-1-208 0,0-1-128 15,1-1 128-15,-1-1-128 0,1 0 0 0,0-1 0 16,-2 0 0-16,2 0 0 0,-1-2-320 0,0-1 32 0,2 0 0 15,-2-2 0 1,0 4-1632-16,0-2-320 0,0-1-64 0,-1 1 0 16,2-1-928-16,-3 1-176 0,0 2-48 0,-2 0 0 15,0 0 1712-15,-2 4 336 0,0-1 64 0,-1 1 0 0,-1 1 1872 0,0 1 368 16,0-1 80-16,-1 1 16 0,2 0 464 0,-2 1 80 0,0 0 32 0,0-2 0 16,0 2 208-16,1 0 32 0,0 0 16 0,0 0 0 15,1-2-160-15,-1 2-16 0,1 2-16 0,0-2 0 0,-1 2-464 0,1 0-80 16,0 0-32-16,0 4 0 15,0 0-304-15,0 4-64 0,0 0-16 0,1 2 0 16,-1-12-320-16,1 26-64 0,-1-26-16 0,0 0 0 16,6 40-272-16,-6-40 0 0,0 0 0 0,6 33 0 15,-6-33 0-15,0 0 0 0,0 0 0 0,0 0 0 16,0 0 0-16,0 0 0 0,38 26 0 0,-30-29 0 16,-2-1 0-16,2-3 0 0,0 0 0 0,2-4 0 15,0-1-432-15,0-2-32 0,-1 1-16 0,-1-3 0 16,0 2-912-16,-2-1-176 0,1 0-32 0,-3-1-16 15,0 4 960-15,-2 0 192 0,-1 0 32 0,-1 1 16 0,-1 4 416 0,-2 0 0 16,1 4 0-16,0 3 0 0,-1 0 240 0,0 2 80 16,-2 3 0-16,2 0 16 0,0 2 528 15,-1 2 96-15,0 1 32 0,1 2 0 0,1 2-96 0,-1-1 0 16,1 2-16-16,2-15 0 0,0 36-496 0,0-36-80 16,0 41-32-16,0-41 0 0,-1 47-272 0,0-25 160 15,0 1-160-15,-1 0 128 0,-1-1-128 0,-3-3 0 16,-1 2 0-16,-2-1 128 0,-2-2-128 0,-1 1 0 15,0-2 0-15,0-3 0 0,1-1 0 0,-3 0 0 16,-2 1 128-16,0-2-128 0,-2 0 0 0,0-5 128 0,0-1-128 16,-1-5 128-16,1 1-128 0,0-5 0 0</inkml:trace>
  <inkml:trace contextRef="#ctx0" brushRef="#br0" timeOffset="206571.77">15910 9393 12895 0,'2'-5'1152'0,"-1"3"-928"0,0 0-224 16,0-1 0-16,0 3 1408 0,0-3 256 0,1-1 32 0,2-3 16 15,0-3 448-15,1-1 80 0,1 1 32 0,-2-2 0 0,0 3-736 0,-1 2-128 16,-1-1-48-16,-1 1 0 16,-1 0-624-16,0 3-128 0,0-3-32 0,-2 2 0 15,0 0-352-15,-2-2-80 0,0 2-16 0,0-1 0 16,-2 0-128-16,-1-1 0 0,-1 2 0 0,0 0 0 16,-1 1 0-16,-1-1 0 0,1 0 0 0,1 5 0 15,1 1 0-15,2 3 0 0,0 1 0 0,0 2 0 0,0 5 192 0,-1 2-64 16,1 7 0-16,-2 1 0 15,2 5 128-15,-2 2 0 0,0 6 16 0,0-3 0 16,1-1-144-16,-2 2-128 0,2 3 192 0,-1-1-192 16,0-1 0-16,1-4 0 0,1-1 0 0,0-4 0 15,2-3 0-15,-1-5 0 0,0-1 0 0,0-1 0 16,1-4 0-16,0-3 0 0,0-1 0 0,0-3-144 16,3-2-176-16,0-4-16 0,1 0-16 0,1-5 0 15,1 1-2176-15,0-3-432 0</inkml:trace>
  <inkml:trace contextRef="#ctx0" brushRef="#br0" timeOffset="206770.36">15694 9526 11967 0,'-4'0'528'0,"1"0"112"15,0 2-512-15,2-2-128 0,1 2 0 0,0-1 0 0,0 1 2016 0,0 0 368 16,0 3 80-16,1-1 16 0,2 2 512 0,1-2 96 16,1-2 32-16,0-1 0 0,3-1-1072 0,1-1-192 15,0-2-64-15,1-2 0 0,1-1-976 0,1-1-208 0,1 0-32 0,-2 0-16 16,1 0-368-16,-1-1-192 0,0 2 192 0,0-1-192 15,-1 2 0-15,0-2 0 0,1 2 0 0,-1 0 0 16,0 0 0-16,-2 2 0 0,2 0 0 0,-1 2-18160 16</inkml:trace>
  <inkml:trace contextRef="#ctx0" brushRef="#br0" timeOffset="207102.02">15974 9469 6447 0,'-4'-2'576'0,"1"1"-576"0,1 1 0 0,1 0 0 0,1 0 2752 16,0-2 448-16,1 2 96 0,-1 0 16 16,1-1-256-16,1 0-48 0,2-2-16 0,0-1 0 0,1 1-1616 0,10-6 672 15,-8 5-1072-15,2 1-480 0,-1 0-112 16,1-1 0-16,1 3-16 0,-1 2-240 0,-1 1-128 16,-8-2 128-16,0 0-128 0,0 0 0 0,0 0 0 15,28 41 0-15,-28-41 0 0,0 0 0 0,2 40-128 0,-6-24 128 16,-1 0 0-16,-2-1 0 0,0-1 0 15,-1-2 0-15,0-2-128 0,1 0 128 16,0-4 0-16,2-1 0 0,0-3-128 0,1 0 128 16,1-2 0-16,1-2 0 0,1 0 0 0,1-3 0 0,0-2 144 15,2-2-144-15,0-1 0 0,3-2 736 0,1-2 32 16,3-1 16-16,0-1 0 0,2-2-144 0,0 1-48 0,1 1 0 16,0 1 0-16,2-2-464 0,-1 0-128 15,1 3 0-15,-3 2 0 0,0 5 0 0,-1-2 0 16,-2 4 0-16,1 2 0 0,-4 1-160 0,1 2 0 15,-3 2 0-15,0 1-16992 0</inkml:trace>
  <inkml:trace contextRef="#ctx0" brushRef="#br0" timeOffset="208017.37">16287 9431 17503 0,'-1'0'1552'0,"1"-2"-1232"0,0 1-320 0,-1 1 0 0,1 0 2048 0,0 0 336 16,-1-2 80-16,1 1 16 0,0 0-144 0,-1-1-32 15,-1 1 0-15,1 1 0 0,0 0-1680 0,-1 3-352 16,0-1-64-16,-1 3-16 0,0 2-192 0,-1 1 0 16,-1 1 0-16,1 2 0 0,-1 3 0 0,1-2 0 15,0 2-128-15,0 1 128 16,1-1 0-16,0-1 0 0,3-2 0 0,0-1 0 0,0-1 0 0,1-2 0 16,2-2 0-16,1-3 0 0,1 0-128 0,0-2 128 15,2 0 0-15,2-4 0 0,-1-1 0 0,1-2-128 16,1-3 128-16,-1 3 0 0,-1-1 0 0,0-1-128 15,0 0 128-15,-2 0 0 16,-1-1-704-16,-1 1-48 0,-1-1 0 0,-1-1 0 16,-1 1 64-16,-1 0 16 0,-2 1 0 0,-1 2 0 0,-1-2 496 0,0 2 176 0,-3-1 0 0,1 3-144 15,-1 1 144-15,-1 1 0 0,-1 3 128 0,1 0-128 16,0 0 256-16,0 3-32 16,2 1 0-16,-1 1 0 0,2 0 192 0,0-2 32 0,1 2 16 0,2-1 0 0,1 1-208 0,0-2-64 15,2 0 0-15,1-2 0 0,0 1-192 0,1-2 0 16,2 0 128-16,-1 0-128 15,4-3 128-15,1-1-128 0,1-1 176 16,0-1-176-16,1 0 448 0,0-1 0 0,0 1-16 16,1-1 0-16,-2 1-304 0,1-1-128 0,0 2 0 15,1-2 128-15,-1 1-128 0,-2 2 0 0,-1 0 0 0,1 2 0 16,-3-1 0-16,1 3 0 0,-1 0 0 0,-1 1 0 16,-1 3-128-16,-1 0 128 0,-1 2 0 0,-1 0 0 15,-2 2 0-15,0 1 0 0,-1-2 0 0,-1 3 0 16,1 0 0-16,-2-1 0 0,0 2 0 0,1-3 0 15,0-1 0-15,0 0 0 0,1-3 128 0,0 1-128 16,1-1 448-16,0-3 0 0,1 1 0 0,-1-2 0 16,2 1-192-16,-1-1-48 0,1 0 0 0,1-1 0 0,0 1-208 0,1-3 0 15,0 0 0-15,1-2 0 0,1 1 0 0,0-2 0 16,1-2 0-16,1 0 0 0,-1 1 0 0,1-3 0 16,1 0 0-16,-1-2 0 0,0 3 0 15,0-2 0-15,0 3 0 0,-2 1-160 0,0 2 160 0,-1 1 0 16,-1 1 0-16,0 1 0 0,0 2 0 0,-1 0 0 15,0 2 0-15,-2 1 0 0,1 1 0 0,-1 1 0 16,-1 2 0-16,1 1 0 0,-1 1 0 0,-1 0 0 16,0 1 0-16,0 0 0 0,0 1 0 0,0-2 0 15,1 1 0-15,-1-2 0 0,1 0 0 0,0-2 0 0,0 0 0 16,1-1 0-16,-1-2 0 0,1-1 0 16,0 0 0-16,0 0 0 0,0-1 0 0,1-1 0 15,-1-1 0-15,1-1 0 0,0 0 0 0,1 0 0 0,-1-1 0 0,2-2 0 16,1 1 0-16,0-3 0 15,0 2 0-15,1-2 0 0,0 1 0 0,1-2 0 16,0 1 0-16,0-3-128 16,2 1-336-16,-2-1-64 0,0 1-16 0,0-1 0 15,0 1-176-15,0-1-48 0,1 1 0 0,0-3 0 0,0 4 640 0,-2 2 128 0,0 1 0 0,-1 3 0 16,0 1 192-16,-2 2 16 0,0 3 16 0,0-1 0 16,-1 3 608-16,-1 2 112 0,0-1 16 0,-1 4 16 0,0-1-400 0,-1 2-96 15,0 0-16-15,-1 1 0 0,3-13-304 16,-3 25-160-16,2-15 160 0,0 1-160 0,1-4 0 15,0 3 0-15,1-3 0 0,0 0 0 0,0-3 0 16,1 0 0-16,1 0 0 0,0-4 0 0,0-2-144 0,-1 0 144 16,2 2-208-16,1-1-16864 15</inkml:trace>
  <inkml:trace contextRef="#ctx0" brushRef="#br0" timeOffset="208489.43">16884 9376 2751 0,'-3'-2'256'0,"1"-2"-256"0,1 3 0 0,0-1 0 15,0 2 2608-15,1 0 464 0,-1 0 112 0,1 0 16 0,-1 0-416 0,0 0-80 16,1 0-16-16,0 0 0 0,2 0-96 0,1-2-32 16,2 1 0-16,1-2 0 0,2 0-1408 0,1 0-272 0,1-2-64 0,0 1-16 15,1 1-624-15,0-2-176 16,1 3 0-16,-3 0 0 0,-1-1 0 0,0 1-160 0,-4 0 16 0,0 2-15776 15</inkml:trace>
  <inkml:trace contextRef="#ctx0" brushRef="#br0" timeOffset="208653.97">16903 9422 9215 0,'-1'2'816'0,"0"-1"-656"15,1 0-160-15,0-1 0 0,0 2 2112 0,0-2 400 16,0 3 80-16,-1 2 16 0,0 2 448 0,-1 2 80 15,1 1 32-15,-1 2 0 0,-1-2-1616 0,1 1-320 16,-1 3-64-16,1-2-16 0,-1 0-880 0,0-1-272 0,1-1 128 16,0 0-128-16,1-3 0 0,0 0 0 0,1-5 0 15,1 0 0 1,3-2-544-16,1-3-128 0</inkml:trace>
  <inkml:trace contextRef="#ctx0" brushRef="#br0" timeOffset="208854.43">17023 9421 18431 0,'-4'3'816'0,"1"-3"160"16,1 2-784-16,1 0-192 0,1-2 0 0,1 0 0 15,0 1 1920-15,1 1 320 0,2 0 80 0,1-1 16 16,3 1-736-16,2-2-160 0,2 0-32 0,0-3 0 16,1 1-960-16,1-3-192 0,0 1-32 0,0-1-16 0,1 0-16 0,-1-2-16 15,-1 0 0-15,0 0 0 0,-2 2-176 0,-1-2 128 16,-1 3-128-16,-1-1 128 15,-4 2-496-15,0 0-96 0</inkml:trace>
  <inkml:trace contextRef="#ctx0" brushRef="#br0" timeOffset="209099.28">17140 9262 23039 0,'-2'-3'1024'0,"0"3"192"0,1 1-960 0,0 1-256 16,1 1 0-16,0-1 0 0,0 1 1872 0,0 1 336 0,-1 6 64 0,0 2 16 15,0 3-800-15,-2 3-144 0,1 2-48 0,-3 0 0 16,0-1-976-16,-1 3-192 0,-1-3-128 0,-1 2 160 16,0-2-160-16,0 0 0 0,1 2 0 0,0-3 0 15,2-1 0-15,2-2 0 16,3-15 0-16,0 0 0 0,3 35 0 0,-3-35 0 0,0 0 0 0,0 0 0 16,0 0 0-16,40 14 0 0,-28-16-144 0,2-2 144 15,1-3 144-15,1-1 96 0,2-1 16 0,-1-3 0 16,-1 2-256-16,-3 1 0 0,0 0 0 0,-1-2-16352 15</inkml:trace>
  <inkml:trace contextRef="#ctx0" brushRef="#br0" timeOffset="209726.49">17484 9592 18431 0,'1'-2'1632'0,"1"-1"-1312"16,-1 3-320-16,-1 0 0 0,0 0 1712 0,0 1 272 15,0 1 48-15,1-2 16 0,0 2 256 0,-1 5 64 16,0 2 16-16,-3 3 0 0,-1 3-1200 0,-1 1-240 15,-1 1-48-15,-1-1-16 0,1 1-720 0,-1 0-160 16</inkml:trace>
  <inkml:trace contextRef="#ctx0" brushRef="#br0" timeOffset="-212457.21">17815 9352 2751 0,'1'-6'256'0,"-1"1"-256"15,1 0 0-15,-1 5 0 0,0-2 1536 0,1-1 272 16,-1 1 48-16,0 0 16 0,1-1-208 0,1 1-32 15,-1-3-16-15,0 2 0 0,-1 1-176 0,0 1-32 16,0 2-16-16,-1-1 0 0,1 3-432 0,-1 2-96 16,0 1-16-16,1 2 0 0,-1 1 16 0,1 1 0 15,1 1 0-15,-1 3 0 0,0-14-192 0,0 0-32 0,6 43-16 0,-6-43 0 16,0 0-272-16,11 41-48 0,-11-41-16 0,0 0 0 16,0 0-288-16,0 0 0 0,33 38 128 15,-25-36-128-15,0-2 0 0,0 0 0 0,1-4 0 0,-2 1 0 16,1-2 0-16,-2-1 0 0,0 0 0 0,-2 2 0 31,1-3-448-31,-2 2-112 0,-1 0-16 0,-1-2 0 0,-1-1-1392 0,0 2-272 16,0-4-64-16,0 3-16 0,-1 0 16 0,0-2 0 0,-1 1 0 0,0-1 0 15,1-1 960-15,-1 3 208 0,0-1 48 0,2 0 0 0,-1 3 1232 0,1-2 256 16,1 0 48-16,1 0 16 0,0 2 1136 0,1 0 208 16,0-1 48-16,-1 1 16 15,1 0 288-15,0 2 48 0,-1-1 16 0,0 1 0 0,0 1-432 0,-2-1-64 16,2 3-32-16,-1-2 0 0,0 2-736 0,-1 0-160 15,0 0-32-15,-1 0 0 0,0 0-304 0,-1 2-64 16,1 0-16-16,-2 3 0 0,0 0-128 0,0 2-48 0,0 3 0 16,-1 1 0-16,1 1 64 0,-1 5 16 15,1 3 0-15,-1 5 0 0,0 0-160 16,2 1-128-16,0 1 144 0,1-1-144 0,1 1 0 0,-1-2 0 0,1-25 0 0,-1 46 0 16,1-46 0-16,-1 42 0 15,1-42 0-15,-1 36 0 0,0-22 0 16,0 0 0-16,-1-2 0 0,0 0 0 0,0-2-128 0,-2-1 128 15,0-2 0-15,0-2 0 0,-1 2 0 0,-2-5 0 16,1 3 0-16,-2-4 0 0,0 1 0 0,-2-2 0 0,-1-1 0 0,-1-1 0 16,-1-1 0-1,-2 0 128-15,-2-3-128 0,1-2 0 0,0-3 0 0,2-2 0 16,1-1 0-16,1 1-15904 0</inkml:trace>
  <inkml:trace contextRef="#ctx0" brushRef="#br0" timeOffset="-211062.05">18150 9348 2751 0,'2'-4'256'0,"-1"3"-256"0,0-1 0 0,0 0 0 16,-1 1 1088-16,0 1 160 0,0 0 32 0,0-2 16 16,1 2 432-16,0-2 96 0,0-1 16 0,-1-1 0 15,1 1-464-15,0 1-96 0,0 0 0 0,0-1-16 16,-1 0-32-16,0 0 0 0,0 2 0 0,0-1 0 16,-1 2-288-16,-1 0-64 0,-1 0-16 0,0 2 0 15,-1 0-288-15,0 1-48 0,-2 4-16 0,0 0 0 16,-1 0-144-16,0 3-48 0,-2 2 0 0,-1 2 0 15,1 2-64-15,-1 3-32 0,1 0 0 0,0 1 0 16,1 0-96-16,1 0 0 0,1 0-128 0,1 0 192 16,2-4-192-16,2-1 0 0,1-15 128 0,0 0-128 0,0 0 0 15,15 38 0-15,-15-38 0 0,0 0 0 16,0 0 0-16,49 7 176 0,-30-10-176 0,1-4 160 0,2 2 32 0,-1-3 0 16,0-2 0-16,-1 2-14064 15</inkml:trace>
  <inkml:trace contextRef="#ctx0" brushRef="#br0" timeOffset="-210736.23">18331 9298 11967 0,'2'-5'528'0,"-1"1"112"0,0 1-512 0,0 2-128 0,0 0 0 0,-1-1 0 15,1 2 1920-15,0-2 336 0,0 1 80 0,0-3 16 0,2 1 96 0,-1 3 32 16,0 0 0-16,0 0 0 0,-2 5-1216 0,0 2-240 16,-1 2-64-16,-1 3 0 0,-1 3-608 0,-1 1-128 15,-2 3-32-15,0 2 0 0,0-2-192 0,0 2 0 16,0-1 0-16,1-1 0 0,1 0-160 0,-1-3 160 15,2-1-128-15,0-2 128 16,3-3-1424-16,0-2-208 16,1-3-32-16,2-4-7152 0,0 1-1424 0</inkml:trace>
  <inkml:trace contextRef="#ctx0" brushRef="#br0" timeOffset="-210410.63">18445 9361 7359 0,'3'-4'656'0,"-2"2"-528"0,0 0-128 0,0 1 0 16,-1 1 1280-16,-1 1 240 0,0-1 32 0,0 2 16 16,0 0 480-16,-2-1 112 0,0 2 16 0,-2 0 0 15,-1 2-1280-15,-1 0-256 16,-1-1-64-16,-1 2 0 0,-1-2-400 0,0 3-176 0,-1-2 128 0,-1 0-128 16,0 0 0-16,0-2 0 15,1 0 0-15,-2 0 0 0,4-1 0 0,0 1 0 0,2-1 0 0,1 0 0 16,1-1 0-16,2 1 0 15,0 0 0-15,2-2 0 0,0 3 0 0,2-3 0 16,0 2 0-16,2-2 0 0,-1 1 544 0,2-1 32 16,2 0 0-16,-2 1 0 0,2-1 1168 0,-1 0 240 15,3 2 64-15,-1-1 0 0,1 2-736 0,-8-3-144 0,0 0-16 16,0 0-16-16,0 0-592 0,38 11-112 0,-31-9-32 0,1 1 0 0,-1-2-400 16,0 0 0-16,-7-1 0 0,0 0 0 31,0 0-304-31,0 0-80 0,37 8-32 0,-32-8-16096 0</inkml:trace>
  <inkml:trace contextRef="#ctx0" brushRef="#br0" timeOffset="-210045.74">18584 9360 15663 0,'0'-3'688'0,"0"1"144"0,1-1-656 0,0 3-176 16,0-2 0-16,0 2 0 0,0-1 960 0,2 0 176 16,1-3 16-16,1 1 16 0,2 0 160 0,0-1 16 15,0 1 16-15,0 1 0 0,-1 0-64 0,-1 1-16 0,2 2 0 0,-2 1 0 16,1 1-80-16,-2 1-32 15,-4-4 0-15,0 0 0 0,0 0-400 0,0 0-64 0,22 48-32 16,-22-48 0-16,0 0-256 0,8 38-48 0,-8-38-16 0,0 0 0 16,7 38-192-16,-7-38-32 0,0 0-128 0,4 33 192 15,-4-24-192-15,-1 1 0 0,-1 1 0 0,1-3 0 16,-2 1 0-16,-2-2 0 0,0 0-128 0,0 0 128 16,-1-2 0-16,-1 2 0 0,-2-1 0 0,-2 0 0 31,-2-1-896-31,-1 2-80 0</inkml:trace>
  <inkml:trace contextRef="#ctx0" brushRef="#br0" timeOffset="-208847.03">18808 9669 15663 0,'1'1'1392'0,"0"1"-1120"15,0-2-272-15,-1 0 0 0,0 0 784 0,0 1 112 16,1 1 0-16,1-2 16 0,0 3-240 0,1-1-48 16,2 0-16-16,-1 0 0 0,2-4-192 0,0 1-32 15,2-2-16-15,-1-2 0 0,3 1 352 0,-1-2 80 16,1-1 16-16,0 2 0 0,0-3-176 0,1 0-16 15,0 1-16-15,0-3 0 0,0 3-48 0,0-4-16 16,1 1 0-16,-1-2 0 0,0-2-32 0,1-3 0 0,1-2 0 0,0-4 0 16,0-1 80-16,0-3 16 15,0-2 0-15,-1-1 0 0,1-1-240 0,-3 3-48 0,-2 4-16 0,-1 0 0 16,-1 3-176-16,-1 1-128 0,-1 3 144 0,-2 5-144 16,-1 2 272-16,0 3-32 0,-1 2-16 0,-1 3 0 15,0-2 16-15,-1 3 0 0,0 1 0 0,1 0 0 16,-2 0-240-16,0 0 0 0,-1 1 0 0,1 0 0 15,0 2 0-15,-1-2 0 0,1 0 0 0,0 1 0 16,-1-1 0-16,0 1 0 0,1 0 0 0,0 1 0 16,0-3 0-16,1 2 0 0,0-2 0 0,0 0 0 15,1 2 0-15,0-2 0 0,0 0 0 0,0 0 0 16,0 0 0-16,0 0 0 0,0 0 0 0,0 0 0 0,-1 0 0 0,0 1 0 16,0 1 0-16,-1 0 0 15,0 1 0-15,-1 1 0 0,1 1 0 0,-2 0 0 0,-1 0 0 0,1 2 0 16,0-1 0-16,0 2 0 0,1-1 0 0,-1 0 0 15,2 1 0-15,0-2 0 0,0 1 0 0,1-2 0 16,0 0 0-16,0-2 0 16,1 1-640-16,0-2-32 0,0 0 0 0,0-1 0 15,1-1-800-15,0 0-144 0,0 0-48 0,0-1 0 16,1-1-496-16,0 0-96 0,0-3-32 0,2 0 0 16,1-1-352-16,0 0-80 0,0 0-16 0,1-2 0 15,1 1 768-15,-1-2 160 0,1-1 16 0,-1 3 16 0,2-2 1648 0,-1 2 320 0,0 2 64 0,-1 0 0 16,2 0 1216-16,-2 1 256 0,1 1 32 0,0-1 16 15,1 3-272-15,-1-2-48 0,-2 2-16 0,0-1 0 16,0 1-288-16,0 0-48 0,0 1-16 0,0-1 0 16,-2 1 128-16,0 0 0 0,1 0 16 0,-1 0 0 15,0-2-80-15,-1 1 0 0,1 1-16 16,-2 0 0-16,1 0 144 0,0 0 16 16,0 0 16-16,0 3 0 0,0-1-336 0,0 2-64 0,1 2-16 15,0-1 0-15,1 2-304 0,-1 2-64 0,-2-9-16 0,0 0 0 0,0 0-208 0,21 41-48 16,-21-41-16-16,0 0 0 15,0 0-240-15,28 40 0 0,-28-40 128 0,0 0-128 16,0 0 0-16,0 0 0 0,25 43 0 0,-23-37 0 16,-1 0 0-16,0 1 0 0,-2 0 0 0,-1-1-17520 15</inkml:trace>
  <inkml:trace contextRef="#ctx0" brushRef="#br0" timeOffset="-205128.84">19491 9557 5519 0,'0'-4'496'0,"-1"1"-496"16,1 0 0-16,-1 3 0 0,1 0 1008 0,0 0 96 16,0 0 32-16,0 1 0 0,0 1 880 0,0 2 176 15,-1 1 48-15,1 2 0 0,-1 0-480 0,0 2-96 0,0 1 0 0,-1 0-16 16,1-1-816-16,-1 0-144 0,0 1-48 0,2-2 0 15,-2 0-512-15,2-2-128 16</inkml:trace>
  <inkml:trace contextRef="#ctx0" brushRef="#br0" timeOffset="-204598.63">19836 9405 3391 0,'5'-5'0'0,"-1"0"144"0,0 1-144 0,-4 3 192 0,1-1-192 0,-1 2 0 16,-1 0 0-16,1-1 0 0,-1 0 1088 16,0-3 192-16,-1 1 48 0,-1 0 0 0,-1 3-48 0,1-1-16 15,-1 0 0-15,0 2 0 0,0 0 368 0,-1 1 80 16,1 1 16-16,0 2 0 0,1-1-160 0,0 2-32 15,1 1 0-15,0 3 0 0,0 1-784 0,1 1-176 16,1 0-16-16,0 2-16 0,0-14-416 0,0 28-128 0,0-28 0 0,2 31 0 16,-2-31 0-16,1 31 0 0,-1-31 0 0,0 0 0 15,7 38 0-15,-4-29-144 16,-1-2 144-16,2-2-128 0,-1-2 128 0,1-3-128 16,0 2 128-16,1-6-128 0,0 0 128 0,2 0 0 0,0-5 0 0,1 2 0 15,-1-1 0-15,2-3 0 16,1-2 0-16,1-2 0 0,2-2 0 0,-1-3 0 15,-1 0 0-15,0 0 0 0,-1-1 0 0,0 2 0 0,-2 0 0 0,-1 1 0 0,-1 3 192 16,-1 4-16-16,-2 3-16 0,-1 3 0 16,-1 3 64-16,-1 2 16 0,-1 2 0 0,-1 0 0 15,0 3 336-15,-1 2 64 0,-1 5 0 0,-2 0 16 16,1 4 16-16,-1 1 0 0,0 2 0 0,0-2 0 0,2 0-304 0,-1 1-64 16,1-1-16-16,1 0 0 0,2 0-288 0,1-17 160 15,-2 27-160-15,3-16 128 0,1-2-128 16,0-3 0-16,2-1 0 0,1-2 0 0,-1-1 0 0,2-2 0 15,0 0 0-15,1-2 0 0,-1-1 336 0,1-1-16 16,1 1 0-16,1-2 0 16,-1 0-192-16,0-1-128 0,1-2 128 0,-1-1-15616 0</inkml:trace>
  <inkml:trace contextRef="#ctx0" brushRef="#br0" timeOffset="-204308.89">20372 9317 23951 0,'-1'-7'1056'0,"1"3"224"15,1 1-1024-15,0 0-256 16,1 1 0-16,0 2 0 0,1-1 2176 0,2-2 368 16,2-2 80-16,4 0 0 0,3-2-880 0,2 0-176 15,0 0-32-15,-1 0-16 0,-1 1-1136 0,-1 2-240 0,0-1-144 0,-3 1 192 16,-1 3-192-16,-3 1-176 0,-1 0 48 0,-3 3 0 31,-2 2-2080-31,-3 1-416 0</inkml:trace>
  <inkml:trace contextRef="#ctx0" brushRef="#br0" timeOffset="-204158.83">20406 9372 14735 0,'-1'-2'640'0,"0"1"160"0,1 1-640 0,-1 0-160 0,1 0 0 0,0 0 0 15,1 0 2176-15,-1 0 384 0,1 1 96 0,0 1 16 0,0 1-256 0,1 1-48 16,-1 3-16-16,-1 0 0 0,1 2-1392 0,-1 2-288 16,-1 0-48-16,1-11-16 0,0 0-608 15,-1 33 0-15,1-33 0 0,0 0 0 16,0 0-432-16,0 0-144 0</inkml:trace>
  <inkml:trace contextRef="#ctx0" brushRef="#br0" timeOffset="-203825.53">20643 9312 12895 0,'-1'0'1152'0,"0"0"-928"0,1 0-224 0,-1 0 0 16,-1 2 1984-16,-1-1 336 15,-2 4 80-15,-3-1 16 0,-3 4 336 0,-3 3 80 16,1-1 16-16,-1 1 0 0,3-1-1568 0,1 0-304 0,1-3-64 0,3 0-16 15,2-3-592-15,1 1-128 0,2-2-32 0,0-1 0 16,0-2-144-16,2 1 0 0,0 0 0 0,0-1 0 16,1 0 0-16,1-1 0 0,0 2 0 0,0-1 0 15,2 0 0-15,0 2 0 0,0 1 0 0,2-1 0 16,0 2-128-16,1-1 128 0,-8-3 0 0,0 0 0 16,0 0 0-16,0 0-144 0,40 27 144 0,-40-27 0 15,0 0-128-15,0 0 128 0,0 0 0 0,31 31 0 16,-26-25-128-16,-3-1 128 0,1-2 0 0,-1 1 0 15,-1-2 0-15,-1 1-128 0,-1 0 128 0,-3-1 0 0,0 0 0 0,-4-2 0 16,-1 2 0-16,-3 1 0 0,-2-1 128 0,-2 1-128 16,1-1 0-16,0 0 0 0,2 1 0 15,1-1 128-15,2 3-128 0,1-4-15632 16</inkml:trace>
  <inkml:trace contextRef="#ctx0" brushRef="#br0" timeOffset="-203242.68">21114 9229 21183 0,'2'-2'1888'0,"-2"2"-1504"0,0 0-384 0,0 0 0 15,0 2 1056-15,0-2 144 0,0 3 16 0,0-2 16 0,0 2-656 0,-1 2-144 16,0 0-32-16,0 0 0 0,1 3-400 0,-2 0 0 15,0-3 0-15,0 5 0 0,0-4 0 0,-1 3 0 16,1 0 0-16,-1 0 0 0,0 2 0 0,0-1 0 16,0 2 0-16,1-2 0 0,0 2 0 0,-1 2 0 15,2-2 0-15,0 2 0 0,0-3 320 0,1-11 144 16,0 0 32-16,0 0 0 0,9 43 208 0,-9-43 32 16,0 0 16-16,0 0 0 0,0 0-128 0,36 26-32 15,-25-27 0-15,0-2 0 0,2-2-304 0,0 0-64 16,0-4-16-16,0 1 0 0,-1-1-208 0,-1-1 0 15,-1 1 0-15,-1 0 0 16,-3 1-992-16,-1-1-144 0,-1 2-16 0,-4 2-16 16,0-1-1328-16,-4 1-272 0</inkml:trace>
  <inkml:trace contextRef="#ctx0" brushRef="#br0" timeOffset="-203041.93">21042 9336 7359 0,'-2'-2'656'0,"1"0"-528"0,0 1-128 0,0-1 0 15,1 2 2784-15,0 0 528 0,0 0 96 0,0 0 32 16,0 0 320-16,0 0 64 0,2-2 16 0,0 2 0 16,3-1-2080-16,0-1-416 0,3 1-64 0,2 0-32 15,4-4-768-15,2 2-160 0,3-1-16 0,2-3-16 16,4 1-288-16,-1 0 0 0,-1 0 0 0,0 0 0 16,-2-1-704-16,1 3-160 0,-1-1-32 0,-1 2-10128 15,-2 1-2032-15</inkml:trace>
  <inkml:trace contextRef="#ctx0" brushRef="#br0" timeOffset="-202743.21">21428 9246 13823 0,'3'-2'608'0,"-1"2"128"0,-1-2-592 0,0 1-144 0,0 1 0 0,-1 0 0 16,0 0 1952-16,0 0 352 15,1 1 80-15,-1 1 16 0,-1 0-480 0,0 2-112 16,-1 2-16-16,-1 0 0 0,-2 2-1200 0,1 1-240 0,0 3-48 0,-1-2-16 15,3 1-64-15,-1 1-16 0,3 0 0 0,0-4 0 16,0-8-16-16,0 0 0 0,0 0 0 16,0 0 0-16,0 0 144 0,43 28 32 0,-28-31 0 0,3-4 0 15,0 0 336-15,2-2 64 0,0-1 0 16,-2-2 16-16,-3 0-400 0,-3 0-64 16,-1 0-32-16,-5-1 0 0,-2 3 160 0,-4-4 48 0,-4 4 0 15,-3-2 0-15,-4 3-128 0,-4 0-32 0,-3 4 0 16,1 0 0-16,-2 3-208 0,0 2-128 0,-2 4 128 0,2 1-128 15,1 0-128-15,3 4-112 0</inkml:trace>
  <inkml:trace contextRef="#ctx0" brushRef="#br0" timeOffset="-202097.14">21932 9288 15663 0,'0'-2'1392'0,"1"0"-1120"0,-1 2-272 0,1 0 0 15,0 0 1744-15,1-2 304 0,0 0 48 0,3-1 16 16,0 0-400-16,3-1-80 0,2-1-16 0,-1-1 0 16,1 3-1136-16,1-2-224 0,0 2-64 0,1 1 0 15,-2-2-192-15,0 3 0 0,0-1 0 0,-1 2-160 16,1 0 160-16,-3 2 0 0,1 3 0 0,-3-3 0 0,0 4 0 0,-2 2-128 15,-1 0 128-15,-1 1 0 0,0 0 0 0,-1 0 0 16,-2 2 0-16,0-2 0 0,1 1 0 0,-2 1-160 16,0-3 160-16,0 1 0 15,1-2 0-15,0 1 0 0,0-2 0 0,1-1 0 0,0 0-144 0,0-3 144 16,0-2 0-16,1 0-144 0,-1 0 144 0,2-2 0 16,0-2 0-16,1-2 0 0,1 0 0 0,0-3 0 15,2-2 128-15,1-1-128 0,0 0 896 0,2-2 96 16,2-1 32-16,0 0 0 0,-2 3-288 0,1 0-48 15,1 0-16-15,0 0 0 0,0 3-416 0,-1 2-96 16,-1 0-16-16,0 4 0 0,-1 1-144 0,-2-1 0 0,1 3 0 0,-2 0 0 31,0 3-992-31,-1-1-128 0,-1 0-32 0,0 0-13584 0</inkml:trace>
  <inkml:trace contextRef="#ctx0" brushRef="#br0" timeOffset="-201760.08">22274 9272 2751 0,'0'2'256'0,"0"-2"-256"0,0 3 0 0,0-3 0 15,0 2 1664-15,-1-2 304 0,1 1 48 0,0 1 16 16,0 2 592-16,1-1 128 0,1 2 32 0,1-1 0 16,2 1-1248-16,0 0-256 0,-5-5-64 0,0 0 0 0,0 0-768 0,38 9-144 15,-26-8-48-15,0-2 0 0,0-1-256 0,0-1 0 16,-1 1 128-16,0-3-128 16,-1-2 0-16,-1 2 128 0,-2-2-128 0,-1 0 0 0,-2 0 176 0,0 0-176 15,-2-2 160-15,-2 1-160 0,-1 1 480 0,-2-2 0 16,-2 2 0-16,0 0 0 15,-2-1-96-15,0 4-32 0,-2-3 0 0,-1 4 0 16,0 2-224-16,0 1-128 0,0 3 160 0,1 0-160 16,-2 4 160-16,2-2-160 0,1 3 160 0,-2 0-160 0,3 0 592 15,-1 3 32-15,0-1 0 0,1 2 0 0,1 0 192 0,1-1 32 16,1 1 16-16,1 0 0 0,3 0-48 0,0-12-16 0,0 0 0 16,0 0 0-16,24 40-288 0,-24-40-48 0,0 0-16 0,36 19 0 15,-36-19-272-15,0 0-176 16,39 7 192-16,-27-7-192 0,1-2 0 0,1-1 0 15,0 0 0-15,1-2-11696 16,-1 1-2400-16</inkml:trace>
  <inkml:trace contextRef="#ctx0" brushRef="#br0" timeOffset="-201076.16">22640 9215 17503 0,'4'-7'1552'0,"-1"2"-1232"0,-2 0-320 0,0 3 0 15,0 0 1520-15,0 0 240 0,1-4 48 0,1 0 16 16,1-5 192-16,0 0 32 0,-1 2 16 0,-1 4 0 16,-1 0-912-16,-1 3-192 0,-1 4-48 0,-2 3 0 15,1 2-272-15,-2 3-48 0,1 2-16 0,-1 4 0 16,0-2-192-16,1 3-32 0,-1-1-16 0,4-16 0 16,-3 38-192-16,3-38-144 0,0 34 192 0,0-34-192 15,0 0 0-15,11 42 0 0,-11-42 0 0,0 0 0 16,0 0 0-16,40 20 0 0,-26-21 0 0,1-6 0 15,0 0 384-15,0-2-48 0,1-3 0 0,0-2 0 16,1-3-336-16,-1 0 144 0,-1-2-144 0,-3 0 0 0,-1 3 0 0,-2-3 0 16,-2 2 0-16,-2 3 0 0,-2-3 0 0,-2 3 0 15,-1 2 0-15,0 1 0 16,-1 3-640-16,0 2-176 0,-1 3-32 0,0 3-15952 0</inkml:trace>
  <inkml:trace contextRef="#ctx0" brushRef="#br0" timeOffset="-200706.47">22920 9208 8287 0,'1'-2'736'0,"0"2"-592"0,0 0-144 16,0 0 0-16,0 0 1408 0,-1 0 240 15,0 0 48-15,1-2 16 0,1 2 1248 0,-1 0 256 0,3-1 48 0,1 2 16 16,0-1-1456-16,2 2-288 16,0-2-64-16,2 2-16 0,0-2-1136 0,1 0-320 0,2 0 0 15,-1 2 128-15,2-2-128 0,-1 0 0 0,0 0-160 0,0-2 160 16,0-2-272-16,-1 1 32 0,-2-2 16 0,-1-1 0 0,-2 0 48 15,-2 0 16-15,-1 0 0 0,-1-1 0 0,-2-1 160 0,-2-1 0 16,-1 3 128-16,-1-2-128 0,-3 1 0 16,0 2 128-16,-1 1-128 0,0-1 0 0,0 3 0 15,-1 0 144-15,1 4-144 0,-2-2 0 16,1 5 160-16,-2-1-160 0,1 1 128 0,0 2-128 16,1 1 0-16,-1 1 128 0,1 2-128 0,1-1 0 15,-1 3 0-15,2-1 128 0,1 1-128 0,0-1 0 16,2 0 464-16,2-2 16 0,1 1 0 0,2-2 0 15,1-1 32-15,2-1 0 0,2 0 0 0,1-3 0 0,-7-4-16 0,0 0 0 16,32 10 0-16,-19-8 0 0,0-2-240 16,2 1-32-16,0 3-16 0,0-3 0 0,0 1-208 15,-1 0 0-15,0-1 0 0,-2 0 0 16,-1-1-1504-16,0-1-192 0</inkml:trace>
  <inkml:trace contextRef="#ctx0" brushRef="#br0" timeOffset="-200340.9">23223 9186 14735 0,'-6'0'640'0,"1"1"160"0,1 1-640 0,1-1-160 15,1 0 0-15,0 0 0 0,1 1 2048 0,-2 0 384 16,0 0 80-16,-2 3 16 0,1 0-208 0,2-3-32 16,1 0-16-16,2 1 0 0,2-3-1744 0,3-3-336 0,0 1-192 0,4 0 192 15,1-2-16-15,1-1 0 0,1 2 0 0,0-1 0 16,-2 1-176-16,-1 3 0 0,-1-2 0 0,1 4 128 15,-4 0-128-15,1 2 0 16,-3 2 0-16,-1-1 0 0,-3-5 0 0,0 0-144 0,0 0 144 0,0 38 0 16,-4-28 0-16,0 3-128 0,-1-1 128 15,-1-3 0-15,2 1 0 0,-2-2 0 0,1 0 0 0,-1 0 0 16,2-3 0-16,-2-1 0 0,2-1 0 0,1-1 0 16,0-2 0-16,1-2 0 0,1-1 0 0,1-2 0 15,0 1 0-15,1-4 0 0,2-1 0 0,-1 0 0 16,1 1 736-16,2-1 48 0,0-2 16 0,3-1 0 0,1-3-256 0,0 1-48 15,3 0-16-15,-1 0 0 16,2 1-352-16,1-1-128 0,0 2 0 0,2 0 0 16,0 3 0-16,-1 0 0 0,0 1 0 0,-2 4 0 15,0 0-1280-15,-2 1-192 0,-2 1-32 0,-1 1-13648 16</inkml:trace>
  <inkml:trace contextRef="#ctx0" brushRef="#br0" timeOffset="-199966.76">23628 9093 911 0,'-1'-3'0'0,"0"1"0"15,0 1 0-15,-1 1 0 0,1 0 3424 0,0 0 608 16,-1 0 112-16,1 1 16 0,-3 1-2096 0,-1-2-416 16,0 2-96-16,-2 0-16 0,1 0-1056 0,-1 1-224 0,2-1-32 0,-1 1-16 15,1-1-208-15,1 0 0 0,-1 1 0 0,1 0 0 16,2 1 0-16,-1-2 0 0,0 3 0 0,1-3 0 15,0 2 432-15,0 0 80 0,2 0 32 0,0 2 0 16,0-2 256-16,0 3 48 0,2 0 16 0,-1-1 0 16,-1-6-288-16,0 0-64 0,0 0-16 0,0 0 0 15,0 0-368-15,18 47-128 0,-18-47 0 0,0 0 144 16,0 0-144-16,0 0 0 0,24 40 0 0,-19-34 0 16,0 2 0-16,-1-4 0 0,0 2 0 0,-2-1-176 0,1-1 176 15,-1 0 0-15,-1-1 0 0,-1-1 0 16,0 1 0-16,-2 1 0 0,-2-1 0 0,0 0 0 15,-2 1 0-15,-2 1 0 0,-1-1 0 0,-3 1 0 0,-2 2 0 16,-1-2 128-16,0 0-128 0,2 1 0 16,2-3 0-16,2 2 128 0,3-3-128 0,2 0-8640 15,2-2-1760-15</inkml:trace>
  <inkml:trace contextRef="#ctx0" brushRef="#br0" timeOffset="-199599.04">23716 9234 20271 0,'-1'0'896'0,"1"0"192"0,1 0-880 0,-1-1-208 15,1 1 0-15,1 0 0 0,-1 0 1888 0,2-1 336 16,3 1 64-16,1 0 16 0,3-2-1104 0,2 1-224 0,1-1-32 0,0-1-16 16,0 1-608-16,-1 0-112 0,0 0-16 0,-3-1-16 15,0-1-48-15,-1 1 0 16,-3 1 0-16,1-1 0 0,-3-1-128 0,0 1 0 0,0-1 0 0,-1 1 0 15,0-2 0-15,-1 1 0 0,0-1 128 0,-1-1-128 16,0 0 0-16,0-3 0 0,-1 1 0 0,0-1 0 16,-1 0 0-16,0 1 0 0,0 1 0 15,-2 2 0-15,1 3 0 0,-3 0 0 0,1 2 0 0,-4 2 0 16,0 0 0-16,0 3 128 0,-2 0-128 0,1 2 0 16,1 0 192-16,-2 5-32 0,-1-2-16 0,-1 4 0 15,1-2 304-15,1 2 48 0,0 0 16 0,3-1 0 16,3 0-64-16,1-1-16 0,4-12 0 0,0 0 0 0,0 0-224 0,0 0-32 15,25 39-16-15,-25-39 0 16,27 9-160-16,-11-5 0 0,1-1 0 0,2-1 0 16,-1 1 0-16,1 1 0 0,-3-3 0 0,0 2-16800 15</inkml:trace>
  <inkml:trace contextRef="#ctx0" brushRef="#br0" timeOffset="-197181.42">24251 9125 18431 0,'1'-3'1632'0,"0"0"-1312"0,0 2-320 0,-1 1 0 16,0 0 1520-16,1-2 224 0,0 2 48 0,0-3 16 15,2 1-848-15,-1-1-192 0,1 1-16 0,0 0-16 16,-2 2-592-16,0 2-144 0,-1 0 0 0,0 3 0 16,-1 2 240-16,-1 3 16 0,-2 2 0 0,0 2 0 15,-1 2 96-15,-3 4 32 0,1 3 0 0,-3-2 0 0,-1 3-144 0,0 0-32 16,2-3 0-16,2-3 0 15,1-2-64-15,2 0-16 0,4-16 0 0,0 0 0 16,0 0-128-16,0 0 0 0,19 45 0 0,-8-45 0 0,2 0 768 16,1-2 80-16,1-3 16 0,1-2 0 0,1-3-32 0,0 1-16 15,0-3 0-15,0 0 0 0,-3 0-640 0,-2 3-176 16,-3-2 0-16,-1 1 0 16,-4 3-1072-16,-1-1-272 0</inkml:trace>
  <inkml:trace contextRef="#ctx0" brushRef="#br0" timeOffset="-197009.26">24139 9288 4607 0,'-9'0'400'0,"5"1"-400"0,1 1 0 0,2 0 0 16,2-2 1728-16,0 0 256 0,1 0 48 0,1 0 16 15,1 0 1696-15,3 0 352 16,1 0 64-16,4 1 0 0,1-1-1584 0,1-1-320 0,1 1-64 0,1-2-16 16,-2 0-896-16,2-1-192 0,0 1-48 0,0 0 0 15,-1-1-656-15,-2-2-128 0,0 3-16 0,-1-2-16 16,-1 1-400-16,-2 0-80 0,-1-1 0 0,-1-1-16992 15</inkml:trace>
  <inkml:trace contextRef="#ctx0" brushRef="#br0" timeOffset="-196626.44">24472 9049 18431 0,'4'-5'816'0,"-1"3"160"0,0 2-784 0,-2-2-192 0,-1 4 0 0,0-2 0 15,-1 0 1872-15,1 2 336 0,0 1 64 0,0 2 16 16,0-1-448-16,1 3-96 0,0 0-16 0,0 3 0 0,0-2-1072 0,1 1-208 15,0 0-64-15,-2-9 0 0,0 0-80 0,0 0-32 16,10 43 0-16,-10-43 0 0,0 0-80 0,3 40 0 16,-5-26-16-16,0 1 0 0,-2 1-48 0,-1 0 0 15,-1 1 0-15,-3 0 0 0,2-1-128 0,-1 2 160 16,-1-2-160-16,3 0 160 0,0-2-160 0,2 0 0 16,0-4 0-16,2 0 128 0,1-3-128 0,1-2 0 0,1-1 0 0,0-1 0 15,1-1 0-15,1-2 128 16,1 0-128-16,2-3 128 0,-1-1 240 0,2-1 32 15,0-2 16-15,1 0 0 0,0-2-416 0,0-1 0 16,2 0 128-16,-1-1-128 16,0 1 0-16,0-2 0 0,2 1 0 0,-2 1 0 0,0-2 0 0,0 5 0 15,-3 0 0-15,0 2 0 0,-2 3 0 0,1 0 0 16,-2 2 0-16,-1 2 0 0,0 3 144 0,-1-1-144 16,0 3 160-16,-1 0-160 0,0 3 304 0,-1 0-48 15,1-10 0-15,0 0 0 0,-2 35-256 0,1-23 0 0,1-12 0 0,0 0 0 16,-4 35 0-16,3-25 0 0,0-1 0 0,0-1 0 15,0-1 0-15,1-2-176 0,1 0 32 0</inkml:trace>
  <inkml:trace contextRef="#ctx0" brushRef="#br0" timeOffset="-196457.73">24729 9247 21183 0,'-4'1'944'0,"2"1"192"15,1 1-912-15,0 0-224 0,1-1 0 0,0-2 0 0,1 1 1680 0,1 2 304 16,1 0 48-16,1 2 16 0,3-1-656 0,1 1-128 16,2 0-32-16,1-1 0 0,-1-1-976 0,0 0-256 15,-1-1 0-15,0 0 0 16,-1-2-880-16,-2 2-208 0</inkml:trace>
  <inkml:trace contextRef="#ctx0" brushRef="#br0" timeOffset="-196309.61">24704 9331 14735 0,'6'-5'1312'0,"-2"2"-1056"16,-1 2-256-16,0-1 0 0,-1 2 2112 0,-1 0 384 15,0 2 64-15,1-2 0 0,1 1-160 0,1 0-32 16,0 4-16-16,0 0 0 0,-2 2-1632 0,0 0-320 16,-1-2-64-16</inkml:trace>
  <inkml:trace contextRef="#ctx0" brushRef="#br0" timeOffset="-195912.8">24993 9184 23039 0,'-2'-4'1024'0,"0"2"192"15,1 1-960-15,-1 1-256 0,1 0 0 0,0 0 0 0,-1 3 1792 0,0-1 320 0,-2 0 64 0,0 3 16 16,0 2-832-16,-1 0-160 0,1 0-48 0,1 1 0 0,0-2-864 0,1-1-288 15,0 0 160-15,1 0-160 0,0 0 0 0,0-1 0 16,1-1 0-16,-2 0 0 0,1 1 0 0,1-2 0 16,-1 3 0-16,-1-2 0 0,1 1 0 0,-1 1 0 15,0 2 0-15,1-3 0 0,0 4 448 0,-2-3 16 16,0 4 0-16,0-2 0 0,0 2 144 0,0-1 32 16,0 1 0-16,0-2 0 0,1 1-256 0,0-1-64 15,2 2 0-15,0-2 0 0,0-1-192 0,3 0-128 0,0 1 160 0,3-2-160 16,-1 0 176-16,3-2-176 0,0 1 192 15,0 0-192-15,1 1 224 0,-2 0-64 0,-7-5-16 0,0 0 0 16,0 0 0-16,0 0 0 0,33 23 0 0,-31-20 0 16,0 2 32-16,-2-3 0 0,-2 3 0 15,-1-2 0-15,-3 1 16 0,-2-2 16 0,-3 3 0 0,-1-3 0 16,-1 2-32-16,-1-1-16 0,-4 0 0 16,0 0 0-16,0 1-160 0,-4-4 0 15,-2 2 0-15</inkml:trace>
  <inkml:trace contextRef="#ctx0" brushRef="#br0" timeOffset="-195026.34">15971 9920 15663 0,'-3'-1'1392'0,"1"-1"-1120"0,1 2-272 0,1 0 0 16,1 0 1648-16,-1 0 272 0,-1-2 48 0,0 1 16 15,0-1 448-15,1 1 112 0,1 0 16 0,1-3 0 16,3 3-1280-16,1-4-256 0,2 1-64 0,2-1 0 16,2 0-480-16,1 0-96 0,3-2-32 0,1 3 0 15,-2-3-176-15,3 2-48 0,1 0 0 0,1 2 0 16,-2 0-128-16,0 2 0 0,-1-2 0 0,-17 3 0 0,28 0 0 0,-17-1 0 16,-2 1 0-16,-2 0 0 0,-1 1-256 0,-2-2 32 15,-2 1 0-15,-2 0 0 31,-1 0-2016-31,-1 0-384 0</inkml:trace>
  <inkml:trace contextRef="#ctx0" brushRef="#br0" timeOffset="-194792.92">16162 9810 6447 0,'-10'-14'272'0,"5"9"80"0,3 3-352 0,1 0 0 0,0 1 0 0,1 1 0 16,0-2 2112-16,-3 1 368 0,0-2 64 0,-1 0 16 0,1 0 736 0,-1 3 160 0,1 0 16 0,0 3 16 16,0 3-1504-16,0 2-288 15,0 0-64-15,0 3-16 0,0 3-1088 0,0 1-208 16,-1 4-64-16,0-3 0 0,2-1-256 0,0 2 0 15,0 1 0-15,1-2 0 0,-1-1 0 0,2-1 0 16,0-2 0-16,2-5 0 0,1 1 0 0,1-2 0 0,2-3-128 0,1-1 128 16,2-2 0-16,0-3 0 0,2 0 0 0,1-3 0 15,1-1 0-15,1-3 0 16,3-1 0-16,0-1 0 0,1-5-272 0,0 3-16 16,-3-2 0-16,0 1-9824 0,-2 3-1984 0</inkml:trace>
  <inkml:trace contextRef="#ctx0" brushRef="#br0" timeOffset="-194492.54">16326 9839 10127 0,'-3'-3'896'0,"2"1"-704"0,0 0-192 0,1 2 0 15,0-2 2576-15,0 1 496 0,0 1 80 0,1-2 32 16,-1-1-192-16,2-1-48 0,2 1 0 0,1-2 0 0,0 1-1536 0,2-3-320 16,0 2-64-16,2 0-16 0,2-2-768 0,-1 1-240 15,1 0 128-15,0 4-128 0,-1-3 0 0,0 3 0 16,1 2 0-16,-2 2 0 15,-9-2 0-15,0 0 0 0,0 0 0 0,25 38-144 0,-25-38 144 0,3 35 0 16,-3-35-144-16,-5 46 144 16,1-20 0-16,-1-5-144 0,-2 0 144 0,2-3 0 0,-1-2 0 0,2-6-128 0,0-1 128 0,2-2 0 15,0-5 0-15,2 0 0 0,-1-1 0 0,2-2 0 16,0-2 192-16,0-3-16 0,2-1 0 0,0-3 0 16,1-2 528-1,3-2 96-15,0-1 32 0,2-2 0 0,-1-1-432 0,2 0-80 16,1-4 0-16,0 1-16 0,1 2-304 0,0-2 0 15,0 4 128-15,0 3-128 0,-2 4-192 0,-1 3-80 16,0 2-32-16,0 5-17312 0</inkml:trace>
  <inkml:trace contextRef="#ctx0" brushRef="#br0" timeOffset="-194110.75">16596 9893 18431 0,'-2'-2'1632'0,"1"-1"-1312"15,2 3-320-15,0-2 0 0,0 2 2240 0,0 0 368 16,1-1 80-16,1 1 0 0,1-1-896 0,3 1-176 0,1 0-32 0,0 0-16 16,-8 0-1264-16,0 0-304 0,30 4 0 0,-30-4 0 15,0 0 0-15,31 0 0 0,-21-2 0 0,-2 0 0 16,2-1 0-16,-3 1 0 0,0-1 0 0,1-1 0 16,-4 0 0-16,1 1 0 0,-2-2 0 0,-1 0-128 15,-1 0 128-15,-1 1 0 0,-1-3 0 0,-1 2 0 16,-2-2 0-16,0 2 0 0,-1 0 0 0,-3 0 0 15,0 1 0-15,0 2 128 0,-2 0-128 0,1 2 0 0,1 2 0 16,-1 2 0-16,0 1 0 0,1 2 0 0,0 3 0 16,1-1 0-16,1 0 0 0,0 3 0 15,0-1 224-15,1 1 80 0,0 1 16 0,1-1 0 16,-1 2 576-16,0-2 128 0,2 0 32 0,0-2 0 16,0 1-368-16,2-2-80 0,1-1-16 0,2-1 0 0,1-2-368 15,-3-5-80-15,0 0-16 0,0 0 0 0,0 0-128 0,35 16 0 16,-25-14 0-16,0-2 0 0,2-2 0 0,-1 1 0 15,1-2 0-15,-1 0 0 16,1 0-1168-16,0-1-176 0</inkml:trace>
  <inkml:trace contextRef="#ctx0" brushRef="#br0" timeOffset="-193712.5">16833 9877 21183 0,'-3'0'944'0,"1"0"192"0,0 2-912 0,1-2-224 15,0 2 0-15,0 1 0 0,0-2 2112 0,0 2 384 16,0 5 80-16,-1-1 16 0,0 4-832 0,1-1-160 0,-1 0-48 0,2-1 0 16,-1 0-1168-16,1-1-224 0,-1-2-160 0,1 2 192 15,-1-3-192-15,1 0 0 0,-1-1 0 0,0 1 0 16,1-3-144-16,0 1 144 0,-2-1 0 0,0-2 0 16,1 0-192-16,0 0 64 0,0-2 128 0,0-1-208 15,0 1-416-15,1-3-80 0,1-2 0 0,0 0-16 16,1-3 448-16,1 1 80 0,-1 0 32 0,2-1 0 0,2-2 160 0,0-1 0 15,2 2 0-15,-2 0 0 0,1 4 0 0,-1 1 0 16,2 0 0-16,-2 1 0 0,0 2 0 0,-1 1 0 16,0 2 128-16,-1 0-128 0,0 2 416 0,-1 1 16 15,0 2 0-15,-1-2 0 0,0 1 464 0,0 1 112 0,0 1 16 16,-1 0 0-16,0-1-464 0,0 1-96 0,0 1-16 0,-1 0 0 16,0 0-192-16,0 1-32 0,0-2-16 0,-1 2 0 15,1-3-208-15,-1 2 128 0,0-3-128 0,0 2 0 16,0-1 0-16,0-2 0 15,0 2 0-15,0-2 0 0,0-1 0 0,0 0 0 16,1-1 0-16,0-1 0 0,0 2 0 0,0-2-240 16,0 0 80-16,0 0 16 15,2-2-1328-15,0 1-272 0,1-1-48 0,1 0-14176 16</inkml:trace>
  <inkml:trace contextRef="#ctx0" brushRef="#br0" timeOffset="-193142.03">17003 9898 5519 0,'1'2'496'0,"0"0"-496"0,-1-2 0 0,0 3 0 16,0-2 1280-16,1 1 176 16,0 2 16-16,-1-4 16 0,0 0 464 0,0 0 96 15,12 38 0-15,-12-38 16 0,0 0 144 0,0 0 32 0,0 0 0 0,31 29 0 16,-25-27-320-16,1-2-64 0,1-2-16 0,-1 1 0 0,2-2-944 0,-1-2-176 16,0 1-32-16,0-2-16 15,-1-1-368-15,0 0-80 0,-2 1-16 0,1-2 0 16,-2 0-80-16,-2 1 0 0,0-2-128 0,-2 1 192 15,0 1 0-15,-2-2 0 0,0-1 0 0,0 1 0 16,-1 2-192-16,-1-3 176 0,0 3-176 0,-2 0 160 16,0 0-160-16,0 4 0 0,0 1 0 0,0 4 0 15,-1 1 128-15,1 4-128 0,-1-2 128 0,1 4-128 16,-1 3 0-16,2 0 0 0,-2 0 0 0,2 2 0 0,-1 0 0 16,2 0 0-16,-1 0 0 0,1-2 0 15,1 0 0-15,2-1 0 0,-1 0 0 0,0-2 0 16,3-2 0-16,0 0 0 0,1-2 0 0,0 0 0 0,1-2 0 15,1 1 0-15,1-3 0 0,-1-1 0 0,2 0 192 0,-1-1-64 16,2-1 0-16,0-3 0 0,0 0 240 0,0 1 32 16,0-2 16-16,0 0 0 0,0-1-416 0,0 0 128 15,1-2-128-15,-1 0 0 0,0-2 0 0,0 1 0 0,0-1 0 0,-1-1 0 16,-2-2 0-16,1-1 0 0,0-2 0 0,-2-1 0 16,0-2 0-16,0-1 0 0,-1 0 0 0,0 0 0 15,-2 3 0-15,1 3 0 16,0 1-176-16,-1 5 176 0,0 3 0 0,0 3-128 0,-1 1 128 15,0 4 0-15,0 1 0 0,-1 2 0 0,0 2 0 0,-1 1 0 16,0 4 320-16,1 1-16 16,-1 4 0-16,0 2 0 0,1-3-128 0,2-16-32 15,-2 36 0-15,2-36 0 0,0 31-16 0,0-31 0 16,0 0 0-16,5 42 0 0,-5-42 0 0,0 0 0 0,0 0 0 16,16 43 0-16,-16-43-128 0,0 0 0 0,0 0 0 0,19 38 0 15,-19-38 0-15,0 0 0 0,0 0 0 0,17 40-18704 16</inkml:trace>
  <inkml:trace contextRef="#ctx0" brushRef="#br0" timeOffset="-184916.24">17440 9995 3679 0,'1'-5'320'0,"0"1"-320"0,0 1 0 0,-1 1 0 16,0 2 448-16,0 0 32 0,0-2 0 15,0 1 0-15,1-1 416 0,0 0 64 0,0 2 32 0,-1-2 0 16,1 0 368-16,-1 1 80 15,0-1 16-15,1 1 0 0,0 1 176 0,0-2 32 0,1 2 16 0,-1-2 0 0,1 2-224 0,-1-2-48 16,1 2-16-16,-1-2 0 0,0 2-576 0,0 0-112 16,1 0-32-16,-1 0 0 0,0 2-400 0,0-2-80 15,-1 2 0-15,0-1-16 16,0 0-176-16,-1 2 0 0,0 2 0 0,-1-2 0 0,0 3 0 0,-1-3 0 16,0 1-128-16,-2 1 128 0,3 0 0 0,-3-1 0 15,-1-1 0-15,1 1 0 0,0-3 0 0,1 1 0 16,1-1 0-16,0-1 0 0,0 0 0 0,0-1 0 0,2-1 0 0,0 1 0 15,2-1 0-15,0-1 0 0,0 0 144 0,2 0-144 16,0-2 160-16,0 2-32 0,0-1-128 0,1-1 192 16,1 2-48-16,-1 1-16 0,1 0 0 0,-1 0 0 15,-1 2-128-15,1 0 0 0,-1 0 0 0,-2 2 0 16,0 0 0-16,-2 3 0 0,0 0-128 0,-2 2 128 16,-2 0 0-16,1 0 0 0,-3 0 0 0,1 1 0 15,-1-2 0-15,1 0 0 16,2-2 0-16,1-2-8704 0,2 0-1616 0</inkml:trace>
  <inkml:trace contextRef="#ctx0" brushRef="#br0" timeOffset="-176725.53">15234 10223 10127 0,'1'-3'896'15,"0"1"-704"-15,-1 0-192 0,0 2 0 0,0 0 1296 0,0-2 240 16,1 1 32-16,-1-3 16 0,1 0 624 0,0 1 128 16,0 0 32-16,-2-2 0 0,1 4-464 0,-1 0-96 0,-1-1-16 0,2 2 0 15,-2 0-416-15,1 0-96 0,-1 3 0 0,-1 0-16 16,2 3-752-16,-1 3-160 0,0 0-32 0,2 3 0 16,0 2-320-16,0 3 0 15,1 0 0-15,1-1 128 0,-2-16-128 0,0 0 0 16,12 45 0-16,-12-45 0 0,0 0 0 0,0 0 0 0,0 0 0 15,43 33-128-15,-30-33 128 0,-1-2 0 16,1 0-144-16,1-3 144 16,0-1-464-16,0-4-32 0,1 2 0 0,-1-5-15120 0</inkml:trace>
  <inkml:trace contextRef="#ctx0" brushRef="#br0" timeOffset="-176505.88">15422 10145 9503 0,'-4'-4'192'0,"1"1"64"0,2 2 0 0,0 1 16 0,1 1-272 0,0 1 0 0,0 0 0 0,0 1 0 15,-1 4 2192-15,2 2 384 0,-1 3 80 0,1 3 16 16,-1-15-864-16,3 30-160 0,-3-30-48 0,5 28 0 16,-5-28-736-16,0 0-160 0,6 38-16 0,-5-26-16 15,0 0-416-15,-1 0-64 0,0 0-32 0,-2-2 0 0,0 1-160 0,-1 2 0 16,-2 0 144-16,-1 2-144 16,0-1 288-16,-1 0-16 0,-2 2 0 0,2-4 0 0,1-2 176 15,-1 2 48-15,-3 3 0 0,-4 1 0 16,-1 3-240-16,-1-4-64 0,1-1 0 0,1-2 0 0,-1-3-192 0,1-2 0 15,0-2 0-15,1-1 0 0,2-4-160 0,0-4-80 16</inkml:trace>
  <inkml:trace contextRef="#ctx0" brushRef="#br0" timeOffset="-173841.63">15675 10183 1839 0,'0'-4'160'0,"0"1"-160"0,1 0 0 0,-1 1 0 16,1 1 1072-16,-1 1 176 0,0-2 32 0,1 2 16 15,0-2 368-15,0-2 64 0,0 0 0 0,-1 2 16 16,1 0-128-16,-1-2-16 0,-1 3-16 0,0-1 0 16,1 0-352-16,-2 1-64 0,0 1-16 15,-1 0 0-15,1 3-288 0,-2-1-64 0,-1 1-16 0,1 1 0 16,-3 4-320-16,1-1-64 0,-2 4-16 0,1 0 0 16,-1 2-64-16,1 1 0 0,0 3-16 0,2 0 0 15,0 1-144-15,1-1-32 0,3 0 0 0,0-2 0 16,2-2 16-16,0 1 0 0,3-3 0 0,-4-11 0 0,0 0-144 15,0 0 0-15,0 0 0 0,28 41 128 16,-21-35-128-16,0-2 0 0,0 1 0 0,0 0 0 16,-1-1 0-16,0-2-144 0,0-1 144 0,1 1 0 15,-2-4-560-15,2 1 0 0</inkml:trace>
  <inkml:trace contextRef="#ctx0" brushRef="#br0" timeOffset="-173594.23">15779 10223 9215 0,'0'-7'400'0,"0"2"96"0,1 2-496 0,0 0 0 16,0 2 0-16,-1-1 0 0,1 0 1536 0,0 1 192 0,1-4 64 15,0 1 0-15,0-1 304 0,1 0 64 0,-2 0 16 0,1 3 0 16,-1-1-704-16,-1 1-128 16,0 1-16-16,0 0-16 0,-1 2-608 0,0 0-128 15,-1 2-32-15,0 2 0 0,0 1-224 0,-1 4-32 0,2 2-16 0,-3 2 0 16,0 7-128-16,0 0-16 15,0 3-128-15,-1 2 192 0,1-2-64 0,1 1 0 16,0 0-128-16,0-1 192 0,2-3-192 0,1-2 128 0,1-5-128 0,-1-14 0 16,0 0 0-16,0 0 0 0,17 38 0 0,-11-35-9536 15,1-1-1840 1</inkml:trace>
  <inkml:trace contextRef="#ctx0" brushRef="#br0" timeOffset="-173259.47">15912 10292 10127 0,'1'-3'896'0,"-1"1"-704"0,1 2-192 0,-1-2 0 15,0 2 1760-15,0 0 320 0,0-1 64 0,1-1 16 0,-1 0 48 16,0-1 16-16,-1 1 0 0,0 2 0 0,-2 0-1280 16,-1 0-256-16,-1 2-48 0,1 1-16 15,-2-1-448-15,0 3-176 0,-2 0 128 0,-1-1-128 0,1 1 0 0,-2 0 0 16,1 0 0-16,-2 0 0 0,1 1 0 0,0-1 0 15,-2-2 0-15,2 0 0 0,2 0 0 0,1-2 0 16,0 1-176-16,2-2 176 0,2 0 0 0,0 0 0 16,1 2 0-16,1-2 0 0,1 0 0 0,1 0 0 15,1 0 0-15,0 0 128 0,1 1 784 0,-1 1 176 16,3 0 16-16,0 0 16 0,0 1-48 0,1 0-16 0,0 1 0 0,2-2 0 16,-1 1-352-16,0 0-80 0,0 1-16 0,1-2 0 15,1 0-448-15,-1-2-160 0,0 3 0 0,2-5 144 16,0 2-144-16,1-1 0 0,-1-3 0 0,1 0-11424 31,0 0-2240-31</inkml:trace>
  <inkml:trace contextRef="#ctx0" brushRef="#br0" timeOffset="-172918.57">16035 10162 911 0,'-3'-3'0'0,"1"1"0"0,0 1 0 0,2 1 0 16,-1-2 2032-16,1 2 320 0,0 0 64 0,0 0 16 0,-1-2 1088 0,1 0 208 15,0 1 48-15,1-1 16 0,0-1-1136 0,0 0-224 16,2 2-64-16,0-3 0 0,2 1-1008 0,-1 0-208 0,2 2-32 0,0-2-16 15,1 3-528-15,-1-2-96 0,1 4-32 0,0 0 0 16,2 2-192-16,-9-4-32 16,0 0-16-16,0 0 0 0,37 43 16 0,-37-43 0 0,0 0 0 0,23 53 0 15,-23-53-16-15,12 40 0 0,-12-40 0 0,7 40 0 16,-7-40-208-16,4 36 128 0,-3-20-128 0,-2-2 0 16,-1-2 0-16,-1-1 128 0,0-2-128 15,-3 0 0-15,2-2 0 0,-2 0 0 0,-2 0 0 0,-4 0 0 16,1-2-208-16</inkml:trace>
  <inkml:trace contextRef="#ctx0" brushRef="#br0" timeOffset="-171629.02">16502 10188 8287 0,'1'-1'736'0,"-1"-1"-592"0,0 0-144 15,0 2 0-15,0 0 1072 0,0 0 176 0,0 0 32 0,1-1 16 16,0 1 640-16,0-2 128 0,0 2 32 0,1 2 0 16,0-1-240-16,0 1-32 0,-1 0-16 0,2 1 0 15,0 0-640-15,1 0-128 0,-1 0-16 0,2-2-16 16,0 1-624-16,0 0-112 0,2-1-16 0,-2-1-16 15,3 1-240-15,-2-1-128 0,1 0 128 0,-2 0-14000 16</inkml:trace>
  <inkml:trace contextRef="#ctx0" brushRef="#br0" timeOffset="-171463.17">16512 10282 11055 0,'-4'0'480'0,"2"0"112"0,0 0-464 15,1 0-128-15,1 0 0 0,0 0 0 0,1 2 1280 0,-1 1 256 16,0 2 32-16,1 2 16 0,-1 4-336 0,0 3-64 16,1 1-16-16,-1 0 0 0,1 2-896 0,-1-2-272 15,0-1 128-15,1-1-128 0,2-2 0 0,0-1 0 16</inkml:trace>
  <inkml:trace contextRef="#ctx0" brushRef="#br0" timeOffset="-171025.85">16796 10237 19343 0,'0'-5'848'0,"0"3"192"0,0 0-832 0,1-1-208 0,0 3 0 0,-1-2 0 16,0 2 1488-16,1-3 256 0,1 1 48 0,0-2 16 15,0 1-208-15,1-2-64 0,-2 1 0 0,0-2 0 16,0 4-976-16,-1 0-208 0,0 0-32 0,-2-1-16 0,1 3-176 15,-2 1-128-15,-1 1 144 0,-2 1-144 16,-2 1 0-16,0 3 0 0,-2-2 0 0,-2 4 0 0,1-2 0 0,1 2 0 16,1-1 0-16,0 1 0 0,1-2 0 0,1-1 0 15,1 0 0-15,2 1 0 16,2-2 0-16,1 0 0 0,1-3 0 0,1 1 144 16,1-1 144-16,1-2 32 0,2 0 0 0,-1 0 0 0,2 0 304 0,1 0 64 15,0 0 16-15,0 0 0 0,2 1-272 16,-2 0-48-16,2 1-16 0,-2 1 0 0,1 2-192 0,1-3-48 15,-9-2 0-15,0 0 0 0,0 0-128 0,0 0 0 16,0 0 0-16,41 28 0 0,-35-25 0 0,-1 2 0 16,-1-3 0-16,-1 0 0 0,0-1 0 0,-2 1 0 15,-1 0 0-15,0-2 0 0,-1 1 0 0,-3-1 128 0,-1 2-128 0,-2-2 0 16,-1 2 336-16,-3-2-16 0,0 1 0 16,-2 0 0-16,-1 2-192 0,0 0-128 15,-2 2 128-15,0-1-128 0,1 1 0 0,1 1 0 0,1-1 0 16,3 0-11712-16,1-1-2464 0</inkml:trace>
  <inkml:trace contextRef="#ctx0" brushRef="#br0" timeOffset="-164209.35">17293 10339 6447 0,'0'0'576'0,"0"-3"-576"0,0 3 0 0,0 0 0 0,0 0 1088 15,1-2 96-15,0 1 32 0,0 0 0 0,1-3-112 0,0 0-16 16,1 0 0-16,-1-1 0 16,0 1-400-16,1 0-96 0,0 0-16 0,0 0 0 0,-1 1 224 0,-1 1 32 15,1-2 16-15,-1 1 0 0,0 0-16 0,-1 1 0 16,0 0 0-16,-1 0 0 0,0-1-368 15,0 0-80-15,0 0 0 0,0 0-16 16,-2-2-176-16,0 2-48 0,0-1 0 0,0 2 0 0,-2-1 48 0,0 3 16 16,0-3 0-16,-2 3 0 15,2 0-16-15,-2 1 0 0,0 3 0 0,0-1 0 0,0-1-192 0,-1 2 0 16,1 0 0-16,-1 2 0 0,-1 1 0 0,1 1 0 16,-1 1 0-16,0 1 0 0,2 1 0 0,-1 1 0 15,1 2 0-15,1-2 0 0,0 0 128 0,0 0-128 16,2-2 0-16,1 1 144 0,0-1-144 0,2-1 0 15,1-2 0-15,1-1 128 0,1 0-128 0,0-1 0 16,1 0 0-16,0-3 128 0,2 0-128 0,1-2 0 16,0-2 0-16,1 0 0 0,-2-1 0 0,3-1 0 0,0-1 0 0,2-3 0 15,1-1-160-15,0 0 160 0,0-1 0 16,-1 0-144-16,-1 1 144 0,0-3 0 0,-1 3 0 0,-1-1-128 16,-1 1-64-16,-1 2-16 0,-1-1 0 0,-1 4 0 15,-1-1 32-15,-1 3 16 0,0 0 0 0,-2 1 0 16,1 2 160-16,-1 1 0 0,-1 0 128 0,0 1-128 15,1-1 0-15,0 2 144 0,-1 2-144 0,1 0 0 16,0 2 432-16,0-1-32 0,1 2 0 0,0-3 0 16,0 0-80-16,2 1 0 0,0-2-16 0,2-2 0 15,0 1-160-15,0-1-16 0,1-3-128 0,0 0 192 16,0-2-192-16,2 1 0 0,-1-3 0 0,1 1 0 0,-1-2 0 0,1 0 0 16,1-2 0-16,-1 0 0 15,1 0-256-15,0-1 0 0,-1-1 0 0,2 0 0 16,-1-2-896-16,1 1-160 0,-2-2-32 0,0 0-16 15,1 0 480-15,-4 5 112 0,1 0 0 0,0 0 16 16,-1 1 528-16,0 0 224 0,0 1-192 0,-1 3 192 0,-1 0 272 0,0-1 176 16,-1 3 48-16,0 0 0 0,-1 1 80 0,0 1 0 15,-1 1 16-15,-1 1 0 0,0 3 0 0,0-2 0 0,-1 4 0 0,-1-2 0 16,1 2-96-16,-1 1-32 0,0 0 0 0,-1-1 0 16,1 0-208-16,0 1-32 0,1-2-16 0,0 0 0 15,2-2-64-15,0 0-16 0,0 0 0 0,0-1 0 16,2-1-128-16,0 0 0 0,1-1 0 0,0-3 128 15,2 0-128-15,0-3 0 0,0 1 0 0,2-1 0 16,-1-1 0-16,1-1 0 0,1 1 0 0,1-1 0 16,-1-2 0-16,1 2 0 0,-1-3 0 15,0 2 0-15,-1 1 0 0,1-2 0 0,-2 2 0 16,0-1 0-16,-1 0 0 0,1-1 0 16,-1 2 0-16,0-2 0 0,-2 1 0 0,0 2 0 0,0 0 0 0,-2-1 0 15,1 0-128-15,0 2 128 0,-1-1 0 0,0 2 0 0,0 2 0 0,1-2 0 16,-2 4 0-16,1 0 0 15,-1 2 0-15,1 0 0 0,-1 3 0 0,0 2 0 16,0 0 0-16,-1 1 0 0,1 2 0 0,1-2 0 0,-1 1 0 0,1-2 0 16,0 0 0-16,1-1 0 0,0-1 0 0,1-2 0 15,1 0 0-15,1-3 0 0,-2 0 0 0,3-2 0 16,0-2 0-16,0 0 0 16,3-3 0-16,-1-2 0 0,0 2 0 0,1-3 128 0,1-3 704 0,1-1 144 15,1-2 32-15,0 0 0 16,-2 0-320-16,1-2-64 0,-1 1-16 0,-1 1 0 0,-1 2-272 0,0-2-48 0,-2 4-16 0,-1 1 0 15,0 2-272 1,-1 2 0-16,-2 0 0 0,0 3 0 16,0 2 0-16,-1 2 0 0,0 1-240 0,0 0 80 0,0 3-1088 15,0-1-224-15,1 2-32 0,0 1-12336 16</inkml:trace>
  <inkml:trace contextRef="#ctx0" brushRef="#br0" timeOffset="-163333.02">17834 10256 13823 0,'4'0'608'0,"-1"-2"128"0,-1 2-592 0,0-2-144 0,-1 2 0 0,0 0 0 16,0 0 2192-16,1 0 416 16,2-1 80-16,-1 1 0 0,2-2-256 0,1-1-48 0,-1 1-16 0,0-2 0 0,0-1-1408 0,0 1-272 31,1-1-64-31,-2-1-16 0,0 0-480 0,0 0-128 16,-2 0 0-16,0-2 0 0,-1 1 0 0,-1 0 0 0,-1 2 0 0,-1 0 0 15,0 2 0-15,-2 0 0 0,-1 1 0 0,-1 2 0 16,0 2 0-16,1 0 0 0,-1-1 0 0,0 2 0 15,-2 2-128-15,-1 2 128 0,-1 1-128 0,-1 1 128 16,-1 0 0-16,1 1 0 16,0 2 0-16,0 1-128 0,2 0 128 0,-1-1 0 0,1 0 0 0,1 0 0 15,0-1 0-15,3-3 0 0,0 2 0 0,3-1 0 16,1-3 0-16,2-1 144 0,2-1-144 0,1-1 0 0,0 0 0 16,2-1 0-16,2-2 0 0,1-2 0 15,1-1 128-15,0-1-128 0,0-1 0 0,1-1 0 0,-1-2 0 16,0 1 0-16,0-1 0 0,-1 1 0 0,0-2 0 15,-2 0 0-15,1 1-192 0,-2-1 192 0,0 1-336 16,-2 2 16-16,0-1 16 0,-1 2 0 16,-1 0-80-16,0 0-32 0,-2 1 0 0,0-1 0 0,0 2 416 0,0 1 0 15,0 2 0-15,0 2-128 0,0-2 128 0,-1 3 0 16,1 2 0-16,0-2 0 0,-1 3 0 0,1 1 0 16,0 0 0-16,0 2 0 0,1-1 128 0,0-1 16 15,0 2 0-15,2-3 0 0,0 0 208 0,1-1 32 16,0-2 16-16,1 0 0 0,0-2-144 0,0-1-16 15,2 0-16-15,-1-2 0 0,2-1-80 0,0-2-16 16,0 1 0-16,0-3 0 0,-1 2-128 0,0-2 0 0,0 0 0 0,-1-1 0 31,2-1-768-31,-2 0-128 0,0-1-16 0,-1 1-16 16,-2 2-384-16,1-3-80 0,0 3-16 0,-2 0 0 0,0 0 896 0,0 2 160 16,-1 1 32-16,1 1 16 0,-2 3 304 0,1-2 224 0,-1 4-32 0,0 0-16 15,-1 1 592-15,1 1 112 0,-1 2 16 0,0 0 16 16,0 2 80-16,1-2 16 15,-1 2 0-15,1-1 0 0,1 0-368 0,-1 0-64 0,2-2 0 0,0-1-16 16,0 1-400-16,1-2-160 0,1 0 128 0,0-2-128 0,1-1 0 0,-1 0 0 16,2-1 0-16,-1 0 0 0,2-4 0 0,-1 1 0 15,2 0 0-15,-2-2 0 0,3-1 0 0,0-3-144 16,1 1 144-16,-1-2 0 16,1 1-496-16,0-1 16 15,-2 0 0-15,0-1 0 0,0 3 112 0,-2-3 32 0,2 0 0 0,-4 1 0 0,1 2 336 0,-1 0 0 16,-2 3 0-16,-1 1 0 0,-1 2 0 0,0 0 0 0,-1 3 0 0,-1 1 0 15,-1 1 416-15,-1 1 0 0,1 2 0 0,-1-1 0 16,-1 2 64-16,1 0 16 0,-1 2 0 0,1-2 0 16,1 2-96-16,-1-2-16 15,1 2 0-15,-1 1 0 0,2 1-112 0,-1 1-16 16,0 1-16-16,1 2 0 0,-1 1-96 0,1 2-16 0,-1 1 0 16,0 2 0-16,-1 1-128 0,1 0 0 0,-2 3 0 0,0 0 0 15,0-3 0-15,-2 0 0 0,1 1 128 0,-2-1-128 0,0-2 0 16,0-3 0-16,-1-1 144 15,0-1-144-15,-1-2 288 0,0-1-16 16,0-3 0-16,0-1 0 0,0-2 48 0,-1-1 0 0,-3-1 0 0,-1-1 0 16,2-2-320-16,-1-2 0 0,-1-1 128 0,0-1-128 15,0-3-512-15,1 2-176 0</inkml:trace>
  <inkml:trace contextRef="#ctx0" brushRef="#br0" timeOffset="-162542.35">18739 10007 17503 0,'-2'-7'1552'0,"2"2"-1232"0,0 1-320 0,0 1 0 15,0 1 512-15,0-1 64 16,1-1 0-16,0 1 0 0,0-4 688 0,1-2 144 0,0-1 16 0,-1 0 16 16,1 1-848-16,-2 0-160 0,0 2-48 0,-1 2 0 15,-1 0 64-15,-1 0 16 0,0 4 0 0,0 0 0 16,-1 1-64-16,-2 2-16 0,1 1 0 0,-3 4 0 15,1-3-80-15,0 2-32 0,-2 0 0 0,1 4 0 16,0-3 112-16,-1 5 0 0,1 0 16 0,-1 4 0 16,0 1 32-16,0 2 0 0,0 4 0 0,-2 1 0 0,2 2-32 15,1 1 0-15,0 3 0 0,0-1 0 0,2-1-112 0,-1 3-32 16,2-2 0-16,1-1 0 0,0-1-128 0,0-2-128 16,2-4 192-16,-1-2-192 0,1-2 0 0,1-2 0 15,-1-1 0-15,0 0 0 0,1-5 0 0,-2 0 0 16,1-1 0-16,-1-1 0 0,0-2 0 0,0-1 0 15,-1-2 0-15,0 1-144 16,0-3-720-16,-1 0-144 0,0-2-16 0,1 1-16 16,-2-3-1600-16,0-3-320 0,2 0-64 0,-1-4-16 15,2-2-224-15,0-1-32 0,0-5-16 0,3-31 0 32,2 9 1472-32,1 9 304 0,1 8 48 0,0 7 16 0,1 6 1920 0,-2 5 384 15,1 2 64-15,-1 2 32 0,0 2 1952 0,-2 0 400 0,0 2 80 0,1 0 16 16,-1 1-624-16,0 1-112 15,1-1-16-15,-1-1-16 0,0 1-592 0,1 1-112 16,0-3-32-16,1 1 0 0,2-2-560 0,-1-3-112 16,3 1-32-16,0-1 0 0,3-1-624 0,0-3-128 15,1 2-32-15,0-2 0 0,1 0-256 0,2 0-128 16,0 2 0-16,1-3 128 0,0 4-128 0,-1-3 0 16,-1 4 0-16,0 0 0 15,0 2-1216-15,-1-1-160 0,-1 1-32 0,-2 1-15376 0</inkml:trace>
  <inkml:trace contextRef="#ctx0" brushRef="#br0" timeOffset="-162009.35">18855 10144 8287 0,'-1'1'736'0,"-1"-1"-592"0,2 2-144 0,-1-2 0 0,1 0 1792 0,-1 0 336 15,-1 2 64-15,-1-1 16 0,-1 1-288 0,1 0-48 16,-2 1-16-16,1 1 0 0,1-3-1296 16,0 1-272-16,1 0-48 0,1-2-16 0,0 1-224 0,1 0 0 15,0-1-144-15,1 0 144 0,0 0 0 0,0 2 0 16,1-4-128-16,-1 2 128 0,0 2 0 0,0-2 0 0,0 0 0 0,0 0 0 15,0 0 848-15,1 0 112 16,0-2 32-16,0 2 0 0,0-1 400 0,-1 0 80 0,0-1 0 0,1 0 16 16,0-1-272-16,1 1-64 15,0-1-16-15,-1 1 0 0,2-1-272 0,0-1-48 16,0 1-16-16,0 1 0 0,1 0-288 0,-1 1-64 16,0 2-16-16,0 1 0 0,0 2-288 0,-2 4-144 15,1-1 160-15,-2 4-160 0,-1-11 0 0,-1 29 128 16,-2-12-128-16,-1 1 0 0,-2 4 0 0,-1-3 0 15,-1 2 0-15,1-2 0 0,0-2 0 0,2-3 0 16,0-2 0-16,1-4 0 0,0 0-144 0,2-5 144 0,0 0 0 16,2-3-144-16,1-1 144 0,1-4 0 0,3-2 0 0,0-2 0 15,2-4 0-15,1-2 0 0,1-2 0 16,1-2 0-16,1-2 0 0,0 2 0 0,1-4 0 0,0 3 0 16,-1 1 0-16,0 2 0 0,0 0 0 0,0 4 0 15,-2 3 0-15,0 1 0 0,1 1 0 0,-1 2 0 16,-2 3-224-16,0 0 32 0,-1 3 16 0,0 0 0 15,-2 0-480-15,1 3-112 16,0-1 0-16,-2 2-16352 0</inkml:trace>
  <inkml:trace contextRef="#ctx0" brushRef="#br0" timeOffset="-161063.56">19098 10175 11055 0,'0'0'976'0,"0"-2"-784"0,0 2-192 0,0-2 0 0,1 2 2368 0,-1 0 416 15,0 0 96-15,1 0 0 0,1 0-768 0,-1-1-176 16,2 1-16-16,-1 0-16 0,-2 1-1520 0,1 1-384 0,-1 0 0 16,-1-1 128-16,1 3-128 0,-2 1 0 0,-1 0 0 0,-1 2 0 15,0 2 320-15,0 3 80 0,0 0 32 16,-1 0 0-16,1 2 0 0,-1 0 0 16,1 1 0-16,0-1 0 0,2 0-144 0,1-3-32 0,1-1 0 0,1 0 0 15,1-3-256-15,1 0 0 0,0-3 0 0,2-1 0 16,1-2 0-16,2-1 0 0,-1-1 0 15,2-2 0-15,-2-1 0 0,1-1 0 0,2-2-160 0,-1 0 160 16,1 0-320-16,-1-3 0 16,3 1 0-16,-3-3 0 15,-1 1-192-15,0-1-48 0,-2 0 0 0,0 0 0 0,-2-2 560 0,0 2 0 0,-1 0 0 0,-1 0 0 16,-1 1 0-16,-2 3 128 0,-1 2-128 0,-3 2 0 16,0 4 0-16,-4 0-336 0,0 3 48 0,-1 1 16 15,-1 1-112 1,0 1-32-16,0 0 0 0,1 1 0 0,0 0 208 0,1 0 32 0,0 3 16 0,1-5 0 0,2 2 160 15,2-3 0-15,0 1 0 0,2-2 0 16,1-3 0-16,3 0 0 0,2-2 0 0,1-1 176 16,0 0 592-16,2-1 112 0,1-3 16 0,2 0 16 0,2-1-208 15,0 1-64-15,1-2 0 0,1 1 0 0,0-1-384 0,-1 2-96 16,0 0-16-16,0 0 0 16,-3 2-144-16,0 0 0 0,0 1 0 0,-1 1 0 0,-1 1 0 15,0 2 0-15,-1-2 0 0,-1 2 0 0,0 2 0 0,-1-2 0 16,-1 2 0-16,0 1 0 0,-1-1 0 15,1 0 0-15,-2 0 144 0,-1 2-16 0,0 0 432 0,0 0 80 16,-1 2 32-16,0 0 0 0,-1 2-240 16,-2-2-48-16,2 3-16 0,-3-1 0 0,0 0-208 0,0 2-32 15,1-2-128-15,-1 0 192 0,0 1-16 0,2-2-16 16,-1 0 0-16,0 0 0 0,1-2 224 0,1 0 64 16,1-2 0-16,0-1 0 0,2 0-192 0,0-2-16 0,2 0-16 0,0-2 0 0,2-1-224 0,0-1 0 31,2-1 0-31,-1 0 0 0,1-2 0 0,1-1 0 0,-2-1-192 0,2 1 192 31,0-1-560-31,0-2 0 0,0 1 0 0,1-1 0 0,-1-1 304 0,0 0 64 0,1 1 16 0,-3 0 0 0,1 2 176 0,-1 2 0 0,-1-1 0 16,0 4 0-1,-1 0 0-15,0 3 0 0,-2-1 0 0,0 4 0 16,-2-1 0-16,-1 3 192 0,0 3-64 0,-1 0 0 16,-2 3 208-16,-1 2 48 0,-1 2 16 0,0-2 0 15,0 2-224-15,0 0-48 0,0-1-128 0,0 0 192 16,1-1-192-16,-1 0 0 0,1-3 128 0,2-1-128 15,0 1 0-15,-1-4 0 0,2 0 0 0,0-1 0 16,1-2 0-16,0-1 128 0,2 1-128 0,-1-4 0 16,2 1 0-16,0-2 0 0,1-1 0 0,2-3 0 15,0 0 0-15,1 0 0 0,1-5 0 0,1 0 0 16,2 0 0-16,-3 0 0 0,0 1-160 0,2-1 160 16,-1-3-224-16,0 1 32 0,1 0 16 0,0 0 0 0,1 4 176 15,-3 1 0-15,-1 2 0 0,-1 2 0 0,0 3 0 0,-1 2 0 16,-1 2 0-16,-1 3 0 0,-2-1 352 0,0 4 48 15,0 1 16-15,-1-9 0 0,0 0-176 0,0 29-48 16,-1-17 0-16,0 0 0 0,1-1-192 0,-1 1 0 16,0 0 128-16,-1-3-128 0,0 2 0 0,0 0 144 15,-1-2-144-15,1-2 128 0,-1 3-128 0,0-3 0 16,-1-2 0-16,1 0 0 0,1-1 0 0,0 1-144 0,2-3 144 0,0 0-18272 16</inkml:trace>
  <inkml:trace contextRef="#ctx0" brushRef="#br0" timeOffset="-158286.91">19985 10132 8287 0,'5'-6'736'0,"-1"-1"-592"16,0 3-144-16,-1 0 0 0,-2 2 1184 0,0 2 208 16,0-2 32-16,1-1 16 0,1 1 576 0,1-3 112 15,0 0 32-15,-1 1 0 0,0-1-752 0,-1 2-128 0,-1 0-48 0,-1 2 0 16,1-2-336-16,-1 1-80 16,0 2-16-16,-1 0 0 0,1 0-160 0,-1 0-48 0,-1 0 0 15,1 2 0-15,-1 1-304 0,0 1-64 16,0 1-16-16,0 0 0 0,-2 2-208 0,0 2 128 0,-1 1-128 0,-1 2 0 15,0 0 0-15,0 0 0 0,-1 2 0 16,2-1 0-16,0 1 0 0,1-2 0 0,-1 1 0 0,1-3 0 0,2-1 0 16,0-2 0-16,2 0 0 0,1-2 0 15,0-3 0-15,1 0 0 0,1-4 0 0,2 1 0 16,0-2 0-16,2-2-128 0,1-2 128 0,2-3 0 16,1 1-128-16,2-1 128 0,-1-1 0 0,1-1 0 0,0 0-256 0,-1 0 64 15,0 0 16-15,-3 2 0 16,-1 3 48-16,1 0 0 0,0-2 0 0,0 0 0 0,0 1 128 0,0 1 0 15,-1 0 0-15,-1 0-128 16,-2 2 128-16,0-1 0 0,-1 2 0 0,-2 2 0 16,0 0 0-16,-1-2 0 0,0 1 0 0,0 1 0 15,-1 1 0-15,-1-1 128 0,1 2-128 0,-1 0 0 0,1 2 0 0,-1-2 128 0,0 3-128 0,0 0 0 0,-1 1 0 16,1 0 0 0,0 4 0-16,-1-1 0 0,0 2 0 0,0 2 0 15,1 0 0-15,1 1 128 0,0 0-128 0,0-1 176 16,0-11-176-16,0 0 192 0,0 0-192 0,11 41 0 15,-11-41 0-15,0 0 128 0,0 0-128 0,0 0 0 16,0 0 0-16,43 18 0 0,-34-22 0 0,1-1 128 16,-1 0-128-16,0-2 192 0,2-1 384 0,0-3 96 15,2-3 16-15,-1 1 0 0,0-2-240 0,0 0-32 16,-2-1-16-16,-3 1 0 0,1 0 176 0,-4 0 16 16,1-2 16-16,-3 3 0 0,-1 0-192 0,-1 4-32 0,-2 1-16 0,-1 1 0 15,0 2-368-15,0 3 0 0,2 0 0 16,-2 4-17088-16</inkml:trace>
  <inkml:trace contextRef="#ctx0" brushRef="#br0" timeOffset="-157775.43">20563 10182 11967 0,'-1'-2'1072'0,"0"0"-864"0,1 2-208 0,0 0 0 16,0 0 1216-16,-1 0 192 0,1-2 32 0,-1 1 16 15,0 1 592-15,0 0 112 0,0 0 16 0,0 3 16 16,1-1-656-16,0 3-128 0,1 2-16 0,-1-3-16 16,1 4 32-16,-1-1 0 0,1 0 0 0,-2 1 0 0,1 0-448 0,-2 0-64 15,0-1-32-15,0 0 0 0,-2-2-624 0,-1 2-240 16</inkml:trace>
  <inkml:trace contextRef="#ctx0" brushRef="#br0" timeOffset="-150958.48">21118 10002 7359 0,'0'-2'656'0,"0"-2"-528"0,0 3-128 0,0-1 0 16,1 2 784-16,-1 0 128 15,0-3 32-15,0 1 0 0,0-2 112 0,-1-1 32 0,1 1 0 0,-1 1 0 16,0-2-288-16,0 2-48 0,0 2-16 0,0 0 0 16,1-1 64-16,-2 2 16 0,1 0 0 0,-1 2 0 0,1-2 32 0,-1 2 16 15,1 0 0-15,-1 1 0 16,1 2-192-16,1 0-32 0,-1 4-16 0,0-2 0 0,0 2-128 0,1 1-32 16,1 2 0-16,0-2 0 0,-1-10-80 0,0 0 0 15,0 0-16-15,11 42 0 16,-11-42 144-16,0 0 48 0,0 0 0 0,0 0 0 15,0 0-304-15,34 33-64 0,-27-32-16 0,1-1 0 16,0-1-176-16,1-3 0 0,-1 1 0 0,-1-1 0 0,1 1 0 0,-3-2-272 16,1-1 64-16,-1 0 16 15,-1 2-1280-15,0-4-240 0,-1 2-48 16,0-2-16-16,0 1 432 0,0 0 96 0,0-2 16 0,0 0 0 16,0 1 544-16,1-2 112 0,0 1 32 0,-1 0 0 15,1 1 416-15,0 0 128 0,-1 2 0 0,-2 0 0 0,2 3 256 0,-2 0 176 16,0 1 16-16,-1 1 16 0,0 1 816 15,-1 0 176-15,0 3 16 0,-1-2 16 0,0 3-336 0,1 1-80 16,-1-3-16-16,-1 3 0 0,1 0-352 0,0 0-80 16,0 2-16-16,1 0 0 0,-1 0-304 0,2 0-64 0,-1 2-16 15,0 1 0-15,1 2-224 0,-1-2 0 0,1 4 128 16,0-14-128-16,-1 30 144 0,1-30-16 16,-1 32 0-16,1-32 0 0,-1 35 240 0,-1-15 32 15,2-20 16-15,-3 37 0 0,2-18-96 0,-3 0-32 16,1-1 0-16,-2-1 0 0,1-2-288 0,-2-1 160 0,1-2-160 0,-3-3 128 15,-1 0-128-15,0-3 0 0,-2 0 0 0,-1-1 128 16,-1-2 0-16,-4 1-128 0,-2-2 192 0,0 1-64 0,-1-1-128 16,-2 1 0-16,0-1 0 15,-1-2 128-15,1-2-128 0,4-1 0 0,2 1 0 0,3-4-15808 16</inkml:trace>
  <inkml:trace contextRef="#ctx0" brushRef="#br0" timeOffset="-150565.18">21501 9936 16575 0,'0'-2'736'0,"0"-1"160"0,-1 1-720 0,0 2-176 16,0 0 0-16,0 0 0 0,1 0 2000 0,-1 0 368 15,-1 0 80-15,-1 0 16 0,-1 2-544 0,0-2-128 16,0 3 0-16,-1-1-16 0,2 0-960 0,-2 0-192 16,0 1-48-16,1 2 0 0,-1-3-384 0,-1 3-192 15,0 2 160-15,-1 0-160 0,0 2 128 0,-1 1-128 16,0 3 0-16,2 0 0 0,-2 1 128 0,1 3-128 0,0 2 0 0,3 2 0 15,1-2 464-15,3-19 0 0,1 36 0 0,-1-36 0 16,0 0-208-16,20 42-32 0,-20-42-16 0,0 0 0 16,43 29-208-16,-43-29 0 0,34 9 0 0,-34-9 0 15,37 5 0-15,-19-7 0 0,-1 0 0 0,-1-1 0 16,-2-1-1792-16,-1 1-240 0,-1-3-48 16,-1 0-12128-16</inkml:trace>
  <inkml:trace contextRef="#ctx0" brushRef="#br0" timeOffset="-150338.96">21683 9945 15663 0,'2'-5'688'0,"-1"1"144"0,0 2-656 0,0-1-176 15,-1 3 0-15,0 0 0 0,1 0 2048 16,-1-2 368-16,1 2 80 0,1-3 0 0,0 3 112 0,1-2 16 16,-1 2 0-16,0 0 0 0,-1 0-1216 0,1 0-224 15,-1 2-48-15,-1 3-16 0,1 1-560 16,-2 2-112-16,0 0-32 0,-1 3 0 0,1 3-224 0,-2 1-32 15,-1 2-16-15,-1 1 0 0,1 4-144 0,-2-3 0 16,2 2 0-16,0 0 128 0,1-2-128 0,0-2 0 16,3-17 0-16,-2 28 0 0,2-28-208 0,0 0 16 15,0 0 16-15,0 0-11632 16,0 0-2336-16</inkml:trace>
  <inkml:trace contextRef="#ctx0" brushRef="#br0" timeOffset="-150019.23">21905 10002 19343 0,'-2'2'848'0,"-1"-2"192"0,1 3-832 0,0-3-208 0,0 2 0 0,0-1 0 15,0 1 1600-15,-2 0 256 0,-2 3 64 0,-3 2 16 16,-2 0-848-16,-1 0-192 0,0 1-16 0,0-1-16 16,2 0-672-16,-1-3-192 0,1 2 0 0,1-2 0 15,2-2 0-15,-2 0 0 0,3 1 0 0,-2-1 0 0,2-2 0 0,-1 0 0 16,2 0 0-16,-1-2 0 15,1 2 128-15,0 0-128 0,1 0 160 0,1 2-160 0,-1-1 432 0,1 1-16 16,1 0 0-16,0 1 0 0,1 1 160 0,1-1 16 0,0-1 16 0,0 0 0 31,0 3 144-31,2-3 16 0,1 1 16 0,0-1 0 0,1 0-160 0,0-1-48 16,2 1 0-16,0 0 0 16,3-1-224-16,-1 1-48 0,0 0-16 0,2-1 0 0,-1 0-160 0,2 2-128 15,0-1 192-15,-2 0-192 0,-1 1 0 16,1-1 0-16,0 0 0 0,-9-2 0 15,0 0-304-15,32 10-112 0</inkml:trace>
  <inkml:trace contextRef="#ctx0" brushRef="#br0" timeOffset="-149659.89">22008 9966 5519 0,'0'-4'240'0,"0"-1"64"0,1-2-304 0,0 5 0 0,0-1 0 0,0 1 0 0,0-1 1328 0,1-1 208 16,2-3 32-16,0-2 16 0,2 1 528 0,0-1 128 16,2 2 0-16,-2 2 16 0,0 2 192 0,-1 3 48 0,1 0 0 0,0 3 0 31,-2 2-192-31,2-1-16 0,-2 4-16 0,1 1 0 15,-5-9-1152-15,0 0-224 0,0 0-64 0,18 49 0 16,-18-49-496-16,0 0-96 0,12 46-32 0,-12-46 0 16,0 0-208-16,10 43 0 0,-10-43 0 0,0 0 0 15,0 0 0-15,5 47 0 0,-5-47 0 0,0 0 0 16,-3 31 0-16,0-20 0 0,-2-1 0 0,0 0 0 16,-3-1 0-16,0-2 0 0,-2 1 0 0,-1 0 0 0,-1-2 0 15,-2 0 0-15,-3 2 0 0,-3-4-17904 16</inkml:trace>
  <inkml:trace contextRef="#ctx0" brushRef="#br0" timeOffset="-148575.96">22355 10197 10127 0,'-3'2'896'0,"0"1"-704"15,1-1-192-15,1-1 0 0,0 0 944 0,1-1 144 16,0 0 48-16,0 0 0 0,0 2 848 0,1 1 192 0,0-1 16 0,0 1 16 15,2-3-672-15,-1 0-144 0,2 0-32 0,0-3 0 16,1 1-336-16,-1 0-80 0,2-1-16 0,0-1 0 16,1 1-144-16,-1-3-16 0,1 1-16 0,0-1 0 15,1-1-112-15,0-2-32 0,1-1 0 0,0-2 0 0,2-2-64 0,-1-1-16 16,2-3 0-16,-1-1 0 16,-1 0-336-16,0-1-192 0,2-3 192 0,-2-3-192 15,0-1 128-15,-2 0-128 0,0 2 0 0,-2 0 0 0,-1 2 0 0,-1 3 0 16,-1 1 0-16,-1 4 0 15,-1 2 176-15,0 3-32 0,-1 1 0 0,-1 3 0 16,1 3-16-16,-2-2-128 0,1 3 192 0,0 1-64 16,0 1-128-16,0 0 0 0,1 1 0 0,0-1 0 0,-1 2 0 15,1-2 0-15,0 0-128 0,-1 2 128 16,1-2 0-16,-1 0 0 0,1 0-144 0,0 0 144 16,0 0 0-16,-1 0 0 0,1 0 0 0,0 0 0 0,0 0 0 0,0 0 0 15,0 0 0-15,0 0 0 0,0 0 0 0,-1 0 0 16,1 0 0-16,-1 1 0 0,-1 1 0 15,1-2 0-15,-1 0 0 0,0 2 0 0,1-2 0 0,-2 1 0 16,2 0 0-16,-1-1 0 0,0 2 0 0,1-2 0 16,-1 0 0-16,0 1 0 0,0 1 0 0,0-1 0 15,-1 1 0-15,0 1 0 0,0 0 0 0,-1 2 0 16,0 0 0-16,-1 2 0 0,-2-1 0 0,1 2 0 16,-3 2 0-16,1-1 0 0,-1 3 0 0,-1 0 0 15,-2-2 0-15,2 2 0 0,1 0-192 0,1-1-96 16,2-2-16-16,3-4 0 15,2 0-1600-15,2-5-320 0,3 0-64 0,1-2-16 16,4-3-1088-16,0-4-208 0,2 0-48 0,1-4-16 16,2 1 448-16,0-4 80 0,0 0 32 0,-2 1 0 0,-1 1 2448 0,-1 0 480 0,0-1 176 0,-2-1 0 0,-1 1 1776 15,0-1 464 1,-1 4 80-16,-2 0 32 0,1 3 16 0,-1 1 16 0,-2 4 0 16,0 1 0-16,-1 1-48 0,0 2-16 15,0 0 0-15,-1 5 0 0,0-1-784 0,0 4-144 0,0 1-48 0,0 0 0 0,0-9-464 0,0 0-112 16,6 39 0-16,-6-39-16 15,0 0-368-15,15 45-80 0,-15-45-16 0,0 0 0 16,25 41-288-16,-25-41 160 0,0 0-160 0,29 37 128 16,-29-37-128-16,0 0 0 0,0 0 0 0,38 40 128 15,-38-40-128-15,0 0 0 0,0 0 0 0,0 0 0 16,33 38 0-16,-31-34 0 0</inkml:trace>
  <inkml:trace contextRef="#ctx0" brushRef="#br0" timeOffset="-145691">23092 10045 13823 0,'3'-5'1216'0,"0"3"-960"0,0-2-256 0,-2 3 0 16,0 1 752-16,0-3 96 0,2 0 32 0,1-2 0 0,2-1 272 0,-1 0 48 16,0 1 16-16,-1 1 0 0,-3 3-256 0,-1 1-64 15,-1 0 0-15,-3 2 0 16,-1 3-304-16,-1 2-64 0,-3 0-16 0,-1 2 0 15,1 3-128-15,-1-2-16 0,0 3-16 0,0-1 0 16,2 1-16-16,0-1 0 0,0 0 0 0,3-2 0 0,1-1-144 0,1 0-16 16,2-2-16-16,2-2 0 15,2 0-160-15,1 0 160 0,2-3-160 0,2-2 160 0,2-2-32 0,0-1 0 0,2-2 0 0,1 1 0 16,-1-1 16-16,0-2 0 16,-1 0 0-16,-1 0 0 15,-1-1-144-15,-2 1 0 0,-1-1 0 0,-3 0 0 0,0 3 0 16,-2-2 0-16,-2 1 0 0,-1 1 0 0,-1 1 0 0,-3 0 0 0,-1-1 0 0,-1 0 0 0,-1 1 0 15,-1-1 0-15,-1 2 0 0,0-1 0 0,2 2 0 16,1-1 0-16,0 0 0 0,2 1 0 0,1 1 0 0,0 1 0 16,1 0 0-16,0 1 0 15,2-1 0-15,2 1 0 0,0-1-144 16,0 0 144-16,2 1 0 0,2-1 0 0,1 1-128 16,1-1 128-16,2 0 0 0,0-1 0 0,1 0 0 0,1 0 0 15,0 1-144-15,1-2 144 0,0 0 0 0,-1 0-144 31,1-1-400-31,-1 0-80 0,2 1-16 0,-1-2 0 0,-1 1 288 0,0-2 48 0,0 1 16 0,0 1 0 0,-2-2 288 0,0 3 0 16,1-3 0 0,-2 1 0-16,0 3 0 0,-2-2 0 0,1 2 0 15,-1-1 0-15,1 0 0 0,-2 2 192 0,1-1-48 0,0 1-16 16,-2 1 240-16,1 1 32 0,-1 0 16 0,0-1 0 16,-1 2-160-16,-1 0-48 0,2 0 0 0,-2 1 0 15,1 1-48-15,-1 0-16 0,1 1 0 0,-1 0 0 16,0 1-144-16,-1 0 0 0,1 2 0 0,-1-2 0 15,-1 0 0-15,0 0 0 0,0 3 0 0,-1-5 0 16,0 2 0-16,0-3 0 0,-1 2 0 0,2-2 0 16,-1-2 0-16,-1 1 0 0,1-1 0 0,-1 1 0 15,1-3 0-15,1 0 0 0,-1 0 128 0,1 0-128 0,-1 0 144 0,1-2-144 16,1 1 160-16,-1 1-160 0,1-3 0 16,0 1 128-16,0 0-128 0,0 2 0 0,1-4 0 15,1 1 0-15,1-2 0 0,-1 1 0 0,2-2 0 0,1-2 0 16,0 0 0-16,3-2 0 0,0-2 0 0,2-1 0 15,2 0 0-15,0-1 0 0,1 2 0 0,0 0 0 16,-1 1 0-16,0 2 0 0,-1 1 0 0,-2 1 0 16,-1 2 0-16,0 3 0 0,-3 0 0 0,0 2 0 15,-1 2 0-15,-2 3 0 0,0 0-288 0,-1 1-48 16</inkml:trace>
  <inkml:trace contextRef="#ctx0" brushRef="#br0" timeOffset="-141574.77">23848 10047 8351 0,'0'0'752'0,"0"0"-608"0,0-2-144 0,0 2 0 16,0 0 0-16,0 0 0 0,0 0 0 0,0 0 0 0,-1-2 0 0,0 1 0 15,0-1 0-15,-1 2-128 0,0-1 128 0,0 0 0 16,-1 1 432-16,1-2 144 0,-1 2 16 0,-1 0 16 16,0 0-176-16,2 0-48 15,-2 0 0-15,-1 0 0 0,2 0-256 0,-1 0-128 0,-1-2 128 0,2 2-128 16,-1 0 128-16,-1 0-128 0,1-1 0 0,0 1 128 15,0 0 384-15,-1 1 64 0,2 1 0 0,-1-2 16 16,0 2 80-16,2-2 16 0,0 2 0 0,0-2 0 16,0 2-176-16,2-1-16 0,0 1-16 0,2-2 32 0,2 2 320 0,-1-2 64 15,2 0 16-15,0 0 0 16,2-2 352-16,1 2 64 0,1-2 16 0,1 1 0 0,1-1-352 0,1 1-64 16,0 0-16-16,-1 1 0 0,1 0-416 0,1-2-96 15,0 2-16-15,1 0 0 16,0 0-384-16,0 0 0 0,1-2 0 0,-1 2-176 0,1 0 176 15,-2-1-128-15,2 2 128 0,-2-1 0 0,-3 0-128 0,0 0 128 16,-1 0 0-16,-1 0-144 0,0 0 144 16,-1-1 0-16,0 1-144 0,-1 0 144 0,-1-2-240 0,-1 1 32 15,1 1 0-15,-2-1 0 16,1 0-1248-16,-3 1-240 0,1 0-48 0,0 0-9712 16</inkml:trace>
  <inkml:trace contextRef="#ctx0" brushRef="#br0" timeOffset="-141074.39">23998 9952 8287 0,'-1'-4'368'0,"1"-1"80"0,0 2-448 0,0 0 0 0,1 2 0 0,-1-1 0 15,0 2 976-15,0-3 112 0,0 1 32 0,1-3 0 16,-1 1 432-16,-1 1 96 0,1 0 16 0,-2 1 0 15,0 2-64-15,-1 2 0 0,0 1 0 0,-1 2 0 16,0-1 32-16,0 2 0 0,2 2 0 0,-1-2 0 0,2 0-672 0,0 2-128 16,1-2-16-16,2 2-16 15,0-4-240-15,1 1-48 0,2 0-16 0,2-2 0 0,1 1-96 0,1-3-16 16,0 1 0-16,1 0 0 0,0-2 48 0,2 0 0 0,2-2 0 16,0 2 0-16,2-2-224 0,-2 1-32 0,1 1-16 15,-1 0 0-15,0 1-160 0,-2 1 160 0,-1 0-160 0,-1 0 160 16,0 0-160-16,-4 1 0 0,1 0 0 0,-3-1 0 15,0 0 0-15,-2 0 0 0,0 1 128 0,-2 0-128 32,0 1 0-32,-1-2 0 0,0 0 0 0,0 1 128 15,0 0-128-15,-1-1 0 0,0-1 0 0,0 0 0 0,2 1 0 16,-2-2 0-16,0 3 0 0,1-3 0 0,-1 0 0 16,-1 2 0-16,1-2 0 0,0 1 0 0,-2 1 0 0,0-2 0 0,1 1 0 15,-3 0 0-15,0 1 0 0,-1 1 0 16,-1-1 128-16,-1 1-128 0,-2 0 0 0,-1 1 0 15,-2 1 0-15,-1 1 0 0,1-1 0 0,-2 2 128 16,-2 1-128-16,0-1 0 0,2 1 0 0,0-2 0 16,0 2 128-16,2-2-128 0,2 0 0 0,3-2 0 15,3 0 0-15,1-1 0 0,3-1 0 0,2-2 0 16,3 0 0-16,1-2-176 16,0-1-1872-16,3 1-368 0</inkml:trace>
  <inkml:trace contextRef="#ctx0" brushRef="#br0" timeOffset="-137967.03">24473 10124 20271 0,'0'2'1792'0,"0"0"-1424"0,-1-1-368 0,0 0 0 16,0 2 384-16,0 0 16 0,-1 1 0 0,-2 3 0 15,1 2 272-15,-4 3 48 0,-1 2 16 0,-1 3 0 16,-1 0-400-16,-1-1-80 0,0-1 0 0,1-2-16 16,0-1-656-16,1-2-128 0,2 0-32 0,-1-4-10048 15</inkml:trace>
  <inkml:trace contextRef="#ctx0" brushRef="#br0" timeOffset="-136441.14">13924 10851 2751 0,'-1'-3'256'16,"1"-1"-256"-16,0 0 0 0,0 1 0 0,1 1 800 0,-1 1 112 15,1-2 32-15,0-1 0 0,1-3 448 0,0-2 80 16,1-1 32-16,-2 1 0 0,2 1-128 0,-1 2-32 16,-1 1 0-16,-1 3 0 0,0 1-528 0,0 2-112 15,-2 1-32-15,0 3 0 0,-1 1 32 0,1 2 0 16,0 2 0-16,-2 2 0 0,0 2 16 0,2 2 16 16,-1-2 0-16,1 1 0 0,0 1-352 0,0-1-64 0,0 1 0 15,1 0-16-15,0-2-176 0,0-2-128 0,1 0 144 16,-1-2-144-16,1-1 144 0,0-2-144 0,1 3 128 0,0-3-128 15,0 0 176-15,0 0-48 0,2-2-128 0,0 0 192 16,2 0-192-16,-1-3 0 0,1 0 0 16,0 0 0-16,0-1 0 0,1-1 0 0,0-1 0 0,1-1 0 15,0 0 0-15,1-3-192 0,1-2 192 0,-1-2-160 16,0 0-272 0,1 1-48-16,0-4-16 0,0 0 0 0,2 0-496 15,-4 0-96-15,0 1-32 0,0 1 0 0,0-4 64 0,1 2 16 0,-2 0 0 0,0 1 0 16,-1 2 736-16,-1 1 160 0,0 3 144 0,-2-2-208 15,-1 4 208-15,0 0 0 0,0 2 0 0,-1-1 0 0,-1 2 192 0,1 0-64 16,-1 0 0-16,1 2-128 0,-1-1 704 0,0 0 16 16,-1-1 16-16,0 2 0 0,0 1-48 0,0-1-16 15,0 1 0-15,1-1 0 0,-1-2-32 0,0 0 0 16,0 2 0-16,1-2 0 0,0 1-112 0,0 1-16 16,0-2-16-16,1 2 0 0,0-2-304 0,0 3-64 15,0-3-128-15,0 3 192 0,0 0-64 0,0 2-128 16,0 0 176-16,0 2-176 0,0 2 400 0,0 0-16 15,0 2-16-15,1 1 0 0,0 2 128 0,0 0 16 16,-1-14 16-16,5 28 0 0,-5-28-16 0,0 0-16 16,9 34 0-16,-9-34 0 0,0 0-240 0,0 0-32 0,0 0-16 15,0 0 0-15,38 14-208 0,-31-18 176 0,3-1-176 0,-1 0 160 16,-1-2-160 0,2 2 0-16,-1-3 0 0,1 0-14240 0</inkml:trace>
  <inkml:trace contextRef="#ctx0" brushRef="#br0" timeOffset="-133609.56">14520 10770 14735 0,'1'-4'1312'0,"-1"1"-1056"0,0-1-256 0,0 3 0 16,0 1 1344-16,0-2 192 0,0 0 64 0,0-3 0 16,0-2 656-16,1 2 144 0,0 0 32 0,-1 1 0 15,2 2-768-15,0 1-160 0,1 4-32 0,0-1 0 16,1 3-608-16,-4-5-128 0,0 0-32 0,0 0 0 15,0 0-480-15,32 33-96 0,-32-33-128 0,0 0 176 16,0 0-176-16,0 0 0 0,34 36-160 0,-34-36-16416 16</inkml:trace>
  <inkml:trace contextRef="#ctx0" brushRef="#br0" timeOffset="-133463.45">14507 10896 11055 0,'-2'0'976'16,"1"0"-784"-16,2 0-192 0,-1 0 0 0,1 2 2128 15,0-2 384-15,0 0 80 0,-1 1 16 0,3 3 672 0,0-1 144 16,1 0 32-16,0 3 0 0,0 0-2016 16,0 0-400-16,-1 1-80 0,0 0 0 0,-3-7-784 0,0 0-176 15,0 0 0-15,0 0-10736 16,0 0-2144-16</inkml:trace>
  <inkml:trace contextRef="#ctx0" brushRef="#br0" timeOffset="-133076.08">14846 10825 14735 0,'4'-5'1312'0,"-2"3"-1056"15,-1-2-256-15,0 3 0 0,0-1 1920 0,-1 2 320 16,0 0 64-16,1 0 0 0,-1-2 208 0,0 1 48 0,-2 1 0 0,1 0 0 0,-3 3-1600 0,-2-1-320 16,0-1-64-16,-2 3-16 0,-2 0-352 0,0 1-64 15,2-2-16-15,-4 2 0 0,-1 2-128 0,-3 0 0 16,-1 2 0-16,3-2 0 0,1 0 0 15,3 1 128-15,2-2-128 0,1-1 0 0,3 0 0 0,1-2 128 16,1 1-128-16,1 1 0 0,3-4 160 0,2 0-160 16,1 1 192-16,3-4-192 0,2 2 240 0,1-1-64 15,1 0-16-15,-12 1 0 16,26-2 208-16,-26 2 32 0,0 0 16 0,42 3 0 16,-42-3-416-16,0 0 0 0,0 0 0 0,41 18 0 15,-41-18 0-15,0 0 0 0,0 0 0 0,0 0 0 0,0 0 0 16,23 41 0-16,-26-34 0 0,-1 0 0 0,-2-1 0 0,-3 2 0 15,0-3 0-15,-2 2 0 0,-1 2 0 0,-2-4 0 16,0 0 0-16,0-1 0 0,1-1 0 0,2-1 0 16,2 0 0-16,1-2 0 0,4 0 0 0,1 0 0 15,2-2 0-15,3 2 0 0,1-4 0 0,3 1-176 0,3-3 48 0,3 0-16384 16</inkml:trace>
  <inkml:trace contextRef="#ctx0" brushRef="#br0" timeOffset="-132747.28">15163 10822 12895 0,'2'-4'1152'0,"0"2"-928"0,0-1-224 0,-1 1 0 16,0 2 864-16,0-3 128 0,1 1 32 0,2-5 0 15,2 0-304-15,-2-1-48 0,2-1-16 0,-2 2 0 0,-2 3-448 0,0-1-80 16,1 4-128-16,-2 1 176 0,0 1-16 0,0 3 0 15,-1 1 0-15,0 3 0 0,-1 3 720 0,-1 1 144 16,-1 5 16-16,-1 1 16 0,0 2-208 0,-3 1-32 0,1 2-16 0,-1 1 0 16,0 2-368-16,0-1-80 0,3-2-16 0,0-5 0 31,2 0-208-31,2-18-128 0,1 29 160 0,-1-29-160 16,0 0 0-16,0 0 0 0,0 0 0 0,0 0 0 0,30 34 0 0,-22-36 0 15,1-1 0-15,2-1 0 16,-2-3 544-16,1 0 16 0,2-4 0 0,1 0 0 0,0-1-352 15,-2 1-64-15,0 1-16 0,0 1 0 16,-3-1-1424-16,-2 3-304 0,1 1-48 0,-4 0-10256 16</inkml:trace>
  <inkml:trace contextRef="#ctx0" brushRef="#br0" timeOffset="-132497.14">15118 10953 20271 0,'-7'0'896'0,"3"-2"192"0,0 1-880 0,1 1-208 15,2 0 0-15,0 0 0 0,0 0 2096 0,0 0 368 16,0 0 80-16,-1-2 16 0,1 1-352 0,1 0-64 16,1-1-16-16,2-1 0 0,-1 1-1120 0,2-1-240 0,0-1-32 0,0 1-16 15,2-1-448-15,-1 1-80 16,3-1-32-16,0-2 0 0,2 2-160 0,0-3 0 0,0 2 0 16,1 0 0-16,0-2 0 0,2 3 0 15,1-4 128-15,1 2-128 0,0 0 128 0,0 0-128 16,-1 0 192-16,0 0-64 0,0 1-128 0,-1 0 0 0,-2 1 0 0,0 1 0 15,0 0-272-15,-2 3-96 0,-2-2-16 16,-2 4-17376-16</inkml:trace>
  <inkml:trace contextRef="#ctx0" brushRef="#br0" timeOffset="-132141.84">15422 10872 9215 0,'2'-6'816'0,"-1"3"-656"0,1-2-160 0,-1 4 0 0,-1 0 2160 0,1 1 400 15,-1-2 64-15,1 2 32 0,0-2 672 0,0 1 144 16,0 1 32-16,-2 0 0 0,0 3-1664 0,-1 0-336 16,1 3-64-16,-3 3-16 0,-1 1-816 0,1 2-160 0,-1 3-48 15,-1 0 0-15,2 2-240 0,-1 0-160 16,2-1 192-16,1-1-192 0,1 1 144 0,1-16-144 0,0 26 0 0,0-26 144 16,0 0 80-16,0 0 16 0,0 0 0 0,0 0 0 15,31 31-48-15,-23-32-16 0,3-2 0 0,-2-3 0 16,2 0-176-16,0-4 160 15,1 0-160-15,-1-2 160 0,-1 1-160 0,-1-1 0 16,-1-3 0-16,0 1 0 0,-2-1 0 0,-3 1 0 0,-2 1 0 16,-2 1 0-16,-3 2 0 0,1 1 0 15,-2 3 0-15,-1 0 0 0,-2 2 0 0,-2 1 0 0,-4 5 0 16,-2 1 0-16,0 2 0 16,2-1 0-1,1 3 0-15,0-2-17840 0</inkml:trace>
  <inkml:trace contextRef="#ctx0" brushRef="#br0" timeOffset="-128950.23">15909 10863 1839 0,'-2'-7'160'0,"1"2"-160"0,0 2 0 0,0 0 0 15,1 2 2048-15,0-1 384 0,1 2 80 0,0-3 16 16,0-2 16-16,1 1 0 0,1-1 0 0,0 0 0 16,1 1-256-16,2-1-48 0,-2 2-16 0,2 1 0 15,-1 0-816-15,1 2-144 0,-2 0-48 0,1 2 0 16,0 3-592-16,-5-5-128 0,0 0-32 0,0 0 0 15,16 40-192-15,-16-40-32 0,2 38-16 0,-2-15 0 0,-1 2-80 16,-1 3-16-16,-2 3 0 0,-2-1 0 16,1 2-128-16,-1-4 0 0,2-4 0 0,0-6 0 15,2-4 0-15,1-4 0 0,1-3 0 0,1-4 0 0,1-3-448 0,0-2 48 16,1-3 0-16,1-2-14880 16</inkml:trace>
  <inkml:trace contextRef="#ctx0" brushRef="#br0" timeOffset="-128676.11">15904 10854 17503 0,'0'2'768'0,"0"0"176"0,2 0-752 0,-1-1-192 0,1 1 0 0,0-2 0 15,0 2 1616-15,2-2 304 0,3 3 48 0,-7-3 16 16,0 0-368-16,33 2-64 16,-17-2-16-16,1-5 0 0,3-2-848 0,-1-2-176 15,2 0-48-15,-2 0 0 0,-1 0-96 0,-2 1-32 0,-2 2 0 0,-3 2 0 16,-2 1-336-16,-3 3 128 0,-2 3-128 0,-3 1 0 15,-2 2 0-15,-3 3 0 0,-4 2 0 0,-3 3 0 16,-1 1 0-16,-4 2 0 0,-1 1 0 0,-3 2-128 16,2-2 128-16,-2-1 0 0,1 0 0 15,1-2 0-15,2-2 0 0,2-1 0 0,3-4 0 0,3-2 128 16,2-1-128-16,3-3 0 0,3-2 0 0,1-4 0 16,4 1-544-16,2-3-80 0,1 0-16 0,3-1-13408 15</inkml:trace>
  <inkml:trace contextRef="#ctx0" brushRef="#br0" timeOffset="-128067.96">16221 10868 13823 0,'-1'0'1216'0,"1"0"-960"0,0 0-256 0,-1 0 0 16,0 0 1856-16,0 0 320 0,-1 2 64 0,-1-2 0 0,-1 2-64 0,0-1 0 0,-2 1-16 0,2 1 0 16,1-1-1488-16,0 0-288 0,0 0-64 0,2 1-16 15,0 1-304-15,0 1 0 16,1 0 0-16,1 2 0 15,-1-7 208-15,0 0-64 0,0 0-16 0,10 38 0 0,-10-38 176 0,0 0 16 0,0 0 16 0,14 40 0 16,-14-40-160-16,0 0-48 16,0 0 0-16,0 0 0 0,21 37-128 0,-21-37 0 15,0 0 0-15,0 0 0 0,26-5 0 0,-17-2 0 0,2-3 0 16,1-2 0-16,1-2 0 0,-1 1 0 16,1-2 0-16,0-2 0 15,-1 0-624-15,0 0-48 0,-3 1-16 0,-1-1 0 16,0-1-656-16,-2 1-128 0,0 2-16 0,-4 1-16 0,-1 5 1152 0,-1 1 352 0,-2 6-176 0,1 0 176 15,-1 2 192-15,-2 2 128 0,-2 5 32 16,1 0 0-16,-2 5 128 0,1 0 32 0,0 2 0 16,0 2 0-16,1 1 112 0,1 1 16 15,0 0 16-15,1-1 0 0,2-1-96 0,0-2-32 0,1-14 0 0,0 0 0 16,5 31-48-16,-2-26-16 0,-3-5 0 0,0 0 0 0,0 0-320 0,0 0-144 16,34 5 128-16,-25-9-128 0,1-4 144 0,1-1-144 15,1-1 160-15,-2-2-160 16,-1 0 0-16,1 0 128 0,1-1-128 0,0-2 0 15,-2-1 0-15,0 1 0 0,1-2 0 0,-2 3 0 16,-1 2 0-16,-2 3-128 0,0 2 128 0,-2 0 0 16,0 4 0-16,-1 1 0 0,-2 2 0 0,0 0 0 15,0 0 0-15,-1 1 0 0,1 0 0 0,-2 2 0 16,2 1 0-16,-1-1 0 0,0-1 0 0,0 3 0 16,1 0 0-16,0-1 0 0,0 3 0 0,1-2 0 15,1 2 0-15,0 0 0 0,0-1 0 0,1 0 0 0,-3-6 128 16,0 0-128-16,0 0 0 0,0 0 144 0,0 0-144 0,24 34 0 15,-24-34 0-15,0 0 0 0,0 0 0 0,0 0 0 16,0 0 0-16,0 0 0 0,0 0 0 0,34 4 0 16,-29-9 0-16,-1 0 0 0,1 1 0 0,-1-3 0 15,-1 0-144-15,-1 0 144 16,0 2-976 0,0 0-144-16,-1 0-32 0,-1 1 0 0,0 1-1168 15,-1-1-240-15,0 3-64 0,-1-1-8128 0</inkml:trace>
  <inkml:trace contextRef="#ctx0" brushRef="#br0" timeOffset="-127541.4">16629 10749 11055 0,'-2'0'976'0,"0"1"-784"16,1-1-192-16,0 0 0 0,0 2 2096 16,0-2 368-16,-1 2 80 0,-1-1 16 0,-1 2 320 0,-1 2 64 15,1-2 0-15,-1-1 16 16,1 3-1408-16,0-2-272 0,0 1-64 0,0-2-16 0,0 3-656 0,0-2-128 15,-2 1-32-15,1 1 0 0,-2 2-144 0,1-2-48 16,-2 2 0-16,1 2 0 0,-2 1 112 0,0-1 16 16,2 2 0-16,0 2 0 0,2 0-32 0,0 0 0 0,1 1 0 0,2-2 0 15,0 0-48-15,1-2-16 16,2-3 0-16,-1-7 0 0,0 0-224 0,0 0 0 16,0 0 0-16,0 0 0 0,43 11 0 0,-30-15 0 15,1-4 0-15,1 0 0 0,-2 0 0 0,1 1 128 16,0 0-128-16,0 0 0 0,-2 3 0 0,-1-1 128 0,-2 4-128 0,-2 1 0 15,-3 0 0-15,-1 1 0 0,0 4 0 0,-3 2 0 16,-1 4 0-16,-4 1 0 16,0 2 0-16,-4 1 0 0,0 3 0 0,-2-1 0 0,-2 2 0 0,0-3 0 15,1-2 0-15,-1 1 0 0,0-4 0 0,1-1 0 16,0 0 0-16,2-3 0 0,0 0 0 0,0-3 0 16,4 1 0-16,0-5 0 0,2 1 0 0,1-2 0 15,3-4-496 1,0 1-32-16</inkml:trace>
  <inkml:trace contextRef="#ctx0" brushRef="#br0" timeOffset="-126937.92">16808 10690 23039 0,'-1'-2'2048'0,"1"2"-1648"16,0 0-400-16,0 2 0 0,0-2 768 0,-1 1 80 15,0 0 16-15,-1 1 0 0,1 3 528 0,-2 0 96 0,2 0 32 0,-1 2 0 16,1 0-848-16,1-1-160 16,-1 0-48-16,1 1 0 0,0 3-208 0,0-1-64 15,0 1 0-15,1 1 0 0,-1 1 176 0,1 0 16 16,-1 2 16-16,0 1 0 0,0 1 0 0,0 1 0 0,0 1 0 0,-1-1 0 16,1-2-176-16,-1-1-32 0,0 1-16 0,-1-2 0 15,0 1-176-15,0-3 0 0,1 0 0 0,-1-4 128 16,0 0-128-16,2-3 0 0,-1-1 0 0,0 0 0 15,0-1 0-15,1-2 0 0,0 0 0 0,0-3 0 16,0 1 0-16,1-1 0 0,1 0 0 0,-1-3 0 16,3-1 0-16,-1-3 0 0,1 1 0 0,-1-3 0 15,2-2 0-15,0 2 0 0,-1-2 0 0,1 3 0 16,-1 1 448-16,1 0 0 0,1 1 0 0,-2 2 0 16,1 0-80-16,0 2-16 0,-1 0 0 0,1 0 0 0,0 3-96 0,-1-2 0 15,2 3-16-15,-1-2 0 0,1 3-96 0,-1-2-16 16,1 2 0-16,0 0 0 15,0 0-128-15,1 0 0 0,-7 0 0 0,0 0 128 0,0 0-128 16,0 0 0-16,0 0 0 0,40 26 0 16,-40-26 0-16,0 0 0 0,0 0 0 0,18 44 0 0,-18-44 0 15,0 0 0-15,4 38 0 0,-4-38 0 0,-1 25 0 0,-1-16 0 16,0 1 0-16,0 0 0 0,0-4 0 0,0-1 0 0,2-1 0 16,-1-3-18704-1</inkml:trace>
  <inkml:trace contextRef="#ctx0" brushRef="#br0" timeOffset="-124867.45">17373 10768 1839 0,'-2'-9'160'0,"1"4"-160"15,1 0 0-15,-1 2 0 0,0 1 672 0,0 2 96 16,1 0 32-16,-1 0 0 0,-1 0 848 0,0 0 160 0,-1 2 48 0,1 4 0 16,-1 0 192-16,1 3 32 0,2 4 16 0,0-1 0 15,0-12-352-15,5 30-64 0,-5-30-16 0,8 34 0 16,-8-34-416-16,0 0-96 0,21 45 0 0,-21-45-16 15,0 0-592-15,0 0-112 0,0 0-32 0,0 0 0 0,39 33-400 0,-30-31 0 16,-2-4 0-16,-1 0-9024 16,-2-1-1760-16</inkml:trace>
  <inkml:trace contextRef="#ctx0" brushRef="#br0" timeOffset="-124595.15">17463 10744 1839 0,'1'-4'160'0,"-1"1"-160"0,1 1 0 0,0 2 0 0,0 0 2112 15,0 2 384-15,1-1 64 0,0 3 32 0,0 0 240 0,2 4 48 16,-4-8 16-16,0 0 0 16,11 38-1168-16,-11-38-224 0,3 30-48 0,-2-13-16 0,-2-2-992 0,-1 1-192 15,0 3-32-15,-1 0-16 16,0 2-208-16,-2 0 144 0,0 1-144 0,0 2 128 0,-1 2-128 0,1-2 160 16,-3 2-160-16,2-2 160 0,-2-1-160 0,1-4 128 15,0-3-128-15,-2-3 128 0,2-2-128 0,-1-1 0 0,1-3 0 0,0-2 128 16,1-3 176-16,0-1 16 0,0-2 16 0,-1-1 0 15,1-3 480-15,-1-1 80 0,-1 0 32 16,0-3 0-16,0 1-656 0,-1-1-128 0,1-2-16 16,-1 1-128-16,1-1-208 0,1 0-160 15,-1-1-16-15,4 3-14048 0</inkml:trace>
  <inkml:trace contextRef="#ctx0" brushRef="#br0" timeOffset="-124243.05">17760 10718 11967 0,'0'-2'1072'0,"-1"2"-864"0,0 0-208 0,0 0 0 16,0 0 2304-16,-1 1 400 0,1 0 96 0,-4 1 16 16,-1 1-128-16,-1 2-32 0,-1 2 0 0,-1 0 0 15,-1 5-1584-15,1-3-320 0,-1 3-64 0,-1 1-16 0,2 0-448 0,0 2-96 16,1-1 0-16,1 1-128 16,1 0 0-16,3 0 0 0,1 1 0 0,1-1 0 0,1-15 272 0,0 0-48 15,6 38-16-15,-6-38 0 0,0 0 304 0,22 38 64 16,-22-38 16-16,0 0 0 0,32 29-320 0,-32-29-64 15,0 0-16-15,42 18 0 0,-42-18-192 0,0 0 0 16,40 7 0-16,-40-7 0 16,23-2-1040-16,-12-3-160 0</inkml:trace>
  <inkml:trace contextRef="#ctx0" brushRef="#br0" timeOffset="-124011.39">17909 10773 17503 0,'-4'-3'768'0,"1"3"176"0,1-2-752 0,0 2-192 0,1 0 0 16,1 0 0-16,-1 0 2240 0,0-1 432 0,0 1 80 0,0 0 0 16,-1-1-448-16,0 1-112 0,1 0-16 0,0 0 0 15,0 0-1152-15,0 1-256 0,0 2-32 0,0 0-16 16,0 4-368-16,0 1-80 0,1 3-16 0,-2 3 0 0,0 0-96 0,0 4-32 16,0 0 0-16,-1 3 0 0,1-2-128 0,2 0 0 15,-1 1 0-15,1-20 0 0,1 34 0 16,-1-34 0-16,0 0 0 0,6 34 0 15,-6-34 0-15,0 0 0 0,0 0 0 0,0 0-11712 16,0 0-2208-16</inkml:trace>
  <inkml:trace contextRef="#ctx0" brushRef="#br0" timeOffset="-123678.77">18050 10813 16575 0,'1'0'736'0,"0"-2"160"0,0 2-720 0,-1 0-176 15,-1 0 0-15,0 0 0 0,1 2 1840 0,-2-2 336 16,0 3 64-16,1-1 0 0,-3 0-1008 0,-1 1-208 0,1 1-32 0,-3 0-16 16,1-1-656-16,-1 2-128 0,-1 0-16 0,-1-1-16 15,-2 0-160-15,1 2 0 0,-2 1 0 0,-2 0 128 16,1 1-128-16,-1-1 0 0,0 1 0 0,1 0 0 16,1-1 0-16,2-2 0 0,2 0 0 0,1-1 0 15,3-1 0-15,1-1 0 0,3-2 0 0,0 0 0 16,2-2 432-16,0 0 0 0,2-1 0 0,0 1 0 15,1 0 880-15,1-3 176 0,-1 2 48 0,0 1 0 16,3-3-512-16,-1 1-80 0,0 1-32 0,2-1 0 16,0 1-400-16,1 1-64 0,0 1-32 0,0 2 0 15,-2 1-288-15,-8-2-128 0,0 0 128 0,0 0-128 16,0 0 0-16,36 19 0 0,-36-19 0 0,0 0 0 16,0 0 0-16,0 0-192 0,36 19 32 0,-36-19-17936 15</inkml:trace>
  <inkml:trace contextRef="#ctx0" brushRef="#br0" timeOffset="-123393.71">18145 10787 7359 0,'-1'0'656'0,"1"0"-528"15,0-2-128-15,1 1 0 0,0 1 2144 0,0 0 400 0,0-2 80 0,0 1 0 16,3-2 384-1,2 0 64-15,-1 1 0 0,2-1 16 0,0 1-1136 0,2 0-224 16,-2 2-64-16,1 0 0 0,2 0-320 0,-10 0-80 16,0 0-16-16,0 0 0 0,0 0-512 0,43 16-96 15,-43-16-32-15,0 0 0 0,0 0-304 0,0 0-64 0,26 50-16 0,-26-50 0 16,3 28-64-16,-4-11-16 16,-1-3 0-16,0 1 0 0,-1-3-144 0,-1 2 0 15,-1-2 0-15,0-2 128 0,-1 1-128 0,1-3 0 16,-2-1 0-16,2 1 0 0,-3-3 0 0,-2 0 0 15,-2 0 0-15,-6 2-18704 0</inkml:trace>
  <inkml:trace contextRef="#ctx0" brushRef="#br0" timeOffset="-118792.99">18630 10770 6447 0,'5'-6'576'0,"-2"0"-576"16,0 4 0-16,-2 0 0 16,0 2 960-16,0-2 96 0,3-4 16 0,0 0 0 0,2-2 592 0,0 0 112 15,-1 1 16-15,-2 2 16 0,-2 2-176 0,0 1-32 16,-2 4-16-16,1-2 0 0,-2 3-416 0,-2 2-80 16,1 1 0-16,-1 3-16 0,-1 1-416 0,0 0-80 0,0 1 0 0,-1 1-16 15,2 1-224-15,-1 0-32 16,0 2-16-16,2-3 0 0,1 2-160 0,1-2-128 15,0-1 192-15,2-1-192 0,0-1 128 0,0 1-128 16,0-1 0-16,2-2 0 0,1-1 0 0,0 0 0 0,0-1 0 0,1-2 0 16,-1 0 0-16,1 0 0 15,0-2-160-15,1 1 160 0,1-2 0 0,-1 0 0 16,1 0 0-16,0-3 0 0,1 1-144 0,-2 0 144 0,2-1 0 0,-2-2 0 16,1 1-768-1,-2-1-32-15,-1 2-16 0,0-1-11424 0</inkml:trace>
  <inkml:trace contextRef="#ctx0" brushRef="#br0" timeOffset="-118581.89">18584 10868 3679 0,'-8'0'160'0,"3"0"32"0,0 0-192 0,1-2 0 0,3 2 0 0,1-1 0 0,-1 1 1504 0,1-2 256 16,-1-1 48-16,1-1 16 0,2-4 1648 0,1 2 336 15,1-2 64-15,0 1 16 0,2 0-1264 0,0 1-240 16,-1 0-48-16,2 2-16 15,-2-1-1040-15,2 0-224 0,-1 3-32 0,1 0-16 0,-1 0-464 0,2 2-96 0,-1 0 0 0,1 2-16 32,2 0-288-32,-1-1-144 0,1 0 160 0,-10-1-160 15,0 0 0-15,33 7 0 0,-21-4 0 0,-2-3 0 16,1 0-576 0,2 0-48-16</inkml:trace>
  <inkml:trace contextRef="#ctx0" brushRef="#br0" timeOffset="-118159.67">18939 10775 8287 0,'-1'-2'736'0,"1"-1"-592"31,0 3-144-31,0 0 0 0,0 0 1328 0,0 0 224 0,-1 0 48 16,-1-2 16-16,0 2-64 0,-1 0-16 15,0 2 0-15,-2 1 0 0,0 2-992 0,0-1-208 16,-1 1-32-16,1 2-16 0,-2 3 80 0,1-1 16 15,-1 0 0-15,3 1 0 0,-1 0 144 0,1-1 48 16,1 0 0-16,2 1 0 0,1 2 272 0,1-5 64 0,0 0 16 0,2 0 0 16,3-4-176-16,-1 0-48 0,4-2 0 0,-1-1 0 15,1-1-208-15,1-2-48 0,1 0-16 0,0-2 0 16,0-1-240-16,0 0-32 0,-2 0-16 0,1-1 0 16,-1 2-144-16,-1-3 0 0,0 2 0 0,-3-2 0 15,0 1 0-15,-1-1 0 0,-2 0-176 0,0 1 176 16,-1-3 0-16,-2 3 0 0,-1-2 0 0,0 1 0 15,-1 1 0-15,-3 0 0 0,1 0 0 0,-2 1 0 16,0 3 0-16,-2-2 0 0,1 3 0 0,0 2 128 0,-1 2-128 0,1 0 0 16,0 1 0-16,-1 0 0 0,3 1 0 0,-1 1 0 15,1 1 0-15,1-1 0 16,1 0 0-16,3-1 128 0,-1 2-128 0,1-3 0 0,1 0 0 16,1 0 0-16,2-1 0 0,-1-1 0 0,3-1 0 0,1 0 0 15,-1 0 0-15,2 0-14320 16</inkml:trace>
  <inkml:trace contextRef="#ctx0" brushRef="#br0" timeOffset="-116261.59">19329 10764 4607 0,'1'-3'400'0,"0"0"-400"0,0 0 0 0,-1 2 0 15,1-1 960-15,-1 2 96 0,1 0 32 0,0-3 0 16,0 1 896-16,0-1 176 0,0 1 32 0,0 0 16 16,0 0-624-16,-1 1-128 0,-1 1-32 0,0 0 0 0,0 1-656 0,0 3-144 15,-2-2-32-15,0 3 0 16,0 2-176-16,0 3-32 0,-2 0-16 0,0 2 0 0,1 2 96 0,-2 2 32 15,1-2 0-15,0 2 0 0,1-1-144 0,0-1-32 16,4-14 0-16,-1 24 0 0,1-24-144 0,0 0-48 16,0 0 0-16,0 0 0 0,0 0-128 0,0 0 0 15,0 0 0-15,0 0 0 0,0 0 0 0,0 0 0 0,0 0 144 0,0 0-144 16,33 26 0-16,-29-29 128 0,-1 1-128 16,2-2 0-16,0 1 0 0,-2-2 0 15,3 1 0-15,-1 1 0 0,-1-2 0 0,1 1 0 16,0 1 0-16,0-2 0 0,1 1-128 0,0-3 128 15,2 0-128-15,-1-3 128 16,0 1-512-16,2-1 0 0,-2-2-16 0,1 1 0 0,-1-1 256 0,0 0 48 16,1-2 16-16,-1 2 0 0,-1 2 208 0,-1 3 0 15,-1 0 0-15,-1 2 0 0,0 0 288 0,-2 3-48 16,0 2-16-16,-2 2 0 0,0 3 512 0,-1 0 96 0,0 3 32 16,-2 0 0-16,1 4 32 0,0 0 0 0,0 0 0 0,0 0 0 15,1 2-496-15,1-3-80 0,0 0-32 0,1 1 0 16,1-3-288-16,-1-9 128 0,0 0-128 0,0 0 0 15,0 0 0-15,0 0 0 0,20 38 0 0,-14-36 0 16,1-1 0-16,-1-2 0 0,2-1 0 0,0-1 0 16,0-1 144-16,2-1-16 0,-2-2-128 0,1-2 192 15,2 1 112-15,-3-1 16 0,0-1 0 0,1-1 0 0,-2-1 128 0,0 2 48 16,-1-2 0-16,-1 1 0 0,-2 2-192 0,-1-1-48 16,0 3 0-16,-3 1 0 15,1 0-48-15,-2 0-16 0,0 2 0 0,0 0 0 0,-1 1-192 0,0 0 0 16,1 1 0-16,0 2 0 15,1 0-368-15,1-1-112 0,0 0-32 0,0 1-16352 0</inkml:trace>
  <inkml:trace contextRef="#ctx0" brushRef="#br0" timeOffset="-115897.72">19842 10882 7359 0,'2'-2'656'0,"-1"-1"-528"0,0 3-128 0,0 0 0 16,-1 0 2912-16,0 0 544 0,1 3 128 0,-1-1 0 0,0 2-352 0,0 1-80 16,-1 3-16-16,-1 3 0 0,-1 0-1856 0,-1 1-384 15,0-1-80-15,-3 0-16 16,1 1-800-16,-3-2 0 0,0-1 0 0,-1 3-15280 0</inkml:trace>
  <inkml:trace contextRef="#ctx0" brushRef="#br0" timeOffset="-114756.6">20265 10717 1839 0,'0'-8'160'0,"0"3"-160"15,1 0 0-15,-1 3 0 0,1-1 2928 0,-1 1 544 16,0 2 112-16,1-2 32 0,0-3-1120 0,-1 0-208 16,1 1-48-16,-1-1-16 0,1 0-1232 0,-1 3-240 0,0-1-48 0,-1 2-16 15,1 1-400-15,-1 0-80 0,-1 2-16 0,0 1 0 16,-1 1 16-16,-1 1 0 0,1 2 0 0,-2 2 0 15,0 1 176-15,0 2 48 0,-2 1 0 0,2 0 0 16,-1 1-32-16,1 0 0 0,1 0 0 0,0-1 0 16,1 0 16-16,2-3 0 0,1-1 0 0,1-2 0 15,0 0-288-15,3-4-128 0,1-1 0 0,0-2 128 16,2-2-128-16,-1 0 0 0,1-1 0 0,0 0 0 0,2-1-144 0,0-4 144 16,-2 4 0-16,2-3 0 15,1 0 0-15,1-3 0 0,0 1 0 0,-1 0 144 0,0 0-16 0,-1 0 0 16,-2-2 0-16,1 2 0 0,-3 0 224 15,0 0 32-15,-1 0 16 0,-3 0 0 0,-1 1-208 0,-1-1-32 16,0 2-16-16,-2-3 0 0,-1 3-144 0,-1 0 0 16,0 0 0-16,-1 0 0 0,1 3 0 0,-2 1 0 15,1 0 128-15,-2 1-128 0,2 2 0 0,-2 0 0 0,2 0 0 0,0 2 0 16,1 1 0-16,0-1 0 16,2 2 0-16,-1-1 0 0,1 2 0 0,2-2 0 0,0 1 0 0,0 1 0 15,1-2 0-15,1 1 0 0,2-2 0 0,1 1 0 16,0-3 0-16,1 2 0 15,1-4 0-15,3-1 0 0,0 1 0 0,1-3 128 0,2-2-128 0,0 0 0 16,1 0 128-16,0-2-128 0,1 0 128 0,1 1-128 16,-1-2 256-16,0 3-16 0,0 0-16 0,-2 0 0 0,0 2 96 0,-1-1 32 15,-1 3 0-15,0 0 0 0,-2 3-352 0,-1 0 128 32,0 3-128-32,-2 0 0 0,0 3 0 0,-1 0 0 0,-4-6 0 15,0 0 0-15,0 0 0 0,6 42 0 0,-6-42 0 0,-1 30 0 16,-1-15 0-16,1 2 0 0,0-3 0 0,0 0 0 15,-1-2 0-15,1 0 0 0,-1-3 0 0,1-2 0 16,-1 0 0-16,0-2 0 0,1-2 0 0,-2-1 0 16,1 0 0-16,-1-2 0 0,0 0 0 0,1-2 0 15,-1 0 256-15,0-1 64 0,1-1 32 0,-1-2 0 16,2 2 64-16,0-4 16 0,-1 2 0 0,1-2 0 16,1 1-208-16,0-1-32 0,1 0-16 0,2-1 0 0,-1 1-176 0,3-2 0 15,1 1 144-15,2 0-144 16,0-2 0-16,1 1 0 0,3 2 0 0,-1-1 0 0,1-1 0 0,0 3 0 15,1 0 0-15,-2 2 0 16,-2 0 0-16,1 3 0 0</inkml:trace>
  <inkml:trace contextRef="#ctx0" brushRef="#br0" timeOffset="-111781.87">21050 10711 8287 0,'0'-5'736'16,"1"3"-592"-16,0 1-144 0,-1 0 0 0,0 1 672 0,0 0 96 16,0-2 32-16,1-1 0 0,0 0 240 0,-1 0 48 15,0 0 16-15,0 0 0 0,-2 3-304 0,0-2-64 16,0 1-16-16,-1 1 0 0,0 0-64 0,-2 1-16 16,2 1 0-16,-2-2 0 0,0 1 64 0,-1 1 16 15,-1-2 0-15,-1 2 0 0,0-1-80 0,-1 0 0 16,1 1-16-16,-1 1 0 0,0 0-48 0,0 1-16 0,0 1 0 0,0 0 0 15,0-1-272-15,1 2-48 0,1 0-16 0,0 2 0 16,1-1 16-16,0 3 0 0,1 1 0 0,2-1 0 16,0 1 368-16,0 1 80 0,2 2 16 0,1-14 0 15,0 0 16-15,0 0 16 0,14 41 0 0,-14-41 0 16,0 0-272-16,0 0-48 0,40 21-16 0,-40-21 0 16,27 3-256-16,-12-4-144 0,-2 1 160 0,1-4-160 15,-1 1 0-15,2-2 0 0,1 0 0 0,-1-1-15744 16</inkml:trace>
  <inkml:trace contextRef="#ctx0" brushRef="#br0" timeOffset="-110891.27">21259 10755 19343 0,'1'-5'848'0,"0"1"192"0,1 0-832 0,-1 2-208 16,-1 0 0-16,0 1 0 0,1 1 1760 0,1-2 304 15,-1-3 64-15,2 0 16 0,1 0-1120 0,-1-1-208 16,-1 1-48-16,-1-1-16 0,0 2-608 0,-1-1-144 16,-1 3 0-16,0-2 0 0,-1 1 144 0,-2 1 0 15,0 1 0-15,0 0 0 0,-1 2 80 0,-1-1 16 16,1 1 0-16,-1 1 0 0,2-1-80 0,-2 1-16 0,0 0 0 0,1 0 0 16,0 1-144-16,0 1 0 0,-1 1 0 0,1 0 0 15,-2 0 0-15,0 1 0 0,-1 2 0 0,1-1 0 16,0 2 0-16,0-1 0 0,0 1 0 0,0 0 0 15,1 1 0-15,-1 0 0 0,1-1 0 0,2 0 0 0,1 1 0 0,1-3 0 16,2 0 0 0,2-2 0-16,2 0 160 0,1-3 160 0,3 0 16 15,0-2 16-15,2-1-32 0,2-2 0 0,0-2 0 16,1-2 0-16,0 0-320 0,-1 0 0 0,0-1 0 0,-2-1 0 16,-1 0 0-16,-1 0-192 0,0-1 192 0,-3 2-192 15,0 0-240 1,0 0-48-16,-3 3-16 0,0-2 0 0,-1 4 304 0,0 0 48 0,-1 2 16 0,0 1 0 0,-2 0 128 0,0 2 0 15,1 0 0-15,-2 3 0 0,-1 0 0 0,1 2 0 0,0 0 0 16,-1 0 0-16,1 1 144 0,0 2-144 16,1-1 192-16,2-3-192 0,-1 2 432 0,1-1-32 0,1-2 0 0,1-1 0 15,0-1-48 1,2-1-16-16,0 0 0 0,1-4 0 16,0 2 128-16,1-3 32 0,1 0 0 0,1-2 0 0,1-1-496 0,1-1 128 15,0 0-128-15,1 0 0 0,0 0 0 0,0-3 0 16,-1 3 0-16,1-1 0 15,-2 0-688-15,0 1-16 0,0-3-16 0,1 0 0 16,-2-1-400-16,0 1-80 0,1 1-16 0,-3-3 0 16,1 2 544-16,-2 3 96 0,-1 0 32 0,-1 3 0 15,-1 1 544-15,-2-1-128 0,0 4 128 0,-2 0 0 0,0 4 320 0,-1-1 128 16,0 1 32-16,0 3 0 0,-2 0 160 16,0 3 48-16,1 0 0 0,-2 1 0 0,2 1-112 0,-1 0-32 15,0 0 0-15,2 0 0 0,-1 0-144 0,1-1-16 16,1 0-16-16,0-2 0 0,2 0-176 0,0-2-48 15,1 0 0-15,0-2 0 0,1-1-144 0,2-1 0 16,0-1 0-16,0-1 0 0,1 1 0 0,-1-4 0 16,3 1 0-16,-1-1 0 0,0 0 0 0,0-1 0 0,2 1 0 15,-2-2 0-15,3-1 0 0,-2 2 0 16,2-4-128-16,0 1 128 16,0-2-896-16,0-1-96 0,2 0-32 0,-2-2 0 15,1 1-400-15,0-1-96 0,0-3-16 0,0 0 0 16,-1 1-96-16,0-1-32 0,-1 3 0 0,-3 1 0 0,0 3 1120 0,-2 0 224 0,-2 4 32 0,-1 1 16 15,0 2 1424-15,-2 2 304 0,-2 1 48 0,-1 4 16 16,0 2-464-16,-3 3-96 0,2 0 0 0,-2 2-16 0,2-1-320 16,-1 0-64-16,1 2-16 0,1-3 0 15,2-1-208-15,0-1-32 0,1-1-16 0,2-1 0 0,1 1 32 0,1-4 16 16,-2-5 0-16,0 0 0 16,0 0-80-16,0 0-32 0,0 0 0 0,0 0 0 0,36 15-224 15,-30-16 0-15,0-1 0 0,1-1 0 0,1-2 0 0,-1-1-288 16,3 0 64-16,-2 0 16 15,2-3-2128-15,1-1-416 0</inkml:trace>
  <inkml:trace contextRef="#ctx0" brushRef="#br0" timeOffset="-110592.85">21880 10514 17503 0,'-1'-2'768'0,"0"2"176"0,1 0-752 0,-1 0-192 16,1 0 0-16,0 0 0 0,0 0 1280 0,-1 0 240 15,1 2 32-15,-1-2 16 0,-1 3-496 0,1-1-112 0,-1 1 0 0,0-1-16 16,0 2-688-16,-1 2-256 0,0 0 176 0,0 4-176 16,-1-2 256-16,-1 3-64 0,-1 1 0 0,1 2 0 15,-1 0 656-15,0 1 128 16,-2 1 32-16,1 3 0 0,0 0 96 0,-1 0 32 0,1-2 0 0,0-1 0 16,3-1-496-16,-1-1-112 0,3-2-16 15,0-1 0-15,1-3-384 0,1-2-128 0,2 2 0 0,0-6 0 16,0 3 0-16,2-3 0 0,0-2 0 0,1-2 0 15,0 0 0-15,2-1-144 0,-1-1 144 0,3-1-128 16,0 0-192-16,0-2-48 0,2 0 0 0,-2-1 0 16,0 2-2288-16,0-2-464 0,0 1-80 0,-2 0-9344 0</inkml:trace>
  <inkml:trace contextRef="#ctx0" brushRef="#br0" timeOffset="-110382.45">21770 10630 30399 0,'-3'-2'1344'0,"2"2"288"0,0 0-1312 0,1 0-320 16,0 0 0-16,1 0 0 0,0 0 1552 0,2 0 240 15,1-1 64-15,1 1 0 0,3-1-672 0,2 1-128 0,0-2-32 0,2-1 0 16,0 1-720-16,2-1-160 16,0 1-16-16,1-3-128 0,0 0 0 0,0-1 0 0,-1 0 0 0,-1 2 0 31,2-1-944-31,-3 0-192 0,-1 1-32 0,-1-1-15904 0</inkml:trace>
  <inkml:trace contextRef="#ctx0" brushRef="#br0" timeOffset="-110242.15">22046 10557 12895 0,'1'0'1152'0,"0"-2"-928"16,1 2-224-16,0-1 0 0,-1 1 1824 0,0 0 320 0,1 0 64 0,1 0 16 15,2 1-640-15,1-1-128 0,2 0-32 0,0 2 0 16,1-2-1168-16,-2 0-256 0,0 0 0 0,-2 0 0 15,1 0-304-15,-3-2 16 0,1 2 0 0,-2 2-10912 16</inkml:trace>
  <inkml:trace contextRef="#ctx0" brushRef="#br0" timeOffset="-110077.84">22069 10636 25791 0,'-1'4'1152'0,"0"-2"224"0,0 1-1104 0,1 0-272 0,-1 1 0 0,1-3 0 15,0 2 1664-15,-2 0 256 0,0 4 64 0,0 3 16 16,-1 2-832-16,-1-1-160 0,0 2-48 0,0-1 0 0,0-1-704 0,-1-2-128 16,2 1-128-16,0-5 144 0,1 2-144 15,0-3 0-15,2-1 0 0,1-1 0 16,1-2-608-16,1 0 0 0,0-2 0 0,3 0-15040 0</inkml:trace>
  <inkml:trace contextRef="#ctx0" brushRef="#br0" timeOffset="-109304.41">22195 10678 17503 0,'4'-5'768'0,"-1"1"176"0,1 3-752 0,-2-1-192 16,-1 0 0-16,0 2 0 0,0 0 1744 0,0-2 320 16,0 1 64-16,2-1 16 0,-1 0-576 0,-1 2-112 0,-1 2-32 0,-2-1 0 15,-1 3-880-15,1-2-176 0,-2 3-48 0,0 2 0 16,-1 0-128-16,1 0-48 0,-1 1 0 0,0 1 0 15,-1 0 96-15,1 1 16 0,2-1 0 0,0-2 0 16,2 1 96-16,1-2 32 0,1-1 0 0,1-2 0 16,2-1-384-16,-1 0 0 0,2-2 0 0,0 0 0 0,2-2 0 0,0 0 0 15,2-1-144-15,-1-2 144 0,1 1-128 0,1-3 128 16,-1 2-160-16,0-2 160 31,0 0-1440-31,-1-1-192 0,-1 2-32 0,0-2-16 0,-2 1-944 0,-1 0-192 0,0 0-48 0,-1 0 0 16,-2 0 208-16,0 0 32 0,-1-1 16 0,-2 2 0 15,-1 1 1232-15,-1 2 240 0,-2 1 48 0,1 1 16 0,-2 1 2480 0,1 0 480 16,0 1 96-16,1 1 32 0,-1-1 1200 0,2 1 240 16,-1 0 64-16,2-2 0 0,1 3-1344 0,1-3-256 15,2 2-48-15,0-1-16 0,1-1-1024 0,1 1-192 16,2-2-64-16,0 0 0 0,1 1-272 0,2-4-64 16,0 1-16-16,3 0 0 0,0-1-80 0,0-1-16 15,1 0 0-15,-1 1 0 0,0-2-128 0,-1 2 0 0,0 0 0 16,-1 1 0-16,0-2 0 0,-1 3-144 0,0-3 144 15,-2 2 0-15,2 1 0 0,-2 0 0 0,1-2 0 0,-2 3 0 16,0-1 0-16,0-1 0 16,-3 1 0-16,0 2 0 0,0 0 0 0,-2 0 0 0,-1 2 0 15,-1 1 0-15,0-1 0 0,-1 3-128 16,0-1 128-16,-1 1 0 0,0 2 0 0,0 1 0 0,0 1-128 0,0 0 128 0,-1 3 0 16,0-2 0-1,1 2 0-15,0 0 0 0,4-12 0 0,-6 21 0 0,5-12 0 0,1-9 0 16,0 0-176-16,0 0 176 0,0 0-160 15,0 0 160-15,4 39-144 0,-2-37 144 0,1 0-128 0,0-1 128 16,-1-1 0-16,2-1 0 0,1 1 0 0,-1-4-128 0,2 1 128 16,-1 1 0-16,2-3 0 0,-1 0 0 15,2-2 0-15,-1 1 0 0,1-2 0 0,-1 1 0 16,1-3 0-16,0 1 0 0,0-1 0 0,0-2 0 16,-2 3 0-16,2-3 0 0,-1 0 0 0,0 2 0 15,-1 1-784-15,0 2-128 0,-2 2-32 0,0 0 0 0,-2 5 768 0,0 0 176 16,-2 1 0-16,0 3 0 0,-2 1 832 0,-1 3 144 0,-2 3 48 0,0-2 0 15,-1 3 64-15,1 0 0 0,-1 0 16 0,1 0 0 16,-1 0-464-16,1-3-80 0,2-1-32 0,1 1 0 16,1-4-272-16,1-1-64 0,1 0-16 0,1-1 0 15,1-2-176-15,2 1 0 0,0-2 0 16,-1-2 0-16,3 1 0 0,0-1 0 0,1 0-128 0,-1-3 128 16,0 2-1728-16,3-1-288 0,-1-1-48 0,1-2-16 15,1 2-2320-15,1-2-464 0</inkml:trace>
  <inkml:trace contextRef="#ctx0" brushRef="#br0" timeOffset="-108994.98">22761 10563 11967 0,'14'-13'528'0,"-8"6"112"0,-2 4-512 0,-3 1-128 15,-1 2 0-15,0 0 0 0,0-1 2704 0,1 0 512 16,-1-1 112-16,-2 1 0 0,-1 1-832 0,-2 3-160 16,-1 1-32-16,-2 1-16 0,2 2-1120 0,-2 3-208 0,-1-3-64 0,1 2 0 15,1 1-352-15,2-3-80 0,1 0-16 0,1 0 0 16,1 0-64-16,2-2 0 0,1-2-16 0,1 1 0 15,2-2-240-15,1-2-128 0,0 1 160 0,2 1-160 16,-1-2 192-16,2-2-48 0,-1 2-16 0,-1 2 0 16,-6-2-128-16,0 0 0 0,0 0 0 0,0 0 0 15,0 0 0-15,0 0 0 0,29 27 0 0,-29-27 0 16,0 0 0-16,-6 23 0 0,3-14 0 0,-1-2 0 16,0 1 0-16,1 1 0 0,-2-2-144 0,1-1 144 15,-1 0 0-15,-2 1 0 0,1-3 0 0,-1 2 0 16,0 0 0-16,0-1 0 0,-1-1 0 0,2-1 0 0,-1 2 0 15,1-4 0-15,0 1 0 0,1-2 0 0,2 0 128 0,0 0-128 16,1-3 0-16,0 1-11536 16,2-3-2384-16</inkml:trace>
  <inkml:trace contextRef="#ctx0" brushRef="#br0" timeOffset="-108316.97">23000 10484 10127 0,'0'-10'896'0,"0"3"-704"15,1 2-192-15,0 1 0 0,0 1 976 0,0 0 176 0,-1 1 16 0,2-2 16 16,0-1 1600-16,2-2 320 0,0-3 64 16,-1 3 16-16,1 0-848 0,-1 2-160 0,-1 1-48 0,-1 3 0 0,-1 1-1104 0,-2 1-240 15,0 3-32-15,-1 3-16 16,-1 3-240-16,0 3-48 0,-3 4-16 0,-1 4 0 15,0 2-80-15,-3 3-16 0,-1 4 0 16,0 4 0-16,0-2-80 0,1 2-32 0,0-6 0 0,2 1 0 16,-1-1-224-16,4-4 0 0,1-4 128 0,5-20-128 15,0 0 0-15,0 0 0 0,0 0 0 0,0 0 0 16,0 0-912 0,37 30-80-16,-25-35-16 0,1-5-15632 0</inkml:trace>
  <inkml:trace contextRef="#ctx0" brushRef="#br0" timeOffset="-107909.45">23177 10524 2751 0,'3'-9'256'0,"-2"6"-256"0,-1-1 0 16,0 3 0-16,-1 1 2416 0,-1 3 432 16,0-1 96-16,-2 1 0 0,0 4 1024 0,-4 4 192 15,-1 2 32-15,-2 5 16 16,0 2-1808-16,1 1-352 0,0 2-80 0,3-1-16 0,0-1-944 0,7-21-192 0,-5 35-48 0,5-35 0 16,0 0-448-16,0 0-80 15,8 43-32-15,-8-43 0 0,0 0-208 0,0 0 0 16,0 0 0-16,0 0 0 0,36 12 128 0,-28-15-128 0,0-1 0 15,0-1 0-15,2-2 0 0,-2 0 0 0,2-2-176 0,0-1 176 16,0-2-1392-16,-1 0-144 0,0-2-48 0,0-3 0 31,0-2-688-31,0 1-144 0,0-4-16 0,0 3-16 16,-3 2 848-16,1 3 192 0,-2 2 16 0,1 3 16 0,-2 2 2272 0,-2 2 448 0,-1 1 80 0,0 4 32 16,-2 2 480-16,-1 3 112 15,-1 1 0-15,-1 4 16 0,-1 2-736 0,0 0-160 16,-1 5-16-16,0 2-16 0,-1 1-496 0,1 1-112 15,-2 0-16-15,2-1 0 0,0-1-240 0,2 0-48 0,-2 0-16 16,2 0 0-16,-2 3 32 0,0-3 0 0,1 4 0 0,-3 1 0 16,1 0 32-16,-1 2 16 15,-2 2 0-15,-1 0 0 0,-1 1-160 0,0-2-128 0,0-1 144 0,-1-3-144 16,-1-4 176-16,0-3-176 0,-2-4 192 0,2-1-192 16,-1-3 256-16,-1-3-64 0,-1-2-16 0,-2-1 0 15,-1-5-176-15,-3-1 160 0,-3-4-160 0,-1-3-18640 16</inkml:trace>
  <inkml:trace contextRef="#ctx0" brushRef="#br0" timeOffset="-105849.4">23627 10418 12895 0,'1'-5'1152'0,"0"2"-928"0,0 1-224 0,0-1 0 0,1 3 1184 0,-1-2 192 15,2-1 32-15,1-1 16 0,0-4 624 0,2 2 112 16,-1-1 16-16,1 3 16 0,0 1-1104 0,-2 2-208 16,0 2-48-16,-2 3-16 0,0 3-368 0,-2 1-80 0,-2 5-16 0,0 2 0 15,-3 2-48-15,0 4-16 0,-2 5 0 0,-1 2 0 0,-1 2-128 0,0-3-32 31,1 1 0-31,1-1 0 0,0-1-128 0,1-3 0 16,2-1 0-16,0-5 0 0,2-4 0 0,1-1 0 0,1-4 0 0,1-4 0 0,0-1 0 0,0-1 0 16,0-2-144-16,0-2 144 15,0 1 0-15,-1-1 0 0,1 0 0 0,-1 0 0 0,-1-1 0 0,1-1 0 16,-1 1 0-16,0 1 0 0,0-3 0 0,0 2 0 0,0-1 0 0,0-1 0 31,1-2 0-31,0 0 0 0,1 0 0 0,1-2 0 16,0 1 0-16,2-1 0 0,-1-2 0 0,2 0 0 15,1 0 0-15,-1 2 0 0,3 1 0 0,-2 1 0 0,0 2 0 0,1 0 0 16,1 1 128-16,1 3-128 16,-1-1 304-16,0 2 16 0,1 2 0 0,-3 3 0 15,0 2 192-15,-2 1 32 0,-4-8 16 0,0 0 0 16,0 0-560-16,4 42 0 0,-7-30 0 0,-1 2 0 16,-1 0 0-16,-1-2 0 0,-2 0 0 0,1-1 0 15,-2 2 0-15,-1-3 0 0,0-1 0 0,0-3 0 0,1 0 0 16,1-1 0-16,1-3 0 0,0-1 0 0,2 0 0 0,0-3 0 15,1 0 0-15,1-3 0 0,1 0 0 0,1 1 0 16,0-2 0-16,1 2 0 0,1-4 0 0,2 4 0 16,0-3 0-16,2 2 0 0,1 0 0 0,0 1-176 15,2 1 32-15,1 1-10064 16,-1 0-2016-16</inkml:trace>
  <inkml:trace contextRef="#ctx0" brushRef="#br0" timeOffset="-105566.09">23899 10605 4607 0,'4'-8'400'0,"-1"1"-400"0,-1 3 0 0,0 1 0 16,-1 1 560-16,0 0 16 0,-1 1 16 0,0 1 0 16,1-2 528-16,1 0 96 0,0 0 32 0,-2 1 0 15,1 1-400-15,-2 1-80 0,0 1 0 0,-1 0-16 16,1 1 512-16,0 1 96 0,-1 1 32 0,-1-1 0 15,1 1 208-15,0 0 64 0,0 0 0 0,0 2 0 16,2-3-128-16,-2 2 0 0,2 0-16 0,1 0 0 16,0 0-608-16,0 0-112 0,2 0-32 0,0 1 0 15,2-2-512-15,-2 3-96 0,3-2-32 0,-2 2 0 0,2-2-128 0,-1 2 0 16,-1-3 0-16,1 2-10016 16,0-1-1920-16</inkml:trace>
  <inkml:trace contextRef="#ctx0" brushRef="#br0" timeOffset="-105329.08">24055 10569 15663 0,'-1'-6'688'0,"0"3"144"0,0 1-656 0,1 1-176 15,-1 1 0-15,0 1 0 0,-1 1 1504 0,0 1 272 16,-1 1 48-16,-1 5 16 0,-3 3-80 0,0 2-16 16,-1 5 0-16,0 2 0 0,1 1-976 0,1 0-192 0,-1 1-32 0,1 1-16 15,-1 1-192-15,1 1-32 0,-1 1-16 0,-1-1 0 16,1-3-16-16,-2 1 0 15,2-4 0-15,-1-2 0 0,1-1 80 0,-1-2 16 0,0-2 0 0,0-1 0 16,0-3 208-16,-1-1 64 0,1-3 0 0,-1 2 0 16,-1-4-320-16,0-2-64 0,-1 1-16 0,-1-4 0 15,-1 2-240-15,-2-4 0 0,-2 1 128 0,-3-4-128 16,1 2-192-16,-4-2-96 0</inkml:trace>
  <inkml:trace contextRef="#ctx0" brushRef="#br0" timeOffset="-103439.95">24369 10558 13823 0,'3'-3'1216'0,"1"0"-960"0,0 2-256 0,-3 0 0 15,0 1 1632-15,1 0 288 0,1-2 48 0,3-1 16 16,1-2-704-16,2 2-144 0,0-1-32 0,-1 2 0 16,0-1-816-16,-2 1-160 0,0 2-128 0,-3 2 144 0,-1-1-144 0,0 1 0 15,-2 3 0-15,-2-3 0 16,0 1 128-16,0 2 0 0,-3 0 0 0,0-1 0 16,-1 1 16-16,-2 1 0 0,-1-1 0 0,-2 2 0 15,-1-2 80-15,0 1 16 0,0 0 0 0,2-1 0 0,-1-3 256 0,2 3 48 0,2-2 16 16,0 1 0-1,2-2-48-15,0 0 0 0,1 1 0 0,1 0 0 16,0 0-512-16,1 0 0 0,0 2 0 0,1-2 0 0,-1 1 0 0,1 1 0 0,1 0 0 0,0-1 0 16,0-1 0-16,0 2 0 15,2-3-128-15,0 0 128 0,2 1 0 0,0-1 0 16,1-2 0-16,1 1-144 0,2 1 144 0,0-2 0 0,2 0 0 0,-1 0 0 16,2 2 288-16,-2-1 32 15,2 0 16-15,-3 2 0 0,-2 0 208 0,1 1 32 0,-2 0 16 0,-1 1 0 16,-1 0-336-16,-3 2-80 15,-1 0-16-15,-3 1 0 0,-1 1-160 0,-4 0 0 16,0 1 0-16,-2-1 0 0,-2 1 0 0,0-2 0 16,-2 1 0-16,0-3 0 0,2 0 0 0,0 0 0 15,1-3 0-15,1 0 0 0,2-1 0 0,1 0 0 16,0-2-144-16,3 0 144 16,0-2-768-16,1 0-80 0,2-1-32 0,1 0-13472 0</inkml:trace>
  <inkml:trace contextRef="#ctx0" brushRef="#br0" timeOffset="-103109.64">24583 10406 5519 0,'8'-6'240'0,"-2"0"64"0,-1 1-304 0,-1 2 0 0,-1 2 0 0,-2 0 0 16,1-1 1056-16,0 0 160 0,2-1 16 0,2 0 16 15,0-1-336-15,0 0-64 0,-2 1-16 0,-1 2 0 0,-2 2 176 0,-2 3 16 16,-2 1 16-16,-1 3 0 16,-2 3 672-16,-1 1 128 0,-2 3 16 0,-2 3 16 0,-1 2-224 0,-1 1-48 15,-1 2-16-15,-1 3 0 0,-1 2-848 16,1-1-160-16,1 1-48 0,2-1 0 0,4-3-528 0,0-2 0 16,3-1 0-16,2-3 0 0,2-2 784 0,2-1 112 15,3-4 0-15,1-1 16 16,3-2-1616-16,1-2-336 0,2-1-64 0,3-3-16 0,2-2 704 0,0 0 144 15,3-1 16-15,-1-4 16 16,-1 1-912-16,-1-2-176 0,0-1-32 0,-2-1-16 16,-1 0-48-16,0-2-16 0</inkml:trace>
  <inkml:trace contextRef="#ctx0" brushRef="#br0" timeOffset="-102157.11">24722 10676 12895 0,'0'-3'1152'0,"0"-1"-928"0,1 3-224 0,-1-1 0 16,0 2 1872-16,0 0 336 0,0 0 64 0,-1 2 16 16,0-2-432-16,-1 3-64 0,-1-1-32 0,-1 3 0 15,-1 2-1312-15,-1 0-256 0,-1 1-48 0,0 1-16 16,0 2-128-16,0-1 0 0,0 2 0 0,2-2 0 0,0 1 0 0,2-1 0 16,1-1-128-16,2-1 128 0,0-2 0 0,2 2-176 15,1-4 176-15,2-1-128 0,0 0 128 0,1-1-128 16,1-2 128-16,1 0-128 0,0-3 128 0,0 1-160 15,-1-1 160-15,0-1-160 0,0-1 160 0,-2 0-128 16,1 1 128-16,-3-2-128 0,0 2-224 16,-2-1-32-16,-1 0-16 0,0-1 0 0,0 1 208 15,-2 1 32-15,0-2 16 0,0-1 0 0,-1 2 144 0,0-2 0 16,0 1 0-16,0-1 128 0,0-1-128 0,1 1 0 0,0-4-176 16,1 0 176-16,-1 0 0 0,0 1 0 15,0-1 0-15,0 3 0 0,0 1 0 0,0 1 0 0,-1 3 160 0,-1 0-160 16,1 3 192-16,0 1-32 15,0 1-16-15,-1 2 0 0,0 1 368 0,1 0 80 16,-2 2 16-16,1 0 0 0,1 0-352 0,1 0-80 0,-1 0-16 0,2-1 0 16,1 0-160-16,1-1 0 0,2-1 0 0,-1 1 0 15,3-4 0-15,1 1 0 16,1-2-128-16,1-2 128 0,2 1 0 0,1-3-144 16,0 1 144-16,2 1 0 0,1-3-272 0,0 1 48 15,-2 1 16-15,-1-1 0 0,-1 1 16 0,0 0 0 16,0 1 0-16,-3 0 0 0,0 0 192 0,-1 2 0 0,-2-1 0 15,-1 1 0-15,-1 0 0 0,-1 1 0 0,-1 1 0 16,0-2 0-16,-1 1 0 0,1-1 0 0,-1 1 144 0,0-1-144 16,1 2 432-16,1-2-16 0,-1 0 0 0,1 0 0 0,1 1-288 15,-1-1-128-15,1 2 0 0,0-2 128 16,0 2-128-16,0-1 0 0,0 1 0 0,-1 1 0 0,0-1 0 16,-1 2 0-16,0 1 0 0,-2-1 0 15,1 2 0-15,-1 0 0 0,-2 2 0 0,0-1 0 0,0 1 480 16,-1 0 16-16,0-1 0 0,1 1 0 15,0-2 16-15,1 2 0 0,0-3 0 0,2 2 0 0,1-3-240 0,0 1-32 16,2 0-16-16,0-3 0 0,2 0-224 0,0-1 0 16,0 1 0-16,2 0 0 15,-1-2-144-15,1 0 144 0,0 0 0 0,1 0-144 0,0-2 144 0,0 0 0 16,-2 1 0-16,2-2-128 0,-3 0 128 0,1-2-128 0,1 2 128 0,-3-1-128 0,1-3 128 31,-1 3 0-31,0-2 0 0,-1 0 0 0,-1-2 0 0,2 1 0 16,-1-1 128-16,-1 1-128 0,1 0 0 0,0 0 144 15,-1 2-144-15,0 1 0 0,-1 1 128 0,0 1-128 16,0 2 0-16,1 0 0 0,0 0 0 0,-1 2 0 16,0-1 0-16,1 1 0 0,0 0 0 0,0 0 0 15,-1 1 0-15,1-1 0 0,-2 1 0 0,1 0 0 16,0 0 0-16,0 0 0 0,0 2 0 0,0-1 0 0,0-1 0 0,0 2 0 16,0-1 0-16,1 1 0 0,0 0 0 0,0-1 0 15,1 1 0-15,0 0-144 0,0 0 144 0,2-2 0 16,-1 2-128-16,0-2 128 15,0 1-128-15,1 0 128 0,0 0 0 0,-1-1-128 0,0-1 128 0,2 1 0 16,-1-3 0-16,-1 2 0 0,1-4 0 0,0 2-128 16,-1-3 768-16,1 1 144 0,0-1 48 0,0-1 0 15,-1 0-112-15,1-2-16 0,0 2 0 0,-1-1 0 16,1-1-272-16,0 0-64 0,0-1-16 0,-1-2 0 16,2 1-352-16,-1-1 144 0,-1-1-144 0,0 1 0 31,0 0-320-31,-2 0-192 0,0 0-16 0,-1 3-16 0,-1-1-1968 15,-2 3-400-15,0 1-80 0</inkml:trace>
  <inkml:trace contextRef="#ctx0" brushRef="#br0" timeOffset="-101908.98">25133 10597 21183 0,'1'-5'944'0,"1"3"192"16,0 0-912-16,-1 0-224 0,0 2 0 0,1-2 0 0,1 1 688 0,2-1 80 16,2-1 32-16,3-1 0 0,0 1-352 0,1-1-80 15,-1 1-16-15,-3 3 0 0,0-1-16 0,-4 1 0 0,0 1 0 16,-3 1 0-16,-1 1 176 0,-1-1 48 0,-2 3 0 0,0 2 0 16,-1-2-256-16,2 0-48 0,-2 2-16 15</inkml:trace>
  <inkml:trace contextRef="#ctx0" brushRef="#br0" timeOffset="-101726.56">25132 10706 22111 0,'-3'3'976'0,"1"-1"208"0,0 1-944 0,0 0-240 15,-1 0 0-15,1 0 0 0,-1-1 1952 0,0 3 352 0,-3 2 64 0,-1 2 0 16,-2 3-1328-16,0 3-272 0,1-1-48 0,-1 0-16 15,2-1-704-15,-1 0 0 0,2-3 0 0,0-1 0 0,3-1-176 16,-1-2 176-16,0 0-160 0,1-2 160 16,3-2-1472-1,-1 1-192-15,2-3-32 0</inkml:trace>
  <inkml:trace contextRef="#ctx0" brushRef="#br0" timeOffset="-101276.77">25155 10744 10127 0,'0'0'448'0,"0"0"96"15,0 0-544-15,-1 0 0 0,1 0 0 0,0 0 0 0,-1 1 1648 0,0 0 208 0,0 2 64 0,0 0 0 16,-1 0 128-16,-1 1 48 0,1 1 0 0,0-1 0 16,1 1-1040-16,0 0-208 0,0-1-32 0,0 1-16 15,1 0-224-15,-2-3-32 0,1 5-16 0,-2-2 0 16,0 2-400-16,0 0-128 16,-2 0 0-16,0 0 0 0,2-2 0 0,-1 0 0 15,-1 0 0-15,0 2-144 0,-1-3-144 0,1 1-32 16,1 0 0-16,0-3 0 15,2-1-688-15,1 1-144 0,1-2-16 0,0-2-16 16,2 1-400-16,0-1-80 0,2-2 0 0,-1 1-16 16,3-2-48-16,0-1-16 0,1 0 0 0,0-1 0 0,0-1 1376 0,1-1 368 0,0 1 0 0,-1 0 0 15,-2-2 0-15,-1 2 128 0,1 2 0 0,-1 2 16 16,-1-1 1296-16,-2 2 256 0,1 1 48 0,-1 0 16 16,1 0 128-16,1 1 32 0,0-1 0 0,-1 0 0 15,3 1-240-15,1 1-32 0,0-2-16 0,1 0 0 16,0 2-416-16,0-2-96 0,3 0-16 0,-3 1 0 15,0 1-448-15,-1 0-80 0,1 0-32 0,-2 0 0 16,0 0-192-16,-2 0-32 0,1 3-16 0,-2-1 0 0,-1 2-304 0,-2-1 0 16,-1 3 0-16,-2 0 0 15,-4 2 0-15,0 1 128 0,-1-2-128 0,0 2 0 0,-1 3 176 16,-2 0-176-16,-1 0 160 0,1 2-160 0,2-4 0 0,1 1 0 16,3-2 0-16,0-1 0 0,3-1 0 15,0-2 0-15,2-2-144 0,1 0 144 16,2-3-1472-16,16 1-192 0</inkml:trace>
  <inkml:trace contextRef="#ctx0" brushRef="#br0" timeOffset="-100837.55">25258 10870 20271 0,'1'0'1792'0,"1"-2"-1424"15,1 2-368-15,-1 0 0 0,0 0 1152 0,-1 0 176 16,2 0 16-16,1 0 16 0,3-2 48 0,3 2 16 15,3-1 0-15,0 1 0 0,0 0-1104 0,-1 0-320 0,-2 0 0 16,-2 0 128-16,-2 0-128 0,-1 0 0 0,-1-2 0 0,-1 2 0 16,-1-2 208-16,0 1 64 0,-1-1 16 0,1 1 0 0,-2 0 512 0,1-3 96 15,-1 3 32-15,-1-2 0 0,-2 0-240 0,0 0-48 16,-2 0-16-16,-2 1 0 0,0-3-432 0,0 4-64 16,1 0-128-16,-1-1 176 0,-1-1-176 0,0 1 128 15,0 1-128-15,3-1 128 0,1 2-128 0,1 0 0 16,1 2 0-16,0-1 0 0,1 3 0 0,-1-1 0 15,0 1 0-15,0-1 0 16,1-1 0-16,0 1 0 0,0 1 0 0,0 4 0 0,-2 1 240 16,1 3-48-16,0-1 0 0,0 1 0 15,0 0 64-15,1-1 16 0,1-2 0 0,0 2 0 16,0-2 32-16,2 0 0 0,0 0 0 0,0 2 0 16,-1-2-64-16,0 1-16 0,0 2 0 0,-2 0 0 0,0-2 0 0,-1 1 0 0,1 1 0 0,-2-2 0 15,-1 0-48 1,-1-1-16-16,-1-2 0 0,0 0 0 0,0 0-32 0,-2 0-128 15,1-3 192-15,-2 2-64 0,-1 0 0 0,-2-1-128 0,0 0 192 0,0-3-64 16,1 3-128-16,-1-2 160 0,-2 0-160 16,-4 0 160-16,-2 0-160 0,-6-1 0 0,-6-2 144 0,-4-2-144 0,-2-1 0 0,-2-1-192 15</inkml:trace>
  <inkml:trace contextRef="#ctx0" brushRef="#br0" timeOffset="-99072.96">16307 11209 11055 0,'-2'-3'976'0,"0"0"-784"0,1 2-192 0,0-1 0 0,1 2 1232 0,-1-2 208 16,0 1 32-16,-1-4 16 15,1 1 1072-15,-1 1 224 0,2-1 32 0,1 3 16 0,1 1-240 0,0 3-48 16,1 0-16-16,2 1 0 16,-5-4-1056-16,0 0-192 0,0 0-64 0,0 0 0 15,28 43-896-15,-28-43-192 0,0 0-128 0,0 0 144 16,31 37-272-16,-31-37-64 0</inkml:trace>
  <inkml:trace contextRef="#ctx0" brushRef="#br0" timeOffset="-98888.8">16305 11334 24879 0,'-2'-2'1088'0,"1"0"256"0,2 2-1088 16,-1 0-256-16,0 0 0 0,0 0 0 0,1 0 1472 0,0 0 256 0,2 3 32 0,-1 1 16 16,-2-4-1008-1,0 0-192-15,0 0-32 0,0 0-16 0,9 38-528 0,-9-38 0 0,0 0 0 0,-3 29-192 31,1-20-528-31,0 0-112 0,0-1 0 0,1-2-12928 0</inkml:trace>
  <inkml:trace contextRef="#ctx0" brushRef="#br0" timeOffset="-98559.53">16565 11236 27647 0,'-1'-1'1216'0,"0"1"256"0,1 0-1168 0,-1 0-304 0,0 0 0 0,0 1 0 16,0 1 1152-16,-1-2 192 0,0 3 16 0,-1 0 16 16,1 0-864-16,-2 2-160 0,1-1-32 0,0 2-16 15,1 1-304-15,0 2 0 0,1 0 0 0,-1 1-144 16,2-10 144-16,-2 23 0 0,2-23 0 0,-3 29-128 16,3-29 128-16,-2 29-128 0,-1-13 128 0,0-2-128 15,3-14 128-15,-3 28 0 0,1-16 0 0,2-12-128 0,0 0 128 0,0 0 0 16,0 0-144-16,0 0 144 15,0 0 0-15,0 0 0 0,38 18-144 0,-27-26 144 0,0 3 0 0,1-4 0 16,2-2 0-16,-1 0 0 16,0-1 0-16,0 3-128 0,-1-2 128 0,-1 2 0 0,-1 0 0 0,-2 1-160 15,0 2 160-15,-3 2-128 16,0 1-832-16,-2 1-176 0,-2 0-16 0,-1 2-16 16,-2 2-1392-16,-2 1-288 0</inkml:trace>
  <inkml:trace contextRef="#ctx0" brushRef="#br0" timeOffset="-98373.67">16421 11302 13823 0,'-2'-3'1216'0,"0"1"-960"0,2 4-256 0,0-2 0 15,-1 3 2752-15,1-1 496 0,-2-1 96 0,0 3 32 16,1 3 176-16,0 2 32 0,1 0 16 0,0-9 0 16,0 0-2352-16,0 0-480 0,14 36-80 0,-14-36-32 15,0 0-400-15,0 0-64 0,47 14-32 0,-30-18 0 16,3-1-16-16,2-4 0 0,1-3 0 0,2-2 0 15,1-1-144-15,0-1 0 0,-1 2 0 0,-1 1 0 16,-2 1-160-16,-4 3-112 0</inkml:trace>
  <inkml:trace contextRef="#ctx0" brushRef="#br0" timeOffset="-97496.28">16977 11328 18431 0,'-3'-3'1632'0,"2"1"-1312"0,1 2-320 0,0-2 0 0,1 1 1440 0,-1 1 224 15,1-2 32-15,1 2 16 16,1 0 480-16,1-2 112 0,1 0 0 0,1 0 16 0,0 1-1488 0,0-2-320 15,0 1-48-15,0 0-16 16,0 0-448-16,-1-1 128 0,0-1-128 0,-1 1 0 0,1 1 0 0,-2-3 0 16,0 2 0-16,-3 0 0 0,1 0 0 0,-1-2 0 15,0 1 0-15,-1-1 0 16,-2-1 0-16,0 2 0 0,-1-3 0 0,0 2 0 0,-2-2 0 0,0 2 0 16,-1 0 0-16,0 0 0 0,-1 3 0 0,0 2 0 15,0 0 0-15,-2 3 0 0,2 4 0 0,-1-3 0 16,0 6 0-16,0-1 0 0,1 3 0 0,-1 0 0 15,1 2 0-15,0 3 0 0,0-3 0 0,2 3 0 16,1 0 0-16,0-1 0 0,3-2 0 0,1-2 0 16,1-12 0-16,0 0 0 0,0 0 0 0,0 0 0 15,0 0 0-15,0 0 0 0,38 17 448 0,-29-22 0 16,1-2 0-16,0 0 0 0,2-1-448 0,-1-4 128 16,1 1-128-16,0 1 0 0,0-4 0 0,0 2 0 0,-1-2 0 15,-1 2 0-15,0-2 0 0,0 0-128 16,0-1 128-16,-3 1 0 0,0 5-320 0,-2-5 64 15,2-3 0-15,0-5 0 16,1-1-448-16,-1-1-64 0,-1 4-32 0,-3 2 0 0,1 7 448 0,-2 1 96 0,-1 5 0 0,-1 3 16 16,-1 2 432-16,-2 2 96 0,0 3 16 0,-1 3 0 15,-2 3 432-15,1 4 96 0,-1 1 0 0,1 2 16 16,-1 4-336-16,0-1-64 0,1 0 0 0,0 1-16 16,2-1-64-16,2-2-16 0,-1 0 0 0,2-19 0 0,1 31-96 15,-1-31 0-15,0 0-16 0,6 36 0 16,-6-36-240-16,0 0 0 0,0 0 0 0,0 0 0 15,0 0 0-15,0 0 0 0,37 26 0 0,-31-28 0 0,0-1 0 0,0 0 0 16,-1 1 0-16,1 1-17472 16</inkml:trace>
  <inkml:trace contextRef="#ctx0" brushRef="#br0" timeOffset="-96644.78">17307 11276 20271 0,'-1'-2'1792'0,"1"1"-1424"0,0-1-368 16,-1 2 0-16,0 0 2048 0,0 0 352 16,-1-1 64-16,-1 0 16 0,-2 0-624 0,0 2-112 0,-1 1-16 15,0 1-16-15,0 2-1328 0,1 3-256 0,-1-1-128 0,1 4 128 16,0 1-128-16,0 1 0 0,1 3 0 0,0-1 0 16,1 2 0-16,1-1 0 0,0-2 0 0,2-14 0 15,0 0 0-15,3 36 0 16,-3-36 0-16,0 0 0 0,0 0 0 0,0 0 0 0,0 0 0 15,0 0 0-15,43 4-128 0,-33-10 128 0,2-4 0 0,-1 0 0 16,1-2 0-16,0-1 0 0,0 0-144 16,-2 1 144-16,-2-1 0 0,-1 1-128 0,-2 2 128 0,-2-1 0 15,-2 1-144-15,-2 2 144 0,-2-1 0 16,-2 2-144-16,-2 2 144 0,-1 0-128 0,-2 1 128 0,-1 0-128 16,1 3 128-16,-2-1 0 0,0 2 0 0,0 2 0 15,0-1 0-15,0 3 128 0,1 0-128 0,1 1 128 16,0 0-128-16,3 2 0 0,-1-1 128 0,3 0-128 15,0-1 272-15,2 0-16 0,0 0 0 0,2-1 0 16,1-2 128-16,2 0 0 0,0 1 16 0,2-3 0 0,1-2-400 16,1 1 0-16,3-1 128 0,1-2-128 15,0 1 0-15,1-2 0 0,1-1 0 0,2 0 0 16,2 0-560 0,0 1-32-16,-1-1-16 0,1 2 0 0,0-1-1760 0,0 1-368 0,0-1-64 0,-1 0-16 15,0 1 496-15,-2 1 80 16,0-1 32-16,-4 3 0 0,-1-1 1056 0,-1 1 224 0,0 0 32 0,-2 1 16 15,0 0 1280-15,-2 0 256 0,-1 1 48 0,-2 0 16 16,1 1 1072-16,-2-1 192 16,0 3 64-16,-1-1 0 0,0-1-352 0,-2 1-64 0,1 1-16 0,1-1 0 0,-1 1-528 0,0 1-96 15,-1 0-32-15,2 2 0 0,0-2-512 16,0 2-128-16,0 0 0 0,1 0-16 0,1 0-304 0,-1 0 128 16,1-7-128-16,0 0 0 0,0 0 0 0,0 0 0 0,7 35 0 0,-6-29 0 15,-1-6 0-15,0 0 0 16,0 0 0-16,0 0 0 0,0 0 0 0,0 0 0 0,31-3 0 0,-24-4 0 15,0 0 0-15,1-2 0 0,2 1 0 16,-2-3 0-16,1 1 0 0,-1 3 0 0,-1-3 0 0,0 1-144 16,0 2 144-16,-1-4 0 0,1 2 0 15,-2 1 0-15,-1 2 0 0,-1 0 0 0,-1 3 0 0,-1 0 0 16,-1 3 0-16,0 1 0 0,-2 1 0 0,1 1 128 0,-1 1-128 16,0 1 0-16,0 2 0 0,0 0 0 0,-1 0 0 15,0 3 0-15,1 0 0 0,2-10 0 16,-2 23 0-16,2-23 0 0,0 0 0 0,2 31 128 15,-2-31-128-15,0 0 0 0,0 0 0 0,0 0 0 16,0 0 0-16,0 0-160 0,0 0 160 0,0 0 0 16,38 24 0-16,-32-27-128 0,0-2 128 0,2 1 0 15,-1-4 0-15,1 2 0 0,-2 0-128 0,2-2 128 16,2 0 0-16,-1-4 0 0,0 2 0 0,1 1 0 16,-2 0 0-16,0-2 0 0,1 0 0 0,-2 4 0 0,-1-2 0 15,-1 2 0-15,-1 2 0 0,-1 0 0 0,-1 1 0 0,0 1 0 16,-1-1 0-16,-1 1 0 0,-1 0 0 0,0 1-192 15,0 0 192-15,-1 0-15136 16</inkml:trace>
  <inkml:trace contextRef="#ctx0" brushRef="#br0" timeOffset="-96142.72">17846 11204 5519 0,'3'0'0'0,"-2"0"224"0,0 2-64 0,-1-2 32 0,0 1-192 0,-1 1 0 0,0 1 0 0,-1 1 0 16,0 3 1136-16,0 3 192 0,-2 2 32 0,-1 2 16 15,0 3 160-15,0-3 16 0,0 1 16 0,2-2 0 0,3-13 464 0,-6 26 80 16,6-26 32-16,0 0 0 0,-4 28-720 0,4-28-144 15,0 0-16-15,0 0-16 0,0 0-736 0,0 0-160 16,0 0-32-16,0 0 0 0,0 0-320 16,0 0 144-16,0 0-144 0,0 0 0 15,0 0 0-15,0 0 0 0,0 0 0 0,0 0 0 16,0 0-320-16,20-6-32 0,-17-1 0 0,-2-1 0 16,2 1-528-16,0 0-96 0,0-2-32 0,0-1 0 15,0 1 480-15,0 0 80 0,0 0 32 0,1 0 0 0,-2 1 416 0,0 1 0 16,1 1 0-16,-1 1 0 0,0 1 800 0,0 0 96 15,0 1 0-15,1 0 16 0,1 2 816 0,-1-2 176 16,0 0 16-16,0 1 16 0,1-1-640 0,0 1-128 16,1 2-16-16,0-4-16 0,0 3-480 0,2-1-80 15,-2 0-32-15,1 2 0 0,-1 2-256 0,-5-2-48 16,0 0-16-16,0 0 0 0,0 0-48 0,0 0-16 0,25 41 0 0,-25-41 0 16,0 0-160-16,1 35 0 15,-1-35 0-15,-2 28 128 0,-1-16-128 0,-1 0 0 16,0-2 0-16,1 0 0 0,0-1 0 0,-1-3 0 15,2 0 0-15,1-2-18224 0</inkml:trace>
  <inkml:trace contextRef="#ctx0" brushRef="#br0" timeOffset="-95418.78">18197 11304 24879 0,'0'0'2208'0,"-1"0"-1760"0,1 0-448 0,0-2 0 0,0 2 1776 0,1 0 272 16,0 0 48-16,0-2 16 0,0 1-512 0,1 1-80 15,1 0-32-15,0-2 0 0,0 2-1008 0,-1 2-208 16,1-2-32-16,-1 1-16 16,0 1-224-16,0 1 0 0,-2 0 0 0,0 0 0 0,0 0 0 0,-1 1 0 15,-1-2 0-15,0 1 0 0,0 0 0 0,0 1 0 16,-1-4 0-16,0 2 0 0,1-2 0 0,-1 0 0 15,1 1 0-15,-1-2 0 0,0 1 0 0,0-2 0 16,1 0 0-16,0-1 0 0,0-1 0 0,1 1 0 0,-1 1 0 0,1-3 0 16,0 3 0-16,1 1 0 0,-1-1 0 0,1 2 0 15,1 0 0-15,-1 0 0 16,0 2 0-16,1-2 0 0,-1 3 0 0,0-1 0 0,1 1 0 0,0-1 0 16,-1 0 0-16,1-1 0 0,-1 1 0 0,2 0 0 15,0 1-128-15,-1-3 128 0</inkml:trace>
  <inkml:trace contextRef="#ctx0" brushRef="#br0" timeOffset="-54610.17">15160 11527 3679 0,'0'-3'320'0,"0"1"-320"0,1 0 0 0,0 0 0 0,0 1 896 0,-1 1 128 16,1 0 0-16,0 0 16 0,1 0 1072 0,1 1 224 16,-1 3 32-16,2-2 16 0,0 6-448 0,1-4-80 0,-1 3-32 0,-4-7 0 15,0 0-608-15,0 0-112 0,0 0-16 0,0 0-16 16,38 36-176-16,-31-33-48 0,-1 1 0 0,-1-2 0 0,0 3-224 0,-1-4-48 31,0 1-16-31,-1 0 0 0,-1-1-416 0,0-1-144 0,1 0 0 0,0-1-9264 16,0 1-1952-16</inkml:trace>
  <inkml:trace contextRef="#ctx0" brushRef="#br0" timeOffset="-54329.33">15321 11474 2751 0,'-1'-4'256'0,"0"0"-256"0,0 3 0 0,0-1 0 15,1 2 2192-15,0 2 400 0,-1-1 80 0,0 1 16 16,0 2 768-16,0 3 176 0,-1 1 16 0,1 3 16 0,-1 1-1744 16,1 2-368-16,1 0-64 0,0 1-16 15,0-1-1072-15,0-14-208 0,0 0-64 0,6 41 0 16,-6-41-128-16,0 0 0 0,7 37 0 0,-6-27 0 0,-1-10 848 0,0 0 144 16,2 33 32-16,-4-23 0 0,-1 1-752 0,-2 1-144 15,0-2-128-15,-2 2 192 16,-1 0-576-16,-1-1-128 0,-1 1 0 0,0-2-16 0,-1 0 1104 0,-1-1 208 15,0 0 48-15,-1-1 16 0,0-2-272 0,1-1-64 16,0-2-16-16,1-1 0 0,2-1-224 0,-2-1-32 16,3-1-16-16,1-2 0 0,0 1-224 0,2-3-240 15,0 1 48-15,3-4 16 16,1 1-1952-16,3-2-400 0</inkml:trace>
  <inkml:trace contextRef="#ctx0" brushRef="#br0" timeOffset="-54000.84">15503 11463 10127 0,'-4'0'448'0,"0"0"96"0,1 0-544 0,1 0 0 15,0 0 0-15,1 0 0 16,-1 2 1776-16,-1-2 240 0,-1 3 48 0,-3 1 16 16,0-1-336-16,0 4-64 0,1-3-16 0,1 2 0 15,0 2-832-15,3 0-192 0,-1 1-16 0,2 1-16 0,0 2 16 0,0 2 0 16,1 3 0-16,-1-1 0 0,1-16-112 16,-1 38-32-16,1-38 0 0,0 38 0 0,0-38-16 0,0 34 0 15,0-34 0-15,0 0 0 0,9 40-336 0,-9-40-128 16,0 0 0-16,0 0 144 15,0 0-464-15,0 0-80 0,40 16-32 0,-30-21 0 16,1 0-896-16,-1-4-176 0,1 2-32 0,-1-5-10288 0</inkml:trace>
  <inkml:trace contextRef="#ctx0" brushRef="#br0" timeOffset="-53776.3">15602 11532 9215 0,'0'-2'816'0,"0"1"-656"0,0-1-160 15,0 2 0-15,0 0 2736 0,1-2 512 0,-1 1 96 0,1-1 32 0,0 0-160 16,0-1-16-16,0 1-16 0,-1 2 0 16,1 0-1776-16,-1 2-368 0,0 1-64 0,0 1-16 15,0 2-384-15,0 2-64 0,0 0-32 0,-1 1 0 0,1 3-224 0,0 0-64 16,-2 2 0-16,1 0 0 0,0 1-192 0,0-1 176 16,-1-1-176-16,1 1 160 0,1-2-160 0,0-1 0 15,0-2 0-15,0-2 0 16,1 3-864-16,-1-6-160 0,1 1-16 0,1-2-15216 15</inkml:trace>
  <inkml:trace contextRef="#ctx0" brushRef="#br0" timeOffset="-53458.13">15745 11538 9215 0,'2'-2'816'0,"1"0"-656"15,-2 0-160-15,-1 2 0 0,0 2 2560 0,1-2 496 0,0 0 80 0,1-2 32 16,1 2-704-16,-1 2-144 15,-2-2-16-15,0 2-16 0,-2 3-1392 0,-1-2-288 0,-2 1-48 0,0 3-16 16,-2-1-176-16,0 0-48 16,-2 1 0-16,-2 3 0 0,0-3-128 0,0 0-48 0,2 0 0 0,-2-1 0 15,0 0-144-15,0-1-144 0,1-1 144 0,1 1-208 16,0-2 64-16,2-1 16 0,2-1 0 0,0-1 0 16,1 0-112-16,0-1-16 0,3-1 0 0,-1-1 0 15,2 0 256-15,1 1 192 16,1 0-48-16,1 2 0 0,1-2 528 0,0 2 96 0,0 2 32 0,1-2 0 15,0 4 96-15,-1 0 0 0,0 0 16 0,1 0 0 0,-5-4-448 0,0 0-80 0,0 0-32 0,0 0 0 16,42 36-176-16,-42-36-48 16,0 0 0-16,0 0 0 0,43 17-128 0,-34-15 0 0,0-1 0 0,0 1 0 47,-2 0-1344-47,-1-2-192 0</inkml:trace>
  <inkml:trace contextRef="#ctx0" brushRef="#br0" timeOffset="-53183.77">15845 11520 19343 0,'2'-5'848'0,"0"0"192"0,1 3-832 0,0 0-208 16,-1 0 0-16,0 2 0 0,1 0 2032 0,3 0 352 15,2 0 80-15,3 2 16 0,-11-2-1296 0,0 0-256 16,0 0-48-16,39 26-16 0,-39-26-864 0,0 0 0 15,0 0 0-15,26 40 0 0,-26-40 0 0,0 0 0 16,7 36 0-16,-9-24 0 0,0 0 0 0,-2-1 0 16,-1-1 144-16,-2 0-144 0,2-1 400 0,-3-2-16 0,-1 2-16 15,-1-2 0-15,-1 0-240 0,-2 1-128 0,-2-1 160 0,-1 0-14800 16</inkml:trace>
  <inkml:trace contextRef="#ctx0" brushRef="#br0" timeOffset="-52709.56">16244 11572 14735 0,'0'-5'1312'0,"1"2"-1056"31,0 1-256-31,0 1 0 0,1 0 1712 0,0 1 272 0,2-5 64 0,0 0 16 15,4 1 688-15,1-3 128 0,0 6 16 0,-1-1 16 0,-1 4-1728 0,0 1-352 16,-1 2-64 0,-1-1 0-16,-5-4-768 0,0 0-336 0,0 0 16 15,0 0-15104-15</inkml:trace>
  <inkml:trace contextRef="#ctx0" brushRef="#br0" timeOffset="-52568.93">16282 11622 12895 0,'-2'2'576'0,"0"0"112"0,1 0-560 0,0 1-128 0,0-2 0 0,1 1 0 0,-1 0 2064 0,0 2 384 0,-1 4 80 16,0 1 16-16,-2 3-368 0,1 0-64 15,-1 2 0-15,2-2-16 16,-1 0-1520-16,1-1-320 0,1 1-48 0,0-2-16 0,1 2-384 0,2-5-96 0,0 0-16 0,2-4-8480 31,0-1-1712-31</inkml:trace>
  <inkml:trace contextRef="#ctx0" brushRef="#br0" timeOffset="-52198.97">16547 11570 13823 0,'-1'-3'1216'0,"0"3"-960"16,0-2-256-16,-1 2 0 0,0 0 1936 0,1 2 352 15,0-2 64-15,-2 3 16 0,-2-1 48 0,0 2 16 16,-4 1 0-16,1 2 0 0,-1 1-1728 0,-1-2-320 0,1 2-80 15,-2-1-16-15,1 0-288 0,-1 0-272 0,1 0 48 0,2-2 16 16,1 0 208-16,0-3 0 0,2 1 0 0,1-1 0 16,1 0 480-16,2-2 144 0,0 0 16 0,1 0 16 15,1 0 48-15,0 0 0 0,2 0 0 0,0-2 0 16,1 2-208-16,2 0-48 0,0-2 0 0,2 2 0 16,2 2-32-16,0 0-16 0,0 1 0 0,1-1 0 15,-11-2-176-15,0 0-32 0,36 12-16 0,-36-12 0 16,0 0-176-16,0 0 0 0,43 17 0 0,-34-13 128 0,-3-1-128 15,-1-1 0-15,-1-2 0 0,-2 1 0 0,-1-1 0 16,-3-1 0-16,-1 1 0 0,-3-2 0 16,0 0 0-16,-4 1 0 0,-3-1 0 0,-2 2 0 15,0 0 0-15,-6 2 0 0,-3 3 0 0,-1 2 0 16,1 2-1344-16,3 1-192 0,2 2-32 0,5 0-14624 16</inkml:trace>
  <inkml:trace contextRef="#ctx0" brushRef="#br0" timeOffset="-47376.78">16805 11679 16575 0,'1'-1'1472'0,"0"1"-1168"0,0-2-304 0,-1 2 0 15,0 0 1632-15,1 0 272 0,0 0 48 0,2 0 16 16,1 0-16-16,0 0 0 0,2 2 0 0,-1-1 0 16,0 1-928-16,-5-2-176 0,0 0-32 0,0 0-16 15,0 0-288-15,36 12-48 0,-36-12-16 0,0 0 0 0,31-3-32 0,-21 1-16 16,-1-5 0-16,1 2 0 0,-2-2-192 0,0 0-32 16,-1-2-16-16,-2 2 0 0,-2-1-160 0,-1 1-176 15,-2 0 48-15,-2 2 0 16,-1 0-656-16,0 1-128 0,-4 1-32 0,0 1 0 15,-2 2 48-15,-2 1 16 0,1 3 0 0,0-2 0 0,1 3 528 0,-1 0 96 16,1 0 32-16,1 4 0 0,0-2 224 0,2 0 192 16,-1 1-48-16,3 0 0 0,0 1 624 0,0 0 112 15,2 0 16-15,0 0 16 0,1-1-16 0,2-1 0 0,1 0 0 0,-2-7 0 16,0 0-192-16,0 0-32 0,0 0-16 0,0 0 0 16,33 28-144-16,-33-28-48 15,0 0 0-15,0 0 0 0,37 10-208 0,-37-10-64 0,0 0 0 0,33 4 0 16,-33-4-192-16,0 0 128 0,32-2-128 0,-22-2 0 31,0 1-320-31,0-2-144 0,-1-2-48 0,0-2-17328 0</inkml:trace>
  <inkml:trace contextRef="#ctx0" brushRef="#br0" timeOffset="-47175.05">17124 11585 30399 0,'0'1'1344'0,"0"-1"288"0,0 2-1312 0,0-2-320 0,0 1 0 0,0 1 0 16,1-2 1936-16,1 2 320 0,-1 1 64 0,3 0 16 0,-4-3-1376 16,0 0-288-16,0 0-48 0,0 0-16 15,0 0-480-15,39 9-128 0,-31-11 0 0,0 1 0 16,-2-4 0-16,1 3-160 0,-2 0 16 0,-2-1-17968 16</inkml:trace>
  <inkml:trace contextRef="#ctx0" brushRef="#br0" timeOffset="-47042.64">17109 11702 11967 0,'-1'2'1072'0,"1"1"-864"0,0-1-208 0,0-2 0 16,0 1 2928-16,1 1 528 0,-1 2 128 0,0 1 0 15,0-5-448-15,0 0-112 0,0 0-16 0,6 36 0 16,-6-36-1840-16,0 0-368 0,0 0-80 0,0 0-16 16,0 0-704-16,0 0 0 0,0 0 0 0,0 0-17024 15</inkml:trace>
  <inkml:trace contextRef="#ctx0" brushRef="#br0" timeOffset="-46875.23">17286 11588 22111 0,'-1'3'976'0,"0"-1"208"0,1 1-944 0,0-1-240 0,0 0 0 0,0 0 0 16,0 1 2448-16,1 2 448 0,1-1 96 0,-2-4 16 15,0 0-960-15,0 0-176 0,0 0-32 0,44 22-16 16,-31-24-1360-16,1-1-272 0,3-4-48 0,1 0-16 15,0-3-512-15,1 1-96 0,-1-3-32 0,-2 2-16736 0</inkml:trace>
  <inkml:trace contextRef="#ctx0" brushRef="#br0" timeOffset="-46653.61">17401 11480 27647 0,'-5'0'1216'0,"3"2"256"0,0-2-1168 0,1 2-304 0,1 0 0 0,1-1 0 0,-1 3 1728 0,1 1 304 16,-1-5 48-16,0 0 16 0,2 33-608 0,-2-33-112 16,1 32-32-16,-1-32 0 0,-2 32-896 0,-2-15-176 15,-1-1-32-15,0 1-16 0,-1 2-96 0,0 0 0 16,-1 0-128-16,1 0 192 0,0 2-64 0,1-2-128 0,5-19 176 0,-3 32-176 16,3-32 0-16,0 0 0 0,0 0 0 0,0 0 0 15,0 0-272 1,29 28-176-16,-16-36-16 0,2-8-17536 0</inkml:trace>
  <inkml:trace contextRef="#ctx0" brushRef="#br0" timeOffset="-46292.92">17593 11468 12895 0,'0'2'1152'0,"0"-2"-928"0,0 1-224 0,0 0 0 16,0 1 2496-16,-1 1 464 0,0 2 96 0,-1 4 16 15,0 3 0-15,0 2 0 0,0 4 0 0,-2 0 0 16,4-18-1696-16,-4 33-336 0,4-33-64 0,-2 31-16 15,2-31-544-15,-2 28-112 0,2-28-32 0,-2 24 0 16,2-24-80-16,0 0-32 0,-4 31 0 0,2-24 0 16,1-2-160-16,0-1 0 0,0-1 0 0,0-1 0 15,0-1 128-15,1-2-128 0,0-1 0 0,0-1 128 16,0-1-128-16,1-1 128 0,1-2-128 0,-1 0 128 16,2 0-128-16,0-1 0 0,1 0 0 0,0 0 128 15,2 1-128-15,-1 0 0 0,1-1 0 0,0 2 0 0,-1-1 0 0,2 2 0 16,-2 0 0-16,3 0 0 0,-2 1 0 0,1 2 0 15,-1 1 0-15,1 1 0 0,-2 1 0 0,-5-1 0 16,0 0 0-16,0 0 0 0,0 0 0 0,0 0 0 16,0 0 0-16,24 44 0 0,-24-44 0 0,0 0 0 15,0 31 0-15,0-31 0 0,0 0 0 0,0 29 0 16,0-29 0-16,0 0 0 0,-3 23 0 0,3-23 0 16,0 0 0-16,0 0 0 15,0 0-592-15,0 0-48 0,0 0-16 0,0 0-16688 0</inkml:trace>
  <inkml:trace contextRef="#ctx0" brushRef="#br0" timeOffset="-45919.52">17768 11688 15663 0,'-2'3'1392'0,"1"-1"-1120"0,1 0-272 0,1-2 0 15,-1 0 3136-15,2 0 560 0,1 0 112 0,1-2 32 16,2 2-1536-16,4-3-288 0,0 1-64 0,0-3-16 0,1 0-1424 0,0 1-304 15,-1-1-48-15,0 0-16 0,-1 1-144 0,-3-1 0 16,1 0 0-16,-1 1 0 0,-1-1 0 0,-1 2 0 16,0-1 0-16,-1-2 0 15,0 2 0-15,-2 2 0 0,0-3-128 0,-1 2 128 0,-2 0-320 16,0-1 16-16,-1 0 0 0,0 1 0 16,-2-1-416-16,0-1-96 0,1 2-16 0,-2-3 0 15,1 1 288-15,0 1 48 0,0 1 16 0,1 1 0 0,1 4 480 0,-1 0 0 16,1 2 208-16,0 1-64 0,-1 2 848 15,1 1 160-15,0 1 48 0,-1 0 0 0,-1 3-176 0,1 0-16 16,1 2-16-16,-1 0 0 0,4-14-416 0,-4 27-96 16,4-27-16-16,0 0 0 0,2 34-144 0,-2-34-16 15,0 0-16-15,0 0 0 0,0 0-64 0,0 0-16 16,30 27 0-16,-30-27 0 0,0 0-208 0,23-4 128 16,-15-1-128-16,1 0 0 0,0-2 0 0,1 0 0 0,-1-3-208 0,1 1-12448 31,-1 0-2480-31</inkml:trace>
  <inkml:trace contextRef="#ctx0" brushRef="#br0" timeOffset="-45621.46">18012 11585 2751 0,'-3'1'256'0,"2"1"-256"0,0-1 0 0,0 1 0 0,1-2 5344 0,0 0 1024 16,1 0 208-16,-1 0 32 0,1 2-2560 0,0-1-512 15,1 1-96-15,3 0-32 0,0-2-2320 0,0-2-480 16,2 2-96-16,0-3 0 0,2 1-384 0,-1-1-128 15,0 1 0-15,0 2 0 0,-8 0 0 0,0 0 0 16,0 0 0-16,0 0 0 0,0 0 128 0,0 0-128 16,31 26 0-16,-31-26 144 0,0 0-144 0,-5 28 160 15,2-16-160-15,-2 0 160 16,0 0-160-16,0 0 0 0,0 1 0 0,1-2 0 0,4-11 0 0,-6 16 0 16,5-11 0-16,1-5 0 0,0 0 0 0,0 0 0 0,0 0 0 15,6-5 0-15,-3-2 176 0,3-2-48 0,1-5-128 16,2 0 192-16,1-3 96 0,1 0 16 0,3-2 0 0,1-1 0 15,1 0-176-15,0 1-128 0,2 0 192 0,-1 1-192 16,-1 1 0-16,-2 3 0 0,-1 4 0 16,-3 2 0-16,0 4 0 0</inkml:trace>
  <inkml:trace contextRef="#ctx0" brushRef="#br0" timeOffset="-43943.57">18867 11538 8287 0,'-1'0'736'0,"1"-2"-592"0,0 2-144 0,0 0 0 15,0 0 1280-15,-1 0 240 0,1 0 32 0,0-1 16 0,0 0 1216 16,-1 1 240-16,1-2 48 0,1 0 16 0,-1 1-736 0,1-1-160 15,1-1-16-15,0 1-16 0,1-3-816 16,1 0-144-16,-1 1-48 0,1-4 0 0,1 2-528 0,-2-2-112 16,0-1-32-16,-1 2 0 0,-2-3-288 0,-1 3-64 15,-1-2-128-15,-2 1 192 0,0 0-192 0,-3 2 128 0,-2 2-128 0,-1 1 0 16,-2 1 208-16,-1 4-48 16,-3 3-16-16,1 2 0 0,1 2-144 0,-1 3 192 15,1 3-192-15,-1 5 192 0,0 3-192 16,0 3 0-16,2 4 0 0,1 2 128 0,3 2-128 0,0 1 0 0,1 0 0 0,3-3 128 0,2-3 0 0,1-2 0 31,2-27 0-31,4 42 0 0,-4-42 16 0,0 0 0 0,0 0 0 16,39 33 0-16,-39-33-144 0,31-7 0 0,-10-5 144 0,4-2-144 15,0-7 0-15,1-3 144 0,3-2-144 0,0-3 0 32,0 2-800-32,-1 0-272 0</inkml:trace>
  <inkml:trace contextRef="#ctx0" brushRef="#br0" timeOffset="-43054.88">19208 11240 25791 0,'-2'-2'1152'0,"0"0"224"0,1 4-1104 0,-1-2-272 0,0 2 0 0,0 0 0 15,0 1 1968-15,-2 2 336 0,-3 4 64 0,-1 2 0 16,-2 6-1024-16,-1 0-192 0,0 2-64 0,0 1 0 0,0 1-624 0,1 4-128 15,1 1-16-15,0-1-16 0,-1 3-32 0,1-2 0 16,1 2 0-16,-1-2 0 16,2 3-80-16,-1-1 0 0,2-2-16 0,0-2 0 15,6-24-176-15,-3 40 192 0,3-40-192 0,0 0 192 16,6 38-192-16,-6-38 0 0,0 0 0 0,0 0 0 0,0 0 0 0,0 0 0 16,38 9 128-16,-30-13-128 0,0-4 0 0,0 0 0 15,1 0 0-15,-1 1 128 0,1-2-128 0,1-1-224 0,0 0 48 16,0-2 16-1,-1 3-1216-15,1 0-240 0,1-1-48 0,-2 3-16 16,0-2-1280-16,0 2-256 0,-3 2-48 0,0-3-16 16,-2 4 1552-16,0-1 320 0,-1 0 64 0,-2 3 16 0,-1 2 1328 0,-2 0 192 0,0 2 80 0,-2 1 16 15,0 2 1312-15,-1 1 272 0,-1 2 48 0,0 2 16 16,-1 2 464-16,0 1 96 0,1 0 0 0,1-1 16 16,0 1-944-16,2-3-192 0,3-10-32 0,0 0-16 15,0 0-832-15,0 0-176 0,0 0-16 0,24 35-16 16,-24-35-160-16,22-2-128 0,-9-3 192 0,3-2-192 15,-1 0 128-15,1 0-128 0,0-3 0 0,-1 3 0 16,-1 0 0-16,-3 0 0 0,-2 1 0 0,-1 0 0 0,-3-1-224 0,-2 2 48 16,-1 0 16-16,-3 1 0 0,-1-1-96 0,-2 1-32 15,-1 1 0-15,-4-2 0 0,0 0 0 0,-2 2 0 16,-1-1 0-16,-2-1 0 0,0 2 48 16,1 0 16-16,1 0 0 0,1 1 0 0,2 0 224 15,1 2-144-15,2 2 144 0,1 1-128 0,1 1 128 16,2 0 0-16,1 1 0 0,1 0 0 0,0-5 320 0,0 0 64 15,0 0 0-15,0 0 0 0,0 0-48 0,0 0 0 16,38 24 0-16,-38-24 0 0,0 0-336 0,33 2 144 0,-21-4-144 16,2 0 0-16,-1-1 0 0,0-2 0 0,1-2 0 15,0 0-192 1,1 0-448-16,0-4-96 0,0 1-16 0,0-2 0 16,1 0-96-16,0 0-32 0,-2 0 0 0,1 1 0 0,-3 3 576 0,0-1 112 0,-2 1 32 0,-2 2 0 15,-2 1 160-15,-2 2 0 0,-1 1 160 0,-2 2-160 16,-2 0 848-16,-1 2 80 0,-1 3 16 0,-1-2 0 15,-2 1-144-15,-1 4-32 0,-2-2 0 0,-3 4 0 16,1 0-448 0,-1-1-80-16,1 1-32 0,2 0 0 0,2-1-208 0,2-2 0 0,1 0 0 0,2-2 0 15,2 0 0-15,1-1 128 0,1-2-128 0,2 0 0 16,0 1 0-16,2-3 0 0,0 0 0 0,2 1 0 16,1-1 0-16,-9 0 0 0,0 0 0 0,28 4 0 15,-28-4 0-15,0 0 0 0,0 0 0 0,0 0 0 16,38 14-128-16,-38-14 128 0,0 0 0 0,0 0 0 15,0 0 0-15,0 0 0 0,18 38 0 0,-18-38 0 0,0 0 0 0,-3 21 0 16,0-14 0-16,-2 1 0 16,2-2 0-16,-3 0 0 0,0 1 0 0,-1 0 0 0,0-1 208 0,-2-2-48 15,2 1-16 1,-1-2 0-16,1 2-144 0,1-4 0 0,1-1 0 0,1 0 128 0,2-1-128 16,1-3-176-16,2 1 48 0,1 1-12160 15,2-3-2416-15</inkml:trace>
  <inkml:trace contextRef="#ctx0" brushRef="#br0" timeOffset="-42753.42">19624 11660 23039 0,'4'2'1024'0,"-1"-4"192"0,-1 2-960 0,0 0-256 16,0 0 0-16,0 0 0 0,1-2 1728 0,1 1 288 16,-4 1 64-16,19-5 16 0,-7 3-1072 0,2-3-192 0,0 0-64 0,-1 1 0 0,0-3-320 0,-1 2-64 31,-1-2 0-31,0 0-16 0,-1-1 368 0,0 0 80 0,-2 2 16 0,-1-1 0 15,0 0-112-15,-2 0-16 16,0 0 0-16,-2-2 0 0,-1 4-352 0,-1-5-80 16,-2 3-16-16,-2 0 0 0,-1-2-256 0,-1 2 160 15,-2 1-160-15,-1 2 128 0,-1 2-128 0,-1 4 0 16,0 0 0-16,0 4 0 0,0 2 0 0,0 4 0 16,0 0-144-16,0 5 144 0,1 2 0 0,-1 0 0 0,2 2 0 0,1 1 0 15,1-1 240-15,1-2-48 0,5-19-16 0,-4 35 0 16,4-35 96-16,0 0 32 0,0 0 0 15,19 39 0-15,-19-39-128 0,0 0-32 0,35 2 0 0,-22-7 0 16,0-2-144-16</inkml:trace>
  <inkml:trace contextRef="#ctx0" brushRef="#br0" timeOffset="-41996.21">20294 11477 2751 0,'-1'-7'256'0,"1"0"-256"16,2 2 0-16,-1-2 0 16,-1 4 3488-16,1 0 656 0,0 0 128 0,2-3 16 0,1-2-976 0,0-2-208 15,1-2-32-15,1 0-16 0,-3 2-1088 0,1 6-224 16,-2-3-32-16,0 4-16 0,-2 3-736 0,-1 2-160 15,-1 4-32-15,-2 0 0 0,1 4-208 0,-2 0-48 16,-1 1-16-16,1 2 0 0,0 1-288 0,-1 0-48 16,0 2-16-16,0 3 0 0,-1 2-144 0,0-1 0 15,1 1 0-15,1 0 0 0,-1 1 0 0,2-3 0 16,1 2 0-16,0-5 0 0,3-16 0 0,1 29 0 16,-1-29 0-16,0 0 0 0,0 0 0 0,0 0 0 15,32 26 0-15,-21-28 0 0,1-2 0 0,2-2 0 0,1-3 144 0,1-1-144 16,-1 0 0-16,0-1 128 0,-1-1-128 15,-1 1 0 1,0 1-1008-16,-2 0-272 0,-3 0-48 0,-3 4-15424 0</inkml:trace>
  <inkml:trace contextRef="#ctx0" brushRef="#br0" timeOffset="-41826.6">20203 11589 12895 0,'-13'4'576'0,"4"-1"112"0,1-1-560 0,3-2-128 0,4 0 0 0,0 0 0 0,1-2 2464 16,0 2 464-16,0-3 80 0,1 1 32 15,2-3 560-15,4 1 112 0,2-1 32 0,3 0 0 0,3 0-2176 0,2 0-432 16,0 3-96-16,4-3-16 0,0 0-672 0,0 2-144 16,3-1-16-16,-2 2-16 15,3-1-176-15,1-1 0 0,-1-1 0 0,-2 1 0 16,-1-1-1168-16,0 0-176 0</inkml:trace>
  <inkml:trace contextRef="#ctx0" brushRef="#br0" timeOffset="-41542.68">20650 11503 21183 0,'-1'-3'944'0,"0"1"192"0,1 0-912 0,0 2-224 15,1-2 0-15,-1 2 0 0,0 0 1856 0,1 0 320 0,0 0 64 0,-1 0 0 16,0 0-512-16,0 2-96 0,-2 2-32 0,-1 2 0 16,-1 0-960-16,-1 2-208 0,0 2-48 0,1 1 0 15,-2 1-80-15,1 0-32 0,1 2 0 0,0-2 0 16,4-12-32-16,-5 26-16 0,5-26 0 0,0 0 0 0,0 0 48 0,0 0 16 15,0 0 0-15,0 0 0 0,31 33-32 0,-22-35-16 16,2-5 0-16,1 2 0 16,0-5-64-16,1 1-16 0,0-3 0 0,-1 0 0 0,-1-2-160 0,-2 2 0 15,-2-2 144-15,-1 2-144 0,-3 0 0 0,-3 0 0 16,-3 1 0-16,-3 2 128 0,-3 3-128 0,-2 1 0 16,-3 3 0-16,-1 4 0 0,0 1-240 0,-1 4-64 15</inkml:trace>
  <inkml:trace contextRef="#ctx0" brushRef="#br0" timeOffset="-39025.95">21145 11512 16575 0,'2'-2'1472'0,"-1"0"-1168"15,-1 2-304-15,0 0 0 0,-1 0 1504 0,0 0 240 0,0 0 48 0,-1 1 16 16,0 0-336-16,-1 4-80 0,-3 0-16 0,0 4 0 15,0 0-720-15,-1 1-144 0,1 4-16 0,0 0-16 16,-1 1-112-16,1-1-32 0,2 1 0 0,0-1 0 16,1-2 112-16,1-3 32 0,2 0 0 0,0-3 0 15,1 0 160-15,0-4 16 0,2 1 16 0,0-3 0 16,0 0-96-16,0-2-32 0,1-1 0 0,1 1 0 16,-1-3-208-16,2-1-32 0,-1 0-16 0,2-1 0 15,0-2-288-15,1 2 0 0,-1-3 0 0,2 1 0 0,-1 0 0 16,-1 1 0-16,2-2 0 0,-1 1 0 0,-1 0-144 15,1 0 16-15,-1 1 0 0,0 1 0 16,-1-1 128-16,0 4 0 0,-1-3 0 0,1 2 0 0,-1 0 0 16,-2-2 0-16,1 3 0 0,-1 1 0 15,0 0 320-15,-2 1 0 0,-1 1 0 0,0 0 0 16,-1 2-128-16,-1 0-48 0,0 4 0 0,-1 0 0 0,-1 4-144 0,1-1 0 16,-2 5 0-16,1 2 0 15,1 2 128-15,3-17-128 0,-5 32 128 0,5-32-128 0,-2 34 128 0,2-34-128 16,0 0 0-16,8 45 128 0,-8-45-128 0,0 0 0 0,0 0 0 0,0 0 0 15,40 26 0-15,-29-26 0 16,1-5 0-16,0-1 0 0,1-2 0 0,1-2 0 16,-1-2 144-16,0-2-144 0,-2 3 128 0,-1-2-128 0,1-1 160 0,-1-2-160 15,-1-1 176-15,-3-2-176 0,-2 3 192 0,-2-1-192 16,-2 0 192-16,-2 2-192 0,-2 1 192 0,-2 1-192 16,1 3 0-16,-2 3 0 15,-1 2 0-15,0 2 0 0,0 3-128 0,2 3-144 0,1 2-32 0,2 0-17600 16</inkml:trace>
  <inkml:trace contextRef="#ctx0" brushRef="#br0" timeOffset="-38190.28">21619 11619 20271 0,'-1'1'1792'0,"1"-1"-1424"16,0 2-368-16,0-2 0 0,0 2 720 0,-1-2 80 0,0 3 16 0,-1 2 0 16,0 1 1024-16,-1 4 208 0,-1-1 32 0,-1 0 16 15,1 1-1232-15,-2 0-240 16,1-1-48-16,0 0-14816 0</inkml:trace>
  <inkml:trace contextRef="#ctx0" brushRef="#br0" timeOffset="-37337.58">21966 11576 11967 0,'2'-3'1072'16,"-1"0"-864"-16,0 1-208 0,-1 1 0 16,0 1 1328-16,1-2 208 0,0 0 64 0,0-1 0 15,2-4-128-15,-1 1 0 0,0 0-16 0,-1 0 0 0,-1 1-528 0,1 0-96 16,-2 2-32-16,1 1 0 0,-1-1 176 0,0-1 48 16,0 3 0-16,-1-1 0 0,0 2 256 0,-1 0 48 15,0 2 16-15,-2-1 0 0,0 3-240 0,-1 1-32 0,-1 2-16 0,0 2 0 16,0 0-416-16,-1 2-96 15,1 1-16-15,-1 0 0 0,2 2-304 0,-1 0-64 0,4 0-16 0,0-2 0 16,2-3-144-16,1-9 0 0,0 0 0 16,0 0 0-16,0 0 0 0,0 0 0 0,0 0 0 0,42 25 0 15,-29-28 0-15,-1-1 0 0,0-2 0 0,0 1 0 0,-1-2-192 16,-1 2 48-16,1-1 0 16,-1-2 0-16,0 1 144 0,-2 0-192 0,0 0 192 0,-1 0-192 15,-1 0 192-15,0-2 0 0,-2 3 0 16,-2-2-128-16,-1 2 128 0,-1-1 0 0,-1 0 0 0,-1 0 0 0,-2 1 0 15,-2 0 0 1,0-1 0-16,-2 2-128 0,-1 0 128 0,0 3 0 0,0 0 0 0,-2 2 0 0,2 0 0 0,1 0-128 16,-1 1 128-16,2 0-128 15,1 1-272-15,2-1-48 0,0 1-16 0,2 1-10864 16,2 1-2176-16</inkml:trace>
  <inkml:trace contextRef="#ctx0" brushRef="#br0" timeOffset="-36941.89">22195 11515 11967 0,'1'-3'528'0,"0"1"112"0,0 1-512 0,0 0-128 16,-1-1 0-16,1 2 0 0,0-2 1072 0,1 1 176 15,2-2 32-15,1 0 16 0,1 0-352 0,1-2-80 16,1 0-16-16,-1 3 0 0,1-1 128 0,-2-2 32 15,2 3 0-15,-3 0 0 0,2 0 592 0,-2-1 128 0,1 3 32 0,-1 0 0 0,1 1-304 0,-1 3-64 32,-5-4-16-32,0 0 0 0,0 0-624 0,0 0-128 15,17 40-32-15,-17-40 0 0,0 0-464 0,1 34-128 0,-1-34 0 0,-5 28 0 16,0-14-128-16,0-1-64 16,0-1 0-16,0-1 0 15,0-2-272-15,-1-2-64 0,-1 0-16 0,2-2 0 0,-1 0 352 0,2-2 192 16,0-1-192-16,1-2 192 0,0 0 0 0,2-3 0 15,1-1 0-15,0-1 0 0,2-2 256 0,2-2-64 0,2 1 0 0,1-5 0 16,1 0 352-16,3-1 64 16,0-3 16-16,2 1 0 0,1 1-224 0,0 1-32 0,1 0-16 0,0 0 0 15,-1 3-352-15,0 0 0 0,-1 4 0 16,-1 0 0-16,-1 2-416 16,-2 1-96-16,1 3-32 0,-1 1-15856 0</inkml:trace>
  <inkml:trace contextRef="#ctx0" brushRef="#br0" timeOffset="-35908.08">22888 11415 13823 0,'2'-4'1216'0,"0"1"-960"0,0 2-256 0,-1 0 0 16,-1 1 1696-16,1 0 288 0,1-2 64 0,0 0 16 15,0-1-256-15,1 0-48 0,-1 1-16 0,-2 2 0 16,-3 0-1312-16,-1 2-272 0,-4 3-160 0,-4 0 192 16,-2 4-480-16,-1 1-96 0,-5-1 0 0,-1 3-16 15,-2 0-48-15,-2-2-16 0,2 2 0 0,2-3 0 16,3 0 640-16,4-3 128 0,3 0 16 0,4-3 16 0,1 1 592 0,4-1 112 16,1-1 32-16,1-2 0 0,4 2-640 0,1-1-128 15,2 1-32-15,3-2 0 0,1 2 80 0,1-2 16 16,1 3 0-16,0-1 0 0,0 0-48 0,-13-2 0 15,0 0 0-15,38 14 0 0,-38-14-176 0,0 0-144 16,0 0 192-16,31 29-192 0,-31-29 144 0,0 0-144 16,0 0 0-16,0 0 144 0,-5 35 16 0,-3-27 0 15,0-3 0-15,-2 2 0 0,-1-3 240 0,-1 1 48 16,-1 0 16-16,0-3 0 0,0 1-272 0,0 1-48 0,2-4-16 16,2 1 0-16,3-1-128 0,0-1-144 15,1-1 144-15,4 0-208 16,1 1-1008-16,1-3-208 0,4 1-48 0,3-2-13104 0</inkml:trace>
  <inkml:trace contextRef="#ctx0" brushRef="#br0" timeOffset="-35730.35">22949 11497 21711 0,'1'-6'464'0,"0"2"112"0,1 1 0 0,-1 1 64 0,1 2-512 0,-1-2-128 0,1 2 0 0,1-1 0 15,1-1 2176-15,4-3 400 0,2 3 96 0,2-3 16 0,0 3-1776 0,1-1-336 16,0 1-80-16,-1 0-16 15,0 2-1008-15,-1 0-208 0,-2 2-32 0,-2-2-16 16,0 2-1584-16,-5 1-320 0,1 0-64 16,-4 1-7952-16</inkml:trace>
  <inkml:trace contextRef="#ctx0" brushRef="#br0" timeOffset="-35606.07">22954 11555 10127 0,'-2'3'448'0,"0"-1"96"15,1 0-544-15,1-2 0 0,1 0 0 0,0 0 0 0,0 1 2112 16,0-1 304-16,1 1 64 0,2 2 16 0,1-2 112 0,-1 1 16 15,1 0 16-15,0 0 0 0,-3 0-1392 0,1 1-288 16,-2-1-48-16,0 1-16 0,-2-1-896 0,-1 1-304 0,0 1 0 0,1-1-8944 31,0 0-1792-31</inkml:trace>
  <inkml:trace contextRef="#ctx0" brushRef="#br0" timeOffset="-35175.14">23178 11576 14735 0,'2'0'1312'0,"-1"-2"-1056"0,1 2-256 16,-2 0 0-16,1-1 1440 0,0 0 224 0,1 1 64 0,1-2 0 15,2-1 784-15,1-2 176 0,2 1 16 0,4-4 16 16,-1 2-1968-16,-1-2-400 0,1 1-80 16,-1 0-16-16,0 0-256 0,1-2 0 0,-2 1-208 0,-3-1 80 15,1 2 880-15,-3-1 176 0,-2 2 32 0,-2-1 16 31,-1 4-1536-31,-1-2-304 0,-3 3-64 0,-2-1-16 0,-3 1 944 0,0 4 352 0,-2 1-16 0,-2 2 0 16,1-1 48-16,-1 4 0 0,-1-1 0 0,2 2 0 16,-2 3-112-16,1 0-16 0,1 0 0 0,0 2 0 15,3-1 64-15,0 1 16 0,4-1 0 0,1-1 0 16,5-12-144-16,0 0-16 0,0 0-16 0,9 41 0 16,-9-41-160-16,0 0 0 0,0 0 0 0,38 21 0 0,-38-21 0 15,24 4 0-15,-11-3 0 0,0 1 0 0,-13-2 0 16,0 0 0-16,32 9 0 0,-32-9 0 0,0 0 0 0,0 0 0 15,0 0 0-15,0 0 0 0,14 43 160 0,-20-34-160 16,-1 3 192-16,-2-1-192 0,-3 2 240 0,-2 0-64 16,-1-1-16-16,-2 1 0 0,1-1-160 0,-3-2 128 15,0-1-128-15,1-1 128 0,1-2-128 0,1-1 0 16,1-3 0-16,2 0 0 0,1 1 0 0,1-3 0 16,1-2 0-16,4 1 0 15,1-2-480-15,3-1-176 0,2-1-48 0,3-1-15456 0</inkml:trace>
  <inkml:trace contextRef="#ctx0" brushRef="#br0" timeOffset="-34711.69">23453 11498 13823 0,'-1'-4'608'0,"1"1"128"0,-1 1-592 0,-1-1-144 0,0 3 0 0,1 0 0 15,-1 0 1408-15,-1 0 240 0,1 0 48 0,-3 0 16 0,0 0-1056 0,1 3-208 16,0-1-32-16,1 1-16 15,1 0-272-15,0 0-128 0,1 3 128 0,1-2-128 0,1 3 576 16,-1-2 16-16,0-5 16 0,0 0 0 0,0 0 448 0,0 0 96 16,1 45 0-16,-3-36 16 15,1-1-400-15,-3 1-96 0,0 0-16 0,0-1 0 0,-1-1-192 0,-1 0-32 16,1 0-16-16,0-2 0 0,1-1-224 16,-1-1-64-16,0-1 0 0,2-2 0 15,-1 0-128-15,1 0-272 0,1-4 64 0,1 1 16 16,1-1-496-16,0-3-80 0,2 2-32 0,0-5 0 15,1 1-144-15,0-1-16 0,3-1-16 0,0-1 0 0,0 0 656 0,2 0 144 16,0-2 32-16,1 2 0 0,1 0 144 0,0 0 192 16,0 2-32-16,0 3-16 0,-1 0 720 0,0 1 144 15,-3 3 16-15,0 1 16 0,-1 1 384 0,0 2 80 16,-1 3 16-16,-2-1 0 0,0 1-560 0,0 1-128 16,-2-5 0-16,0 0-16 0,0 0-560 0,0 0-128 15,2 40 0-15,-4-30-128 0,2-10 0 0,0 0 0 0,-7 35 0 0,4-25 0 16,3-10 0-16,-6 21 0 15,3-12 0-15,0 0 0 0,1-1 0 0,0-3 0 0,0-1 0 0,2 0 0 16,-1 0 0-16,1-3 0 0,1 0-192 0,0-1 192 31,1-1-720-31,1 0-48 0,0-1-16 0,-1-3-9840 16,2 2-1984-16</inkml:trace>
  <inkml:trace contextRef="#ctx0" brushRef="#br0" timeOffset="-34537.63">23618 11396 24879 0,'0'3'1088'0,"0"0"256"0,0 1-1088 0,1-3-256 0,-1 0 0 16,1-1 0-16,0 2 2064 0,0-1 368 15,1 3 64-15,2 0 0 0,1 0-1088 0,2 0-240 16,-1-1-32-16,1-1-16 0,0-2-864 0,0 0-256 0,0 0 128 0,-1 0-128 16,-2 0-160-16,0-2-96 0,0 2-32 0,-3 0-16368 15</inkml:trace>
  <inkml:trace contextRef="#ctx0" brushRef="#br0" timeOffset="-34379.69">23620 11536 9215 0,'2'0'816'0,"0"-1"-656"16,0 1-160-16,-2 0 0 0,1 1 2496 0,0 1 448 0,1-1 112 0,-1 2 16 0,-1-3 272 16,0 0 64-16,0 0 16 0,0 0 0 15,0 0-2304-15,12 46-464 0,-12-46-80 0,0 0-32 31,0 0-960-31,0 0-192 0,-1 38-32 0,2-35-14080 0</inkml:trace>
  <inkml:trace contextRef="#ctx0" brushRef="#br0" timeOffset="-33920.25">23916 11290 17503 0,'3'-12'768'0,"-1"3"176"0,1 2-752 0,-1 1-192 15,0 3 0-15,-1 0 0 0,1 0 1344 0,0-2 224 16,2-1 48-16,0-2 16 0,1 1 80 0,-1 0 16 16,-3 2 0-16,-1 3 0 0,-1 5-944 0,-3 3-176 15,-2 2-32-15,0 4-16 0,-2 2 208 0,0 3 64 16,0 3 0-16,-3 1 0 0,2 1-256 0,1 3-32 16,-1 2-16-16,1-1 0 0,8-26-64 0,-10 50-16 15,10-50 0-15,-6 43 0 0,6-43-256 0,0 40-64 16,0-40-128-16,3 38 192 0,-3-38-192 0,0 0 0 0,8 48 0 15,-8-48 0-15,0 0 0 0,4 44 0 16,-4-44 0-16,0 0 0 0,-2 39 0 0,2-39 0 0,0 0 0 16,-11 35 0-16,6-26 0 0,-1-1 0 15,1-1 0-15,-1 0 0 0,1-3 0 0,0-1 0 0,-1-1 0 16,2-1 0-16,-1 1 0 0,1-4 0 0,0 1-208 0,-1-4 64 16,1 1-1264-1,0-1-256-15,-1-2-64 0,-1-3-8528 0,3 1-1712 16</inkml:trace>
  <inkml:trace contextRef="#ctx0" brushRef="#br0" timeOffset="-33763.47">23711 11551 1839 0,'2'-1'160'0,"0"-1"-160"0,-1 1 0 0,-1 0 0 15,1 1 2048-15,0 0 368 0,1-2 80 0,2-1 0 0,3 0 1536 0,0-1 320 16,3-1 48-16,2 0 16 0,0 1-2304 0,2-3-448 16,1 2-80-16,3 0-32 0,-1-1-912 0,3 0-192 15,-1-1-48-15,0 0 0 0,0 1-400 0,0 1 128 16,-1 0-128-16,-4 2 0 15,1 1-768-15,-4 0-256 0,0 1-32 0,-5 1-12960 0</inkml:trace>
  <inkml:trace contextRef="#ctx0" brushRef="#br0" timeOffset="-33590.58">24053 11370 23951 0,'8'-2'1056'0,"-4"0"224"0,1 0-1024 0,-2 1-256 0,-2 1 0 15,0 0 0-15,1 0 1984 0,0 0 320 0,3 0 80 0,1 0 16 16,0 1-1456-16,1 1-304 0,-1-2-48 0,0 2-16 31,-2 0-1024-31,0 0-224 0,-1 1-32 0,-1 0-14000 0</inkml:trace>
  <inkml:trace contextRef="#ctx0" brushRef="#br0" timeOffset="-33424.89">24051 11456 13823 0,'1'0'608'0,"0"0"128"0,0 0-592 0,-1 2-144 0,0-2 0 0,0 2 0 16,0-1 2816-16,0 3 544 0,0 1 96 0,0 2 32 15,0-7-1472-15,0 0-288 0,0 0-64 0,-1 50-16 16,1-50-1328-16,0 0-320 0,-4 43 0 0,4-43 0 31,0 0-736-31,-5 35-160 0,5-35-48 0,0 0-12448 0</inkml:trace>
  <inkml:trace contextRef="#ctx0" brushRef="#br0" timeOffset="-33108.55">24297 11517 8287 0,'3'-5'736'0,"-1"2"-592"15,1 0-144-15,-1 0 0 0,-1 1 3616 0,0 1 688 16,0 1 144-16,1-3 32 0,1 0-3280 0,0-4-656 15,0 2-128-15,-1-3-32 0,-1 4-384 0,-2-3 0 16,-2 2 0-16,-2 0 0 16,-2 0-416-16,-1 2-16 0,-3 0 0 0,0 0 0 0,-2 1 432 0,0 1 0 15,1 1 0-15,0 1 0 0,2 4 704 0,-1-2 64 16,2 1 0-16,1 3 16 0,1-2 320 0,1 2 64 16,-1 2 16-16,3 0 0 0,0 1 128 0,1 0 32 15,3-10 0-15,0 0 0 0,0 0-560 0,0 0-96 0,12 49-32 16,-12-49 0-16,0 0-656 0,0 0 0 0,33 26-128 0,-33-26 128 31,0 0-880-31,29 10-48 0,-18-8-16 0,0-4 0 16,-1 2-1232-16,1-3-240 0,1-1-48 0,1-1-16 0,-1 0-400 15,0 1-64-15</inkml:trace>
  <inkml:trace contextRef="#ctx0" brushRef="#br0" timeOffset="-32293.06">24451 11496 3679 0,'1'-4'160'16,"-1"1"32"-16,0-2-192 0,0 4 0 0,0 0 0 0,0-1 0 15,0 1 2272-15,1-3 416 0,0 0 64 0,0-2 32 0,1-3 304 0,0-1 64 16,0 1 16-16,1 0 0 0,1 1-1584 0,0-1-320 16,-1 2-64-16,2-1-16 0,-1 4-832 0,-2-1-160 15,0 2-48-15,-1 1 0 0,-1 4-144 0,-3-1 0 16,1 4 0-16,-4 1 0 0,0 4 1056 0,-2-1 176 16,-1 3 48-16,-1 0 0 0,0 0-896 0,-2 2-160 0,-1 3-32 0,1-1-16 31,0-2-1136-31,2 1-208 0,1-1-48 0,2-4-16 0,2 0 960 0,2-3 272 15,2-1 0-15,2-1-128 0,3-3-208 0,0-1-48 16,3 1 0-16,-1-5 0 0,4 1 192 0,-2-3 16 0,0 1 16 16,1-1 0-16,-1 0 160 0,1-2-128 0,0-2 128 0,-1 1-128 15,-1-3 128-15,-1 1-208 0,-1 1 80 0,-3-1 128 16,0 0-144-16,-1-1 144 0,-1 1 0 0,0-1 0 16,0 3-128-16,-1 1 128 0,-1 2 0 15,1 4 0-15,-1 1 0 0,0 1 0 0,0 2 128 0,-1 2-128 16,0 2 1456-16,1 2 192 0,-1 1 32 0,0-1 16 0,3-9-1504 0,0 0-192 15,0 0-240-15,-4 43 48 16,4-43 448-16,0 0 96 0,0 0 16 0,0 0 0 16,9 41-368-16,-7-37 0 0,1 1 0 0,1-3 128 0,1 0-128 0,-1-2 144 15,1-2-144-15,0 0 160 0,-1-1-160 0,2-2 192 16,-2 1-192-16,2-3 192 16,-1 0-704-16,1-1-144 0,1 1-32 0,-2-2 0 15,1-1 192-15,0 0 48 0,1 1 0 0,-1-2 0 0,1 1 304 0,0 0 144 16,0 1-128-16,0 2 128 15,-1 0 0-15,1 3-160 0,-1 1 160 0,0 3 0 0,0 0 816 0,-2 2 272 0,0 0 48 0,-1 1 16 16,-1 2-960-16,0-1-192 16,1 1 0-16,-2 0 0 0,0 0 368 0,0 2 96 15,0-1 32-15,0 0 0 0,-1 0-288 0,0 2-48 16,-1-2-16-16,-1 2 0 0,0-3-16 0,-2 4-128 0,1-4 192 16,-2 3-64-16,-1-2-128 0,0 1 0 0,-1-2 0 15,0 0 0 1,1 1-544-16,1-2 16 0,1 0 0 0,1-2 0 0,1-2 176 0,1 2 32 0,1-2 16 0,1-2 0 15,1 0 304-15,2 0-128 16,1-3 128-16,1 1 0 16,3-2-512-16,-1-1 0 0,0 0 0 0,2 0 0 0,-1-3 176 0,0 1 32 15,1 0 16-15,0-1 0 0,-1 0 0 0,-1 1 0 16,1 0 0-16,-1 1 0 0,0 1 288 0,0 0 0 16,-2 1-128-16,0 2 128 0,-2 2 848 0,0 2 240 15,-1 0 32-15,-2 2 16 0,0 1-1136 0,0 2 0 0,-1-1-192 0,0 1 0 16,-1 0 544-16,1 2 96 0,0-1 32 0,0 0 0 15,0-6-272-15,0 0-48 0,0 0-16 0,-4 33 0 16,3-26 240-16,-1 1 64 0,1 1 0 0,0-2 0 16,0 0-272-16,1-2-48 0,0 2-128 0,0-2 192 0,0 0-192 0,0-2 0 15,1 0 0-15,0-2 0 16,-1 1-192-16,0-2-64 0,1 2-32 0,0-4 0 31,0 2-1360-31,0-2-272 0,1 1-48 0</inkml:trace>
  <inkml:trace contextRef="#ctx0" brushRef="#br0" timeOffset="-32008.86">24939 11323 18431 0,'1'2'816'0,"-1"-2"160"16,-1 1-784-16,-1 1-192 0,1-2 0 0,0 2 0 0,0-2 2144 0,-1 3 384 15,-2 1 80-15,-2 1 16 0,1 2-992 0,-2 0-192 16,2 1-32-16,-1 0-16 0,2 2-336 0,-1 0-64 15,1-1-16-15,1 0 0 0,3-9-208 0,-7 23-64 16,7-23 0-16,-6 23 0 0,6-23-384 0,0 0-96 0,-9 35-16 0,9-35 0 16,0 0-208-16,-6 36 128 0,6-36-128 0,0 0 0 15,0 0 128-15,-1 40-128 0,1-40 0 0,0 0 0 16,0 0 0-16,0 0 128 0,0 0-128 0,0 0 0 16,0 0 0-16,0 0 0 0,0 0 0 0,31 29 0 31,-24-31-848-31,0-3-176 0,1 1-16 0,-1-2-16 0,0 0-1440 15,2-2-304-15,-2-1-48 0</inkml:trace>
  <inkml:trace contextRef="#ctx0" brushRef="#br0" timeOffset="-31825.53">24768 11489 21183 0,'0'-2'944'0,"1"1"192"0,0-1-912 0,1 2-224 0,-1-1 0 0,1 1 0 16,0-1 3296-16,0 1 608 0,1-2 128 0,3 1 32 15,1-1-2656-15,2 0-544 0,0 1-96 0,0-1-32 0,0 1-256 0,2 0-48 16,0 1-16-16,1-2 0 0,1 0-416 0,0 1 0 16,2-1 0-16,0 0 0 15,1 1-1072-15,0-1-192 0,2 2-32 0,-2-4-16 16,0 1-1312-16,-2 0-272 0</inkml:trace>
  <inkml:trace contextRef="#ctx0" brushRef="#br0" timeOffset="-31225.11">25101 11282 5519 0,'3'-4'496'0,"0"2"-496"16,0-1 0-16,-1 0 0 0,-1 2 1568 0,0 1 224 16,0 0 32-16,1-1 16 0,2 1 400 0,1 0 64 0,0 0 32 0,1 1 0 15,-3 3-752-15,-3-4-160 0,0 0-16 0,0 0-16 16,0 0 192-16,-2 47 32 16,2-47 16-16,-10 34 0 0,3-15-256 0,-1 2-48 0,-2 1-16 15,2-2 0-15,-1 2-544 0,1-5-96 0,1 2-32 0,0-5 0 16,7-14-352-16,-8 26-80 0,5-17-16 0,1-1 0 15,1-1-192-15,1-2 0 16,0-1 0-16,1-1 0 0,-1-1-560 0,1-2 0 0,0 0 0 0,0-4 0 31,1 1-864-31,1 0-176 0,0-3-48 0,2 0 0 16,0-1-2384-16,1 0-496 0,1 0-80 0,0-2-32 16,1-2 1920-16,1 0 384 0,1-3 80 0,-1 1 16 15,1 0 1280-15,-1 1 272 0,-1 2 48 0,-1 1 16 0,-2 2 1728 0,-1 2 352 0,-2 3 64 0,0 2 16 0,-3 2 2000 0,-2 1 416 16,-1 4 80-16,1-2 0 0,2 1-1216 15,-1 0-240-15,2-6-48 0,0 0-16 0,-8 32-1088 16,8-32-208-16,0 0-64 0,-7 34 0 16,7-34-736-16,0 0-160 0,0 0-16 0,0 40-16 0,0-40 64 0,0 0 16 15,0 0 0-15,0 0 0 0,0 0-32 0,22 38 0 16,-22-38 0-16,0 0 0 16,0 0-80-16,27 7 0 0,-21-9-16 0,-1-1 0 0,0-1-176 0,-1-1 0 0,0-2 0 0,0-2 128 31,0 2-496-31,-1-1-96 0,1 1-32 0,1-2 0 15,-1 1-1360-15,2-3-256 0,0 2-64 0,-1 1-16 16,-1 1 1056-16,-1 0 224 0,0 0 32 0,-1 4 16 0,-1 1 592 0,-2 0 112 16,0 2 32-16,-2 2 0 0,0-1 1120 0,-2 2 224 15,0 2 64-15,1 0 0 0,-2 2 240 0,1-1 48 16,0 1 16-16,1 1 0 0,1 2-1040 0,0 2-208 16,3-12-32-16,0 0-16 0,-5 42-288 0,5-42 160 0,0 0-160 0,-1 50 128 15,1-50 64-15,-2 36 16 0,2-36 0 16,-4 39 0-16,4-39 80 0,-13 38 16 0,3-18 0 0,1-1 0 15,1-2-32-15,-3 0 0 0,-4 1 0 16,-4-1 0-16,-2 2-16 0,-2-3-16 0,-2-1 0 16,-2 1 0-16,-1-4-64 0,-2-2-16 0,2-1 0 0,-3-2 0 15,0-2-352-15</inkml:trace>
  <inkml:trace contextRef="#ctx0" brushRef="#br0" timeOffset="-30028.62">14139 12129 12895 0,'-2'-9'1152'0,"1"1"-928"0,1 4-224 0,0-1 0 15,1 2 2816-15,-1 1 512 0,0 0 96 0,1-2 32 16,0-2-3008-16,0-1-608 0,0 0-112 0,0 2-32 16,-2 0-320-16,-2 2-64 0,0 2-16 0,-3 1 0 15,-1 2-576-15,-3 0-112 0,0 3-16 0,-2 0-16 0,0 2 912 0,-1-1 192 16,1 1 48-16,0 1 0 0,1 2 1120 0,0-2 240 16,0 3 32-16,0 1 16 0,2-1 336 0,1 4 80 15,0 0 16-15,2 1 0 0,0-2-32 0,3-2-16 16,0 0 0-16,2-2 0 0,1-1-304 0,1 0-48 15,1-1-16-15,-2-8 0 0,0 0-656 0,0 0-144 16,0 0-32-16,0 0 0 0,0 0-320 0,38 25 0 16,-30-25 0-16,0-2 0 0,0 2 0 0,-1-3-160 0,0-1 16 0,0-1 0 15,1 0 144-15,-1-1-208 16,0-2 80-16,1 1 128 0,-1-2-384 0,1-1 32 16,0 0 16-16,-1-2 0 15,-2 1-304-15,1-1-64 0,-2 0-16 0,1 0 0 16,-1 1 240-16,-2 1 48 0,1 0 16 0,-2 3 0 0,1 5 416 0,-2-3-160 0,-1 5 160 0,0 0 0 15,0 3 336-15,-2 1 176 0,2 3 48 16,-3 3 0-16,1 2 256 0,0 2 48 0,1 0 16 0,2 1 0 16,-1 1 144-16,1-16 48 0,2 24 0 0,-2-24 0 15,0 0-464-15,0 0-96 0,0 0 0 0,21 36-16 16,-21-36-304-16,0 0-64 0,0 0-128 0,0 0 192 16,37 2-192-16,-28-7 0 0,-1 1 0 0,1-2 0 15,0 2-1056 1,0-3-96-16,0 0-32 0,-1-1-15760 0</inkml:trace>
  <inkml:trace contextRef="#ctx0" brushRef="#br0" timeOffset="-29612.73">14311 11858 19343 0,'-1'0'1728'0,"0"1"-1392"16,1 1-336-16,-1 1 0 0,1 0 2752 0,-1 1 496 0,-2 4 80 0,1 5 32 15,-2 6-912-15,-2 7-176 0,1 2-32 0,-1 2-16 16,2-1-1520-16,-1-2-320 15,1 1-48-15,1-4-16 0,1 0-192 0,0-2-128 0,1-2 128 16,0-3-128-16,1-17 0 0,-1 26 0 0,1-16 0 16,0-1 128-16,1-3-128 0,-1-2 0 0,0 0 0 0,1-3 0 15,-1 1 0-15,1-2 0 0,-1-3 0 0,1 1 0 16,0-3 0-16,0 1 0 0,0-2 0 0,1 0 0 16,1-4 0-16,0 0 0 0,1 1 0 0,-1 0 0 15,3-2 0-15,0 2 0 0,1 0-144 0,1 2 144 16,1 0-160-16,1 2 160 15,0 1-208-15,0 3 80 0,0-1 128 0,-10 2 0 16,0 0 0-16,0 0 0 0,37 21 0 0,-37-21 0 0,0 0 0 16,0 0 0-16,15 40 0 0,-16-30 0 0,0 0 0 0,-3-1 0 15,-1-2 0-15,-1 1 0 0,-1-1 0 16,-1 0 0-16,-1-3 0 0,1 1 0 0,-1 0 0 0,-1-4 0 16,0 0 0-16,1-1 0 0,0-2 0 15,0-2 0-15,2 0 0 0,1 0 0 0,-1-3 0 0,2 1 0 0,2 0 0 16,1 1 0-16,0 1 0 0,2-1 0 15,2 2-432 1,0 1-96-16,2 0-32 0,1 2 0 0,1-2-1568 0,-1 2-320 16,3 2-64-16,-1-2-11984 0</inkml:trace>
  <inkml:trace contextRef="#ctx0" brushRef="#br0" timeOffset="-24658.75">15056 12117 23039 0,'-1'1'2048'0,"1"1"-1648"16,0-2-400-16,0 0 0 0,1 0 1184 0,0 0 160 15,-1 3 16-15,2 0 16 0,1 0-128 0,1 2-32 16,-4-5 0-16,0 0 0 0,0 0-624 0,0 0-128 16,34 28-16-16,-34-28-16 0,0 0-80 0,0 0-16 0,39 10 0 0,-29-13 0 15,1-2 112-15,0 1 32 0,-2-4 0 0,0 0 0 16,-1-1-224-16,-1-2-32 0,0-1-16 0,-2 0 0 16,-1 0-208-16,-1-2 0 0,-3 0 0 0,0 2 0 15,-2 0 0-15,-3 0-128 16,-2 1 128-16,-4 1-160 0,0 3 160 0,-3 3 0 0,0 2 0 15,-2 2 0-15,0 4-160 0,0 1 160 0,0 6-192 16,0 3 192-16,2 3 0 0,0 4 0 0,2 2 160 0,2 2-32 16,1 0 192-16,3 1 32 15,2 0 16-15,1-3 0 0,2-5 64 0,1-18 16 0,5 34 0 16,-5-34 0-16,0 0-112 0,0 0-16 0,39 36 0 0,-39-36 0 16,32 2-96-16,-14-7-32 0,2-1 0 0,1-4 0 15,-1 0-192-15,1-2 0 0,0-4 0 0,0 1-18688 16</inkml:trace>
  <inkml:trace contextRef="#ctx0" brushRef="#br0" timeOffset="-24240.73">15512 11992 21183 0,'-1'-5'944'0,"1"2"192"0,1 1-912 0,0 0-224 0,-1 2 0 0,0 0 0 16,1 0 768-16,0 0 128 0,1 0 0 0,1 0 16 15,1 0-96-15,0 2-32 0,-1-2 0 0,2 2 0 16,1 1-336-16,-1-1-80 0,1 1-16 0,1-3 0 16,1 2 544-16,1-4 128 0,0 0 0 0,0-1 16 15,2 0 272-15,-1 1 48 0,1-3 16 0,-2 0 0 16,1-1-512-16,-1 0-96 0,-1 2-32 0,-2-1 0 0,-1 0-480 15,-1 3-112-15,-1 0-16 0,-2 0 0 16,0 2-304-16,-2 0-64 0</inkml:trace>
  <inkml:trace contextRef="#ctx0" brushRef="#br0" timeOffset="-23412.1">14594 12138 14735 0,'1'-2'1312'0,"0"-2"-1056"0,0 1-256 16,-1 1 0-16,0 1 2064 0,1-1 368 15,1-2 64-15,0-4 0 0,2-1 336 0,-1-3 64 16,-1 3 16-16,0-1 0 0,0 3-1552 0,-2 0-304 0,0 2-64 0,-1 3-16 15,-1-1-640-15,-1 3-128 0,0 3-16 0,-2 0-16 16,0 3-176-16,-2 4 192 0,0 4-192 0,-2 0 192 16,1 5-192-16,-1 2 0 0,-1 3 0 0,3 0 0 15,0 0 0-15,1-1 0 16,1-4 128-16,3-2-128 0,1-2 0 0,1-2 0 0,2-3 0 0,0-2 128 16,1-4-128-16,2-1 0 0,0-1 0 0,2-5 0 15,0-2 0-15,2-2 0 0,-1 0 0 0,0-2 128 16,1-1-128-16,-1-1 0 0,-1-1 144 0,0 0-144 15,-1 1 0-15,-1-1-160 0,1-1 16 0,-3-1 0 16,0 0-48-16,-2 0-16 0,-1 2 0 0,-2-2 0 16,0 1 208-16,-1 2 0 0,-1 1-160 0,-2 0 160 0,1 1 0 0,-3 2 0 15,2 2 0-15,-2 0 0 0,-2 3 0 16,1 2 0-16,1 2-144 0,-1 3 144 16,3 0-192-16,0 0 0 0,2 3 16 0,2-2 0 15,1 1-544-15,2 0-112 0,1-2-32 0,3 0-14752 0</inkml:trace>
  <inkml:trace contextRef="#ctx0" brushRef="#br0" timeOffset="-23076.5">14728 12044 16575 0,'-2'-5'736'0,"1"2"160"0,1-1-720 0,0 0-176 16,0 3 0-16,0-2 0 0,0 3 1536 0,1-3 256 15,0-2 64-15,1 0 16 0,-1 1-80 0,1 0-32 16,-1 2 0-16,-1 4 0 0,-1 1-544 0,0 1-96 16,-1 6-32-16,0 0 0 0,0 4-128 0,-2 2-48 15,0 3 0-15,0 3 0 0,2 3-464 0,-2 1-80 16,0 3-32-16,1-2 0 0,2 1-208 0,0-4-128 0,1-24 160 0,2 40-160 16,-2-40 0-16,0 0 0 0,0 0 0 15,20 35 0-15,-20-35 0 0,0 0 0 0,23-5 0 0,-14-3 0 16,2-2-160-16,1-4 160 0,0-3-128 0,-1-2 128 15,0-3 0-15,-1 1 0 0,-2-3 0 0,0 1 128 16,-2-3 48-16,0 3 16 0,-1 0 0 0,-4 5 0 16,1 1 0-16,-1 3 0 0,0 4 0 0,-2 2 0 15,-1 3-192-15,1 2 0 0,-1 2 0 0,1 2-17520 16</inkml:trace>
  <inkml:trace contextRef="#ctx0" brushRef="#br0" timeOffset="-22395.81">15619 12075 17503 0,'0'-4'1552'0,"1"1"-1232"16,0 2-320-16,-1 1 0 0,0 0 1952 0,0 1 336 15,0 1 64-15,0-1 16 0,-1 3 480 0,0 5 96 0,-3 5 32 0,-1 5 0 0,0 2-1936 0,-3 3-384 16,0 2-80-16,0 0 0 16,-1-2-576-16,2-4 0 0,1-2 0 0,3-6 0 31,3-3-416-31,0-4-192 0,2-2-32 0,4-3-10448 15,0-3-2096-15</inkml:trace>
  <inkml:trace contextRef="#ctx0" brushRef="#br0" timeOffset="-22211.35">15703 12126 911 0,'-4'0'0'0,"2"0"0"0,1 0 0 0,1 0 0 15,0 1 4800-15,0-1 896 0,1-1 160 0,2 1 32 16,1 0-1856-16,2-2-384 0,3 0-80 0,3-3-16 15,2 0-2144-15,1 1-416 0,0-4-96 0,1 2 0 0,0 0-720 0,1 0-176 16,-1-2 0-16,-1 2 0 16,-1 0-320-16,0 2-112 0,-1-1-16 0,-3 1 0 15,-1 1-1664-15,-1-1-320 0</inkml:trace>
  <inkml:trace contextRef="#ctx0" brushRef="#br0" timeOffset="-21976.43">15870 11965 15663 0,'-3'-1'688'0,"1"0"144"0,0 1-656 0,1 0-176 0,1 0 0 16,-1 0 0-16,0 0 2496 0,-1 0 448 16,-1 0 112-16,-1 1 16 0,0 1-272 0,-1 2-48 0,0 1-16 0,-2 2 0 15,1 1-1520-15,-1 3-320 0,0 3-48 0,-1 1-16 16,1 1-496-16,-1 5-96 0,1-2-32 0,1 3 0 16,1 1-48-16,0-3-16 0,3-1 0 0,2-19 0 15,2 30-144-15,-2-30 160 0,0 0-160 0,0 0 160 16,21 38-160-16,-21-38 0 0,0 0 0 0,0 0 0 15,0 0 0-15,41 10 0 0,-30-13 0 0,-1-2 0 16,1 1 0-16,0-4 0 0,3 2 128 0,-3-2-128 16,0 1 0-16,0-2-192 0,-1 1 32 0,1 2-18032 15</inkml:trace>
  <inkml:trace contextRef="#ctx0" brushRef="#br0" timeOffset="-21820.35">16071 12160 24879 0,'-3'-2'1088'0,"2"2"256"0,0 0-1088 0,0 2-256 16,0-1 0-16,0 0 0 15,-1 2 2592-15,-1 4 464 0,-1 0 80 0,-2 5 32 0,-1 4-1568 0,-3 1-304 0,1-1-64 0,-1 1-16 32,1 0-1520-32,2-3-304 0</inkml:trace>
  <inkml:trace contextRef="#ctx0" brushRef="#br0" timeOffset="-10143.73">16691 12124 11967 0,'-1'-1'1072'0,"0"0"-864"0,0 1-208 0,0 0 0 16,0 0 656-16,-1 1 96 0,-1 0 16 0,-1 1 0 15,-2 1 512-15,0 2 96 0,-2 2 32 0,1 0 0 16,0 3-320-16,2-1-64 0,-1 3-16 0,2 0 0 15,1 2-48-15,0 0-16 0,2-2 0 0,0 2 0 16,1 1-48-16,0-1 0 0,0-14 0 0,0 0 0 0,6 31-288 0,-3-22-64 16,0-2-16-16,2-4 0 15,0 0-80-15,1-3-32 0,0-1 0 0,2-1 0 0,-1-4-144 0,1 2-16 16,0-5-16-16,0 2 0 0,0 1-240 0,0-2 0 16,1 0 0-16,-2-1 0 15,0-1-976-15,1 1-96 0,-1-3-16 0,3-2 0 16,0-3 80-16,0 0 16 0,0-2 0 0,-1 0 0 15,0 3 480-15,-2-1 112 0,1 0 16 0,-2 1 0 0,0 2 192 0,-2 4 64 16,0 3 0-16,-1 0 0 0,-2 5 608 0,-1 2 128 16,0 4 32-16,-3 2 0 0,0 3 640 0,-1 5 128 15,-1 3 16-15,-2 2 16 0,1 4-432 0,-1 1-96 16,1 2-16-16,-1-2 0 0,3-1-384 0,-1-4-96 16,2 0-16-16,1-2 0 0,3-5-208 0,-1-12-64 0,0 0 0 15,0 0 0-15,0 0-128 0,0 0 192 0,39 18-192 0,-28-24 192 16,2-4-192-16,-1 0 0 0,1-1-160 0,-1-1-16576 15</inkml:trace>
  <inkml:trace contextRef="#ctx0" brushRef="#br0" timeOffset="-9597.55">17178 12082 6447 0,'-1'-3'576'0,"1"1"-576"0,0 2 0 0,1-2 0 15,-1 1 2304-15,1 1 336 0,0 0 80 0,0 0 16 16,2 0 1344-16,2 1 272 0,0 1 48 0,3 0 16 15,-8-2-1984-15,0 0-400 0,0 0-80 0,0 0-16 0,44 10-1328 0,-44-10-272 16,0 0-48-16,30 2-16 0,-30-2-272 0,0 0-224 16,0 0 32-16,0 0-17472 0</inkml:trace>
  <inkml:trace contextRef="#ctx0" brushRef="#br0" timeOffset="-9443.15">17208 12212 19343 0,'-3'2'848'0,"2"0"192"0,-1 1-832 0,1 0-208 0,1-3 0 0,0 2 0 0,0 0 2816 0,0 1 512 16,0 4 96-16,1 0 32 0,0 2-1296 0,0 1-256 15,-1-10-48-15,0 0-16 0,0 0-1392 0,0 0-256 16,0 0-64-16,15 35-11584 16,-11-32-2304-16</inkml:trace>
  <inkml:trace contextRef="#ctx0" brushRef="#br0" timeOffset="-9091.29">17477 12152 23951 0,'2'-3'1056'0,"-1"0"224"0,1 1-1024 0,-1 1-256 0,0-1 0 0,0 2 0 16,-1-2 2112-16,1-1 352 0,2 1 80 0,0-1 16 16,-1-2-1280-16,0 3-240 0,-2 0-48 0,-1 2-16 15,-2 0-752-15,-1 2-224 0,-1 3 0 0,-3 0 128 0,-2 0-128 16,-1 4 176-16,-3 1-176 0,0 1 192 15,-1-1-64-15,2 1 0 0,1-1 0 0,3-2 0 16,2-1-128-16,2 0 0 0,1-3 144 0,3-1-144 0,2 1 176 0,3-1-48 16,1-3 0-16,3 0 0 0,2 0 192 15,1-3 16-15,2 1 16 0,0 0 0 16,2-1-96-16,-2 2 0 0,-13 1-16 0,26 0 0 0,-26 0-112 0,0 0-128 16,0 0 176-16,36 12-176 0,-36-12 128 0,0 0-128 15,0 0 0-15,0 0 0 0,21 37 0 0,-21-30 0 16,-1 2 0-16,-2-2 0 0,-1 0 0 0,0-1 0 0,-1 0 0 0,-2-1 0 15,2-2 192-15,-3 1-192 0,-1 1 192 0,-1-2-192 16,-1 1 128-16,-1-2-128 0,0-1 0 16,-1 1 0-16,2 0 0 0,-1 1-144 0,1-3-16 0,2 2-18032 15</inkml:trace>
  <inkml:trace contextRef="#ctx0" brushRef="#br0" timeOffset="-8532.77">17936 11989 18431 0,'6'-5'1632'0,"-2"1"-1312"15,0 1-320-15,-3 1 0 0,-1 2 2368 0,1 0 384 16,1-2 96-16,2-1 16 0,0 1-608 0,0 2-112 16,-1 2-32-16,-2 3 0 0,-3 2-1248 0,-1 3-256 15,-1 2-48-15,0 4-16 0,-1-2-320 0,0 3-64 16,1 2-16-16,0-1 0 0,1 2-144 0,1-1 160 0,0 2-160 0,1-2 160 15,1-19-160-15,-1 35 160 16,0-17-160-16,1-1 160 0,0-2-160 0,0-1 128 0,0-1-128 0,0-13 128 16,0 0-128-16,0 0 0 15,0 0 144-15,15 39-144 0,-10-38 0 0,1-1 144 0,1-1-144 0,1-3 0 16,1-1 256-16,-2-2-64 0,3 0-16 16,-2 0 0-16,0-2-176 0,1 2 0 0,-1-1 144 0,0 2-144 31,0 0-448-31,-3-1-176 0,1 2-16 0,-3-1-16 15,-2 3-1744-15,-2-2-352 0,-1 4-64 0,-3 0-11424 0</inkml:trace>
  <inkml:trace contextRef="#ctx0" brushRef="#br0" timeOffset="-8341.11">17989 12207 10991 0,'-39'-7'976'0,"32"6"-784"0,6 1-192 0,1 0 0 15,-2-1 0-15,-2 1 0 0,-3-3 0 0,-4 1 0 0,-4-3 2464 16,0 3 608-16,1-3 112 0,1 1 16 0,4 1 192 0,1 2 48 16,5 0 0-16,0 1 32 0,2 0-1248 15,1 0-256-15,3 0-48 0,1 0-16 16,3 0-1200-16,0 0-256 0,3-2-32 0,0 1 32 0,1-1-240 0,2-1-32 0,2 0-16 0,0 0 0 15,0-2-160-15,1 2 0 0,-2-1 0 0,1-1 0 16,1 0 0-16,-2 1 0 0,2-2-128 16,0 2 128-1,-1-1-560-15,0-2-64 0</inkml:trace>
  <inkml:trace contextRef="#ctx0" brushRef="#br0" timeOffset="-8059.51">18200 12105 14735 0,'0'0'640'0,"0"0"160"0,0 1-640 0,-1-1-160 0,1 0 0 16,0 0 0-16,0 0 2992 0,-1 2 560 16,1 0 112-16,-1 0 32 0,1 1-1104 0,-2 4-224 15,1-2-32-15,0 4-16 0,-1 1-1552 0,-1 2-304 0,1 0-64 0,-1 4-16 16,0-2-224-16,0 1-160 0,1 1 192 0,2-16-192 16,0 26 320-16,0-26-32 0,0 0-16 0,0 0 0 0,0 0-48 0,0 0-16 15,34 32 0-15,-25-33 0 16,1-4-48-16,1-2-16 0,0 0 0 0,1-5 0 0,0 0-16 0,-1-4 0 15,0 1 0-15,-4-1 0 0,0-1-128 0,-3 0 128 16,-3 1-128 0,-2-1 128-16,-3 3 64 0,-3 0 0 15,-3 2 0-15,-4 3 0 0,-1 1 0 0,-3 4 16 0,0 2 0 0,-1 4 0 16,0 2-208-16,3 2 0 0,0 2 128 16,4 2-12736-16,2 0-2528 15</inkml:trace>
  <inkml:trace contextRef="#ctx0" brushRef="#br0" timeOffset="-4277.3">18765 12202 19343 0,'-1'-2'1728'15,"1"2"-1392"-15,0-1-336 16,0 0 0-16,0 1 1680 0,1-2 272 15,0-1 48-15,1 0 16 0,1-3-480 0,1-2-112 16,1 1-16-16,3-2 0 0,0 0-752 0,0 1-144 16,2 0-48-16,0 0 0 0,1 1-48 0,0 2-16 0,-1 0 0 15,1 1 0-15,0 4 0 0,-3 2 0 16,-8-2 0-16,0 0 0 0,0 0-112 0,0 0-32 16,27 47 0-16,-27-47 0 0,3 31-96 0,-4-17-32 15,-2 2 0-15,0-1 0 0,0-3-128 0,-1-1 0 16,0 1 144-16,-1-2-144 0,1-3 0 0,0 0 0 15,1-2 0-15,0 0 128 0,2-3-128 0,-1-2 0 0,1 0 0 16,0 0 0-16,1-1 0 0,1-2 0 0,0 0 0 16,-1 0 0-16,1-1 0 0,0-1 0 0,1 0 0 0,0 1 0 15,1-1 0-15,0-2 0 0,0 0 0 0,1 2 0 16,0-2 0-16,1 0 0 0,1-3 0 0,0 1 128 16,2-1-128-16,0-1 0 0,1-1 0 0,-1-2 0 15,1-1 0-15,1-1-160 0,0 1 160 0,-1 1 0 16,-2 2-768-1,1 2-32-15,-3 4-16 0,2-1-15120 0</inkml:trace>
  <inkml:trace contextRef="#ctx0" brushRef="#br0" timeOffset="-3914.61">19091 12155 19343 0,'2'0'1728'0,"0"-2"-1392"16,-1 1-336-16,0 1 0 0,1 0 2016 0,0 0 336 15,2-1 64-15,1 0 16 0,4 1-368 0,0-2-64 16,3 2-16-16,0-2 0 0,0-1-1280 0,1 1-256 0,-1-1-48 0,0-1-16 16,-1 1-384-16,-1-2 128 15,0 1-128-15,-1-1 0 0,-1 0 0 0,-1 1 0 16,-2-3 0-16,-1 2 0 16,-1-3-640-16,-1 2-48 0,-2-1-16 0,-1 2 0 15,-2 0-576-15,-2 2-128 0,0-1-32 0,-2 2 0 16,0 0 176-16,-1 2 48 0,-1 0 0 0,-1 2 0 0,1 0 928 0,-1 2 288 0,-1 1-128 0,1 2 128 15,0 3 448-15,1 0 144 0,-1 1 48 0,-1 4 0 16,1 1 512-16,0 1 128 0,0 2 0 0,0-3 16 0,3-2-80 0,1 0 0 16,2-2-16-1,2-2 0-15,2 0-256 0,1-4-48 0,3-1-16 0,1-1 0 16,3-3-432-16,0-1-64 0,2-1-32 0,1-2 0 16,2-2-192-16,2 1-32 0,1-2-128 0,0-1 192 15,-1 2-192-15,2 0-128 0,0-1 128 0,-1 0-17968 16</inkml:trace>
  <inkml:trace contextRef="#ctx0" brushRef="#br0" timeOffset="-3364.41">19380 12082 19343 0,'1'-7'1728'0,"0"3"-1392"0,1 1-336 0,0 0 0 15,0 1 1504-15,-1-1 224 0,3-1 64 0,2-6 0 16,1 0 480-16,1-1 96 0,0 4 32 0,-2 2 0 0,0 2-1440 0,-2 6-272 15,-4-3-64-15,0 0-16 16,0 0-256-16,6 49-48 0,-7-27-16 0,-2 2 0 16,1 2-80-16,-3 1-16 0,-1 0 0 0,1-1 0 15,-2-2-64-15,3-3-128 0,0-4 176 0,1-5-176 0,2-5 144 16,2-2-144-16,1-3 0 0,2-3 144 16,1-3 112-16,3-3 32 0,2-5 0 0,1-2 0 0,2-2 0 15,0-3 0-15,0 2 0 0,0-5 0 16,1 1-288-16,0-2 128 0,-2 0-128 0,-2 3 0 0,-1 3 0 15,-1 3 0-15,-2 5 0 0,-1 4 0 0,-1 0 0 0,-2 5 0 16,-2 1 0-16,0 4-192 16,-1 1-1664-16,-1 1-320 0</inkml:trace>
  <inkml:trace contextRef="#ctx0" brushRef="#br0" timeOffset="-3037.18">19560 12215 14735 0,'4'-1'640'0,"-1"-1"160"0,-1 2-640 0,1-2-160 16,0 0 0-16,0 1 0 0,0-3 2176 0,4 0 416 0,3-4 80 0,5-2 16 15,4-2-304-15,2-2-48 0,-1 0-16 0,-1 2 0 16,-2 1-1232-16,0 1-240 0,-2 2-48 0,-2 0-16 16,-2 2-544-16,-1 2-112 0,-1-1-128 15,-3 0 176-15,-1 1-176 0,-3 1 0 0,0 0 0 0,-2 1 0 16,-2 0-128-16,0-2 128 0,-2 1-160 0,-2 0 160 16,-1 1-464-16,-1 0 0 0,-2-1 0 0,1 1 0 15,-1 0-176-15,0 1-16 0,0 1-16 0,0 0 0 16,2 3 416-16,0-1 96 0,1 3 16 0,1 0 0 15,-1 2 400-15,2 0 64 0,-1 3 32 0,0 1 0 0,2 1 464 16,-1 0 80-16,1 2 32 0,1 1 0 0,0-1-96 16,0 0 0-16,1-2-16 0,2-12 0 0,0 0-288 0,-1 31-48 15,3-25-16-15,0 0 0 0,1-2-208 0,1-2-32 16,1 1-16-16,2-3 0 0,0-2-208 16,1 1 0-16,2-1 128 0,0-2-128 15,1 1 0-15,1-4 0 0,1 3 0 0,0-2 0 16,0 2-752-16,1-1-240 0</inkml:trace>
  <inkml:trace contextRef="#ctx0" brushRef="#br0" timeOffset="-2474.93">19904 12164 11967 0,'-3'-2'528'0,"2"2"112"0,-1 0-512 0,1 0-128 0,0-1 0 0,1 1 0 15,0 0 2624-15,0-1 512 0,0 1 80 0,-1 0 32 0,2-2-1072 0,-1-1-192 16,1 3-64-16,0-2 0 0,1 1-1296 0,-2 0-272 16,1 1-48-16,0-1-16 15,-1 1 64-15,0 0 16 0,0 0 0 0,0 0 0 0,1 1 336 0,-1 0 80 16,0-1 16-16,-1 0 0 15,2 1-32-15,-1-2 0 0,0 1 0 0,1-1 0 16,0 0-288-16,0 0-64 0,1-2-16 0,0 0 0 16,0-1-224-16,1 1-48 0,1-2-128 0,1 0 192 15,-2 1-192-15,2-1 0 0,1 0 128 0,-1 1-128 16,1-1 0-16,-1 2 0 0,0-1 0 0,0 2 0 0,0-1 144 0,0 1-144 0,-2 1 128 0,1 1-128 16,0 3 128-16,0 0-128 15,-4-3 128-15,0 0-128 0,0 0 0 0,0 0 0 16,12 37 0-16,-12-37 0 0,0 0 0 0,1 43 0 15,-1-43 0-15,-3 33 0 0,1-16 0 0,-1-3 0 0,0 0-160 16,1-2 160-16,-1 0-432 0,1-2 16 0,-1-1 0 16,0-3 0-16,1 0 272 0,1-1 144 0,-1-2-160 0,0-2 160 15,1-1 0-15,-1 0 0 16,1-2 0-16,1-2 0 0,0 1 288 0,0-3-48 0,1 0-16 0,1-1 0 16,0-3-32-16,2 1 0 15,-1-2 0-15,4-1 0 0,-1-1-192 0,3-1 176 16,1-3-176-16,0-1 160 0,2-2-160 0,1 2 0 0,0 1 0 15,-1 1 0-15,-1 3 0 0,-1 2 0 16,0 2 0-16,-3 1 0 0,1 3-256 0,-3 1 32 0,0 1 0 0,-2 2 0 31,1 0-1072-31,0 1-224 0</inkml:trace>
  <inkml:trace contextRef="#ctx0" brushRef="#br0" timeOffset="-2076.38">20331 12033 25055 0,'1'-3'544'0,"0"0"112"0,0 3 32 0,0-3 16 15,0 3-560-15,0-2-144 0,1 2 0 0,0-1 0 0,2-2 1408 16,0 0 256-16,1 1 64 0,-1-1 0 0,-2 1-1456 0,0 1-272 16,-2 2 0-16,-2-1-128 15,-1 3-480-15,-2 1-96 0,-1 1 0 0,-3-1-16 16,0 2 208-16,-1 1 64 0,-1 2 0 0,0-1 0 0,2 0 896 0,-1 0 176 15,1 1 32-15,0 0 16 0,2-1 752 0,0-1 160 16,2 0 16-16,1-2 16 0,2 0-352 0,2-2-80 16,3-2-16-16,1 1 0 0,0-2-640 15,2 0-128-15,0 0-16 0,3 0-16 0,0 0-240 0,0-2-128 16,2 2 128-16,-11 0-128 0,0 0 0 0,31 7 0 0,-31-7 0 16,0 0 0-16,0 0 0 0,0 0 0 0,36 31 0 15,-36-31 0-15,0 0 0 0,0 0 0 0,0 0 0 16,12 38 128-16,-12-33-128 0,-1 0 0 0,0-1 0 0,-1-1 0 15,-1 2 192-15,-1-3-48 0,0 0 0 0,-2 0 0 16,0-1-16-16,-1 1-128 0,1 0 192 16,0-2-64-16,-1 0-128 0,1 0 0 0,1 0 0 15,1 0 0-15,0 0-512 16,1 0-96-16,2-2-16 0,1-1-17312 0</inkml:trace>
  <inkml:trace contextRef="#ctx0" brushRef="#br0" timeOffset="-1744.33">20486 12113 13823 0,'2'2'1216'0,"0"-2"-960"0,0 0-256 0,-1 0 0 15,0 2 2912-15,1-2 544 0,1 0 96 0,2 1 32 0,-5-1-496 16,0 0-80-16,30 2-32 0,-18-5 0 0,2-2-2080 0,-1 1-400 16,2-3-96-16,-1 0-16 0,-1-1-384 0,0-1 0 15,0 0 0-15,-2 0 0 0,-1-1 0 0,-1 2-224 16,-1-1 32-16,-1-1 0 0,-1 1-80 0,-3 2-16 15,-1-3 0-15,-2 3 0 16,0-2-416-16,-3 1-64 0,0 2-32 0,-2 1 0 16,-2 2-544-16,0 1-128 0,0 2 0 0,-1 0-16 0,0 1 736 15,0 2 160-15,-1 3 16 0,-1 1 16 0,1 4 944 0,-1 0 176 0,1 2 32 16,-1 1 16-16,2 3 784 0,-1 2 144 16,1 0 48-16,1 1 0 0,2 0-144 0,5-20-32 0,-6 38 0 15,6-38 0-15,0 0-768 0,7 39-176 16,-7-39-16-16,0 0-16 0,0 0-240 0,0 0-64 0,37 18 0 15,-28-18 0-15,2-5-128 0,0 1 0 0,1-1 0 0,-2-2 128 16,0 2-304-16,-1-4-64 16</inkml:trace>
  <inkml:trace contextRef="#ctx0" brushRef="#br0" timeOffset="-1311.95">21078 11980 12895 0,'-1'-2'1152'0,"1"1"-928"15,0 1-224-15,1 0 0 0,0 0 1344 0,1 0 208 16,1 0 48-16,1 0 16 0,2 0 800 0,1 0 144 0,5 1 48 0,-1-1 0 16,2 0-192-16,0 0-48 0,2-1 0 0,-2 1 0 15,0-2-928-15,0-1-192 0,-1 1-32 0,-1 0-16 16,-2-1-800-16,-2 1-144 0,1-1-48 0,-4 1-18624 16</inkml:trace>
  <inkml:trace contextRef="#ctx0" brushRef="#br0" timeOffset="-1086.23">21099 12110 19343 0,'-2'-5'1728'0,"1"3"-1392"16,1 2-336-16,0 0 0 0,0 0 3312 0,0 2 592 16,-1-1 112-16,1 3 16 0,0-1-1792 0,-2 4-384 15,1 4-64-15,-3 1 0 0,1 3-1376 0,-2-1-272 16,0 1-144-16,-2 0 160 0,1 2-160 0,-2 0 0 15,1-3 0-15,1-1 0 0,1 0 0 0,0-3 0 16,1-1 0-16,1-3 0 16,3-2-448-16,1-2-80 0,3 0-16 0,2-6-16928 0</inkml:trace>
  <inkml:trace contextRef="#ctx0" brushRef="#br0" timeOffset="-894.5">21244 12148 24879 0,'-4'2'1088'0,"1"-1"256"0,1 3-1088 0,1-4-256 16,2 0 0-16,0 0 0 0,1 1 2096 0,0 1 352 15,2 0 80-15,4-2 16 0,2 0-1184 0,2 0-224 0,2-2-48 16,1-3-16-16,0 1-864 0,1-2-208 16,0-1 0-16,0 0 0 0,-1 0 0 0,-1 0 0 0,-2 0 0 0,0-1 0 15,-2 0 128-15,-1 2-128 0,-1 0 0 0,0 0 0 16,-2 3 0-16,-1-1 0 0,-1 0-128 0,-2 1-16704 15</inkml:trace>
  <inkml:trace contextRef="#ctx0" brushRef="#br0" timeOffset="-617.11">21435 11958 7359 0,'-2'-4'656'0,"1"1"-528"0,0 1-128 0,0 2 0 15,1 0 4480-15,0 0 880 0,0 0 160 0,-1 0 48 16,1 2-1872-16,-2-2-368 0,1 3-80 0,-2 1-16 0,0 1-2320 16,1 0-464-16,-2 2-80 0,-1 2-32 0,0 1-192 0,-3 0-144 15,-1 6 192-15,-1-2-192 0,0 5 176 0,-1-1-176 16,0 2 160-16,0 1-160 0,2 3 176 0,-1 0-176 0,0 0 192 0,3-3-192 16,1 2 192-16,1-5-64 0,5-18 0 0,0 0-128 15,4 40 144-15,-4-40-144 16,0 0 0-16,0 0 144 0,35 14-144 0,-22-19 0 15,1 0 0-15,0-2 0 0,-2 0 0 0,0 0 0 0,2-3 0 0,-2 1 128 16,1-1-352-16,-1-1-80 0</inkml:trace>
  <inkml:trace contextRef="#ctx0" brushRef="#br0" timeOffset="1458.87">21830 12176 7359 0,'0'-6'656'16,"0"1"-528"-16,0 2-128 0,0 1 0 0,1 0 768 0,-1 0 128 0,1 1 32 15,-1-2 0-15,1 1 1504 0,0-2 288 0,-1 1 64 0,1-2 16 16,-1 3-304-16,-1 1-64 0,1 0-16 0,0 1 0 16,0 0-368-16,0-2-80 0,1 2-16 0,1-1 0 15,1 1-944-15,0-2-192 0,2 0-48 0,0-1 0 16,1 1-464-16,1 0-112 15,0-3 0-15,0 2-16 0,0 1-176 0,0-3 0 0,1 0 0 0,-3 1 0 16,1 0 0-16,-1 0 0 0,-2 2 0 0,0 0 0 0,-1-2 0 16,-1 1 0-16,0 0 0 0,1 1 0 15,-1 1 0-15,-1 0 0 0,1-1 0 0,1 1 0 0,-1 1 0 0,1-2 0 16,0 2 0-16,0 0 0 0,1 0 0 0,0 0 0 16,1 0 0-16,0 0 0 15,-1 2-352-15,2-2 0 0,0 3 0 0,-1-1-16992 16</inkml:trace>
  <inkml:trace contextRef="#ctx0" brushRef="#br0" timeOffset="1772.81">21918 12010 16575 0,'-1'0'1472'0,"0"0"-1168"15,1 0-304-15,0 0 0 0,1 0 944 0,-1 0 128 16,0 1 16-16,0 1 16 0,1-2 240 0,-1 2 64 0,1-1 0 0,0 1 0 0,0 0-704 0,0-1-128 15,-1 0-16-15,-1 2-16 16,1 2-336-16,-2-2-64 16,1 3-16-16,-2 1 0 0,-1 3 384 0,-1 1 80 15,-1 1 16-15,-1 5 0 0,1-1 128 0,-1 3 32 16,-1 0 0-16,2 1 0 0,-1 0-96 0,1 0-16 16,0-1 0-16,1 0 0 0,3-4-320 0,0-2-64 15,2-13-16-15,0 0 0 0,0 0-256 0,0 0 0 16,0 0 0-16,26 38 0 0,-16-38 256 0,2-4-64 0,2-1-16 15,0-2 0-15,3-1 16 0,-1-3 0 0,2 1 0 0,-1-2 0 16,0 0-192-16,0-2 0 0,0 2 0 0,-2 0 0 31,1 1-896-31,-2 1-192 0,0-2-64 0,-3 3-14432 0</inkml:trace>
  <inkml:trace contextRef="#ctx0" brushRef="#br0" timeOffset="2141.33">22142 12065 20271 0,'-2'-3'896'0,"1"1"192"0,1 1-880 16,-1 0-208-16,1 1 0 0,0 0 0 15,0-2 2512-15,1 2 464 0,0-2 96 0,1 1 0 0,2-3-1088 16,0 1-240-16,3 1-32 0,0-3-16 0,2 0-1280 0,0 3-256 16,2-3-160-16,0 0 192 0,1 3-192 0,0 0 0 15,-1 0 0-15,-1 4 0 0,-1 0 0 0,-2 0 0 16,-7-2 0-16,0 0 0 0,0 0 0 0,0 0 0 15,18 41 0-15,-18-41 0 0,-5 28-176 0,1-13 176 16,-2 3-128-16,-1 1 128 0,-2 0-192 0,1 0 64 16,0-1 0-16,0-3 0 0,0-1-96 0,2-4-16 15,3 0 0-15,-1-4 0 0,2 0 48 0,0-3 0 16,2-2 0-16,0-1 0 0,1-2 192 0,1-2 0 16,2-2 0-16,0-1 160 0,2-4 352 0,1-1 80 15,1 0 16-15,0-3 0 0,1-1 80 0,2-1 16 0,1-2 0 0,1-2 0 16,1 2-384-16,0 0-64 15,0 2 0-15,1 3-16 0,-2 0-240 0,1 2 0 16,-1 3 0-16,-2 1 0 0,0 2 0 0,-1 3-160 0,-2 0 0 0,-1 1-18032 16</inkml:trace>
  <inkml:trace contextRef="#ctx0" brushRef="#br0" timeOffset="2509.53">22411 12131 21183 0,'1'0'944'0,"0"0"192"0,1 0-912 0,0 0-224 16,-1 0 0-16,1 0 0 0,1 0 2816 0,1 0 528 15,2 0 112-15,3 0 0 0,4 0-1360 0,0 0-288 16,1 0-48-16,0 0-16 16,0 0-1232-16,-2 0-256 0,0 0-64 0,-1-2 0 0,0-1-192 0,-1 0 0 15,-1 0 0-15,-1-2 0 0,0 2-256 0,-2-3-64 16,0 1 0-16,-3 0 0 15,-1 0-544-15,-2-2-112 0,-1 2-32 0,-3-2 0 16,0 2-416-16,-2-3-96 0,-3 0-16 0,0 1 0 16,0 0-256-16,-1 0-48 0,-2 1-16 0,2 2 0 15,0-1 544-15,0 3 96 0,1 4 32 0,-1 1 0 0,2 3 2224 0,0 4 448 16,0 2 96-16,0 2 16 0,0 1 384 0,0 4 96 0,1 2 16 0,-1 0 0 16,3 1-448-16,5-22-96 15,-7 40-16-15,7-40 0 0,-1 35-576 0,1-35-128 0,0 0-32 0,0 0 0 16,19 43-432-16,-19-43-96 0,0 0-16 0,30 12 0 15,-18-11-256-15,1-2 0 0,-2-1 0 0,0-1 0 16,1-2-448 0,1-2-160-16</inkml:trace>
  <inkml:trace contextRef="#ctx0" brushRef="#br0" timeOffset="2889.97">22721 12070 22111 0,'-1'-2'976'0,"0"2"208"0,1 2-944 0,0-1-240 0,0 0 0 0,0 1 0 0,0 1 2512 0,0 2 464 0,0-5 96 0,0 0 0 32,0 0-1360-32,-3 47-288 0,3-47-48 0,-6 31-16 15,6-31-992-15,-8 28-208 0,2-16-32 0,0 0-128 16,0-2 0-16,-1-4 0 0,2 2 0 0,-1-6 0 16,1 3 0-16,1-3 0 0,1-1 0 0,0-1 0 0,2-1 128 0,0-1-128 15,1-1 0-15,0-1 0 0,1-3 0 0,1 0 0 16,1-1 128-16,1-1-128 0,0-2 0 0,2-1 0 15,1-1 0-15,1-1 0 0,1-2 0 0,1 3 0 16,1-1 0-16,0 2 0 0,0 1 0 0,0 2 0 16,0 1 0-16,-1 3 0 0,0 0 128 0,0 2-128 15,-1 0 192-15,-1 1-192 0,0 1 288 0,0 1-48 16,-1 1-16-16,-1 1 0 0,-1 0-32 0,-1 0 0 0,-4-2 0 16,0 0 0-16,0 0-192 0,0 0 128 0,0 0-128 0,2 50 0 15,-2-50 0-15,-10 28 128 0,10-28-128 0,-13 32 0 16,4-16 0-16,1 0 0 0,0-2 128 15,0-1-128-15,3 1 0 0,0-5 0 0,2 1 0 0,1-5 0 16,3-1 0-16,1-1 0 16,2-3 0-16,2-3-18160 0</inkml:trace>
  <inkml:trace contextRef="#ctx0" brushRef="#br0" timeOffset="3458.02">23027 12181 11967 0,'4'0'1072'0,"0"0"-864"16,0 0-208-16,-2-2 0 15,0 2 2368-15,0 0 448 0,4 0 64 0,2-2 32 0,3 1-432 16,2 1-96-16,0-2-16 0,-2 2 0 0,-1 0-1280 0,-3-1-272 16,-1 2-48-16,-2-1-16 0,0 0 160 0,-2 0 48 15,-2 0 0-15,-1 0 0 0,-1 0-160 0,-2 0-32 16,1 0 0-16,-2-2 0 0,1 0-480 0,1-1-96 0,0 0-32 0,1-1 0 15,1-3-160-15,0 0 0 16,0-3 0-16,1 0 0 0,0 1-192 0,1-2 16 0,1 1 16 16,-2 2 0-1,0 2-224-15,0 3-32 0,-2 1-16 0,0 4 0 0,-1 1 432 0,-2 1 0 0,-2 2 0 0,0 2-128 16,-1 4 128-16,-2 0 224 16,-1 5-48-16,-1 2-16 0,0-2 96 0,-1 2 0 15,1-1 16-15,2-1 0 0,2-3 48 0,1-1 16 0,2 0 0 0,3-3 0 16,2-10-128-16,0 0-16 0,0 0-16 0,0 0 0 15,0 0-176-15,0 0 128 16,39 16-128-16,-27-21 128 0,1-1-128 0,1-4 128 0,0 0-128 0,2-2 128 0,-1 1-128 0,0-4 0 16,-1 1 0-1,-1-1 0-15,-2-2-208 0,0-3-32 0,0 1 0 16,-1-4 0 0,1-1-848-16,-2-1-192 0,0 0-16 0,0 1-16 0,1-2-672 15,-2 2-128-15,1 4-16 0,-1 3-16 0,-2 5 848 16,-2 5 160-16,0 2 48 0,-3 3 0 0,-1 2 1440 0,-2 4 288 0,-1 1 64 0,-3 5 16 15,1 1 1040-15,-3 2 208 0,1 5 32 0,-1 1 16 0,8-19-576 16,-15 43-112-16,6-19-32 0,2-1 0 16,7-23-720-16,-10 44-160 0,10-44-32 0,-5 37 0 15,5-37-208-15,0 0-48 0,0 0-128 0,9 45 192 16,-9-45-48-16,0 0-16 0,0 0 0 0,0 0 0 0,0 0 48 0,29 28 0 16,-24-25 0-16,-2-1 0 0,0 3-176 0,-1-3 0 15,1 3 0-15,-1-3-12416 0,-1 3-2576 16</inkml:trace>
  <inkml:trace contextRef="#ctx0" brushRef="#br0" timeOffset="3698.98">23391 12326 26719 0,'1'0'2368'0,"-1"0"-1888"0,0 0-480 0,0 0 0 15,-1 0 3248-15,0 0 544 16,-1 1 112-16,1 0 32 0,-2-1-2080 0,-1 2-400 0,0-1-96 0,1 1-16 16,0 0-1008-16,0-1-208 0,0 1-128 0,2-2 160 15,1 2-448-15,1-4-96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6:49:28.46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5468 6164 15663 0,'-3'-3'1392'0,"2"1"-1120"0,2-1-272 0,1 3 0 16,0-2 1008-16,-1 1 144 0,1-2 16 0,1-3 16 16,0 0 2848-16,2-2 576 0,1 0 128 0,1 2 0 0,0 2-3888 0,0 1-848 15,0 1 0-15,1 2-128 0,-2 0 752 0,2 2 144 16,1 1 48-16,-9-3 0 0,0 0-432 0,41 4-64 15,-41-4-32-15,39-4 0 0,-15-1-288 0,1-1 0 16,1-3 0-16,-2-2 0 16,-1-1-704-16,-1-3-192 0,-1 1-32 0,-4 0-16 15,0 2-1440-15,-4 1-304 0,-3 3-48 0,-2 3-11024 16</inkml:trace>
  <inkml:trace contextRef="#ctx0" brushRef="#br0" timeOffset="198.32">5729 6090 2751 0,'-3'0'256'0,"2"-1"-256"16,1 1 0-16,0 0 0 0,1 1 1616 0,0-1 288 0,0 0 48 0,0 3 16 16,1 2 1216-16,2 2 240 0,-4-7 48 0,0 0 16 15,22 60-864-15,-14-28-160 0,-1 4-32 0,-1 2-16 16,-3-1-1168-16,-2-1-224 0,-1-2-64 0,0-3 0 16,0-3-592-16,2-5-128 0,0-4-32 0,-2-19 0 15,0 0-208-15,0 0 0 0,0 0-192 16,0 0 192-16,0 0-2048 15,38 5-288-15</inkml:trace>
  <inkml:trace contextRef="#ctx0" brushRef="#br0" timeOffset="566.55">6019 5900 26719 0,'4'-6'1184'0,"-3"3"240"0,2 0-1136 0,-2 3-288 0,0 0 0 0,-1 3 0 0,1-1 2176 0,0 3 368 15,1 3 80-15,-2-8 0 16,0 0-1040-16,11 49-224 0,-11-49-32 0,9 43-16 0,-9-43-864 0,10 52-192 15,-10-52-16-15,10 54-16 16,-5-20-224-16,-1 4 144 0,0 0-144 0,-2-3 128 16,-1-3-128-16,0-5 0 0,-1-1 0 0,-1-6 0 15,1-3 0-15,0-4 0 0,-1 1 0 0,1-3 0 0,0-3 0 0,0-1 0 16,1-2 0-16,-1-4 0 0,1 1 0 0,-1-5 0 0,0-1 0 16,1-1 0-16,-1-5-176 0,1-1 176 15,0-2-128-15,1-1 128 0,1-2 0 0,0-3 0 16,1 1 0-16,2-2-128 0,0 3 128 0,1 1 0 15,1 0 0-15,1 3 0 0,1 1 0 0,0 1 0 16,0 3 0-16,0 1 0 0,0 0 0 0,1 3 0 16,-1 1 0-16,-2 3 0 0,1 0 0 0,-9 0 0 15,0 0 128-15,0 0-128 0,0 0 0 0,34 31 144 16,-34-31-144-16,0 0 0 0,0 0 128 0,17 42-128 16,-17-42 0-16,0 0 0 0,6 32 0 0,-4-23 0 0,-1 0 0 0,0-1 0 15,0-4 0-15,0 1 0 0,0 0 0 0,0-3 0 31,1 0-384-31,1-2-16 0,1-2-16 0,1-3-17776 0</inkml:trace>
  <inkml:trace contextRef="#ctx0" brushRef="#br0" timeOffset="734.34">6446 6024 33167 0,'3'2'1472'0,"-1"1"304"0,0 1-1424 0,-1-3-352 0,0 1 0 0,0 0 0 16,1-2 1664-16,0 3 272 0,-2-3 48 0,0 0 16 0,0 0-1328 0,0 0-272 15,42 23-48-15,-42-23-16 16,0 0-336-16,0 0 0 0,35 3 0 0,-28-1 0 16,-1 0-1216-16,-1-1-144 0</inkml:trace>
  <inkml:trace contextRef="#ctx0" brushRef="#br0" timeOffset="868.14">6510 6165 3679 0,'-2'8'320'0,"1"-2"-320"0,0 0 0 0,0-1 0 0,1-3 3056 0,0 0 528 0,1 1 128 0,0 4 0 16,1 0 928-16,-2-7 176 15,0 0 48-15,10 35 0 0,-10-35-2864 0,0 0-560 16,0 0-112-16,0 0-32 0,0 0-1008 0,33 32-288 16,-33-32 0-16,0 0 128 15,0 0-1408-15,0 0-272 0</inkml:trace>
  <inkml:trace contextRef="#ctx0" brushRef="#br0" timeOffset="1195.91">6750 6025 14735 0,'4'-8'640'0,"-1"3"160"0,1 0-640 0,-2 0-160 0,0 3 0 0,-2 0 0 16,2 0 1904-16,1-1 336 0,1-3 80 0,0 0 16 15,2-1-336-15,-2 2-64 0,-1 3-16 0,-3 2 0 16,0 2-800-16,-3 3-160 0,-1 0-48 0,-2 2 0 16,-1 3-368-16,-1 2-80 0,0-1-16 0,1-1 0 0,0 1 0 15,3 0-16-15,-1 0 0 0,3-2 0 0,1-2 240 0,1-1 48 16,2-1 16-16,1-2 0 15,2 0-336-15,-1-1-64 0,3-1-16 0,0-1 0 16,1 0-160-16,0-1-32 0,0 1-128 0,-8 0 192 0,0 0-192 0,0 0 0 16,38 8 128-16,-38-8-128 0,0 0 0 15,0 0 0-15,0 0 0 0,41 28 0 0,-41-28 128 16,0 0-128-16,0 0 0 0,19 35 0 16,-19-35 192-16,0 0-48 0,0 32-16 0,-3-21 0 0,-1-2 80 0,-1 1 16 15,0 2 0-15,-2-4 0 0,0 1-64 0,-3 0-16 0,0-1 0 16,-2 0 0-16,-3 1-144 0,-4-1 0 15,-1 1 144-15,0-3-144 0,5 0 0 0,-1-1-160 0</inkml:trace>
  <inkml:trace contextRef="#ctx0" brushRef="#br0" timeOffset="3251.45">8011 5974 25791 0,'2'-5'2304'16,"-1"0"-1856"-16,0 3-448 15,-1 0 0-15,-1 2 784 0,0-2 64 0,1-4 16 0,-1 0 0 16,0-4 928-16,-1 1 176 0,-2 2 32 0,1-1 16 16,-2 4-1072-16,0-1-224 0,-1 0-32 0,0 3-16 0,0-1-432 0,-2 1-96 0,0 2-16 0,0-2 0 15,-2 2-128-15,-1 2 0 16,1-1 0-16,0 3 0 0,-2 0 0 0,-1 4 0 15,2 1 0-15,0 3 0 0,0 2 0 0,0 5 0 16,3 3 0-16,0 4 0 0,1 4 0 0,1 7 0 0,1 2 0 0,3-1 0 16,2 2-128-16,2-6 128 0,2-4 0 0,1-6 0 15,-5-24 0-15,19 32 0 0,-19-32 0 0,0 0 0 16,43 20-144-16,-43-20 144 0,32-6 0 0,-13-4 0 16,1-2-128-16,-1-7 128 0,1-2 0 0,-2-3 0 15,0-2-192-15,-1 0 192 0,-1 2-192 0,-3 1 192 31,1 1-1120-31,-1 1-112 0,0 1-32 0,0-1 0 0,0 3 640 0,-2 3 128 0,-2 5 32 0,-2 4 0 0,-1 1 464 16,-2 5 0-16,0 2 0 0,-2 3 0 0,-1-1 0 0,-1 4 288 16,-1 1-32-16,0 1-16 0,-1 4 400 0,0 1 64 15,0 1 32-15,2 0 0 0,-1-2-384 0,2 1-80 16,0-1-16-16,2-4 0 0,-3-10-64 0,0 0-32 16,0 0 0-16,0 0 0 15,43 9-160-15,-31-16 0 16,2-2 0-16,-2-3 128 0,-1 1-128 0,1-2 0 15,-1-4 0-15,-1 3 0 0,-2 0 0 0,-2 2 0 16,0-4 0-16,-3 1 0 0,-2 2 0 0,-2 0 0 16,-3 4 0-16,-2 2 0 0,-1 2 0 0,-2 0 0 0,-2 5 0 0,-2 0 0 15,0 2 0-15,0 3 0 0,-1 0 0 0,-1-1 0 16,-1 4 0-16,1-1 0 0,5-2 0 0,0-1 0 16,1-1 0-16,0 0 0 0,4 1 0 0,2-4 0 15,0 1 0-15,2-1 0 0,1 0 0 0,2-1 128 16,3-3-128-16,1 1 0 0,1 0 0 0,1-1 0 15,1-1 0-15,1 0 0 0,2 1 0 0,1-2 0 16,0 2 0-16,2-3 0 0,1 2 0 0,1-2 0 16,-1 2 0-16,-1-2 0 0,0 2 0 0,-1-2 0 15,1 0-144-15,-1 0 144 0,-1 0 0 0,-2-3 0 0,0 3 0 0,-2 0 0 16,1-2 0-16,-2 4 0 0,-1-2 0 16,-1 2 0-16,-1 3 0 0,-3 2 0 0,1 2 0 0,-2 5 0 15,-2 2 0-15,-1 3 0 0,-1 0 0 0,-1 3 0 16,-1 1 0-16,0 3 0 0,-2 3 0 0,0-1-128 15,0 2 128-15,2-1 0 0,1-5 0 0,2-3 0 16,1-2 0-16,2-3 0 0,2-2 320 0,1-4 0 16,0-1 16-16,2-4 0 0,-2-1-160 0,2-4-48 15,0-2 0-15,2-1 0 0,-1 1-128 0,3-6 0 16,0-4 0-16,1-2 128 0,1 0-128 0,0-3 0 16,0 2 0-16,0 1 0 0,-3 2 0 0,1 4 0 0,-3 2 0 15,0 1 0-15,-1 5 0 0,0 2 0 16,-2 3 0-16,0 2 0 0,-1 2 0 0,0 3 0 15,-2 2 0-15,1 3 0 0,-1 4 0 0,-1 2 160 16,0 3-32-16,-1 2-128 0,-1 1 336 0,2 3-32 0,-2-2-16 16,1-5 0-16,1 1-288 0,1-2 0 0,-1-17 128 0,4 24-128 15,-4-24 0-15,0 0 0 0,0 0 0 0,0 0-17856 16</inkml:trace>
  <inkml:trace contextRef="#ctx0" brushRef="#br0" timeOffset="3801.8">8993 5573 19343 0,'5'-17'848'0,"-2"6"192"0,1 0-832 0,-1 4-208 16,-1 2 0-16,-2 2 0 0,1 0 1712 0,0-1 288 16,1-6 64-16,0-2 16 0,-1 0 0 0,-2 0 0 0,-1 4 0 0,-3 2 0 15,-2 2-1264-15,0 2-256 0,-2 1-48 0,-1 1-16 16,-2 1-304-16,1 3-64 0,1-1-128 0,0 4 192 0,0 0-192 0,0 4 0 16,3 0 0-16,2 2 0 0,2 6 0 0,0 5 0 15,4 5 0-15,1 6 0 16,2 5 0-16,3 7 0 0,2 3 0 0,1 2 0 15,1-1 0-15,0-2 0 0,-1 1 0 0,0-3 0 16,1-4 0-16,-2-4 0 0,1-6 0 16,-4-5 0-16,-6-28 0 0,8 44 0 0,-7-24 0 0,-2-4 0 15,-1 1 0-15,-5-3 0 0,0 0 0 0,-3-2 0 16,1 0 0-16,-2-5 0 0,1 1 0 0,-2-2 0 16,-1-4 0-16,-1-1 0 0,0-2 0 0,-1-3 0 15,0-3-640-15,1-5-128 0,1-4-32 16,0-6-14608-16</inkml:trace>
  <inkml:trace contextRef="#ctx0" brushRef="#br0" timeOffset="3951.62">8797 5897 8287 0,'1'1'736'0,"0"-1"-592"0,0 2-144 0,0-1 0 0,0 1 2528 0,0 0 480 15,1 3 80-15,-2-5 32 0,0 0 192 0,22 31 32 16,-22-31 16-16,0 0 0 0,42 26-1376 0,-42-26-288 16,0 0-48-16,55-3-16 0,-33-6-784 0,2-3-144 15,0-2-48-15,0-3 0 0,-1-2-464 0,0 0-192 16,-2-2 128-16,-1 0-128 15,0 0-512-15,-2 2-192 0,0-1-48 0,-2 4-16320 0</inkml:trace>
  <inkml:trace contextRef="#ctx0" brushRef="#br0" timeOffset="4083.98">9222 5697 13823 0,'-1'-5'608'0,"1"0"128"0,1 0-592 0,1 3-144 0,-1 0 0 0,0 0 0 15,1 1 848-15,1-1 144 0,1-3 32 0,4-2 0 16,3 0 720-16,1-2 160 0,0 4 16 0,0 0 16 15,-1 3-1552-15,-11 2-384 0,0 0 0 0,0 0 0 16</inkml:trace>
  <inkml:trace contextRef="#ctx0" brushRef="#br0" timeOffset="4247">9291 5746 17503 0,'-3'0'768'0,"1"3"176"0,2-1-752 0,0 3-192 0,0-3 0 0,0 3 0 0,1 0 2336 15,0 4 432-15,0 8 96 0,1 4 16 0,0 5-480 0,0 0-96 16,-1 0 0-16,2-2-16 0,0 0-1712 16,-1-4-320-16,-2-20-80 0,7 32-16 0,-7-32-160 0,0 0-192 0,0 0 32 15,0 0-16016-15</inkml:trace>
  <inkml:trace contextRef="#ctx0" brushRef="#br0" timeOffset="5260.21">9618 5780 13823 0,'-2'0'1216'0,"0"0"-960"0,2 0-256 0,0 0 0 0,0 0 1120 0,0 0 176 15,1 2 48-15,0-2 0 0,1 0 1216 0,1 0 240 16,3 0 48-16,-1-2 16 0,2-3-1536 0,-2 0-304 16,1 0-64-16,-1-3-16 0,1 0-688 0,-1-1-256 15,-2 1 176-15,-1-1-176 0,0 2 0 0,-2-3 0 16,-1 1 0-16,-3 2 0 0,0-1 0 0,-3 1 0 15,1 2 0-15,-3 2 0 0,0 0 0 0,-2 1 0 16,2 2 0-16,-1 0 0 0,4 2 240 0,-1 2 0 0,2 1 0 0,0 2 0 16,1 5 304-16,3-2 64 0,1 1 16 0,1 2 0 15,-1-13-240-15,7 28-64 0,-7-28 0 0,14 32 0 16,-14-32-320-16,0 0 128 0,30 42-128 16,-30-42 0-16,0 0 0 0,34 37 0 0,-34-37 0 0,0 0 0 15,30 38 0-15,-30-38 0 0,0 0 0 0,19 43-128 16,-17-29 128-16,-2 0 0 0,-1 0 0 0,-4 3 0 15,-1 3 0-15,-4 3 0 0,-2 3 0 0,-3-2 0 16,-2 1 0-16,-2 0 0 0,0 0 0 0,0-4 0 0,0-1 0 0,1-4 144 16,4-3-144-16,2-4 160 0,3-5-16 0,2-4 0 15,2-2 0-15,2-8 0 0,3-4-144 0,3-5 0 16,3-4 0-16,3-3-16672 16</inkml:trace>
  <inkml:trace contextRef="#ctx0" brushRef="#br0" timeOffset="5617.75">9872 5744 22111 0,'-2'-5'976'0,"2"0"208"0,0 3-944 0,-1 1-240 15,0 0 0-15,0-1 0 0,0 2 1440 0,-1 0 240 16,-1-3 48-16,0 1 16 0,0 1-432 0,0 1-96 16,0 1 0-16,0 4-16 0,2 1-768 0,0 4-160 0,2 2-16 15,0 0-16-15,1 4-96 0,-2-16-16 0,7 36 0 0,-7-36 0 16,7 34-128-16,-7-34 0 0,9 30 0 0,-9-30 128 15,0 0-128-15,0 0 0 0,0 0 144 0,0 0-144 16,42 21 0-16,-34-29 0 16,1-1 0-16,-1-5 0 0,2-1 0 0,0-2 0 15,-1-1 0-15,-1 1 0 16,-1-1-544-16,-2 1-80 0,0 2-16 0,-1 0 0 0,-2 1-640 0,-1 0-144 0,-1 4-32 0,-1-1 0 0,1 3 1168 0,-2 1 288 16,0 4 0-16,-1 3 0 0,0 3 384 0,1 4 128 15,1 2 16-15,0 3 16 16,0 7 464-16,1 0 80 0,1 3 32 0,0 1 0 0,3 1-112 0,-1-3-32 15,-3-21 0-15,8 38 0 0,-8-38-272 0,0 0-64 16,20 38-16-16,-20-38 0 0,0 0-480 16,0 0-144-16,0 0 0 0,43 8 0 15,-32-14-288 1,0-3-160-16</inkml:trace>
  <inkml:trace contextRef="#ctx0" brushRef="#br0" timeOffset="5962.01">10185 5758 26719 0,'0'0'1184'0,"2"-1"240"0,0 0-1136 15,0-1-288-15,-1 0 0 0,0 1 0 0,1-1 1600 0,2-1 272 16,2-4 48-16,4-2 16 0,1-1-592 0,1-4-128 16,0 2-32-16,-2 0 0 0,-2 3-816 0,1 0-176 15,-1 1-16-15,0 2-16 0,1 3-160 0,-2 0 128 16,0 3-128-16,-3 3 128 0,0 2-128 0,-1 1 0 15,-3-6 144-15,0 0-144 0,6 35 0 0,-5-20 0 16,-2 2 0-16,-1 2 0 0,1 2 0 0,-2-2 0 16,1 0 0-16,0-4 0 0,0-1 0 0,0-4 0 15,1-2 0-15,1-2-128 0,0-3 128 0,1-3 0 0,0-3 0 16,1-2 0-16,0-2 0 0,1-3 0 16,0-2 0-16,1-3 128 0,1 2 256 0,-1-3 48 15,1 1 16-15,0-2 0 0,1-3-272 0,1 2-48 16,-3 3-128-16,3-3 192 0,2-1-192 0,1-2 0 0,1 2 0 0,1 1-160 31,-1 5-1392-31,-1 2-288 0,-1 3-48 0,0 4-14288 0</inkml:trace>
  <inkml:trace contextRef="#ctx0" brushRef="#br0" timeOffset="6569.62">10591 5644 9215 0,'0'-2'816'0,"1"2"-656"0,2-1-160 0,-1 0 0 0,-1-1 4064 0,0 1 784 15,1-1 144-15,1-1 48 0,4-1-2416 0,1-5-496 16,2-1-80-16,1-1-32 0,0-1-1248 0,0 0-240 16,-1 0-48-16,-3 2-16 0,0-2-464 0,-4 3 0 15,-1-1 0-15,-3 2 0 0,-1 0 0 0,-4 3 0 16,-1 0 0-16,-2 1 0 0,0 5 0 0,-1 2 0 16,0 2 0-16,-2 2 0 0,1 3 0 0,1 3-128 15,1 2 128-15,-1 2 0 0,2 1 0 0,0 2 256 16,-1 3-64-16,2-1 0 0,1 1 48 0,0 3 0 15,2 0 0-15,1-4 0 0,3-1 16 0,0-21 16 16,7 29 0-16,-7-29 0 0,0 0-272 0,0 0 128 0,0 0-128 16,47 18 0-16,-35-22 0 0,-1-4 0 0,1 2 0 15,-2-4 0-15,1-2 0 0,-1-2 0 16,-2-2-160-16,1 1 160 0,-3-1-176 0,0 1 48 16,-1-1 0-16,-3 2 0 0,1 0 128 0,-1 1 0 15,0 2-144-15,-1 1 144 0,0 1 0 0,-1 5 0 16,0 3 0-16,0 2 0 0,0 2 0 0,0 3 0 15,-1 3 0-15,1 2 0 0,0-1 192 0,0 2-32 0,1 2-16 0,-1-14 0 16,4 31 32-16,-4-31 0 0,0 0 0 0,15 38 0 16,-15-38 16-16,0 0 16 0,0 0 0 0,0 0 0 15,37 26-64-15,-37-26-16 0,21-6 0 0,-10-2 0 16,-1-1-128-16,3-3 0 0,3-7 0 0,0-2 0 16,1-1-208-16,0-2-32 0,-1 1 0 0,-2-1 0 15,0 0-736-15,-2-2-160 0,-1 0-16 0,-1-3-16 16,-2 1 336-16,0-3 64 0,-2 0 0 0,0 3 16 15,-1-1 96-15,0 4 16 0,-2 5 0 0,0 6 0 0,0 4 1200 16,-1 4 240-16,-1 3 48 0,0 6 16 0,-1 1 544 0,0 3 96 16,0 5 32-16,-1 3 0 0,0 3-960 15,0 4-192-15,-1 4-48 0,0 4 0 16,0 5-144-16,1-1-48 0,-1 0 0 0,1 1 0 0,-1 1 48 16,2-3 0-16,0-1 0 0,1 0 0 0,2-1-192 15,0-3 0-15,-3-28 0 0,11 52 128 0,-11-52-128 0,14 37 0 0,-14-37 0 0,0 0 0 16,0 0-208-16,20 32 16 15,-16-32 16-15,-2-5-17952 0</inkml:trace>
  <inkml:trace contextRef="#ctx0" brushRef="#br0" timeOffset="6781.68">10948 5568 31327 0,'-6'5'1392'0,"1"-2"272"0,2-1-1328 0,1 1-336 15,1-1 0-15,0 0 0 16,1-1 1184-16,0 1 160 0,0 2 48 0,0-1 0 15,2 1 32-15,1-1 16 0,3-3 0 0,0-4 0 0,3 0-768 0,1-2-160 16,2-4-16-16,2-2-16 16,2-2-256-16,2 0-48 0,0-3-16 0,0 0 0 15,2-1-160-15,-2 1 0 0,1 0 0 0,-3 3 0 16,-1 2 0-16,0-2 0 0,0 2 0 0,-1 1-13056 16,-1 3-2496-16</inkml:trace>
  <inkml:trace contextRef="#ctx0" brushRef="#br0" timeOffset="6931.88">11275 5438 32255 0,'4'-6'1424'0,"1"2"304"0,0 0-1392 16,-1 0-336-16,-1 3 0 0,-1-1 0 16,1-1 1280-16,3 1 192 0,3-3 48 0,4-3 0 0,1 0-800 0,-1 3-144 15,-2 0-48-15,-2 3 0 0,-9 2-528 0,0 0 0 16,0 0-240-16,0 0 80 0</inkml:trace>
  <inkml:trace contextRef="#ctx0" brushRef="#br0" timeOffset="7098.54">11341 5568 30399 0,'-3'3'1344'0,"1"-1"288"0,0 1-1312 0,1 1-320 0,0-1 0 0,0-1 0 16,0 3 1104-16,1 2 160 15,-1 2 16-15,0 3 16 0,0 5-848 0,1-17-192 0,2 31-16 0,-2-31-16 16,0 0-224-16,10 35 0 0,-10-35 0 0,0 0-15984 16</inkml:trace>
  <inkml:trace contextRef="#ctx0" brushRef="#br0" timeOffset="7816.27">11549 5510 20271 0,'-1'2'896'0,"0"-2"192"16,1 2-880-16,-1 0-208 0,0 1 0 0,0-1 0 0,1 3 1280 0,-2-1 224 15,-1 6 32-15,-1 2 16 0,0 2-80 0,0 3 0 16,0 2-16-16,1-3 0 16,1-1-896-16,2 1-176 0,0-4-48 0,0-12 0 0,0 0 48 0,8 31 0 15,-8-31 0-15,0 0 0 0,0 0 112 0,0 0 16 16,0 0 16-16,43 12 0 0,-31-19-288 0,-1-2-64 15,2-1-16-15,-1-2 0 0,2-4-160 0,-2 1 0 16,-1-1 0-16,-3 1 0 0,-1 3-176 0,-3 0-16 16,-1-2 0-16,-3 2 0 0,-1 1 192 0,-1-1-128 15,-2 0 128-15,-3 0-128 16,0 3-352-16,-1 1-64 0,-1 1-16 0,-1 5 0 0,2 0 256 0,-1 6 48 0,2 1 16 0,-1 2 0 16,0 2 832-16,1 1 176 0,-2 3 16 15,3-2 16-15,-1 1-112 0,3-2-32 16,-2-1 0-16,3-1 0 0,1 0-224 0,2-3-48 0,2-1-16 15,2-3 0-15,2 1-208 0,1-5-32 0,2 1-128 0,2-4 192 16,1-2-16-16,1-1-16 0,1-1 0 16,0 1 0-16,1-3-160 0,-1 2 128 0,0 1-128 15,-2 0 128-15,0 1-128 0,-2 2 0 0,0 1 0 0,-2 2 0 16,0-2 256-16,-1 3-48 0,-1 0 0 0,-6 2 0 16,0 0-208-16,0 0 144 0,0 0-144 0,0 0 128 15,0 0 16-15,0 0 0 0,0 0 0 0,22 35 0 0,-22-35-144 16,0 0 0-16,0 24 0 0,0-24 0 15,0 0 0-15,0 30 0 0,0-30 0 0,0 0 0 0,0 27 0 0,0-18 0 0,0-9 0 16,0 0 0 0,0 24 0-16,1-20 0 0,0 2 0 0,0-3 0 0,1-2 0 15,-1 1 0-15,2-2 0 0,0-3 0 16,-1-1 0-16,2-1 0 0,0-1 0 0,-1 0 0 0,0 2 0 0,0-1 0 16,3-4 0-16,-1-5 0 0,3-1 0 0,0-2 0 15,0 1 0-15,1 0 0 0,-1 1 0 0,0-1 0 0,1 2 0 0,-1 2 0 16,0 2 0-16,0 3 0 15,-1 0 0-15,0 4 0 0,0 1 0 0,0 2 0 16,-7 0 0-16,0 0 0 0,0 0 0 0,0 0 128 16,0 0-128-16,0 0 0 0,36 29 144 0,-36-29-144 15,0 0 160-15,0 0-160 0,0 0 128 0,0 0-128 0,22 40 0 0,-22-40 0 16,0 0 256-16,0 0-64 0,5 38 0 0,-5-38 0 16,-2 23-192-16,0-13 0 15,-1 2 0-15,1-4 0 0,1 1 0 0,0 0 0 16,1-1 0-16,0-2 0 0,1 1 0 0,-1-4 0 0,2-1 0 0,-1 1-19024 15</inkml:trace>
  <inkml:trace contextRef="#ctx0" brushRef="#br0" timeOffset="9789.06">12889 5412 15663 0,'1'0'1392'15,"0"-1"-1120"-15,0 0-272 0,-1 1 0 0,1-2 1744 0,0 1 304 0,1-1 48 0,0-3 16 16,1-1 464-16,2 0 112 16,0-1 0-16,0-2 16 0,0 1-1008 0,-1 2-208 0,0-1-32 0,-1 2-16 15,0 0-896-15,-1-1-176 0,0 0-48 0,-2 1 0 16,0 1-320-16,-2 1 0 0,-2 1 0 0,-3 0 0 16,-1 4 0-16,-4 0 0 0,-2 3 0 15,-4 5 0-15,-2 2 0 0,-1 5 0 16,1-1 0-16,0 6 0 0,0 4-160 0,3 1 160 0,1 0-192 0,4 1 192 15,3-2 0-15,2-2-128 16,3 2 128-16,3-5 0 0,3 1 0 0,-2-22 0 16,12 33-128-16,-12-33 128 0,0 0 0 0,0 0 0 0,47 28-128 15,-47-28 128-15,40-7 0 0,-17 0 0 0,5-7 0 0,0-3 0 0,4-2 0 0,-2-4-128 16,-4 3 128 0,1-1 0-1,1-2-480-15,-1 3-32 0,-1 0-16 0,-4 2-10544 0,-1 4-2096 16</inkml:trace>
  <inkml:trace contextRef="#ctx0" brushRef="#br0" timeOffset="10560.08">13260 5425 9215 0,'5'-5'400'0,"-1"2"96"0,-2 0-496 0,0 0 0 0,0 2 0 0,-1 1 0 15,0-2 1632-15,1 1 224 0,0-1 64 0,1-1 0 16,0 0 464-16,0 0 112 0,-1 0 0 0,-1 1 16 15,-1-1-656-15,-1 1-144 0,0-2-32 0,-1 1 0 0,1 0-816 0,-1-1-160 16,0-1-48-16,-1-1 0 0,1 0-496 0,-2-1-160 16,-1 2 0-16,0-2 0 0,0 1 0 15,1 1 0-15,-2 2 0 0,0-1 0 0,1 1 0 0,-1 3 0 16,0 2 0-16,0 1 0 0,0 3 0 0,-2 4 0 16,1 4 0-16,-1 3 0 0,2 2 0 0,-1 2 0 15,1 3 0-15,0 0 0 0,2-1 0 0,0-1 0 16,3-3 0-16,1-3 0 0,1-3 0 0,-1-13 0 15,0 0 0-15,0 0 0 0,0 0-128 0,0 0 128 16,47 18 0-16,-34-27-144 0,1-1 144 0,1-6 0 0,1-1 0 16,-1-2-128-16,-1-2 128 0,-2-1 0 0,-2 1-144 15,-3 1 144-15,0 3 0 0,-4 2 0 0,-1 3-144 0,-1 0 144 16,-1 0 0-16,-2 3 0 0,0 4 0 0,-2 2 0 16,0 6 0-16,0 2 128 0,-2 7-128 0,0 2 0 15,1 5 352-15,-1 4-32 0,3 3 0 0,0 1 0 16,2-1 16-16,1-3 0 0,1-1 0 0,-1-22 0 15,8 31-208-15,-8-31-128 0,0 0 128 0,0 0-128 16,0 0 0-16,40 28 0 0,-28-30 0 0,2-5 0 0,0-3 0 16,-1-1 0-16,0-1 0 0,0-1 0 15,0-3 0-15,-1 0 0 0,0-1 0 0,-1-2-128 0,-2 2 128 0,-1-2 0 16,-2 3-144-16,0-1 144 0,-1 0 0 16,-2 3-144-16,1 2 144 0,-1 3 0 15,0 2 0-15,0 0 0 0,-1 5 0 0,0 2 0 0,0 2 0 16,0 3 0-16,-1 1 0 0,1 4 0 0,-2-10 128 0,0 0-128 15,8 40 0-15,-8-40 144 0,4 34-144 16,-4-34 192-16,4 38-192 0,-3-20 192 16,0 0 256-16,0-2 64 0,-1-16 16 0,3 24 0 0,-2-13-336 0,0-4-192 15,-1 1 192-15,-1-4-192 0,1-1 0 0,-1-1 0 16,0 0 0-16,1-2 0 0,-1-4 0 0,1 1 0 0,-1-1 0 16,1-4 0-16,1-1 0 0,1-2 0 15,0-2 0-15,-1-1 0 0,3-3 128 0,1-1-128 0,0-2 0 16,0-1 0-16,0 4 0 0,1-1 0 15,1-4 0-15,1 1 0 0,0 4 0 0,1-1 0 16,1 3 0-16,-2 3 0 0,0 4 0 0,0 2 0 16,-2 3 0-16,1 3 0 0,-1 5 0 0,-6-5 0 15,0 0 0-15,0 0 0 0,20 48 0 0,-20-48 0 16,6 41 0-16,-3-18 0 0,-2 3 0 0,-1 2 0 0,-1 1 0 16,-1-5 0-16,1-3 0 0,0-1 0 15,1 0 0-15,0-5 0 0,0-4 0 0,1 1 0 0,1-2 0 0,0-1 0 16,1-1 0-16,1-3-176 0</inkml:trace>
  <inkml:trace contextRef="#ctx0" brushRef="#br0" timeOffset="11215.69">14645 5308 20271 0,'0'-5'1792'0,"0"2"-1424"0,1 1-368 0,-1 2 0 16,0 0 896-16,1-1 96 0,0 0 32 0,-1-4 0 15,2-2 928-15,1 2 192 0,0-3 32 0,0 0 16 16,0 1-992-16,0 2-208 0,-1-1-32 0,-1 0-16 0,-1 1-528 0,-1 1-96 15,-2-1-32-15,-1 2 0 16,-2 1 64-16,-2 2 16 0,-3 0 0 0,-3 3 0 16,-3 4-224-16,-1 0-144 0,0 4 192 0,-1 1-192 15,0 7 128-15,1-1-128 0,5 0 0 0,1 3 0 0,2 3 128 0,1 5-128 16,1 6 0-16,3-1 0 0,3-3 0 0,2-6 0 16,0-25 0-16,9 41 0 0,-9-41 0 0,0 0 0 15,38 31 0-15,-38-31 0 0,36 2 0 0,-14-7 0 16,5-2 0-16,1-5 0 0,2-4 0 0,1-4-144 15,0 1 144-15,-1-4-128 16,-2-1-1152-16,-2-1-208 0,-6 3-48 0,-2 1-13712 0</inkml:trace>
  <inkml:trace contextRef="#ctx0" brushRef="#br0" timeOffset="11559.24">14912 4924 11055 0,'-3'-11'976'0,"2"2"-784"0,0 3-192 0,-1-1 0 15,2 6 2704-15,0 1 496 16,0 0 112-16,-1 1 16 0,1 1-192 0,0 0-48 0,-1 5 0 0,0 4 0 15,0 4-1456-15,1 3-288 0,-1 4-64 0,1 5-16 16,0 4-736-16,0 2-144 0,0 0-16 0,-1-2-16 16,-1 2-224-16,-1 1-128 0,-1 3 160 0,-1-2-160 0,0-5 0 15,1 2 0-15,-3 2 0 0,2-1 0 16,0-2 0-16,2-7 0 0,1-4 0 0,1-5 0 16,1-4 0-16,0-3 0 0,2-6 0 0,1-3 0 0,1-2 0 15,0-5 0-15,3-3 0 0,0-2 0 16,2-3 0-16,-1-3 0 0,1 0 0 0,1-2 0 15,0-3 0-15,1 0 128 0,0 3-128 0,0-1 0 0,1 4 0 0,0 4 0 16,-1 2 128-16,-1 2-128 0,-1 5 0 16,-2 3 0-16,1 2 0 0,-3 2 0 0,-5-2 0 0,0 0 0 15,0 0 0-15,16 42 0 16,-16-42 0-16,3 32 0 0,-3-32 0 0,1 43 0 0,-2-20 0 0,1-2 0 16,0 1 0-16,0-22 0 0,3 33 0 0,-3-33 0 0,0 0 0 0,0 0 0 15,16 38 0-15,-16-38 0 16,0 0 0-16,0 0-12032 15,30-3-2304-15</inkml:trace>
  <inkml:trace contextRef="#ctx0" brushRef="#br0" timeOffset="12082.42">15313 5358 17503 0,'3'-7'768'0,"0"3"176"0,1 0-752 0,-1 0-192 0,-1 1 0 0,0 1 0 0,1-2 1792 0,1-1 320 15,3-3 64 1,2-3 0-16,3-4-688 0,1-2-144 0,0 1-16 0,-2 2-16 16,-2 0-320-16,-3 2-64 0,-1 2-16 0,-3 0 0 15,-1 4-160-15,-2 1-48 0,-2 0 0 0,-2 3 0 16,1 0-128-16,-4 2-16 0,0 2-16 0,-2 2 0 0,0 1-288 16,-2 2-64-16,0 3-16 0,0-1 0 0,3-1-176 0,0 3 0 0,-1 1 0 0,0 2 0 31,1 0 0-31,0 3 0 0,-1 0 0 0,1-1 0 0,2 3 0 15,0-4 0-15,4-1 0 0,1-2 0 0,1-2 0 0,2-2 0 16,-1-8 0-16,0 0 0 16,0 0 0-16,0 0 0 0,0 0 0 0,0 0 0 0,37 24 0 15,-29-24 0-15,1-1 0 0,0 0 0 16,-1-3 0-16,2 1 0 0,1-2 0 0,0-2 0 0,-1 0 0 16,1-3 0-16,-1-1 0 0,1-1 0 0,0 0-256 15,-3 0 80-15,-1 0 16 0,1-2 0 0,-3 2-112 0,1-2-32 16,-1-1 0-16,-3 1 0 0,1 0 304 0,-2 1 0 15,0 2 0-15,-1 2 0 0,-1 3 0 0,0 1 0 16,0 4 0-16,-1 1 0 0,1 3 128 0,0 1-128 16,-1 3 176-16,1-2-176 0,0 3 368 0,0 3-48 15,0 1 0-15,0 5 0 0,0-1-112 0,0 1-16 16,1-17-16-16,2 33 0 0,-2-33-48 0,0 0 0 16,9 34 0-16,-9-34 0 0,0 0-128 0,0 0 0 15,0 0 0-15,0 0 0 0,0 0 0 0,38 16 0 16,-32-21 0-16,-1-1 0 0,2-2 0 0,-1-1-176 0,3 0 176 0,-3 0-128 31,1 1-1872-31,1-2-368 0,2-2-80 0,2-5-12448 0</inkml:trace>
  <inkml:trace contextRef="#ctx0" brushRef="#br0" timeOffset="12434.7">15683 5140 13823 0,'8'-3'608'0,"-6"1"128"0,-1 2-592 0,-1 0-144 0,0 2 0 0,0-2 0 16,-1 5 2304-16,0 2 416 0,-2 3 96 0,0 3 0 15,-1 5-256-15,-1 0-64 0,0 4-16 0,1-4 0 16,-1-1-1520-16,2 0-320 0,1-2-48 0,-1 0-16 0,1 0-576 0,1-1 0 15,0 0 0-15,0-4 0 0,1-1 0 0,0-1 0 16,-1-2 0-16,2-1 0 0,-1 0 0 0,0-4-128 16,0 0 128-16,1-2 0 0,0 0 0 0,0-4 0 15,1 0 0-15,1-1 0 16,-1 0 0-16,1-3 0 0,1-2 0 0,0-2 128 0,1 0 128 0,1-4 16 16,1 0 16-16,1-4 0 0,1 4-64 0,0-4-16 15,2 2 0-15,-1-2 0 0,1 4-208 0,1 0 128 16,-2 0-128-16,-2 5 0 0,1 3 0 0,-2 2 0 0,-2 5 0 15,0 0 0-15,-1 4 224 0,-1 2-48 16,-2 2-16-16,-1 2 0 0,0 1 336 0,0 2 64 16,-1 1 16-16,-1 2 0 0,0 0-336 0,0-1-64 0,-1 2-16 0,0-1 0 15,2-4-160-15,-1 2 0 16,0 2 144-16,-1 0-144 0,0 3 0 0,1-3 0 16,0-1 0-16,0-2 0 0,1 1 0 0,1-4 0 15,0-1 0-15,-1-1 0 0,2-3 0 0,0 1 0 0,0-3 0 0,0-1 0 16,2-1-544-16,-1-1-32 0</inkml:trace>
  <inkml:trace contextRef="#ctx0" brushRef="#br0" timeOffset="13197.85">16123 5219 29487 0,'0'-1'2624'0,"1"-1"-2112"0,0 1-512 0,0 1 0 16,0-2 0-16,0 2 0 0,1-3 0 0,1-1 0 15,2-1 592-15,1-2 16 0,2-3 0 0,-1 3 0 16,3-2 240-16,-3-1 48 0,-1 1 16 0,0 0 0 16,-1 1-480-16,-1-3-112 0,-1 1 0 0,-1-1-16 15,-2 1-176-15,-1-1-128 0,-2 2 144 0,-1 1-144 16,-2 0 208-16,-1 6-48 0,-2-1-16 0,-1 3 0 15,0 3 128-15,-2 1 32 0,0 4 0 0,-1 1 0 16,1 5-160-16,0-1-16 0,0 4-128 0,0 0 192 0,2 0-192 16,1 2 0-16,2-2 0 0,1-2 0 15,2-2 0-15,2-1 0 0,1-2 0 0,1-10 0 0,0 0 0 16,0 0 0-16,0 0 0 0,0 0 0 0,0 0 0 0,43 23-128 16,-31-29 128-16,1 0 0 15,0-1 0-15,-1 0 272 0,0 0-48 0,-1 0-16 0,1 2-16 0,-2-2-16 16,-1 5 0-16,-2 0 0 0,0 2-176 15,-2 2 0-15,-2 2 144 0,-3-4-144 0,0 0 176 0,0 34-48 16,-3-20 0-16,0 3 0 0,-2 2-128 0,-1 4 160 16,-4 6-160-16,-2 4 160 0,0 0-160 0,0 0 0 0,-1-4 0 0,2-3 128 15,0-4-128-15,1-2 0 16,1-6 0-16,2-2 0 0,1-2 0 0,-1-3 0 16,0 0 0-16,0-2 0 0,1 0 0 0,-1-3 0 15,0 0 0-15,-1-1 0 0,1 1 0 0,-1-4 128 16,1 1-128-16,-1-1 0 0,0 0 0 0,2-3 0 0,0-2 0 0,2 0-18048 15</inkml:trace>
  <inkml:trace contextRef="#ctx0" brushRef="#br0" timeOffset="13610.2">16297 5260 20271 0,'6'-4'896'0,"-1"1"192"0,1-2-880 0,-1 3-208 16,-2 0 0-16,1 0 0 0,1-1 768 0,3-2 128 16,4-1 0-16,5-2 16 15,2-1 240-15,1 2 64 0,-1-1 0 0,-1 1 0 16,-3 2-96-16,-2 1-16 0,-2 1 0 0,-2-2 0 16,-1 3 0-16,-2-2 0 0,1 1 0 0,-3-2 0 15,0 3-272-15,-1-3-64 0,-1 0-16 0,-1-1 0 0,-1 0-400 0,0 0-80 16,-1 1-16-16,-2-2 0 0,1 2-128 0,-2 0-128 15,0 1 144-15,-2-3-144 0,0 4 128 0,1 1-128 16,-1 2 0-16,0 0 0 0,0 2 224 0,1 3-48 0,-2 0-16 0,1 2 0 16,-1 2-160-16,1-1 192 15,-1 3-192-15,1 1 192 0,-3 2-192 0,1 3 160 16,-1 2-160-16,0 1 160 0,2-2 16 0,0 1 0 0,-1 0 0 0,3 0 0 16,1-1-48-16,1-1 0 0,3-17 0 15,0 0 0-15,4 33-128 0,-4-33 160 0,0 0-160 0,0 0 160 16,0 0 96-16,35 14 0 0,-25-17 16 0,3-3 0 15,2 0-272-15,0-2 0 16,-1-1 0-16,-1 1 0 0,0-2-192 0,0 1-160 0</inkml:trace>
  <inkml:trace contextRef="#ctx0" brushRef="#br0" timeOffset="15616.83">17376 5253 8287 0,'-1'0'736'0,"0"-2"-592"0,2 2-144 0,0 0 0 0,0-2 896 0,0 1 160 16,1-1 32-16,1 0 0 0,1-2 1568 16,3-2 320-16,0-1 64 0,1-2 16 0,2-1-784 0,-1-2-160 15,-1 1-16-15,0-1-16 0,-2 0-1168 0,-1 0-224 16,-1-2-48-16,-2 0-16 0,-2 1-224 0,-2-1-32 16,-3 2-16-16,-2 0 0 0,-3 3-128 0,-2 1-32 15,-3 4 0-15,0 4 0 0,-2 1-32 0,1 5-16 0,0 2 0 16,1 1 0-16,-2 5-144 0,1 3 128 0,2 0-128 15,1 2 128-15,3-1-128 0,0 4 128 0,1 2-128 0,0 4 128 16,2 0-128-16,2 1 0 16,3-1 0-16,2-28 128 0,4 45-128 0,-4-45 0 0,0 0 0 0,19 45 0 15,-19-45 0-15,0 0 0 0,0 0 0 0,42 15 0 16,-29-20-160-16,1-2 160 0,0-3 0 0,0-2-144 16,-1-2 144-16,-2 1 0 0,0-2 0 0,-2 1-128 0,-1-1 128 15,-3 1 0-15,2 0 0 0,-2 0 0 0,-1 1 0 16,0 2 0-16,-1 2 0 0,-1 3 0 0,0 2 0 0,0 2 0 15,0 2 0-15,0 2 0 16,-1 3 0-16,-1 3 0 0,1 1 0 0,-1 2 128 16,0-11 320-16,0 0 80 0,1 38 16 0,-1-38 0 0,2 31-288 0,-2-31-48 15,0 0-16-15,9 36 0 0,-9-36-192 0,0 0 128 16,0 0-128-16,0 0 0 16,36 28 0-16,-25-32 0 0,0-1 0 0,1-2 0 0,0-3 0 15,0-1 0-15,0 0 0 0,-1-3 0 16,0 0-1616-16,1-2-224 0,0-1-32 0,-1 0-16 15,0-2-1584-15,-1 0-320 0,1-2-64 0,-2 0-16 16,-1-1 1152-16,1 1 224 0,-1 2 64 0,-1 2 0 16,-1 6 1344-16,-2 1 288 0,-1 8 48 0,0 0 16 0,-1 4 2624 0,-2 2 528 15,0 4 96-15,-1 1 32 0,-1 3 528 0,0 3 128 0,-1 5 0 16,0 2 16-16,-2 2-1440 0,1 0-304 16,0-1-48-16,-2 1-16 0,1 2-368 0,0-2-80 0,1-1 0 0,2-4-16 15,1-2-496-15,1-17-112 16,-1 24-16-16,1-17 0 0,1 0-320 0,-1-5 0 15,0 0 0-15,0-3 0 0,1 0 0 0,-1-6 0 16,3 0 0-16,0-3 0 0,1-2 0 0,-1-2 0 16,3 2 0-16,0-4 0 0,2-6 0 0,0-1 0 15,2-4 0-15,1 1 0 0,-1-2 0 0,0 2 0 16,0 2 0-16,0 5 128 0,0 5-128 0,-3 3 0 0,0 5 128 16,-1 4-128-16,-1 4 208 0,-2 3-16 0,-3-5-16 0,0 0 0 15,6 36 272-15,-6-36 64 0,-1 40 16 0,1-40 0 16,-1 38-320-16,-1-17-64 0,1 3-16 0,-1 2 0 15,0 2-128-15,0-4 128 0,2-24-128 16,-3 43 128-16,3-43-128 0,2 31 0 0,-2-31 0 0,0 0 0 0,0 0 0 16,0 0 0-16,0 0 0 0,0 0 0 0,0 0-176 15,21-2-112-15</inkml:trace>
  <inkml:trace contextRef="#ctx0" brushRef="#br0" timeOffset="16132.23">17976 5332 23951 0,'3'0'1056'0,"0"-2"224"15,1 1-1024-15,-1 1-256 0,0-2 0 0,0 0 0 0,-1-1 1328 0,4 1 208 16,3-5 32-16,4-1 16 0,3-1-624 0,0-4-112 16,1 0-16-16,-2 1-16 0,-1-1-496 0,-3 2-80 15,-2 0-32-15,-3 1 0 0,-1 1 544 0,-3 1 96 16,-2 1 32-16,-4 0 0 0,-1 3-336 0,-2 3-64 15,-3-1-16-15,-2 4 0 0,-1 2-208 0,0 0-32 16,-1 3-16-16,0 0 0 0,2 2-208 0,1 1 0 0,1 0 128 0,4-2-128 16,1-3 0-16,0 2 0 0,0 3 0 0,-1 4 0 15,2 3 0-15,0 0 0 0,4-17 0 0,-1 30 0 16,1-30 0-16,0 0 0 0,0 0 0 16,14 40 0-16,-14-40 0 0,0 0 0 0,0 0 0 0,0 0 0 15,34 12 0-15,-24-14 0 0,-1-3 0 0,-2 0 0 16,1 1 0-16,0-4 0 0,2-1 0 0,3-3 0 15,1-4 0-15,-1-1 0 0,-1 1 0 0,-2-4 0 16,1 2 0-16,-3-2 0 0,-1 0 0 16,2-2 0-16,-1-4 0 0,0-4-160 0,1-4 32 0,0 0 0 31,-2 2-320-31,2-6-64 0,1-10-16 0,0 3 0 0,1 0 160 0,-1 7 48 0,-1 12 0 0,-3 5 0 16,1 9 320-16,-4 5 208 0,1 5-16 0,-2 4-16 15,-1 5 608-15,-2 2 128 0,-1 5 32 0,0 6 0 0,-1 1-336 16,-2 5-64-16,0 5-16 0,-1 5 0 15,-1 8-208-15,-1 4-32 0,3 0-16 0,-1-4 0 0,1-4 64 16,2-4 16-16,0-3 0 0,1-6 0 0,2-27-192 16,-1 44-32-16,1-44-128 0,3 41 192 0,-3-41-192 0,0 0 0 15,12 40 0-15,-12-40 0 0,0 0-320 0,0 0-16 16</inkml:trace>
  <inkml:trace contextRef="#ctx0" brushRef="#br0" timeOffset="16719.73">19248 4959 29487 0,'11'-17'1296'0,"-3"6"288"0,0 1-1264 0,-1 3-320 0,-3 5 0 0,-3-3 0 0,2 1 448 0,3-1 48 16,1-6 0-16,2-2 0 0,-1-4 528 0,-3 3 128 15,-4 3 0-15,-3 3 16 0,-3 3-560 0,-4 3-112 16,-2 2-32-16,-5 5 0 0,-3-1-272 0,-2 6-64 0,-3 2-128 0,1 2 192 16,-1 0-192-16,-2 5 0 15,-4 5 0-15,-1 2 0 0,0 0 0 0,3-2 0 16,6-1 0-16,6-5 0 0,7-2 0 0,5-2 0 15,4-14 0-15,0 0 0 0,0 0 0 0,0 0 0 16,38 38 0-16,-38-38 0 0,40 2 0 0,-19-2-128 0,2 2 128 0,1 1 0 0,2 2-176 0,-26-5 176 16,50 12-160-16,-50-12 160 0,45 19 0 0,-45-19-144 15,0 0 144-15,36 33 0 16,-36-33 0-16,0 0 0 16,0 30 0-16,-7-20-128 0,-3 2 128 0,-2 0 0 15,-1-3 128-15,-3 1-128 0,-2 1 416 0,0-3 16 0,4 1 0 0,-5-2 0 16,1 0-176-16,-2-2-48 0,6 0 0 0,0-3 0 15,3-2-208-15,2-2 128 0,3-4-128 0,6-3 0 16,5-2 0-16,5-6-336 0</inkml:trace>
  <inkml:trace contextRef="#ctx0" brushRef="#br0" timeOffset="16966.33">19594 4794 30399 0,'-3'-6'1344'0,"-1"2"288"0,1 2-1312 0,0 2-320 0,1 2 0 0,-1 0 0 15,-1 1 816-15,-1 4 80 0,-3 0 32 0,-5 7 0 16,-2 6-64-16,0 3-16 0,2 0 0 0,1 2 0 0,3 3-640 0,3 0-208 16,3 0 128-16,3-28-128 15,5 53 0-15,-5-53 0 0,16 45 0 0,-16-45 0 0,0 0-128 0,26 45 128 16,-26-45 0-16,0 0-144 0,0 0 144 0,32 40 0 16,-32-40 0-16,0 0-128 0,0 0 128 0,0 0 0 15,0 0 0-15,0 0 0 0,0 0 0 0,0 0 0 16,29 5 128-16,-30-10-128 0,1 0 0 0,-3-1 0 15,-1 0 0-15,-1-1 0 16,0-1-1696-16,-3-1-304 0</inkml:trace>
  <inkml:trace contextRef="#ctx0" brushRef="#br0" timeOffset="17118.09">19340 5068 17503 0,'-2'5'1552'0,"1"-2"-1232"16,2-1-320-16,0-1 0 0,-1 0 1856 0,2 4 304 0,-2-5 64 0,0 0 16 15,0 0 1008-15,26 45 208 0,-26-45 32 16,0 0 16-16,48 12-2112 0,-27-17-432 15,1-2-64-15,2-3-32 0,2-4-448 0,1 0-96 0,0-2 0 0,0-4-16 16,-1 4-304-16,-2-3 0 0,-2 2 0 0,-1 2 0 16,-2 0 0-16,0 0-144 0,-2-1 16 0,-3 1-18592 15</inkml:trace>
  <inkml:trace contextRef="#ctx0" brushRef="#br0" timeOffset="17286.33">19818 4852 18431 0,'2'-3'816'0,"0"2"160"16,0-1-784-16,0 2-192 0,0-2 0 0,0 1 0 0,0 1 2608 0,2-2 464 16,1 1 112-16,4-3 16 0,3 0-624 0,1-1-112 15,-1 1-32-15,1 0 0 0,-1 0-1904 0,-1 1-384 0,-1 1-144 0,-1 0 0 32,-1 2-448-32,-3 2-208 0,0 0-48 0,-3 1-10384 15,-1 4-2096-15</inkml:trace>
  <inkml:trace contextRef="#ctx0" brushRef="#br0" timeOffset="17436.68">19893 4980 15663 0,'0'0'688'0,"0"0"144"0,0 0-656 0,0 0-176 0,0 0 0 16,0 0 0-16,0 34 2944 0,-1-27 544 16,1-7 112-16,-5 28 32 0,2-10-560 0,-1 2-96 15,0-3-32-15,4-17 0 0,-5 30-2064 0,2-18-432 0,1-2-64 16,0 0-32-16,1-3-352 0,1 0 0 0</inkml:trace>
  <inkml:trace contextRef="#ctx0" brushRef="#br0" timeOffset="17701.74">20242 4601 25791 0,'4'-14'1152'0,"-1"5"224"15,-1 4-1104-15,0 2-272 0,-1 1 0 0,-1 2 0 16,0-2 2368-16,0 2 400 0,0 0 96 0,-1 2 16 0,-3 8-1456 0,-1 6-272 16,-4 8-64-16,-3 7-16 0,-1 7-848 0,-2 7-224 15,-1 0 0-15,-1 2 0 0,2 1 0 0,1-4 0 16,3 2 0-16,1-4 0 0,2-2 0 0,1-6-192 15,2-6 32-15,5-28-11616 16,0 37-2336-16</inkml:trace>
  <inkml:trace contextRef="#ctx0" brushRef="#br0" timeOffset="17899">20477 4610 17503 0,'6'-11'768'0,"-2"5"176"0,-2 2-752 0,0 2-192 0,-2 3 0 15,-1 3 0-15,-1-2 1632 0,0 5 288 0,-1 2 64 0,-5 11 16 16,-5 8 592-16,-3 8 112 0,-5 2 32 0,1 2 0 16,-1-2-944-16,0 0-192 0,1 1-48 0,1-1 0 15,2-1-960-15,2-2-192 0,2-1-32 0,4-4-16 16,1-4-352-16,8-26 0 0,-6 41 0 0,6-41 0 16,0 0 0-16,0 0-160 0</inkml:trace>
  <inkml:trace contextRef="#ctx0" brushRef="#br0" timeOffset="20006.84">20835 4952 17503 0,'-3'-2'1552'0,"0"-1"-1232"0,1 2-320 0,1 0 0 16,0 1 1280-16,0 0 208 0,-1-2 48 0,-1 1 0 15,-2-3 832-15,0 0 192 0,2-1 16 0,0 1 16 0,4 0-1008 0,1-1-208 0,2 1-32 0,3-4-16 31,2 2-816-31,4-4-144 0,2 0-48 0,1-1 0 16,2 1-320-16,0-1 128 0,0 1-128 0,0 0 0 16,-2 3 0-16,-1 2 0 0,-3 1 0 0,-2 4 0 15,-2 2 0-15,-8-2 0 0,0 0 0 0,0 0 0 16,10 43 0-16,-13-23 0 0,-4 3-144 0,-1 3 144 0,-2 2 0 16,-2 0 0-16,-1-2-144 0,0 1 144 0,1-6 0 0,0-2 0 15,3-2 0-15,2-5 0 0,0-5 0 0,3 0 0 16,2-5 0-16,2 0 0 0,2-4 144 0,0-3 48 15,4-2 0-15,1-2 0 0,4-5 224 0,1-2 48 16,1-2 16-16,2-1 0 0,1-1-352 0,1 0-128 16,1-4 0-16,2 1 144 0,-1 1-144 0,1-1 0 15,-1 0 0-15,-1 3 0 16,-2 5-784-16,-2 4-96 0,-2 4-16 0,-3 4-16224 16</inkml:trace>
  <inkml:trace contextRef="#ctx0" brushRef="#br0" timeOffset="20307.54">21201 4962 20271 0,'4'2'896'0,"-2"-2"192"0,1 0-880 0,0 0-208 0,-1 0 0 0,-1-2 0 16,2 2 2496-16,3-3 448 0,2-2 80 0,4 1 32 15,4-4-960-15,1 2-192 0,0-4-48 0,2 1 0 16,-2 0-1216-16,2 1-240 0,-2 1-48 0,-2 0-16 16,-2-1-336-16,-1 2 0 0,-2 1 0 0,-2 0 0 15,-1 0-576 1,-4 0-96-16,-1 1-16 0,-2-3 0 15,-3 2-880-15,0-2-176 0,-4 1-48 0,-2 0 0 0,0 1 656 0,-3 3 128 0,-1-2 32 0,-2 3 0 16,0 4 720-16,-1 0 256 0,1 5-144 0,0 0 144 0,0 3 176 16,1 3 112-16,0 1 32 0,2 0 0 0,2 1 640 15,0 2 128-15,2 0 16 0,1 2 16 16,2-2 32-16,5-18 0 0,-2 32 0 0,2-32 0 16,0 0-640-16,0 0-128 0,20 40-32 0,-20-40 0 0,0 0-352 0,36 10 0 0,-20-12 0 0,3-1-128 15,1-4-112-15,1 0-16 0,-2-2 0 0,3-1-15808 31</inkml:trace>
  <inkml:trace contextRef="#ctx0" brushRef="#br0" timeOffset="20548.77">21667 4779 26719 0,'0'0'1184'0,"0"0"240"0,0 1-1136 0,0 1-288 16,0 0 0-16,0-1 0 0,1 0 1824 0,0 2 304 15,0 2 64-15,-1-5 16 0,0 0-1280 0,0 0-256 16,7 42-48-16,-7-42-16 0,0 0-448 0,-3 52-160 0,3-52 0 0,-11 48 144 0,3-20-144 0,-3 3 0 31,-1 5 0-31,-3 1 0 0,-2 1 0 0,0 0 0 16,-2-1 0-16,2-3 0 0,1-3 0 0,2-3 0 0,2-4 0 0,2 0 0 0,2-7-128 0,2-1 128 16,6-16-160-16,0 0-10752 15,-7 33-2144-15</inkml:trace>
  <inkml:trace contextRef="#ctx0" brushRef="#br0" timeOffset="20834.75">21661 4855 28559 0,'-3'0'1264'0,"1"0"272"15,1 0-1232-15,1 0-304 0,1 0 0 0,1 0 0 16,1-2 1472-16,0 1 256 0,3-2 32 0,4 0 16 0,4-5-832 0,3 1-176 15,2-2-16-15,2-1-16 0,1-1-608 0,-1 1-128 16,1 1 0-16,-1 1 0 0,-1 1 0 0,-2 5 0 16,-3 0 0-16,-4 6 0 0,-11-4 0 0,0 0-128 15,0 0 128-15,0 0 0 0,8 44 256 0,-16-31 128 16,-2 1 0-16,-4 3 16 0,0-3-32 0,-3 3-16 16,-2 0 0-16,-2 1 0 0,1-1-224 0,-1-3-128 15,1 0 128-15,2-3-128 0,3-3 0 0,2-1 0 16,4-2 0-16,3-2 0 0,2-1 0 0,3-2 0 15,1-2 0-15,2-3 0 0,3 0-208 0,0 0-112 0,2-2-32 0,1 1-17216 16</inkml:trace>
  <inkml:trace contextRef="#ctx0" brushRef="#br0" timeOffset="21171.47">21906 4893 11055 0,'2'-3'976'0,"-1"1"-784"0,0 2-192 0,1-1 0 16,-1 0 2944-16,1 1 560 0,0-2 96 0,1 0 32 0,2 1-432 0,4-4-96 15,4 1-16-15,0-4 0 0,0 2-2176 0,1 0-432 16,1-3-96-16,-1 2 0 0,0-3-256 0,0 3-128 16,-1-1 160-16,-2 2-160 15,-1 2 0-15,-2 3 0 0,0 1 0 0,-3 3 0 16,0 2 0-16,-5-5 0 0,0 0 0 0,0 0 0 16,0 0 528-16,1 42 16 0,-1-42 0 0,-8 24 0 0,8-24-128 0,-10 24-32 15,3-10 0-15,-2 0 0 0,-2 2-384 0,1-1 0 16,-1-1 128-16,2 0-128 15,0-4 0-15,1-1 0 0,2-1 0 0,0-2 0 0,2-1 0 0,2-2 0 0,1-3 0 0,1 0 0 16,1-3 0-16,1-2 0 16,2-2 0-16,3-2 0 0,0-1 256 0,2-2-48 15,2-2 0-15,2-1 0 0,1 0 32 0,3-5 0 16,3-1 0-16,3-4 0 0,0 3-240 0,-1 0 0 16,-1 2 128-16,-2 5-128 0,-1 0 0 0,-3 6-160 15,0 1 32-15,-4 4 0 16,-1 2-1136-16,-4 2-208 0</inkml:trace>
  <inkml:trace contextRef="#ctx0" brushRef="#br0" timeOffset="21484.09">22229 4900 12895 0,'3'0'1152'0,"0"0"-928"0,0 0-224 16,-2 0 0-16,1 0 1488 0,1 0 256 0,2-2 48 16,2 0 16-16,4 1 320 0,2-3 64 0,2 1 16 0,-1-2 0 15,1 0-1632-15,-2 1-336 0,0-1-64 0,-1-2-16 0,0 3-304 0,-1-2-64 16,-1 0-16-16,0 0 0 31,-1-2-1120-31,-1 0-240 0,-1-1-32 0,-3 2-16 0,0-3 112 16,-3 0 32-16,-1 1 0 0,-2 0 0 0,-2 1 1184 0,-1 4 304 0,-2-1 0 0,0 2 0 0,-2 3 1104 0,0 3 288 0,0 0 48 0,-1 4 16 15,-1 3 800-15,-1 2 176 0,-1 3 16 16,1 2 16-16,0 0-272 0,3-2-48 0,2-2-16 0,-1 1 0 16,1 5-1136-16,7-19-224 15,-12 39-64-15,12-39 0 0,-7 34-512 0,7-34-192 0,0 0 144 0,2 38-144 16,-2-38 0-16,0 0 0 0,0 0 0 0,0 0 0 15,34 22 0-15,-25-22 0 0,2-2 0 0,-1-1 0 16,1-2-144-16,1 2 144 16,-1-1 0-16,1 0-17920 0</inkml:trace>
  <inkml:trace contextRef="#ctx0" brushRef="#br0" timeOffset="22217.97">22838 4808 20271 0,'-2'-5'1792'0,"1"2"-1424"15,1 1-368-15,0 2 0 0,0 0 528 0,0-2 48 0,0-1 0 0,-1-2 0 16,0-3 1088-16,0 1 240 16,-1-1 32-16,0 1 16 0,0-1-1072 0,-1 4-224 15,-1 0-32-15,-2 3-16 0,-3 1-80 0,-1 3-16 0,-4 0 0 0,-3 5 0 16,-3 2-96-16,-3 2-32 16,0 2 0-16,-1 3 0 0,2-2 272 0,0 2 48 15,-1 3 16-15,1-1 0 0,4 2-144 0,4-4-16 16,4-1-16-16,4-4 0 0,6-12-368 0,0 0-176 0,0 0 160 0,0 0-160 0,32 27 0 15,-17-27 0-15,3-1 0 0,2-3 0 16,-1 3 0-16,0-1 0 0,-4 2 0 0,-2 0 0 16,-2 2 0-16,-11-2 0 0,0 0-128 0,0 0 128 15,0 0 0-15,0 43 0 0,-9-29 0 0,-3 1 0 16,-2 0 0-16,-2 0 0 0,0 2 0 0,-2-2 0 16,0 1 0-16,0-2 0 0,2-2 0 0,1 0 0 15,4-5 0-15,3 0 0 0,2-3 0 0,4-1 0 0,3-3 0 0,3 0 0 0,4-3 0 0,2-3 0 31,2-2-992-15,3 1-96-16</inkml:trace>
  <inkml:trace contextRef="#ctx0" brushRef="#br0" timeOffset="22506.28">22822 4972 14735 0,'2'-5'640'0,"-1"2"160"0,0 3-640 0,0 0-160 16,0 0 0-16,-1 0 0 0,1 2 2576 0,0-1 496 15,2 3 80-15,2 1 32 0,-5-5-688 0,0 0-144 0,0 0-32 0,41 19 0 16,-23-16-1536-16,1-1-304 15,2-2-64-15,1 0-16 0,1-5-400 0,-1 0 0 16,1 0 0-16,-5-2 0 0,-1 0 0 0,-3 0 0 0,-4-2 0 0,-2 1 0 16,-4 1 0-16,-1 0 0 15,-4-2 0-15,-2 1 0 0,0 2 0 0,-3-1 0 0,-3 0 0 0,-2-1 0 16,-2 2 0-16,-2 2 0 0,-1 0 0 0,0 4 128 16,1 0-128-16,1 4 0 0,0 1 144 15,-1 3-144-15,1 3 320 0,-1 3-16 0,1 3 0 16,0 0 0-16,2 0 144 0,2 1 48 0,1 1 0 15,9-19 0-15,-10 34-160 0,10-34-16 0,0 0-16 0,4 42 0 16,-4-42-176-16,0 0-128 0,0 0 192 0,36 34-192 16,-36-34 0-16,31 11 0 0,-14-8 0 0,0-1 0 15,2-1 0-15,-1-1 0 0,2 0 0 0,-1-1 0 32,0 1-1920-32,-3-2-320 0</inkml:trace>
  <inkml:trace contextRef="#ctx0" brushRef="#br0" timeOffset="22903.38">23271 4876 20271 0,'-2'7'896'0,"0"0"192"15,1 1-880-15,-1-4-208 0,0 1 0 0,1-2 0 0,0 3 2320 0,-2 0 432 16,3-6 64-16,-9 26 32 0,9-26 0 0,-9 35 0 16,9-35 0-16,-7 31 0 0,7-31-2208 0,0 0-432 15,-8 39-80-15,8-39-128 0,0 0 0 0,-10 29 0 16,5-19 0-16,0-2 0 0,-1 0 0 0,1 0 0 15,-1-4 0-15,1 1 0 0,0-2 0 0,1-1 0 0,1 0 0 0,2-3 0 16,1 0 0-16,1-4 0 0,3-2 0 0,2-2 0 16,0-1 0-16,4-4 0 15,0-3-128-15,2-2 128 0,1 0 0 0,0-2-192 16,0 0 192-16,0 0-160 0,1 0 160 0,-1 0 0 16,0-1 0-16,0 5 0 0,-1 0 0 0,-1 5 0 0,1 1 0 15,-3 3 0-15,0 4 0 0,0 1 0 0,-2 3 0 0,-1 0 0 16,-1 3 0-16,-5-3 0 0,0 0 0 0,0 0 0 15,0 0 0-15,13 47 0 0,-13-47 0 0,0 0 0 0,-5 52 0 0,5-52 0 16,-11 45 0-16,11-45 0 16,-15 45 192-16,15-45-16 0,-13 41-16 0,13-41 0 0,-10 31-160 0,10-31 0 15,0 0 0-15,0 0 0 0,-1 37 0 0,4-34 0 16,3-1 0-16,2-4 0 16,4-1-464-16,2-4-80 0</inkml:trace>
  <inkml:trace contextRef="#ctx0" brushRef="#br0" timeOffset="23162">23723 4663 19343 0,'-3'0'1728'0,"1"2"-1392"15,0 1-336-15,-1 1 0 0,1-1 880 16,1 2 96-16,-1-2 32 0,1 5 0 0,1-8 848 0,0 0 192 16,-13 48 16-16,13-48 16 0,-6 43-1504 0,6-43-320 15,-6 44-48-15,6-44-16 0,-7 44-192 0,7-44 0 0,-10 47-144 0,10-47 144 16,-15 54 0-16,6-23 0 0,-2-3-128 0,1 1 128 15,0-6 0-15,10-23 0 16,-17 44 0-16,17-44-144 0,-10 30 144 0,10-30 0 16,0 0 0-16,0 0 0 0,0 0 1072 0,0 0 144 0,0 0 16 0,37 14 16 15,-24-21-448-15,1-2-96 0,0-3 0 0,0 0-16 16,-1-2-544-16,-2 0-144 16,-2-1 0-16,0-1 0 0,-3-2-1152 0,-1-2-288 15</inkml:trace>
  <inkml:trace contextRef="#ctx0" brushRef="#br0" timeOffset="23303.23">23538 4843 6447 0,'-7'1'576'0,"4"1"-576"16,5-2 0-16,-2 2 0 16,-1-1 2816-16,-2 3 448 0,-3 5 80 0,6-9 32 0,0 0 944 0,-5 36 192 0,5-36 32 0,0 0 16 15,29 31-2384-15,-29-31-496 16,41 10-80-16,-16-9-32 16,4-2-1136-16,1-2-240 0,2-5-32 0,-2 2-16 0,-3 0-144 0,-1 0 0 0,-1-3 0 0,-2 1-18272 15</inkml:trace>
  <inkml:trace contextRef="#ctx0" brushRef="#br0" timeOffset="25531.04">5749 7664 21183 0,'-1'-6'1888'0,"0"0"-1504"0,1 3-384 0,0 0 0 0,1 0 320 0,-1-2-16 0,1-2 0 0,0-4 0 16,1-4 752-16,0-2 160 0,1 3 16 0,0 0 16 15,0 5-128-15,0 4-32 0,-1 0 0 0,-1 3 0 16,-1 5-656-16,0 3-144 0,0 2-32 16,-1 4 0-16,-2 4 64 0,0 0 0 0,0 7 0 0,-1 4 0 15,0 7-192-15,0 3-128 0,0 4 192 0,3-1-192 16,-1-1 0-16,1 7 0 0,2 4 0 0,2 0 0 16,1-1 0-16,2-3 0 0,1-7 0 0,1-7 0 15,0-4 0-15,-8-28 0 0,15 36 0 0,-15-36 0 0,0 0 0 16,0 0 0-16,0 0-160 0,46 9 160 0,-36-20 0 15,1-2-144-15,2-5 144 0,-1-4 0 0,1-2 0 0,0-4 0 16,-1 2 0-16,-4-1 0 0,-1 2 336 16,-2-1 128-16,-2 1 32 0,-3 2 0 15,-2 5-3424-15,-3-2-672 0,-4-1-144 0,-3 2-32 16,-2 5 1152-16,-2 2 240 0,-1 6 32 0,-3 5 16 16,0 4 1088-16,-2 3 224 0,1 4 32 0,0 3 16 0,-1 2 1424 0,0 2 304 15,1 2 48-15,0 1 16 0,4-2 1120 0,1 1 240 0,2-2 32 16,2-2 16-16,2 0 400 0,2-3 96 15,2 0 16-15,2-2 0 0,2-6-1072 0,3-1-224 0,2-3-32 16,2-3-16-16,2-1-320 0,2-4-64 0,4-3-16 0,0 1 0 16,1-2-336-16,4-2-64 0,2-3-16 0,2 2 0 15,-3 0-416-15,3-2-160 0,3-2 0 16,1 0 144-16,3-4-144 0,-1 1 0 0,-2 0 0 0,-1 1 0 31,-1 0-1472-31,-2 0-192 0</inkml:trace>
  <inkml:trace contextRef="#ctx0" brushRef="#br0" timeOffset="26216.6">6037 7537 11967 0,'-14'-21'528'0,"7"11"112"0,3 5-512 0,3 3-128 0,0 1 0 0,0 1 0 16,-2-2 2352-16,-3 0 432 0,-3-2 96 0,0 3 0 15,0 2 48-15,2 3 0 0,1 3 0 0,4 2 0 16,0 3-1456-16,2 5-272 0,3 3-64 0,0 3-16 0,2 5-768 0,2 1-160 16,1 6-16-16,1 3-16 0,0-2 16 15,0 4 0-15,-1 0 0 0,-1 3 0 0,1 0-48 16,0-3-128-16,1-5 192 0,-2-4-64 15,1-5-128-15,-8-26 0 0,15 40 0 0,-15-40 0 0,0 0 0 0,0 0 0 16,0 0 0-16,0 0 0 0,0 0 0 0,47-9 0 16,-39-8 0-16,-2-3 0 0,1 0 0 0,-1-1 0 0,1-5 0 15,-2 0 0-15,2 2 0 0,0 0 0 0,1 3 0 16,-1 4 0-16,1 6 0 0,-2 2 0 0,0 6 0 16,-2 3 0-16,1 3 0 0,0 4 0 0,-3 4-144 0,2 1 144 15,0 2 0-15,-1 5 0 0,2 3 0 16,1 3 0-16,0 0 0 0,1 0 0 15,0-1 0-15,-7-24 0 0,14 38 256 0,-14-38 176 16,0 0 16-16,25 33 16 0,-25-33-224 0,0 0-48 0,0 0-16 0,0 0 0 16,42 7-176-16,-34-14 0 0,1-2 0 15,1-3 0-15,1-3 0 0,-1 0 0 0,0-2 128 16,-1-1-128-16,1 0 0 0,-1-3 0 0,-1 1 0 0,1-1 0 16,-3 5-1312-1,0-1-144-15,-1 2-16 0,-1 4-16 0,0 2-528 16,-2 3-96-16,-1 2-32 0,0 0 0 0,-1 3 1056 15,0-1 192-15,-1 2 64 0,1 2 0 0,-2-2 832 0,1 0 0 0,-1 1 0 0,0-1 0 16,0 0 816-16,-1-1 80 0,2 1 0 0,1-3 16 0,0 0 80 0,0 0 16 0,1-2 0 16,1-2 0-1,1-1-688-15,0-1-144 0,1 0-32 0,1-1 0 0,0 0 176 16,0 2 16-16,1 0 16 0,-1 1 0 0,-1 1 288 16,0 0 64-16,0 1 16 0,-1 3 0 0,0 0-144 0,0-1-16 15,-1 3-16-15,0 0 0 16,-2 0-240-16,1 0-48 0,0 0-16 0,-1 1 0 0,1 1-112 15,-1-2 0-15,1 2-128 0,0-2 192 16,0 0-192-16,0-2 128 0,0-1-128 0,1-1 0 0,0 0 0 0,0-2 128 0,0-3-128 0,1-3 0 0,-1 1 0 16,0 0 0-16,0-1 0 0,-1 0 0 15,0 3 0-15,-1-2 0 16,0 2 0-16,-1 0 0 0,1 5 0 0,-2-1 144 16,0 3-144-16,0 0 128 0,-1 4 0 0,0 0 0 15,1 3 0-15,-2-1 0 0,1 4-128 0,0-1 0 16,1 2 0-16,0 1 0 0,-1-3 0 0,1 2 0 15,0 1 0-15,0-2 0 0,1 0 0 0,0 0 0 16,1-3 0-16,0 0-11872 16,2-1-2416-16</inkml:trace>
  <inkml:trace contextRef="#ctx0" brushRef="#br0" timeOffset="26701.17">6557 7852 3679 0,'1'-2'160'0,"-1"-1"32"0,1 0-192 0,-1 1 0 0,1 2 0 0,-1 0 0 16,1-1 864-16,-1 0 128 0,2-1 32 0,0-1 0 16,1-1 816-16,0 3 160 0,0-1 48 0,-1 2 0 0,1 0 464 0,0 3 112 15,0 1 0-15,-1 1 16 0,1-1-464 0,0 2-80 16,1-2-32-16,-1 3 0 0,1-2-784 0,1-3-176 15,0 1-16-15,2-1-16 0,-1-4-624 0,2-1-112 16,0-3-16-16,1-2-16 0,0 1-304 0,-1-5 0 16,1 0 128-16,1-4-128 0,-1-1 128 0,-1-2-128 15,-1 0 192-15,-1 0-192 0,-1 2 0 0,-2-3 0 16,-2 1 0-16,-1 2 0 0,0 0 0 0,-2 0 0 16,-2 3 0-16,0 2 0 0,-1 0 0 0,-2 3 0 0,0 2 128 15,-2 0-128-15,1 2 0 0,0 3 0 0,-2 2 128 16,0 1-128-16,0 2 256 0,0 5 0 15,1-1 0-15,-2 2 0 0,2 3 272 0,1 2 48 0,0 3 16 0,1 3 0 16,0 3-400-16,1 3-64 0,1 0-128 16,2 2 176-16,0 1-176 0,1-1 0 0,2-2 0 0,0-2 0 15,1-3 0-15,2 1 0 0,1-1 0 0,1-1 0 16,-5-20 0-16,12 28 0 0,-12-28 0 0,0 0 0 16,0 0 0-16,0 0 0 0,41 23 0 15,-32-25 0-15,2-1 0 0,0-4 0 0,0 0 0 0,2 0 0 16,1-5 0-16,2 2 0 0,2-3 0 0,-1 3 0 15,2-1-384-15</inkml:trace>
  <inkml:trace contextRef="#ctx0" brushRef="#br0" timeOffset="27283.62">7577 7401 22111 0,'2'-5'976'0,"-1"2"208"0,1 0-944 0,-1 1-240 15,-1 1 0-15,-1 1 0 0,0 0 1472 0,-1 0 256 0,-1-2 64 0,-2 2 0 16,-1 0-256-16,-3 3-64 0,-2 1 0 0,0 0 0 15,-1 4-784-15,-2 1-176 0,0 1-16 0,-2 4-16 16,0 1-256-16,0 1-48 0,0 0-16 0,2 3 0 0,0 0-160 0,3 0 0 16,2-2 0-16,5-3 0 15,2 2 0-15,3-4 0 0,2 0 0 0,-3-12 0 16,0 0 0-16,0 0 0 0,0 0 0 0,44 36-176 16,-44-36 176-16,0 0-160 0,45 8 160 0,-45-8-160 15,0 0 160-15,53 11 0 0,-53-11-144 0,0 0 144 16,44 15 0-16,-44-15-144 0,0 0 144 0,0 0 0 0,0 0 0 0,24 35-128 15,-27-26 128-15,-1 1 0 0,-4 0 0 0,-1 1 0 16,-2-1 0-16,0 1 0 0,-2 0 560 16,-1-3 16-16,0 0 0 0,0-1 0 15,1-3-176-15,0-1-16 0,1-1-16 0,2 0 0 16,1-2-368-16,4-2 0 0,3 2 0 0,4-3 128 0,3 1-128 0,4-2-240 16,4-1 64-16,2-2-16944 15</inkml:trace>
  <inkml:trace contextRef="#ctx0" brushRef="#br0" timeOffset="28218.78">7817 7676 23039 0,'5'-2'1024'0,"-2"0"192"0,-1-1-960 0,0 1-256 0,-1 2 0 0,-1-3 0 15,1 1 2096-15,0 0 368 0,2-6 80 0,-1-1 16 16,1-3-944-16,0-2-176 0,0 2-32 0,0-4-16 16,-1 2-1008-16,-2-1-192 0,2 3-32 0,-2 0-16 15,-1 0-144-15,0-1 0 16,-1 3 0-16,-2 3 0 0,-1 0 0 0,1 4 0 0,-2 3 0 0,0 2 0 15,0 4 0-15,0 1 0 0,-1 4 0 0,0 3 0 0,-1 3 0 0,0 2 0 16,1 3 0-16,0 1 0 0,1 1 0 16,2 2 0-16,1 0 0 0,1-2 0 15,1-1 0-15,2-1 0 0,1-3 0 0,1-2 0 0,1-5 144 0,-4-12 0 16,0 0 0-16,0 0 0 16,0 0-16-16,0 0-128 0,0 0 192 0,48 14-64 15,-38-26-128-15,2-2 0 0,0-6 0 0,0 2 0 0,-1-4 0 0,-1-2 0 16,1 3 0-16,-4-2 0 15,0 3 0-15,-1 0 0 0,-1 2 0 0,-3 2 0 16,0 4 0-16,0 2 0 0,-1 4 0 0,-1 1 0 0,0 5 0 0,0 2 0 16,-1 3 0-16,0 2 0 15,0 2 0-15,0 3 0 0,0 3 0 0,2 2 0 0,0 1 192 16,1-1-32-16,0 2-16 0,1-1 0 0,1-1 96 0,-2-4 16 16,3 0 0-16,0-4 0 0,-5-9-96 0,0 0-16 15,0 0 0-15,0 0 0 0,0 0-144 0,0 0 0 16,0 0 0-16,46 6 0 0,-40-16 0 0,2-4 0 0,-1 0 0 15,2-6 0-15,-1 2 0 0,-1-1 0 16,0 1 128-16,0 0-128 0,0-2 0 0,-1 2 0 16,1-1 0-16,-1 0 0 0,2 2 0 0,-2 1 0 15,2 3 0-15,-3 4 0 0,1 1 0 0,-2 5 0 0,0 3 0 0,-1 2 0 16,1 4 0-16,-3 0 0 0,2 4 0 0,-2 2 0 0,1 1 0 0,-1 0 0 16,0 4 0-16,0 1 0 15,0-1 0-15,-1 0 0 0,1-1 0 0,0-3 0 16,1-2 0-16,0-2 0 0,1-2 0 0,-1-2 0 15,0 0 0-15,0-3 0 0,-1-2 0 0,1 0 0 16,1-2 0-16,0-3 0 0,1-1 0 0,0-2 0 16,2-2 0-16,-1 1 0 0,1-5 0 0,0 2 0 15,1 0 0-15,-2-2 0 0,1 2 0 0,0-2 0 16,2-1-400 0,-1-1-64-16,0 2-16 0,-1 2 0 15,-1 5-400-15,0-1-80 0,-2 1 0 0,1 2-16 0,0 1 720 0,-2 1 256 0,1-1-144 0,-1 3 144 0,0-1 0 16,0 2 0-16,0 0 0 0,0 0 0 0,-1 0 208 15,0 2-16-15,1 1-16 0,-1 0 0 16,1 3 112-16,0-1 32 0,-1 4 0 0,0 0 0 0,0-3-128 0,-1 3-32 16,1 3 0-16,-2 2 0 0,1 3-160 15,-1 0 0-15,0 1 0 0,0-3 128 0,0 2-128 0,0-5 128 0,2-1-128 0,0-2 128 16,0-4-128-16,1-2 0 16,0-2 144-16,1-2-144 0,2-3 0 15,-1-2 0-15,2-3 0 0,0-3 0 0,1 0 0 16,-1-2 0-16,2-1 0 0,-1-1 0 15,0 2-400-15,0-3-48 0,1-2-16 0,-1 3 0 16,0-1-448-16,0 0-96 0,-1 2-16 0,1 2 0 0,-2 3 608 0,-2 3 112 16,1 2 32-16,-2 1 0 0,0 2 496 0,0 0 96 15,-2 2 32-15,1 4 0 0,0 0 544 0,-1 4 96 16,1 4 32-16,-1 2 0 0,0 0-288 0,0 2-48 0,1-1-16 0,-1 0 0 0,1-1-448 0,1 2-96 16,0 0 0-16,0-1-128 0,0 1 128 0,-2-1-128 31,1-1 0-31,0-2 0 0,0-2 0 0,-1 1 0 0,0-2 0 15,0-1 0-15,1-3 0 0,0-1 0 0,1-1 0 0,0-1 0 16,1-2 0-16,-1 0-224 0,2-4 64 16,2 0-17344-16</inkml:trace>
  <inkml:trace contextRef="#ctx0" brushRef="#br0" timeOffset="28950.24">8516 7548 11055 0,'-2'-7'976'0,"3"2"-784"0,1 1-192 0,1 1 0 0,-1-1 2320 0,0 1 432 15,0 2 64-15,2-4 32 0,5-3-2192 16,1-1-432-16,1-1-96 0,1 1 0 16,-1 1-768-16,-1 1-128 0,-1 2-48 0,-2 2 0 15,0 2 96-15,-3-1 16 0,1 2 0 0,-1 0 0 0,-2 0 496 0,0-2 208 16,-1 2-176-16,-1-1 176 0,1-1-224 0,-2-1 48 15,1 1 16-15,-1-5 0 0,0 1-176 0,1 0-48 16,-1-3 0-16,1-2 0 16,0 0-832-16,1 0-192 0,0 1-16 0,0-1-16 0,0 1 1008 0,0 0 208 15,-1 3 32-15,0 2 16 0,-1 1 1264 0,1 2 256 0,-2 2 64 0,1 0 0 16,0 2 400-16,0 0 96 0,-2 0 16 16,0 0 0-16,1 1-768 0,0 2-128 0,0-3-48 15,-1 1 0-15,0 1-128 0,1-1-16 0,-1 1-16 0,2-2 0 16,0 1-416-16,1-2-80 0,0 1 0 0,-1-2-16 15,1 2-304-15,0-4 0 0,1 2 0 0,-1-1 0 16,1-1 0-16,0 0 0 0,1 1-160 0,-1-1 160 16,0 2-400-16,0-1-16 15,-1 0 0-15,0 1 0 0,0 0 240 0,0 0 176 0,0 0-208 0,-1 0 80 16,0 1 128-16,1 0 0 0,-1-1 128 0,1 0-128 0,0 0 272 0,0 0-16 16,1 0 0-16,-1-1 0 0,1 0 384 0,0 1 80 15,1-2 16-15,0 0 0 16,0 1-448-16,-1-1-96 0,1-1 0 0,-2 1-16 15,1 2-176-15,0 0 0 0,0 0 0 0,-1 0 0 0,0 0 0 0,-1 2 0 16,0-2 0-16,0 1 0 16,0 1 0-16,0 0 0 0,0 1 0 0,-1-1 0 0,0-1 0 0,0 0 160 15,0 1-160-15,-1 1 160 16,1-1 368-16,0 2 80 0,-1-1 16 0,0 2 0 0,0 0-48 0,0-1-16 16,0 2 0-16,0-2 0 0,0 3-256 0,1-2-48 15,-1 2-16-15,0-1 0 0,-1 0-48 0,1 1 0 16,0 1 0-16,-1-1 0 0,0 2 224 0,2 0 32 15,-2-2 16-15,0 3 0 0,1-2-48 0,1 0-16 16,-1 0 0-16,1-1 0 0,1-2 32 0,1 1 0 0,2 2 0 0,0-1 0 16,-2-7-272-16,0 0-160 0,0 0 192 0,0 0-192 15,32 31 192-15,-32-31-192 16,0 0 192-16,0 0-192 0,39 18 160 0,-39-18-160 16,0 0 128-16,0 0-128 0,40 10 0 0,-40-10 0 15,0 0 0-15,0 0 0 0,32-2 0 0,-23-3 0 16,-1 2 0-16,1-3 0 0,1-1-160 0,-1 0-64 0,0-1-16 15,1 1-11936-15,0-2-2400 0</inkml:trace>
  <inkml:trace contextRef="#ctx0" brushRef="#br0" timeOffset="30133.14">8621 7506 13823 0,'-2'-2'1216'0,"1"1"-960"15,0-1-256-15,1 2 0 0,-1 0 1248 0,0-2 208 16,-1 1 32-16,-1-1 16 0,0 1 528 0,0 0 96 0,0-1 32 0,0-1 0 16,1 3-800-16,-1 0-144 15,2 0-48-15,0 1 0 0,1 1-480 0,-1-2-112 16,1 0 0-16,0 0-16 0,0 2 16 0,1-2 0 0,0 0 0 0,0-2 0 15,0 2 64-15,2-3 32 0,0 1 0 16,1-1 0-16,0-1 32 0,2-1 0 0,-1 0 0 0,2 0 0 16,1 0-384-16,0-1-64 0,0 1 0 0,-1 0-16 15,1 0-112-15,0 0-128 0,0 2 176 0,-1 0-176 16,2 0 160-16,-1 0-160 0,0 3 128 0,-1-2-128 16,1 1 0-16,-2-2 0 0,2 1 0 0,-2-1 0 15,1 0 0-15,-3-1 0 0,1-1 0 0,-2 0 0 0,0 1 0 16,-1-3 0-16,-1 2 0 0,1-2 0 15,-1 2 0-15,-1-3 0 0,0-1 0 0,-1 0 0 0,1 1 0 0,-1-1 0 16,0 0 0-16,0-2 0 16,0 2 0-16,0-2 0 0,-2 4 0 0,1-3 0 0,-1 3 0 0,0 0 0 0,1 2 0 0,-3-2 0 15,1 5 0-15,-1-1 0 0,0-1 0 16,-1 3 0-16,-1 1 0 0,-1 0 0 16,0 0 128-16,0 3-128 0,0-1 0 0,-2 2 0 15,3 0 0-15,-1 1 0 0,-2 1 0 0,2-1 0 16,-1 2 0-16,0-2 0 0,1 2 0 15,1-2 0-15,-1 2 0 0,1-3 0 0,1 2 0 0,0 0 0 16,0 0 0-16,2 0 0 0,-1 2 0 0,1-2 0 16,0 2 0-16,1-1 0 0,-1 2 0 0,0 1 0 0,2-1 0 0,-1-1 0 15,1 2 0 1,-1-1 0-16,0 2 0 0,1 1 0 0,0 0 128 0,-1 0-128 16,2 2 192-16,0-2-64 0,1 2 0 15,0-2-128-15,1 2 192 0,1-5-64 0,0 1 32 0,0 0 0 16,-2-10 0-16,0 0 0 0,0 0-160 0,0 0 0 15,36 35 0-15,-36-35 128 0,0 0-128 0,37 5 0 16,-37-5 0-16,28-4 0 0,-15 3 0 0,-1-1 0 0,0-1 0 0,-2 1 0 16,0 2-208-16,-1 0 16 0,-2 0 16 0,-2 0 0 31,1 0-1504-31,-1 2-304 0</inkml:trace>
  <inkml:trace contextRef="#ctx0" brushRef="#br0" timeOffset="32026.01">10258 7198 3679 0,'-7'0'320'0,"0"0"-320"0,3 0 0 0,3 0 0 15,0 0 688-15,-2-2 64 0,-2 1 16 0,-4-1 0 31,-2-1 544-31,0-1 112 0,1-1 32 0,-1 0 0 0,4 0-96 0,0-2-16 16,1 1 0-16,0 0 0 0,3 2-144 0,-1-4-48 16,-1 2 0-16,2 0 0 0,0 2 192 0,-1-1 16 15,1 1 16-15,1 3 0 0,0-1 32 0,-1 2 0 16,0 0 0-16,1 2 0 0,0 3-176 0,-1-2-16 0,1 3-16 0,-1 0 0 16,1 5-336-16,1-1-64 0,0 4-16 0,0 5 0 0,2 0-336 0,0 4-80 15,1 3-16 1,1 3 0-16,0 0-160 0,0 1-48 0,-1 1 0 0,0-2 0 15,2 1-144-15,-1-4 0 16,-1 0 0-16,0 1 128 0,1-1-128 0,0 0 0 16,0-2 0-16,-2-2 0 0,2-4 0 0,0-1 0 15,-1-6 0-15,0-1 0 16,1-5-656-16,-2-3-64 0,1-2-16 0,-1-4-10560 16,1-2-2112-16</inkml:trace>
  <inkml:trace contextRef="#ctx0" brushRef="#br0" timeOffset="32303.67">10092 7268 1839 0,'-7'-14'160'0,"1"7"-160"0,2 0 0 0,2 2 0 16,1 3 1856-16,0 2 352 0,1 0 64 0,-1-2 16 15,-1-1 624-15,0 2 128 0,2 0 32 0,1-1 0 16,2 2-832-16,1 0-144 0,3 0-48 0,1 0 0 0,3-3-1200 0,1 1-240 16,2-1-48-16,1-1-16 0,1-1-256 0,2-2-48 15,1-1-16-15,1-1 0 16,-1-2 336-16,-1 1 64 0,-2 0 16 0,1 1 0 0,-2 0-192 0,-3 3-48 15,-1 3 0-15,-2 2 0 0,-2 2-272 16,-2 5-128-16,-2 1 128 0,-1 7-128 0,-3 5 0 16,-3 2 0-16,-4 3 0 0,-3 2 0 0,-4 5 192 0,-2-2-32 15,-1 1-16-15,-2-1 0 0,1-6-144 0,0-2 128 16,1-4-128-16,2-2 128 0,1-1-128 0,2-5 0 16,3 0 0-16,3-3 0 0,2-4 0 0,3-2 0 0,2-4 0 15,2 0 0 1,2-2-576-16,3-1-112 0</inkml:trace>
  <inkml:trace contextRef="#ctx0" brushRef="#br0" timeOffset="32620.57">10593 7174 13823 0,'-2'-3'1216'0,"1"1"-960"0,1 0-256 0,0 2 0 16,-1 0 2384-16,1 0 432 0,-2 0 96 0,0-1 16 0,0 2-48 0,-1 1-16 16,0 3 0-16,0 0 0 0,2 5-1968 0,0 3-400 15,0 2-80-15,1 4-16 0,2 4-400 0,0 1 128 16,3 4-128-16,-1-2 0 0,0 0 0 0,1-1 0 15,-5-25 0-15,11 42 0 16,-11-42 0-16,12 33 0 0,-12-33 0 0,0 0 0 0,0 0-192 0,0 0 192 16,0 0-160-16,0 0 160 15,0 0-1184-15,0 0-144 0</inkml:trace>
  <inkml:trace contextRef="#ctx0" brushRef="#br0" timeOffset="32887.56">10549 7157 8287 0,'-2'-4'736'0,"-1"1"-592"15,1 3-144-15,2 0 0 0,1 2 2176 0,-1-2 416 16,0 1 80-16,-1-1 16 0,1 2 128 0,3 0 48 16,1 1 0-16,3 0 0 0,-7-3-1408 0,0 0-288 0,38 4-48 0,-38-4-16 15,34-1-672-15,-34 1-144 0,39-4-32 0,-18-1 0 0,-2 1-112 0,0 1-16 16,-3 1-128-16,-16 2 192 0,33 0-192 0,-33 0 0 16,0 0 128-16,0 0-128 0,46 27 0 0,-46-27 0 15,0 0 0-15,10 44 0 0,-12-25 0 0,-2 2 0 16,-6 3 0-16,-1 2 0 0,-3 0 176 0,-1-2-16 15,-2 0 0-15,-2-1 0 0,0 1 144 0,-1-5 16 16,0 0 16-16,2-4 0 0,3-3-144 0,2-4-48 16,3-1 0-16,2-4 0 0,2-1 304 0,0-2 48 15,2-2 16-15,2-3 0 16,1 1-352-16,1-1-160 0,3 0 160 0,4-3-17056 0</inkml:trace>
  <inkml:trace contextRef="#ctx0" brushRef="#br0" timeOffset="33115.92">10846 7302 31327 0,'0'0'1392'0,"0"0"272"0,0 0-1328 0,0 0-336 16,0 0 0-16,1 0 0 0,0 0 1440 0,2 0 224 16,2-3 32-16,4 1 16 0,3-3-864 0,3-1-160 15,2 0-48-15,3-1 0 0,-1-1-512 0,2 0-128 16,-1 3 0-16,-1-2 0 0,0 2 0 0,-1 0 0 0,-3 0 0 0,-1 2 0 15,-1 0 0-15,-3 0 0 16,0 1 0-16,-3-1 0 0,-1 1 0 0,-3 0 0 0,0 0 0 0,-2 2 0 0,0-1-144 0,-2 1 144 16</inkml:trace>
  <inkml:trace contextRef="#ctx0" brushRef="#br0" timeOffset="33733.31">11428 6889 13823 0,'0'-5'1216'0,"0"1"-960"16,1 2-256-16,-1 2 0 0,0 0 1520 0,0-1 256 0,-1 1 48 0,1-2 16 16,-1-1 352-16,-1 3 80 0,0 5 16 0,0 0 0 0,0 7-1376 0,-1 2-272 15,1 5-48-15,-2 2-16 16,0 5-416-16,0 3-160 0,1-5 0 0,0 5 144 16,0 5-144-16,1 2 0 0,1-5 0 0,1 1 128 0,1-2 80 0,1-1 16 15,1-1 0-15,2-6 0 0,-5-22 160 0,13 39 48 16,-13-39 0-16,0 0 0 0,0 0-432 15,0 0 0-15,45 26 0 0,-33-31 0 16,2-4 0-16,-1 0 160 0,-1-5-160 0,0 2 160 0,-1 0 112 16,-1-2 32-16,-2 0 0 0,0 0-15568 15</inkml:trace>
  <inkml:trace contextRef="#ctx0" brushRef="#br0" timeOffset="33920.1">11637 7022 23039 0,'-1'-9'1024'0,"1"4"192"0,1 0-960 0,0 2-256 0,1 1 0 0,-1 0 0 16,2 0 2016-16,0-1 352 16,4-4 80-16,2 0 16 0,2 0-224 0,2-1-32 0,0 2-16 15,0-1 0-15,-1 3-1488 0,0 0-320 0,-1 2-48 0,-1 2-16 16,0 0-320-16,-1 2 0 0,0-2 0 0,-3 3 0 16,1 1-368-16,-5 4-144 0</inkml:trace>
  <inkml:trace contextRef="#ctx0" brushRef="#br0" timeOffset="34066.44">11696 7150 13823 0,'1'0'1216'0,"-1"0"-960"0,1 2-256 0,-1-2 0 16,1 1 2176-16,0 1 400 0,1 0 80 0,1 1 16 16,1 3 48-16,-1 2 16 0,-3-8 0 0,0 0 0 15,0 0-2000-15,17 42-400 0,-17-42-80 0,0 0 0 16,7 36-256-16,-5-26 0 0,-1 1 0 0,2-4-10176 15,0-1-1936-15</inkml:trace>
  <inkml:trace contextRef="#ctx0" brushRef="#br0" timeOffset="34285.78">11966 6808 18431 0,'-1'-2'1632'0,"1"2"-1312"16,0 2-320-16,0 3 0 0,0-1 1728 0,-1 2 288 15,1 3 48-15,-1 5 16 0,-1 9-128 0,1 6-32 16,0 5 0-16,0 2 0 0,1-1-784 0,0 1-176 16,0 1-16-16,1 1-16 0,1-2-448 0,0 0-96 15,1 0 0-15,0-2-16 0,1 0-368 0,-1-6 0 16,-1-2 0-16,0-3 0 0,-1-2 0 0,-1-4 0 16,1-2 0-16,-1-3 0 15,0 0-640-15,0-5-80 0,0-2-32 0,2-5-15120 0</inkml:trace>
  <inkml:trace contextRef="#ctx0" brushRef="#br0" timeOffset="34587.99">12182 7023 19343 0,'0'-1'848'0,"0"-1"192"0,0 2-832 0,-1 0-208 0,0 0 0 0,0 2 0 16,0-1 1680-16,-2 1 304 0,-1 3 48 0,0 1 16 15,-3 1 384-15,0 1 96 0,-1 1 16 0,1-4 0 0,0 2-1232 0,0-3-240 16,0 1-48-16,0 0-16 15,0-3-672-15,-1 1-128 0,-1 0-16 0,0 1-16 16,-1-2-176-16,-2 0 0 0,0 3 0 0,1 0 0 0,1 0 0 0,1 2 0 16,2-2 0-16,2 2 0 0,-1-2 0 0,2 4 0 15,1-2 0-15,0 0 0 16,1 3 0-16,2-3 0 0,1 1 0 0,2-1 0 16,-3-7 0-16,0 0 0 0,0 0 0 0,0 0 0 0,0 0 176 0,46 25 96 15,-46-25 32-15,0 0 0 0,35 0-112 0,-23-2-32 16,0-1 0-16,0 1 0 0,0 2-160 0,0-2 0 15,-1-1 144-15,-1-1-144 0,-2 1 0 0,1 1 0 16,-1-2 0-16,1 0-12352 0,-2 2-2512 16</inkml:trace>
  <inkml:trace contextRef="#ctx0" brushRef="#br0" timeOffset="35002.79">12286 7174 9215 0,'-3'-3'816'16,"1"3"-656"-16,2-2-160 0,0 2 0 0,2 0 3584 0,-1-2 704 16,0 2 128-16,1-1 16 0,2 1-2000 0,2-2-384 15,1 1-96-15,1 0-16 0,2-1-912 0,-2-1-192 16,1-1-48-16,1 1 0 16,0 1-336-16,0-3-64 0,1-1 0 0,0 0-16 0,0-1-64 0,0 0-16 15,-1 0 0-15,-1-1 0 16,-1 0-32-16,1 0-16 0,-3 1 0 0,1 0 0 15,-3 0-240-15,0 2 128 0,-1-2-128 0,-2 0 0 16,1-1 0-16,-2 2 128 0,-1-3-128 0,-2 1 0 16,0 1 0-16,-2 2 0 0,1-1 0 0,-3 3 0 0,0 3 0 0,-1 2-128 15,-1 0 128-15,1 4-160 16,0 2 16-16,1 0 0 0,0 4 0 0,-2-1 0 16,1 4 144-16,-1 1 0 0,-2 6 128 0,2 1-128 0,1-1 336 15,0 3 0-15,2-1 0 0,-1 2 0 0,1 0 144 0,0-2 32 16,4-4 0-16,1-4 0 0,2-2-128 0,-1-14-32 0,0 0 0 15,0 0 0-15,0 0-160 16,0 0-16-16,40 21-16 0,-29-26 0 0,1 1-160 0,0-5 0 0,2 1 0 0,-1-1 128 16,-1 1-128-16,0-1-176 15,0 2 48-15,-1 2-18800 0</inkml:trace>
  <inkml:trace contextRef="#ctx0" brushRef="#br0" timeOffset="36882.17">13263 6948 23039 0,'3'-4'2048'0,"0"1"-1648"0,-2-1-400 0,0 3 0 16,-1 1 1344-16,1-2 176 0,0 1 32 0,1-2 16 15,-1 0-384-15,-2 1-80 0,-3 4-16 0,-3 3 0 16,-3 2-560-16,-5 2-112 0,-3 2-32 0,-3 1 0 15,-1 1-256-15,-2-1-128 0,-2 2 128 0,1 0-128 16,2 0 144-16,1-2-144 0,3 0 160 0,1 0-160 16,2-2 192-16,4-1-48 0,4 0-16 0,2-1 0 15,3-4 0-15,3 1 0 0,4-2 0 0,2 0 0 0,-2-2-128 0,5 1 0 16,-9-2 0-16,0 0 0 0,47 3-192 0,-47-3 192 16,36 5-160-16,-36-5 160 15,0 0-128-15,49 14 128 0,-49-14 0 0,0 0-144 16,38 24 144-16,-38-24 0 0,0 0 0 0,0 0 0 0,0 0 0 0,23 40 0 15,-25-32 0-15,-3 1 0 0,-1 2 512 0,-3-1 64 16,-2 0 32-16,-1 1 0 0,1-1-112 0,-2-1-32 16,0 2 0-16,-1 0 0 0,2-2-336 0,-1 0-128 15,3 0 0-15,0-1 0 0,4-2 0 0,1-3 0 0,4-2 0 0,3-2 0 32,3-2-624-32,3-3-160 0</inkml:trace>
  <inkml:trace contextRef="#ctx0" brushRef="#br0" timeOffset="37134.71">13507 6958 28559 0,'6'-9'1264'0,"-2"4"272"16,0 0-1232-16,-2 2-304 15,-1 1 0-15,-1 2 0 0,-1 2 1504 0,0-2 240 0,0 0 48 0,-2 3 16 16,-1 3-800-16,0 2-176 0,-3 4-16 0,1 3-16 0,-2 2-576 0,0 3-224 16,-1 1 176-16,-1 5-176 15,0 4 0-15,-1 0 0 0,3-1 0 0,1 1 0 0,3-4 0 0,4-2 0 16,0-24 0-16,9 40 0 0,-9-40 0 0,0 0 0 15,0 0 0-15,36 33 0 0,-36-33 0 0,0 0-128 16,36 1 128-16,-24-6 0 0,0-2 0 0,-1-2 0 16,1-1-128-16,-1 0 128 0,0 0 0 0,-2-1 0 15,0 1 0-15,0-1 0 16,-3 1-1344-16,1-2-176 0,-3 3-16 0,-2 2-8736 16,-1-3-1744-16</inkml:trace>
  <inkml:trace contextRef="#ctx0" brushRef="#br0" timeOffset="37320.23">13360 7169 13823 0,'-16'6'608'0,"5"-3"128"0,3 2-592 0,2-4-144 0,3 1 0 0,1 0 0 16,0-2 2240-16,-2 1 400 0,0 0 96 0,-2 1 16 15,2-1 816-15,1-1 160 0,3-3 48 0,2 1 0 16,1-5-2176-16,3 0-416 0,3-1-96 0,2-5 0 16,4 0-624-16,2-2-112 0,1 0-32 0,2-2 0 15,2 1-320-15,1 3 0 0,2-1 0 0,1 0 0 16,1 3 0-16,-1 3-192 0,1 0 32 0,0 2-18496 15</inkml:trace>
  <inkml:trace contextRef="#ctx0" brushRef="#br0" timeOffset="37651.86">13736 7046 15663 0,'0'0'1392'0,"1"0"-1120"0,0-2-272 0,0 2 0 0,0 0 2592 0,0-1 464 15,2-1 80-15,2-1 32 0,1-1 96 0,4-1 0 16,1-2 16-16,0 0 0 0,1 2-2192 0,-1-2-432 0,0 1-80 0,-1 0-32 15,1 1-544-15,-2 3 0 0,-2 2 0 16,0 0 0-16,-7 0 0 0,0 0 0 0,0 0 0 0,0 0 0 16,0 0 0-16,19 42 0 0,-19-27 0 0,-1 2 0 15,-1 1 0-15,-1 2 0 0,-1-2 0 0,0 1-144 32,2 0 144-32,-3 0 0 0,1-1 0 0,0-3-128 15,-1-2 128-15,1-2 0 0,1-1 0 0,1-3 0 0,1-2 0 16,1-3 0-16,1-2 0 0,0-4 0 15,1-2 0-15,2-1 0 0,1-4 0 0,1-1 0 16,3-4 128-16,1-4 16 0,4-3 0 0,1-2 0 16,2-3 16-16,0 4 0 0,-3 8 0 0,1-6 0 0,3-3-160 0,1-1 0 15,-2 4 0-15,-3 3 0 0,-2 7 0 0,-2 0-144 16,-2 5 144-16,-3 2-160 16,0 5-800-16,-2 1-176 0</inkml:trace>
  <inkml:trace contextRef="#ctx0" brushRef="#br0" timeOffset="38041.78">14247 7012 11055 0,'0'-9'976'0,"0"6"-784"0,2 1-192 0,-2 0 0 16,0 0 2848-16,-1 2 528 0,0 0 96 0,0 0 32 15,0 2-368-15,-1-2-64 0,-1 2 0 0,0 1-16 31,-1 0-3056-31,0 3-704 0,1 1-80 0,-2 0-32 0,1 3 816 0,0 0 128 0,0-1 32 0,0 2 16 16,-1 6 528-16,-2 1 96 0,1 3 32 0,0-1 0 16,2 0 32-16,2-4 16 0,2-16 0 0,0 0 0 15,7 36-480-15,-7-36-80 0,0 0-32 0,0 0 0 0,0 0-288 0,36 2 0 16,-26-11 0-16,1-1 0 0,-1 1-256 0,0-3 32 16,2-2 16-16,-1-1 0 15,1-2-1504-15,0-1-288 0,-2 1-64 0,1-2-16 16,-2 1 800-16,-2 1 176 0,0 4 16 0,-2 2 16 0,-2 4 1072 0,0-1 320 15,-1 2 16-15,-2 3 0 16,1 1 720-16,-2 4 144 0,-1 1 16 0,-3 1 16 0,0 6-336 16,-1 2-64-16,-1 2 0 0,2 0-16 0,1-4-496 15,0 4-80-15,-1 4-32 0,1 4 0 0,0 2-48 16,1-3-16-16,2-2 0 0,1-19 0 0,0 0 304 0,9 40 48 0,-9-40 16 0,0 0 0 16,0 0-512-16,0 0 128 15,0 0-128-15,43 10 0 0,-34-15-192 0,2-2-96 0</inkml:trace>
  <inkml:trace contextRef="#ctx0" brushRef="#br0" timeOffset="38595.31">14794 6932 30399 0,'6'-7'2704'0,"-2"0"-2160"0,0 2-544 0,-3 3 0 0,0 2 1216 0,0-1 144 16,2-3 32-16,2-3 0 15,1 0-272-15,-2-1-48 0,-2 4-16 0,-2 2 0 0,-4 4-736 0,-1 0-128 16,-3 5-48-16,-3 0 0 0,-2 3-144 0,-1 0 0 16,-2 4 0-16,-3 0 0 0,1 0 0 0,-3 0 0 15,3 0 0-15,-1 0 0 0,1 1 0 0,3-1 0 32,2 1 0-32,4-1 0 0,3 0 208 0,0 0-32 15,4 5-16-15,0 2 0 0,2-21-32 0,6 43 0 0,-6-43 0 0,21 35 0 0,-21-35-128 0,0 0 0 31,50 36 0-31,-50-36 0 0,39 10 0 0,-39-10 0 0,41 0 0 0,-21-5 0 0,-1 0-160 16,0-4 160-16,-2 0 0 0,0-1-12112 16,1-2-2320-16</inkml:trace>
  <inkml:trace contextRef="#ctx0" brushRef="#br0" timeOffset="38880.62">15127 6785 13823 0,'2'-7'608'0,"0"0"128"0,1 2-592 0,-3 1-144 0,1 3 0 0,-1-1 0 0,0 2 1088 0,1-3 192 16,0 0 48-16,0-1 0 0,0 0 736 0,-2 1 160 16,-1 3 16-16,0 2 16 0,-1 3-768 0,-1 2-144 15,-1 4-48-15,1 2 0 0,-2 3-672 0,1 5-144 16,-1 2-32-16,-1 5 0 0,-1 0-192 0,2 1-64 15,0-1 0-15,2-2 0 0,0-1-48 0,2 0-16 16,1-4 0-16,1-1 0 0,0-20-128 0,2 35 0 16,-2-35 0-16,0 0 128 0,9 40-128 0,-9-40 0 0,0 0-160 0,0 0 160 31,0 0-960-31,0 0-80 0,0 0-32 0,34 5-12960 0</inkml:trace>
  <inkml:trace contextRef="#ctx0" brushRef="#br0" timeOffset="39060.74">14952 7005 11967 0,'-7'3'1072'16,"3"-1"-864"-16,2 0-208 0,2 1 0 16,1-1 2464-16,-1-1 448 0,-1 3 96 0,0 1 0 15,0 2 576-15,2 0 128 0,3-1 0 0,-4-6 16 0,0 0-1936 0,0 0-400 16,40 6-80-16,-23-12-16 0,3 0-784 0,0-3-144 16,3 0-48-16,2-4 0 0,1 1-320 0,-2-2 144 15,-1 4-144-15,-2-2 0 16,-2 1-240-16,-2 4-144 0</inkml:trace>
  <inkml:trace contextRef="#ctx0" brushRef="#br0" timeOffset="39467.82">15342 6899 8287 0,'3'-5'736'0,"-1"0"-592"0,0 0-144 0,-1 3 0 15,0 1 3312-15,-1 1 624 0,0 0 128 0,0 1 32 16,1-1-720-16,-1 2-144 0,1 3-32 0,-2 2 0 15,0 3-1952-15,-2 4-400 0,-1 0-80 0,-1 5 0 16,2 0-512-16,-3 3-80 0,2-1-32 0,-2-1 0 16,2 0-144-16,1-2 0 15,3-3 0-15,0-1 0 0,0-4 0 0,2 0 0 0,1-4 0 0,0-3 0 16,2-2 0-16,-1-2-144 0,4-4 144 0,-1-1 0 0,-1 0 0 0,3-3-128 16,1-3 128-1,1-2 0-15,2-3-256 0,0 1 16 0,0-1 0 0,-1 0 0 16,-1 2-448-16,-1 0-80 0,-1-2-32 0,-1 5 0 15,-1 0 432-15,-2 3 96 0,1-1 16 0,-2 4 0 0,-1 3 256 0,-1 3 144 16,-1 0-16-16,-1 5 0 0,-1 0 640 0,-2 4 112 16,1 0 16-16,-2 3 16 15,0 0-64-15,-1 0-16 0,2 2 0 0,-2-2 0 16,0 2-512-16,2 1-96 0,-1-1-32 0,2-2 0 0,1-3 0 0,1-9 0 0,0 0 0 0,0 0 0 16,0 0-192-16,0 0 128 0,0 0-128 0,28 38 0 15,-22-38 0-15,0 0 0 0,2-3 0 16,0 1 0-1,-3 0-208-15,2-3-96 0,2-2-16 0,1 0-17584 0</inkml:trace>
  <inkml:trace contextRef="#ctx0" brushRef="#br0" timeOffset="39816.26">15616 6996 12783 0,'3'-2'272'0,"-2"-1"64"0,2-1 16 0,-1 3 16 0,0-1-368 0,0 2 0 16,0-2 0-16,1-1 0 16,3-2 3680-16,1-1 672 0,3-2 128 0,-1 2 16 0,0 0-1664 0,-1 0-336 15,1 3-64-15,0-2 0 0,-1 3-1408 0,0 0-256 16,-1 2-64-16,1 0-16 0,-1 2-560 0,-7-2-128 31,0 0 0-31,0 0 0 0,0 0 0 0,0 0 0 16,21 36 0-16,-22-25 0 0,-1 2-208 0,-3 3 16 0,0-2 16 15,0 0 0-15,-2 3-144 0,1-3-48 0,-1 0 0 16,3-2 0-16,-1-3 192 0,2-1 48 0,2-1 0 0,0-4 0 16,0 1 128-16,1-4 0 0,1 0 0 0,2-5 128 15,2-2 112-15,1 0 16 0,1-2 16 0,1-3 0 16,3-3 192-16,1-1 48 0,1-2 0 0,0 0 0 16,0-2-368-16,1 0-144 0,0 1 128 0,-1 0-128 15,0 0-144-15,-1 5-112 0,0 0-32 0,-2 3 0 16,-2 3-1040-16,-2 3-208 0,1 3-32 0,-2 0-9296 15,-2 4-1856-15</inkml:trace>
  <inkml:trace contextRef="#ctx0" brushRef="#br0" timeOffset="40124.71">15897 7017 13823 0,'2'3'1216'0,"0"-3"-960"16,-1 2-256-16,1-2 0 0,-1 0 2816 0,2-2 528 15,2 2 112-15,2 0 0 0,3 0-800 0,1-3-160 16,3 1-48-16,-2-1 0 0,0-1-1808 0,-1-3-352 15,1 2-80-15,-2-2-16 0,-1 2-192 0,-1-2 0 0,0 1 0 0,-3 0 0 16,1-1 0-16,-2 0-128 0,-2 2 128 0,-1-2-208 31,0 0-1296-31,-1-5-256 0,0 2-48 0,0-2-16 16,0 3 416-16,-1 0 64 0,0 1 32 0,1 4 0 0,-2-1 1312 0,0 3 144 0,-1 2 96 0,0 0 16 16,0 3 704-16,-2 3 160 0,0 1 32 0,0 3 0 15,-1 4-144-15,1 0-32 0,-2 4 0 0,0 0 0 16,-1 3 176-16,1 1 48 0,-2-3 0 0,3 2 0 15,0-4-544-15,3-1-96 0,0-1-32 0,3-15 0 16,0 0-272-16,3 35-48 0,-3-35-16 0,0 0 0 16,0 0-192-16,0 0 0 0,0 0 0 0,40 20 0 0,-29-23 0 15,0-3 0-15,0 2 0 0,1-3 0 16,2-2-1040-16,0-1-304 0</inkml:trace>
  <inkml:trace contextRef="#ctx0" brushRef="#br0" timeOffset="40471.86">16310 7114 34095 0,'1'-2'1504'0,"-1"0"320"0,1 2-1456 0,-1-2-368 0,0 2 0 0,0 0 0 15,0 0 1696-15,1-1 272 16,-1 1 48-16,1 0 16 0,1-2-1296 0,1 2-256 0,0-2-48 0,2 1-16 15,1-1-416-15,0 1 0 0,1 0 0 0,-1-1 0 16,2-1 0-16,-2 3 0 0,1-2 0 0,-2 2 0 16,0 2 0-16,-1 1 0 0,-1 0 0 0,-1 0 0 15,-1-2 0-15,-1 3 0 0,0 1-144 0,-2 0 144 0,0 2 0 0,-1-3-192 16,0 2 192-16,0-2-160 0,0 1 160 0,1-2 0 16,0-1 0-16,2-2 0 0,0 0 0 0,0-3 0 15,1-2 0-15,2 1 0 16,1-3 224-16,0 0-32 15,1-1 0-15,2-1 0 0,-1-2-48 0,1 3-16 0,-4 3 0 0,2 0-12992 16,0 1-2592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6:50:19.38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3192 6211 12895 0,'0'-2'1152'0,"0"2"-928"0,0 0-224 0,0 2 0 0,-1-1 704 15,1 3 112-15,0-2 16 0,1 6 0 0,-1 3 608 0,0 4 128 16,1 4 32-16,-2 4 0 0,1 1-960 0,-1 0-192 16,0-1-48-16,0 3 0 0,0-1-272 15,-1 1-128-15,0 2 128 0,0-4-128 0,2-1 672 0,-1-2 48 16,1-21 16-16,5 31 0 0,-5-31 368 0,0 0 80 16,0 0 16-16,0 0 0 0,0 0-176 0,38 0-48 15,-31-9 0-15,1-1 0 0,0-2-352 0,0-3-80 0,1-3-16 0,-1 1 0 16,0 2-352-16,1-3-176 15,1 1 160-15,-1 1-160 0,-1 2-176 0,0 1-128 16,0 0-16-16,-1 2-16 0,-1 0-176 16,-1 4-16-16,-1-1-16 0,-2 2 0 0,0-1 320 0,-2 5 64 15,-1-1 16-15,0 1 0 0,-1 2 144 0,0 2 0 16,-1 1 0-16,-1-1 0 0,2 3 320 0,0 2-16 0,2 0 0 16,0 0 0-16,1 5 160 0,1-2 48 15,-2-10 0-15,0 0 0 0,0 0-128 0,20 42 0 16,-20-42-16-16,0 0 0 0,0 0-80 0,42 31-16 0,-42-31 0 0,0 0 0 15,38 0 48-15,-27-3 0 0,0-1 0 0,-1-4 0 16,0 0 0-16,-2 0 0 0,1-2 0 0,-3-1 0 16,1 1-96-16,-3-1-16 0,1-1 0 0,-2 0 0 15,0 1-80-15,-1 0-128 0,0 0 176 0,0-1-176 0,0 0 176 0,1 0-176 16,-1 1 160-16,0 1-160 0,-1-1 0 0,0 0 0 16,0 2 0-16,0 0 0 0,1 0-208 0,0-1-144 15,1 0-32-15,0-1-17600 16</inkml:trace>
  <inkml:trace contextRef="#ctx0" brushRef="#br0" timeOffset="1790.38">4393 6316 21183 0,'-4'-8'1888'0,"4"2"-1504"15,0 0-384-15,2 2 0 0,-1-1 400 0,0 2 16 0,1 1 0 0,2-4 0 16,1-2 1344-16,5-4 272 0,2 0 48 0,2 3 16 16,0 2-560-16,1 4-96 0,-1 3-32 0,-14 0 0 15,0 0-800-15,0 0-160 0,49 29-48 0,-49-29 0 16,0 0-400-16,0 0 0 15,30 40 0-15,-25-30 0 16,-2-4-992-16,1-2-224 0,-1 0-64 0,0-4-13744 0</inkml:trace>
  <inkml:trace contextRef="#ctx0" brushRef="#br0" timeOffset="1940.53">4515 6102 6447 0,'-8'0'576'0,"4"0"-576"0,1 2 0 0,1-2 0 16,1 3 2400-16,0-1 368 0,0 3 80 0,0 2 16 15,-1 5 784-15,1 5 176 0,2 7 16 0,0 6 16 16,2-2-1632-16,1 3-336 0,1-2-64 0,1-1-16 16,-6-28-1136-16,15 52-224 0,-15-52-64 0,16 43-11616 15,-16-43-2336-15</inkml:trace>
  <inkml:trace contextRef="#ctx0" brushRef="#br0" timeOffset="3094.6">4404 6301 3679 0,'-2'0'320'0,"-1"-2"-320"16,2 2 0-16,0 0 0 0,1 0 928 0,-1-2 112 16,-2 1 32-16,-1-2 0 0,0-1 448 0,-1-1 80 15,1 1 32-15,0-1 0 0,1 0-224 0,1 3-64 0,0-3 0 0,1 3 0 16,1-1 96-16,1 3 16 0,1 0 0 0,0 0 0 16,2 3 80-16,-1-1 32 15,1 3 0-15,2-2 0 0,-1 4-400 0,2-3-80 0,-2-1 0 16,4 1-16-16,1-1-464 0,1-3-96 0,2-3 0 15,3-2-16-15,0-1-128 0,3-4-32 16,1-4 0-16,3 0 0 0,-2-3-80 0,-2 1 0 16,-3 3-16-16,-2 1 0 0,-1 3-240 0,-3 2 0 0,-1 3 128 0,-4 3-128 15,0 4 0-15,-3 1 0 0,-2 4 0 16,-2 1 0-16,-1 0-128 0,-2 3 128 0,-2 0 0 0,-1 0 0 16,-1 1-256-16,-1-1 48 0,-1 1 16 0,-1-3 0 15,0-1-240-15,0 0-32 0,1 1-16 0,0-3 0 0,1-2 176 0,2-1 48 16,0-1 0-16,0-3 0 15,1 2 0-15,0-4 16 0,0 2 0 0,0-3 0 0,2 1 240 0,-1 0 0 0,2 0 0 0,-1-1-144 16,0-2 144-16,0 3 0 16,0-2 128-16,0 1-128 0,1 1 256 0,-1 1 0 15,2-1-16-15,1 0 0 0,0 2 144 0,0-2 48 16,1 1 0-16,1-1 0 16,0 0-16-16,0 1 0 0,0 1 0 0,0-2 0 15,1 1-144-15,-1 0-16 0,1 1-16 0,0-2 0 16,1-1-16-16,0 1 0 0,2-3 0 0,2 0 0 0,0-2 128 0,2 0 32 15,1 0 0-15,0-3 0 0,2 1-96 16,0-2-16-16,0 3 0 0,0 1 0 0,0 0-272 16,0 0 160-16,1 3-160 0,-2 1 128 0,1 0-128 0,-3 1 0 15,-1 2 0-15,-1 0 0 0,-2 2 0 0,0-2-144 0,-1 3 144 0,-3 0-160 32,0 0-416-32,-3 2-96 0,-1 2-16 0,0-2 0 15,-3 2-512-15,-1 1-96 0,-1-2-32 0,-3 2 0 16,-2-1 240-16,-1 0 64 0,0-3 0 0,1-1 0 15,2 0 128-15,1-1 16 0,1-2 16 0,1 1 0 0,1 0 640 0,-1-1 224 0,1 0-144 0,0 2 144 16,1-2 0-16,0 3 0 16,1-1 0-16,0 1 176 0,1-1 592 0,1 3 112 15,0 0 16-15,0-2 16 0,2 0 320 0,0 0 64 16,1-1 16-16,0-1 0 0,1 1-352 0,1-2-64 0,1 0 0 16,0-3-16-16,2 1-368 0,1-1-64 0,0-1 0 0,3-1-16 15,0-2-144-15,1 0-32 0,3-2 0 0,0-3 0 16,2 1-112-16,0 0-16 0,1 0-128 0,2 1 192 15,-1 1-192-15,-1 1 144 0,-2 4-144 0,-1-1 128 16,1 5-128-16,-1 0 0 0,-12 0 0 0,0 0 0 16,0 0 0-16,0 0 0 0,0 0 0 0,41 28 0 15,-40-23 0-15,-2 0 0 0,-1 0-128 0,0-1 128 16,-1 1-640 0,0-2-64-16,-2 1-16 0,1 1-16560 0</inkml:trace>
  <inkml:trace contextRef="#ctx0" brushRef="#br0" timeOffset="3612.94">4484 6119 9215 0,'-2'-3'816'0,"0"1"-656"0,0 0-160 0,2 0 0 16,-1 2 1328-16,-1-1 224 0,-1-1 48 0,-2-3 16 0,0 1 432 15,-1 1 64-15,1-2 32 0,0 3 0 16,2 0-576-16,1 2-112 0,1 2-32 0,1 0 0 0,1 1-464 0,1 5-112 15,1 0-16-15,0 4 0 0,-3-12-192 0,10 35-64 16,-10-35 0-16,13 46 0 0,-13-46-128 0,12 50-48 0,-12-50 0 16,12 52 0-16,-7-28-112 15,-2-4-32-15,0 0 0 0,0-2 0 0,-3-18-256 16,7 35 0-16,-7-35 128 0,0 0-128 0,9 39 0 0,-7-29 0 16,0-4 0-16,1-3 0 0,0-1 0 0,2-3-272 0</inkml:trace>
  <inkml:trace contextRef="#ctx0" brushRef="#br0" timeOffset="4808.14">4652 7160 5519 0,'-5'4'496'0,"2"1"-496"0,0-2 0 0,1 0 0 16,1-2 672-16,0 1 32 0,0-2 16 0,0 3 0 0,-1-1 672 0,0 1 128 15,0 0 16-15,0-2 16 0,1-1 128 0,0 0 32 0,2-2 0 0,1-2 0 32,0 1-96-32,0-2-16 0,0 0 0 0,2-2 0 0,0 3-240 0,-1-3-48 15,2 2-16-15,0 0 0 0,0 0-224 16,2 0-48-16,-1 3-16 0,2-1 0 0,-3 1-480 0,3 2-80 16,-1 0-32-16,0 2 0 0,3-2-416 0,-2 0 0 0,0 0 0 0,-2 0 0 15,1 0-272-15,-2 0-144 0,1 0-32 16,-2 0 0-1,-1 0-656-15,-1 0-144 0,0-2-32 0,-1 2 0 16,-1 2-48-16,-3-1-16 0,0 1 0 0,-2 0 0 16,1 1 0-16,-3-2 0 0,0 0 0 0,-1 2 0 0,-2 1 800 0,0-1 160 0,1-1 16 15,0 1 16-15,1-1 352 0,0 1 0 16,-1 1 0-16,1-2 0 0,1 3 0 0,-1-2 0 16,3-1 0-16,0 0 0 0,0 0 208 0,2-1 64 0,0 1 16 15,1-2 0-15,1 2 672 0,0-2 128 0,1 0 16 16,0 0 16-16,1 0 304 0,0-2 64 15,0 2 16-15,1-3 0 0,0 3-96 0,0-2-32 0,0 1 0 0,1-2 0 16,0 2-592-16,1-3-112 0,1 1-32 0,1-1 0 16,1-3-256-16,2 2-64 0,0-2-16 15,2 2 0-15,-1-3-304 0,0 4 160 0,1-3-160 0,0 2 128 16,-5 3-128-16,2-1 0 0,0-2 0 0,-2 3 0 16,0 0-512-16,-2 2 32 0,-1-2 0 0,-1-1 0 31,-1 3-320-31,-1 1-64 0,-3 3-16 0,0-2 0 0,-3 3 1632 0,0 0 320 0,-4 0 64 0,-1 4 16 15,1-2-3136-15,-1 2-608 0,-1-1-128 0,-2 2-32 0,0 1 1936 0,1-2 384 16,1 1 80-16,1-3 16 16,1 0 80-16,2-2 0 0,4 0 16 0,0-1 0 15,1-1 448-15,1-1 96 0,1-2 16 0,1 0 0 0,1 0 624 16,1-4 128-16,1 1 16 0,1 1 16 0,-2-3 112 0,3 0 0 16,0 1 16-16,1-4 0 0,2 2-272 0,-1-2-64 15,2 1-16-15,0 0 0 0,-1 0-304 0,1 0-48 16,2 0-16-16,1 0 0 0,2-1-320 0,-2 2-64 15,0 0 0-15,-2 2-128 0,0 1 928 0,-2-1 80 16,-1 3 16-16,-2-1 0 16,0 0-1680-16,-1 2-336 0,-2 0-64 0,0 0-17056 0</inkml:trace>
  <inkml:trace contextRef="#ctx0" brushRef="#br0" timeOffset="6740.28">6803 8729 14735 0,'0'-2'1312'0,"-1"1"-1056"0,1 1-256 0,-1 0 0 0,1 1 1600 0,-1-1 272 16,0 2 48-16,-1-2 16 0,-2 1-16 0,2 1-16 15,-2 0 0-15,0 0 0 16,0 0-1056-16,1-1-208 0,-1 1-32 0,-2 1-16 0,2 1-288 0,-3-1-64 15,1 2-16-15,-2 0 0 0,0 1 16 0,0 1 0 16,-1 0 0-16,1 2 0 16,0-1 64-16,0 1 16 0,2 1 0 0,-1-1 0 15,4-2 128-15,-2 1 16 0,0 2 16 0,2 1 0 16,-1 1-80-16,1-3-16 0,2-2 0 0,-1 0 0 16,1 3-96-16,0-1-32 0,1 1 0 0,1-3 0 15,0 0-32-15,1 0-16 0,2 0 0 0,0 1 0 0,0-1-32 16,-4-7-16-16,0 0 0 0,0 0 0 0,32 38 32 0,-32-38 16 15,0 0 0-15,35 40 0 0,-35-40-32 0,23 35-16 16,-23-35 0-16,18 40 0 0,-18-40-160 0,8 38 0 16,-8-18 144-16,-3-2-144 0,-2-1 0 0,-5 0 0 15,0-1 0-15,-3-2 0 0,-1-2 0 0,-1-1 128 16,0-2-128-16,0-2 0 0,1 0 0 0,-2-3 0 16,0-2 0-16,1-2 128 0,3-2-304 0,2-4-48 0</inkml:trace>
  <inkml:trace contextRef="#ctx0" brushRef="#br0" timeOffset="9139.06">5394 6296 14735 0,'0'-2'1312'0,"0"1"-1056"0,0 1-256 0,0-1 0 0,1 1 1536 0,0 0 256 16,1-2 64-16,-1 1 0 0,3-3 0 0,1 1 16 16,0 1 0-16,2-2 0 15,-2 3-912-15,2-3-176 0,0 3-32 0,1-1-16 16,0 0-160-16,0-1-16 0,1-2-16 0,-1 1 0 0,1 0-48 0,-1-2-16 15,-2 2 0-15,1-4 0 0,-3 2-192 0,1 0-32 0,-1-2-16 0,-2 0 0 16,0-1-240-16,-1 2 0 16,-1-1 0-16,0-1 0 0,-1 4 0 0,-1-2 0 15,-2 2-160-15,-1 1 160 16,0-1-432-16,-1 3 0 0,-1 2 0 0,-2 2 0 16,2 1-224-16,0 2-48 0,-2 1-16 0,1 3 0 0,-1 3 496 0,2-2 224 15,1 2-192-15,0-2 192 0,0 3 0 0,1 0 320 0,0-1-48 0,2 2 0 16,-1 0 112-16,0 1 32 15,0-1 0-15,2-1 0 0,0-1-160 0,0 1-48 16,1-4 0-16,1 0 0 0,1-2 112 0,0-2 0 0,2 2 16 0,-1-3 0 16,1 1 0-16,1 0 0 0,1-2 0 0,1 2 0 15,1-1 0-15,1-2 0 16,2 0 0-16,1-1 0 0,2-1-16 0,1-1 0 16,-1-1 0-16,1-2 0 0,1-3-192 0,0-1-128 0,-1 0 160 0,-1-1-160 15,0 0 0-15,-1 0 0 0,-2-2-208 0,-1 0-16960 16</inkml:trace>
  <inkml:trace contextRef="#ctx0" brushRef="#br0" timeOffset="9381.12">5689 6064 12895 0,'-1'-2'576'0,"0"-1"112"0,0 1-560 0,0 2-128 0,1 0 0 0,-1 0 0 15,1 0 1600-15,-1 0 272 0,-1 2 64 0,0-2 16 16,-1 3-112-16,0-1-32 0,-1 3 0 0,1 2 0 0,1 1-624 0,-1 3-128 16,0 1-32-16,1 2 0 15,0 5-320-15,2 2-64 0,0 3 0 0,2-2-16 16,1 3 208-16,-3-25 32 0,9 41 16 0,-9-41 0 0,0 0-112 0,19 47-32 16,-19-47 0-16,0 0 0 0,0 0-432 0,40 25-96 15,-27-26-16-15,-2-1 0 0,0-1-192 0,0-2-192 16,1 1 48-16,0-6-11296 15,-1 3-2256-15</inkml:trace>
  <inkml:trace contextRef="#ctx0" brushRef="#br0" timeOffset="9629.31">5869 6067 12895 0,'-4'-3'576'0,"2"2"112"0,0 0-560 0,1 1-128 0,0 0 0 0,0 0 0 15,1 1 1488-15,0 0 272 0,-1-1 48 0,-1 2 16 16,1 3-224-16,-1 0-64 0,2-1 0 0,0 5 0 16,1 2-544-16,0-1-112 0,1 6-32 0,0 0 0 15,-2-16 16-15,4 38 0 0,-4-38 0 0,7 43 0 16,-7-43-160-16,6 36-48 0,-6-36 0 0,7 31 0 16,-7-31-400-16,0 0-96 0,0 0-16 0,17 40 0 0,-12-33 112 0,0 0 32 15,-1-3 0-15,1-1-15712 16</inkml:trace>
  <inkml:trace contextRef="#ctx0" brushRef="#br0" timeOffset="9966.84">6003 6147 11055 0,'0'0'976'0,"0"0"-784"16,-1 0-192-16,1 0 0 0,-1 0 1600 0,1 0 256 15,-1 0 64-15,0 1 16 0,0-1-272 0,-1 2-64 0,-1-2-16 0,0 0 0 16,0 2-1216-16,1-1-240 0,-1 0-128 0,-1 2 128 16,-1 1-128-16,1 1 0 0,-2 2 0 0,0 2 0 15,-1 0 0-15,0 0 0 0,0 0 0 0,1 0 0 16,0 1 256-16,1-3 96 16,0 0 16-16,1-3 0 0,3 0 592 0,-1 0 112 15,2-3 16-15,1 0 16 0,0-2-128 0,0 0-16 0,1-3-16 0,1 1 0 16,0 2-336-16,-1-2-64 0,0 2-16 0,1-3 0 15,0 3-192-15,1-1-32 0,-1 2-16 0,1 0 0 0,1 0 64 0,0 2 16 16,1 1 0-16,-1 0 0 0,1 0-128 16,1 0-32-16,-1 0 0 0,1-1 0 0,-1 2-208 0,0-1 0 15,-1-1 0-15,0-1 0 32,-2 1-368-32,1 0-160 0,0-2-48 0,0 0-15584 0</inkml:trace>
  <inkml:trace contextRef="#ctx0" brushRef="#br0" timeOffset="10210.7">6079 6071 19343 0,'-1'-4'848'0,"2"1"192"0,1 2-832 0,-1 0-208 16,0-1 0-16,0 1 0 0,1 1 1984 0,0-2 336 15,3-1 80-15,1 0 16 0,1 0-304 0,1 1-64 16,2 1-16-16,-1 4 0 0,-2-1-1232 0,-7-2-240 0,0 0-48 15,0 0-16-15,34 38-48 0,-34-38-16 0,0 0 0 0,17 50 0 0,-17-50-112 0,7 45 0 16,-7-45-16-16,2 45 0 16,-3-26-304-16,-1 0 160 0,-1-5-160 0,-1-1 128 0,-1 0-128 0,-2-3 0 31,-1 1 0-31,-2-1-17760 16</inkml:trace>
  <inkml:trace contextRef="#ctx0" brushRef="#br0" timeOffset="11857.97">8310 6489 14735 0,'-1'2'1312'0,"1"-2"-1056"15,0 0-256-15,-1 0 0 0,1 2 784 0,0-2 112 16,0 0 0-16,0 3 16 0,1-1 368 0,0 2 64 0,1 4 0 0,0 2 16 15,-2-10-480-15,8 35-112 0,-8-35 0 0,9 55-16 16,-4-25 16-16,-3 2 16 0,1 2 0 0,-3-2 0 16,1 0-336-16,-3 2-64 0,0-4 0 0,0 2-16 15,0-2-224-15,1-4-144 16,0 0 192-16,1-6-192 0,0-20 128 0,4 29-128 0,-2-18 0 0,2-6 0 31,1-1-752-31,1-4-208 0,2-2-32 0,1-7-11424 0</inkml:trace>
  <inkml:trace contextRef="#ctx0" brushRef="#br0" timeOffset="12224.27">8573 6595 14735 0,'-1'-5'1312'0,"0"2"-1056"0,1 2-256 0,-1-2 0 0,0 3 1216 0,0 0 192 16,0 0 48-16,0 0 0 0,-1 1 1008 0,-2 1 208 0,-2 2 32 0,1-1 16 15,-2 4-1344-15,1-3-272 16,-2 4-48-16,0-1-16 0,-2 2-656 16,0 1-144-16,-1-1-32 0,-1 1 0 0,0-1-208 0,-1 3 0 15,0 0 0-15,0-2-160 16,0-1-608-16,3-2-112 0,0 1-16 0,2-2-16 16,2-1 272-16,2-2 48 0,1-1 16 0,1 0 0 0,2 1 576 0,0-1 0 15,0 1 0-15,1-1 0 0,1 0 480 0,-1 0 112 16,0 1 32-16,0-1 0 0,1 1 432 0,0 0 96 15,1 0 0-15,-1 1 16 0,1 1-368 0,-1-1-80 0,2 1-16 0,1 1 0 16,-2-1-208-16,2 0-48 16,-5-5-16-16,0 0 0 0,0 0-240 0,0 0-32 0,38 26-16 0,-38-26 0 15,0 0-144-15,0 0 0 0,41 7 0 0,-29-9 0 16,0-1-256-16,-1-1-96 0,1-1-16 0,-2-1-16976 16</inkml:trace>
  <inkml:trace contextRef="#ctx0" brushRef="#br0" timeOffset="12540.58">8674 6868 14735 0,'-1'0'1312'0,"1"0"-1056"15,0 1-256-15,0-1 0 0,0 0 1568 0,-1 0 256 16,1 0 48-16,-1 0 16 0,1 0 992 0,-1 0 208 16,0 0 48-16,1 0 0 0,0 0-1792 0,0 0-336 15,1 1-80-15,0 1-16 0,0 1-560 0,1 3-112 16,-1 2-32-16,1 1 0 0,-2-9-208 0,3 29 176 16,-3-29-176-16,2 35 160 0,-1-15-160 0,-1 1 0 15,1 0 0-15,-1 1 0 0,0-1 0 0,0-2 0 16,1-3 0-16,0-1 0 0,0-1 0 0,-1-14 0 0,0 0 0 15,0 0 0 1,8 35-1024-16,-5-34-256 0,0-1-32 0,0-3-13872 0</inkml:trace>
  <inkml:trace contextRef="#ctx0" brushRef="#br0" timeOffset="12828.2">8652 6854 21183 0,'-4'-5'944'0,"1"2"192"16,2 1-912-16,0 1-224 0,1 0 0 0,0-1 0 0,0 2 1680 0,0-2 304 16,2 1 48-16,0-2 16 0,3-1-336 15,0-1-64-15,4 0-16 0,0 1 0 16,2-1-848-16,0 0-160 0,1-1-48 0,0 0 0 0,1 2-112 0,0-1-16 16,0 2-16-16,-2 0 0 0,0 2-48 0,-2 3-16 15,-1 0 0-15,-1 3 0 0,-7-5-160 0,0 0-16 16,0 0-16-16,15 38 0 0,-15-23-48 0,-3-1-128 15,-2 2 192-15,-1 3-64 16,-4-2-128-16,-1 0 160 0,-1 1-160 0,-1-3 160 0,1-1-160 16,-2-2 0-16,0-3 0 0,-2 0 0 0,-4-1 0 0,2-4 0 15,2-1 0-15,4-3-18080 16</inkml:trace>
  <inkml:trace contextRef="#ctx0" brushRef="#br0" timeOffset="13694.15">9861 8724 9215 0,'-1'-2'816'15,"1"-2"-656"-15,1 3-160 0,-1 1 0 0,0 0 1088 0,0-2 192 16,0 0 48-16,0-1 0 0,-1 1 784 0,0-1 176 0,-1 1 16 0,1 2 16 16,-2 0-656-16,0 2-144 0,0-1-32 0,0 2 0 15,2 1-272-15,-1 3-64 16,0-1-16-16,1 4 0 0,1 2-304 0,0 2-48 16,1 3-16-16,0 2 0 0,1 2-432 0,0 3-80 0,0 2-32 0,1 1 0 15,0-1-48-15,-2 2-16 16,1 2 0-16,-2-1 0 0,1 2-160 0,-1-3 0 15,0 0 0-15,0 1 128 0,1-5-128 0,-1-1 0 16,0-3 0-16,0-4 0 0,0-2-320 0,0-4-32 16,1-3-16-16,0-5 0 0,0 1-400 0,0-3-96 0,0 0-16 0,-1 0-13648 15</inkml:trace>
  <inkml:trace contextRef="#ctx0" brushRef="#br0" timeOffset="14072.55">10038 8952 19343 0,'-5'1'848'0,"1"0"192"0,1 1-832 0,0-2-208 0,2 1 0 0,0-1 0 16,-1 2 1616-16,-1-1 288 0,-1 3 48 0,0-2 16 0,0 0-624 0,0 1-128 0,2-3-32 0,0 0 0 31,1 2-880-31,-1-4-176 0,1 2-128 0,-1 0 144 16,-1 0-144-16,0 2 0 0,-2-2 0 0,-2 5 0 15,0-3 0-15,-2 6 0 0,-1-2 0 0,-2 0 0 0,-1 3 0 0,-1 0 0 16,-1 1 0-16,-1 0 0 0,2 1 208 0,1-2-32 16,3-1-16-16,2-1 0 0,2-2 288 0,2-1 48 15,2-2 16-15,2-1 0 0,2 1 240 0,0-2 48 16,3-2 16-16,0-1 0 0,2 1 0 0,0-2 0 16,2 1 0-16,-2 0 0 0,0 1-304 0,1 1-48 15,-2 1-16-15,1 1 0 0,-1 1-208 0,0 3-48 16,-1 0-16-16,1 0 0 0,-6-5-176 0,0 0 128 15,0 0-128-15,0 0 128 0,31 42-128 0,-31-42 0 0,0 0 0 16,0 0 0-16,0 0 0 0,32 33 0 16,-24-33 0-16,0 0 0 0,0-2-128 0,2-2-64 0,0-3-16 15,1-1-18176-15</inkml:trace>
  <inkml:trace contextRef="#ctx0" brushRef="#br0" timeOffset="14546.05">10181 9132 911 0,'-3'-1'0'0,"1"0"0"0,0-1 0 16,1 1 0-16,1 1 864 0,0 0 96 0,0 0 0 15,0-1 16-15,1 0 1136 0,1-1 208 0,-1 1 48 0,2-1 16 16,1 4 704-16,-1-2 144 0,0 3 32 0,1 0 0 16,1 0-944-16,-1 1-176 15,1 0-32-15,1 1-16 0,-6-5-1008 0,0 0-192 0,0 0-32 0,0 0-16 0,44 3-528 0,-32-6-96 16,1-2-32-16,0 0 0 0,-1-1-192 0,-1 0-128 15,0 0 128-15,-1-1-208 16,-1 2-1520-16,-3-2-288 0,1 2-64 0,-2 1-11680 16</inkml:trace>
  <inkml:trace contextRef="#ctx0" brushRef="#br0" timeOffset="14763.81">10282 9144 911 0,'-3'-4'0'0,"2"1"0"0,0 1 0 0,1 1 0 0,0-1 2352 15,0 2 384-15,0 0 80 0,1-1 0 0,-1 0 464 0,1 1 96 16,-1 0 16-16,1 2 0 0,0 3-960 0,-1 4-176 16,1 3-32-16,0 2-16 15,-1 3-1056-15,0 2-192 0,0 0-64 0,-1 2 0 0,-1 1-528 0,1-4-112 0,1 0-32 16,-1-1 0-16,1-2-80 0,1-1-16 16,0-4 0-16,1-2 0 0,-1-2-128 0,1-1 0 0,1-2 0 0,0-3 0 31,0-3-896-31,1 0-224 0</inkml:trace>
  <inkml:trace contextRef="#ctx0" brushRef="#br0" timeOffset="14968.43">10219 9398 17503 0,'-2'0'1552'0,"1"0"-1232"15,0 0-320-15,1 0 0 0,0 0 2112 0,0 0 384 0,0 2 64 0,-1-2 0 16,0 0 224-16,1 2 32 15,1-2 16-15,2 1 0 0,1 1-1520 0,3-2-304 0,0 0-64 0,3 0-16 0,1-2-528 0,1 1-96 0,1-1-32 0,1 0 0 16,-1-1-128-16,2-2-16 16,-1 1-128-16,1-3 192 0,-1 2-192 0,-2 0 0 0,-1-2 128 0,-1 3-18688 31</inkml:trace>
  <inkml:trace contextRef="#ctx0" brushRef="#br0" timeOffset="16922.81">12720 6651 22111 0,'-1'0'1968'0,"0"1"-1584"0,1-1-384 0,1 0 0 0,-1 0 1280 0,1-1 160 0,1 0 32 0,1 1 16 31,4-3 560-31,2-1 96 0,2 1 32 0,2-1 0 0,2-3-896 0,1 2-192 0,1 0-16 0,3-2-16 31,2-1-672-31,1-1-128 0,2 0-16 0,-1-2-16 16,1 0-224-16,-2 4 128 0,-2-2-128 0,-3 2 0 15,-2 3 0-15,-2-1 0 0,-2 2-208 0,-4 0 64 16,-3 1-1568-16,-3 4-304 0,-2-1-64 0,-4 4-13440 16</inkml:trace>
  <inkml:trace contextRef="#ctx0" brushRef="#br0" timeOffset="17131.5">12866 6636 6447 0,'-6'0'272'0,"4"0"80"15,-1 0-352-15,0-2 0 0,2 2 0 0,1 0 0 0,0 0 1680 0,-1 0 272 16,0 0 48-16,1 2 16 0,0 1 368 0,1 1 80 15,0 3 16-15,0 0 0 0,0 4-512 0,-1-11-112 16,1 32 0-16,-1-32-16 0,-1 40-624 0,-1-18-112 16,-1 6-16-16,0 2-16 0,-2 4-496 0,-1 1-80 15,1-2-32-15,0-2 0 0,3-4-144 0,2-27-16 0,0 37-16 16,0-37 0-16,0 0-288 0,0 0 0 0,0 0 128 0,0 0-128 31,0 0-768-31,38 12-224 0,-29-21-32 0,-2-3-13920 0</inkml:trace>
  <inkml:trace contextRef="#ctx0" brushRef="#br0" timeOffset="17295.18">12822 6852 9215 0,'-4'2'400'0,"2"-2"96"0,0 0-496 0,0 0 0 0,2 2 0 0,0-2 0 15,1 0 3168-15,0 3 544 0,1 1 96 0,2 1 32 16,0-1-192-16,4-1-48 0,1-1 0 0,1-2 0 0,2-4-2000 0,2 0-416 16,2-2-80-16,0-1-16 0,1-2-720 0,0-1-160 15,2 1-16-15,-2-3-16 0,0 0-176 0,0 0 0 16,-3 2 0-16,2-2 0 15,-1 1-768-15,0 1-144 0,-2 1-32 0,-2-1-16112 16</inkml:trace>
  <inkml:trace contextRef="#ctx0" brushRef="#br0" timeOffset="17661.95">13127 6706 5519 0,'-1'-2'496'0,"1"1"-496"0,0 0 0 0,0 1 0 16,0 0 2624-1,0 0 448-15,0 0 64 0,0 0 32 0,0 0 1360 0,0 1 272 0,0 2 48 0,1 0 16 16,-1 3-3520-16,-1 2-688 15,1 0-144-15,-2 3-16 0,0 1-240 0,-1 1-64 0,0 2 0 0,0 0 0 16,-1 1-192-16,0 1 0 0,1-3 0 16,2 1 0-16,0-1 0 0,2-3 0 0,0-5 0 0,3-2 0 15,0-2 0-15,1-3 0 0,3-4 0 0,-1-1 0 16,2 0-320-16,0-3 32 0,0-2 16 0,0-1 0 31,1 1-832-31,-2-1-176 0,1 0-16 0,0 0-16 0,-2 1-880 16,1-1-176-16,-1-3-48 0,0 1 0 0,0-3 816 15,-2 3 144-15,0 2 48 0,-2 3 0 0,-2 4 1216 0,0 1 192 16,-2 3 176-16,0 2-48 0,-1 3 1472 0,-2-1 304 0,1 4 48 0,-2 0 16 16,0 4 208-16,2 0 32 0,-1 2 16 15,1 1 0-15,1-2-688 0,1 0-144 16,1 0-32-16,0-12 0 0,0 0-544 0,0 0-112 0,16 48-32 16,-16-48 0-16,0 0-336 0,0 0-64 0,0 0-16 0,41 23 0 15,-32-22-256-15,0-1 0 0,-2-1 0 0,1-1 0 16,0-3 0-16,0 0 0 0,-1 0 0 0,1-1 0 31,-1-2-528-31,1-1-176 0,0-1-16 0,0-1-16768 0</inkml:trace>
  <inkml:trace contextRef="#ctx0" brushRef="#br0" timeOffset="17978.09">13422 6665 7359 0,'-1'1'656'0,"0"1"-528"0,1-2-128 0,0 1 0 15,0 1 3360-15,0-2 640 0,1 0 128 0,0 0 32 16,1 3-256-16,1-3-64 0,2 0 0 0,0 0 0 0,3 0-1360 0,-1-3-288 15,1 1-48-15,1-1-16 0,-1 1-2416 0,1-2-480 16,-1 3-112-16,0-1-16 0,0 0 720 0,-1 4 176 16,0-2 0-16,-1 2 0 0,1 1 0 0,-4 1 0 15,1-1 0-15,-2 4 0 0,0-3 0 0,-2 4 0 0,-1 1 0 0,-2 0 0 16,-2 1 0-16,0 0 0 16,-3 4 0-16,-1-2 0 0,-2 3 0 0,-2 1 0 15,-1 5 0-15,-1-4 0 0,3 2-400 0,3-5 0 0,2-2 0 16,5-1 0-16,2-4 160 0,2-2 48 15,4 0 0-15,1-4 0 0,2-1 192 0,1-1 0 16,1-3 0-16,1 1 0 0,1-2 0 0,0 1 192 0,0-1-48 16,-2 2 0-16,-1 1-144 0,1-3 192 0,-2 3-192 15,0-1 192-15,-1 1-192 0,-2 0 0 0,0 2 0 0,-3-2 0 32,2 2-640-32,-3-1-176 0,1 2-16 0,-3-1-10304 0,1 0-2048 0</inkml:trace>
  <inkml:trace contextRef="#ctx0" brushRef="#br0" timeOffset="18161.37">13466 6754 4607 0,'-3'2'400'0,"1"-1"-400"0,1 1 0 0,1 0 0 0,0-2 2784 0,0 3 480 15,0-3 80-15,0 3 32 16,2 0 1088-16,-1 3 208 0,1 0 64 0,1 0 0 16,0 0-2368-16,0-1-448 0,2-2-112 0,1-1-16 0,0-2-1168 15,2 0-240-15,0-2-64 0,2-1 0 16,3-4-192-16,1 2-128 0,0-3 128 0,2-1-128 15,-1 0 0-15,2-2 0 0,1 1 0 0,-2-1-128 16,1 0-1184-16,-1-1-224 0</inkml:trace>
  <inkml:trace contextRef="#ctx0" brushRef="#br0" timeOffset="18470.34">13730 6650 8287 0,'-2'2'736'0,"0"0"-592"0,2-1-144 0,0 1 0 15,0-2 3072-15,1 0 592 0,0 0 112 0,0-2 32 16,3 2-576-16,2-1-112 15,2-3-32-15,0 1 0 0,2-2-1840 0,-2 1-368 16,1-1-80-16,1 1-16 0,-2 3-400 0,-1-1-96 0,1 4-16 0,-3 1 0 16,0-1-144-16,-1 3-128 0,-2 0 192 0,0 2-192 15,0 0 208-15,-2 2-64 16,-1 1-16-16,-1-1 0 0,0 1 48 0,-1-1 0 0,-1 2 0 0,-1 0 0 16,1-2-176-16,-3 3 0 0,-1-2 0 0,0 1 0 15,-2 0 0-15,2 0 0 0,-1-1-144 0,2-1 144 31,4 0-1104-31,2-2-112 0,1-1-32 0,1-2 0 0,3 1 928 0,1-3 176 0,1 0 144 0,2 0-192 16,0-2 672-16,1-2 128 0,2 1 32 0,0-2 0 16,-1 0 0-16,1 0 16 0,-1-1 0 0,0-1 0 15,0 0-480-15,-1 1-176 0,-1-1 0 0,1 0 144 16,-2 3-752-16,0-3-160 0,-2 2-16 0,-1 1-10016 16,0 0-2000-16</inkml:trace>
  <inkml:trace contextRef="#ctx0" brushRef="#br0" timeOffset="18673.16">13743 6792 26719 0,'-1'-2'1184'0,"0"0"240"0,1 1-1136 0,-1 1-288 16,0-2 0-16,1 2 0 0,0-2 2400 0,1 1 416 0,-1-1 96 0,1 0 16 16,1-2-1520-16,2 0-288 15,0 1-64-15,1 0-16 0,3-2-704 0,-1 2-144 0,3-1-16 0,1 1-16 16,-1 1 720-16,2-1 144 15,1-1 16-15,0 2 16 16,0-3-1696-16,-1 1-320 0,1-1-80 0,-1 0-16 16,-1 1 368-16,0-2 80 0,-1 0 16 0,-1 0-11376 0,-1 1-2288 15</inkml:trace>
  <inkml:trace contextRef="#ctx0" brushRef="#br0" timeOffset="18862.65">13972 6643 17503 0,'0'-1'768'0,"-1"1"176"0,1 0-752 0,0 0-192 0,0 0 0 0,0 0 0 16,1 0 2464-16,0 1 464 0,1 1 80 0,1-2 32 15,2 2-560-15,-1 1-112 0,3-1-32 0,-1 0 0 16,1 3-1232-16,0-2-240 0,-7-3-48 0,0 0-16 16,0 0-528-16,0 0-96 0,34 28-32 0,-34-28 0 15,0 0-144-15,0 0 0 0,0 0 144 0,19 48-144 16,-19-48 0-16,0 0 0 0,0 0 0 0,0 0 128 16,0 0-944-16,8 38-176 0,-5-36-32 0,1-4-15936 15</inkml:trace>
  <inkml:trace contextRef="#ctx0" brushRef="#br0" timeOffset="19041.27">14175 6591 14735 0,'1'-15'640'0,"0"6"160"0,0 2-640 0,-1 2-160 16,0 3 0-16,0 4 0 0,0 0 2800 0,-1-1 528 15,0 3 96-15,-1 3 32 0,-1 5-464 0,-2 7-96 16,2 2-16-16,-2 5 0 0,0 3-1584 0,1-1-320 16,4-28-64-16,-6 58-16 0,3-28-496 0,3-30-96 15,-3 64-32-15,1-33 0 0,0 2-272 0,2-33 160 0,-5 54-160 16,5-54 128-16,-7 43-128 0,2-26 0 15,-2-3 0-15,-2 0 0 0,0-2 0 0,-2 0 0 16,-1-2 0-16,-4-1 0 0,-5 1 0 0,-6 0 0 0</inkml:trace>
  <inkml:trace contextRef="#ctx0" brushRef="#br0" timeOffset="21013.44">12814 7923 19343 0,'-1'-7'1728'0,"0"-1"-1392"15,1 4-336-15,0-1 0 0,1 3 1056 0,-1-1 144 0,0 1 16 0,1-3 16 16,-1 0 528-16,1-4 96 0,-1 0 32 0,-2 1 0 16,0 2-1216-16,0 0-240 0,-2 4-48 0,-2 1-16 15,0 2-368-15,-2 2 0 0,-1 2-192 0,-2-1 64 16,0 3-272-16,-1 0-48 0,1 1-16 0,-1-2 0 15,2 2 224-15,2-1 48 0,-1 1 16 0,1-1 0 0,1-1 336 16,0 4 64-16,-1 2 16 0,1 3 0 16,0 3 336-16,1 3 80 15,0 5 16-15,0 2 0 0,2 2-48 0,-1 1-16 0,1-2 0 0,1 0 0 16,0-5-128-16,3-3-32 0,1-4 0 0,-1-17 0 16,0 0-208-16,0 0-48 0,18 38-16 0,-9-36 0 15,1-5-176-15,3-1 160 0,1-5-160 0,1-1 160 16,1-4 32-16,1-3 0 0,1 3 0 0,2-5 0 15,2 0-544-15,3-5-96 0,-1 3-32 0,1-2 0 16,-1 1-1376-16,-3-2-288 0,-3 5-48 0,-3 0-16 16,-2 3 368-16,-3 4 80 0,-3 0 16 0,-1 3 0 15,-3 5 576-15,-2 3 112 0,-2 3 32 0,-2 3 0 0,-2 2 1024 0,-1 5 0 16,-3 2 128-16,0 2 16 0,-2 6 1344 0,1-1 272 0,-1 3 48 16,3-2 16-16,1 0-256 0,0-2-48 15,3-1-16-15,1-3 0 0,2-1-304 0,2-3-64 16,-1-12-16-16,0 0 0 0,0 0-352 0,0 0-80 0,0 0-16 0,42 21 0 15,-29-26-192-15,1-3-32 16,1-3-16-16,-1-3 0 0,0 1-192 0,0-2-48 0,-1-2 0 0,-1-2 0 16,-3 3-192-16,0-4 0 0,-4 4 0 0,-1-1 0 15,-2 0 0-15,-3 3 0 0,-2 0 0 16,-2 2 0-16,-1 3 0 0,-2 0 0 0,0 1 0 16,-1 4 0-16,-2 1-128 0,-2 1 128 0,0 0 0 0,-1 4 0 15,-1 0-128-15,2 1 128 0,1-1 0 16,1 3 0-16,2 2 0 0,1-3 0 0,3 1 0 15,1 0 0-15,2-2 0 0,1 1 0 0,2 1 0 0,1-4 144 16,2 0-144-16,2-1 0 0,1 0 144 0,2-2-144 0,0-2 0 0,2-1 128 16,1 0-128-16,0-3 0 0,0 2 0 15,1-1 0-15,0 0 0 0,1-1 0 0,-2 1 0 0,1 0 0 16,1 0 0-16,-1 1 0 16,1 0 0-16,-2 1 0 0,0 1 0 0,-1 1 0 15,0 3 0-15,-3 0 0 0,-2 3 0 0,-1 3 0 16,-1 0 0-16,-2 3 0 0,-2 2 0 0,-2 1-128 15,-1 3 128-15,-3 2 0 0,-1 3 0 0,-1 0 0 16,-3 3-160-16,1-4 160 0,0 0-192 0,2-4 192 16,1-4-128-16,2-1 128 0,-1-3 0 0,2 0 0 15,3-4 0-15,1-1 0 0,1-2 0 0,3-5 0 16,1 0 0-16,1-4 0 0,2-1 128 0,1-3-128 0,1 0 0 0,1-4 0 0,1-1 0 16,0-2 0-16,0 2 0 0,0 1 0 15,0-2 0-15,0 5 0 0,-2 0-192 0,-1 2 0 0,0 0 16 16,-1 3 0-16,-2 4 176 0,-1 0-128 15,-1 3 128-15,-2 2-128 0,-1 2 128 0,-1 1 0 16,-1 1 0-16,0 1 128 0,-2 2 0 0,-1 3 16 16,0 1 0-16,-1 2 0 0,0 3 64 0,0 0 16 15,-2 2 0-15,0 2 0 0,1 0-224 0,1 0 176 16,1-3-176-16,2 0 160 0,1-4-160 0,1-2 128 16,1-1-128-16,3-2 128 0,0-3-128 0,4-4 0 0,0-2 0 0,0-1 0 15,3-4-144-15,0-2-16 0,0 1 0 16,1-4 0-1,1 0-1184-15,0-1-256 0,0-2-32 0,0-2-14304 0</inkml:trace>
  <inkml:trace contextRef="#ctx0" brushRef="#br0" timeOffset="21227.54">13439 7774 13823 0,'6'-12'608'0,"-4"4"128"0,0 2-592 0,-1 3-144 0,-1 3 0 0,0 0 0 16,0 0 2464-16,-2 3 464 0,1 1 80 0,-2 4 32 15,0 3-688-15,-2 4-144 0,1 1-32 0,-2 3 0 0,0 2-1216 0,0-2-240 16,1 2-48-16,2-1-16 0,-1-2-160 0,1 2-48 15,1-2 0-15,1-1 0 16,1-2-64-16,0 1 0 0,0-16-16 0,0 0 0 0,6 38-112 0,-6-38-32 16,0 0 0-16,0 0 0 0,0 0-224 0,20 40 144 15,-14-35-144-15,-1 0 128 16,-1-3 688-16,0-2 128 0,0 2 16 0,-1-4 16 16,2 0-2624-16,-1-5-528 0,1 2-96 0,1-5-14288 0</inkml:trace>
  <inkml:trace contextRef="#ctx0" brushRef="#br0" timeOffset="21460.13">13436 7854 9215 0,'-16'14'400'0,"3"-4"96"0,1-1-496 0,2-2 0 0,5-2 0 0,1 0 0 16,0-1 2048-16,-5 6 320 0,-6 4 64 0,-1 5 16 16,-1-2 1280-16,3-1 256 15,6-6 48-15,3-2 16 0,4-4-1616 0,3-4-336 0,3-2-64 0,3-3-16 16,1-2-1184-16,2-1-224 15,2 2-48-15,1-4-16 0,0 3-288 0,2-4-48 0,2 1-16 16,1 0 0-16,0-2-192 0,0 2 128 0,-2 1-128 0,-1 1 0 0,1-1 0 0,0 0 0 16,-1 0 0-16,-1 1-18944 15</inkml:trace>
  <inkml:trace contextRef="#ctx0" brushRef="#br0" timeOffset="21960.93">13631 7921 20271 0,'-5'2'1792'0,"3"0"-1424"15,2 1-368-15,1-3 0 0,-1 0 688 0,0 1 64 0,0 0 16 16,0 1 0-16,0 3 128 0,1-4 48 0,1 1 0 0,4-4 0 15,-1-1-368-15,3 0-80 0,0-3-16 0,2 0 0 16,-1 0-48-16,-1-2-16 0,1 2 0 0,-1 1 0 16,-2 1-224-16,0 1-32 0,-1 2-16 0,-1 1 0 0,-1 3 32 0,0-1 0 15,-1 3 0-15,-2 2 0 16,0 3 48-16,-2 1 16 0,0 1 0 0,-1 2 0 16,-1 1-96-16,1 0-16 0,-1 0 0 0,0-1 0 0,1 1-128 15,1-5 0-15,2 0 0 0,1-6 128 0,0 0-128 16,1-4 160-16,2-4-160 0,0-1 160 15,0-3 448-15,2-1 96 0,0-3 0 0,1-1 16 16,0 0 80-16,2-1 16 0,-2-2 0 0,2 1 0 0,1-1-432 16,1-3-96-16,1 0-16 0,0 0 0 15,-2 2-272-15,-1 3 0 0,-1 1 0 0,-2 2 0 0,-1 2-160 0,-2 2-32 16,-1 2-16-16,1 0-11232 16,-1 4-2240-16</inkml:trace>
  <inkml:trace contextRef="#ctx0" brushRef="#br0" timeOffset="22307.46">13958 7868 6447 0,'1'-2'272'0,"0"-3"80"0,1 1-352 0,-1 1 0 16,-1 2 0-16,0 0 0 0,1 1 1632 0,-1-2 256 15,1-1 48-15,0 0 16 0,0 1-720 0,-2 2-144 0,-1 2-16 16,-2 2-16-16,0 4-272 0,-1 2-48 0,-1 2-16 0,-1 1 0 15,2 3 368-15,-1 2 64 16,0 1 0-16,2 0 16 0,1 0-240 0,1-2-48 0,2-17-16 0,1 31 0 16,-1-31 96-16,0 0 0 0,0 0 16 0,0 0 0 15,32 30-432-15,-23-30-96 0,1-4 0 0,0-4-16 16,2-1-80-16,-1-3-16 0,0-1 0 0,-2 0 0 16,0 1-208-16,-1-2-128 0,-4 2 128 0,0-1-128 15,-3 1 0-15,-3 0 0 0,-1 2 0 0,-1 0 0 16,-4 1 0-16,-1 2 0 0,-3-1 0 0,-1 4-128 15,1 0-80-15,-1 3-16 0,1 2 0 0,1 1 0 16,1 2-432-16,1 3-96 0,3 0-16 16,0 1 0-16,1-2-208 0,4 2-48 0,0-1-16 0,2 0-11216 15</inkml:trace>
  <inkml:trace contextRef="#ctx0" brushRef="#br0" timeOffset="22562.61">14156 7726 6447 0,'0'-5'272'0,"0"0"80"0,1 2-352 0,-1 0 0 16,0 3 0-16,0 0 0 0,0 0 1216 0,0-2 192 16,1 2 16-16,-1 2 16 0,0 4-176 0,-1 2-48 15,0 4 0-15,-1 3 0 0,0 3-96 0,0 3-32 16,-1 3 0-16,-2 2 0 0,1 2 64 0,-1-2 16 0,-1 3 0 0,1 0 0 15,0 0-208-15,0-3-32 0,5-26-16 16,-1 41 0-16,1-41-912 0,0 0-432 0,0 0 48 0,11 39 0 16,-7-37-2176-16,1-2-448 0</inkml:trace>
  <inkml:trace contextRef="#ctx0" brushRef="#br0" timeOffset="22779.7">14307 7644 9215 0,'0'-6'400'0,"0"4"96"16,-1 4-496-16,0-2 0 0,0 3 0 0,0 0 0 0,-1 3 2688 0,-2 4 448 16,-2 4 96-16,-1 10 16 15,-2 6-528-15,-1 2-96 0,1 3-32 0,0-2 0 0,1 1-1248 0,-1-1-240 16,4-2-48-16,0-2-16 0,3-4-112 0,0-3-32 16,2-22 0-16,2 37 0 0,-2-37-576 0,0 0-112 15,9 38-16-15,-9-38-16 0,0 0-176 0,0 0 0 16,0 0 0-16,34 7 128 15,-24-11-576-15,-1-5-128 0</inkml:trace>
  <inkml:trace contextRef="#ctx0" brushRef="#br0" timeOffset="23145.37">14361 7925 21071 0,'-4'3'448'0,"2"-3"112"0,2 2 16 0,-1-2 32 0,1 0-480 0,1 0-128 15,-1 0 0-15,2 0 0 0,2 0 2352 0,1-1 448 0,2 0 80 0,1-2 32 16,3-1-1824-16,-1 0-384 0,2-2-64 0,-1 0 0 16,0-2-272-16,1 2-48 0,-1-2-16 15,-1 1 0-15,-1 0-48 0,-1 2 0 0,0-3 0 0,-3 4 0 16,-1-1-256-16,0 0 0 0,-3 1 0 0,0 1 0 16,-1-2 0-16,-2 2 0 0,-1-1-160 0,-2 0 160 15,0 1 0-15,-2 1 0 0,1 0-144 0,-3 0 144 16,1 1 0-16,-3 1-160 0,1 1 160 0,-1 1-128 0,3 2-96 0,1 1-16 15,0 1 0 1,2 2 0-16,0-1 48 0,0 3 16 0,2-1 0 0,0 1 0 16,0 1 496-16,1 1 80 0,2-12 32 0,-1 29 0 15,1-29 336-15,0 0 80 0,6 43 16 0,-6-43 0 16,0 0-320-16,0 0-64 0,19 42-16 0,-19-42 0 16,0 0-272-16,0 0-48 0,0 0-16 0,36 19 0 15,-29-19-128-15,-1-2 0 0,0-1 0 0,1 0 0 16,1-3-432-16,1 0-160 0,0-2-48 0,0-1-16736 15</inkml:trace>
  <inkml:trace contextRef="#ctx0" brushRef="#br0" timeOffset="23463.4">14603 7856 8287 0,'-1'0'736'0,"1"-2"-592"16,1 2-144-16,-1 0 0 0,1-1 2960 0,0 0 560 0,0 1 128 0,2-2 0 15,0-1-64-15,3 0-32 0,2-3 0 0,1-1 0 16,0 2-2208-16,-1-3-448 0,1 2-96 0,-1 1-16 15,-2 0-240-15,1 3-48 0,-2-1-16 0,0 3 0 16,1 0-64-16,-4 3-16 0,0 2 0 0,-1 4 0 16,-1-9-208-16,0 0-32 0,-3 30-16 0,1-17 0 15,2-13-144-15,-6 28 0 16,3-11 0-16,0-2 128 0,0 0-128 0,-1 0 0 0,2-1 0 0,0-3 0 16,1-1 0-16,0 0 0 0,0-3 0 0,1-2 0 15,0-3 0-15,-1 0 0 0,2-3 0 0,0-2 0 16,0-2 0-16,1-1 0 0,2-3 0 0,0 0 0 0,1-3 0 15,2-2 128-15,-1 0-128 0,3-1 128 0,1-3 80 0,1-2 16 16,1-1 0-16,1 0 0 0,2-3-224 16,-1 1 128-16,-1 4-128 0,-1 4 0 15,-1 4 0-15,-2 3 0 0,0 1 0 0,-1 3 0 0,-1 3-160 16,0-1-32-16,-2 2 0 0,2 2-18272 16</inkml:trace>
  <inkml:trace contextRef="#ctx0" brushRef="#br0" timeOffset="25512.12">15932 6325 3679 0,'3'3'320'0,"-1"1"-320"0,0-2 0 0,-1-1 0 16,0 1 720-16,-1 0 80 0,1 1 16 0,0 0 0 0,2 3-32 15,0 0 0-15,-3-6 0 0,0 0 0 0,0 0-784 0,0 0-224 16,0 0-16-16,0 0 0 0,0 0 528 0,0 0 96 15,0 0 32-15,0 0 0 0,0 0 1184 0,0 0 224 16,0 0 48-16,0 0 16 0,0 0 240 0,0 0 48 16,0 0 16-16,0 0 0 0,0 0-336 0,0 0-80 15,0 0-16-15,0 0 0 0,1 34-608 0,-7-26-128 16,-1 5-32-16,-2 2 0 0,0 4-368 0,-2 5-80 16,-2 6-16-16,-1 6 0 0,-2 2-176 0,1 2-32 15,1-2-16-15,2 0 0 0,1 0-304 0,2-2 128 0,1 4-128 0,-1-4 0 31,2-4-672-31,1-5-240 0</inkml:trace>
  <inkml:trace contextRef="#ctx0" brushRef="#br0" timeOffset="25893.58">15716 6738 19343 0,'-6'-5'848'0,"4"2"192"0,0 1-832 0,0 0-208 0,1 0 0 0,1 2 0 16,0 0 1792-16,-1-1 320 0,0 1 64 0,0-2 16 15,0 2-32-15,0 0-16 0,1 0 0 0,1 3 0 0,-1 2-1248 0,1 1-240 16,0 3-48-16,0 1-16 0,-1-10-272 16,0 0-64-16,5 48-16 0,-5-48 0 0,2 40-48 0,-2-40 0 15,0 48 0-15,0-48 0 0,1 46-192 0,-1-46 176 16,3 41-176-16,-3-41 160 15,0 0-160-15,9 36 0 0,-3-29 0 0,0-7 128 16,0-2-128-16,1-3 0 0,0 0 0 0,1-5 0 0,13-13 128 16,-11 8-128-16,0-3 128 15,0 1 0-15,0-1-128 0,-1 3 192 0,0 0-64 0,-1 1-128 0,-1 3 0 16,0 1 144-16,0 0-144 0,0 3 0 0,0 0 0 16,-3 3 0-16,1-1 0 0,-1 1 0 0,0 1 0 15,-1 0 0-15,0-1 0 0,-1 3 0 0,0-1 0 0,-1 2 0 0,-1 0 0 31,0-2-864-31,0 2-96 0</inkml:trace>
  <inkml:trace contextRef="#ctx0" brushRef="#br0" timeOffset="26361.51">15966 6363 9215 0,'-2'-6'400'0,"0"2"96"16,1-1-496-16,0 3 0 0,1 0 0 0,0 0 0 15,0-1 1728-15,-1-1 240 0,1-1 48 0,0-3 16 0,-1-1 288 0,0 0 64 16,1-1 16-16,-2 5 0 0,1-2-752 0,0 3-160 16,0 2-16-16,0 1-16 0,-1 1-256 0,1 3-48 15,0-1-16-15,0 3 0 0,2 2-240 16,-1 2-32-16,2 0-16 0,0 1 0 0,-1 0-272 0,-1-10-64 16,0 0-16-16,11 38 0 0,-11-38-192 0,0 0-48 15,14 44 0-15,-14-44 0 0,0 0-96 0,0 0-32 16,25 46 0-16,-25-46 0 0,0 0-128 0,0 0 128 15,0 0-128-15,0 0 128 0,0 0-128 0,39 19 128 16,-34-22-128-16,0-4 128 0,1-1 32 0,0-3 0 0,0-1 0 0,2-3 0 16,0-3-160-16,2-5 192 15,0-1-192-15,2-5 192 0,2-6-48 0,2-7 0 0,2-4 0 0,1-8 0 16,2-3-144-16,1-2 0 0,2 1 144 0,1 4-144 16,0 6 0-16,-1 7-256 0,0 4 32 15,0 6-18592-15</inkml:trace>
  <inkml:trace contextRef="#ctx0" brushRef="#br0" timeOffset="27401.94">16297 5969 4607 0,'0'-4'400'0,"1"1"-400"0,-1 2 0 0,0 0 0 0,1-1 704 0,-1-1 64 16,1-2 16-16,0-4 0 15,1-1 192-15,-1-1 48 0,1 1 0 0,-2 1 0 16,-1 4-336-16,0 0-64 0,0 2-16 0,0 1 0 0,0 2 448 0,-1 0 96 15,1 0 0-15,0 2 16 16,1-2 272-16,0 1 48 0,0-1 16 0,1-1 0 16,2-2-64-16,0-2-16 0,2 0 0 0,1-3 0 0,1-1-384 0,1-3-80 15,2-2 0-15,1-5-16 16,3-2-416-16,0-2-80 0,2-2 0 0,0 0-16 16,-1 0-96-16,3-5-16 0,1-6 0 0,3-4 0 0,-2-3-320 0,2-6 128 15,0-4-128-15,1-4 0 0,0 3 0 16,2-7 0-16,4-3 0 0,-2 4 128 0,-4 7-128 0,-4 11 0 15,-4 8-176-15,-3 11 176 16,-2 5-832-16,-4 7-80 0,0 7-16 0,-3 2-13280 0</inkml:trace>
  <inkml:trace contextRef="#ctx0" brushRef="#br0" timeOffset="28025.29">16968 4765 11967 0,'1'-5'528'0,"0"3"112"15,0-3-512-15,-1 2-128 0,1 3 0 0,-1-2 0 0,0 2 1600 0,0-2 304 16,0 0 48-16,-1-1 16 0,0-1 448 0,-1 4 80 15,-1 4 32-15,-1 1 0 0,-3 4-1136 0,0 4-240 16,-2 5-32-16,-1 6-16 0,-1 2-416 0,1 0-96 16,0 2-16-16,1 3 0 0,2 2-224 0,2-2-48 15,2-2-16-15,3-29 0 0,3 40-288 0,-3-40 160 16,0 0-160-16,0 0 128 0,34 24 0 0,-20-29-128 0,0-1 192 0,1-4-64 16,0-2-128-16,0-2 192 15,0-1-192-15,-2-1 192 0,0 1-192 0,-3-3-176 16,0 2 48-16,-2-2 0 0,-1 2 128 0,-2-1-128 0,0-4 128 0,-1 0-128 15,-1 0 128-15,0 1 0 0,0 1 0 0,-1 1 0 16,0 5 176-16,-1 4-48 16,-1 1 0-16,-1 5 0 0,-1 3 336 0,1 1 64 0,-1 6 16 0,-2 0 0 15,2 5-128-15,-3 3-32 0,-1 6 0 0,2 0 0 16,0 1-176-16,4-22-32 0,-3 43-16 0,3-43 0 16,0 40-160-16,0-40 0 0,0 0 0 0,10 52 128 0,-10-52-128 0,0 0 0 15,0 0 0-15,18 45 0 0,-18-45 0 0,0 0 0 16,0 0 0-16,0 0 0 0,0 0-192 0,35 14-112 15,-26-19-16-15,-2 3-17216 16</inkml:trace>
  <inkml:trace contextRef="#ctx0" brushRef="#br0" timeOffset="28644.65">17366 4686 5519 0,'3'-3'496'0,"-1"0"-496"0,0 0 0 0,-2 0 0 15,1 3 1280-15,0-2 176 0,1 0 16 0,1-3 16 0,0 0 592 16,0-1 112-16,-1 3 32 0,-1 0 0 16,-1 1-400-16,-1 1-80 0,0 0-16 0,-1 2 0 0,0 0-432 0,1 1-80 15,-1 1-32-15,-1-3 0 0,2 2-96 0,-1-1-32 16,1 1 0-16,0-2 0 0,1 1-384 0,0-1-80 16,1 0-16-16,-1 0 0 0,0 1-192 0,0-1-32 15,0 0-16-15,-1 2 0 0,1-1-176 0,-2 1-32 16,0 3-128-16,-3-1 192 0,-1 4-192 0,-1 1 0 15,-1 5 128-15,-2 0-128 0,0 5 0 0,-2 3 128 16,-1 6-128-16,0 3 0 0,2 0 144 16,-1 3-144-16,0 5 128 0,1 0-128 0,3-2 256 0,3-3-48 15,5-34 0-15,-2 54 0 0,2-54 80 0,0 0 16 16,13 43 0-16,-13-43 0 0,0 0 32 0,0 0 16 16,38 16 0-16,-28-17 0 0,1 0-144 0,0-3-16 0,2 0-16 15,-2 1 0-15,2 0-176 0,-2-2 0 16,1 0 0-16,-1 0 128 0,-1 1-128 0,-1 0 0 15,1-2 0-15,-1 1-12272 16,0-1-2368-16</inkml:trace>
  <inkml:trace contextRef="#ctx0" brushRef="#br0" timeOffset="28894.5">17536 4806 6447 0,'0'-10'576'0,"0"2"-576"0,0 2 0 0,0 1 0 15,1 2 2736-15,-1 1 432 0,1 0 96 0,0-3 0 16,1-2 352-16,1-3 64 0,0 1 16 0,-1 4 0 16,0 0-1840-16,0 5-384 0,-2 5-64 0,-1 7 0 15,1-12-592-15,-5 34-112 0,5-34-32 0,-11 56 0 16,5-32-352-16,-1 4-64 0,-1 8 0 0,0 2-16 0,-1 3-48 0,4 0-16 16,0-5 0-16,5-36 0 15,1 54-176-15,-1-54 0 0,0 0 0 0,0 0 128 0,25 47-128 16,-16-44-256-16,3-3 64 0,-1-3-11728 15,0-3-2352-15</inkml:trace>
  <inkml:trace contextRef="#ctx0" brushRef="#br0" timeOffset="29196.58">17830 4829 14735 0,'0'0'1312'0,"-1"0"-1056"0,1 0-256 0,-1 0 0 16,0 0 1856-16,-1 0 320 0,-2 2 64 15,-2-2 16-15,-3 3-16 0,-3 0 0 0,0 0 0 16,-2 3 0-16,-1-2-1584 0,1 1-320 0,-2 0-64 0,-1 0-16 16,1 2 256-16,1-1 32 0,1-1 16 15,1 0 0 1,0 0-2992-16,0 0-576 0,1-1-128 0,0 1-32 0,2 0 1552 16,2-1 304-16,2-1 64 0,0 0 16 0,1 1 1824 0,3-1 368 0,-1 1 80 0,2-1 16 15,1 1 784-15,0 1 144 0,2 0 48 0,0-1 0 16,1 1 64-16,2 0 16 0,0 2 0 0,1-2 0 15,1 0-992-15,1 2-192 0,0-3-32 0,1 2-16 0,0 0-576 16,1-1-112-16,0 0-32 0,0-3 0 0,0 3-160 16,-1 0 0-16,0 0 0 0,1-1 0 0,-2 1 0 15,-1-3-304-15,0 1 48 0,-2-1-17536 16</inkml:trace>
  <inkml:trace contextRef="#ctx0" brushRef="#br0" timeOffset="29463.8">17896 4800 23039 0,'3'-4'1024'0,"-1"1"192"0,1-2-960 0,-1 3-256 0,-1 0 0 0,1 0 0 16,1-1 1520-16,2 0 256 0,1-3 48 0,3-1 16 16,4-1-96-16,-1 1-16 15,-1 3 0-15,0 4 0 0,-2 2-752 0,-1 2-144 16,-8-4-48-16,0 0 0 0,0 0-192 0,17 56-32 0,-17-56-16 0,1 44 0 15,-1-44-224-15,0 48-64 0,0-48 0 0,-4 56 0 16,4-56-80-16,-3 56-32 0,3-56 0 0,-4 49 0 16,4-49-144-16,-6 35 0 0,2-21 0 0,-2-2 128 15,0-2-128-15,-4 0 0 16,-1-1 0-16,-3 0 0 0,0 1-128 0,-9 2-64 0</inkml:trace>
  <inkml:trace contextRef="#ctx0" brushRef="#br0" timeOffset="30075.63">17484 7265 17503 0,'1'-8'1552'16,"1"3"-1232"-16,0 0-320 0,0 3 0 0,0 0 1280 0,0-1 192 16,1-2 32-16,3-4 16 0,0-1 208 0,2-1 64 15,-2 4 0-15,-1 4 0 0,-1 8-944 0,-2 4-176 16,-2-9-32-16,0 44-16 0,-3-7-256 0,-2 5-48 15,0 6-16-15,-3 6 0 16,1 4 32-16,-2 1 16 0,1 3 0 0,2-1 0 0,-2-7-208 0,4-5-144 16,2-10 192-16,2-8-192 0,0-31 0 15,0 0-272-15,15 40 16 0,-5-37-14784 16</inkml:trace>
  <inkml:trace contextRef="#ctx0" brushRef="#br0" timeOffset="30359.13">17497 7260 19343 0,'-10'-10'848'0,"6"3"192"0,1 3-832 0,2 0-208 0,1 2 0 0,2 0 0 15,0 1 1856-15,1-2 320 0,3-3 64 16,3-1 0-16,4-2 224 0,4-1 32 0,3 1 16 0,2-2 0 16,-1 0-1440-16,1 2-304 0,0 2-48 0,1-1-16 15,-3 4-400-15,-2 2-96 0,-18 2-16 0,31 7 0 16,-31-7-192-16,0 0 0 0,0 0 0 0,24 57 0 0,-25-34 0 0,-6 1 0 15,-1 4 0-15,-4-1 0 16,-2 1-176-16,-2-6 176 0,-2-1-160 0,1-2 160 16,-1-4 0-16,-1 0 0 0,-2-3-128 0,1 0 128 15,2-2 0-15,2-4 0 0,2 0 144 0,1-3-144 0,2-2 0 16,4-1 128-16,0-2-128 0,2-1 0 0,1-2 0 16,4 1-128-16,3-3 128 0,4 0-17584 0</inkml:trace>
  <inkml:trace contextRef="#ctx0" brushRef="#br0" timeOffset="30663.2">17918 7035 22111 0,'1'-9'976'0,"-1"5"208"0,1-1-944 0,0 1-240 16,-1 3 0-16,0 1 0 0,0 0 2080 0,0 0 368 0,0 0 80 15,-1 0 16-15,1 0-736 0,-1 1-144 16,0 3-16-16,0 2-16 0,-2 1-1024 0,0 2-208 15,0 3-32-15,0 2-16 0,-2 5-352 0,-1 0 128 16,0 6-128-16,-1 2 0 0,0 4 0 0,-1 4 144 16,-3 4-144-16,1 3 0 0,-2 1 0 0,1-1 0 0,1-3 0 0,2-5 0 15,6-7 0-15,2-27 0 0,1 45 0 0,-1-45 0 16,0 0 0-16,0 0 0 0,0 0 0 0,40 18 0 0,-26-26 0 16,5-5 0-1,2-8 0-15,3-1-144 0,2-3 144 0,-1-1 0 0,0 2 0 0,-2 1-128 16,-3 2-32-16,-1 1 0 0,-3 3 0 15,-1 3 0 1,-2 0-512-16,-3 4-96 0,0 1-32 0,-3 2 0 0,-1 2-1408 16,-3 3-288-16</inkml:trace>
  <inkml:trace contextRef="#ctx0" brushRef="#br0" timeOffset="31674.33">18098 7338 11967 0,'-2'6'528'0,"1"-5"112"0,1 1-512 0,0-2-128 0,1 0 0 0,-1 0 0 15,1 0 1872-15,0 0 352 0,3-3 64 0,2 1 16 16,0-2 336-16,2-1 80 0,1 0 16 0,-1-3 0 15,2 0-912-15,-1 0-176 0,0-1-48 0,-1 0 0 0,0-1-624 16,-1-2-128-16,-1 2-16 0,-2-2-16 0,0 3-544 0,-3 0-96 16,-1 1-32-16,-1-1 0 0,-2 3-144 0,-1 0 0 15,-2 3 0-15,-1 1 0 16,-2 4 0-16,-3 1 0 0,-1 4 0 0,-1 5 0 0,1 0 0 0,-2 2 0 16,0 3 0-16,1 2 0 0,2 2 0 0,0-1 0 15,2 1 128-15,1 0-128 0,3 0 0 0,1 0 0 16,2-4 0-16,3-17 0 0,0 0 0 0,3 39 128 15,-3-39-128-15,0 0 0 0,0 0 144 0,0 0-144 16,0 0 160-16,36 25-160 0,-28-27 128 0,-2-3-128 16,3 0 0-16,-2-2 0 0,2-2 128 0,1-1-128 15,-1-4 0-15,0 2 0 0,1-2 0 0,0-2 0 16,-1 1 0-16,-2 0 0 0,1-3 0 0,-2 1 0 16,0-2 0-16,-2 5 0 0,-2 2 0 0,0 2 0 0,0 4 0 15,-2 0 0-15,0 4 0 0,-1 4 0 0,-1-1 0 0,0 4 0 16,0 1 0-16,-1 4 0 0,-1 2 0 15,1 1 0-15,1 2 0 0,1-1 0 0,1-14 0 0,0 29 0 16,0-29 0-16,0 0 0 0,0 0 0 0,10 40 0 16,-10-40 0-16,0 0 0 0,0 0 128 0,0 0-128 15,0 0 0-15,0 0 0 0,35 19 0 0,-30-21 0 16,-2 0 0-16,1-3 0 0,-1 0 0 0,1 0 0 16,-2-2 0-16,1 1 128 0,0-2-128 0,1 3 0 0,-1-3 0 0,2-1 0 15,0 0 0-15,0-3 0 16,3 1-144-16,-1-4 144 0,0 1-208 0,3 0 80 0,-1-1-192 0,0 1-48 15,1 3 0-15,-2 1 0 0,1 4 32 0,0 0 0 16,-3 2 0-16,0 3 0 0,-2 1 208 0,0 0 128 16,-1 3-160-16,-1 2 160 0,-1 1 0 0,-1 2 0 15,-1 4 0-15,0 2 0 0,-2 2 240 0,-1 2-16 0,-1 0 0 16,0 1 0-16,0 0-16 0,0-2 0 0,-1 2 0 0,2-4 0 16,0-1-208-16,0-2 128 0,2-1-128 0,1-4 0 15,1 0 0-15,1-5 0 16,1 0 0-16,1-4 0 0,1 1 0 0,-1-4 0 0,2-1 0 0,0 0 0 15,1-2 0-15,1-4-160 0,3 0 32 0,0-2 0 16,-1-2-144-16,1-1-32 0,2-2 0 0,-1 1 0 16,-1 0 80-16,-1 3 16 0,-1 2 0 0,-1 1 0 15,-1 5 80-15,-2 2 128 0,0 3-208 16,-1 2 80-16,-1 2 128 0,-1 0 0 16,-1 4 0-16,0-2 0 0,0 3 320 0,-1 0 64 0,1 3 0 0,0-2 0 15,-1 1 128-15,0 2 16 0,1 1 16 16,-1-1 0-16,0 2-208 0,1-4-32 0,0 1-16 0,0 0 0 15,1 0-144-15,0 1-16 0,0-2-128 0,0 0 192 0,-1-9-192 16,0 0 0-16,0 0 0 0,0 0 0 0,0 0 0 16,13 39 0-16,-9-37 0 0,3-5 0 15,0 1-1072 1,2-5-96-16,3 0-32 0,0-3 0 0,2-2-912 16,1-4-192-16,0 0-48 0,1-4 0 0,0-1 208 15,-1-5 32-15,2-3 16 0,-3-1 0 0,-1 2 1312 0,1-6 256 0,0-4 48 0,0 0 16 16,-1 5 464-16,-2 7 0 0,-2 3-128 0,-2 6 128 15,-2 5 1088-15,-1 5 272 0,-2 4 48 0,-2 4 16 16,1 1 784-16,-2 2 160 0,-3 4 16 0,0 4 16 0,-1 3-704 0,-1 2-144 16,0 3-16-16,-2 3-16 15,3 1-880-15,-3 0-160 0,2 4-32 0,-1-2-16 0,3 0-192 16,-1 1-48-16,1-1 0 0,2-3 0 0,2-23-192 0,-4 45 144 0,4-45-144 16,0 37 128-16,0-37-128 0,0 0 0 15,0 0 0-15,8 44 0 0,-5-37 0 0,1-4 0 16,0 1 0-16,2-4 0 0,-1 0 0 0,1-4 0 15,0 1 0-15,0-4 0 0,0 0-224 0,-1-1-32 16,1-1 0-16,-2 0 0 16,0-2-1232-16,-1 0-256 0</inkml:trace>
  <inkml:trace contextRef="#ctx0" brushRef="#br0" timeOffset="31827.56">18682 7188 31327 0,'1'0'1392'0,"0"0"272"0,1 0-1328 0,-2 0-336 0,1 0 0 0,0-2 0 15,1 2 1824-15,1-2 288 0,3-1 64 0,1 0 16 16,2-3-1168-16,3-2-224 0,2 1-48 0,2-2-16 16,1-3-464-16,2 0-80 0,2-1-32 0,0 1 0 15,1 1-320-15</inkml:trace>
  <inkml:trace contextRef="#ctx0" brushRef="#br0" timeOffset="33709.43">20486 6476 18431 0,'0'-4'1632'0,"0"0"-1312"0,0 3-320 0,0 1 0 15,0 0 1472-15,0 0 240 0,0-2 32 0,0 0 16 16,0 1 64-16,0 4 16 0,0 2 0 0,0 2 0 15,0-7-1168-15,0 0-224 16,4 47-64-16,-4-47 0 0,6 45-80 0,-6-45-32 0,7 47 0 0,-7-47 0 16,9 46-144-16,-9-46-128 0,0 0 192 0,8 53-192 15,-8-53-944 1,0 0-288-16,0 0-64 0,0 0-12544 0</inkml:trace>
  <inkml:trace contextRef="#ctx0" brushRef="#br0" timeOffset="33930.04">20711 6453 17503 0,'4'-5'768'0,"-2"3"176"0,-2 0-752 0,0 2-192 0,0 2 0 0,-1 0 0 0,-1 1 2336 16,-1 5 432-16,-2 3 96 0,-2 7 16 15,-3 8-480-15,-4 8-96 0,-2 2 0 0,-2 4-16 0,-2 0-1392 0,1-1-288 16,2-2-48-16,-2-4-16 16,1 2-160-16,-2-3-48 0,1-2 0 0,-2-2 0 0,2-4-96 15,-1-1-32-15,3-5 0 0,-1-4 0 0,2-4-16 16,0-1 0-16,-1-5 0 0,0-1 0 0,2-2-192 0,-1-2 176 15,-1-4-176-15,2-1 160 0,2-2-160 0,2-4 0 0,1-2 0 16,2-5 0 0,-1-2-400-16,4-2-64 0,1-2-16 0,3 1-17248 15</inkml:trace>
  <inkml:trace contextRef="#ctx0" brushRef="#br0" timeOffset="34276.21">20867 6543 10127 0,'6'-7'208'0,"-2"0"48"0,0 1 16 0,-2 2 48 0,-2 2-320 0,0-1 0 0,0 1 0 0,-1 0 0 15,0-3 2304-15,-1-2 384 0,-3 2 96 0,0 0 16 0,-3 1 272 0,-1 4 64 16,0 1 16-16,-2 2 0 0,2 5-1360 0,-1 1-256 16,1 5-64-16,-1 1-16 0,0 3-816 0,1 2-176 15,2 3-16-15,-1-2-16 0,2 3-240 16,0 0-64-16,1 2 0 0,5-26 0 16,-7 48 0-16,7-48 0 0,-2 45 0 0,2-45 0 15,3 45-128-15,-3-45 128 0,0 0-128 0,13 52 128 0,-13-52-128 0,0 0 0 16,0 0 0-16,31 33 0 15,-18-33-528-15,0-5-144 0,1-1-32 0,2-4-16144 16</inkml:trace>
  <inkml:trace contextRef="#ctx0" brushRef="#br0" timeOffset="34578.18">21105 6549 6447 0,'4'-6'576'0,"-1"1"-576"16,-1 3 0-16,-1 0 0 0,-1 0 1888 0,0 1 272 15,1-4 48-15,1-2 16 0,0-1 224 0,-1-1 48 0,-2 3 16 0,-2-1 0 16,-1 4-352-16,-1 3-80 0,-2 0-16 0,-1 3 0 16,1 1-544-16,-2 1-112 0,3 0-32 0,-1 2 0 15,1 2-512-15,0-1-96 0,1 3-32 0,0 1 0 16,0 0-256-16,2 2-48 0,-1 0-16 0,-1 3 0 0,2 2-224 0,-2 0-64 15,0 1 0 1,0 3 0-16,5-23-128 0,-10 44 0 0,4-22 0 0,1 0 128 16,-2-1-128-16,1-1 0 0,0-3 0 0,1-2 0 15,2-3-1440 1,-2-1-160-16,2-3-48 0,0-4-14672 0</inkml:trace>
  <inkml:trace contextRef="#ctx0" brushRef="#br0" timeOffset="34909.37">21215 6652 19343 0,'2'-4'848'0,"-1"3"192"0,1-3-832 0,-1 3-208 0,0-1 0 0,0 2 0 16,-1-1 928-16,1 0 144 0,0-3 16 0,-1 1 16 16,-1 0-640-16,-2 1-128 0,-1 2-16 0,-2 2-16 15,-2-1-304-15,-1 3-176 0,-2-1 32 0,-1 0 0 16,-1 1-240-16,-2 1-32 15,0 1-16-15,0 0 0 0,2 0 48 0,-1 0 16 0,1 0 0 0,1 1 0 16,1-2 368-16,1 0 0 0,3 0-144 0,1-2 144 16,2 0 0-16,1-2 0 0,2-1 0 0,2 0 0 15,0-1 256-15,1 1 128 0,0-2 0 0,1 1 16 0,-1 0 512 0,1 1 112 16,0 0 0-16,-2 0 16 16,1 0 976-16,0 2 192 0,0 0 32 0,1 1 16 0,-1 2-1744 0,0-3-336 15,2 3-176-15,1-2 160 16,1 2 368-16,2-1 80 0,1 1 16 0,0-1 0 15,2 1-384-15,0-2-80 0,1 1-16 0,-1-1-11120 0,0-1-2224 16</inkml:trace>
  <inkml:trace contextRef="#ctx0" brushRef="#br0" timeOffset="35162.17">21368 6544 16463 0,'1'-6'352'0,"-1"4"80"0,2 0 16 0,1-1 32 0,-1 1-480 0,0 2 0 15,1-2 0-15,0 1 0 0,3-1 2704 0,2 0 448 16,2-1 96-16,1 3 16 0,-1 0-1072 0,-1 5-208 16,-9-5-32-16,0 0-16 0,0 0-736 0,27 43-160 15,-27-43-16-15,0 0-16 0,6 59-384 0,-6-59-80 16,-4 45-16-16,4-45 0 0,-13 50-288 0,4-24-64 0,-3-2-16 0,-1-1 0 15,-1-1-160-15,-1-4 0 16,-1-3 0-16,0-1 0 0,0-2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6:51:11.781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1215 8257 10127 0,'0'0'896'0,"0"-2"-704"15,0 2-192-15,0 0 0 0,0 0 1328 0,-1 0 224 0,1 0 48 0,0 0 16 16,-1 2 128-16,1 3 32 0,-1-2 0 0,0 6 0 0,1-2-832 0,-1 2-176 31,1 3-16-31,-1 2-16 0,1 3-272 0,1 2-48 16,-1 3-16-16,-1 1 0 0,1 3-272 0,0 1-128 16,0 1 128-16,1-4-128 0,-1-1 0 0,1-4 128 15,1-4-128-15,2-4 0 0,0-3 256 0,1-4-16 16,0-2-16-16,0-2 0 0,2-3 176 0,0-3 48 15,2-3 0-15,1-6 0 0,-1-2-144 0,0-1-32 0,1-2 0 16,-3 0 0-16,1-2-272 0,-2 3 160 16,-1 0-160-1,-1 1 128-15,0 1-128 16,-1 1 0 0,-2-1 0-16,1 2 0 0,-1 1 0 15,-1 2 0-15,0 3 0 0,0 1 0 16,0 4 816-16,-1-1 176 0,0 2 32 0,0 3 16 15,1 3-1664-15,0 0-336 0,0 3-64 0,1 2 0 0,1-1 1664 0,-1 2 320 16,2 1 80-16,0-1 16 0,0 0-832 0,2 1-224 0,0 4 0 16,-5-14 0-16,0 0-752 0,20 40-224 0,-20-40-48 0,0 0-16 0,20 38 832 0,-20-38 208 0,0 0 0 0,0 0 0 0,23 34 0 0,-18-30 0 0,1-1 0 15,-1-3 0-15,-1-2 0 0,1-2 0 0,-1-2 0 0,1-1 0 0,1-5 640 0,-2-2 160 16,1-2 32-16,-1-1 16 0,-2 0 48 0,1 3 0 16,-1-3 0-16,0-2 0 0,0 1-128 0,1 1 0 15,-1 0-16-15,1 3 0 0,1-3-400 0,0 0-80 0,0 1-16 16,0 3 0-16,0 1-256 0,-2 1 0 0,1 4 0 15,-1 2 0-15,0 5-192 0</inkml:trace>
  <inkml:trace contextRef="#ctx0" brushRef="#br0" timeOffset="548.9">1842 8504 16575 0,'-1'-2'1472'15,"0"-3"-1168"1,1 2-304-16,0 1 0 0,1 0 1344 0,0-1 192 0,0-4 64 0,1-3 0 16,2-4 448-16,3 0 112 0,0 1 16 0,2 0 0 15,2 3-1328-15,0 1-256 0,0 2-48 0,1 3-16 16,0 3-288-16,0-1-64 0,-12 2-16 0,0 0 0 0,0 0-160 0,44 7 0 15,-35-4 0-15,-2-1 0 16,1 0-272-16,0-2 64 0,-1 0 16 0,-2-4-14064 16</inkml:trace>
  <inkml:trace contextRef="#ctx0" brushRef="#br0" timeOffset="699.6">1954 8267 11967 0,'-2'-3'1072'0,"1"1"-864"0,0 2-208 0,0 0 0 15,1 0 2176-15,0 1 400 0,0 0 80 0,-1 0 16 16,1 3 464-16,1 5 80 0,0 3 32 0,1 6 0 0,1 5-1840 16,0 5-352-16,-1 3-80 0,0 2-16 15,1 0-672-15,1-1-144 0,0 0-16 0,0-6-128 0,2-3 0 0,-6-23 0 16</inkml:trace>
  <inkml:trace contextRef="#ctx0" brushRef="#br0" timeOffset="1098.29">1936 9134 14735 0,'0'-4'1312'0,"0"-1"-1056"16,1 2-256-16,0 1 0 0,0 2 1856 0,1-2 304 16,1-2 64-16,1-2 16 0,4-1 784 0,0-2 176 15,3 4 16-15,1 0 16 0,-1 3-1632 0,-11 2-336 16,0 0-64-16,39-2-16 0,-39 2-848 0,0 0-160 16,43 0-48-16,-43 0-17456 15</inkml:trace>
  <inkml:trace contextRef="#ctx0" brushRef="#br0" timeOffset="3215.7">3536 10597 911 0,'-6'-2'0'0,"0"2"0"16,3-2 0-16,2 1 0 0,0 1 688 0,-1 0 48 15,-4-2 16-15,-1-2 0 16,-3-1 112-16,2 0 32 0,0-2 0 0,1 0 0 0,3-1-224 0,0 2-32 15,0 1-16-15,0-1 0 16,-1 2 736-16,-1-1 160 0,1 2 16 0,-1 2 16 0,1-1 208 0,-2 2 32 16,1 0 16-16,-2 2 0 0,3-1-336 0,-1 0-64 15,2 2 0-15,0 1-16 0,1-3 16 0,2 1 0 16,2-1 0-16,1 0 0 16,2-1-368-16,2 0-64 0,2 0-16 0,3 0 0 0,-11 0-400 0,0 0-96 15,42-5-16-15,-42 5 0 0,34-5-272 0,-20 2-176 16,-3 0 192-16,2 0-192 0,3-2 128 0,0 1-128 15,0-1 0-15,-2 2 0 0,-3 0 0 0,-2 2 0 0,-2-1 0 16,-4-1 0-16,1 3 0 0,-2 0 0 16,-3 1 0-16,0 3 0 0,-3 0 0 0,-1 4 0 15,-3 2 0-15,-1 3 0 0,0 0 0 0,-2 4 0 16,-1 3 0-16,-1 1 0 0,0 3 0 0,1 0 0 16,0 2 0-16,2-2 0 0,2 0 0 0,2 0 0 15,3 1 0-15,0-4 0 0,2 1 0 0,1-5 0 0,1-3 0 0,2 2 0 16,1-1 0-16,2-4 0 0,0 1 0 15,-6-12 0-15,0 0 0 0,0 0 0 16,0 0-128-16,43 26 128 0,-33-26 0 0,-1-2 0 0,0-1 0 0,1-1-144 16,2-6 144-16,0 1 0 0,1-3 0 0,-1 0 0 15,-1 3 0-15,-2-2 0 16,-1 0 0-16,-1 2 0 0,-2-1 0 0,0 3-160 0,-2 1 160 0,-2 0 0 16,-1 2-1424-1,-2 1-176-15</inkml:trace>
  <inkml:trace contextRef="#ctx0" brushRef="#br0" timeOffset="3448.86">3437 10758 14735 0,'-9'-4'640'0,"2"-1"160"0,3 0-640 0,0 1-160 0,1 1 0 0,1 3 0 0,0-2 1408 16,-2-3 256-16,-2 1 64 0,-1-2 0 0,-1 2-272 0,2 2-48 15,1-1-16-15,2 3 0 0,2 3-624 0,1-1-112 16,2 0-16-16,2 0-16 0,1 1 176 0,1-1 32 15,3 1 16-15,-9-3 0 0,0 0-16 0,0 0-16 16,54-3 0-16,-54 3 0 0,36-9-224 0,-17-1-32 0,1 1-16 0,0-2 0 31,-2-1-192-31,0 0-32 0,-1 0-16 0,-3-2 0 0,-1 4-304 0,-3-2 128 16,-2 3-128-16,0 2-11008 0,-2 2-2288 16</inkml:trace>
  <inkml:trace contextRef="#ctx0" brushRef="#br0" timeOffset="3718.11">3725 10423 1839 0,'-1'0'160'0,"1"0"-160"0,-1 1 0 0,1-1 0 16,-1 2 1040-16,1 1 176 0,-1 0 48 0,-1 3 0 15,1 2 1168-15,0 1 224 0,2 0 48 0,1-1 16 16,2-1-480-16,0 0-112 0,3-5-16 0,1 1 0 16,1-3-1152-16,2-1-256 0,1-1-32 0,1-4-16 15,1 0-352-15,0-3-80 0,0-3-16 0,-2 3 0 16,-2-1-208-16,-2 1 0 0,-1 2 0 0,-1-1 0 0,-1 4-336 0,-4-1-16 16</inkml:trace>
  <inkml:trace contextRef="#ctx0" brushRef="#br0" timeOffset="3896.5">3906 10306 11391 0,'5'-17'256'0,"-1"6"48"0,-1 2 16 0,0 3 0 0,-2 3-320 0,0 3 0 16,0-2 0-16,0 1 0 0,2 0 2688 0,-1 1 496 0,-1 4 80 0,-1 4 32 15,-2 6-880-15,-2 0-176 0,-1 5-48 0,-1 2 0 16,-1 2-336-16,2 0-80 0,0-5-16 0,1 4 0 15,1 0-976-15,2 3-192 16,1-4-32-16,2-1-16 0,2-4-544 0</inkml:trace>
  <inkml:trace contextRef="#ctx0" brushRef="#br0" timeOffset="5517.4">3721 10490 12895 0,'-1'-2'1152'0,"1"2"-928"0,0 0-224 0,-1 0 0 16,1 0 1216-16,0-1 208 15,-1 0 48-15,0-3 0 0,0 1 304 0,0-2 64 0,-1 1 16 16,1-1 0-16,1 1-320 0,-1 1-64 0,0-2-16 0,0 3 0 16,0 1-304-16,-1 2-64 0,1 1-16 0,0 1 0 15,1 1-416-15,0 0-80 0,0 1 0 0,1 0-16 16,0 0-192-16,1 2-48 0,1-3 0 0,0 2 0 15,1-2-192-15,1-1-128 0,1 1 160 0,1-3-160 16,-2 1 0-16,2-5 0 0,-1 1 0 0,2-3 0 16,-2 1 0-16,1-2 0 0,-2 2 0 0,1-1 0 15,-2 1 0-15,0 1 0 0,-1 2 0 0,-2 0 0 16,0 1 0-16,-1 1 0 0,-1 2-128 0,-2 0 128 16,1 0 0-16,-1 1 0 0,1-2 0 0,-2 1 0 15,1-1 0-15,0 1-128 0,0 0 128 0,-1-2 0 16,1-1-544-1,1 0 0-15,1 0 0 0,-1 0 0 0,2-1-896 0,-2-2-176 0,1 0-48 0,0 0 0 16,-1-1 144-16,1-1 32 0,-1 1 0 0,-1 1 0 16,2 1 944-16,0 0 192 0,1 1 32 0,-2 1 16 0,1 3 496 15,0-2 80-15,-1 2 32 0,1 0 0 0,0-1 880 0,0 1 176 16,0 1 48-16,1-1 0 0,0 2-32 0,1-3 0 16,0 0 0-16,0 0 0 0,0-1-448 0,-1 1-96 15,2-4 0-15,0 1-16 0,0-2-272 0,0 0-48 16,1-2-16-16,0 1 0 0,1-2-96 0,-1-1-32 0,1 2 0 0,1-2 0 15,-1 3-352-15,1-1 0 16,-1 2 0-16,0 1 128 0,0 0-128 0,0 2 0 0,0 0 0 0,-1 0 0 16,1 2 0-16,-2 0 0 0,1 0 0 0,-2 1 0 15,1 0 0-15,-2-1 0 16,1-1 0-16,-1 0-128 0,0 1 128 0,-1-2 0 16,1 0 0-16,-1 0 0 0,2-2 0 0,-1 1 0 0,0 0 0 15,1-3 0-15,0 3 0 0,0-2 0 0,2-1 0 0,-1 0 0 16,0 1 0-16,1-2 0 0,0 3 0 0,0 0 0 0,-1 1-320 15,0 1-16-15,0 1-16 0,1 2-16864 16</inkml:trace>
  <inkml:trace contextRef="#ctx0" brushRef="#br0" timeOffset="9900.19">4418 10724 5519 0,'-2'-3'496'0,"1"2"-496"0,1 1 0 0,-1 0 0 0,1 0 384 0,0 0-32 0,0 0 0 16,1 3 0-16,-1-2 224 16,1 3 64-16,1-2 0 0,-1 3 0 15,0 2-224-15,0-4-32 0,-1 4-16 0,0-1 0 16,0 2 80-16,0-1 0 0,0 2 16 0,0 2 0 0,-1 2 208 0,1 1 32 16,-1 3 16-16,1 3 0 15,0 3 112-15,0 5 32 0,1 0 0 0,0 3 0 16,2 0 176-16,0 2 48 0,1 0 0 0,1-6 0 15,0-2-576-15,1-3-96 0,0-3-32 0,-6-19 0 0,0 0-384 0,16 31 0 16,-12-27 0-16,0-1 0 16,-2-1-560-16,0-4 16 0</inkml:trace>
  <inkml:trace contextRef="#ctx0" brushRef="#br0" timeOffset="10161.64">4427 10801 9215 0,'-5'-4'400'0,"1"1"96"0,0 2-496 0,3 0 0 15,-1-1 0-15,0 2 0 0,0-2 1088 0,-1 1 128 0,-2-4 32 16,-2 3 0-16,1-3-48 0,-1 0-16 0,2 1 0 0,0 1 0 16,1 3-848-16,2 0-160 0,1 3-48 0,-1 2 0 15,1 2-128-15,-1 0 0 0,1 4 0 0,0 1 0 16,1 2 240-16,-1 3-48 0,1-4 0 0,-1 5 0 15,1-2-32-15,0 2-16 0,-1-1 0 0,1-4 0 16,0-3-144-16,0-3 0 0,1 0 0 0,0-5 0 16,0-2-208-16,0-1-128 0</inkml:trace>
  <inkml:trace contextRef="#ctx0" brushRef="#br0" timeOffset="10315.99">4413 10721 8287 0,'-1'0'368'0,"1"2"80"0,0-1-448 0,1 1 0 15,0 0 0-15,-1 0 0 0,0 1 1664 16,2 4 240-16,2 2 48 0,-4-9 16 0,12 27 640 0,-12-27 128 16,0 0 16-16,23 42 16 0,-23-42-1136 0,0 0-224 15,26 33-64-15,-26-33 0 0,0 0-1024 0,0 0-192 0,31 32-128 0,-26-26-13424 16</inkml:trace>
  <inkml:trace contextRef="#ctx0" brushRef="#br0" timeOffset="10901.53">4485 11107 9215 0,'-5'-9'400'0,"2"1"96"0,1 4-496 0,0-1 0 0,2 5 0 0,0-2 0 16,0-1 992-16,-1 1 96 0,1-5 32 0,-1 0 0 0,0 0 352 0,1 3 64 15,0 3 0-15,0 1 16 0,0 2-576 0,1 5-112 16,-1 0-32-16,0 4 0 0,0 2-224 0,-1-1-48 0,1 1-16 0,-1 0 0 16,0 3-32-16,0-1-16 15,0 2 0-15,1-3 0 0,0 1-240 16,0-2-64-16,0-1 0 0,1-2 0 0,0-1-32 0,0-2-16 16,2 0 0-16,-1-2 0 0,0 0-144 0,0 0 192 15,1-3-192-15,-1 0 192 0,1 0-192 0,-1-2 160 0,1 1-160 0,-2-2 160 16,0 1-160-16,1-2 160 15,0 0-160-15,-1-2 160 0,1 0 96 0,-1 0 32 0,1-3 0 16,-1 1 0-16,0 0-80 0,2-1-16 16,1-2 0-16,1 1 0 0,2-1-64 0,0-1-128 0,3 1 176 15,0 0-176-15,0 1 672 0,1 4 32 0,-11 4 0 16,0 0 0-16,39-8-384 0,-39 8-64 0,0 0 0 16,0 0-16-16,46 11-240 0,-46-11 0 0,0 0 0 15,0 0 0-15,0 0 0 0,38 32 0 0,-33-25 0 0,-3 3 0 16,-1-1 0-16,-2 1 0 0,-1 2 0 0,-2 0 0 15,1 2 0-15,-3 0 0 0,2 0 0 0,-2 0 0 16,0 1 0-16,1-3 0 0,-1 2 0 0,2 0-14768 16</inkml:trace>
  <inkml:trace contextRef="#ctx0" brushRef="#br0" timeOffset="12968.03">4459 11640 7359 0,'-1'0'656'0,"0"0"-528"15,1 0-128-15,0 0 0 0,0 0 1040 0,-1 1 176 0,0 1 48 16,0 0 0-16,0-1 400 0,1 2 96 16,0 0 16-16,0 0 0 0,3 2-304 0,-1-2-64 15,2 0-16-15,-1 0 0 0,3 0-432 0,0-1-64 16,-1-2-32-16,2 0 0 0,0 0-368 0,1-4-80 0,0 1-16 0,0 0 0 16,1-1-240-16,-1-3-160 0,0 2 192 0,0-3-192 15,-1 0 0-15,-2 2 0 16,-1 0 0-16,0 0 0 0,0-1 0 0,-2-1 0 15,-1 0-128-15,-2 1 128 16,-1 0-1216-16,-2 2-128 0,-1 0-48 0,-3-1 0 16,1 0-576-16,-3 1-112 0,0 1-32 0,1-3 0 15,0 3 1152-15,-1 1 208 0,1 1 48 0,1 2 16 0,0 0 688 0,1 2 0 0,1 0 0 0,1 0 0 16,0 3 480-16,1 0 176 0,2-1 48 0,-1 4 0 0,1 1 576 16,0-2 112-16,1 3 16 0,0-1 16 15,2 0-256-15,-1 3-48 0,2 0-16 0,0 3 0 0,0 1-288 16,1 1-64-16,1-3-16 0,0 0 0 15,1 0-144-15,-1-2-16 0,2 0-16 0,-1 0 0 0,2-2-288 0,-7-10-48 16,0 0-16-16,0 0 0 0,30 32-208 0,-30-32 128 16,0 0-128-16,0 0 0 15,0 0 0-15,0 0 128 0,51 12-128 0,-40-18 0 0,-2-2 320 16,0-3 0-16,0 1 16 0,0-2 0 16,-1 1-112-16,0 1-32 0,-1-1 0 0,0 1-14304 15</inkml:trace>
  <inkml:trace contextRef="#ctx0" brushRef="#br0" timeOffset="13214.35">4722 11474 18431 0,'-1'-4'816'0,"0"2"160"0,1 0-784 0,-1 1-192 15,1 1 0-15,-1 0 0 0,1 0 1696 0,-1 3 288 0,0 1 64 0,0 6 16 16,0 0-544-16,-1 2-112 0,1 4-32 0,0-1 0 15,1 3-1024-15,0 1-208 0,1 2-144 0,1 0 192 16,3 3-192-16,1 0 0 0,2-2 0 0,-8-22 0 16,15 35 688-16,-15-35 208 0,0 0 32 0,32 33 16 15,-32-33-816-15,0 0-128 0,0 0 0 0,44 16 0 16,-44-16-208-16,0 0 80 0,0 0 128 0,37-14-10176 16,-30 5-1904-16</inkml:trace>
  <inkml:trace contextRef="#ctx0" brushRef="#br0" timeOffset="13549.91">4891 11506 11967 0,'0'-5'1072'0,"-1"2"-864"16,1 2-208-16,0 0 0 0,0 1 1376 0,0 0 224 15,0-4 64-15,-1 1 0 0,0-2-192 0,0 1-48 16,0 3 0-16,0 1 0 0,-1 1-976 0,1 2-208 15,0 1-48-15,-1 1 0 0,1 0-192 0,0 1 0 16,0-1 0-16,0 0 0 0,0 2 224 0,1-3-48 0,0 1-16 0,-1-2 0 16,0 1 384-16,0-2 80 0,0 2 16 0,0 0 0 15,0-2 1088-15,-1 0 240 0,1-1 32 0,0 1 16 16,0-2-1856-16,0 0-368 16,0 2-80-16,0-2-16 0,1 1 496 0,-1 1 80 0,1-2 32 15,-1 2 0-15,1 1-176 0,0 2-128 16,0 1 192-16,1 4-192 0,0-1 320 0,1 3-32 0,-1-5-16 0,1 5 0 15,2 0 0-15,0 0 0 16,-1 2 0-16,2-2 0 0,0 0-272 0,-1-3 128 0,1 0-128 0,0-3 0 16,1 0 0-16,-1-3 0 0,-1 0 0 0,1-1-10800 15,0 0-2112-15</inkml:trace>
  <inkml:trace contextRef="#ctx0" brushRef="#br0" timeOffset="13984.08">4991 11555 10127 0,'2'-7'448'0,"-1"5"96"15,0-3-544-15,-1 3 0 0,1 1 0 0,-1 1 0 0,0 0 1408 0,0-2 160 16,1 2 32-16,-1 0 16 0,0 0-448 0,-1 3-80 15,-1 2-32-15,-1 1 0 0,1 0-480 0,-3 2-112 0,0 1-16 0,1 0 0 16,-2 0-240-16,1 0-48 0,-1-2-16 0,0 0 0 0,0-1 16 0,0 0 0 16,1-1 0-1,-1-2 0-15,0-1 272 0,0 0 48 0,1 0 16 0,0 1 0 16,2-3 0-16,-1 2 0 0,0 1 0 0,0-2 0 16,1 2-176-16,0 0-16 15,1 2-16-15,-1-1 0 0,1 2-96 0,1-2 0 16,1 0-16-16,-1-1 0 0,2 0 320 0,0 1 64 15,2-4 16-15,-1 0 0 0,1 2 240 0,0-4 48 16,1 2 16-16,1-4 0 0,-1 1 128 0,2-2 16 0,-1 0 16 0,1 0 0 16,1-1-336-16,1 1-80 0,0 0-16 0,0 3 0 15,-1-3-240-15,1 0-48 0,0 3-16 0,-1-2 0 16,0 4-144-16,-1 2-32 0,0 1 0 0,-2 0 0 16,1 2-128-16,0 0 0 0,-2 0 0 0,0 0 0 15,1 1 0-15,-2 2 0 0,0-4 0 0,0 1-12032 16,0-2-2304-16</inkml:trace>
  <inkml:trace contextRef="#ctx0" brushRef="#br0" timeOffset="14233.67">5092 11579 15663 0,'-2'2'688'0,"1"-2"144"0,1 1-656 16,0 1-176-16,0-2 0 0,0 0 0 0,1 0 2080 0,1-2 384 15,0 1 80-15,3-1 16 0,2-1 256 0,0-1 64 16,-1-1 16-16,1-1 0 0,0 1-1616 0,0 0-336 0,-1 1-64 0,1-1-16 16,-1 2-416-16,1 0-96 0,-1 1-16 0,0 0 0 15,0-1-208-15,-1 3-128 0,0 0 128 0,-2 0-128 16,1 0 0-16,-1 1 0 0,-1 1 0 0,0 0 0 16,-1-2 0-16,0 1 0 0,0 0 0 15,-1 1-11840-15,1-2-2304 0</inkml:trace>
  <inkml:trace contextRef="#ctx0" brushRef="#br0" timeOffset="14494.81">5254 11448 13823 0,'-1'0'608'0,"0"0"128"0,1 0-592 0,0 0-144 0,-1 0 0 0,1 0 0 0,0 0 1776 0,1 0 320 16,0 0 64-16,1 0 16 0,-1-2-240 0,1 2-32 15,0-1-16-15,0 1 0 0,1-1-640 0,-1 1-128 16,1 2-32-16,-2 0 0 16,3 1-224-16,-2 2-48 0,1-1-16 0,-1 2 0 0,0 0-288 0,0 2-64 15,-1 3-16-15,1-1 0 0,0 4-64 0,0-2-16 16,1 2 0-16,-2 1 0 0,1 1-16 0,0 0 0 16,1 2 0-16,0-2 0 0,0-1-208 0,1-2-128 15,1-1 160-15,-2-2-160 0,2-1 0 16,-1-2-128-16,-1-4-16 0,1 1-17312 0</inkml:trace>
  <inkml:trace contextRef="#ctx0" brushRef="#br0" timeOffset="15083.49">5462 11384 17503 0,'0'-2'1552'0,"0"0"-1232"16,1 0-320-16,0 0 0 0,-1 2 1648 0,1-1 272 0,1-2 48 0,1 0 16 15,2 0 336-15,0-2 80 0,3 5 16 0,-8 0 0 16,0 0-1120-16,0 0-208 0,40 23-64 0,-40-23 0 15,27 29-352-15,-27-29-80 0,28 41-16 0,-28-41 0 16,21 52-192-16,-13-26-64 0,-2 2 0 0,-3-3 0 16,-2 1-192-16,-2-3-128 15,-2-2 160-15,0-4-160 0,1-1 0 0,-3-2 0 0,-1 0 0 16,-2 3 0-16,0 0 0 0,-2-2 0 0,-1 0 0 16,-1 3-17984-16</inkml:trace>
  <inkml:trace contextRef="#ctx0" brushRef="#br0" timeOffset="15970.99">4858 11460 5519 0,'0'-2'496'0,"0"0"-496"0,0 2 0 0,0 0 0 0,-1 0 1408 0,1 0 176 16,-1-3 32-16,-2-1 16 0,0 1 656 0,0 1 128 16,0 0 16-16,-1 0 16 15,1 2-672-15,1 0-144 0,-1 2-32 0,1 0 0 16,1 0-320-16,0 0-64 0,1 3 0 0,0 0-16 0,1 0-368 0,1 3-64 15,0 1 0-15,1 2-16 0,0 1-304 0,1 0-64 16,0 0-16-16,0 0 0 0,-4-12-368 0,12 29 0 0,-5-13 0 0,-2-1 0 16,1 0 0-16,-2-2 0 0,-2 0 0 15,0-1 0-15,-1 0 0 16,0-2-128-16,-1 0 128 0,-1-1 0 0,1-1 0 0,-1 0 0 16,0-1 0-16,1-1 0 0,-1 0 0 0,1-3 0 15,0 2 0-15,0-5 0 0,2 2 0 0,-1-4 0 16,0 0 0-16,0-2 0 0,0 1 0 0,0-3 0 15,0-1 0-15,-1-3 0 0,0 2 0 0,-1-2 0 16,0 0 0-16,1 1-128 0,-1 4 128 0,1-5 0 16,-1 1 0-16,0 0 0 0,0-1 0 0,-1 0-128 0,1 1 128 0,-1-2 0 15,0 3 0-15,0-1-128 16,0 4 128-16,0-3 0 0,0 2 0 0,-1-2 0 16,-1 2 0-16,1-2 0 0,0 2 0 0,-1-2 0 0,1-1 0 0,0 2 0 15,1-2 0-15,0 1 0 0,-1 1 0 0,2 0 0 16,0 3 0-16,1 1 0 0,0 3 0 0,0 0 0 15,0 2 0-15,-1 0 0 0,1 5 0 0,0-2 0 16,0 5 0-16,0-1 0 0,0 3 0 0,0 2 128 16,1 1-128-16,0 2 0 0,1-2 0 0,0 3 0 0,0 2 0 15,1 0 0-15,0 1 0 0,1-2 128 16,0-3-128-16,2-2 0 0,-1 1 0 0,-1-4 0 16,1-1 0-16,0 0 0 0,0-1 0 0,0 0 0 0,-1 1 0 0,0-2 0 15,1-2 0-15,-3-1 0 0,2-2-336 16</inkml:trace>
  <inkml:trace contextRef="#ctx0" brushRef="#br0" timeOffset="18649.08">4335 10239 911 0,'-5'-2'0'0,"1"0"0"16,3 2 0-16,-1 0 0 0,2 0 2720 0,-1 2 464 0,1-2 80 0,0 2 32 15,-1 1-976-15,1-1-192 0,2 0-32 0,0 1-16 16,0 0-544-16,3-1-128 0,1-2 0 0,-1 0-16 0,2 0-544 0,-1-3-96 16,0-1-32-16,-1 1 0 15,-1 1-208-15,1-1-64 0,-2 3 0 0,2-2 0 0,-1 4-80 0,-1-1-32 16,1 1 0-16,-1 0 0 0,0 3-336 0,-1 0 0 16,1-1 0-16,-1 1 0 15,1 0 0-15,-1-1 0 0,-1 1 0 0,1-2 0 0,-1-1 0 0,0 0-128 16,0-1 128-16,-1 1-128 0,0-2-16 0,-1-2 0 15,1 1 0 1,-1 1 0 0,0-2-416-16,0 2-80 0,0-2 0 0,-1 0-16 0,-1-1 16 0,0 1 0 0,-1-1 0 0,2 1 0 0,-2 0 256 0,-1 0 64 0,0 1 16 0,-2-1 0 15,3 2 16-15,-3-1 0 0,2 1 0 0,-2 0 0 32,1 0 160-32,-1 1 128 0,2 1-192 0,-1-2 192 0,1 0 0 15,2 0 0-15,0 0 0 0,0 0 0 0,0-2 128 0,2 2-128 16,0 0 176-16,0 0-176 15,1 0 448-15,0 0 0 0,0-1-16 0,0 1 0 16,0 0 576-16,0-2 112 0,0 1 32 0,0 0 0 16,1-1-272-16,0-1-48 0,0 1-16 0,0-1 0 15,1 1 32-15,0 1 16 0,0 0 0 0,1-1 0 0,1 2-352 0,1-1-80 16,-1 2-16-16,2 1 0 0,-1-1-160 0,0 2-16 16,2 0-16-16,-7-3 0 0,0 0-48 0,0 0-16 15,0 0 0-15,0 0 0 0,47 20-160 0,-47-20 192 16,0 0-192-16,0 0 192 0,0 0-192 0,0 0 0 15,45-1 0-15,-40-3 128 0,2 0 0 0,-1 1-128 16,0-2 192-16,-2 2-64 0,1 0 48 0,-1 1 0 16,-3 1 0-16,1 0 0 0,-2 2-176 0,0 0 0 15,-1 1 0-15,0-1 0 0,-1 3 0 0,-1-1 0 16,0-1 0-16,0 2 0 0,0-1 0 0,-1 0 0 0,0 1 0 0,0-1 0 16,-1 1 0-16,0 1 0 0,1-2 0 15,-2 1 0-15,1-1 0 0,-2-1 0 16,1-2 0-16,1 0 0 0,0-2 0 0,1-1 0 0,-2-2 0 15,1-1 0-15,1 1 0 0,-1 0 0 0,0-2 0 16,0 2 0-16,0-2 0 0,1 2 0 0,0 1 0 0,1 1 0 16,0 1 0-16,1 1 0 0,-1 2 128 0,0 1-128 15,1 0 0-15,0-1 0 0,1 3 0 0,0-1 0 16,1 1 0-16,0 1 0 0,0-1 0 0,2-1 0 16,0 2 0-16,1-3 0 0,-1 1 0 0,0-1 0 15,1-2 0-15,1 0 0 0,0-2 0 0,0 1 0 0,-1-1 0 16,2-2 0-16,0-2 0 0,1 2 0 0,1-3 0 0,-1 1 0 15,1 0 0-15,1 3 0 0,-1 1 0 16,1 2 0-16</inkml:trace>
  <inkml:trace contextRef="#ctx0" brushRef="#br0" timeOffset="19098.78">4904 10140 21183 0,'1'0'1888'0,"0"0"-1504"0,0 0-384 16,0 0 0-16,1 0 976 0,0 0 128 15,1 0 32-15,4-2 0 0,-7 2 112 0,0 0 32 16,33-6 0-16,-33 6 0 0,0 0-672 0,40-8-128 16,-40 8-32-16,0 0 0 0,36-9-160 0,-25 5-32 15,-11 4-16-15,0 0 0 16,30-9-240-16,-23 7 128 0,0-1-128 0,-1 0 0 0,-2 1 0 16,0 0 0-16,-1 2 0 0,-2 0 0 0,-1 0-576 0,0 0-64 0</inkml:trace>
  <inkml:trace contextRef="#ctx0" brushRef="#br0" timeOffset="19296.06">5040 9993 15663 0,'-2'-5'688'0,"-1"0"144"0,1 3-656 0,1-1-176 16,0 3 0-16,0 0 0 0,0 0 2384 0,0-2 448 15,0 2 96-15,-2 0 16 0,0 3-240 0,2 2-32 16,0 1-16-16,0 4 0 0,2 2-1552 0,-1 0-304 0,2 3-64 0,-1 1-16 15,0 3-512-15,1-1-208 0,0 2 176 0,-1-6-176 16,-1-3 0-16,2 1 0 0,2 3 0 0,-1 0 0 16,1 0-320-16,0-3 0 0</inkml:trace>
  <inkml:trace contextRef="#ctx0" brushRef="#br0" timeOffset="21132.67">2879 8326 1839 0,'0'0'160'0,"0"0"-160"0,0 0 0 0,-1 0 0 15,1 0 576-15,-1 0 64 0,1 0 32 0,-1 2 0 0,1-2 816 0,-1 0 176 16,0 0 16-16,-1 0 16 0,1 0 624 0,0 0 128 0,2 1 32 0,0-1 0 31,1-1-336-31,1 2-64 0,1-1-16 0,1 1 0 16,2 0-912-16,0 1-176 0,2-2-32 0,1-3-16 15,3 1-640-15,0-2-128 0,0-3-32 0,0 0 0 16,-2-1-128-16,-1-4 0 0,0 0 0 0,-1-2 0 16,0 0-160-16,-4-2 160 0,-1 1 0 0,-3 1-144 15,-3 0-256-15,-2 2-48 0,-2 5-16 16,-3-2 0-16,-1 4-608 0,-1 2-112 0,-2 1-32 0,1 0 0 15,-2 6 272-15,1-1 48 0,1 4 16 0,2 1 0 16,1 1 688-16,-1 2 192 0,2 4 0 0,0 1 0 16,1 0 0-16,3 4 192 0,-1-1-32 0,2 4 0 0,2 1 400 15,2-2 80-15,2 1 0 0,0-2 16 0,1-1 224 0,2-3 32 16,0-4 16-16,2-1 0 0,-8-12-304 0,0 0-64 16,0 0-16-16,0 0 0 0,55 12 112 0,-40-17 32 15,3-4 0-15,0-1 0 0,0 0-96 0,1-3-16 16,-1 1 0-16,-1 0 0 0,-1 0-384 0,-2 0-192 15,-1 0 160-15,-2 0-160 0,-2 3-192 0,-1-3-144 0</inkml:trace>
  <inkml:trace contextRef="#ctx0" brushRef="#br0" timeOffset="21380.95">3140 8061 7359 0,'-2'-5'656'0,"1"0"-528"0,1 2-128 0,0 1 0 16,0 2 2128-16,0 0 400 0,-1-2 80 0,-1-3 16 16,-1 0 112-16,0 1 16 0,1 4 16 0,0 2 0 0,2 8-1632 0,0 1-336 15,1 8-64-15,1 3-16 0,3 5-336 0,0 3-80 16,0 5-16-16,2 2 0 16,0-3-32-16,2 4 0 0,2 5 0 0,1-3 0 0,1-2-256 0,-1-5 160 15,-12-33-160-15,24 44 128 16,-24-44-304-16,0 0-64 0,0 0-16 0,34 35-13504 0</inkml:trace>
  <inkml:trace contextRef="#ctx0" brushRef="#br0" timeOffset="21983.77">3333 8142 15663 0,'-5'-1'688'0,"2"1"144"0,0-2-656 0,0 1-176 0,1 1 0 0,1 0 0 15,0 0 1296-15,-2-2 240 0,-1 1 32 0,-1 0 16 16,1-3-208-16,0 3-32 0,0-1-16 0,2 2 0 16,-1 0-816-16,2 2-144 0,-1 1-48 0,1 1 0 15,0 1 144-15,0 0 32 16,0 2 0-16,1 0 0 0,0 0-64 0,0 2-16 0,0 0 0 0,1 0 0 16,-1 2 176-16,0-2 48 0,0 1 0 0,0 0 0 15,0-3-288-15,0 1-48 0,1 0-16 0,-1-2 0 16,2-2-96-16,-1 1 0 0,0-3-16 0,0-2 0 0,0 0 208 15,0 0 32-15,1-2 16 16,-2-1 0-16,1 1 128 0,-1-1 16 0,1 1 16 0,0 0 0 16,0-1-176-16,0 1-32 0,0 2-16 0,0-2 0 15,0 1-144-15,1 1-32 0,-1-2 0 0,0 2 0 16,0 0-192-16,1-1 0 0,-1 0 128 0,0 1-128 0,1 0 0 0,-1-2 0 16,0 1 0-16,-1 0 0 15,1 0 0-15,-1 1 0 0,0-2 0 0,0 1 0 0,0 1 0 16,-1 0 0-16,1-2 0 0,-1 2 0 15,0-1 0-15,0 0 0 0,0-1 0 0,0 2 0 0,1-3 0 0,-1 3 0 0,0 0 0 16,1-2 0-16,-1 2 0 0,1 0 0 16,0 2 0-16,0-2 0 0,-1 3 0 0,0-1 0 15,0-1 0-15,0 2 0 0,1 0 0 0,-1-2 0 0,0 3 0 0,0-2 0 16,0 0 0-16,0 1 0 0,0 0 0 16,0 1 0-16,1-2 0 0,-1-1 0 15,1 1 0-15,0 0 0 0,0-2 0 0,0 1 0 16,0-1 0-16,0 0 0 0,0 0 0 0,0 0 0 15,-1 0 0-15,1 0 0 0,0 0 0 0,0 2 0 16,0-2 0-16,0 0 0 0,0 0 0 0,-1 0 0 16,1 2 0-16,-1-2 0 0,1 0 0 0,0 0 0 15,0-2 0-15,0 2 0 0,0-2 0 0,0 1 0 16,0 1 0-16,0-3 0 0,0 2 0 0,0 0 0 16,0 0 0-16,0 0 0 0,0-1 0 0,1-1 0 0,-1-2-208 0,0 1 64 31,1-1-1920-31,-1-2-384 0,1-3-80 0,0 1-12704 0</inkml:trace>
  <inkml:trace contextRef="#ctx0" brushRef="#br0" timeOffset="22349.23">3279 8086 2751 0,'0'-3'128'0,"0"0"16"0,0 0-144 0,0 1 0 15,0 1 0-15,0 1 0 0,0-2 1664 16,-1 0 320-16,1-2 48 0,-1 1 16 15,1-2 512-15,0 3 128 0,-1-1 0 0,0 1 16 16,0 2-1168-16,0 0-224 0,-1 2-48 0,1 1-16 0,0-2-864 16,-1 0-160-16,1 2-32 0,0 1-16 0,0-1-176 0,1-1 0 15,-1 2 0-15,1-1 128 16,-1 2 112-16,1-1 16 0,-1 2 0 0,0 0 0 0,0 2 384 0,1-1 96 16,-1 2 16-16,2 3 0 0,0-2 16 0,0 1 16 15,1-1 0-15,-1-1 0 0,0 2-336 0,1-2-80 16,1 2-16-16,0-2 0 0,0 1-352 0,-1 2 0 15,0-2 0-15,1 1 0 0,0 4 0 0,1-3 0 0,0 2 0 16,0 0 0-16,1 0 0 0,1-1 0 0,0 0 0 0,-1 1 0 16,0 1 0-16,0 1 0 15,0-2 0-15,-1-2 0 0,-1 1 0 0,1-2 0 16,-1-1 0-16,0-1 0 0,-1-4 0 0,-1-1 0 0,1-3 0 16,-1-2-128-16,0-3 128 0,-1 0-128 15,0-4 128-15,0 1-14496 0</inkml:trace>
  <inkml:trace contextRef="#ctx0" brushRef="#br0" timeOffset="22782.79">3440 8136 6735 0,'1'-2'128'0,"-1"-2"48"0,0 3 0 0,0 1 32 0,-1 0-208 0,0 0 0 0,0 0 0 0,-1 0 0 0,-1 0 2160 0,0 1 384 15,-3 3 80-15,0-2 0 0,2 3-576 0,-2 0-128 16,2-1-32-16,-1 1 0 0,1-2-512 0,0 1-96 16,1 1-32-16,-1-2 0 0,1 1-768 0,0 1-160 15,0-3-16-15,-1 3-16 0,0 0-160 0,0 0-128 0,-1 1 192 0,0 2-192 16,-1 1 128-16,0-2-128 15,-2 3 0-15,1 0 0 0,-1 2 0 0,1 0 0 16,0 1 0-16,0-3 0 0,1 1 128 0,2-1-128 16,0-3 0-16,1-2 0 0,2-2 272 0,1-1 0 15,2-3 0-15,2-1 0 0,1-2 880 0,3-4 160 0,0 1 32 16,2-2 16-16,1-1-80 0,-1 3 0 16,0-2-16-16,-1 2 0 0,2 2-736 0,-1 0-144 15,-1 3-16-15,0 0-16 0,0 2-160 0,-2 4-48 16,0 1 0-16,0-1 0 0,-1 4-144 0,-1-1 0 0,1 0 0 0,-2 0 128 15,2 0-128-15,-2-1 0 0,1 0 0 0,0-3 0 16,-1-1 0-16,0 0 0 0,0-4 0 0,0-1-12272 16,-2 1-2432-16</inkml:trace>
  <inkml:trace contextRef="#ctx0" brushRef="#br0" timeOffset="23093.85">3504 8092 3679 0,'0'-9'160'0,"0"1"32"0,1 3-192 0,0 0 0 0,0 3 0 0,-1-1 0 0,0 1 1584 0,1 0 272 16,1-6 48-16,0 2 16 0,0-1 512 0,0 4 96 16,-1-2 32-16,0 3 0 0,0 2-352 0,0 0-64 15,-1 2-16-15,2 1 0 0,0-1-48 0,1 2-16 16,1-1 0-16,0 0 0 0,2 0-720 0,-1-2-128 15,3 2-48-15,-1-1 0 0,2 1-656 0,-1-1-144 16,-8-2-32-16,0 0 0 0,0 0-336 0,0 0 0 16,49 30 0-16,-49-30 128 0,0 0-128 0,29 38 0 15,-23-21 0-15,-1 0 0 0,-1-1 0 0,-2 6 0 16,-2 4 0-16,-3 4 0 0,-1-1 0 0,-1 0 0 16,-3-1 0-16,-1-2-128 0,-2-2 128 0,-2-1 0 0,-1-1 0 0,0 1-17920 15</inkml:trace>
  <inkml:trace contextRef="#ctx0" brushRef="#br0" timeOffset="23588.41">3222 7990 8287 0,'-2'-8'368'0,"1"2"80"0,0 1-448 0,0 4 0 0,0-1 0 0,0 2 0 15,0 2 1168-15,0-2 160 16,-1 1 16-16,-2 1 16 0,-1 3 368 0,1 1 80 0,0 4 16 0,-1 4 0 16,1 3-928-16,0 0-176 0,0 2-32 0,1 2-16 15,0-2-288-15,1 1-48 0,0 1-16 0,1-1 0 16,1 2-32-16,-1-1-16 0,1 0 0 0,1-1 0 15,0-2 464-15,1 6 96 0,1 2 0 0,2 3 16 16,2 4 160-16,0 0 16 0,2 0 16 0,0-2 0 16,-1-5-400-16,1 0-96 0,-9-26-16 15,26 45 0-15,-26-45-384 0,0 0-144 0,45 31 0 0,-45-31 144 16,0 0-144-16,49-9 0 0,-31-1 0 0,-1-2 0 16,2-2-128-16,-2-4 128 0,-1 0 0 0,0 2 0 15,-2-1-384-15</inkml:trace>
  <inkml:trace contextRef="#ctx0" brushRef="#br0" timeOffset="25515.8">5073 8487 10127 0,'-2'-2'896'0,"1"-1"-704"15,1 3-192-15,-1-2 0 0,0 1 1360 0,1 1 240 16,-2-3 64-16,0-2 0 0,-1 2 384 0,0-1 64 0,1 2 32 0,2 4 0 16,1 1-928-16,1 5-176 0,2 2-32 0,0 4-16 15,3 3-496-15,-1 4-112 0,2 5 0 16,0 1-16-16,0 3 768 0,-1 3 144 0,0 1 48 0,0 2 0 16,-2 1-928-16,1-3-176 0,0-2-32 0,-2-6-16 15,0-4-176-15,-1-1 160 0,-1-4-160 0,1-2 160 16,-1-3-160-16,1-4 0 0,-1-3 0 0,0-3 0 31,-1 0-1392-31,0-2-256 0,0 0-48 0,0 0-11872 0</inkml:trace>
  <inkml:trace contextRef="#ctx0" brushRef="#br0" timeOffset="25950.59">5290 8577 14735 0,'2'-5'640'0,"-2"1"160"0,2 2-640 0,-2 0-160 16,0 2 0-16,-1 0 0 0,0 0 1472 0,0 0 256 15,-1 2 48-15,-1-2 16 0,0 3-512 0,0 0-80 16,-1 2-32-16,1 0 0 0,0 0-800 0,0 2-176 16,0 0-16-16,-1-1-16 0,1 2-160 0,-1-1 0 0,-1 1 0 0,1-1 0 15,-1 0 0-15,-1 0 0 16,1 2 0-16,-3 1 0 0,1-1 0 0,-1-1 0 0,-1 1 0 0,1 0 0 15,0-1 0-15,-1 1 0 16,2-2 0-16,1 0 0 0,2-2 0 0,0 2 0 16,2-4 0-16,0 1 0 0,1 1 368 0,0-3 32 0,2 0 16 0,-1-1 0 15,2 1 1248-15,0-2 256 0,1 2 64 16,-1-2 0 0,0-2-1984-16,1 2-352 0,0-2-96 0,1 1 0 0,-2-1 832 0,2 2 160 0,-1 0 32 0,1 0 16 15,-1 2-80-15,1 1 0 0,2-1-16 0,-2 2 0 0,1 0-144 0,0 3-32 16,1-1 0-16,1 0 0 0,-7-6 0 0,0 0-16 15,0 0 0-15,0 0 0 0,46 28-112 0,-46-28 0 16,0 0-16-16,0 0 0 16,46-2-176-16,-34-3 0 0,-1 0 144 0,0 1-144 15,-1-2 0-15,-1 2 0 0,0-1 0 0,-2 0 0 0,-1 3 0 0,0 0-240 16,-1 4 64-16,-3 2-17376 0</inkml:trace>
  <inkml:trace contextRef="#ctx0" brushRef="#br0" timeOffset="26247.97">5438 8750 9215 0,'-2'0'816'0,"0"0"-656"15,2 0-160-15,0-2 0 0,1 2 1280 0,-1 0 240 0,0-2 32 0,0 0 16 16,0 1 352-16,1-1 64 0,1-1 0 0,0 1 16 15,2 0-656-15,-1 0-128 0,1 0-16 0,1 1-16 0,0 1-160 0,0-2-16 32,2 1-16-32,-1-1 0 0,2 0-352 0,0-2-80 0,1 1-16 0,0 0 0 0,-3 0-144 0,1-1-16 15,1 0-16-15,0 1 0 16,1-1-368-16,-3-1 128 0,1 2-128 0,-2 1 0 0,-1 2 0 0,-1-2 0 16,-2 2 0-16,-1 0 0 15,0 2-576-15,-2 0-48 0,-2 3 0 0,-1 0 0 16,0-1-2160-16,-1 2-432 0,0 0-96 0,-1 2-7072 0</inkml:trace>
  <inkml:trace contextRef="#ctx0" brushRef="#br0" timeOffset="26389.26">5512 8760 5519 0,'1'0'240'0,"-1"0"64"0,0 0-304 0,0 0 0 0,0 0 0 0,0 0 0 0,1 0 1600 16,-1 0 272-16,1 2 48 0,0 0 16 0,0 3 368 16,0 0 64-16,0 2 0 0,-1 0 16 15,1 3-1168-15,-1 0-256 0,1 4-32 0,-1-2-16 0,-1 4-464 0,0-2-80 16,1 3-32-16,-1-1 0 15,2 1-208-15,0-3-128 0,0 0 128 0,1-4-128 0,1-3 0 16,-1-2 0-16,3-3 0 0,1-2-11456 16</inkml:trace>
  <inkml:trace contextRef="#ctx0" brushRef="#br0" timeOffset="26614.12">5447 9049 16575 0,'-4'3'736'0,"1"-1"160"0,0-1-720 0,2 0-176 0,0-1 0 0,0 0 0 16,1 0 1904-16,-1 0 336 0,0 0 80 0,1 0 16 16,1-1 224-16,2 0 32 0,4-4 16 0,0 0 0 15,4-2-912-15,1 0-176 0,3-3-48 0,1-1 0 16,4-1-816-16,-1-2-160 0,1 0-48 0,-1 1 0 16,-1 2-272-16,-2 2-176 0,-1 1 192 0,-2 1-192 15,-1 0 0-15,-1 3 0 0,1 1 0 0,-3 0 0 16,0 3 0-16,-9 0 0 0</inkml:trace>
  <inkml:trace contextRef="#ctx0" brushRef="#br0" timeOffset="28601.55">6170 10508 10127 0,'0'-3'896'0,"-1"0"-704"0,1 1-192 16,0 1 0-16,0 0 896 0,-1 1 160 15,0-4 32-15,0-2 0 0,1 0 224 0,-1 0 48 0,1 0 16 0,0 1 0 16,-1 2-544-16,0 1-96 0,1 2-32 0,-1 0 0 15,1 2-112-15,0 0-16 0,0 4-16 0,0 3 0 16,1 0-16-16,0 3 0 0,0 7 0 0,2 2 0 16,1 5 32-16,1 3 16 0,0 2 0 0,1 2 0 15,-1 0-304-15,1-1-64 0,-2 0-16 0,1-3 0 16,-1-1-208-16,-1-2 128 0,0 0-128 0,0-7 0 16,1-2 0-16,-1-3 0 0,0-5 0 0,1-1 0 15,0-4 0-15,-2-4-160 0,2-2 32 0,-2-2-12416 16</inkml:trace>
  <inkml:trace contextRef="#ctx0" brushRef="#br0" timeOffset="28984">6344 10595 15663 0,'0'-9'688'0,"0"2"144"0,1 2-656 0,-1 2-176 15,0 1 0-15,0 2 0 0,0 0 1280 0,0-3 240 16,-1 3 32-16,1-2 16 0,-1 2-288 0,0 0-64 0,-2 3-16 0,0 1 0 15,0 1-528-15,0 0-96 0,-2 0-32 0,-1 2 0 16,2 2-176-16,-3-2-48 0,1 2 0 0,-2 0 0 16,0 0-320-16,-1 0 0 0,-1 0 0 0,-1 1 0 15,-1-3 0-15,1 2 0 0,0-1 0 0,1-2 128 16,1 0-128-16,3-2 0 0,1 3 0 0,2-4 0 16,0 1 0-16,1-2 0 0,1 2 0 0,1-2 128 15,2 0 64-15,1-2 0 0,0-2 16 0,3 0 0 16,0 1 880-16,0-2 192 15,0 1 16-15,0 0 16 0,1 0-368 0,-1 2-80 0,1-2-16 0,-2 2 0 0,1 0-464 0,-1 2-112 16,1 0-16-16,0 0 0 0,1 1-80 0,-1 2-32 16,1-1 0-16,0 1 0 15,0-2-144-15,0 1 0 0,1-1 144 16,0 1-144-16,-1-3 0 0,2 1 0 0,-1-2 0 0,0 0 0 16,0-2 0-16,-2 1 0 0,1 1 0 0,-1-2 0 15,-1 1 0-15,0 0 0 0,-1 1 0 0,1 1-17376 16</inkml:trace>
  <inkml:trace contextRef="#ctx0" brushRef="#br0" timeOffset="29338.7">6596 10711 11967 0,'-1'-2'1072'0,"0"2"-864"16,1 0-208-16,-1 2 0 0,1-2 1680 0,-1 1 304 15,0 1 48-15,-1 1 16 0,0 0-272 0,1 3-48 0,1 0-16 0,-1 0 0 16,2 0-1072-16,-1 4-192 0,1-3-64 0,1 2 0 15,1 2-48-15,0 0-16 0,1 1 0 0,-1 0 0 16,2 3-96-16,-1 0-32 16,-3 0 0-16,3 1 0 0,0 1-192 0,1-1 176 0,-2-2-176 0,0 1 160 15,1-3-160-15,-2-1 0 0,2-3 0 0,-1-1 0 0,0 0 0 0,0-2 0 16,-2 2 0-16,0-5 0 16,1 3-224-16,-2-3-80 0,1 1-16 0,-1-1-12256 15</inkml:trace>
  <inkml:trace contextRef="#ctx0" brushRef="#br0" timeOffset="29635.75">6574 10754 22111 0,'-4'5'976'0,"1"-1"208"0,1-3-944 0,0 1-240 15,1-2 0-15,1 0 0 0,0 0 1728 0,0-2 288 16,1 1 64-16,1-4 16 0,1 1-576 0,2-5-112 15,0 1-32-15,3-1 0 0,-1-3-688 0,2 0-144 16,1 2-32-16,1 1 0 0,-2 2-288 0,1 0-64 16,0 4-16-16,0 1 0 0,-2 2 16 0,-2 5 0 15,1 0 0-15,-1 2 0 0,-3 1-160 0,1 0 128 16,-2 2-128-16,-1 1 128 0,-1 1-128 0,-2 0 0 0,0 0 0 16,-1 0 0-16,0 0 0 0,-1 0 0 15,-2-2 0-15,0 1 0 0,-2-2 0 0,1-1 0 0,-2-3 0 0,-2 2 0 16,0-3 0-16,-1 1 0 0,-1-2 0 15,0 0 0-15,1-2 0 0,3-2 0 16,2 1 0-16,1 0-16816 0</inkml:trace>
  <inkml:trace contextRef="#ctx0" brushRef="#br0" timeOffset="48946.53">8525 8727 14735 0,'-1'-5'1312'0,"1"0"-1056"16,2 3-256-16,-1-1 0 0,0 1 1168 0,1 0 176 0,2-1 48 0,1-5 0 15,2-2 704-15,1 0 144 0,5-1 16 0,-1 3 16 16,0 1-688-16,1 1-144 0,2 2-32 0,1 2 0 15,0 2-816-15,2-2-160 0,-2 2-48 0,4-1 0 16,-2-1-384-16,1 1 0 0,-3-2 0 0,-2 0 0 16,0-2 0-16,-3 1 0 0,-1-3 0 0,-3 2 0 15,-1 0-320-15,-4 2-64 0,-1 0 0 0,-2 2 0 16,-3 1-1936-16,-3 2-400 16</inkml:trace>
  <inkml:trace contextRef="#ctx0" brushRef="#br0" timeOffset="49131.74">8661 8672 3679 0,'0'-1'160'0,"1"0"32"0,0-1-192 0,0 0 0 0,0 1 0 0,0 1 0 16,1-2 1760 0,0 1 304-16,2-2 64 0,2 2 16 0,1-1 560 0,0 4 112 15,-1 2 32-15,-1 6 0 0,-2 4-896 0,0 5-176 0,-1 3-48 16,-1 4 0-16,0 7-1120 0,-1-2-224 0,0 2-64 0,-1-4 0 16,0 1-320-16,1-4 0 0,-1-2 0 0,1-5 0 15,1-3 0-15,0-4 0 0,1-2 0 0,0-3 0 16,0-2-320-16,-1-4-48 15,2-2 0-15,0-1-12112 0</inkml:trace>
  <inkml:trace contextRef="#ctx0" brushRef="#br0" timeOffset="49312.81">8739 8853 6447 0,'-4'-7'272'0,"2"2"80"0,0 2-352 0,0 2 0 16,1 0 0-16,0 2 0 0,0 0 1952 0,0-1 320 15,-1 2 64-15,0 3 16 0,1 0 384 0,1-1 80 0,2 2 0 0,2-2 16 16,3-2-912-16,1-1-176 0,2-2-32 0,2-3-16 15,3-4-432-15,1-1-96 0,1-2-16 0,2-1 0 16,-1 0-672-16,-2 0-144 0,1 2-16 0,-3 1-16 16,-1 2-304-16,-1-3 0 0,0 1 0 0,-1 2 0 15,-2 0-624-15,-1 2-80 0,-3 1 0 0,0 3-14736 16</inkml:trace>
  <inkml:trace contextRef="#ctx0" brushRef="#br0" timeOffset="49699.64">8965 8722 2751 0,'3'-7'256'0,"-1"1"-256"0,1 2 0 0,-1-1 0 0,-1 3 1216 0,-1 2 208 16,1-1 48-16,1-2 0 0,2 0 1056 0,0 1 224 15,-1-1 32-15,1 3 16 0,-1 3-1264 0,-2 4-240 16,-1 2-48-16,0 1-16 0,-1 4-736 0,0 3-160 16,-2-1-16-16,1 4-16 0,-1 1-176 0,2 0-128 15,-1-2 144-15,2 0-144 0,0-6 128 0,2 0-128 16,1-4 0-16,3-2 0 0,-1 1 0 0,2-6 0 0,0 0 0 15,2-2 0-15,-1-2 0 0,1 0 0 0,1-5 0 0,-2 0 0 16,1-1 0-16,0-4 0 16,1 0 0-16,-1-3 0 0,0-2 0 0,0 0 0 15,-2 0 0-15,-1 1-160 0,-2 1 160 0,-1-1 0 0,-1 4 0 16,-2-2-128-16,0 2 0 0,-3 0 0 0,1 1 0 16,0 3 0-16,1 1-96 0,-2 2-16 0,1 5 0 0,0 0 0 15,1 2 240-15,0 1-144 0,0 2 144 16,0 4-128-16,0 0 128 0,1 3 0 0,1 3 0 0,1 2 128 15,1 3 48-15,1 2 16 0,-4-22 0 0,10 38 0 0,-10-38 784 16,0 0 176-16,22 45 16 0,-22-45 16 16,0 0-32-16,0 0-16 0,0 0 0 0,41 31 0 15,-32-31-736-15,1-2-144 0,-1-3-16 0,0 0-16 16,-1-2-224-16,1-3 0 0,-1 1 0 0,0-3-14272 16</inkml:trace>
  <inkml:trace contextRef="#ctx0" brushRef="#br0" timeOffset="50042.3">9277 8648 3679 0,'-1'-2'320'0,"1"2"-320"0,0 2 0 0,0-2 0 16,0 1 2528-16,0-1 432 0,1 2 96 0,1-2 16 0,1 2-64 0,1 1-16 16,2-3 0-16,1 2 0 0,1-4-1648 0,1 2-336 0,1-3-64 0,2-1-16 15,2 0-736-15,-1 0-192 16,-1 2 0-16,-1-1 0 0,-1 1 0 0,0 2 0 15,-1 2 0-15,-2 3 0 0,-1 0 0 0,-1 2 0 0,-2 2 0 16,-2 1 0-16,-1 2 0 0,-2 0 0 16,0 0 0-16,-4 3 0 0,-1 0 0 0,-3 2 0 0,0 0 0 0,-2 1 0 15,0-1 0-15,0 0 0 0,2-3 0 16,1-2 128-16,5-5-128 0,1 0 0 0,2-2 0 0,1-3 0 0,2 1 0 0,2-3 0 16,0-3 0-16,4 1 0 15,0-3 128-15,3 1-128 0,1-3 0 16,1 2 128-16,1-2 608 0,-1 2 112 0,0 0 32 0,-1 2 0 0,-2 1-624 15,-1 1-128-15,-1 1-128 0,-2 1 176 16,-2 1-176-16,0 1 0 0,0 0 0 0,-3-1 0 16,1 0-352-16,-1-2-48 0,0 0-16 0,-2 0-9008 0,0-1-1808 0</inkml:trace>
  <inkml:trace contextRef="#ctx0" brushRef="#br0" timeOffset="50266.87">9321 8767 17503 0,'-4'2'768'0,"2"-1"176"16,1 3-752-16,0-2-192 0,1-1 0 0,0 1 0 0,1 0 2336 0,0 1 432 16,0 3 96-16,2 0 16 0,1-2-128 0,3-1 0 15,0-1-16-15,3-4 0 0,2-1-1584 0,1-1-320 16,-1-2-64-16,1-2-16 0,1 0-544 0,-1 1-208 16,0-2 176-16,0 1-176 0,-2 1 0 0,1-2 0 15,-2 2 0-15,-1 2 0 0,-1-2 0 0,0 2 0 16,-1 0 0-16,0 0 0 15,-2 1-1872-15,0 0-320 0,0 1-64 0,-3 0-13488 16</inkml:trace>
  <inkml:trace contextRef="#ctx0" brushRef="#br0" timeOffset="50584.35">9539 8677 4607 0,'2'-2'192'0,"-1"1"64"0,0-1-256 0,0 1 0 0,1 0 0 0,-1 1 0 16,1-2 1440-16,0-1 240 0,1 0 48 0,2 0 16 15,0 0 256-15,2 0 48 0,0-1 16 0,0 3 0 16,-1 2 32-16,0 1 0 0,-1-2 0 0,1 2 0 15,0 1-448-15,-1-1-96 0,0 0-16 0,-1 0 0 16,1 1-704-16,0 0-128 0,0-3-48 0,-1 2 0 16,0-2-464-16,-2 0-192 15,0 2 128-15,-1-2-128 0,-1 3 0 0,-1 1 0 0,-1 1 0 0,-1 0 0 0,-3 3 0 16,1 0 0-16,-3 2 0 0,1 1 0 16,-2 1 0-16,1 0 0 0,1 0 0 0,0 2 0 15,2-2 0-15,1-2 0 0,2-1 0 0,1 1 0 16,1-1 0-16,2-1 0 0,2-2 0 0,0-1 0 15,2-2 0-15,1-3 0 0,1 0 0 0,0-3 0 0,1-1 0 16,1 0 0-16,-1 0 0 0,0-1 0 16,0-1 0-16,0-2 0 0,-1 4 0 0,0-3 0 0,-1 2-128 15,-2-2 128-15,0 3 0 0,-1-1 0 16,0 0-160-16,-2 2 160 0,0 1-208 0,-2-1 80 16,0 1-1824-16,-2 0-352 0,0 2-80 0,-4 0-10016 0</inkml:trace>
  <inkml:trace contextRef="#ctx0" brushRef="#br0" timeOffset="50768.29">9615 8782 7359 0,'-16'4'320'0,"10"-3"80"0,4-1-400 0,2 0 0 0,0-1 0 0,-2 1 0 16,0 0 1488-16,-3-2 224 16,0-1 32-16,1 1 16 0,0-1 1136 0,2 1 240 0,2 0 32 0,1-1 16 15,1 3-864-15,2-2-160 0,-1 0-48 0,3 1 0 16,0-1-704-16,1 0-160 0,0 0-32 0,2-1 0 16,0-2-560-16,1 1-112 0,2-4-32 0,0 2 0 15,2-2-368-15,-1 1-144 0,-1 0 0 0,-2 2 144 16,-1-2-144-16,0 3 0 0,0-4 0 0,1 1 0 31,-2 0-1184-31,-1 0-112 0,-1 2-32 0,-1-1-9424 0,-3 3-1904 0</inkml:trace>
  <inkml:trace contextRef="#ctx0" brushRef="#br0" timeOffset="51132.72">9753 8670 9215 0,'1'0'400'0,"0"0"96"0,-1 0-496 0,1 0 0 0,0 0 0 0,0 0 0 15,1 0 1536-15,0 0 192 0,2 0 64 0,0 1 0 0,2 0 448 0,0 1 80 16,1-1 32-16,-1 3 0 15,1-1-944-15,-2-1-192 0,2 0-48 0,-1 1 0 16,0-1-880-16,0-2-288 0,1 1 160 0,-1-2-160 0,2 1 0 16,-2-2 0-16,1-3 0 0,-2 1-176 0,0-1 176 0,-1 0-192 15,0-3 192-15,-1 2-192 0,0-2-1840 0,0-1-368 0,-1 0-80 0,-1-1-16 32,1 0-16-32,-2 1-16 0,1 0 0 0,-1-1 0 15,0 0 1488-15,-1 1 288 0,1 0 64 0,-1-1 16 0,0 3 672 0,1 0 0 16,-2 2 0-16,2 3 176 0,-1 2 608 0,1 2 128 15,0 3 32-15,0 0 0 0,0 4 1120 0,1 1 240 16,0 2 32-16,0 0 16 0,0 2 320 0,0-2 64 16,-1-12 16-16,0 0 0 0,9 40-784 0,-9-40-160 15,0 0-16-15,15 40-16 0,-15-40-880 0,0 0-160 16,19 40-32-16,-19-40-16 0,0 0-432 0,12 37-64 16,-10-26-32-16,-2-2 0 0,-2 1-160 0,-3 1 0 0,0-1 0 15,-3 2 0-15,-1 0 0 0,-2 0 128 16,-2-2-128-16,-2 1 0 0,-1-2 0 0,-4 1 128 0,-4 0-128 15,-3 1 0-15,0 1 0 0</inkml:trace>
  <inkml:trace contextRef="#ctx0" brushRef="#br0" timeOffset="52464.96">8799 9711 5519 0,'-2'-7'496'0,"2"2"-496"0,0 0 0 0,0 1 0 16,0 1 2400-16,0 1 384 0,0 1 80 0,1-3 16 0,0-4-576 0,0 2-96 15,1-4-32-15,-1 3 0 0,0 2-1136 0,0 1-224 16,0-1-48-16,-1 2-16 16,-1 3-512-16,2-2-112 0,-3 2 0 0,0 0-128 0,0 0 128 0,-1-2-128 0,1 2 0 0,-2 0 0 15,-1-2 0-15,1 2 0 0,-3 2 0 0,0 2 0 32,-1 1 128-32,1 2-128 0,-1 1 0 0,-2 3 0 0,1 1 272 0,-1 5-48 15,0 1-16-15,1 4 0 16,3-1 0-16,0 1 0 0,3 4 0 0,0 3 0 0,1 1-208 0,2-2 0 0,1 1 0 0,1-3 0 15,0-3 0-15,2-5 0 16,-4-18 144-16,0 0-144 0,0 0 352 0,27 37-16 0,-18-36 0 0,0-2 0 16,0-4 160-16,1-2 16 15,-1 0 16-15,2-4 0 0,0-1 80 0,-1-3 16 0,2-1 0 16,-1-1 0-16,1 0-480 0,-1 1-144 0,0 0 0 16,0 2 0-16,-3-1 0 0,-1 3 0 15,0 0 0-15,-2 1 0 0,-1 3 0 0,-1 4 0 0,-1 1 0 16,-2 0 0-16,-1 4 0 0,0 1 0 0,-1 4-128 0,0 0 128 15,-1 1 0-15,-1 5 0 0,1 0 0 16,-1 0-144-16,2 0 144 0,-1-1 0 0,1 1 0 0,1-2 0 16,1-1 0-16,0 1 0 0,2-3 0 0,1 0 0 15,-1-3 0-15,2-1 0 16,2-1 0-16,-2-2 0 0,2 0 0 0,0-2 0 0,2-3 0 0,0-1 0 16,0-2 0-16,2 1 0 0,-2-2 0 0,0 0 0 15,-1-1 0-15,-1 0 0 0,-1-1 0 0,-1 1 0 0,-1 2 0 0,-2 0 0 16,-1 2 0-16,0-1 0 15,-2 0 0-15,-1 2 0 0,-2-2 0 0,0 3-128 16,-2-1 128-16,-1 2 0 0,-1 1 0 0,-1 0 0 16,1 0 0-16,1 1 0 0,-1 1 0 0,1 0 0 15,1 0 0-15,-1 0 0 0,2 0 0 0,1 1 128 16,1 1-128-16,2 0 0 0,-1 2 0 0,0 2 0 0,2-2 0 0,0 1 0 16,1 2 0-16,0 0 0 0,1-2 0 15,1 0 0-15,1 0 0 0,-1-1 128 0,1-2-128 16,0 1 0-16,1-3 0 0,-2-2 0 0,2-1 0 0,1-1 0 15,-1 1 0-15,1-3 0 0,1 0 0 0,-1-2 0 16,3-1 0-16,-1-2 0 0,2 1 0 0,2-2 0 16,0 1 0-16,0-1 0 0,1 0 0 0,1 0 0 15,-1 0 0-15,0 2-128 0,-1 1 128 0,0 2 0 0,-2 2 0 16,1 3 0-16,-2 2 0 0,0 3 0 0,-3 1 0 0,-1 3 0 16,-1 3 0-16,-2 1 0 15,-1 2 0-15,-1 1 0 0,-2 2 0 0,-1-1 0 16,-1 1 0-16,2 0 0 0,-2-3 0 0,0 0 0 0,1 0 0 0,0-1 0 15,0-2 0-15,3-2 0 0,-1-4 0 16,0-1 0-16,1-3 0 0,1 0 144 0,0 0-144 16,0 0 0-16,1-3 192 0,0-1-64 0,2-1 0 15,-1-3-128-15,3 0 320 0,0-2-64 0,0-2 0 0,2-1 0 16,-2 1-256-16,2 0 0 0,0 0 0 0,1-2 0 16,-1 2 0-16,0 0 0 0,2 0 0 0,-2 1 0 0,1 1 0 15,-2 2 0-15,0 2 0 0,-3 1-144 0,1 2 144 16,-1 3 0-16,-1 1 0 0,-1 1 0 0,0 3 0 15,-1-2 0-15,1 1 0 0,-1 3 0 16,-1 0 0-16,1 2 0 0,-1 1 0 0,0 2 0 0,0 0 0 16,0 2 0-16,1 0 0 0,0 0 0 15,0 0 0-15,2-2 0 0,1-2 0 0,0-3 0 0,2-2 0 0,-1-3 0 16,2 1 0-16,-1-1-128 0,0-5-112 0,1-1-16 16,-1-1 0-16,2-4-9984 15,-1 0-1984-15</inkml:trace>
  <inkml:trace contextRef="#ctx0" brushRef="#br0" timeOffset="52759.16">9292 9617 10127 0,'0'-6'448'0,"1"3"96"0,-1 0-544 0,0 2 0 15,0 1 0-15,-1-2 0 0,1 2 1792 0,-1 0 240 0,0-2 48 0,0 1 16 16,-1 1-576-16,0 0-112 0,0 1-32 0,1 3 0 16,0-2-976-16,0 1-192 15,1 2-32-15,0 1-16 0,0 4 208 0,-1-2 32 16,1 3 16-16,0 1 0 0,0-1-48 0,0 2-16 15,1 1 0-15,0 2 0 0,0-1-96 0,-1-3 0 16,0 0-16-16,1 2 0 0,0 2 32 0,1-2 16 0,1 1 0 16,0-4 0-16,-3-11-288 0,0 0 0 0,0 0 0 15,0 0 0-15,0 0 0 0,0 0 0 16,0 0 0-16,40 5 0 0,-34-12 0 0,1 0 0 0,-1 0 0 0,1-3 0 16,-3 4 0-16,2-2 0 0,0 1 0 15,0 0 0-15,-1-2-144 0,1 4 144 0,-2-2-128 0,-2 2 128 16,1 0-2160-16,-2-1-336 15,0 1-80-15,-3 0-7040 0</inkml:trace>
  <inkml:trace contextRef="#ctx0" brushRef="#br0" timeOffset="53267.66">9192 9727 11055 0,'-7'7'480'0,"2"-1"112"0,1 0-464 16,1-3-128-16,2 1 0 0,1-3 0 15,1 1 2256-15,-1 2 432 0,1 4 96 0,1-2 16 16,2 2 304-16,1-4 64 0,3-3 16 0,2-2 0 0,1-2-1136 0,0-3-240 15,2-3-32-15,1-1-16 0,1-3-1056 0,0 0-192 16,0-3-64-16,0 1 0 0,-2 1-448 0,-1 0 128 16,1 0-128-16,0 1 0 15,-2-1 0-15,-1 2-208 0,1 3 32 0,-3 0 16 16,-1 1-1904-16,-1 1-384 0,-2 2-80 0,-1 2-16 16,-2 2-1408-16,-1 1-272 0,1 2-64 0,-1 0-16 15,0 1 1440-15,-1 0 304 0,0 1 48 0,1 1 16 16,0 0 1280-16,-1-1 256 0,0 1 48 0,2 0 16 0,0-3 896 0,2 0 128 15,0-2 48-15,0 0 16 0,1 1 1216 0,-1-2 240 16,2 1 48-16,-1-2 16 0,1 0 720 0,0 0 128 16,-2-1 48-16,2 0 0 0,0 1-368 0,-1 0-64 0,2-2 0 15,-1 1-16-15,0 3-800 0,0-2-144 0,-1 4-48 16,1 0 0-16,0 3-400 0,-3-1-96 0,1 2-16 0,0 0 0 16,-2 2-336-16,0-1-64 0,-1 0 0 0,0 0-16 15,-1 3-240-15,0 1 0 0,0-1 128 0,-1-3-128 16,1 2 0-16,0-1 0 0,1-2 128 0,0-1-128 15,1-1 0-15,0-1 0 0,0 0 0 0,-1-3 0 16,1 0 0-16,-1 0 0 0,0 0 0 0,0-2 0 16,0 1 0-16,0-1 0 0,1 0 0 0,-1-1 0 15,0-1 128-15,1 1-128 0,0-1 0 0,0-3 144 16,1 4-144-16,0-4 0 0,0 0 0 0,0-3 128 0,0 3-128 0,0-4 0 16,0 1 0-16,1-4 0 0,-2 2 128 0,1-4 0 15,1 1 0-15,0-1 0 16,0 3 272-16,0 1 48 0,1 3 16 0,1 1 0 15,-1 4-464-15,2 0 0 0,-2 3 0 0,2 1-16528 16</inkml:trace>
  <inkml:trace contextRef="#ctx0" brushRef="#br0" timeOffset="53646.23">9668 9566 9215 0,'1'-5'400'0,"0"0"96"0,1 1-496 0,0 1 0 0,-1 1 0 0,-1 2 0 15,1-2 768-15,1 1 64 0,-1-3 16 0,2 2 0 16,0-1-144-16,-1 3-16 0,-1 1-16 0,-1 3 0 16,-1 3-288-16,-1 2-64 0,-1 3-16 0,-1 2 0 15,2 1-48-15,-3-1-16 0,1 5 0 0,2-3 0 16,-1 1 208-16,1-2 64 0,1-3 0 0,1-1 0 16,1-2 832-16,2-1 192 0,0-3 16 0,2-3 16 15,0 0-576-15,0-4-112 0,3-1-32 0,-1-4 0 16,2-2-112-16,1-1-32 0,-2-2 0 0,0 0 0 0,1 1-432 0,-2-3-80 15,1 2-32-15,-2-2 0 16,0 4-160-16,-3-2 0 0,0 4 0 0,-1-1 0 16,-1 3 0-16,-2-1 0 0,0 2 0 0,-3 0 0 0,1 0 0 15,-4 1 0-15,1-1 0 0,-2 2 0 0,0 1 0 0,-1-2 0 16,-1 3 0-16,1-1 0 16,1 2 0-16,0 2 0 0,1 1 128 0,1 1-128 0,2 1 0 15,0 0 128-15,1-1-128 0,0 2 0 16,2-2 0-16,1 1 0 0,0 2 128 0,2-3-128 0,2 1 0 0,1-2 0 0,-1-1 0 15,3-2 0-15,-1 0 0 16,2-1 0-16,0 0 0 0,0-2-13648 16</inkml:trace>
  <inkml:trace contextRef="#ctx0" brushRef="#br0" timeOffset="53883.53">9875 9375 17503 0,'1'-3'768'0,"-1"0"176"0,0 1-752 0,-1 2-192 15,0 0 0-15,1 0 0 0,0 0 1776 0,-1 0 320 0,0 2 64 16,-1-1 16-16,1 1-400 0,0 2-80 0,0-1-16 0,0 2 0 16,1 1-912-16,0 0-176 0,0 3-32 15,1 2-16-15,1 1-320 0,-1 2-64 16,0 3-16-16,-1 1 0 0,1 5-144 0,-1 0 0 0,-1 3 0 0,0 1 0 0,1-1 0 0,-1-3 0 16,0 1 0-16,1-5 0 0,1 0 0 0,0-5 0 15,1-2 0-15,1-3 0 0,1-3-448 0,0-2 48 16,0-3 0-16,0-2-9344 15,1-3-1872-15</inkml:trace>
  <inkml:trace contextRef="#ctx0" brushRef="#br0" timeOffset="54094.6">9999 9311 18431 0,'-1'-6'816'0,"1"4"160"0,-1 0-784 16,0 4-192-16,0-2 0 0,0 3 0 0,0 1 1856 0,-2 3 336 15,-1 5 64-15,0 5 16 0,-1 4-224 0,0 3-32 16,2 6-16-16,0 0 0 0,2 2-768 0,0-1-144 16,2-1-48-16,0-3 0 0,1 1-480 0,-2-28-112 15,6 41 0-15,-6-41-16 0,0 0-288 0,16 35-144 0,-16-35 160 0,0 0-160 16,0 0 0-16,0 0 0 16,0 0 0-16,41 7 0 0,-35-9-288 0,0-2-48 15,0-2-16-15,0 2-16752 16</inkml:trace>
  <inkml:trace contextRef="#ctx0" brushRef="#br0" timeOffset="54465.78">10093 9606 12895 0,'0'-4'1152'0,"0"1"-928"0,2 1-224 0,-1-1 0 16,0 1 2336-16,0 1 416 0,1 0 96 0,0-2 16 15,4-1 272-15,-1 0 48 0,3-2 16 0,0-1 0 16,0 3-1696-16,0-1-336 0,-1 1-64 0,0-1-16 15,-1 1-704-15,1 0-160 0,-2-1-32 0,0 0 0 16,0 1-192-16,-1-1 0 0,-1 0 0 0,0 1 0 16,0-2 0-16,-1 2 0 0,-2 0 0 0,0-2 0 0,0 2 0 0,-2-1 0 15,0-2 0-15,-1 0 0 16,0 0-400-16,0-1 16 0,0 2 16 0,0-2 0 16,-1 1-112-16,1 2-32 0,0 1 0 0,0 4 0 15,1 0 512-15,-1 4 0 0,1 1 0 0,-1 3 0 0,1 1 0 0,-1 3 0 16,1 2 0-16,0 0 0 0,0 1 544 0,0 3 0 15,0 3 0-15,-1-1 0 0,2-2-32 0,0-1 0 16,1 0 0-16,1-3 0 0,1-2-208 0,-2-12-48 16,0 0-16-16,0 0 0 0,0 0-240 0,0 0 0 15,23 33 128-15,-16-36-128 0,-1 1 0 16,2-4 0-16,-1 0 0 0,1-3 0 16,0 0-576-16,-1-1-176 0,2-2-16 0,-2 2-16688 15</inkml:trace>
  <inkml:trace contextRef="#ctx0" brushRef="#br0" timeOffset="54761.71">10293 9512 16575 0,'1'0'736'0,"0"0"160"16,0-3-720-16,0 1-176 0,0 1 0 0,0-1 0 15,1 0 2176-15,0 0 384 0,1-5 96 0,3-1 16 0,0 0-544 0,1-3-96 32,-1 2-32-32,1-2 0 0,-1 3-848 0,0-1-160 15,-1 4-32-15,0 0-16 0,0 2-432 0,-1 1-96 0,0 2-16 0,0 2 0 16,-1 2-112-16,-3-4-32 0,0 0 0 0,8 30 0 15,-7-16-256-15,0 2 0 0,-1 2 0 0,0 0 0 0,0 1 128 16,-1 0-128-16,0 3 0 0,-1-4 0 16,1-4 0-16,0-1 0 0,0 1 0 15,1-2 0-15,0-3 0 0,0-2 0 0,2-4 0 0,-1-1 0 0,2-4 0 16,-1-3 0-16,1-2 0 0,1-4 0 0,1-2 272 0,0-3 112 16,2-4 0-16,-1-1 16 15,3-2 32-15,-1-4 0 0,0-4 0 0,2 1 0 0,-1-1-144 0,1 0-32 16,2-2 0-16,-2 2 0 0,2 9-256 0,-3 5 0 15,-2 6 0-15,1 4-12672 16,-3 5-2640-16</inkml:trace>
  <inkml:trace contextRef="#ctx0" brushRef="#br0" timeOffset="59198.9">10982 8570 9215 0,'4'-7'816'0,"0"1"-656"16,-2 3-160-16,-2 0 0 0,1 3 1472 0,0-4 256 0,0 0 48 15,3-5 16-15,0 0 432 0,-1 1 80 0,-2 2 32 0,-2 3 0 16,-1 3-1088-16,-2 3-224 15,-1 2-32-15,-2 2-16 0,0 2-480 0,-3 3-112 0,2 4 0 0,-1 4-16 16,0-2-368-16,1 4 128 0,0 2-128 0,0 0 0 16,1 2 176-16,-2 0-48 0,3-2 0 0,0-1 0 15,4-4-128-15,1-3 0 16,1-1 0-16,1-6 0 0,1 1 0 0,1-8-192 0</inkml:trace>
  <inkml:trace contextRef="#ctx0" brushRef="#br0" timeOffset="59393.45">10973 8508 14735 0,'0'-4'640'0,"0"-1"160"0,1 3-640 0,0 1-160 0,0 2 0 0,0 1 0 0,2-1 1520 16,-1 3 272-16,4 1 48 0,-6-5 16 16,0 0 192-16,0 0 64 0,37 47 0 0,-37-47 0 15,0 0-1200-15,33 40-224 0,-33-40-48 0,0 0-16 16,34 45-448-16,-34-45-176 0,0 0 128 0,30 43-128 15,-30-43 0-15,0 0 0 0,27 36 0 0,-27-36 0 0,0 0-384 0,0 0-16 16</inkml:trace>
  <inkml:trace contextRef="#ctx0" brushRef="#br0" timeOffset="59611.95">10975 8786 19343 0,'-3'0'848'0,"1"0"192"0,2 1-832 0,-1 0-208 16,1-1 0-16,0 0 0 0,0 2 1968 0,1-1 336 16,0 4 80-16,1-3 16 0,1 2-544 0,0-1-128 0,1-3 0 0,1 0-16 15,1 0-1056-15,2-3-208 0,0-1-32 0,1 0-16 16,0 0-256-16,1 0-144 0,2-3 160 0,0 2-160 16,0 1 128-16,-1 1-128 0,0-2 0 0,0 3 144 15,2-3-144-15,1 1 0 0,0 1 0 0,-2-1-16032 16</inkml:trace>
  <inkml:trace contextRef="#ctx0" brushRef="#br0" timeOffset="59983.13">11224 8568 10127 0,'-4'-5'896'0,"1"0"-704"15,2 1-192-15,0 1 0 0,0 1 896 0,1 2 128 16,0-2 48-16,-1 1 0 0,1-2 96 0,-1-1 32 16,1 0 0-16,0 3 0 0,-1-1-384 0,0 2-80 15,1 2-16-15,-1-1 0 0,1 4-32 0,-1-1-16 0,0 3 0 16,0 0 0-16,0 3 32 0,0-1 16 0,1 1 0 0,-1-1 0 16,1 1 112-16,1-1 0 0,0 3 16 0,1 0 0 15,-2-12 672-15,0 0 128 0,14 40 16 0,-14-40 16 16,0 0-1264-16,0 0-256 0,29 36-160 15,-29-36 192-15,0 0-192 0,0 0 0 16,0 0 0-16,0 0-176 16,44 14-704-16,-39-19-144 0,0 1-16 0,-1-1-16 15,0-1 864-15,-2 0 192 0,1-1 0 0,-2-3 0 0,1 3 0 0,-1-2 128 16,0-1-128-16,-1-2 144 0,1 3 0 0,-1 0 0 16,-1-1 0-16,0-3 0 0,-1 0-144 0,0 0 0 15,0 0 0-15,1-3 0 16,-1 2-256-16,1-1-128 0</inkml:trace>
  <inkml:trace contextRef="#ctx0" brushRef="#br0" timeOffset="60432.61">11415 8418 3679 0,'1'-3'320'0,"-1"0"-320"16,1 2 0-16,0-1 0 0,-1 2 1792 0,1 0 304 16,0-3 48-16,0-1 16 0,1-1 720 0,-1 0 160 0,0 3 32 0,-2 0 0 15,1 2-592-15,-1 2-112 0,-1-2-32 0,0 3 0 16,-1 1-1072-16,2 1-224 0,-1-1-32 0,-1 4-16 16,2-1-480-16,-1 1-112 0,0 1-16 0,0 2 0 0,2 1-256 0,1 2-128 15,0-1 128-15,1 3-128 16,0 0 0-16,2 1 0 0,-1 3 0 0,-3-20 0 0,9 39 0 15,-9-39 0-15,9 34-128 0,-9-34 128 16,11 35 0-16,-11-35-144 0,13 33 144 0,-13-33 0 16,0 0-160-16,20 36 160 0,-20-36-128 15,0 0 128-15,0 0-448 16,0 0-16-16,0 0 0 0,35 2-14832 0</inkml:trace>
  <inkml:trace contextRef="#ctx0" brushRef="#br0" timeOffset="60735.46">11576 8454 8287 0,'-1'-5'368'0,"0"0"80"0,0 1-448 0,0 0 0 15,0 3 0-15,0-2 0 0,1 3 784 0,-1-3 80 16,1-2 16-16,-1-1 0 0,1 2 496 0,-1-1 96 15,1 3 32-15,0 2 0 0,-1 2 160 0,1 3 48 16,-1 0 0-16,0 4 0 0,0 1 1328 0,-1-1 272 16,1 3 48-16,-1 0 16 0,1 0-2464 0,0 1-480 15,1 0-112-15,0 3 0 0,0-3 64 0,0 0 32 0,1 0 0 0,0 0 0 16,1-1-416-16,0 0 0 0,-1 0 0 16,1-1 0-16,1-1 0 0,-2 0 0 0,2-3-176 15,-1 1 176 1,1-1-1024-16,-1-1-128 0,1-1-32 0,-2-3-14272 0</inkml:trace>
  <inkml:trace contextRef="#ctx0" brushRef="#br0" timeOffset="61082.1">11681 8479 14735 0,'-1'-1'640'0,"0"-1"160"0,1 2-640 0,0 0-160 16,0 0 0-16,0 0 0 15,0 0 1152-15,-1 0 208 0,1 0 48 0,0 0 0 16,-1 2-496-16,0-1-80 0,0 0-32 0,-1 1 0 0,0 1-672 0,-1-1-128 16,-2 3 0-16,0-3 0 0,-2 3-128 0,1 0 128 15,-3-1 0-15,1 2-144 0,0 0 144 0,-2 2 0 16,2-2 0-16,0 0 0 16,0 0 0-16,3-1 0 0,0 0 0 0,1-3 0 0,3 0 0 0,0-1 0 15,1-1 128-15,2-1-128 0,0 0 208 0,2 0-16 16,-1-1-16-16,1 0 0 0,1 0 1152 0,0 1 224 0,0 1 48 0,0-2 16 15,-1 4-176-15,1-2-32 16,0 3-16-16,-2-1 0 0,2 1-464 0,-1 1-96 16,0 1 0-16,2-3-16 0,-1 3-528 0,-1 0-96 0,1-1-32 15,-1-1 0-15,1 2-160 0,1-3 0 0,0 0 0 0,0-2 0 16,-1 0-128-16,2 0 128 16,-2-1-160-16,1 0-16416 0</inkml:trace>
  <inkml:trace contextRef="#ctx0" brushRef="#br0" timeOffset="61333.52">11746 8392 15663 0,'0'-2'1392'0,"1"2"-1120"0,0-2-272 0,-1 2 0 15,1 0 1856-15,0 0 320 0,2-3 64 0,2 1 16 16,1-3 448-16,2 3 96 0,0-3 16 0,0 2 0 0,2 3-1456 0,-1 0-272 15,0 0-64-15,-1 4-16 0,-8-4-416 0,0 0-80 16,0 0 0-16,26 39-16 0,-26-39-192 0,6 31-48 16,-5-12 0-16,-3-1 0 0,-1 2-96 0,-1-2-32 15,-1 0 0-15,-1-1 0 0,-1 0-128 0,0-2 0 16,-2 2 144-16,1-3-144 0,0 1 0 0,-3-1 0 0,-2 0 0 0,-2 0-18096 31</inkml:trace>
  <inkml:trace contextRef="#ctx0" brushRef="#br0" timeOffset="63350.21">12367 9026 2751 0,'0'-6'256'0,"0"2"-256"0,0 0 0 0,0 1 0 15,0 0 784-15,0 1 112 0,0 1 32 0,0-2 0 16,0-2 224-16,0 0 64 0,1-2 0 0,-1 2 0 16,0-2 112-16,1 2 16 0,-1 3 16 0,0-3 0 15,-1 2 304-15,0 1 48 0,0 0 16 0,0 0 0 0,-1-1-192 16,0 1-16-16,1 0-16 0,-3 1 0 15,1-1-336-15,-1 2-64 0,0 0-16 0,-1 0 0 0,1 0-192 0,-1 2-64 16,-1 3 0-16,0 0 0 0,0 0-304 0,0 4-64 16,0 3-16-16,1 0 0 15,-1 2-192-15,1 2-32 0,0 2-16 0,-1 3 0 16,1 1-208-16,0-2 128 0,2-3-128 0,1-1 0 16,0 1 128-16,2 0-128 0,1-3 0 0,0-2 0 15,2 0 128-15,1-3-128 0,-4-9 0 0,0 0 144 0,0 0-144 16,22 38 0-16,-22-38 0 0,0 0 0 0,0 0 0 0,22 40 0 0,-18-32 0 15,0 3 0-15,-1 0 0 0,-1 2 0 16,-2 0 0-16,-1-1 0 0,-1 1 0 0,-1-1 0 0,-2-2 0 16,0-1 0-16,0 0 0 0,-1-2 128 15,-4 0-128-15,-2 1 128 0,-1-3 128 0,-2 2 32 16,-3-3 0-16,-1-2 0 0,1 1-288 0,-2-1 0 0,-1-1 128 0,-1 1-128 16,1-2 0-16,2-3 0 0,0-1-128 0,5 3-16768 15</inkml:trace>
  <inkml:trace contextRef="#ctx0" brushRef="#br0" timeOffset="65250.25">12241 9753 7359 0,'3'-7'656'0,"-1"1"-528"0,-2 2-128 0,0 2 0 15,0 2 1024-15,0 0 160 0,0-2 32 0,1-3 16 16,-1 3 608-16,0 2 112 0,-2 5 32 0,-1 4 0 0,-1 6-528 0,0 6-112 16,0 5 0-16,-1 7-16 15,1 3-192-15,2 5-48 0,-1 0 0 0,1 2 0 0,0-2-112 0,0 0-16 16,0-2-16-16,1-1 0 0,0 0-304 0,0-2-48 16,0-1-16-16,-1-3 0 0,1-3-432 0,0-2-144 15,0-6 0-15,-1-2 0 0,0-5 0 0,2-2 0 16,0-3 0-16,0-6 0 0,0-2-320 0,2-4 0 15,1-2-16-15,0-5-14032 0</inkml:trace>
  <inkml:trace contextRef="#ctx0" brushRef="#br0" timeOffset="65518.49">12230 9838 9215 0,'-7'9'400'0,"2"-3"96"0,-1 1-496 0,2-4 0 0,2 1 0 0,-1-3 0 16,0 3 1520-16,-2 1 208 0,-5 4 32 0,0 3 16 0,-1-2 112 0,2-1 32 15,1-2 0-15,3-5 0 0,1 1-1104 16,0-1-224-16,1-2-32 0,2-2-16 0,0 2-416 15,0-2-128-15,1 1 0 0,1 1 0 16,1 1-624-16,-2 1-176 0</inkml:trace>
  <inkml:trace contextRef="#ctx0" brushRef="#br0" timeOffset="65681.42">12172 9865 5519 0,'11'-24'240'0,"-5"12"64"0,-2 5-304 0,-3 5 0 0,0 0 0 16,0-1 0-16,2-2 1152 0,1-4 160 15,4-3 32-15,2-5 16 0,1 2 1024 0,-1 2 208 16,-1 3 32-16,-1 6 16 0,-1 4-160 0,-1 2-48 15,-2 3 0-15,1 4 0 0,-5-9-784 0,0 0-176 16,10 45-16-16,-10-45-16 0,7 44-352 0,-5-19-80 16,0-3-16-16,1 1 0 0,-3-23-560 0,7 43-112 0,-7-43-32 0,9 31 0 15,-9-31-288-15</inkml:trace>
  <inkml:trace contextRef="#ctx0" brushRef="#br0" timeOffset="66179.35">12055 10621 7359 0,'0'-3'656'0,"0"-1"-528"15,0 2-128-15,1-1 0 0,-1 3 1120 0,1-4 192 16,0-1 32-16,1-3 16 0,1-1 1008 0,-1-3 208 0,1 3 48 0,-2 1 0 15,2 2-448-15,-1 3-96 0,-1 1-16 0,0 5 0 16,-1 3-464-16,0 4-80 0,-1 4-32 0,0 2 0 16,-1 6-720-16,0 2-160 0,0 4-32 0,-1-2 0 15,2-1-384-15,0-2-192 0,1-2 160 0,0-2-160 0,1-3-208 16</inkml:trace>
  <inkml:trace contextRef="#ctx0" brushRef="#br0" timeOffset="66631.05">11692 10922 4607 0,'-9'2'192'0,"2"-2"64"0,2 1-256 0,1 1 0 15,1-2 0-15,1 0 0 0,-1 2 1616 0,-1-2 288 16,-3 3 48-16,-1-1 16 0,-2 1 528 0,0 1 128 0,2-1 0 0,1-1 16 16,1 0-544-16,1-2-112 15,0 2-32-15,1-2 0 0,1 0-496 0,1 0-112 0,0-2 0 0,0 1-16 16,1 0-304-16,0-1-48 0,2-1-16 0,0-1 0 16,1 1-304-16,0 1-64 0,1-1-16 15,3-2 0-15,0 3-128 0,3-2-16 0,2 2-16 0,3-1 0 16,-14 3-224-16,37-1-32 15,-37 1-16-15,51-2 0 0,-51 2-144 0,63-2 0 0,-31-2 0 0,1 1 0 16,2-2 0-16,2-2 0 0,0-2 0 16,6-1 0-16,7-4 0 0,1-2 128 0,-3 3-128 0,-4-3 192 15,-3 2-48-15,-4 1 0 0,-3 0 0 0,0 1 0 0,-1 2-144 16,-3 1 0-16,-4 1 0 0,-1 4 128 16,-25 4-128-16,41 0 0 0,-41 0 0 0,0 0 0 15,44 4 0-15,-44-4 0 0,0 0 0 0,0 0 0 0,0 0 0 16,0 0 0-16,40 26 0 0,-36-23 0 15,-2 0-448-15,-1 0-80 0</inkml:trace>
  <inkml:trace contextRef="#ctx0" brushRef="#br0" timeOffset="67076.95">11812 11034 13823 0,'-1'-5'608'0,"0"2"128"0,0 1-592 0,0 1-144 0,0 0 0 0,1 1 0 16,-1 0 1136-16,0 0 192 0,-1 1 32 0,-2 0 16 16,2 1 640-16,-1 1 128 0,1-1 32 0,0-1 0 15,1 1-592-15,0 0-112 0,1-2-32 0,0 2 0 16,0 0-528-16,1 1-96 0,0-2-32 0,1 3 0 15,-1 0-160-15,1 4-48 0,-1 1 0 0,0 3 0 16,-1 2-224-16,-1 4-48 0,-1 2-16 0,-1 1 0 16,-1 6-160-16,1 1-128 0,-1-4 144 0,-1 0-144 0,0 4 0 0,-1-2 128 15,2-3-128-15,1-3 0 0,1-4 0 0,3-5 0 16,1-3 0-16,1-5 0 0,1-3-240 16,3-3 16-16</inkml:trace>
  <inkml:trace contextRef="#ctx0" brushRef="#br0" timeOffset="68350.13">11991 11228 10127 0,'-3'0'896'0,"0"0"-704"15,1 0-192-15,1 0 0 0,0 0 896 0,0 0 128 0,-1 0 48 0,-3 2 0 16,0-2 464-16,0 0 80 0,1 0 32 0,0 0 0 15,2 0-112-15,0 0 0 0,1 0-16 0,1-2 0 16,0 2-48-16,1 0-16 0,1 0 0 16,-1 0 0-16,3-2-368 0,0 2-64 15,0 2 0-15,1-2-16 0,1 0-544 0,-1 0-96 16,2 2-32-16,1-1 0 0,0 1-336 0,3-2 0 0,-1-2 0 0,-1 1 0 16,2-1-256-16,-2 2-128 0</inkml:trace>
  <inkml:trace contextRef="#ctx0" brushRef="#br0" timeOffset="68814.21">12267 11069 5519 0,'-7'0'496'0,"4"0"-496"0,-1 0 0 0,1 0 0 0,2 1 2176 0,0 1 352 16,0-2 64-16,0 2 16 0,-3 0-960 15,0 1-192-15,0 2-48 0,2-2 0 16,0 0-736-16,1 0-160 0,1 0-16 0,1-1-16 16,0 0-128-16,2-2-32 0,0 0 0 0,2-2 0 15,0 2 736-15,1-3 144 0,0 1 16 0,1-1 16 16,0 1 176-16,1 0 16 0,2-3 16 0,-1 2 0 16,0-1-400-16,0 0-80 0,1-1 0 0,0 0-16 0,0 0-432 0,-2 0-64 15,1 3-32-15,-1-3 0 16,-2 2-288-16,0 1-128 0,-1 0 0 0,0 2 128 0,-2 0-128 0,-1 0 0 0,-1 3 0 15,-1 1 0-15,-1 2 0 0,-1 2 0 16,-1 2 0-16,-2 2 0 0,1 0 0 0,-3 2 0 16,1 2 0-16,-2 1 0 0,2-3 0 0,0 1 0 0,2-1 0 0,-3 2 0 15,1 2 0-15,1 0 0 0,-1 1 0 0,2-3 0 16,0-1 0-16,1-1 0 16,1-3 0-16,0-1 0 0,3 0 0 0,-1-1 0 15,2-3 0-15,0 0 0 0,2-1-128 0,0-3 128 16,0 1 0-16,2-1 0 0,-1 0 0 0,2-2 0 15,1 0 0-15,2 0 0 0,1-2 0 0,0-1 0 16,0 1 0-16,1 0 0 0,-2-1-144 0,0-2 144 0,0 1 0 16,0-1 0-16,-2 0-160 0,0 1 160 15,0-3-128-15,-3 2 128 16,1 0-1824-16,-3 0-288 0,-1 1-48 0,-2 1-12064 0</inkml:trace>
  <inkml:trace contextRef="#ctx0" brushRef="#br0" timeOffset="69032.47">12252 11238 14735 0,'-4'2'1312'0,"1"-1"-1056"0,1 0-256 0,1-1 0 15,1 0 2160-15,-1 0 368 0,-1 0 80 0,-2 0 16 16,1 0 208-16,0 0 48 0,0-1 16 0,3-2 0 16,2 0-1440-16,2-2-304 0,1-1-48 0,3-2-16 15,1 2-496-15,2-1-96 0,3-1-32 0,1 1 0 0,0-1-208 0,0 4-32 16,2-3-16-16,-17 7 0 0,33-5-208 0,-33 5 0 15,0 0 128-15,42-4-128 0,-42 4 0 0,0 0 0 16,33-3 0-16,-25 1 0 16,0 1-384-16,0-2-80 0</inkml:trace>
  <inkml:trace contextRef="#ctx0" brushRef="#br0" timeOffset="69250.86">12511 10939 6447 0,'-5'-3'576'0,"2"1"-576"15,2 1 0-15,0 0 0 0,1 1 1872 0,0-2 272 0,1 1 48 0,-1-1 16 16,2-1 848-16,1 1 160 0,1 0 48 0,0-2 0 0,0 3-1152 0,2 1-208 16,-2 0-48-16,1 1-16 0,1 1-768 0,-1-2-160 15,1 2-16-15,-1-1-16 16,1 0-624-16,-2 1-112 0,2-2-16 0,-1 0-16224 15</inkml:trace>
  <inkml:trace contextRef="#ctx0" brushRef="#br0" timeOffset="69452.25">12644 10816 18431 0,'-2'0'816'0,"0"0"160"0,0 0-784 16,1 0-192-16,0 2 0 0,1-2 0 15,0 0 2400-15,0 0 432 0,1 0 96 0,0 0 16 0,1 0-512 0,0-2-112 16,2 2-16-16,0-2 0 0,1 2-1296 0,-2 0-272 0,2 2-48 0,0 1-16 16,-2 1-288-1,1 3-64-15,-1 3-16 0,-2 4 0 0,-1 2-160 0,-3 0-16 16,-2 7-128-16,-1 0 192 0,-1-1-192 0,0 0 0 16,0-1 128-16,1-1-128 0</inkml:trace>
  <inkml:trace contextRef="#ctx0" brushRef="#br0" timeOffset="70016.3">12831 10717 11055 0,'-4'0'976'0,"1"0"-784"0,2 0-192 0,1 0 0 16,1-1 1040-16,-1 1 176 0,-1 0 16 0,0-2 16 15,1 0 640-15,1 1 128 0,2-3 32 0,2 1 0 16,1 1 192-16,3-1 32 16,0 1 16-16,2-1 0 0,1 0-688 0,1 2-128 0,0-3-16 0,1 1-16 15,-1 1-624-15,-1 1-128 0,1-1-32 0,-2 0 0 16,-1 0-464-16,0-1-192 0,-1 1 176 0,-1-1-176 15,1-1 0-15,-2-1-320 0,-1 2 64 0,-2 1-16832 16</inkml:trace>
  <inkml:trace contextRef="#ctx0" brushRef="#br0" timeOffset="70198.27">12879 10804 20271 0,'2'0'1792'0,"0"0"-1424"16,0-2-368-16,-2 1 0 0,2 1 2624 0,0-2 464 15,3 0 96-15,2-1 16 0,3 1-704 0,2-3-128 16,1-1-16-16,0 1-16 0,2-1-1520 0,-1 2-304 16,1-1-64-16,0 0-16 0,0 3-272 0,-1-2-160 15,-14 4 192-15,26-4-192 0,-26 4 0 0,0 0 0 0,0 0 0 0,34 0-18624 32</inkml:trace>
  <inkml:trace contextRef="#ctx0" brushRef="#br0" timeOffset="71686.96">13559 10403 12895 0,'-4'0'1152'0,"1"0"-928"0,1 0-224 0,2 0 0 0,-1 0 1136 0,0 2 176 31,-2-2 32-31,-2 0 16 0,1 1 528 0,-1 1 96 16,2-2 32-16,0 0 0 0,3-2-544 0,1 1-96 0,3-1-32 15,1 0 0-15,1-1-240 0,3 1-48 0,1-2-16 0,2 1 0 16,2 0-640-16,-1 2-128 0,1 0-16 0,-1 1-16 15,-13 0-240-15,0 0 0 0,0 0 0 0,43 7 0 16,-35-6-144-16,-3 1 144 0,0 0 0 0,-2 0-144 0,-1 3 144 0,-2 0 0 16,0 2 0-16,-2 0 0 15,-1 0 0-15,-2 2 0 0,0 1 0 0,-2 0-128 0,2 1 128 16,-2-1 0-16,1-1 0 0,-3 3 0 16,1 0 0-16,-1 2 0 0,0 0 0 0,0 0 0 15,2-1 0-15,0 1 0 0,1-2 0 0,1-1 0 0,2 0 0 16,2-2 0-16,1 0 0 0,2-2 0 15,0 1 0-15,2-2 0 0,0 0 0 0,-4-6-128 0,0 0 128 0,0 0 0 16,0 0-144-16,42 23 144 0,-42-23 0 0,0 0-144 16,0 0 144-16,43 7 0 0,-33-9-128 15,-1 0 128-15,1-2 0 0,-1 0 0 16,0-3-1232-16,-1 1-144 0</inkml:trace>
  <inkml:trace contextRef="#ctx0" brushRef="#br0" timeOffset="71873.03">13550 10558 10127 0,'-8'2'896'0,"3"-2"-704"0,3 2-192 0,0-2 0 0,1 0 2528 0,1 0 480 15,1 0 80-15,0-2 32 0,1 2 656 0,1 0 128 16,4 0 16-16,1-3 16 0,3 0-2160 0,2-1-432 16,4-1-96-16,1-2-16 0,1 2-784 0,1-3-176 15,2 0-16-15,-2 1-16 0,-1 0-240 0,-2 2 0 16,0 0 0-16,0 0 0 0,-1 1 0 0,0-1 0 0,-2 2-192 0,-3 1-17872 15</inkml:trace>
  <inkml:trace contextRef="#ctx0" brushRef="#br0" timeOffset="72234.53">13223 10861 10127 0,'-2'2'896'0,"0"-2"-704"16,2 0-192-16,0-2 0 0,0 2 2432 0,0-1 464 16,1 1 96-16,-1-3 16 0,2 0 544 0,1-2 112 15,2 0 32-15,-1 0 0 0,3-2-1760 0,-1 3-336 0,3-1-80 0,0 2-16 16,1-1-928-16,1 2-192 15,-2 1-48-15,4-1 0 0,3-1-208 0,-16 3-128 0,47-6 160 0,-17 3-160 16,3-2 0-16,5 1 0 0,6-2 0 0,4 0 0 16,4 1 0-16,1-4 0 15,0-1 0-15,-1-2 0 0,-6 2 0 0,1-2 0 16,-2 1 0-16,-2-1 0 0,-1 1-144 0,-5-1 144 0,-2 0-208 0,-2 2 80 31,0 0-576-31,-5 1-128 0,-1 0 0 0,-3 1-16 16,-3 1-80-16,-4 0-16 0,-2 3 0 0,-4 3-14800 0</inkml:trace>
  <inkml:trace contextRef="#ctx0" brushRef="#br0" timeOffset="72783.69">13312 11131 4607 0,'-5'0'400'0,"3"-2"-400"0,0 1 0 16,1-1 0-16,2 0 1984 0,0 2 320 15,0-3 64-15,1 1 16 0,2-3 1200 0,2-2 224 16,2 2 48-16,1-2 16 0,2 2-1168 0,2 1-224 0,0-1-48 0,0 0-16 16,-13 5-1312-16,26-4-256 0,-26 4-48 0,0 0-16 15,0 0-528-15,41-2-128 0,-33 4 0 0,-2 0-128 16,0-1 0-16,-2 2 0 0,-1 0 0 0,-1 2 0 16,-1-3 0-16,-1 3 0 0,0 0 0 0,0-1 0 15,-1-1 0-15,1 2 0 0,-1-2 0 0,0 0 0 16,0 2 0-16,-1 0 0 0,0 2 0 0,0-2 0 15,-1 2 0-15,-1 0 0 0,-1 3 0 0,-1-1 0 16,-1 3 0-16,-2 2 0 0,1-1 0 0,-2 3 0 16,0 0 0-16,2 3 0 0,1-2 0 0,2-3 0 15,2-1 0-15,1 0 0 0,3-1 0 0,0-4 0 0,3 1 0 16,0-2 0-16,1-3 0 0,2-1 0 16,-7-3 0-16,0 0 0 0,0 0 0 0,39-5 0 15,-29 3 0-15,2-3 0 0,1-2 0 0,1 0 0 16,0 2 0-16,-1-4 0 0,-1 4 0 0,-2-2 160 0,0 3 80 0,-1-2 16 15,-1 1 0-15,-1 1 0 16,0-1-256-16,-3 0 0 0,0 1 0 0,-2 1 0 16,-1-2-1424-16,-3 3-288 0</inkml:trace>
  <inkml:trace contextRef="#ctx0" brushRef="#br0" timeOffset="72979.67">13334 11192 17503 0,'-2'3'1552'0,"0"0"-1232"15,1 1-320-15,2-4 0 0,-1 2 2560 0,0 0 448 16,0 1 80-16,1 2 32 0,0 2-112 0,2-2 0 16,3-1-16-16,2-1 0 0,-8-3-1808 0,0 0-352 15,39-7-80-15,-22-1-16 0,-1 2 1312 0,0-3 272 16,2 1 48-16,0 1 16 16,0-1-3520-16,1 2-704 0,0-2-144 0,1 1-16 0,-1-1 1536 0,1-1 304 0,2 3 160 0,-2-1-19328 15</inkml:trace>
  <inkml:trace contextRef="#ctx0" brushRef="#br0" timeOffset="77264.07">13774 11206 11967 0,'-2'-2'1072'0,"1"2"-864"15,0-1-208-15,0 1 0 0,1 0 2048 0,-1 0 352 0,0 0 80 0,0-1 16 16,-2 1 128-16,1-2 48 0,-1 2 0 16,2-2 0-16,0 1-864 0,1-1-160 15,1 2-48-15,1-3 0 0,1 1-448 0,0 0-112 0,0-1-16 0,2 1 0 16,1 0-496-16,1 1-96 0,1-1-32 0,1 1 0 16,-2 0-144-16,1 1-48 15,-8 0 0-15,0 0 0 0,0 0-80 0,40 0-128 0,-40 0 176 0,0 0-176 16,32-4 0-16,-32 4 0 0,0 0 0 0,28-6 0 15,-21 4 0-15,1-3 0 0,-1 1 0 16,-1 0-12656-16,-1 1-2400 0</inkml:trace>
  <inkml:trace contextRef="#ctx0" brushRef="#br0" timeOffset="77528.66">14111 10984 20271 0,'0'-4'896'0,"0"1"192"0,0 1-880 0,0 1-208 0,0 1 0 0,0 0 0 0,-1 0 2240 0,1 0 384 15,0 0 96-15,-1 0 16 0,0 2-368 0,-1 1-80 16,1 0-16-16,-1 1 0 0,1-1-1232 0,0 1-240 16,0 0-48-16,0-1-16 0,1 2-432 0,0 0-96 0,1-1-16 0,0 2 0 15,-1-6-32-15,0 0-16 16,8 32 0-16,-8-32 0 0,6 34-144 0,-6-34 160 15,6 47-160-15,-4-18 160 0,-1 1-160 0,-2 1 0 16,-1 2 0-16,0 1 0 0,-1-1 0 0,1-4-304 16</inkml:trace>
  <inkml:trace contextRef="#ctx0" brushRef="#br0" timeOffset="79631.53">13348 9014 7359 0,'-3'-5'656'0,"2"2"-528"16,-1-1-128-16,1 1 0 0,0 1 624 0,0-1 80 15,0 1 32-15,0-2 0 0,0-3 1616 0,-1-1 320 0,0-1 64 0,1-1 16 16,0 4-224-16,-1 0-32 0,1 2-16 0,0 1 0 15,0 1-752-15,0 0-160 0,1 4-32 0,-1-2 0 16,0 3-624-16,1 1-128 0,0 3-16 0,0 5-16 16,1 0-368-16,0 7-80 0,1 0-16 0,0 4 0 15,1 4-32-15,-2 4-16 0,1 1 0 0,-1 4 0 16,-1 1-48-16,1-3 0 0,-1-4 0 0,0-3 0 16,1-1-192-16,-1-6 176 0,1-2-176 0,0-1 160 0,-1-17-160 15,0 0 0-15,5 28-192 0,-4-23 192 31,1-3-1536-31,0-4-176 0,1 0-32 0,0-5-14112 0</inkml:trace>
  <inkml:trace contextRef="#ctx0" brushRef="#br0" timeOffset="79879.39">13287 8978 14735 0,'-1'0'1312'15,"1"0"-1056"-15,0 0-256 0,1 0 0 0,1 0 1472 0,0 0 224 16,1 0 48-16,1 0 16 0,4 0 768 0,1-4 160 15,4 1 16-15,0-4 16 0,3-1-1376 0,-2 0-256 0,3-1-64 0,-2 0-16 16,0 0-656-16,-3 4-128 0,0 3-32 16,-4 2 0-16,-8 0-192 0,0 0 0 0,0 0-144 0,6 39 144 31,-13-21-896-31,-4 2-96 0,-3 5-16 0,-3 1 0 16,-3 2-336-16,-1 1-80 0,0-3-16 0,-2 0 0 0,2-2 1056 0,1-3 224 0,3-4 160 0,3-5-208 15,3-3 720-15,4-2 160 16,2-4 32-16,3-5 0 0,1-1-544 15,4-6-160-15</inkml:trace>
  <inkml:trace contextRef="#ctx0" brushRef="#br0" timeOffset="80854.35">13527 8769 11967 0,'0'-5'1072'0,"0"1"-864"16,1 0-208-16,0 3 0 0,-1-1 1552 0,1 2 272 16,1-5 48-16,0 0 16 0,1-2 240 0,-1 3 48 0,1 2 16 0,-1 4 0 15,0 5-608-15,-1 7-128 0,0 2-32 0,-2 5 0 16,-1 3-528-16,-1 3-96 0,-2 3-32 0,2 0 0 16,-2-1-448-16,0 3-80 0,1 0-32 0,-2 2 0 15,2 1-80-15,-1-2 0 0,2 1-128 0,0-4 192 16,2-1 0-16,0-2 0 0,1-2 0 15,2-3 0-15,-2-22-64 16,8 33 0-16,-8-33-128 0,0 0 192 0,0 0-192 0,0 0 176 16,34 28-176-16,-26-28 160 0,-1-4-160 15,-1-1 0-15,2 0 0 16,-2-5 0-16,2-1-304 16,-2 1 16-16,1-4 0 15,-1-1 0-15,1 1-1680 0,0-1-336 16</inkml:trace>
  <inkml:trace contextRef="#ctx0" brushRef="#br0" timeOffset="81682.24">13693 9085 8287 0,'-1'2'736'0,"1"-2"-592"0,0 0-144 0,0 0 0 0,0-2 2304 0,0 2 448 15,0-1 64-15,0 1 32 0,1-2 448 0,0 0 96 16,1 0 0-16,0-3 16 0,-1 0-2288 0,0 0-464 0,1 0-80 0,-1-1-32 16,-1-1-544-16,0 0 0 0,0 1 0 0,-1-2 0 15,-1 1 0-15,0-1 0 16,-1 1 0-16,-1-1 0 0,1 2 0 0,-1-2 0 0,-1 2 0 0,2 0 0 15,0 3 384-15,-1 0 32 0,1 3 0 0,2 0 0 16,-1 2 384-16,0 2 80 0,-1 1 16 0,1 2 0 16,-1 1-512-16,2 1-112 0,-2 3-16 0,0 2 0 15,-1 1-256-15,1 1 0 0,0 0 0 0,0 1 0 16,0 0 0-16,0 1 0 0,1-1 0 0,1-2 0 16,1-1-192-16,0-4 192 0,0-10-208 0,0 0 80 15,0 0 128-15,0 0-208 0,0 0 80 0,0 0 128 16,0 0-176-16,0 0 176 0,0 0-128 0,0 0 128 15,43 16 0-15,-36-19-160 0,0 1 160 0,0-1 0 16,-1 1-176-16,0 0 176 0,-2 0-160 0,0-1 160 0,0 1-208 16,-2-1 48-16,0 1 16 0,-2 0 0 15,0-3-128-15,0 0-32 0,0 1 0 0,0-3 0 16,0 2 80-16,-2-5 16 0,1 3 0 0,-1-4 0 16,1 1 208-16,-1-1 0 0,0-1 0 0,0 1 0 15,0 0 0-15,0 1 0 0,0-1 0 0,0 3 0 16,1 4 0-16,0 1 0 0,1 3 0 0,0 3 0 15,0 1 272-15,0 3 112 0,0 5 0 0,-1 0 16 0,1 5 224 0,-1-1 32 16,0 4 16-16,1-2 0 16,1 1-352-16,0-1-64 0,-1-18 0 0,5 30-16 0,-5-30-240 0,0 0 176 15,0 0-176-15,0 0 160 0,27 33-160 0,-20-35 0 16,1-1 0-16,0-4 0 0,1-3 0 0,0-1-144 0,0-2 0 16,-1-3 0-1,1 2-624-15,-1-3-128 0,-1 0-32 0,0 1 0 16,-2 2-704-16,0-3-144 0,-1 3-16 0,-1 0-16 15,0 0 208-15,-1 4 32 0,-1 1 16 0,1 1 0 16,-2 5 528-16,1 0 96 0,-1 3 32 0,-1 2 0 0,0 0 896 0,0 5 352 16,-1-1-16-16,0 1 0 0,0 4 752 0,0-1 128 0,1 3 48 15,0 2 0-15,0-1 176 0,0 1 32 0,1 1 16 16,0-2 0-16,0-14-336 0,1 26-80 16,-1-14-16-16,0-2 0 0,0-10-448 0,0 0-96 0,0 0 0 0,0 0-16 15,5 28-496-15,-4-28 0 0,0 0 0 16,0-5 0-16,0 0 0 0,0-2-320 0,1 0 64 0,-2-2 0 31,1 0-256-31,0-1-64 0,0 0 0 0,-1-2 0 0,1 0-64 0,0-1-32 0,-1 0 0 0,0-2 0 31,1-2 0-31,0 2 0 0,1-1 0 0,0 3 0 0,1 2 416 0,0 1 96 0,-2 3 16 0,2 1 0 0,1 1 400 0,0 2 64 16,0 1 32-16,1 2 0 16,0 0 864-16,-2 2 192 0,-3-2 16 0,0 0 16 15,0 0-448-15,0 0-96 0,18 36 0 0,-18-36-16 16,3 26-480-16,-3-12-80 0,0 0-32 0,-2 5 0 15,0 0-128-15,-1 0-32 0,0 3 0 0,0 1 0 0,-1 1-128 0,0-2 0 16,1-2 0-16,1 0 0 0,0-2 0 0,1-4 0 0,1-2-144 16,0-12 144-16,0 0-928 15,0 0-80-15,0 0-16 0,0 0-10032 16,0 0-2000-16</inkml:trace>
  <inkml:trace contextRef="#ctx0" brushRef="#br0" timeOffset="82015.38">14003 8931 25791 0,'-3'7'1152'0,"0"-3"224"0,2-1-1104 16,0 0-272-16,1-1 0 0,0-2 0 0,0 2 1760 0,1-2 288 16,0 2 64-16,0 0 16 0,2 1-816 0,1-3-160 15,0 0-48-15,0-2 0 0,0 2-544 0,-1 2-112 16,0-1-32-16,-1 3 0 0,0 3-128 0,-1 0-32 0,-1 3 0 15,-1 1 0-15,-1 4-16 0,-1 3-16 0,-1 4 0 0,-1 0 0 16,0 4-224-16,0 0 176 0,0 4-176 0,2-2 160 0,0-1-160 0,1-4 0 0,2-23 0 16,1 39 0-16,-1-39 0 0,0 0 0 15,11 37 0 1,-11-37 0-16,0 0 0 0,0 0 0 16,0 0 0-16,0 0 0 0,33 29-240 0,-27-31 32 0,1 1 0 0,-2-1 0 15,2 0 32-15,-2-3 16 0,1 0 0 0,-1 1 0 16,1-1 160-16,-2 0-192 0,-1 0 192 0,1 0-192 15,0-2-240-15,-2 2-48 16,1-1-16-16,-2-1 0 0,0 0-992 0,-1-1-208 0</inkml:trace>
  <inkml:trace contextRef="#ctx0" brushRef="#br0" timeOffset="82181.53">13971 9125 20271 0,'-4'2'896'0,"2"-1"192"0,1 1-880 0,1-1-208 16,0 0 0-16,1-1 0 0,0 0 2672 0,1 2 480 15,1-2 112-15,1 0 0 0,2 0-688 0,1-2-144 16,2 0-16-16,0-5-16 0,1 0-1552 0,2-1-304 16,1-3-64-16,1 1-16 0,0-2-272 0,1 1-64 0,0 1-128 15,-1 0 192-15,-1 3-192 0,0 0 0 0</inkml:trace>
  <inkml:trace contextRef="#ctx0" brushRef="#br0" timeOffset="82997.22">12812 8939 6447 0,'-3'1'576'0,"1"-1"-576"15,1-1 0-15,-1 0 0 0,1 1 432 0,0-3-32 16,-2 1 0-16,-2-3 0 0,0 1 512 0,-1-4 112 0,2 1 0 0,1 0 16 15,0 1 928-15,1 0 176 16,1 2 32-16,1-1 16 0,-1 0 368 0,1 1 80 16,1 1 16-16,-1-2 0 0,2 1-640 0,1-4-128 15,1-1-32-15,0-5 0 0,3-3-672 0,1-2-144 16,2-2-16-16,3-5-16 0,4-5-560 0,5-5-128 16,3-4 0-16,1-5-16 0,3-2-304 0,-2-4 128 15,1-3-128-15,-4 2 0 0,-1 2 0 0,-2 5 0 0,-3 2 0 16,-2 8 0-1,-2 7-1488-15,-4 7-256 0,-2 4-48 0,-1 7-14400 0</inkml:trace>
  <inkml:trace contextRef="#ctx0" brushRef="#br0" timeOffset="83930.75">13347 8019 8287 0,'0'-1'736'0,"0"-1"-592"16,0 2-144-16,0 0 0 0,-1 0 1280 0,1 0 240 16,-1 2 32-16,1-2 16 0,-2 1 1072 0,0 2 224 0,-1 5 32 0,0-1 16 15,1 7-1248-15,0 0-256 16,-1 3-64-16,0 2 0 0,1 2-688 0,0-1-144 16,1 0-16-16,1 2-16 0,1-1-96 0,-1-21 0 0,6 36-16 15,-6-36 0-15,0 0-192 0,0 0-48 16,21 42 0-16,-21-42 0 0,0 0 128 0,0 0 32 15,30 0 0-15,-23-7 0 0,1 0 128 0,0-5 32 0,0-1 0 0,1-2 0 16,-1 0-256-16,0 0-64 0,-2-2 0 0,-1 0 0 16,-1 0-128-16,-2 1 0 0,-1 2 0 0,-1 0 0 15,-1 1 0-15,0 0 0 0,-1 3 0 0,2 0 0 16,-1 3 0-16,1 2 0 0,0 3 0 0,1 0 0 16,1 2 272-16,-1 3 32 0,1 1 0 0,-1 3 0 15,1 2 224-15,-2 3 48 0,1 2 16 0,0 1 0 16,0 3-208-16,-1-1-32 0,0 2-16 0,0-3 0 15,1 1-192-15,-1 0-144 0,0-1 192 0,0-16-192 16,4 27 128-16,-4-27-128 0,0 0 0 0,0 0 0 16,13 35 0-16,-8-33 0 0,-1-2 0 0,1-3 0 15,0-1-704-15,0-1-112 0,2-1-16 0,-1-3-16384 16</inkml:trace>
  <inkml:trace contextRef="#ctx0" brushRef="#br0" timeOffset="84199.35">13619 7940 13823 0,'1'-7'608'0,"0"3"128"0,0 0-592 0,-1 0-144 16,0 3 0-16,0-1 0 0,1 2 1872 0,-1-2 352 15,1 0 64-15,0-1 16 0,0 0 528 0,-1 3 112 0,1 3 32 0,0 2 0 16,-1 2-816-16,0 2-176 0,-1 3-16 0,0 5-16 15,0 2-1216-15,-2 0-240 0,0 4-48 0,0 1-16 16,1 4-240-16,1-4-64 0,-1 0 0 0,0-2 0 16,1 1-128-16,1-4 0 0,-1-2 0 0,1-17 0 15,2 29 0-15,-2-29-256 0,0 0 64 0,0 0 16 16,0 0-1952-16,0 0-400 0</inkml:trace>
  <inkml:trace contextRef="#ctx0" brushRef="#br0" timeOffset="84565.85">13799 8016 18431 0,'3'-2'816'0,"-1"1"160"16,0-2-784-16,0 3-192 0,-1-2 0 0,0 2 0 0,0 0 2432 16,2-1 448-16,1 0 96 0,-1-1 16 0,3 2-1040 0,-2-2-208 15,-2 1-32-15,0-1-16 0,-1 2-880 0,-1 0-176 0,0 0-48 0,-3 0 0 16,1 2-336-16,-2 1-64 0,-2 0 0 0,-2 3-16 15,0 0-176-15,-4 2 0 0,0 1 0 0,-2 3 128 16,0-2-128-16,-2 3 0 16,3-1 0-16,1-3 0 0,2 0-208 0,3-2 16 15,2-3 16-15,4-1 0 0,1-3 176 0,1-2 0 0,0 1 0 0,2-2-128 16,0-2 128-16,0 0 0 16,0 0 0-16,-1 0 0 0,1 0 320 0,-1-1 0 0,1 2 0 0,-2 1 0 15,0 2 192-15,0-1 16 0,-1 0 16 0,0 4 0 0,0 0-208 0,0 2-32 16,1 2-16-16,-1 1 0 15,1 2-96-15,-1-9-32 0,0 0 0 0,0 0 0 16,11 38-160-16,-11-38 0 0,0 0 144 0,0 0-144 16,0 0 0-16,33 28 0 0,-33-28 0 0,0 0 128 15,0 0-128-15,0 0 0 0,40 5 0 0,-32-5 0 16,0-2-432-16,0-1-48 16</inkml:trace>
  <inkml:trace contextRef="#ctx0" brushRef="#br0" timeOffset="84797.47">13909 7964 23039 0,'2'0'1024'0,"-1"0"192"0,0 0-960 0,-1-1-256 0,1 1 0 0,0 0 0 0,1 0 2368 0,0 1 448 16,1 1 64-16,3-2 32 15,0 2-1152-15,-6-2-224 0,0 0-64 0,0 0 0 0,0 0-752 0,41 19-144 0,-41-19-48 0,0 0 0 16,0 0-208-16,25 40-32 15,-25-40-16-15,7 31 0 0,-7-31-48 0,0 38-16 16,-2-21 0-16,-1 2 0 0,-1-3-208 0,-1-1 144 16,-2-1-144-16,0-2 128 0,-1 1-128 0,0-3 0 15,-2 1 0-15,-1-2-18976 16</inkml:trace>
  <inkml:trace contextRef="#ctx0" brushRef="#br0" timeOffset="85194.93">13584 7968 9215 0,'3'-4'816'0,"-1"1"-656"0,1 1-160 0,-1-1 0 0,-1 3 1872 0,0-1 352 16,0 0 64-16,1-1 16 0,0-1 1200 0,1 0 240 16,0-1 48-16,-1 2 16 0,-2-1-1584 0,-2 3-320 15,-1 0-64-15,-2 1-16 0,-1 3-864 16,0 0-160-16,-3 1-32 0,0 2-16 0,0 3-384 0,-1 0-80 15,0 2-16-15,1 2 0 0,2 2-144 0,-1 3-128 16,3 2 192-16,2 1-192 0,2 2 144 0,1-24-144 16,4 47 0-16,-4-47 144 0,14 49-16 0,-14-49 0 15,20 43 0-15,-20-43 0 0,30 41-128 0,-30-41 0 16,40 30 144-16,-40-30-144 0,48 14-160 0</inkml:trace>
  <inkml:trace contextRef="#ctx0" brushRef="#br0" timeOffset="89439.78">14960 9045 9215 0,'0'-1'816'0,"0"1"-656"0,0-2-160 0,-1 2 0 31,1 0 1760-31,0 0 320 0,0-2 64 0,0-3 16 0,-1 0 640 0,1 1 128 0,0-2 16 0,-1 0 16 31,1-1-672-31,0 2-144 0,0 0-32 0,0-2 0 0,1 0-896 0,1 0-176 16,0-3-32-16,2 0-16 0,0-1-480 0,4-4-112 0,1-1-16 15,3-5 0-15,4-1-256 0,3-6-128 16,4-5 128-16,3-3-128 0,3 0 0 16,1 3-256-16,0 2 48 0,-1 3 0 15,0 4-1104-15,-3 3-224 0,-2 2-32 0,-3 5-16 16,-1 2-576-16,-3 2-112 0,0 2-32 0,-4 2-10496 0</inkml:trace>
  <inkml:trace contextRef="#ctx0" brushRef="#br0" timeOffset="89945.73">15580 8274 20271 0,'-1'-2'1792'0,"1"-1"-1424"0,0 3-368 0,0 0 0 16,1 0 1152-16,0 1 176 0,-1-1 16 0,2 2 16 15,1 0 768-15,1 3 160 0,-4-5 16 0,0 0 16 16,0 0-1040-16,25 50-224 0,-25-50-32 0,15 37-16 0,-15-37-528 0,15 40-96 16,-15-40-32-16,15 36 0 15,-15-36-352-15,0 0 144 0,21 43-144 0,-21-43 0 16,0 0-1312-16,0 0-368 16</inkml:trace>
  <inkml:trace contextRef="#ctx0" brushRef="#br0" timeOffset="90179.66">15777 8272 13823 0,'1'-17'608'0,"0"5"128"0,1 3-592 0,-1 2-144 0,-1 6 0 0,1 1 0 0,-1-2 2688 16,1 2 512-16,1-2 112 0,-1 2 16 0,1 1-176 0,-2 7-16 15,0 2-16-15,-1 6 0 0,0 3-1728 0,0 3-352 16,-1 4-64-16,0 2-16 0,1 3-624 0,-2 0-128 16,0 2-16-16,1 0-16 0,-2 0-176 0,-1-3 0 15,-1-1 144-15,-1-2-144 0,-1-1 0 0,-1-3 0 16,-2-1 0-16,1-3 0 15,-1 0 0-15,-2-3 0 0,-1-1 0 0,-3 2 0 0,-1-1 0 0,-3-1 0 16,-3 0 0-16,1-5 0 0,0 0 0 0,0-4 0 0,0-3 0 0,2-3 0 16,4-5 0-16,2-4 0 15,4-3 0-15,2-5-18352 0</inkml:trace>
  <inkml:trace contextRef="#ctx0" brushRef="#br0" timeOffset="90547.61">15995 8265 911 0,'-4'-3'0'0,"2"-2"0"16,0 1 0-16,1 1 0 15,1 2 3968-15,-1 0 720 0,1 1 144 0,0-4 32 16,0 1-1120-16,0 0-224 0,0-1-32 0,0 1-16 16,-1 1-1584-16,0 4-320 0,0 1-64 0,-1 4-16 15,1 4-784-15,-1 4-144 0,0 6-48 0,-2 4 0 0,0 4-176 0,1 3-32 16,-1 3-16-16,0 1 0 0,2 1-32 0,0-3 0 15,1-1 0-15,0-4 0 0,2-1-112 0,-1-28-16 16,4 40-128-16,-4-40 192 16,0 0-496-16,0 0-96 0,19 38-32 0,-13-36-11296 15,1-1-2272-15</inkml:trace>
  <inkml:trace contextRef="#ctx0" brushRef="#br0" timeOffset="90893.52">16185 8324 27647 0,'-3'2'1216'0,"1"-2"256"0,0 3-1168 0,-1-1-304 0,1 0 0 0,0-1 0 15,0 1 2112-15,0 1 352 0,-4 1 80 0,0 3 16 16,-2-2-1184-16,1 2-224 0,1-5-64 0,1 0 0 16,1-2-800-16,0-1-160 0,1 0-128 0,1-1 144 15,-1-1-144-15,0 1 0 0,-1 2 0 0,-1 2 0 16,-3 3 0-16,-1 0 0 0,-3 4 0 0,-1 1 0 15,0 2 0-15,0 0 0 0,0 2 0 0,2-2 0 16,1-1 0-16,2-1 0 0,3-2 0 0,2-2 0 0,1-1 0 0,3-4 0 16,1-2 0-16,3-1 0 0,1-1 0 0,2-3 0 15,1 0 0-15,1-1 0 0,0-2 288 0,-1 2-32 16,2 1 0-16,-2 3 0 0,-1 2-48 0,1-1-16 16,-3 4 0-16,-6-2 0 15,0 0 16-15,0 0 0 0,0 0 0 0,25 36 0 0,-25-36-208 16,0 0 144-16,0 0-144 0,11 42 128 0,-11-42-128 0,0 0 0 15,0 0 0-15,9 36 0 0,-7-31-224 0,1-1-80 0,1-4-16 0,0 0-18784 32</inkml:trace>
  <inkml:trace contextRef="#ctx0" brushRef="#br0" timeOffset="91182.95">16287 8224 4607 0,'-4'-1'400'0,"1"1"-400"0,2 0 0 0,0-1 0 16,1 1 3840-16,0 0 672 0,0 0 144 0,1 0 16 0,0-2-688 0,1 1-144 16,0-1-16-16,2 0-16 0,1 1-1952 0,-1-1-400 15,2 2-80-15,0-1-16 16,-1 2-752-16,1 1-160 0,-6-2-16 0,0 0-16 0,0 0-96 0,0 0 0 16,37 32-16-16,-37-32 0 15,0 0-80-15,17 38-16 0,-17-38 0 0,0 0 0 0,16 47-64 0,-16-47-16 16,9 37 0-16,-9-37 0 15,7 34-128-15,-7-34 160 0,0 0-160 0,8 45 160 16,-8-45-160-16,0 0 0 0,3 35 144 0,-5-23-144 16,0-2 0-16,-2 2 0 0,-2 0 0 0,-1 2 0 15,-2 1 0-15,-3 0 0 0,-1 2 0 0,-3 1-13104 16,-4-1-2640-16</inkml:trace>
  <inkml:trace contextRef="#ctx0" brushRef="#br0" timeOffset="92558.95">15842 8407 7359 0,'3'-3'656'0,"0"-1"-528"0,-2 1-128 0,0 3 0 0,0-2 1168 0,1-1 208 16,2-1 32-16,1-4 16 16,3-1 848-16,0 0 160 0,-2 1 48 0,-2 4 0 0,-2 1-80 0,-1 1-16 15,-2 4 0-15,-1-1 0 0,-2 3-960 16,0 1-192-16,-1 0-32 0,-1-1-16 15,1 4-560-15,1-4-112 0,0 1-32 0,0 0 0 0,2-3-160 0,0 1-48 16,1-1 0-16,0 0 0 0,1-2-272 0,0 0 0 16,-1 0 0-16,1-2 0 0,1 2 0 0,-1-2 0 15,1 1 0-15,-2-1 0 0,1 2 0 0,-1-2 0 16,1 2 0-16,-2 2 0 0,1-2 0 0,-2 3 0 0,1 1 0 0,-1 2 0 16,-1 0 0-16,-1 3 0 15,2 1 0-15,-1 0 0 0,1 2 256 0,0 0-16 0,2 1 0 0,0 0 0 16,1 1 144-16,0-3 16 15,1 1 16-15,-1-12 0 0,0 0-48 0,0 0-16 0,14 38 0 16,-14-38 0-16,0 0-192 0,0 0-32 0,0 0-128 16,42 14 192-16,-29-18-192 0,-1 1 144 15,1-1-144-15,-1-2 128 0,0 2-128 0,-2-1 0 0,1 0 0 16,-3 2 0-16,0 0-272 0,-1 2-96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6:53:19.31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14469 8517 4607 0,'-1'-1'400'15,"0"-2"-400"-15,1 3 0 0,0 0 0 16,1-2 912-16,-1 0 112 0,1-1 0 0,-1-1 16 0,1-4 96 0,1 1 16 15,0-2 0-15,1-1 0 0,1 1-160 0,-2-1-32 16,2 1 0-16,-1-1 0 16,0 3-144-16,-1 0-48 0,2 2 0 0,-1-2 0 0,-1 3 16 0,1-1 0 15,0 0 0-15,0 1 0 0,1-1-64 16,0 1-16-16,-1-1 0 0,2-1 0 0,0 2 160 0,1-4 32 16,1 2 0-16,1-2 0 0,-1 1-208 0,0 0-48 15,-1 0 0-15,2 0 0 0,-1-1-128 0,1-1-48 16,3 0 0-16,-2 1 0 0,-1 0-208 0,2 1-32 0,0 1-16 15,1-2 0-15,0 0-16 0,0 3-16 16,1-2 0-16,0 1 0 0,0 0-32 0,1 1 0 0,1-2 0 0,0 1 0 16,2 0 48-16,-1-3 16 0,1 1 0 0,1-1 0 15,-1-2-16-15,0 1-16 16,-1 0 0-16,0-1 0 0,0 1-16 0,-2 3 0 16,-1-2 0-16,-1 2 0 0,1-1 32 0,0 2 16 0,1 0 0 0,-2 0 0 15,1 1 80-15,-2 2 16 0,-1-1 0 16,0 1 0-16,2 1-80 0,-2 1-16 0,0-1 0 0,0 2 0 15,0-1-64-15,-1 1-16 0,1 0 0 0,2 0 0 16,-1-1-128-16,2-1 0 0,-1 0 144 0,2-1-144 16,-1 1 0-16,1-1 0 0,0 1 0 0,-1-1 128 15,0 1-128-15,-1 0 0 0,-1 1 0 0,1 2 0 16,-1 1 128-16,-2 0-128 0,0 1 128 0,0 1-128 16,-2 1 160-16,-6-5-32 0,0 0-128 0,0 0 192 15,0 0-64-15,28 38-128 0,-24-31 176 0,-4-7-176 16,0 0 128-16,0 0-128 0,0 0 0 0,30 37 0 15,-30-37 0-15,0 0 0 0,0 0 0 0,0 0 0 0,0 0 0 16,0 0 0-16,39 35 0 0,-34-29 0 0,0 0 0 0,-1 0 0 16,1 1 0-16,-1 0 0 0,-1 1 0 0,1-1 0 15,-1 1 0-15,0 0 0 0,-3-8 0 16,0 0 0-16,0 0 0 0,0 0 0 0,18 46 0 0,-18-46 0 16,0 0 128-16,0 0-128 0,0 0 128 0,19 42-128 15,-19-42 144-15,0 0-144 0,0 0 176 0,0 0-176 16,0 0 192-16,25 38-192 0,-25-38 144 0,0 0-144 15,0 0 0-15,0 0 144 0,0 0-144 0,21 45 0 16,-21-45 0-16,0 0 0 0,0 0 0 0,0 0 128 0,17 43-128 0,-17-43 0 16,0 0 128-16,0 0-128 0,8 42 0 15,-7-32 128-15,0-1-128 0,0 2 0 0,0 0 0 0,0-2 0 16,-1-9 0-16,0 0 0 0,4 32 128 16,-3-23-128-16,1 2 0 0,-1-3 0 0,1 2 0 15,0-1 0-15,-2-9 0 0,0 0 0 0,0 0 0 0,6 35 0 16,-5-28 0-16,0 3 0 0,0-1 0 0,-1 0 0 15,0 1 0-15,-1 0 0 0,1 1 0 0,-1-1 0 16,1-1 0-16,0 2 128 0,0 0-128 16,0-2 0-16,0-9 0 0,0 0 0 0,3 31 128 0,-3-21-128 0,0-10 0 0,0 0 0 15,2 29 0-15,-1-20 0 16,-1 2 0-16,0-1 0 0,0-10 0 0,0 0 0 16,-1 34 0-16,-1-23 0 0,0-2 0 0,0 0 0 15,1 0 0-15,-1-1 0 0,-1 2 0 0,1-3 0 16,0 0 0-16,0 0 0 0,0 0 0 0,1-2 0 0,0 0 0 0,-1 2 0 15,0-3 0-15,0 2 0 0,-1 0 0 16,1-1 0-16,0 2 0 0,-2 1 0 0,1-4 0 16,-1 4 0-16,0 1 0 0,-2 0 0 0,0 3 0 15,-1 0 0-15,1 0 0 0,-2 2 0 16,3 2 0-16,-3-3 0 0,0 1 128 0,1 0-128 0,-1-4 0 16,1 1 0-16,0-1 0 0,0-1 0 0,0-2 0 15,1 1 0-15,-1-2 128 0,1 2-128 0,0-1 0 0,0-2 0 16,0-1 0-16,0 1 0 0,-1 0 0 15,0-1 0-15,-1 1 0 0,-3 0 0 0,1-3 0 0,-1 1 0 16,-3 2 0-16,0-2 0 0,0 1 0 0,0 1 0 16,0 1 0-16,1 0 0 0,-2 0 0 0,1 0 0 0,0 0 0 15,-1 1 0-15,2-2 176 0,-1 0-48 16,1 2-128-16,2-5 192 0,0 3-192 0,1-3 144 0,0 1-144 16,-1-1 128-16,3 0-128 0,-1-2 0 0,-1 1 0 15,1-1 0-15,-1-1 0 0,1 1 0 16,-1 0 0-16,1-2 0 0,0 1 0 0,-2 0 0 0,0-1 0 0,-1 1 0 15,1-1 0-15,0 2 0 0,2-2 0 0,0 2 0 16,-1-1 0-16,2 1 0 0,0 0 0 16,-1 0 0-16,1 0 0 0,0 0 0 15,-2-2 0-15,3 2 0 0,-1-2 0 0,0 0 0 0,0-1 0 0,0 1 0 16,-1-3 0-16,-1 1 0 0,0-2 0 0,-1 0 0 16,-1-2 0-16,1-1 0 0,0 2 0 0,0-3 0 15,2 3 0-15,-1-4 0 0,1 2 0 0,2 0 0 0,-1 3 0 16,2-2 0-16,-1 2 0 0,1 0 0 15,1 2 0-15,0-1 0 0,-1 0 0 0,2 1 0 0,-2-1 0 16,1 0 0-16,1 0 0 0,-1 0 0 16,1-1 0-16,0-2 0 0,-1 1 0 0,0-1 0 15,1-2 0-15,0 2 0 0,-1-5 0 0,1 0 0 16,0-1 0-16,0 0 0 0,2-1 0 0,-1 1 0 0,1 2 0 0,1-2 0 16,0 1 0-16,0 0 0 0,1 1 0 0,-2 0 0 15,2 0 0-15,-1 0 0 0,1 3 0 0,0-2 0 16,-2 1 0-16,-2 0 0 0,0 1 0 0,1-1 0 15,-2 1 0-15,-1-1 0 0,1-2 128 0,-2 0-128 16,1 1 0-16,-1-4 128 0,0 1-128 0,0-1 0 16,1 0 144-16,1 1-144 0,1 2 0 0,-1 0 0 15,2 0 0-15,1-2 128 0,0 3-128 0,2 0 0 16,0-1 0-16,0 1 0 0,0 1 0 0,1-2 0 0,1 0 0 16,1-2 128-16,0 0-128 0,1-3 0 0,-1 3 128 15,1-2-128-15,1-1 128 0,0-2-128 0,0 0 160 16,0 0-160-16,0-2 0 0,0 2 128 0,-2-1-128 0,2 3 0 15,-1 2 0-15,-1 3 0 0,0 2 0 0,1 4 0 16,-1 2 0-16,-1 2 0 0,2 4 0 0,0 4-12800 16,0-2-2496-16</inkml:trace>
  <inkml:trace contextRef="#ctx0" brushRef="#br0" timeOffset="783.37">15923 8283 8287 0,'2'-5'736'16,"-1"1"-592"-16,0 2-144 0,0 0 0 0,-1 1 1216 0,1-1 192 15,1-1 64-15,0-1 0 0,0-4 512 0,0 4 96 16,0 0 32-16,-2 3 0 0,0 2-528 0,-1 3-112 0,0 3 0 0,-1 2-16 16,-1 5-576-16,-1 3-112 0,1 4-32 15,-3 5 0-15,0 6-384 0,-3 3-80 16,1 1-16-16,-1 1 0 0,-2-3-128 0,-2-1-128 15,1-2 144-15,1-5-144 0,0-4 144 0,-3 3-144 16,-2 1 128-16,1-2-128 0,-1-3 176 0,1-2-48 0,1-1-128 16,1-5 192-16,1 1-192 0,2-6 0 0,2-2 0 15,0-1 0-15,1-1-864 0,2-4-160 0,1-1-48 0,3-4-11584 16</inkml:trace>
  <inkml:trace contextRef="#ctx0" brushRef="#br0" timeOffset="1099.83">15696 8547 14735 0,'0'-4'640'0,"0"0"160"0,0 2-640 0,0-1-160 0,0 1 0 0,0 2 0 15,-1-1 1216-15,1 0 224 0,0-1 32 0,0-1 16 16,0-1 16-16,-1 3 0 0,1-1 0 0,0 2 0 16,0 2-784-16,-1 1-144 0,1 0-48 0,-1 2 0 15,0 1-272-15,-1 1-48 0,1 3-16 0,0 2 0 0,0 0 64 0,-1 4 0 16,1 0 0-16,0 2 0 0,-1 0-128 0,0 1-128 15,-1 0 176-15,-1 0-176 0,2 2 176 0,-2-2-176 16,-1 0 160-16,1-2-160 0,-1 0 304 0,0-2-48 16,2-2 0-16,-1-1 0 0,2-5 48 0,0 0 0 15,1-4 0-15,1 1 0 0,1-3 128 0,1-1 16 16,1 0 16-16,2-1 0 0,0-3-80 0,2 1 0 16,2-2-16-16,2 0 0 0,2 1 64 0,0-1 16 15,-1 0 0-15,2 3 0 0,1-3-192 0,1 1-48 16,1 1 0-16,0 2 0 0,0 0-208 0,-2 1 0 0,1-2-192 0,2 1-16192 15</inkml:trace>
  <inkml:trace contextRef="#ctx0" brushRef="#br0" timeOffset="9649.79">5457 9279 20271 0,'0'-2'1792'16,"0"0"-1424"-16,-1 1-368 0,1-1 0 0,0 2 1216 0,-1 0 160 16,2-4 32-16,-2-2 16 15,0 0-80-15,0-2 0 0,1 1-16 0,0 2 0 0,0-1-576 0,0 1-112 16,1 2-32-16,0 1 0 0,0 0-80 0,-1 2-16 16,0 3 0-16,-1 0 0 0,1 3 0 0,-2 5-16 15,-1 2 0-15,0 5 0 16,-1 1-32-16,-3 7 0 0,-1 5 0 0,-1 0 0 0,1 2-64 0,-2 0-16 15,1 0 0-15,0 1 0 0,1-4-112 0,2-1-16 16,0-6-16-16,2-6 0 0,1-3-240 0,3-9-240 16,-1-2 48-1,2-1 16 1,0-2-1744-16,0-3-336 0,1-1-80 0,-2-3-12768 0</inkml:trace>
  <inkml:trace contextRef="#ctx0" brushRef="#br0" timeOffset="9899.24">5334 9454 11967 0,'-1'-6'528'0,"-1"0"112"0,0 3-512 0,1 2-128 0,0-1 0 0,1 2 0 16,0 0 2016-16,-1 0 368 0,-1-2 80 0,0 4 16 0,1 0 32 16,0 0 16-16,0 4 0 0,0 2 0 0,0 2-672 0,0 2-144 15,1 2-32-15,-1 2 0 0,0 2-816 0,1 0-160 16,-1 1-48-16,0-1 0 0,0 2-400 0,0-3-96 16,1-3-16-16,0-1 0 0,1-2-144 0,0-4 0 15,1-2 144-15,1-3-144 0,1-1 0 0,0-2 128 16,1-3-128-16,-1-2 0 0,3-1 256 0,0-1 0 15,2-3-16-15,-1-1 0 0,2 0-48 0,0-2 0 16,2-1 0-16,-1 0 0 0,2-2-48 0,-1-2-16 16,2 3 0-16,-1 1 0 0,0 1-128 0,-2 2 0 15,0 3 0-15,0 1-18288 0</inkml:trace>
  <inkml:trace contextRef="#ctx0" brushRef="#br0" timeOffset="11074.97">3579 10166 1839 0,'-1'-2'160'0,"0"2"-160"0,1-3 0 0,0 3 0 16,0-2 1120-16,0 1 192 0,0 0 32 0,0 0 16 15,0 1 1008-15,-1-2 192 0,1 0 32 0,0 2 16 16,0 0-176-16,-1 2-48 0,1 0 0 0,-2 3 0 16,1 4-672-16,0 1-144 0,1 4-32 0,-2 1 0 15,0 4-592-15,0 4-128 0,0 1-32 0,-1 0 0 16,1 2-240-16,0 0-48 0,0-3-16 0,-1-1 0 16,2-3-160-16,1-3-16 0,0-4-16 0,0-3 0 15,1-1-112-15,1-4-32 0,0 1 0 0,0-5 0 16,-1 1-144-16,1-2 0 0,0-1 0 0,0-3 0 15,0 1 0-15,0-4 128 0,0 1-128 0,-1 0 128 0,-1-3-128 0,0-3 0 16,1 0 144-16,0 0-144 0,-1 1 0 0,1-3 144 16,-1-3-144-16,1-2 0 0,1-1 224 0,0-2-64 15,1 1-16-15,0 1 0 0,2 4 32 0,0 3 0 16,1 0 0-16,2 2 0 0,-1 0-48 0,2 2 0 16,1 4 0-16,-1 5 0 0,-2 1 48 0,0 3 0 15,-7-3 0-15,0 0 0 0,0 0-48 0,27 45-128 16,-27-45 192-16,8 40-64 0,-6-20-128 0,-1 3 0 15,-2 0 144-15,0-2-144 0,-1-1 0 0,0-2 0 16,0-3 0-16,0-5 128 0,2 0-128 0,0-4 0 0,0 0 0 16,0-3 0-16,0-2 0 0,0-1 0 0,2 0 0 0,-1-3 0 15,1 1 0-15,0-3 0 0,1-4 0 16,0 0 0 0,1-4 0-16,1 1-208 0,0-4 80 0,1-1 128 15,1-2-784-15,1 1-48 0,0 0 0 0,0 0 0 16,1 3-224-16,-1-1-48 0,0 4-16 0,-1 0 0 0,1 0 736 0,-1 3 160 0,-1 1 32 0,-1 6 0 15,-1 0 192-15,-2 3 208 0,1 0-32 0,-2 4-16 16,-1 2 672-16,-1 3 128 0,0-1 16 0,-1 3 16 16,0 2-368-16,-1 1-80 0,0 1-16 0,0 0 0 15,1 1-224-15,0 0-48 0,0-2-16 0,2-2 0 0,0-3-32 16,1-1 0-16,1-2 0 0,2 1 0 0,1-2-208 0,1-1 0 16,1 0 0-16,0-5 0 15,2-5-544-15,0 0-208 0,1-4-32 0,0-2-15904 16</inkml:trace>
  <inkml:trace contextRef="#ctx0" brushRef="#br0" timeOffset="11682.38">3957 10213 911 0,'1'-7'0'0,"-1"3"0"15,1 1 0-15,-1 0 0 16,0 1 2304-16,0 1 368 0,0 0 80 0,-1-3 0 0,1 1 752 0,-1-2 144 0,1 0 16 0,-2 3 16 31,1 4-1568-31,-1 1-320 0,0 1-64 0,-1 6-16 0,0 0-720 0,0 4-144 16,0 1-16-16,1 3-16 15,-1 3-208-15,2-1-32 0,1 0-16 0,1-3 0 0,1 0-240 0,1-3-64 0,-3-14 0 0,0 0 0 16,0 0 96-16,0 0 16 0,29 34 0 0,-22-34 0 16,-1-1-176-16,1-3-16 0,1-3-16 0,1-3 0 15,-1-4 16-15,0-1 0 0,0-2 0 0,-1-1 0 16,0 1-176-16,-1-2 0 0,-1 0 144 16,-1 0-144-16,-3 0 0 0,-1 0 0 0,-1 4 0 0,-1 2 0 15,-2 1 0-15,-3 2 0 0,1 1 0 0,-2 4 0 0,-1 3 0 16,-1 2 0-16,0 2 0 0,1 3 0 0,-3 4 0 15,3 1 0-15,0 0-144 0,1 4 144 16,-1 0 0-16,3-1 0 0,0 0 0 0,2-1 0 0,2-2 0 16,1-3 0-16,1 0 0 0,2-5 128 0,1-2-128 0,2-2 0 15,1-6 0-15,1 1 0 0,0-4 0 0,1-1 0 32,0-2 144-32,0 0-144 0,-1 4 128 0,-1-4-128 0,3 2 128 0,-1-2-128 0,1 0 128 0,1 1-128 15,-1 2 128-15,0-1-128 0,1 4 0 0,-1 1 144 16,0 2-144-16,-1 1 0 0,0 2 160 0,-1 2-160 15,0 0 128-15,-1 3-128 0,0 0 0 0,-1 2 128 16,0 2-128-16,-5-7 0 0,0 0 0 0,0 0 0 0,16 41 128 0,-13-30-128 31,-1 1 0-31,1 0 0 0,-1-2 0 0,1-1 0 0,0 1 0 0,-1-2 0 0,1 1 0 0,-1-3 0 16,1-1 0-16,-2 0 0 0,1-3 0 0,-2 3 0 16,0-2 0-16,-1-1 0 0,1-1 0 0,-1 0 0 15,0-1 0-15,0-1 0 0,-1 0 128 0,0-1-128 16,1-1 0-16,-1 1 0 0,1-1 0 0,0-1 0 15,1-3 128-15,0 0-128 0,1 1 0 0,1-3 128 32,2 0-128-32,2-1 0 0,-1-1 144 0,2-1-144 15,2-1 0-15,-1-1 128 0,1 2-128 0,-2 1 0 16,0 1 0-16,1-1 0 0,0 2 0 0,0-2 128 16,0 4-128-16,-2-1 0 0,1 2-128 0,-1 1-17920 15</inkml:trace>
  <inkml:trace contextRef="#ctx0" brushRef="#br0" timeOffset="12344.57">4389 10069 14735 0,'-3'-1'1312'0,"0"-1"-1056"15,2 2-256-15,0 0 0 0,1 2 1152 0,-1-2 160 16,1 3 32-16,0-2 16 0,1 4 1072 0,0 1 224 16,1 1 32-16,2 1 16 0,-1-2-1136 0,2-1-224 15,1 0-64-15,1-4 0 0,1-1-560 0,1-1-112 16,0-2-32-16,0-4 0 0,1 3-240 0,-1-4-48 16,-1-1-16-16,-1 2 0 0,0-3-272 0,-2 3 0 0,-3-2 0 15,0 1 0 1,-2 2-272-16,-3-2-176 0,-1 2-16 0,-2 0-16 15,0 0-848-15,-3 0-160 0,0 0-48 0,-1-1 0 16,1 4 832-16,-1 1 144 0,2 2 48 0,0 2 0 0,0 3 512 0,2 3-128 0,0 1 128 0,1 2 0 16,1 2 1648-16,-1 3 384 0,3 2 80 0,0 4 0 15,1 0-1408-15,1 2-272 0,2 1-64 0,0 1-16 16,3 3 368-16,-5-29 80 0,13 42 16 0,-13-42 0 16,0 0-416-16,28 38-80 0,-28-38 0 0,0 0-16 15,38 2-304-15,-22-11 0 0,0-2 128 0,1-3-128 0,-2 1 0 0,1-4 0 16,0 1 0-16,1-2-18208 15</inkml:trace>
  <inkml:trace contextRef="#ctx0" brushRef="#br0" timeOffset="12990.91">5015 9986 2751 0,'3'-12'256'0,"0"4"-256"16,0-1 0-16,-1 2 0 0,0 5 2240 15,-2-1 416-15,3-2 80 0,0-1 16 0,2-2 736 0,-2-1 160 16,0 4 16-16,-3 3 16 0,-1 4-1168 0,-3 5-224 16,0 1-48-16,-4 3-16 0,0 3-1216 0,-3-2-240 15,1 3-64-15,-1-1 0 0,-1-2-272 0,-1 0-64 16,1-1-16-16,-2 0 0 0,1 0-192 0,0-4-32 16,1 1-128-16,2-2 192 0,2-1-192 0,1-1 128 15,2-1-128-15,1 0 0 0,1-1 192 0,2 0-48 0,0 0-16 0,1 1 0 16,0 0-128-16,2 1 0 0,-1-2 0 0,3 3 0 15,-1-2 0-15,1 1 0 0,4 1 0 0,-8-5 0 16,0 0 0-16,0 0 0 0,46 19 0 0,-46-19 0 16,0 0 0-16,46 9 160 0,-46-9-160 0,0 0 160 15,41 7-16-15,-41-7 0 0,0 0 0 0,0 0 0 16,0 0-144-16,0 0 0 16,0 0 0-16,0 0 128 0,24 36-128 0,-32-29 0 0,0 2 0 15,-2 1 0-15,-2 0 0 0,-3-1 0 0,-1 1 0 16,-1 0 0-16,0 1 0 0,-1-4 0 0,3 2 0 0,2-3 0 0,4 0 0 0,2-3 0 15,5-1 0-15,2-2 0 0,3-3-256 0,5-1-48 16,2-3 0-16,1-2-17008 16</inkml:trace>
  <inkml:trace contextRef="#ctx0" brushRef="#br0" timeOffset="13323.93">5161 10103 19343 0,'-1'-1'848'0,"0"-1"192"0,1 2-832 0,-1 0-208 0,1 0 0 0,-1 2 0 0,0-2 3440 0,0 2 640 0,0 0 128 15,-1 3 16-15,1-2-2336 0,1-2-480 0,1 0-80 16,2-1-32 0,2-1-736-16,2-3-160 0,1-3-16 0,1 0-16 0,3-2-368 0,0-3 0 0,2 0 0 0,-1-1 0 15,0 1 0-15,-2 0 0 0,-2 1 0 0,-2 2 0 32,-2 0 0-32,-3-1-128 0,-1 5 0 0,-4-2 0 15,-3 1-432-15,0 2-80 16,-3 0 0-16,-1 4-16 0,-1 2-112 0,1 3-32 0,-1 2 0 0,-2 5 0 15,0 0 352-15,0 2 64 0,2 1 0 0,-1 1 16 16,2 1 368-16,1-2 0 0,1 0 0 0,0 2 128 16,3 0 384-1,0-1 80 1,1 0 16-16,2-1 0 16,1-3 96-16,1-1 32 15,2-3 0-15,1-3 0 16,1 0 592-16,1-1 112 0,3-4 32 0,1 2 0 0,0-2-1872 0,3-2-368 0,0-2-80 0,1-2-16 0,1 0 704 0,0-2 160 0,2-1 0 15,-1-1 0-15,-1 1 0 0,1-3-176 0,1 0 176 0,2-1-208 0,0 0-1680 0,-2 1-336 0</inkml:trace>
  <inkml:trace contextRef="#ctx0" brushRef="#br0" timeOffset="13701.59">5418 10014 14735 0,'-2'2'640'0,"1"-2"160"0,0 0-640 0,0 0-160 0,0 0 0 0,1 0 0 15,0 1 2176-15,-1 1 384 0,1 0 96 0,0 1 16 16,0-1-848-16,0 2-160 0,0 2-48 0,1 0 0 15,1 2-208-15,-1-1-32 0,1 1-16 0,-1 1 0 16,0 2-1040-16,-2 1-192 0,0 0-128 0,-1 2 128 16,0-2-128-16,0 0 0 0,0-1 0 0,0-1 0 15,0-3 0-15,0-3 0 0,3-3 0 0,-1-1-128 16,1-2-688-16,0-3-128 0,1 0-16 0,0-2-16 0,0-4 816 0,1-1 160 16,2-2 0-16,0-1 0 0,2-2 0 0,-2 1 0 15,3-3 0-15,-2 1 0 0,1 0 832 0,-1-1 96 16,1 1 16-16,-1 3 0 0,2 1-944 0,-2 2 0 15,1 3 0-15,-2-1 0 16,1 5 0-16,-2 3 0 0,0 2 0 0,0 3 0 0,0 3-192 0,-2 2-128 16,0-2-32-16,-1 4 0 0,-1 6 768 0,-2 4 160 15,0 1 16-15,-3 0 16 0,0 2-416 0,0-2-64 0,-1-1-128 16,1-3 176-16,1-3-176 0,1-2 0 0,1-5 0 16,2-2 128-16,1-2-128 0,0-3 0 0,0-1 0 0,2-1 0 15,0-5 0-15,2-3 0 16,2-1-192-16,0-2-15936 0</inkml:trace>
  <inkml:trace contextRef="#ctx0" brushRef="#br0" timeOffset="14293.83">5834 9874 14735 0,'-1'-4'1312'0,"1"1"-1056"16,0 1-256-16,0-1 0 0,0 3 1344 0,-1-2 224 16,0 0 32-16,0-3 16 0,0-2 16 0,-1 0 0 15,1 4 0-15,-1 2 0 0,0 1-1136 0,-1 3-240 16,0 0-32-16,-3 2-16 0,1 2-208 0,-4 2-192 15,1 2 48-15,-2 1 0 0,-1 1-96 0,0 1-16 16,0 0 0-16,0 0 0 0,0 1 256 0,0-1 192 16,2 0-48-16,0-4 0 0,4-1 688 0,0-1 144 15,3-1 32-15,1 0 0 0,2-4-112 0,1-2-32 16,2 1 0-16,1-2 0 0,4-1-432 0,-1 1-96 0,1 0-16 0,2 1 0 16,-1 0-64-16,0 1-32 0,0-2 0 0,-1 3 0 15,-1 0-96-15,-2 0-128 0,1 3 176 0,-3 0-176 16,1 2 0-16,-3-2 0 0,-1 2 0 0,-1-1 0 15,-2 0 0-15,-1 1 0 0,-1 1 0 16,-1-1 0-16,1-2 128 0,-2 3-128 0,-2-2 0 0,0 1 0 16,-1 1 0-16,-1-2 0 0,0-2 0 0,1-1 0 15,2-1 0-15,1-3 0 0,2-2 0 0,2-1 0 16,2-1-192-16,3-3-64 0,0 2 0 0,3-3-15168 16</inkml:trace>
  <inkml:trace contextRef="#ctx0" brushRef="#br0" timeOffset="14449.8">5934 9937 14735 0,'0'-1'1312'0,"0"-1"-1056"16,0 0-256-16,0 1 0 0,-1 1 2880 15,1 0 528-15,0-2 112 0,1-3 0 0,0 0-416 0,1-2-96 16,3 3 0-16,0-4-16 0,2 1-2032 0,0 0-384 16,3 0-96-16,-1 0-16 0,1 0-464 0,0 0 0 15,0 2-128-15,-3 0-11648 16,0 3-2336-16</inkml:trace>
  <inkml:trace contextRef="#ctx0" brushRef="#br0" timeOffset="14600.27">5960 10005 3679 0,'-2'4'320'0,"1"-1"-320"0,0-2 0 16,0 0 0-16,1 1 3520 0,0-2 640 16,1 0 128-16,0 1 32 0,0 1 96 0,1 0 0 0,0 3 16 0,2-3 0 15,0 3-2848-15,-1 1-576 0,1-2-112 0,-1 3-32 16,0-3-720-16,0 2-144 0,-2 0 0 0,1-1-11344 15,0 0-2256-15</inkml:trace>
  <inkml:trace contextRef="#ctx0" brushRef="#br0" timeOffset="14770.6">6051 10016 8287 0,'0'0'736'0,"1"0"-592"0,0 0-144 0,0-2 0 16,0 2 2944-16,2 0 544 0,1-2 112 0,2-3 32 0,4 0-480 0,3-4-80 15,2-1-32-15,0-1 0 0,1 1-2016 0,-1-3-416 0,-1 1-80 0,0 1-16 16,-2 0-512-16,-1 4 0 0,-2-1 0 0,-2 1 0 31,0 2-304-31,-3 2-160 0,0 0-48 0,-2 2-9296 0,-1 2-1872 16</inkml:trace>
  <inkml:trace contextRef="#ctx0" brushRef="#br0" timeOffset="15033.26">6170 9838 4607 0,'0'-4'400'0,"0"0"-400"16,0 3 0-16,0 1 0 0,1 0 3328 0,-1 0 592 0,1-2 112 0,0 0 32 16,1 1-224-16,-1 1-64 15,0 5 0-15,0 0 0 0,-1 3-2048 0,0 3-400 0,-1 3-96 0,0 3-16 16,-1 1-688-16,-1 4-144 16,-1 2-16-16,1-2-16 0,0 1-176 0,1 0-48 0,0-3 0 0,1-2 0 15,1-1-128-15,2-5 0 0,2-5 0 0,0 0 0 16,2-4 0-16,1-5 0 0,2-1 0 0,0-2 0 15,0-4 0-15,1-1 0 0,1-2 0 0,0 0 0 0,-1-1 0 16,0 0-256-16,-1 1 64 0,1-2 16 16,0 0-1312-16,-2-1-272 0,1 4-48 0,-3 1-16 15,0 1-1312 1,-1-1-256-16,1 3-48 0,-2-1-7200 0</inkml:trace>
  <inkml:trace contextRef="#ctx0" brushRef="#br0" timeOffset="15326.25">6374 9815 8287 0,'4'-11'368'0,"-1"3"80"0,-2 3-448 0,0 0 0 0,0 3 0 0,0 1 0 16,0 0 2672-16,0-3 448 0,1 0 80 0,-1 1 32 16,1 2 416-16,-1 1 96 0,0 1 16 0,-1 5 0 0,0 0-1696 15,0 2-336-15,-1 4-64 0,1-2 0 0,-1 2-1040 0,1 1-208 16,0-1-32-16,1 0-16 0,0 0-240 0,0-1-128 16,-1-11 128-16,0 0-128 0,0 0 0 0,0 0 0 15,0 0 0-15,0 0 128 0,0 0-128 0,0 0 0 16,0 0 0-16,39 18 0 0,-34-23 0 0,0-2 0 15,-1 0 0-15,0-1 128 0,-1 0-128 0,0 2 0 16,-2 0 128-16,1 3-128 0,0-2 0 0,-2 4 128 16,0 0-128-16,-1 1 0 0,-1 1 0 0,1 0 128 0,-2 1-128 15,0 3 0-15,0-2 0 0,1 1 0 0,0-1 0 16,1 2 0-16,-1-1 0 0,1-1 0 16,1 1 0-16,0-3 0 0,0 1 0 0,1-1 0 15,1-1 0-15,-1 0 0 0,1-1 0 0,1-2 0 0,-1 1 0 0,0-1-12336 16,1 1-2384-16</inkml:trace>
  <inkml:trace contextRef="#ctx0" brushRef="#br0" timeOffset="16063.87">6423 9796 14735 0,'1'-2'1312'0,"-1"-1"-1056"0,0 1-256 0,0 2 0 0,0 0 1872 16,-1-2 320-16,0 1 64 0,0-2 16 15,0-1 656-15,0 2 128 0,-1 2 16 0,-1 0 16 0,0 1-1472 0,0 3-288 16,1 3-64-16,-1 0-16 0,-1 1-768 0,1 3-160 15,1-1-16-15,-1 3-16 0,1 2-288 0,1 0 0 16,0 5 0-16,1 0 0 0,2-1 0 0,0 2 0 16,-2-21 0-16,9 38 0 0,-9-38 144 0,0 0-16 15,17 40-128-15,-17-40 192 0,0 0 64 0,0 0 16 0,0 0 0 0,42 21 0 16,-31-23-64-16,0-1-16 0,-1-1 0 16,0-6 0-16,-1 3-192 0,-1-2 128 0,-2-2-128 15,-1 1 0 1,-2 2-352-16,-3 1-160 0</inkml:trace>
  <inkml:trace contextRef="#ctx0" brushRef="#br0" timeOffset="16267.36">6326 9630 33167 0,'0'-10'1472'0,"0"4"304"0,0 0-1424 0,-1 4-352 0,0 1 0 0,0 1 0 15,0-1 1120-15,1 1 160 0,-1-2 16 0,0 2 16 16,1 4-544-16,1 1-96 0,2 2-32 0,-3-7 0 0,0 0-496 0,18 38-144 16,-18-38 0-16,0 0-11872 15,36 46-2432-15</inkml:trace>
  <inkml:trace contextRef="#ctx0" brushRef="#br0" timeOffset="16637.12">6677 9718 3679 0,'0'0'320'0,"0"-2"-320"0,0 2 0 0,-1 0 0 16,1 0 2752-16,0 0 464 0,0 2 112 0,-1-2 0 15,-1 2 1136-15,1 1 208 16,-1 4 64-16,0-2 0 0,1 6-2416 0,1 0-464 0,-1 3-112 0,0 2-16 15,2 3-1152-15,0 2-256 0,2 0-32 0,-3-21-16 16,8 46-272-16,-8-46 0 0,11 43 128 0,-11-43-128 16,14 37 0-16,-14-37 0 0,0 0 0 0,0 0 0 15,27 36-224-15,-21-33 0 0,-2-2 0 0,0 1 0 16,-1-2 32-16,-2-2 0 0,1 1 0 0,-1-2 0 0,-1 0 192 16,1 0 0-16,-1-1 0 0,0-1 0 15,0-2 176-15,1 0-176 0,1 0 160 0,0-5-160 16,1-2 336-16,0-2-16 0,0-4-16 0,1 1 0 15,1-1-16-15,-1-3 0 0,1-3 0 0,1-2 0 0,-1 4-96 0,1 1-32 16,1 2 0-16,1 3 0 0,-2 5-160 0,0 5 0 16,0 3 0-16,-1 5 0 15,-2 0-1136-15,-1 5-96 0</inkml:trace>
  <inkml:trace contextRef="#ctx0" brushRef="#br0" timeOffset="16950.62">6865 9888 23951 0,'3'0'1056'0,"0"0"224"0,0 0-1024 0,0 0-256 16,-1 0 0-16,0-2 0 0,1 2 2576 0,3-2 464 0,3-1 96 0,3-2 0 15,4 1-2304-15,-1-3-480 0,-2 0-96 0,0-1 0 16,-1-1 0-16,-1 0 0 0,-1-1 0 0,-1-2 0 16,1 0-256-16,-3 1 0 0,-1 1 0 0,-3-1 0 15,1-2 0-15,-3 0 0 16,-2 1 0-16,-2 0 0 0,0 2 0 0,-4 0 0 0,0 3 0 0,-3 2 0 15,-1 3 0-15,-1 4 0 0,-2 6 0 0,-1 4 0 16,1 4-128-16,0 3 128 16,3 0 0-16,-2 5 0 0,3 0 0 0,0 4 192 0,2 0 0 15,0 3 0-15,2 0 144 0,3-3 32 0,2-2 0 0,3-6 0 16,-2-20 176-16,0 0 32 0,0 0 16 0,35 31 0 16,-35-31-208-16,33-5-64 0,-15-3 0 15,2-1 0-15,0-2-192 0,0-1-128 0,-2 0 160 0,-1 0-18944 16</inkml:trace>
  <inkml:trace contextRef="#ctx0" brushRef="#br0" timeOffset="22055.04">7630 9798 4607 0,'2'-2'400'16,"-1"-2"-400"-1,0 3 0-15,-1-1 0 0,0 0 944 0,0-1 96 0,0-1 32 0,0-4 0 16,2-3 448-16,-2 1 80 0,0-2 32 0,0 0 0 16,0 3 288-16,0-1 48 0,-1 3 16 0,1 0 0 15,0 2 16-15,0 0 16 0,0 3 0 0,1 0 0 16,-1 0-384-16,1 2-80 0,-1 0-16 0,0 2 0 16,-1 2-688-16,0 1-144 0,0 0-16 0,0 7-16 15,-1 0-288-15,0 2-48 0,1 2-16 0,-1 1 0 0,0 4-128 0,0 5-48 16,1 3 0-16,-1 0 0 15,0 3-144-15,-1-3 160 0,2 0-160 0,1-6 160 0,1-4-160 16,1-2 0-16,1-3 0 0,0-5 0 16,3-1 0-16,0-4 0 0,1-3 0 0,0-1 0 15,3-1 0-15,-1-5 0 0,1 0 0 0,2-3 0 0,0 0 0 0,0-3 0 16,1 1 0-16,0-2 128 0,1 0-128 0,-2 0-144 0,0 0 144 16,-2 0-208-1,0-1-864-15,-4 2-160 0,0 2-48 0,-2 3-9312 0,-3 0-1872 0</inkml:trace>
  <inkml:trace contextRef="#ctx0" brushRef="#br0" timeOffset="22260.09">7530 9962 6447 0,'-5'0'576'0,"1"-2"-576"16,2 2 0-16,3 0 0 0,0-3 2400 0,0 1 368 0,0-3 80 0,1-2 16 16,3-2 1264-16,3-3 256 0,5 0 48 0,2 0 16 15,2 0-2000-15,2 0-400 0,1 1-64 0,0 1-32 16,0 0-1248-16,1 1-240 15,-1-3-48-15,0 2-16 0,0 1-272 0,-1-2-128 0,-1 2 0 0,-1 0 128 16,-1 3-128-16,-2-2 0 0,0 1 0 0,-1 0 0 16,0 3-608-16,-3-1-96 0,0 2-32 0,-4 3-16912 15</inkml:trace>
  <inkml:trace contextRef="#ctx0" brushRef="#br0" timeOffset="22566.89">7976 9732 11967 0,'0'-7'528'0,"0"2"112"0,1 3-512 0,0-1-128 0,-1 3 0 0,1-2 0 16,-1 2 2272-16,0 0 416 0,1-2 96 0,0 4 16 0,1 1-48 0,-2 3-16 16,0 5 0-16,-1 2 0 15,-1 4-1456-15,1 3-304 0,-2 0-48 0,0 1-16 16,0-1-592-16,2-1-112 0,3-1-16 0,-2-18-16 16,0 0-176-16,0 0 0 0,0 0 0 0,35 33 0 0,-25-35 0 15,0-2 0-15,1-6 128 0,-1-2-128 0,1 0 0 0,-1-2 160 16,0-3-160-16,-1 1 160 0,0-2-160 15,0 0 192-15,-3 1-192 0,-1 1 192 0,-1 0-192 16,-2 1 0-16,-2 3 0 0,-2 1 0 0,-2 4 0 0,-3 4 0 16,-2 1 0-16,-2 2 0 0,-2 2 0 0,-1 3 0 15,-1 0 128-15,0 1-128 0,1 2 496 0,0-1 16 16,0 2 0-16,2 1 0 0,2-1-208 0,4-2-48 16,2-2 0-16,3-2 0 0,3 0-256 0,3-2 0 15,2-3-208-15,5-2-17264 0</inkml:trace>
  <inkml:trace contextRef="#ctx0" brushRef="#br0" timeOffset="23116.72">8474 9732 13823 0,'-8'1'608'0,"3"0"128"0,1 0-592 0,0 1-144 0,3 0 0 0,-1-1 0 16,0 1 1792-16,-2 1 320 16,-1 1 64-16,-3 3 0 0,1 0 208 0,1 1 48 0,2-2 0 0,3 0 0 15,1 0-800-15,3-3-160 16,3-1-16-16,0-2-16 0,5-2-544 0,0-1-128 0,2-3 0 0,1-2-16 16,1-2-320-16,1-2-64 15,1-2-16-15,-1-2 0 0,-2 1-224 0,-2 1-128 0,-1 0 160 0,-4 2-160 16,-1-1 0-16,-4 2 0 0,-2 4 0 0,-2 0 0 15,-3 0 0-15,-2 2 0 0,-4 4 0 0,-1 1 0 16,1 1-528 0,-4 2-48-16,-1 2-16 0,-1 1 0 0,0 4-96 0,1-1-16 0,1 3 0 0,1 1 0 0,2 3 384 15,2-2 80-15,0 2 16 0,3 1 0 16,2-2 224-16,2 2 0 0,0 1 0 0,3 2 0 0,2 0 480 0,0-2 32 16,-2-18 16-16,0 0 0 0,24 42 256 0,-24-42 48 15,0 0 16-15,40 16 0 0,-40-16-336 0,35-5-64 16,-19-1 0-16,4-3-16 15,1-4-304-15,0-1-128 0,-1-3 128 0,-1 0-128 0,1-1 0 0,-2-2-144 16,0 4 0-16,-1 0-18000 0</inkml:trace>
  <inkml:trace contextRef="#ctx0" brushRef="#br0" timeOffset="23400.07">8756 9599 14735 0,'-1'-2'640'0,"0"0"160"15,1 1-640-15,0-1-160 0,0 2 0 0,0 2 0 0,1-2 2448 0,0 1 464 16,1 1 96-16,0 3 0 0,2-1-576 0,0 2-112 16,0 2-16-16,0 2-16 0,-4-10-1536 0,0 0-304 0,11 39-64 0,-8-23-16 15,0 3-368-15,0-1 128 16,-2-1-128-16,0 1 0 0,2-1 0 0,-1-2 0 0,-2-15 0 0,0 0 0 16,10 33 0-16,-6-28 0 15,1-2 0-15,0-3 0 0,0-1 0 0,0-4 0 16,1 1 160-16,-1-6-160 0,2 1 432 0,-1-3-16 15,2-3 0-15,0-3 0 0,2-5 16 0,0 0 0 16,-1-2 0-16,-1 3 0 0,0-4-224 0,-2 5-32 0,0-1-16 16,-2 4 0-16,0 6-160 0,-1 2 0 0,-1 3 144 0,-1 2-144 15,-1 1 0-15,-1 4 0 16,0 2 0-16,0 0-17408 0</inkml:trace>
  <inkml:trace contextRef="#ctx0" brushRef="#br0" timeOffset="23783.41">8993 9722 20271 0,'1'1'1792'0,"0"-1"-1424"0,0-1-368 0,0 1 0 0,0 0 2608 0,1-2 448 16,1 2 80-16,3 0 32 0,1-2-880 0,4 0-176 16,1-1-48-16,1-2 0 0,0 3-1424 0,0-3-304 15,0-2-48-15,-2 0-16 16,0 0-272-16,-1-3 0 0,0 1 0 0,-1-1 0 0,-1-3 0 0,-3 3 0 15,-1 2 0-15,-1-1 0 0,-1 0 0 0,-3-1 0 16,-1 3 0-16,-2-2 0 0,0-1-192 0,-2 1 48 16,0 4 16-16,-2 1 0 0,1 1-224 0,-3 5-32 0,2 1-16 0,-2 3 0 15,0 2 128-15,0 2 16 16,1 4 16-16,1 2 0 0,-1 0 240 0,1 2 0 16,1 0 0-16,-2 2 0 0,2-2 0 0,0 1 208 0,1 0-16 15,1-3 0-15,3 1 256 0,1-3 32 0,1-2 16 0,1-2 0 16,2-2-80-16,2-2-16 0,1-3 0 15,3-1 0-15,0-2-208 0,2-3-32 0,1-2-16 0,0-1 0 16,2-1-144-16,-1-1 0 0,0 0 0 0,-1-1 128 16,-1 0-128-16,1 0 0 0,0-2 0 0,0 0 0 31,0 2-832-31,-3-1-112 0,1 1-16 0,-2 0-16528 0</inkml:trace>
  <inkml:trace contextRef="#ctx0" brushRef="#br0" timeOffset="24148.04">9257 9625 12895 0,'0'0'1152'0,"0"0"-928"16,0 1-224-16,0 1 0 0,0-2 2816 0,1 2 512 16,0-2 96-16,0 3 32 0,1 2-816 0,0 0-144 15,1-1-48-15,-1 1 0 16,1 1-1488-16,-1-1-288 0,1 2-64 0,-2 3-16 16,0-3-448-16,-1 3-144 0,-2 1 0 0,0 1 0 15,1-2 0-15,-2-1 0 0,1 3 0 0,0-3 0 0,-1 1-176 0,2-5 16 16,0 0 0-16,1-2 0 0,1-3 16 0,0-1 0 15,1-3 0-15,1 0 0 0,-1-2 144 0,2-4 0 16,1-2 0-16,-1-1 0 0,2-2-176 0,0-1 0 0,0-1 0 0,0 0 0 16,0 0 176-16,0-1-208 15,0 3 80-15,-1-1 128 0,1 4 0 0,-1 0 0 16,0 0 0-16,1 0 0 0,-1 2 448 0,-1 2 48 0,0 5 16 16,-1 3 0-16,0 0 336 0,0 2 80 15,0-1 16-15,0 3 0 0,0 0-432 0,0 0-96 16,1 2-16-16,-1 1 0 0,-1 3-400 0,-1-1 128 0,0 3-128 15,0 0 0-15,-1-2 0 0,-1 2 0 16,0 2 128-16,-2 0-128 0,-1 0 0 0,0-1 0 16,1 0 0-16,-1-1 0 0,1 0 0 0,2-3 0 0,0-2 0 15,1 1 0-15,0-1 0 0,1 0 0 16,1-3 0-16,0 1-18288 0</inkml:trace>
  <inkml:trace contextRef="#ctx0" brushRef="#br0" timeOffset="24766.8">10047 9459 14735 0,'2'-5'1312'0,"0"1"-1056"0,-1 0-256 0,-1 3 0 15,0-1 1856-15,-1-1 320 16,1 1 64-16,0-5 16 0,-1 0 368 0,-1-1 80 16,-3 5 16-16,-2 3 0 0,-3 3-1280 0,-2 5-256 0,-2 2-48 0,-2 4-16 15,-4 2-720-15,-1 4-144 0,-1 1-16 0,-1 2-16 16,1 2-224-16,0-2 0 0,3-2 0 0,3-4 0 15,3-3 0-15,6-4 0 0,2 1 0 0,4-4 0 16,1 0 128-16,3 0-128 0,2-2 0 0,2 0 0 16,-7-5 0-16,0 0 0 0,37 2 0 0,-22-3 0 0,1 0 0 0,2-1 0 15,1-3 0-15,0 2 0 0,-2-1 0 0,-1 1 0 16,-1 1 0-16,-4 0 0 16,-2 2 128-16,-1 2-128 0,-5 3 0 0,-1-1 0 0,-3 1 0 0,-2 2 0 15,-1 0 0-15,-3 1 0 16,-2 3 128-16,-2 0-128 0,-1 2 0 0,-1-3 144 0,2-1 80 0,-3 3 16 15,-1-3 0-15,-1 2 0 0,0-2-16 0,2-1 0 16,2-2 0-16,2-3 0 0,5-4-224 0,1-1 0 16,4-3 128-16,3-2-128 15,2-1-656-15,6-3-176 0</inkml:trace>
  <inkml:trace contextRef="#ctx0" brushRef="#br0" timeOffset="25400.23">10167 9595 12495 0,'0'2'0'0,"0"-2"0"0,0 2 0 0,0-2 0 16,0 1 0-16,0 1 0 15,0 0 1936-15,-1 0 480 0,0 4 80 0,1 0 64 0,-1 2 704 0,1 1 144 16,-2 0 32-16,0 1 16 15,1-3-1728-15,-1 2-336 0,-1 1-80 0,0-1 32 0,2-2-992 16,-2 1-192-16,0-1-32 0,-1 0 0 16,2-3-128-16,0-1 0 0,0-1-160 0,1-1 160 15,0-2 0-15,0-1-160 0,2-3 160 0,0 1 0 0,1-2-128 0,0 2 128 16,0-5 0-16,2 2 0 0,1-1-176 0,-1-2 176 16,2 1-208-16,-1 0 208 15,0-2-256-15,2-2 64 0,-1 1 0 0,1 0 16 16,1 3-16-16,-1-1-16 0,1 1 0 0,-1 2 32 0,1 0 176 0,0 0-128 0,-1 2 128 0,0 0 0 15,-2 0 0-15,0 5 272 0,0 2-16 0,-2 1 16 16,1 2 368-16,-1 0 64 0,-1 2 0 0,0 2 64 16,-2 1-448-16,0 1-96 0,-2 0-16 0,0 0 0 15,-2 1-208-15,0 0 0 0,-2-1 128 0,0 2-128 16,2-1 0-16,-1-1 0 0,1-2 0 0,0-1 0 16,2-2 0-16,0-1 0 0,1-2 0 0,1-3 0 0,0 0 0 15,2-3 0-15,2-2 0 0,-1-1 0 0,3-2 0 0,1-4 0 16,0-2-128-1,1 0 128-15,2-2-368 0,0-3-16 0,0 2 0 0,0-2 0 16,0 0-80 0,0 0-32-16,0 2 0 0,-2 5 0 0,0 4 336 0,-2 0 160 15,1 1-160-15,-3 1 160 0,1 2 0 0,-1 4 0 0,-2 1 0 0,1 3 0 0,-1 3 256 0,-1 0-16 32,-1 3 0-32,-1 2 0 0,0 3 80 0,-1 0 0 0,-1 2 16 15,0 0 0-15,-1-2-336 0,0-2 144 16,2 1-144-16,-2 0 0 0,0-1 128 0,2-2-128 0,0 1 0 0,1-4 0 15,0-2 0-15,1-1 0 0,1-2 0 0,-1-3 0 16,3-2 0-16,-1 1 0 0,2-4 0 16,0 1 0-16,0-3 0 0,2 0 0 0,-1-3-240 0,2-2 80 31,-1 2-656-31,1 1-128 0,0 0-16 0,-1 4-15024 0</inkml:trace>
  <inkml:trace contextRef="#ctx0" brushRef="#br0" timeOffset="26251.49">10523 9559 15663 0,'3'-3'688'0,"-1"3"144"15,1-2-656-15,-1 2-176 0,-1 0 0 0,-1 0 0 16,1 2 1984-16,2-2 384 0,1 1 64 0,1 1 0 0,0 0 64 0,1-2 0 16,-2 0 0-16,2 0 0 0,-1-2-944 0,-1-3-176 15,2 1-32-15,-1-2-16 0,1 0-656 0,-2-2-128 16,1-1-32-16,-1 0 0 0,-1 1-320 0,-2 1-192 15,0-1 192-15,-2 0-192 0,1 3 0 0,-4-2 0 16,0 4 0-16,-1 0 0 0,-2 2 0 0,0 2 0 0,-1 2 0 0,1 2 0 16,-1 2-160-16,0 3 16 0,1-1 0 0,-1 3 0 15,1 2 144-15,-1 1-192 0,1-1 192 16,0 0-192-16,2 2 192 0,-1-1 0 0,0 2 0 0,0-1 0 16,2-2 0-16,0-3 0 0,2 0 0 15,2-4 128-15,2 0 64 0,2-5 32 0,0 0 0 0,2-2 0 16,1-2-224-16,1 0 144 15,0-5-144-15,1 0 128 0,1-3-128 0,2 0 0 0,-1 1 0 16,-1-3 0-16,1 1-288 0,-1-1-96 0,0-2 0 16,-1 0-16-16,-2 2-672 15,0 0-128-15,-3 2-16 0,-1 1-16 0,0 4 640 16,-2 0 128-16,0 2 16 0,-1 3 16 0,-1 0 432 0,-1 3 0 0,0 4 0 0,-2 0 0 16,2 2 160-16,-2 1 64 0,1 4 16 0,0-3 0 15,2 0 528-15,1-2 96 0,-1 0 32 0,2-1 0 0,-1-8-384 0,0 0-80 16,0 0-16-16,0 0 0 15,0 0-416-15,0 0 128 0,0 0-128 0,39 9 0 0,-31-14 0 0,0-1 0 16,1-4 128-16,0 0-128 0,-1 4 0 16,0-4 0-16,2-4 0 0,-2-1-176 15,2 1-432-15,0 2-96 0,-2-2 0 0,0 2-16 16,1-2-736-16,-1-3-144 0,-1 2-16 0,1-3-16 16,-2-3 352-16,1-1 64 0,0-3 0 0,-1 1 16 15,0 0 208-15,-1 3 32 0,-1 4 16 0,-3 5 0 16,1 3 304-16,-1 4 64 0,-2 5 16 0,0 3 0 0,-1 4 1520 0,-2 2 320 0,0 4 48 0,-1 2 16 15,0 2 1088-15,-1 2 240 0,0 3 32 0,-1 4 16 16,-1 3-1152-16,0 0-224 0,-1 5-64 0,0-4 0 16,2 2-768-16,-1-4-144 0,3-4-48 0,0-5 0 15,2 0-64-15,1-3-32 16,2 1 0-16,0-3 0 0,1-5-224 0,2-1 0 0,1-6 0 0,1-2 0 16,3-2 0-16,0-6-240 0,1-3 32 0,3-3 0 15,-1-1-1248-15,2-4-240 16,0-2-48-16,0-5-16 0,0 0-2288 0,-1-2-464 15,0-1-96-15,0 0 0 16,0 2 832-16,-1 2 192 0,-1 2 16 0,0 1 16 16,2-1 2304-16,-3 1 464 0,-1 6 80 0,1 1 32 0,-3 4 2336 0,-1 3 448 0,-3 6 112 0,-2 2 16 0,-1 5 1056 0,-3 2 224 15,-1 3 32-15,0 1 16 16,-2 1-144-16,0 0-32 0,-1 2 0 0,2 0 0 16,1-4-1904-16,0 2-384 0,-1 2-80 0,1 0 0 15,0 0-592-15,0 1-112 0,2-1-32 0,0 0 0 16,1 2-288-16,0 1 160 0,2 1-160 0,-1 0 128 0,1 1-128 0,0-2 0 15,0-17 0-15,3 30 128 0,-3-30-128 16,0 0 0-16,0 0 0 0,11 38 128 16,-7-33-128-16,0-3 0 0,3-2 0 0,-1 0-18272 0</inkml:trace>
  <inkml:trace contextRef="#ctx0" brushRef="#br0" timeOffset="28497.35">5670 10694 12895 0,'-4'-8'1152'0,"3"2"-928"16,1 2-224-16,0 1 0 0,0-1 2176 0,0 3 384 0,1-1 64 0,-1 0 32 16,1-5 544-16,1 0 96 0,1-1 32 0,0 1 0 15,1 0-1456-15,0 0-272 0,1 0-64 0,-1 0-16 16,2 0-1024-16,0-1-208 15,-1 2-32-15,0-2-16 0,-1 1-240 0,-2 0 0 16,0 3 0-16,-2-2 0 0,-2 4 0 0,-2 0 0 0,-3 3 0 0,-5 3 0 31,-1 5-896-31,-4 3-64 0,-2 7 0 0,-1 4-16 16,-1 4-944-16,2 1-176 0,1-1-32 0,4-1-16 16,4 0 1248-16,2 0 256 0,2 0 64 0,2-2 0 0,2-1 576 0,2 1 288 0,2-1-32 0,1 0 0 0,-3-23 832 15,12 37 176-15,-12-37 16 0,0 0 16 16,0 0-192-16,47 26-32 0,-47-26-16 0,36-9 0 15,-19 1-656-15,6-6-128 0,3-5-16 0,0-5-16 16,-3 1-816 0,2-4-176-16,1-2-16 0,0-3-15152 0</inkml:trace>
  <inkml:trace contextRef="#ctx0" brushRef="#br0" timeOffset="28835.05">5927 10351 22111 0,'-5'-5'976'0,"1"3"208"16,1 2-944-16,1 0-240 0,0 1 0 0,1 2 0 0,0 3 2880 0,-3 3 544 15,-1 7 96-15,-1 8 32 0,-1 4-2128 0,1 8-416 0,1 7-96 0,0 4-16 16,5 0-320-16,0 2-64 16,1-2 0-16,1-3-16 0,1-1-368 0,1-8-128 15,1-1 0-15,-5-34 144 0,14 45-144 0,-14-45 0 0,0 0 0 0,0 0-176 32,0 0-512-32,35 31-96 0,-31-34-32 0,0-4 0 15,0-2-128-15,-2-3-16 0,1-3-16 0,-1-1 0 0,0-3 464 0,-2-1 112 0,1-2 16 16,-1 1 0-16,1 1 144 0,0 1 48 15,0 2 0-15,2 5 0 0,1 3 192 0,1 4 0 16,-2 2 0-16,2 4 0 0,0 4 560 0,-1 2 48 16,-4-7 16-16,0 0 0 0,16 40 352 0,-16-40 80 0,8 40 16 0,-4-18 0 15,0 2-560-15,0-3-128 0,0-2 0 0,1-2-16 16,-5-17-176-16,0 0-48 0,19 40 0 0,-19-40 0 16,0 0-144-16,0 0 0 0,0 0 0 0,0 0 0 15,0 0 0-15,47 3 0 0,-39-13-160 0,-1-2 160 31,3-4-1424-31,-1-1-192 0,1 0-48 0,0-5-14048 0</inkml:trace>
  <inkml:trace contextRef="#ctx0" brushRef="#br0" timeOffset="29504.81">6247 10720 3679 0,'1'1'320'0,"-1"-1"-320"0,0 0 0 0,0 0 0 0,0 2 2784 0,1-1 480 16,0 3 112-16,1 0 16 0,0-1 16 16,1 0 16-16,0-1 0 0,1-2 0 0,0-3-1216 0,1-2-240 15,0-1-48-15,-1-2-16 0,0 1-1056 0,-2-1-208 16,0-1-32-16,-2 1-16 0,-1 0-448 0,-2-2-144 15,-2 1 0-15,-1 2 0 0,-1 2 0 0,-1 0 0 16,-1 3 0-16,-1 2 0 0,-1 2 0 0,-1 3 0 16,2 4 0-16,0 3 0 0,1 1 0 0,1 5 0 15,3 0-144-15,1 2 144 0,1 1 0 0,1 2 0 16,1 0 0-16,0-5 128 0,1-1 16 0,2 0 16 0,1-1 0 16,-3-16 0-16,10 31 96 0,-10-31 0 15,0 0 16-15,0 0 0 0,0 0-128 0,0 0-16 16,44 22-128-16,-36-27 192 0,1-5-64 0,-2-1-128 15,1-2 176-15,1-3-176 0,-1 0 144 0,-1-4-144 16,0 4 0-16,-2 0 144 0,-2 1-144 0,0-1 0 0,-2 3-160 16,-1-1 160-16,-1 2-320 0,-1 3 48 0,0 2 0 0,1 2 0 15,1 3 64-15,0 4 16 0,0-1 0 0,-1 4 0 16,1 3 192-16,0 4 0 0,0 0 0 16,0 3 0-16,1 2 0 0,-1 1 160 0,2-3 0 0,1 1 0 15,1-2 96-15,-1-2 32 0,1-3 0 0,1-2 0 0,-5-7-112 16,0 0-32-16,0 0 0 0,0 0 0 15,0 0-144-15,42 0 0 0,-33-9 0 0,-1-3 0 16,1-4 0-16,1 0 0 0,0-4 0 0,1 1 0 0,0-3-176 16,-1 1-112-16,1 2-32 0,-2-2 0 15,-1 0-336-15,-1-1-80 16,-1 6-16-16,-1 4 0 0,-1 2 432 0,0 8 64 0,-2 2 32 0,-1 2 0 0,0 6 224 0,-2 3 0 16,0 4 0-16,-1 3 0 0,0 5 464 0,0 2 48 15,0-1 0-15,-2 3 0 16,0-1-208-16,1-1-48 0,0-1 0 0,1-8 0 0,2-2-64 15,1-2 0-15,2-2-16 0,1-6 0 0,1 1-176 0,0-5 160 16,-1-2-160-16,1-3 160 0,0 0-160 0,0-4 0 16,2-5 0-16,0-2 0 0,-1-1-256 0,2 0 32 15,0-7 0-15,1 0 0 16,-1-2-416-16,-1-2-96 0,0 0-16 0,-2 1 0 16,1 2-16-16,-1 5-16 0,-1 4 0 0,-1 5 0 0,1 5 528 0,-3 4 128 15,0 7 128-15,-1 4-208 0,-1 5 576 0,-1 5 112 16,0 5 32-16,-1 4 0 0,1 4 288 0,-1 0 64 15,2-1 16-15,-2 0 0 0,0 0-448 0,2-5-96 16,0-5-16-16,3-4 0 0,1-3 64 0,1-5 0 0,-4-9 0 0,0 0 0 0,0 0-384 0,0 0 0 16,0 0 0-16,35-6-17568 15</inkml:trace>
  <inkml:trace contextRef="#ctx0" brushRef="#br0" timeOffset="30161.48">6849 10712 13823 0,'-10'8'608'0,"3"-3"128"0,3 0-592 0,0-3-144 31,2 1 0-31,1-1 0 0,0-1 1488 0,-1 3 272 16,0-2 48-16,2 3 16 0,1-2 464 0,3-3 80 15,2-3 32-15,1-2 0 0,2-1-576 0,2-2-112 16,-1-1-32-16,1-1 0 0,0 1-784 0,-1-3-144 16,1 0-48-16,0-2 0 0,-1 3-288 0,-1-2-64 15,-1 3-16-15,-2 1 0 0,0 0-336 0,-4-1 128 16,0 1-128-16,-2 2 0 0,-2-1 0 0,-1 1 0 16,-1 0 0-16,-3 5 0 0,-1-2 0 0,-2 4 0 0,0 2 0 0,-1 0 0 15,2 2 0-15,-2 4 0 0,1-1 0 0,-1 4-128 16,1 1 128-16,-1 2 0 0,3 1 0 0,1 0 0 15,1 3 0-15,2-3 0 0,2 1 0 0,1-4 0 16,1-1 0-16,3-3 0 0,1-1 0 0,2 0 0 16,0-5 0-16,1-1 0 0,1 1 0 0,0-2 0 15,-8 0 0-15,0 0 0 0,0 0 0 0,41-2 0 16,-41 2 0-16,0 0 144 0,0 0-144 0,0 0 0 16,45 19 144-16,-45-19-144 0,0 0 0 0,12 35 144 0,-13-18-144 15,-2-1 128-15,-1-2-128 0,-1 6 128 0,-5 5 128 16,-1 0 32-16,-3 5 0 0,-1-2 0 15,-4 1-96-15,0-1 0 0,-2-2-16 0,2-5 0 0,1-4-176 16,3-5 0-16,2-5 0 0,2-2 128 0,4-5-128 16,0-3 0-16,3-5 0 0,3-2 0 15,2-4 0-15,2-6 0 0,6-1 0 0,2-5-18336 16</inkml:trace>
  <inkml:trace contextRef="#ctx0" brushRef="#br0" timeOffset="30468.41">7050 10712 18431 0,'-1'2'1632'0,"1"0"-1312"16,1-2-320-16,0 0 0 0,0 0 2112 0,1 0 368 15,2 0 64-15,1 0 16 0,4 0-432 0,3-4-80 16,2 1 0-16,2-3-16 0,1 0-1568 0,0-3-304 0,-1-3-160 16,2 0 160-16,0-4-288 0,-3 1-64 15,-1 1-16-15,-3 0 0 0,-2 4-560 0,-4-2-96 0,-1 3-32 0,-2-2 0 16,-3 2 192-16,-2 0 16 0,-2 1 16 0,-1 0 0 15,-1 1 496-15,-4 0 176 0,-1 2 0 0,0 2-144 0,2 1 144 0,-2 2 0 16,-1 3 0-16,-1 3 0 16,3 2 336-16,2 3 48 0,-1 4 16 0,3 0 0 15,0 5 608-15,1 1 112 0,0 5 32 0,2-2 0 16,1 2-80-16,1-2-16 0,2 1 0 0,2-4 0 16,2-1-384-16,-4-20-80 0,0 0-16 0,20 38 0 15,-20-38-320-15,0 0-80 0,0 0-16 0,46 14 0 0,-32-18-160 16,1-3 0-16,1-3 0 0,0-3 0 15,0-4-560-15,-1 0-80 0</inkml:trace>
  <inkml:trace contextRef="#ctx0" brushRef="#br0" timeOffset="30798.61">7445 10481 13823 0,'2'-7'608'0,"0"3"128"16,0-1-592-16,0 2-144 15,-1 2 0-15,-1 0 0 0,1 1 2112 0,0-2 384 16,2-3 64-16,-1 2 32 0,0 1-256 0,-1 2-48 0,-2 2-16 0,-2 0 0 16,-1 6-928-16,0-1-192 0,-2 2-48 0,-2 5 0 15,-1 3-352-15,-2 2-80 0,1 3-16 0,0-1 0 16,3 0-224-16,-1-2-48 0,4 0-16 0,1-4 0 16,1-2 64-16,3-3 16 15,1-3 0-15,2-2 0 0,1-3-448 0,1-3 128 0,3-2-128 0,-1-2 0 16,2-1 0-16,1 0 0 0,-2 0 0 0,0 1 0 15,0 4 0-15,0 1 0 16,-2 0 0-16,-1 5 0 0,-3-1-128 0,-1 4 128 0,-2 1 0 0,-3 0 0 16,-1 3 0-16,-3 0 0 0,-1 0 0 0,0 2 0 15,-2-2 0-15,-1 0 0 0,0 2 0 0,-2-2 0 0,1 0 0 0,-4 0 0 16,-2 0 0-16,-1 0-18016 16</inkml:trace>
  <inkml:trace contextRef="#ctx0" brushRef="#br0" timeOffset="31249.67">7870 10510 7359 0,'-1'-14'656'0,"1"4"-528"0,2 0-128 0,0 3 0 16,-1 2 3040-16,0 3 576 0,1-2 112 0,1-4 32 15,3-3 208-15,1-2 32 0,2 0 16 0,-2 5 0 16,-1 1-1952-16,-1 5-384 0,0 2-80 0,-2 2 0 15,1 3-1088-15,-1 0-224 0,1 2-32 0,-1 0-16 16,2-3-240-16,0 4 0 0,-1-1 0 0,2 0-18592 16</inkml:trace>
  <inkml:trace contextRef="#ctx0" brushRef="#br0" timeOffset="31412.74">7921 10569 1839 0,'-6'2'160'0,"5"-1"-160"16,-1 1 0-16,0 0 0 0,2 0 3984 0,-1-1 768 15,1 3 160-15,-1 2 16 0,0 3-624 0,-1 5-128 16,1 2-16-16,1 3-16 0,0-1-2432 0,0-1-496 16,0 0-80-16,1-2-32 0,0-1-832 0,1-2-272 0,0-3 160 15,0 0-160-15,1-4 0 0,1-2 0 0,1-3 0 0,0-3 0 32,2-2-1280-32,1-3-144 0</inkml:trace>
  <inkml:trace contextRef="#ctx0" brushRef="#br0" timeOffset="31770.43">8131 10499 3679 0,'1'0'320'0,"-1"0"-320"0,1 0 0 0,-1 1 0 16,0-1 3392-16,1 2 592 0,0-1 128 0,-1 3 32 15,2 1-48-15,-1 3 0 0,1 5 0 0,-1-1 0 16,0 3-2176-16,-1 1-432 0,1-2-80 0,-1 3-32 16,1-3-768-16,-1 0-160 0,0 1-16 0,0-3-16 0,0 0-416 0,0-3 128 15,1-1-128-15,-1-4 0 16,0 0 0-16,0-3 0 0,0-2 0 0,1-1 0 15,0-1 0-15,0-3 0 0,0-2 0 0,0 1 0 0,0-2-224 0,0-1-32 16,1-2 0-16,-1-2 0 0,1 0 0 0,-1 0 0 16,1 2 0-16,1 0 0 15,-1 0 256-15,1 3 0 0,-1 2 0 0,0-3 0 16,2 3 0-16,1-2 0 0,-1-1 0 0,1 1 0 16,1 2 0-16,2-3 240 0,-2 0-48 0,1 3-16 0,0-1 176 15,1 2 32-15,-1 1 16 0,0 1 0 0,0 1-192 16,-1 3-32-16,-1 0-16 0,0 1 0 0,1 3-160 0,0 0 0 0,-6-4 144 0,0 0-144 15,0 0 0-15,0 0 0 0,19 41 0 0,-18-27 0 16,-2 3 0-16,0 0 0 0,0 2 0 0,-1-1 0 16,0-1 0-16,1 0 0 0,0-2 0 0,1-2 0 15,0 0 0-15,1-2 0 0,0-6 0 0,1 0-18080 16</inkml:trace>
  <inkml:trace contextRef="#ctx0" brushRef="#br0" timeOffset="35880.46">8777 10356 11967 0,'0'-15'1072'0,"1"6"-864"0,1-2-208 0,0 3 0 15,0 5 1424-15,-2 0 240 0,2 0 64 0,1-3 0 16,1 0 640-16,0-1 128 0,1 4 16 0,-2 3 16 16,0 5-1264-16,-3 7-256 0,0 7-48 0,-1 2-16 15,0 6-496-15,-1 3-80 0,0 3-32 0,0 0 0 0,1-2-144 0,2 0-16 16,1-1-16-16,2-3 0 0,-4-27-160 0,13 40 160 16,-13-40-160-16,0 0 160 0,0 0-160 0,41 21 128 15,-28-25-128-15,0-4 128 0,0-4 128 0,1-1 32 16,0-2 0-16,-2-1 0 0,1-1-48 0,-2 0-16 15,-1 2 0-15,-3 0 0 16,-1-1-688-16,-3 3-144 0,-1 1-32 16,-5 1 0-16,1 3-1632 0,-6 1-336 0,-1 2-64 0,-2 3-5344 0,-1 2-1072 0</inkml:trace>
  <inkml:trace contextRef="#ctx0" brushRef="#br0" timeOffset="36050.35">8797 10498 5519 0,'-32'12'240'0,"24"-10"64"0,4 0-304 0,2-2 0 0,1 0 0 0,-2 0 0 15,-2 0 2368-15,-4-2 400 16,-3 2 96-16,1-4 16 0,2 1 448 0,3-3 112 0,0 0 16 0,3 0 0 15,3 0-1296-15,2 1-256 0,3 2-48 0,1 0-16 16,2 2-672-16,3-1-128 0,2 2-16 0,3-3-16 16,-16 3-432-16,39-6-64 0,-15 1-32 0,2 0 0 15,0-2-288-15,-1 2-64 0,0-1-128 0,-5 2 192 16,-3 0-416-16,0-1-96 0,0 0 0 0,-1-2-17456 16</inkml:trace>
  <inkml:trace contextRef="#ctx0" brushRef="#br0" timeOffset="36282.99">9045 10161 14735 0,'-6'-2'1312'0,"2"1"-1056"15,2 1-256-15,1 0 0 16,2 0 2048-16,-1 1 368 0,1 1 64 0,1-1 16 16,1 3 352-16,0 0 80 0,4 1 16 0,-7-5 0 0,0 0-1424 0,0 0-288 15,0 0-48-15,51 12-16 16,-38-14-672-16,-1 2-144 0,-1-3-32 0,-2 1 0 15,-1 0-160-15,-1 0-32 0,-1 2-128 0,-2 2 192 0,1 0-192 0,-2 3 0 16,-2 2 0-16,0 0 0 16,-1 2 0-16,-1 1 0 0,-1 0 0 0,1 1 0 0,2-1-240 0,0-1-80 15,-1-9-32-15,0 0-17120 0</inkml:trace>
  <inkml:trace contextRef="#ctx0" brushRef="#br0" timeOffset="36941.15">9116 10208 2751 0,'-3'-9'256'0,"2"2"-256"0,0 0 0 0,1 2 0 0,0 1 2544 15,1 3 464-15,-1-3 80 0,1 0 32 0,1-5 272 16,0 0 64-16,1 0 16 0,1-1 0 0,1 3-800 15,-2 0-176-15,1 5-16 0,-1-1-16 0,0 1-1136 16,-1 2-240-16,0 2-32 0,-1-2-16 16,0 4-672-16,-1 0-144 0,-1 3-32 0,0 2 0 0,0 3-32 0,-2 2-16 15,2 3 0-15,-1 2 0 0,0 5 0 16,1 4 0-16,0 1 0 0,1 4 0 0,0 2-144 16,-1 1 192-16,1-6-192 0,0 1 192 0,1-1-192 0,2-3 0 15,0-1 0-15,0-2 128 0,1-2-128 0,0-4 0 0,-4-18 0 0,7 34 0 16,-4-20 0-16,0-4 0 15,-1-2 0-15,0-5 0 0,0-3 0 0,0-3 0 16,0 0 0-16,1-5 0 0,-1-2 0 0,1-3-144 0,0 0 144 0,-1-4-160 31,1 1-320-31,-2-2-64 0,0-3-16 0,-1-1 0 16,0 5-416-16,-1-5-96 0,-1-4-16 0,0 2 0 16,0 1 240-16,0 2 32 0,1 5 16 0,0 4 0 0,2 3 560 0,0 3 240 0,2 1-192 15,-1 5 192-15,1 0 320 0,0 2 176 0,3 1 32 0,-1 2 16 16,3-1 704-16,-1 1 144 0,-7-5 16 0,0 0 16 15,0 0-656-15,0 0-144 0,47 17-32 0,-47-17 0 0,0 0-336 16,0 0-80-16,0 0-16 0,40 12 0 0,-33-10-160 0,-2 0 192 16,-2 1-192-16,1 2 192 15,-1-1-192-15,-1 1 0 0,-1 2 0 0,-1 3 0 16,0-3 0-16,-1 2 0 0,-1 3 0 0,-1 2 0 16,1 0 0-16,0-2 0 0,1-1 0 0,1-2 0 15,1 0 0-15,2-2 0 0,0-5 0 0,1 1 0 16,0-3-864-16,3-1-48 0</inkml:trace>
  <inkml:trace contextRef="#ctx0" brushRef="#br0" timeOffset="37184.26">9453 10158 15663 0,'4'-2'688'0,"-1"0"144"0,-1 4-656 0,0-2-176 0,0 2 0 0,-1 1 0 16,1 0 2688-16,2 1 496 0,0 3 96 0,-4-7 32 16,0 0-208-16,0 0-32 15,31 45-16-15,-31-45 0 0,0 0-1936 0,0 0-384 0,0 0-80 0,39 31-16 16,-32-28-512-16,-1-1-128 0,0 0 0 0,0 0-18176 16</inkml:trace>
  <inkml:trace contextRef="#ctx0" brushRef="#br0" timeOffset="37334.82">9548 10374 2751 0,'-6'3'256'0,"2"-1"-256"0,2 1 0 0,0 0 0 16,1-1 4240-16,1 0 816 0,0 3 144 0,-1-1 48 16,0 6-1216-16,0 2-256 0,2 2-32 0,1 0-16 15,1-2-2624-15,-3-12-528 0,0 0-96 0,0 0-32 16,0 0-640-16,0 0-128 0,33 31-16 0,-25-35-15616 15</inkml:trace>
  <inkml:trace contextRef="#ctx0" brushRef="#br0" timeOffset="37657.76">9740 10294 14735 0,'2'-2'640'0,"-2"2"160"0,1-2-640 0,0 1-160 16,-1 1 0-16,0 1 0 0,0 1 2704 0,1-2 512 15,-1 0 112-15,1 2 0 0,-1-2-448 0,1 1-80 16,-1 0-32-16,0-2 0 0,0 1-1552 0,0-1-320 15,-1 1-64-15,0 0-16 0,-2 0-496 0,1 0-112 16,-4 2-16-16,0 3 0 0,-2 2-192 0,0 1 0 16,0 1 0-16,-1 2 0 0,3-2 0 0,0 0 0 0,1 0 0 0,1 0 0 15,2-2 0-15,0 0 0 0,3-1 0 0,0 0 0 16,3-1 0-16,0-3 0 0,3 1 0 0,0-3 0 16,2-3 0-16,0 1 0 0,1-1 128 0,1 1-128 15,0 0 128-15,0 2 0 0,-2-2-128 0,0 4 192 16,-9-2-192-16,0 0 144 0,0 0-144 0,0 0 128 15,0 0-128-15,0 0 0 0,40 28 0 16,-40-21 0-16,-2 0 0 0,-1 1 0 0,1-3 0 0,-3 2 0 16,0-1 0-16,-2 0 0 0,-2 0 0 0,-3 2 0 0,0-1 0 0,-2 0 0 15,0 0 0 1,-1 0 0-16,1-2 0 0,2 0 0 0,2-3 0 0,2-2-18320 16</inkml:trace>
  <inkml:trace contextRef="#ctx0" brushRef="#br0" timeOffset="38551.74">10255 10321 31327 0,'-4'-1'1392'0,"2"-1"272"15,1 4-1328-15,0-2-336 0,1 0 0 0,0 1 0 16,1 0 1248-16,0-1 176 0,1 2 48 0,1-1 0 15,1 1-528-15,1-2-112 0,0 0 0 0,1-3-16 16,0-3-528-16,2-2-96 0,-1-1-32 0,2-5 0 0,0-1-160 0,-2-1 0 16,-1 0 0-16,-2 1 0 15,-4 1 0-15,0 0 0 0,-1 2 0 0,-4 2 0 16,-2 1 0-16,0 2 0 0,-1 4 0 0,-3 1 0 0,-1 2 0 0,0 5 0 16,-1 3 0-16,0 3 0 15,-1 4-144-15,0 3 144 0,1 3 0 0,0 4 0 16,3 3-192-16,0 3 64 0,3-1 128 0,1-1-208 15,2-3 208-15,2-1 0 0,2-1 0 0,2-5 0 16,0-4 0-16,-2-15 0 0,0 0 0 0,0 0 0 16,34 31 0-16,-34-31 0 0,25-3 128 0,-10-7-128 15,1-5 0-15,2-3 128 0,0-3-128 0,-2-1 0 16,0-1 144-16,-2-1-144 0,-2-2 0 0,-2 3 144 16,-2 1-144-16,-3 1 0 0,-3 3-192 0,-1 3 192 0,-2 4 0 15,0 2 0-15,-1 5 0 0,0 2 0 0,1 4 0 16,-2 2 0-16,0 4 0 0,1 4 0 0,-1 2 0 0,1 0 288 15,-1 5-48-15,2 0-16 0,0-2 48 0,2 0 16 16,0-1 0-16,1-2 0 0,0-4-64 0,-2-10-16 16,0 0 0-16,0 0 0 0,0 0-16 0,0 0-16 15,37 28 0-15,-27-33 0 0,0 0-176 0,0-4 128 16,1 0-128-16,-1-1 128 0,-1-2-128 0,-1-2 0 16,1 0 0-16,-1-3 0 0,-1 3 0 0,0-3 0 0,-2 1 0 15,1-1 0-15,0 1 0 0,0 1 0 0,0-1 0 0,-1-1 0 16,2 1 0-16,-1 3 0 15,2 0 0-15,-1 3 0 0,0 3 0 0,1 2 0 0,-1 0-144 0,1 4 144 16,-2 0 0-16,1 3 0 0,-2 4 0 0,-5-6 0 16,0 0 0-16,15 35 0 0,-15-35 0 0,7 37 0 15,-5-14 0-15,-1 2 0 0,-2 1 0 0,-1 0 0 16,0-2 0-16,-2 0 0 0,-1 0 0 0,1-1 0 16,-2-4 0-16,1-3 0 0,2-4 0 0,0-4 0 15,2-4 0-15,0-2 0 0,1-2 0 0,1-4 0 0,1-1 0 16,1-6 0-16,0-1 0 0,4-3 0 15,0-4 0-15,2 0 0 0,-2-2 0 0,2-4 0 16,2-5 0-16,-1-1 0 0,2 2 0 0,-1 2 0 0,0 3 0 0,-1 3 0 16,0 4 0-16,0 1 0 0,-1 4 0 15,-1 0 0-15,0 5 0 0,-3 4 0 16,-1 1-336-16,0 3 32 0,-1 0 16 0,-1 1 0 16,0 1-416-16,1 0-96 0,-1 1-16 0,-1 1-16976 15</inkml:trace>
  <inkml:trace contextRef="#ctx0" brushRef="#br0" timeOffset="38867.81">10785 10231 5519 0,'-4'13'496'0,"1"-3"-496"15,2-1 0-15,-1-2 0 0,2-2 3392 0,0-3 592 16,0 3 112-16,1 0 32 0,-1-5 0 0,0 0 0 0,0 0 0 0,16 35 0 16,-8-33-2464-16,1-4-512 0,1-4-80 0,0-3-32 15,2-3-592-15,0-1-128 0,1-3-32 0,-1 1 0 16,-2 1-288-16,0-2 128 0,1-1-128 0,-1-2 0 15,-1 2 0-15,-3 1 0 0,-2 1 0 0,-1 1 0 16,-3 0 0-16,-2 3 0 0,-2 3 0 0,-2 3 0 16,-2 3 0-16,0 4-176 0,-3 3 176 0,0 3-160 15,0 3 160-15,0 3-160 0,-2 5 160 0,0 3-160 16,0 6 160-16,1-2 0 0,1 5 0 0,2-2 0 16,1 1 0-16,2-2 0 0,1-4 0 0,3-2 0 15,2-6 304-15,0-16-16 0,0 0 0 0,13 37 0 16,-13-37-128-16,0 0-32 0,0 0 0 0,0 0 0 0,45 1-128 15,-32-8 0-15,0-4 0 0,1-2 0 16,1-3 0-16,0-2 0 0,2 0-192 0,0-1-17984 16</inkml:trace>
  <inkml:trace contextRef="#ctx0" brushRef="#br0" timeOffset="39299.41">11124 10282 10127 0,'3'-4'896'0,"0"1"-704"16,-1 1-192-16,-1 2 0 0,-1 0 2960 0,1-1 560 16,2-2 128-16,2 0 0 0,1-3-656 0,0 2-144 15,0-1-32-15,-2 0 0 0,-1 1-1472 0,0-1-288 16,0 0-64-16,-3 1-16 0,2-3-464 0,-1 2-112 16,0-3-16-16,-2-1 0 0,-1 2-224 0,1-2-160 15,-1 1 192-15,-1-1-192 0,-2-1 0 0,1 3 0 16,-1 2 0-16,-1 3 0 0,0 2 0 0,-1 5 0 15,0 2 0-15,0 1 0 0,-2 5 0 0,1 2 0 16,0 3 0-16,0 2 0 0,1 1 0 0,0 2 0 0,1 3 0 16,0-2 0-16,2 0 128 0,1-3-128 0,1-4 0 0,2-4 0 15,2-2 0-15,1-7 0 16,3-1 0-16,1-3 0 0,0-3 0 0,1-1 0 0,3-6 0 0,0-2 0 16,1-2 0-16,-1-2 0 0,1-3 0 0,-3 4 0 15,-1 0 0-15,1-2 0 0,-1-1 0 0,0-2 0 16,-2 0 0-16,0 4 0 0,-3 2 0 0,1 2 0 15,-2 4 0-15,-1 4 0 0,0 2 0 0,-1 5 0 16,-1 3 304-16,0 3 0 0,-1 3 0 0,0 5 0 16,0 4 192-16,1 4 32 0,1 1 16 0,-1 0 0 0,2-1-160 0,0-1-16 15,-1-24-16-15,7 40 0 16,-7-40-48-16,0 0-16 0,19 38 0 0,-19-38 0 0,0 0-288 0,0 0 0 16,43 8 128-16,-29-14-19744 15</inkml:trace>
  <inkml:trace contextRef="#ctx0" brushRef="#br0" timeOffset="46824.97">11347 10282 5519 0,'-2'0'496'0,"0"0"-496"16,2 0 0-16,0 0 0 0,0 0 832 0,-1 0 64 16,-1 0 0-16,0 0 16 0,-2 0 560 0,0 0 128 0,0 0 0 0,0 2 16 15,1-1-48-15,-1 1-16 16,2-2 0-16,-1 2 0 0,1-1-272 0,1-1-64 15,0 2-16-15,1-2 0 0,1-2-256 0,2 1-48 16,1-1-16-16,3-3 0 0,1 0-160 0,3-2-16 16,4 0-16-16,-2 0 0 0,-3 0 48 0,5 0 16 15,5-5 0-15,5-2 0 0,2 0-176 0,-2 0-48 16,-2 2 0-16,-3 2 0 0,-1-2-256 0,-3 3-48 0,-2 2-16 16,-2 1 0-16,-3 2-208 0,0 2 0 15,-2-1 0-15,-2 1 0 16,0 2-416-16,-3 2-128 0,-2 1-32 0,-1 1-14640 0</inkml:trace>
  <inkml:trace contextRef="#ctx0" brushRef="#br0" timeOffset="47083.41">11537 10090 6447 0,'0'-5'576'0,"0"1"-576"0,1 1 0 0,-1 1 0 0,1-1 1520 15,-1 2 192-15,2 0 32 0,-1-2 16 0,1-1 1168 16,1-1 224-16,2 0 48 0,0 1 16 15,2-1-896-15,-1 0-176 0,2 3-32 0,0 0-16 0,1-1-1088 0,2 1-224 16,0 2-32-16,-11 0-16 0,0 0-352 0,36 9-64 16,-36-9 0-16,0 0-16 0,0 0-304 0,46 31 0 15,-46-31 0-15,0 0 0 0,0 0 192 0,37 43-64 16,-37-43 0-16,0 0-128 0,0 0 304 0,8 42-48 16,-10-32-16-16,-2-1 0 0,-4 1-64 0,-1 1-16 15,-2 1 0-15,-2-2 0 0,0 4-32 0,-2 0-128 16,-3 0 192-16,0 3-11360 15,-2 0-2272-15</inkml:trace>
  <inkml:trace contextRef="#ctx0" brushRef="#br0" timeOffset="48448.34">8848 11086 11055 0,'0'-4'976'0,"1"0"-784"0,0 2-192 0,0 0 0 16,0 2 1392-16,0-5 224 0,1 0 48 0,0-4 16 16,2-2 752-16,-1 1 128 0,1 0 48 0,0 0 0 15,-2 4-944-15,0 1-192 0,0 0-48 0,-1 3 0 16,-1-1-848-16,0 3-192 0,-1-2-16 0,-1 0-16 16,0 1-352-16,-1 1 128 0,-1 3-128 0,-2 0 0 15,0 1 0-15,-2 1 0 0,-1 2 0 0,-1 0 0 16,-3 3 0-16,-1 1 0 0,-1 3 0 0,1-2 0 15,0 2 0-15,2-2-160 0,0 3 160 0,2-1-160 16,1 1 160-16,1 1 0 0,2-2 0 0,1 2-128 0,4 1 128 0,1 0 0 16,1-3 0-16,3-1 0 0,-4-13 224 0,0 0-32 15,0 0 0-15,33 37 0 0,-33-37 128 0,0 0 0 16,0 0 16-16,47 5 0 0,-34-8-16 0,1-1 0 16,0-4 0-16,1-1 0 0,2-5-160 0,0-1-32 15,-1-3-128-15,-1 3 192 0,-2 1-192 0,1-2 0 16,1 3-144-16,-3-1 144 15,0 0-512-15,-3 4-16 0,-1 2 0 0,-3 2 0 16,0 0-240-16,-1 3-64 0,-2 3 0 0,-1 0 0 0,-1 0 416 0,0 2 80 0,-1 1 16 16,-2 1 0-16,1 1 320 0,-1 0-176 15,0-1 176-15,0 2-128 0,-1 0 128 0,-1 2 176 0,1-2-48 16,-1 3 0-16,0-1 208 0,3-1 48 16,-1-1 0-16,0 0 0 0,3-1 128 0,1 0 48 15,1-1 0-15,1-1 0 0,0 2-176 0,2-3-16 0,2 0-16 16,-1-2 0-16,1-1-144 0,3 0-16 0,0-4-16 15,3 0 0-15,1-1-48 0,1-2-128 0,-1-1 192 0,-2-1-64 16,0 1-128-16,-2-3 0 0,-3 2 0 0,-1 1 0 16,-2 0 0-16,-4 1 0 0,0 1-192 0,-4 0 192 0,-2 3-304 0,-1-1 64 15,-1 2 16-15,-4 2 0 16,0 1 64-16,-1 1 16 0,1 1 0 0,-1-1 0 0,0 2 144 0,2 1-160 16,2-2 160-16,-1 3-160 0,0 0 160 0,0 0 0 15,3 2 0-15,0-3-128 0,4 1 128 16,0-2 0-16,1 0 0 0,1-2 0 15,2-2 0-15,2-2 0 0,0-2 128 0,4-2-128 16,0-1 432-16,3-4 16 0,0 0 0 0,1-2 0 16,1-2-16-16,0 2 0 0,1-2 0 0,-2 3 0 0,1 1-432 15,1 1 128-15,0-1-128 0,0 2 0 16,2 3 0-16,-2 2 0 0,-1 4 128 0,-12 1-128 0,0 0 0 0,0 0 0 16,41 20 0-16,-41-20 0 0,0 0 0 0,17 34 0 15,-14-18 0-15,-1-1 0 0,0 3 0 0,-4-1 0 16,0-2 0-16,-2 1 0 0,-1-4 0 0,-1-1 0 0,0 1 0 15,0-3 0-15,0-1 0 0,-1 1 0 16,2-4 0-16,-1 2 0 0,3-4-128 0,0-1 128 16,1-2 0-16,1-2 0 0,2-3 0 0,1 0 0 0,1-2 0 0,2-2 0 15,2 1 0-15,2-4 0 16,2-2 0-16,2-2 0 0,1-1 0 0,-1 0 0 0,1 1 0 0,-2 0 0 16,-1 3 0-16,-1 0 0 15,1 1 0-15,0 2 0 0,-2 0 0 0,0 3 0 16,-1-1 0-16,-2 2 0 0,0 1 0 0,-4 4 0 0,1 0 0 15,-2 2 0-15,0 2 192 0,-1 3-32 0,-2 3-16 0,0 1 0 16,0 3-16-16,-3 2 0 0,0 4 0 0,0-1 0 16,-1 4-128-16,0-2 0 0,1-2 0 0,0 1 128 15,3 0-128-15,-1-3 0 0,2-1 0 0,1-4 0 16,0-3 0-16,3-1 0 0,1-2-128 0,2-3 128 31,0-2-832-31,3-5-112 0,1-2-16 0,3-5-14944 0</inkml:trace>
  <inkml:trace contextRef="#ctx0" brushRef="#br0" timeOffset="48668.5">9538 10816 21183 0,'-4'4'944'0,"0"3"192"16,1-2-912-16,0 2-224 0,1-1 0 0,0 0 0 0,-1 3 1328 16,-2 6 208-16,-3 8 64 0,-2 9 0 0,-1 5-144 0,1-1-32 15,3-3 0-15,2-4 0 0,1-4-592 0,3-5-112 16,2-4-16-16,-1-16-16 0,0 0-304 0,0 0-64 15,24 38-16-15,-24-38 0 0,0 0-48 0,0 0-16 16,0 0 0-16,39 7 0 0,-31-9-48 16,0-3-16-16,-1 0 0 0,1-2 0 0,-1 0-176 0,0 0 0 15,1-5 0-15,-3 2 128 16,2-1-688-16,-3 1-144 0,-1-1-16 0,-2 1-16 16,-2 0-1824-16,-1 1-352 0,0 0-80 0,-4 1-9376 0</inkml:trace>
  <inkml:trace contextRef="#ctx0" brushRef="#br0" timeOffset="48848.25">9420 11017 12895 0,'-10'6'576'0,"4"-3"112"0,1 2-560 0,2-2-128 0,1-1 0 0,1-2 0 16,-1 2 2608-16,0 0 480 0,-1 2 112 0,0 1 0 15,0-2-448-15,2 0-80 0,3-1-32 0,2-4 0 16,2-1-1232-16,2-3-240 0,2-1-48 0,1-1-16 16,3-4-496-16,1 1-96 0,4-4-32 0,0 2 0 15,-2 3-336-15,0-1-144 0,0 2 128 0,-3 0-128 16,-1 2 0-16,1 0-256 0,0 0 48 0,-2 2-11504 15,-2 0-2288-15</inkml:trace>
  <inkml:trace contextRef="#ctx0" brushRef="#br0" timeOffset="49163.85">9655 10993 19343 0,'-4'-2'848'0,"1"0"192"0,1 1-832 0,1-1-208 16,1 2 0-16,0-2 0 0,1 0 2496 0,0-1 464 15,2-3 96-15,0-2 16 0,3-4-1440 0,1 1-288 16,1 1-48-16,-1-1-16 0,2 2-1024 0,-1 3-256 16,0 1 0-16,0 2 0 0,-2 3 0 0,1 1 0 0,-1 6 0 0,-1-1 0 15,-5-6-256-15,0 0 64 0,9 38 0 0,-9-20 0 32,-1 2-448-32,-2 2-96 0,0-1-16 0,-2-2 0 0,1 0 368 0,2-2 64 15,-1-3 0-15,0-6 16 0,2 0 304 0,0-3 0 0,1-2 0 16,0-3 0-16,1 0 160 0,1-5 96 0,1 0 0 0,0-4 16 15,1-1 624-15,1-4 112 16,0-3 16-16,2 1 16 0,-1-3-208 0,1 0-64 0,1-3 0 0,1 2 0 16,0 2-416-16,0 1-96 0,0 2 0 0,2 3-16 15,-2 1-240-15,0 2 0 0,-1 3-192 0,0 3-11232 16,-2 1-2256 0</inkml:trace>
  <inkml:trace contextRef="#ctx0" brushRef="#br0" timeOffset="49481.38">9925 10950 1839 0,'2'-8'160'0,"0"2"-160"0,0 2 0 0,-1 1 0 15,0 1 2704-15,-1 2 512 0,0 0 112 0,1-2 0 16,-1 1 288-16,1-1 48 0,-1 4 16 0,-1 1 0 16,0 2-2208-16,-2 2-432 0,0 2-80 0,-1 1-32 0,2 4-512 15,-1 0-96-15,0 3-32 0,0-2 0 0,1 3-96 0,1-2 0 0,2-1-16 0,1-4 0 16,-2-11 16-16,0 0 0 0,0 0 0 0,0 0 0 15,0 0-192-15,32 32 128 0,-25-32-128 0,0-3 128 16,0-2-128-16,0 1 0 0,0-4 144 0,0-1-144 16,1 0 160-16,-1-3-32 0,0 0-128 15,-2 0 192-15,1-2-192 0,-2 0-256 16,0 2 48-16,-2 0 16 0,-2 2-64 0,-1-1-16 0,-2 2 0 16,0 1 0-16,-1 3 128 0,-3 0 144 15,0 3-208-15,-1 2 80 0,-3 2 128 0,1 1-160 0,0 4 160 0,1-3-160 16,1 2 160-16,1 1 0 0,0 3 0 15,1-1 128-15,1-3-128 0,3 2 144 0,-1-3-144 0,3 0-9280 16,2-1-1968-16</inkml:trace>
  <inkml:trace contextRef="#ctx0" brushRef="#br0" timeOffset="49833.02">10273 10729 17503 0,'-3'-3'768'0,"1"0"176"0,1 0-752 0,0 1-192 0,1 0 0 0,-1 2 0 15,0-2 1088-15,0-1 176 0,-1-2 32 0,-1 1 16 16,0-1-416-16,1 0-96 0,1 1-16 0,-1 1 0 16,0 0-496-16,1 2-96 0,0 1-32 0,0 1 0 15,1 3 544-15,-2 2 96 0,0 2 32 0,-1 3 0 0,0 3 560 16,-1 3 112-16,0 4 32 0,-1 4 0 0,-2 3-432 0,1 2-80 15,0 4 0-15,1 2-16 0,0 1-544 0,1 3-96 16,1 1-32-16,1-1 0 0,3-4-160 0,3-6-48 16,-4-30 0-16,13 43 0 0,-13-43-128 0,0 0 0 15,0 0 0-15,41 29 0 0,-28-32 0 0,-1-2 0 16,1-4 144-16,-2-1-144 0,-2 1 128 0,1-3-128 16,4-10 160-16,0-1-160 0,0-1 160 0,-2-1-160 15,-1 3 160-15,0 0-160 16,0 4-384-16,-2-2-160 0</inkml:trace>
  <inkml:trace contextRef="#ctx0" brushRef="#br0" timeOffset="50331.47">10628 10880 911 0,'1'-8'0'0,"0"4"0"0,0-1 0 0,-1 2 0 16,0 1 960-16,-1 2 96 16,0 0 32-16,1-1 0 0,-1 0 384 0,-1 1 96 0,0 0 16 0,1 2-3968 15,-2 3-800-15</inkml:trace>
  <inkml:trace contextRef="#ctx0" brushRef="#br0" timeOffset="50699.39">10626 10877 1839 0,'-1'-5'160'0,"0"3"-160"0,1-3 0 0,0 3 0 15,0 2 2400-15,0-2 448 0,0 1 96 0,0-1 0 0,1 1-32 0,-2-2-16 16,1 1 0-16,-1 1 0 0,0-1-672 15,-1 2-144-15,0 2-32 0,0-2 0 0,1 1-320 0,-1 1-64 16,1-2 0-16,0 0-16 0,1 2-560 0,-1-2-96 0,0 0-32 0,0 1 0 16,0 0-496-16,1 1-96 0,-1 1-32 0,0 2 0 15,0 0-208-15,0 4-128 0,-1 1 128 0,0 4-128 16,1 0 0-16,-1 2 0 0,0 4 0 0,-1 1 0 16,1 2 0-16,-1 1 0 0,2 0 0 0,0-3 0 15,1-3 0-15,0-5 0 0,1-5 0 0,0-2 0 16,2-3 0-16,0-1 0 0,1-4 0 0,0-2 0 0,3-4 0 0,1-2 0 15,2-6 0-15,1-1 0 0,1-2 0 0,-1-2 0 16,-1 0 0-16,-1 2 128 0,-1 2-128 0,-1 0 0 16,0 1 0-16,-2 0 0 0,0 3 0 0,-1-1 0 31,0 2 0-31,-1 0-128 0,0 1 128 0,-3 2 0 0,0 1 0 16,-2 1-128-16,0-1 0 0,-1 4 0 0,1 0 0 0,0 3 0 15,-1-1-496-15,1 2-80 0,1 2-32 0,1 1-16496 0</inkml:trace>
  <inkml:trace contextRef="#ctx0" brushRef="#br0" timeOffset="51146.32">10790 10834 3679 0,'-8'3'160'0,"3"0"32"16,0 1-192-16,2-3 0 15,1 0 0-15,1-1 0 0,0 0 896 0,0 0 144 16,-2 2 32-16,0-2 0 0,2-3 1184 0,2 0 240 15,1-4 64-15,2 2 0 0,-1-3 544 0,2 2 112 16,0 1 32-16,0 0 0 0,0 0-816 0,-1 1-176 0,-1 3-16 0,0 2-16 16,0 3-880-16,-1 1-192 15,-1 5-16-15,0-1-16 0,0 0-752 0,-1 3-160 16,-1 8-16-16,0 3-16 0,0 3-176 0,-2 1 0 16,0 1 0-16,1-1 128 0,1-2-128 0,1-4 0 0,2-2 0 15,-2-19 0-15,0 0 0 0,0 0 0 0,0 0 0 0,0 0 0 16,0 0 0-16,42-4 0 0,-32-11 0 0,0-5 0 15,1-3 0-15,0-2 0 0,2-2 0 0,0 1 0 16,-3 0-224-16,0 2 80 0,-1-2 16 0,0 2 0 16,-2 3-192-16,-1 2-16 0,-2 4-16 0,-1 4 0 15,-1 2-784 1,-2 4-144-16,0 5-48 0,-2-2-14832 0</inkml:trace>
  <inkml:trace contextRef="#ctx0" brushRef="#br0" timeOffset="51328.05">10988 10752 7359 0,'1'-5'656'16,"-1"2"-528"-16,1 1-128 0,0-2 0 0,0 3 2896 0,0-1 560 15,0 0 96-15,0-1 32 0,4-2 848 0,1-2 176 16,1 0 48-16,2 0 0 0,1 0-2912 0,-1 2-576 16,0 3-112-16,0-2-32 0,1 3-784 0,-1-1-240 0,0 2 0 0,0 2-12000 15,-1-1-2496-15</inkml:trace>
  <inkml:trace contextRef="#ctx0" brushRef="#br0" timeOffset="51485.08">11023 10884 10127 0,'-3'2'896'0,"0"-2"-704"0,1 3-192 0,1-3 0 16,1 2 3216-16,0-1 624 0,0 1 112 0,0 0 16 15,1 5-832-15,-1-1-192 0,1 3-16 0,0 2-16 16,-1 1-2080-16,1-2-400 0,-1-10-96 0,0 0-16 0,5 33-320 15,-3-24-192-15,0-1 32 0,2 1-10448 16,-2-5-2080-16</inkml:trace>
  <inkml:trace contextRef="#ctx0" brushRef="#br0" timeOffset="51701.65">11217 10666 18431 0,'0'-5'816'0,"-1"1"160"0,0 3-784 0,0 1-192 15,0 0 0-15,0 3 0 0,1 0 2672 0,-2 3 480 16,-1 2 112-16,-3 6 0 0,0 2-1184 0,-2 3-240 16,1 2-48-16,-1 1-16 0,-1 2-1024 0,1 0-208 0,1 2-32 0,0-3-16 15,3-1-288-15,2 0-48 0,2-2-16 0,0-1 0 16,0-19-144-16,2 34-256 16,-2-34 64-16,0 0 16 15,10 36-2128-15,-6-32-448 0,3-4-64 0,0-8-11360 0</inkml:trace>
  <inkml:trace contextRef="#ctx0" brushRef="#br0" timeOffset="51898.33">11327 10621 7359 0,'2'-17'320'0,"-1"8"80"0,1 0-400 0,-1 4 0 16,0 2 0-16,-2 3 0 0,1 0 2864 0,-1 0 480 0,0 0 112 0,-1 1 0 16,0 4 16-16,-2 6 0 0,-2 3 0 0,1 3 0 15,-1 4-1664-15,0 1-336 0,0 3-64 0,1-2 0 0,1 0-704 0,0 0-144 16,1-1-32-16,1 2 0 0,0 1-272 15,0 1-64-15,0 5-16 0,0-1 0 16,2 0-48-16,0-2-128 0,2-1 192 0,-2-27-64 16,6 43-128-16,-6-43 0 0,0 0 0 0,0 0 0 15,24 35 0-15,-18-38 0 0,2-3-192 0,0-4-11712 16,1 0-2368-16</inkml:trace>
  <inkml:trace contextRef="#ctx0" brushRef="#br0" timeOffset="52549.47">11623 10681 8287 0,'-5'-13'368'0,"2"4"80"0,1 0-448 0,0 1 0 0,2 2 0 0,0 0 0 15,0 2 1632-15,0-7 240 0,0-4 48 0,0-4 16 16,1 0 560-16,1 0 128 0,0 5 0 0,0 4 16 16,0 5 64-16,-1 3 16 0,0 4 0 0,0 3 0 15,0 5-1136-15,0 4-240 0,-1 3-32 0,0 6-16 16,1 1-784-16,-1 7-144 0,0 0-48 0,0 2 0 0,0-3-144 0,0 1-48 16,0-1 0-16,0-5 0 15,-1-3-128-15,1 1 128 0,1-2-128 0,-1 1 128 0,1-6-128 0,-1-2 0 16,0-2 0-16,0-5 0 0,0-3 0 0,0-3 0 15,-1-1 0-15,1-4 0 0,-1-1 0 0,1-2 0 16,-1-1 0-16,1-1 0 0,-1-3 0 0,1 0 0 16,0-2 0-16,1 0 0 15,0-1 0-15,0 1 0 0,2 2 0 0,1 0 0 0,0 1 0 0,2 1 0 16,2 1 0-16,1-1 0 0,2 3 0 0,1 0 0 0,1 0 0 0,1 4 0 16,-1 1 0-16,-13 2 0 0,0 0 0 0,0 0 0 15,44 12 0-15,-44-12 0 16,0 0 0-16,0 0 0 0,19 43 0 0,-21-29 0 0,-3 3 0 0,-2-1 0 15,-2 1-160-15,0-1 160 0,-3-1-208 0,0-1 80 16,0-2-176-16,-1 0-16 0,1-1-16 0,2-4 0 16,-1 1 192-16,2-5 144 0,1-2-192 0,1-1 192 15,2 0-192-15,-1-2 192 0,2-5-192 0,1 0 192 16,3-1-592-16,2 2-16 0,1-2 0 0,3 1-10480 16,1-1-2096-16</inkml:trace>
  <inkml:trace contextRef="#ctx0" brushRef="#br0" timeOffset="52852.72">11857 10834 8287 0,'-3'1'736'0,"1"1"-592"15,2-2-144-15,0 2 0 16,0-2 2960-16,1 0 560 0,0 0 128 0,2 0 0 16,1 0-144-16,2 0-48 0,3-2 0 0,4-1 0 15,0-3-2400-15,1 0-480 0,1 0-112 0,1-4-16 16,0 3-592-16,-1-4-128 0,0 1-32 0,-2-2 0 15,-2 0-784-15,-2 0-144 0,-2 0-48 0,-2 2 0 16,-3 1 448-16,-2-3 64 0,-2-1 32 0,-2 1 0 16,-2 2 512-16,-2-1 224 0,-1 5-192 0,-1 1 192 0,0 5 128 0,-3 5 128 15,0 4 48-15,1 3 0 16,-2 3 656-16,1 4 144 0,1 2 32 0,1 1 0 0,2 1 304 0,1 3 64 16,0 5 16-16,3-2 0 0,0 1-560 0,4-4-128 15,2-3 0-15,-1-23-16 0,11 34-464 0,-11-34-96 0,0 0 0 16,0 0-16-16,46 24-240 0,-32-27 128 15,1-3-128-15,2-6 0 0,0 0 0 16,1-7-288-16</inkml:trace>
  <inkml:trace contextRef="#ctx0" brushRef="#br0" timeOffset="53549.94">12351 10797 14735 0,'-3'2'1312'0,"1"-2"-1056"0,1 0-256 0,0 0 0 0,1 0 1872 0,0 0 320 15,0 0 64-15,1 0 16 0,1 0 1216 0,0 0 240 16,3-3 48-16,2 0 16 0,1-2-2208 0,0-1-448 15,1-1-96-15,0 0-16 0,0-2-768 0,0 0-256 16,1-1 160-16,-2-1-160 0,-1 0 0 0,-1 0 0 16,-2 1 0-16,-2-2 0 0,-3 3 0 0,-1-2 0 0,-3 2 0 15,0 0 0-15,-3 2 0 0,-1 3 0 0,-1 3-144 16,-1-1 144-16,-1 5 0 0,0 0 0 0,3 1 0 0,-2 5 0 16,-1 3 0-16,-1 3-128 0,0 3 128 0,0 3 0 15,0 3 0-15,2 1 0 0,1 2 0 0,0 1 0 16,4-4 0-16,0 0 0 0,4 2 0 0,1-1 0 15,2-4 0-15,-1-21 128 0,0 0-128 0,19 38 0 16,-19-38 0-16,0 0 128 0,0 0-128 0,40-6 0 16,-28-3 0-16,0-5 0 0,0-1 128 0,0-1-128 15,1-1 0-15,-2-3 0 0,0 0 0 0,-1 1 0 16,-3 5 0-16,-1-3 0 0,-2 0 0 0,-1 3-160 16,-2 0 160-16,-1 4-208 0,-1 4 80 0,-1 0 128 0,1 4-128 0,-1 3 128 15,0 3 0-15,-1 1 0 0,1 2 0 16,0 2 0-16,0 3 0 0,1 0 0 15,1 0 0-15,0 1 0 0,0-2 176 0,1 3-176 16,-1-14 192-16,7 33-48 0,-7-33-16 0,0 0 0 0,17 43 0 0,-17-43 0 16,0 0 0-16,0 0 0 0,0 0-128 15,45 16 0-15,-36-19 0 0,1-6 0 16,2 0-224-16,0-5-80 0,-1-1-16 0,0-1-17632 0</inkml:trace>
  <inkml:trace contextRef="#ctx0" brushRef="#br0" timeOffset="53918.25">12600 10436 25791 0,'-1'-1'1152'0,"0"0"224"0,1 1-1104 0,-1 0-272 0,1 0 0 0,0 0 0 15,-1 0 1984-15,0 2 352 16,0 0 64-16,-2 3 16 0,1 2-880 0,-1 4-192 0,0 0-16 0,-1 4-16 16,3 3-864-16,-2 3-192 0,1 5-16 0,0 3-16 15,1 6-224-15,-3 5 0 0,1 3 128 0,-1-2-128 16,1-1 0-16,0-6 0 15,2-3 0-15,0-3 0 0,0 0 0 0,1-5 0 0,1-3 0 0,1-6 0 16,-1-5-192-16,2-4-96 0,-1-4-16 16,1-4 0-16,0-2 64 0,-1-2 16 0,3-4 0 0,0-3 0 0,-1-1 224 0,2-2 0 15,-2-1 0-15,2-2 0 16,0-1 0-16,-1 1 0 0,2 2 0 0,-1-1 0 16,1 4 0-16,-1 1 0 0,2 2 0 0,-1 3 0 15,-1 3 0-15,1 2 0 0,-1 2 160 0,-1 3-160 16,0 3 320-16,-2 1 0 0,-2 4-16 0,0 1 0 0,0 2-112 0,-3 4 0 15,-1 0-16-15,-3 4 0 16,-2 3-176-16,-2-4 0 0,3 0 0 0,0-2 0 16,-2-2 0-16,0 0 0 0,2-3 0 0,-1-2 0 0,1-3 0 0,0-2 0 15,2-1 0-15,0-4 0 16,1-2-144-16,3-3-16 0,-1 0 0 0,2-1 0 16,0-2-1472-16,2-1-288 0</inkml:trace>
  <inkml:trace contextRef="#ctx0" brushRef="#br0" timeOffset="54268.61">12708 10811 11055 0,'0'-5'976'0,"0"0"-784"0,1 0-192 0,0 1 0 16,1 0 2368-16,0 0 416 0,0 1 96 0,2-5 0 16,3-4-752-16,3-5-144 15,3 1-48-15,-1-3 0 0,0 5-1568 0,-1 4-368 16,0 4 0-16,-4 3 0 0,0 3 0 0,-1 2 0 0,-6-2 144 0,0 0-144 15,0 0 288-15,13 36-32 0,-13-36 0 16,2 26 0-16,-3-12 464 0,1 0 96 0,-1 2 16 0,-1-1 0 16,0 2-272-16,0-2-48 0,0 0-16 0,0-1 0 15,0-1-160-15,0 0-16 0,2-4-16 0,-1-1 0 16,2-3-48-16,-1-3-16 0,0-2 0 0,0-1 0 16,1 0-32-16,-1-4 0 0,0 0 0 0,1-2 0 15,-1-2 288-15,1-1 48 0,1-2 16 0,-1-2 0 16,4-2-144-16,0-1-32 0,1-2 0 0,3-2 0 15,1 2-128-15,1-3-48 0,1 6 0 0,0-1 0 0,-1 1-208 0,0 4 0 16,0-2 0-16,0 4 0 16,-2 1 0-16,-2 2 0 0,1 4 0 0,-3 2 0 15,0 2-528-15,0 1-160 0</inkml:trace>
  <inkml:trace contextRef="#ctx0" brushRef="#br0" timeOffset="54866.03">13051 10647 5519 0,'0'1'496'0,"0"1"-496"0,0-2 0 0,0 0 0 15,0 2 2080-15,0-2 320 16,-1 2 64-16,0 0 16 0,-1 1 208 0,0 2 64 0,0-3 0 16,-1 3 0-16,1 0-512 0,-1 0-80 15,0 2-32-15,0 0 0 0,0 2-640 0,-1 1-128 0,0 2-16 0,1 0-16 16,0 2-592-16,0 0-112 0,1 0-32 0,1-2 0 0,2 0-272 0,0-3-64 15,1 0-16-15,-1-3 0 16,1-2-240-16,-1 1 0 0,4-3 128 0,1-4-128 16,1-1 0-16,1-4 0 0,2-1 0 0,0-3 0 0,1-1-208 15,-1-2 16-15,1 0 0 0,-1 0 0 16,0 2-496-16,-2-2-80 0,0-2-32 0,0 3 0 16,-3-1 80-16,-1 2 16 0,1 0 0 0,-3 3 0 0,0 2 320 0,-2 1 80 15,0 2 16-15,-1 2 0 0,0 4 288 0,-1-1 0 16,0 3 0-16,-1 1 0 0,1 2 416 0,-1-2 32 15,0 4 16-15,-1 1 0 0,0-1 176 0,1 0 48 16,0 1 0-16,0 2 0 0,1-5-128 0,1 2-32 0,1-1 0 0,2-2 0 16,1 2-208-16,1-6-64 0,-1 1 0 0,3-1 0 15,0-2-256-15,-1 0 0 0,1-3 0 0,0 1 0 16,0-2 0-16,0-1 0 0,1 0 0 0,-1 0 0 16,2 0-160-16,-2-2-96 15,2 0 0-15,-3 3-16 16,2-1-944-16,-2 0-176 0,1 1-32 0,-1-1-16 0,0 2-128 15,0 1-32-15,-3 0 0 0,1-1 0 0,0 0 80 0,-1 1 16 0,1-2 0 0,-2-3 0 16,1 0 608-16,0-1 128 0,0-3 32 0,-1 1 0 16,0-2 560-16,-1 0 176 0,0 0 0 0,0 1 0 15,0 3-176-15,-1 1 176 16,1 0-160-16,0 5 160 0,0 2-208 0,1 0 48 0,0 1 16 0,0 2 0 31,0 0-1424-31,0 0-288 0,-1 1-48 0,1 1-16 0,-1 0-176 0,1-1-32 0,-1-1-16 0,1 1 0 16,-1 0 1104-16,0-1 208 0,-1 0 64 0,1-1 0 0,-1 1 768 0,1-3 0 15,0 0 0-15,0 0 192 0,1 0 320 0,1-3 48 16,0 1 16-16,2-1 0 0</inkml:trace>
  <inkml:trace contextRef="#ctx0" brushRef="#br0" timeOffset="55148.63">13283 10610 12895 0,'-2'-3'576'0,"1"0"112"0,1 1-560 0,0 0-128 0,0-1 0 0,0 1 0 31,1-1 2784-31,-1-1 528 0,3-1 96 0,0-2 32 16,0-3-240-16,0 4-32 0,-1-2-16 0,0 6 0 0,0-2-1696 0,-2 3-352 0,0 2-64 0,-1 1-16 16,0 2-608-16,-1 4-128 0,1 1-32 0,-1 5 0 15,-1 0-64-15,-1 5-32 0,0 5 0 0,-1 4 0 16,0 3 16-16,-1 0 0 0,-1 3 0 0,2-1 0 16,-1 1 16-16,2 0 0 0,0-3 0 0,2 0 0 15,2 0-64-15,0-3-128 0,1 1 192 16,0-1-64-16,2-2-128 0,-3-26 0 0,5 38 0 0,-5-38 0 15,0 0 0-15,0 0 0 0,0 0 0 0,0 0 0 16,0 0 0-16,0 0-192 0,0 0 64 0,34-11 128 16,-30-4-592-16,0-5 0 0,0-1 0 0,-3-2-11824 15,1 2-2352-15</inkml:trace>
  <inkml:trace contextRef="#ctx0" brushRef="#br0" timeOffset="55386.45">13294 10694 11055 0,'-6'-2'480'0,"2"1"112"0,1 0-464 15,2 1-128-15,0 0 0 0,0 0 0 16,0 0 3184-16,-1-2 608 16,0 0 128-16,1-2 32 0,1 0-528 0,3-3-96 0,1 0-32 0,1-5 0 0,3 0-1984 0,2-1-400 0,0 0-80 0,2-3 0 31,0 4-512-31,0 0-112 0,-1 2-16 0,1 3 0 16,-2 2-32-16,-2 4-16 0,-1 2 0 0,-7-1 0 15,0 0-16-15,0 0-128 0,13 48 192 0,-15-27-64 16,-2 3-128-16,-3 4 0 0,-3-2 0 0,-1 1 0 15,0-1 0-15,-1-5 0 0,0 0 0 0,1-6 0 16,0-2 0-16,1-4 0 0,3-1 0 0,0-5 0 16,3 0 0-16,-1-3 0 0,2-1 0 0,2-6 0 15,1 1-224-15,1 0 32 0,0-3 0 0,2 1-12032 16,1-1-2384-16</inkml:trace>
  <inkml:trace contextRef="#ctx0" brushRef="#br0" timeOffset="55865.88">13647 10528 21183 0,'-1'0'944'0,"0"-2"192"0,0 2-912 0,1 0-224 0,-1 0 0 0,0 0 0 15,0 0 1920-15,-1 2 320 0,0 1 80 0,-2 2 16 16,-2 2-288-16,1 1-48 0,-2 3-16 0,1 1 0 16,-1 4-1360-16,1 1-288 0,-1 2-48 0,2 2-16 15,0 1-272-15,1 3 0 0,1-1 128 0,-1 0-128 0,2 1 0 0,1-2 0 16,2 0 0-16,-1-23 0 0,5 33 144 0,-5-33-144 16,0 0 0-16,0 0 144 0,30 41-144 0,-30-41 128 15,0 0-128-15,43-3 128 0,-26-6-128 0,0-1 0 16,0-4 144-16,-1 0-144 0,-2 0 0 0,-3 0 0 15,0 1-192-15,-4-1 64 16,-2 3-1216-16,-2 1-224 0,-3 1-48 0,-3 1-13680 0</inkml:trace>
  <inkml:trace contextRef="#ctx0" brushRef="#br0" timeOffset="56017.93">13498 10728 23039 0,'-8'7'1024'0,"4"-2"192"0,-1-1-960 0,2-1-256 0,3-1 0 0,0-2 0 16,1 1 2640-16,0 1 496 0,1 1 80 15,3-2 32-15,5-2-1200 0,4-2-256 0,5-4-32 0,5-1-16 16,6-5-1104-16,2-2-240 0,5-3-32 0,0 0-16 16,1-2-224-16,-4 3-128 0,-3 3 160 0,-3 2-19024 15</inkml:trace>
  <inkml:trace contextRef="#ctx0" brushRef="#br0" timeOffset="62642.19">15471 9386 6447 0,'2'-5'576'0,"0"2"-576"15,0 0 0-15,-1 2 0 0,0-1 1200 0,-1-1 128 0,2-1 16 0,2-3 16 16,0-1 576-16,-1 1 112 16,0 0 32-16,-1 3 0 0,0 1-192 0,0 1-32 0,0 1-16 0,0 2 0 15,1 1-304-15,0 1-64 0,1 1-16 0,-1 3 0 16,-3-7-496-16,0 0-80 0,0 0-32 0,0 0 0 16,29 52-400-16,-29-52-64 0,0 0-32 0,22 53 0 15,-22-53 16-15,19 47 0 0,-19-47 0 0,19 52 0 0,-19-52 80 0,18 52 0 16,-18-52 16-16,17 52 0 15,-17-52-48-15,15 46-16 0,-15-46 0 0,14 40 0 0,-14-40-144 0,0 0-48 16,25 50 0-16,-25-50 0 0,0 0-208 0,0 0 0 16,36 43 0-16,-36-43 0 15,0 0-1824-15,0 0-304 0</inkml:trace>
  <inkml:trace contextRef="#ctx0" brushRef="#br0" timeOffset="63232.99">15596 9787 7359 0,'-2'-7'656'0,"-1"1"-528"0,2 3-128 0,1 2 0 16,0-1 832-16,0-1 144 0,-2-4 32 0,0-3 0 0,0-1 912 0,1 1 176 16,1 1 32-16,2 4 16 0,0 3 112 0,1 4 32 15,1 3 0-15,-1 0 0 0,-3-5-304 16,0 0-64-16,0 0-16 0,23 49 0 0,-23-49-720 0,0 0-144 0,24 45-16 0,-24-45-16 0,0 0-480 0,27 36-80 16,-27-36-32-16,0 0 0 15,0 0-416-15,31 32 128 0,-31-32-128 0,0 0 0 16,0 0-672-16,0 0-224 0,0 0-32 0,0 0-15488 15</inkml:trace>
  <inkml:trace contextRef="#ctx0" brushRef="#br0" timeOffset="63340.23">15789 9670 4607 0,'1'-2'400'0,"-1"0"-400"16,0 2 0-16,0 0 0 0,1-2 3040 0,0-1 528 16,2 0 96-16,-1 3 32 0,-1 6 352 0,-3 5 80 15,-2 8 16-15,-2 5 0 0,-2 2-1824 0,0 2-352 0,-1 3-80 0,1 0-16 16,2-3-1312-16,0-4-272 0,4 0-48 0,1-5-18048 15</inkml:trace>
  <inkml:trace contextRef="#ctx0" brushRef="#br0" timeOffset="64117.55">16361 9701 23951 0,'-2'0'2128'0,"1"-2"-1696"0,2 0-432 16,-1 1 0-16,0-1 1408 0,0 2 192 16,0-2 32-16,-1-3 16 0,0-2-432 15,-1-1-64-15,0 2-32 0,-1-2 0 0,0 1-864 0,-2 2-256 16,0-1 0-16,-2 3 128 0,-1 3-128 0,-1 0 0 15,-1 3 0-15,-2 0 0 0,0 3 0 0,-1 3-128 16,0 3 128-16,1 0 0 0,1 2 0 0,0 1 0 16,1 4 0-16,0 2 0 0,0 5 0 0,1 3 304 15,1-1-48-15,3 0-16 0,4-1 128 0,2-1 16 16,-1-26 16-16,10 45 0 0,-10-45 96 0,0 0 16 0,33 38 0 0,-33-38 0 0,35 9-176 0,-17-9-16 16,2-3-16-16,-1-1 0 0,1-6-112 0,-1-2 0 15,1-2-16-15,-3-4 0 0,2-1-176 0,-4 2 0 16,0 0 0-16,-1 1 0 15,-1-1-1856-15,-1 4-320 0</inkml:trace>
  <inkml:trace contextRef="#ctx0" brushRef="#br0" timeOffset="64411.26">16449 9850 11055 0,'-4'1'480'0,"1"1"112"15,1-2-464-15,2 0-128 0,0 0 0 0,0 0 0 0,1-3 2640 0,0 1 512 0,1-2 112 0,1-2 0 16,1 0-432-16,2-4-80 0,0 0-32 0,2-2 0 15,0 3-1680-15,1-2-336 0,-2 2-64 0,1 1 0 0,1 1-368 16,-1 2-64-16,0 2-16 0,0 1 0 16,-1 1 16-16,0 2 0 0,-2 4 0 0,-5-5 0 15,0 0-208-15,0 0 0 0,13 40 0 0,-13-40 0 0,-1 31 0 0,-1-15 0 16,-1 2 0-16,-1 0 0 0,0-1 0 0,2-5 0 16,0-1 0-16,1-3 0 0,1-4 0 0,0-1-128 15,1-3 128-15,0-2 0 0,0-1 0 0,0-4 0 16,2 0 0-16,0-3 0 0,0 1 0 0,0-3 144 15,3-2-144-15,-1-1 192 0,0-1 64 0,1 0 32 16,-1 1 0-16,1-2 0 0,0 5-64 0,0-2-16 16,0 3 0-16,1 2 0 0,-1 3-208 0,0 2 0 15,0 1 0-15,0 3 0 0,0 1 0 0,0 3 0 16,0-2 0-16,-1 1-11392 0,-5-3-2192 16</inkml:trace>
  <inkml:trace contextRef="#ctx0" brushRef="#br0" timeOffset="64784.84">16763 9827 14735 0,'-6'0'1312'0,"3"2"-1056"0,0-2-256 0,1 0 0 0,2 0 3152 16,0 0 576-16,1 0 112 0,0 0 32 0,2 0-976 0,0-2-192 16,4 0-32-16,1-1-16 0,2-1-1856 15,2-2-368-15,1-2-80 0,-1 0-16 0,1-1-336 0,-1-1 0 16,0 1 0-16,-1-2 128 0,-1 0-128 0,-2 2 0 15,-1-1 0-15,-2 2 0 0,-3 2 0 0,0-1 0 16,-3 0 0-16,-2 0 0 0,-1 2 0 0,-2 0 0 16,-1 3 0-16,-2 0 0 0,-3 2 0 0,-1 2 0 15,-1 2-144-15,-1 2 144 0,1 0-144 0,0 2 144 16,3 1-192-16,2 1 192 0,0 1-224 0,1 1 64 16,0 0 16-16,2 2 0 0,0 0 144 0,1-1 0 0,1 1 0 15,2-2 0-15,1 1 0 0,1-3 0 0,2 2 160 16,1-5-160-16,-3-7 320 0,0 0-16 0,0 0-16 0,0 0 0 15,0 0-32-15,38 21 0 16,-28-23 0-16,1-3 0 0,1 0-256 0,2-4 0 16,1 2 128-16,0-5-128 0,-1 2-224 0,1-3-96 15,0 0-32-15,1-1 0 16,-2 0-2624-16,0 4-528 0,-2 1-96 0,-1 1-10336 0</inkml:trace>
  <inkml:trace contextRef="#ctx0" brushRef="#br0" timeOffset="65412.7">17012 9746 10703 0,'4'0'224'0,"-2"0"48"0,0-1 16 0,-1 1 32 0,-1-1-320 0,2 1 0 0,0-2 0 0,2-1 0 16,4-2 2688-16,1-1 448 0,1-2 112 0,-1 3 16 16,0-2-880-16,-2 0-160 0,1 2-48 0,-3 1 0 0,0-1-544 0,-2 0-112 15,-2 3-32-15,-1 0 0 16,0-1-720-16,-2 3-128 0,-1-2-48 0,-1 1 0 0,-1 1-224 0,1-2-48 16,-2 2-16-16,0 0 0 15,0-1-112-15,0 1 0 0,0 0-16 0,0 0 0 0,-1 1-176 0,1-1 0 0,1 2 0 0,-1-1 128 16,3 2-128-1,-1 1 0-15,0 0 0 0,1 1 0 0,-1 2-176 0,0-1 176 0,1 2-128 0,1 0 128 16,0 1 0-16,-1 1 0 16,1 1 0-16,0-1-128 0,1 0 128 0,1 0 0 0,1-1 0 15,0 0 0-15,0 1 0 0,1-4 0 0,2 0 0 0,0-2 0 16,1-2 0-16,1-2 0 0,0-2 0 0,1 0 0 16,-1-3 0-16,1-1 0 0,2 0 0 0,-1-1 0 15,-1-2 0-15,1 1 0 0,1-3 0 0,1 0-192 31,-1-2-256-31,-2 1-48 0,1 0-16 0,-3 2 0 0,0-1 256 0,-1 1 64 0,-2 3 0 0,0 0 0 0,-1 2 192 16,0 3 0-16,-1 0 0 0,-1 4 0 0,0 0 0 0,-1 3 0 16,0 1 0-16,0 2 0 0,0 0 176 0,-1 3-32 15,1 0 0-15,1 2 0 0,1-13 112 0,0 26 32 16,0-26 0-16,0 0 0 0,0 0-32 0,13 38-16 16,-13-38 0-16,0 0 0 0,0 0-112 0,0 0-128 15,39 7 176-15,-28-12-176 0,0-2 0 0,1-2 0 16,0-1 0-16,-2 1 0 15,0 2 0-15,0-5-256 0,2 0 32 0,0-4 0 32,0 1-1424-32,0-2-272 0,0 3-64 0,-1 0-16 0,1 0-1584 15,-1-3-320-15,0 0-64 0,-1-1-16 16,1-3 1264-16,0-1 256 0,-1 1 48 0,-2 2 16 0,0 5 1856 0,-4 5 368 0,-1 5 176 0,-1 4-160 16,-1 1 2352-16,-2 2 480 0,0 2 80 0,-1 1 32 0,-1 1 704 0,0 5 144 0,0 0 16 0,-1 4 16 31,0 3-1568-31,0 0-320 0,-1 3-64 0,0-1-16 15,2 2-800-15,0-1-144 0,1-3-48 0,1 0 0 16,1-19-384-16,0 33-64 0,0-33-32 0,2 32 0 16,-2-32-224-16,0 28 0 0,-1-15 0 0,0-1 0 15,1-2 0-15,0-3-128 0,0-5-16 0,0-1 0 16,1-2-1024-16,0-1-208 0,1-1-32 0,0-3-9664 16,1-1-1936-16</inkml:trace>
  <inkml:trace contextRef="#ctx0" brushRef="#br0" timeOffset="65605.33">17348 9614 12895 0,'-8'3'576'0,"2"0"112"0,1 2-560 0,1 0-128 16,2-3 0-16,1-1 0 0,-1 3 2928 0,1 1 544 15,-4 4 112-15,0 1 32 0,2 1-112 0,0-2-32 16,3 0 0-16,2-3 0 0,2-1-2064 0,1-4-432 0,2-2-80 0,2-1 0 16,2-3-512-16,1-2-112 0,2 0-16 0,1-4 0 15,1 0-256-15,1-3 160 16,0 2-160-16,-1 0 128 0,1 0-128 0,-1-1 0 0,-1 1 0 0,0 2 0 31,3-1-432-31,-1 1-64 0,-1 2-16 0,-4 0-17936 0</inkml:trace>
  <inkml:trace contextRef="#ctx0" brushRef="#br0" timeOffset="65751.85">17618 9541 7359 0,'-1'-1'656'0,"1"1"-528"0,0-2-128 0,0 2 0 0,1 0 3216 0,0-2 624 15,0 1 112-15,2-1 16 16,0-1-64-16,3-3 0 0,3 0-16 0,0 0 0 0,0 0-2656 0,-1 2-528 15,2-1-96-15,-1 0-32 16,0 3-896-16,-2 1-176 0,1 1-32 0,-3 1-15728 16</inkml:trace>
  <inkml:trace contextRef="#ctx0" brushRef="#br0" timeOffset="65913.5">17654 9644 3679 0,'0'-2'320'0,"1"-2"-320"16,0 3 0-16,-1-1 0 0,1 0 3648 0,-1 2 640 15,0 2 144-15,0-2 32 0,0 2 16 0,0 1 0 16,0 3 0-16,-2 2 0 0,-1 4-2880 0,0 0-560 16,-2 4-112-16,0-2-32 0,1 3-704 0,-1 0-192 0,0-2 0 15,3-2 0-15,0-1-288 0,1-3-96 0,1-9 0 16,0 0-16608 0</inkml:trace>
  <inkml:trace contextRef="#ctx0" brushRef="#br0" timeOffset="66293.53">17777 9590 23039 0,'-1'0'1024'0,"0"0"192"0,1 0-960 0,-1 2-256 0,0 0 0 0,-1 1 0 15,1 2 2560-15,-2 1 448 0,-1 4 112 0,-2 5 16 0,1 3-1056 0,1 1-208 16,0-2-32-16,4-17-16 0,-3 33-1280 0,3-33-256 16,-1 28-48-16,1-28-16 0,0 0-224 0,0 0 0 15,0 34 0-15,0-30 0 0,0-1 0 0,0-3 0 16,0 0 0-16,1-3 0 15,0-1-288-15,1-1 48 0,1-2 16 0,0-2 0 16,0-1-208-16,2-1-32 0,0-1-16 0,1-1 0 16,2-1 64-16,-1-2 16 0,1 1 0 0,1 1 0 15,-1 0 240-15,0 0 160 0,0 0-192 0,-1 2 192 16,1 2 0-16,-1 1 0 0,1 2 0 0,-2 2 0 0,0 2 0 16,-2 1 0-16,1 0 0 0,-1 0 0 0,0 2 496 15,-1 0 0-15,1 2 0 0,-1 0 0 0,-1 0-80 0,1 3-16 0,0 0 0 0,0 2 0 16,-2-1-208-16,0 2-64 15,1 1 0-15,-3 0 0 0,1 2-128 0,-1-2 0 16,0 1 0-16,-1 1 0 0,0-1 0 0,0 0 0 0,1-1 0 0,-1-2 0 16,1 0 0-16,1-1 0 15,-1 0 0-15,1-4 0 0,0 1-208 0,1-1-32 16,1 0 0-16,-1-1 0 16,2 1-1040-16,-1-2-224 0</inkml:trace>
  <inkml:trace contextRef="#ctx0" brushRef="#br0" timeOffset="67051.03">18073 9678 3679 0,'0'0'320'0,"1"-2"-320"0,1 1 0 0,-1-1 0 15,0 1 2208-15,-1 1 368 16,1 0 80-16,1-2 16 0,1 1 784 0,-1 0 144 0,3-3 48 0,-1 3 0 15,-1-1-1024-15,1-1-208 0,-1 1-48 0,0 0 0 16,0-1-1424-16,0 1-304 0,1-1-48 0,0 1-16 16,1 0-192-16,0-3-32 0,1-2-16 0,0 2 0 15,1-2-208-15,0-2-128 0,-1 0 160 0,2-1-160 16,-1-2 0-16,0-2 128 0,-1-1-128 0,1-3 0 16,-1-1 0-16,0-1 0 0,-2 2 0 0,-1 3 0 15,-2 1-144-15,-2 7 144 0,-2 2-208 0,-2 3 80 16,-1 2 0-16,-3 5 0 0,-2 2 0 0,-1 4 0 0,0 4-192 15,-1 2-48-15,0 4 0 0,-1 2 0 16,0 3 240-16,1 0 128 0,1 0-160 0,1-2 160 16,1 0 0-16,3-2 0 0,1-4 0 15,4-3 160-15,2-15 128 0,0 0 32 0,0 0 0 0,8 40 0 0,-8-40 0 0,0 0 16 16,0 0 0-16,29 3 0 0,-19-6-144 0,1-3-48 0,1 0 0 0,0 0 0 31,0 1-144-31,-2 2 0 0,1 0 144 0,-3 4-144 0,-8-1 128 16,0 0-128-16,0 0 128 0,0 0-128 0,0 0 192 0,20 45-16 15,-23-27-16-15,-3 2 0 0,-1-1 64 0,-3 4 16 16,-2 1 0-16,0-2 0 0,0-1-112 0,-1 0-128 16,-1-2 176-16,0-2-176 0,-2-3 128 0,1-2-128 0,-1-1 0 15,1-1 0-15,2-3 176 0,-1-2-176 0,1 0 160 16,0-2-160-16,1-2 0 0,-1-1 0 16,0-2 0-16,0-5-12304 0,3 0-2528 0</inkml:trace>
  <inkml:trace contextRef="#ctx0" brushRef="#br0" timeOffset="68915.91">19032 9684 18431 0,'3'-2'1632'0,"-1"1"-1312"16,-1 0-320-16,0 1 0 0,0 0 1952 0,0-2 320 15,2 0 64-15,0-1 16 0,4 0-64 0,-2-1-16 0,2-3 0 0,-2 2 0 16,1-2-1184-16,-1 0-256 16,-1-1-32-16,1-1-16 0,-1 0-400 0,-1-1-96 15,-1-2-16-15,-2 2 0 0,-1-1-272 0,-3-1 128 0,0 2-128 16,-4 2 0-16,2 2 0 0,-3 1 0 16,-2 1 0-16,-2 2 0 0,1 4-128 0,-2 2-48 15,1 4 0-15,-1 2 0 16,-1 3-224-16,-1 4-48 0,0-1-16 0,1 7 0 0,0 2 144 0,1-1 16 0,0 0 16 0,3-1 0 15,1-2 288-15,3 2-192 0,1 0 192 0,3 0-160 16,3-4 160-16,0-19 0 0,0 0 0 0,0 0 0 16,22 40 0-16,-10-37 128 0,1-6-128 0,3-1 128 15,1-4 128-15,2-4 48 0,1-2 0 0,0-1 0 0,-1-2-144 16,2-1-32-16,-3-2 0 0,1 0 0 0,-4 1-256 0,-2 0-64 16,-1 3-16-16,-5 2 0 0,-1 4-32 0,-3 0 0 15,-1 4 0-15,-1 1 0 0,-3 2 240 0,0 3 0 0,-3 3 0 16,-1 4-144-16,-1 2 144 0,-1 3 0 0,-1 3 160 0,3 1-160 15,-1-3 320-15,3 5-16 16,-1 2-16-16,3 0 0 0,2-2 48 16,0-18 16-16,0 0 0 0,18 41 0 0,-18-41 0 0,0 0 0 0,37 15 0 0,-37-15 0 15,30 2-224 1,-13-5-128-16,2-3 160 0,-1-2-160 0,3-1-352 16,-2-2-160-16</inkml:trace>
  <inkml:trace contextRef="#ctx0" brushRef="#br0" timeOffset="69312.2">19424 9388 1839 0,'2'-7'160'0,"-1"0"-160"0,3 2 0 0,-1 0 0 15,-1 2 928-15,0 2 160 0,0-2 16 0,2-4 16 16,2 0 1200-16,2-2 240 0,-1-1 64 0,0 4 0 0,-3 2-160 0,-2 4-32 16,-3 4 0-16,-2 4 0 0,-3 5-480 15,-1 3-96-15,-2 3-32 0,-2 3 0 0,-1 2-800 0,1-1-176 16,0 0-16-16,3-1-16 0,1-4-576 0,4-3-112 16,3-3-128-16,4-5 176 15,3-5-752-15,3-3-160 0,2 0-32 0,3-6-13536 16</inkml:trace>
  <inkml:trace contextRef="#ctx0" brushRef="#br0" timeOffset="69436.14">19597 9344 3679 0,'-5'-1'320'0,"1"-1"-320"0,0 2 0 0,0 2 0 15,3-1 3552-15,-2 3 640 0,0-2 128 0,-3 5 32 16,-2 3-704-16,-3 2-128 0,-2 5-16 0,0 1-16 16,2 1-2240-16,3-4-448 0,2-1-96 0,3-2-15568 15</inkml:trace>
  <inkml:trace contextRef="#ctx0" brushRef="#br0" timeOffset="70047.82">19792 9654 19343 0,'-8'-5'848'0,"3"0"192"0,2 1-832 0,1 1-208 0,2 1 0 15,0 2 0-15,1-2 1072 0,-1 1 160 16,1-1 48-16,1-3 0 0,1 0 352 0,1 2 80 15,0 0 16-15,1 0 0 0,-1 0-336 0,1 1-64 0,0 0-16 0,-1 0 0 16,2-1-464-16,-1 1-80 0,2-3-32 0,-1 1 0 16,-1-1-528-16,1 0-208 0,-1-2 176 0,0 0-176 15,-1-1 128-15,0 1-128 0,-1 0 0 0,-1-2 0 16,-1-1 0-16,-1-1 128 0,0-3-128 0,-2 2 0 16,-2 2 0-16,0-2 0 0,-3 3 0 0,-1 2 0 15,-1 2 128-15,0 2-128 0,1 4 0 0,-2 1 0 16,2 3 272-16,0 1-32 15,-1 4-16-15,0 2 0 0,1 2-80 0,0 2-16 0,1 4 0 0,1-2 0 16,3 0 16-16,1-1 0 0,2-17 0 0,0 0 0 16,5 46-144-16,-5-46 128 0,0 0-128 0,0 0 128 15,28 44-128-15,-28-44 0 0,0 0 0 0,0 0 0 0,35 39 0 16,-35-39 0-16,0 0 0 0,0 0 0 16,16 40 0-16,-16-30 0 0,-2 2 0 0,-2 0 0 15,-3 2 0-15,-1-4 0 0,-1 1 0 0,-3-1 0 16,0-1 0-16,-2 1 0 0,-2-1 0 0,-1-2 0 0,-1-1 0 0,-1 0 0 15,0-1 0-15,0-3 128 16,4 1-128-16,-1-2 0 0,3-2 144 0,0-1-144 16,1-1 208-16,2 0-16 0,2-1-16 0,1-3 0 15,3 2-176-15,2-2 0 0,2 0 0 0,2-1 128 16,1 2-432-16,3-2-80 0</inkml:trace>
  <inkml:trace contextRef="#ctx0" brushRef="#br0" timeOffset="70518.1">20044 9663 2751 0,'8'-2'256'0,"-3"0"-256"16,1 1 0-16,-2-1 0 0,-1 2 1632 0,-1-1 288 0,1 0 48 0,1-1 16 15,4-1 128-15,3-2 16 0,0 1 16 0,-1-3 0 16,0 2-928-16,-3 0-192 0,-1 0-48 15,-3 1 0-15,0-1 224 0,-1 1 32 0,-1-2 16 0,0-1 0 16,-2 0 176-16,0 0 48 0,-2-3 0 0,0 1 0 0,-1-1-336 0,-2 1-64 16,0-4-16-16,-1 2 0 15,1 1-224-15,0 4-64 0,1-1 0 0,0 4 0 16,-1 3-400-16,2 3-96 0,-2 2-16 0,2 2 0 16,-3 3-256-16,1 3 128 0,-3 3-128 0,1 4 0 15,-1 1 0-15,1 0 0 0,-1 5 0 0,-1-3 0 16,0 2 0-16,1-1 0 0,1-1 0 0,1-2 0 15,3-1 0-15,4-20 0 0,0 0 0 0,1 35 0 16,-1-35 0-16,0 0 0 0,0 0 0 0,29 3 0 16,-18-10 144-16,4-1-144 0,4-6 0 0,0-3 144 15,2-3-144-15,-2 0 0 0,0-1 0 0,-3-2 128 0,0 1-128 16,-3 0 0-16,-1 1 0 0,-3 0 0 0,-2 2 0 16,-2 2 0-16,-2 5 0 0,-2 5 0 0,-1 0 0 15,-2 5 0-15,0 2 128 0,-3 4-128 0,0 4 176 0,-1 2 0 16,-3 4 0-16,1 3 0 0,1 1 64 0,-1 2 16 15,2 0 0-15,1-1 0 0,1-2-128 0,4-17 0 16,-1 31-128-16,1-31 192 0,0 0-192 0,0 0 144 16,0 0-144-16,27 38 128 0,-17-36-128 0,0-2 0 15,0-2 0-15,1-1 0 16,0-2-640-16,0 1-96 0</inkml:trace>
  <inkml:trace contextRef="#ctx0" brushRef="#br0" timeOffset="71225.88">20458 9485 15663 0,'0'-7'1392'16,"1"3"-1120"-16,0 2-272 0,-1 2 0 0,0-1 1920 0,1 1 320 0,0-4 64 0,-1 1 0 16,1-1 880-16,0 3 160 0,0 4 48 0,-1 4 0 15,-1 4-1840-15,-1 7-352 16,-1 7-80-16,-2 2-16 0,0 5-720 0,-2 2-128 0,1 1-48 16,0-1 0-16,0 1-208 0,1-2 144 0,0-2-144 0,2-3 128 15,3-28-128-15,-2 53 0 16,2-53 0-16,2 37 128 0,-2-37-128 0,0 0 0 0,0 0 0 0,0 0 0 15,0 0 0-15,36 12 0 0,-27-23 0 0,0-1 0 16,0-5-320-16,0-1 16 0,-1-2 0 16,0-1 0-1,-3-2-1472-15,-1-1-288 0,-3-5-64 0,-1-2-16 0,-3-4-1216 0,-2 0-240 0,1-3-48 0,-3 2-16 16,1 2 848 0,-1 6 192-16,0 4 16 0,-1 8 16 0,1 5 1824 0,0 3 384 0,0 6 64 0,1 1 0 15,0 1 2416-15,1 1 464 0,1 3 112 0,1-3 16 16,1 1 864-16,2 0 176 0,1 0 48 0,1-2 0 0,3 2-1408 15,0-2-288-15,3-2-48 0,0 2-16 16,2-2-1248-16,2 0-240 0,1-1-48 0,2-2-16 0,1 3-272 16,0-2-48-16,3 3-16 0,-2 1 0 0,-2 1-128 0,-15-1 0 0,0 0 0 0,0 0 128 31,37 35-128-31,-37-35 0 0,-3 31 0 0,-5-15 0 16,-1 3 0-16,-4 0 0 0,-4 1 0 0,-3 0 0 0,-1-2 0 0,-3 0 0 0,0-5-128 0,0-1 128 0,3-3-128 0,2-3 128 31,5-3-160-31,2-3 160 0,4-1-224 0,5-2 48 15,3-3 16-15,4-3-11888 16,3-1-2384-16</inkml:trace>
  <inkml:trace contextRef="#ctx0" brushRef="#br0" timeOffset="71425.83">20858 9310 6447 0,'-7'-10'576'0,"2"6"-576"0,3-1 0 0,-1 2 0 15,1 3 3968-15,0 0 672 0,1 0 144 0,-2 0 16 16,1 0-2016-16,-3 3-416 0,-1 0-64 0,1 3-32 16,-1 2-1488-16,1 1-288 0,-1 1-64 0,2 1-16 15,-1 1-416-15,0 0 0 0,2 0 128 16,-1 0-128-16,1-2 0 0,0 1 0 0,1-2 0 0,1 1 0 16,0-2-416-16,1-1-160 0</inkml:trace>
  <inkml:trace contextRef="#ctx0" brushRef="#br0" timeOffset="71549.62">20944 9318 10127 0,'-2'-4'896'0,"1"2"-704"0,-1 1-192 0,0 1 0 0,1 1 3136 0,-1 1 576 0,-2 1 128 0,-2 3 32 0,-3 3-224 0,-4 5-64 16,-3 2 0-16,-1 6 0 0,0-1-2240 0,2 0-448 16,5-2-80-16,3-2-18032 0</inkml:trace>
  <inkml:trace contextRef="#ctx0" brushRef="#br0" timeOffset="74116.66">20745 9710 4607 0,'1'-4'400'0,"0"0"-400"0,0 3 0 0,0-1 0 15,0 0 1360-15,-1 1 192 0,0 1 48 0,1-2 0 16,1 2 1232-16,-1-2 256 0,1-1 48 0,-1 3 16 16,2-2-176-16,1 2-32 0,1 0-16 0,2 0 0 15,1 2-1008-15,3-2-208 0,2 0-48 0,2 0 0 16,4 0-960-16,-1-2-192 0,3-1-32 0,0 1-16 15,0 0-464-15,1-2 0 0,-2 3 0 0,-1-2 0 16,-4 1 0-16,0 2-240 0,0 0 32 0,-3 0-17328 16</inkml:trace>
  <inkml:trace contextRef="#ctx0" brushRef="#br0" timeOffset="74381.13">21007 9528 911 0,'-9'-2'0'0,"4"-1"0"0,1 3 0 0,1-2 0 15,3 2 2736-15,0 0 464 0,0 0 80 0,0 2 32 0,0-1 512 16,0 1 96-16,2 0 32 0,2 1 0 0,2 1-1808 0,1-1-352 0,1-1-80 0,2 0-16 16,1 3-816-16,2-3-176 0,1 2-16 15,1-1-16-15,3-2-288 0,1 1-64 0,1 0-16 0,-2 1 0 16,0-1-48-16,-2 1-16 0,-1 1 0 0,-3 1 0 16,-2-1 16-16,-3 2 16 0,-1 0 0 0,-4 0 0 15,-2 2-16-15,-5 0 0 0,-1 2 0 0,-5 1 0 16,-4-1-48-16,-4 2-16 15,1-1 0-15,-4 1 0 0,0 0-192 0,-2 0 128 16,-3 1-128-16,1 0 0 0,0 0-160 0,6-2-128 0,5-2-32 16,6-2-17280-16</inkml:trace>
  <inkml:trace contextRef="#ctx0" brushRef="#br0" timeOffset="75433.42">21760 9573 26719 0,'-2'-7'1184'0,"1"5"240"0,1-1-1136 0,0 1-288 0,0 0 0 0,0 1 0 0,-1 1 1520 0,1 0 240 16,-1 0 48-16,0-2 16 0,-1 2-896 0,0-1-176 16,0 1-48-16,-2 0 0 0,0 0-704 0,-1 1 0 15,-1 1 0-15,0-1 0 0,-1 3 0 0,-1-1 0 16,-1 2 0-16,-2 2 0 0,0-1 0 0,-1 2 0 15,0 1 0-15,0 0 0 0,-1 3 0 0,0 1-128 16,-1 3 128-16,1 1 0 0,2-1 0 0,3 1 256 16,1-1-64-16,4-1 0 0,3-15 160 0,0 0 32 15,0 0 0-15,14 47 0 0,-14-47-128 0,0 0 0 16,0 0-16-16,43 21 0 0,-31-19-240 0,1-2 176 0,0-1-176 0,1-2 160 16,1-2-160-16,0-2 0 15,0 0 0-15,-1-2 0 0,2-1 0 0,-2 0-144 0,-1-2 144 0,0 1-208 16,1 1 64-16,-1-4 16 0,0 2 0 0,-1-1 0 15,-2 1 128-15,-1 2 0 0,0-1-144 0,-3 1 144 16,0 5 0-16,-2 0 0 0,-3 2 0 0,0 1 0 16,-1 2 0-16,-1 5 0 0,-2 0 0 0,-2 2 0 15,0 2 0-15,1 3 0 0,-2 2 0 0,2 1 0 16,-1 2 0-16,5-17 0 0,-6 35 0 0,6-35 0 16,0 0 0-16,4 45 0 0,-4-45 128 0,0 0-128 0,0 0 0 15,32 26 0-15,-20-26 0 0,2-2 128 0,1-3-128 16,2 0 0-16,1-4 0 0,-3 0 0 0,0 1 0 0,-2-4 0 15,0 0 0-15,-2 0 0 0,-2 0 0 0,-2 0 0 16,-3 1 0-16,-2 1 0 0,-4 1 0 0,-3-1 0 16,-1 1 0-16,-5 2 0 0,-1-1 0 0,-3 0 0 15,-3 3 0-15,1 2 0 0,0 1 0 0,0 2-176 16,1 0 176-16,2 2-128 0,1-2 128 0,0 3 0 16,0 1-144-16,3-1 144 0,1 1 0 0,1-1 0 0,2 1 0 15,1 0 0-15,4-1 0 0,0-2 0 0,2 3 0 0,1-1 0 16,3-3 0-16,2 2 0 0,0-2 0 0,2-2 0 15,2 2 0-15,2-3 0 16,1 1 0-16,3-3 0 0,0 1 0 0,1-2 0 0,1 0 0 0,-1 1 0 16,0 0 0-16,-2-2-192 15,0 2 64-15,0 1 128 0,-1-1 0 0,-2 2 0 0,0 1 0 0,-3 2 0 16,0-2 0-16,-1 2 0 0,-1 2 0 16,-2-1 0-16,0 2 0 0,-2 0 160 0,0 2-32 0,-1-1-128 0,-1 1 192 0,0 0-192 15,-2 2 192-15,0 2-192 16,-2 0 0-16,-2 0 0 0,1 2 0 0,-3-2 0 15,1 1 0-15,0 0 0 0,0-3 0 0,1 1 0 16,0-2 0-16,2-1 0 0,0-3 0 0,2 0 0 16,0-2 0-16,3-1 0 0,1-2 0 0,1-2 0 0,4-2 0 0,0-1 0 15,0 0 0-15,2-2 0 16,3-1 0-16,1-1 0 0,2-1 0 0,1-1 0 0,3 0-256 0,-2-2 0 16,0 3 0-16,-2 2 0 15,-1 2-64-15,-3 3 0 0,-2 1-16 0,-3 3 0 0,-3 2 336 0,-1 3-144 0,-2 2 144 0,-2 1 0 16,-2 1 0-16,-1 3 128 0,-2 1 0 0,-1 2 16 15,0 3 160-15,-1 1 16 0,-1-1 16 0,-1 3 0 16,1-2-64 0,1-1-16-16,1 1 0 0,1-3 0 0,5-14 96 0,0 0 16 15,-3 33 0-15,4-25 0 0,3-4-224 0,1-2-144 0,1 1 192 16,3-6-192-16,1 1 0 0,2-5 0 0,1 0 0 0,2-3-11728 16,0 1-2416-16</inkml:trace>
  <inkml:trace contextRef="#ctx0" brushRef="#br0" timeOffset="75733.31">22577 9480 7359 0,'5'-6'320'0,"-2"1"80"0,1 0-400 0,-2 3 0 0,0 0 0 15,-1 1 0-15,0 1 720 0,1-2 64 16,1-1 16-16,2 0 0 0,-2 0 176 0,1 1 48 0,-2 2 0 0,-2 4 0 15,-1 0 480-15,-3 4 96 0,-2 4 32 0,-1 2 0 16,-3 4 528-16,-1 3 96 0,-2 2 32 0,-1 3 0 16,-2 0-144-16,1 0-32 0,2 0 0 0,2-5 0 15,4-2-832-15,7-19-192 0,-5 33-16 0,5-33-16 16,0 0-800-16,0 0-256 0,0 0 160 0,0 0-160 16,25 41 0-16,-17-41 128 0,-1 0-128 0,2-3 0 15,-1 1 0-15,1-3 0 0,1 0 0 0,1-2 0 16,1 0-560-16,-2 0-80 0,1-3-32 0,-2 3 0 15,1 0-1248-15,-3 0-240 0,0 0-48 0,-1 0-16 16,0 1-1136-16,-2-3-224 0</inkml:trace>
  <inkml:trace contextRef="#ctx0" brushRef="#br0" timeOffset="75915.75">22524 9571 1839 0,'-11'0'0'0,"4"0"160"0,-1 0-160 0,3 0 0 15,4 0 0-15,0 0 0 0,1 0 2656 0,-2 0 496 16,0 0 112-16,0-2 0 0,2 1 1280 0,3-1 256 15,2 0 64-15,2-1 0 0,2-2-2224 0,2 1-432 0,1-1-96 0,2 0 0 16,2 1-1296-16,1-4-256 0,0 1-48 0,2 0-16 16,0 1-496-16,-1 0 128 0,1 2-128 0,-2-3 0 15,1 2 0-15,-2 1 0 0,-2 1 0 0,-1 2 0 32,-2 1-704-32,-2 0-96 0,-1 1-16 0,0 1-16336 0</inkml:trace>
  <inkml:trace contextRef="#ctx0" brushRef="#br0" timeOffset="76265.46">22818 9548 11967 0,'-2'-3'1072'0,"0"2"-864"16,2 1-208-16,0 0 0 0,0 0 2672 0,0 0 480 15,0 0 112-15,1-2 0 0,0 1 128 0,1-2 32 16,3 1 0-16,-1-1 0 0,4 0-2400 0,-1 0-464 16,2-1-112-16,0 2 0 0,0-3-448 0,0 3 0 15,2 2 0-15,-3-2 0 0,0 2 0 0,0 2 0 16,-1 0 0-16,-1 1 0 0,-2 4 0 0,-4-7 0 15,0 0 128-15,0 0-128 0,0 0 0 0,2 50 0 16,-2-50 0-16,-10 28 0 0,10-28 0 0,-16 29 0 16,7-15 0-16,1-3 0 15,-2-1 0-15,3-2 0 0,-1 1 0 0,1-2 0 0,1-2 0 16,3-1 0-16,0-1 0 0,2-3 0 0,1 0 0 0,1-2 0 16,2-1 0-16,0-2 0 0,3 0 256 0,1-3-16 15,0-1-16-15,2 0 0 16,1-3 144-16,1 1 16 0,2-3 16 0,0-1 0 0,0 1-208 0,2-1-32 15,2-1-16-15,-1 2 0 0,0-3-144 0,-2 3 0 16,0 2 0-16,-2 1 0 0,-1 3 0 0,-2 3 0 16,-3 3 0-16,-1-1 0 15,-1 6-560-15,-2-2-80 0</inkml:trace>
  <inkml:trace contextRef="#ctx0" brushRef="#br0" timeOffset="76639.28">23164 9574 11055 0,'-1'2'976'0,"0"-2"-784"0,1 2-192 0,0-2 0 16,0 0 2176-16,0 0 384 0,0 0 64 0,1 0 32 15,-1 1-528-15,2-1-96 0,0 0-32 0,1-1 0 16,-1 1-1552-16,1-2-320 0,0 2-128 0,-1-2 0 16,-1 1 0-16,-1 1 0 0,-1 3 0 0,-2 0 0 15,-1 1 0-15,0 3 144 0,-3 0-144 0,0 2 192 16,-2 3 320-16,-1 0 64 0,1 2 0 0,-1-2 16 15,1 1 64-15,2-1 16 0,1-1 0 0,4-2 0 16,1-2-224-16,2-2-64 0,1 0 0 0,4-4 0 16,0-1-384-16,3-1 0 0,1-2 128 0,2-1-128 15,2-1-128-15,1-4-64 0,0-1-16 0,0 1 0 16,0-3-816-16,-1 0-176 0,-1 0-16 0,-1-2-16 16,-1 2 384-16,-2 0 80 0,-2-2 0 0,-1 2 16 0,-3 0 512 0,0 0 112 15,-3 5 128-15,-1 2-208 0,-1 1 208 0,-1 2 0 16,-3 1 144-16,0 4-144 0,-3-1 1088 0,2 0 112 15,-2 1 16-15,2 1 16 0,1 1-16 0,-1 0-16 16,2 2 0-16,2-4 0 0,0 2-768 0,1-1-160 16,1-2-16-16,0 1-16 15,1 1-672-15,1-1-128 0,1-2-16 0,1-1-14768 0</inkml:trace>
  <inkml:trace contextRef="#ctx0" brushRef="#br0" timeOffset="76953.88">23470 9381 10127 0,'1'-2'896'0,"-1"2"-704"0,0 0-192 0,0 0 0 15,1 0 2976-15,-1-1 560 0,1 1 112 0,0-2 32 16,1 2-240-16,0-1-48 0,0 1-16 0,1 0 0 16,0 0-2256-16,-1 0-448 0,0 0-96 0,0 1 0 15,1 1-448-15,-2 1-128 0,0 3 0 0,-2 2 0 0,1-8 0 0,0 0 0 16,-10 41 0-16,10-41 0 0,-18 47 240 15,6-18-64-15,0 1-16 0,-2 2 0 0,-2 0 176 16,1 0 48-16,-2 0 0 0,1-1 0 16,5-5-96-16,2-2-16 0,9-24 0 0,-8 40 0 0,8-40-144 0,0 0-128 15,0 0 144-15,0 0-144 0,23 43 176 0,-13-45-176 16,4-1 192-16,1-5-192 16,3-1 208-16,3-3-64 0,1-1-16 0,1-2 0 0,-1-1-128 15,2-3 0-15,0 1 0 0,-1-2-12352 0,-2 2-2448 16</inkml:trace>
  <inkml:trace contextRef="#ctx0" brushRef="#br0" timeOffset="77735.57">15891 10589 11055 0,'2'-5'976'0,"0"2"-784"0,1 0-192 0,-1 1 0 16,-1 2 1536-16,0-4 256 0,2 1 48 0,1-4 16 0,0-1 768 0,-1 0 144 31,-1 2 48-31,-2 2 0 0,-2 1-832 0,-1 3-144 16,-2 1-48-16,-2 3 0 0,-3 1-832 0,-2 3-192 0,-3 3-16 0,-1 1-16 15,-2 2-432-15,-1 0-96 0,-3 6-16 0,1 0 0 16,0 2-192-16,0-1 0 0,0 3 0 0,1-3 0 0,4-2 0 0,4-2 0 16,1-3 0-16,5-2 0 15,1-3 0-15,3-1 0 0,1 1 0 0,2-5 0 16,2-1 0-16,3-1 0 0,-1-2 0 0,2 0 0 15,-2 0 0-15,2-2 0 0,3-3 0 0,1 1 0 0,1-1 128 0,1 0-128 16,0 1 0-16,-1 1 0 16,-1 0 144-16,-1 3-144 0,-2 0 128 0,-1 0-128 15,-3 1 0-15,-1 3 128 0,0 1-128 0,-3 5 0 16,-2-1 0-16,-3 3 128 0,-1 3-128 0,-4 1 0 0,-2 2 176 16,-2 0-48-16,0 0-128 0,-1-1 192 0,0-2 64 0,1-2 16 15,3-1 0-15,1-3 0 0,2-4-96 0,3-2-32 16,2-3 0-16,1-2 0 0,3-3-144 0,1-2 0 15,2-1 0-15,0-4 0 16,3 0-624-16,2-1-144 0,2-2-48 0,1 1-16240 16</inkml:trace>
  <inkml:trace contextRef="#ctx0" brushRef="#br0" timeOffset="78110.53">15991 10732 7359 0,'13'-12'320'0,"-4"6"80"0,-3-2-400 0,-1 4 0 15,-3 1 0-15,-1 1 0 0,0-1 2720 0,0 1 464 16,1-4 80-16,-1 0 32 0,-1 4 192 0,-4 2 32 15,-2 1 16-15,-2 5 0 0,-3 4-1520 0,0 4-304 16,-2 3-64-16,1 1-16 0,2 2-1008 0,1 0-208 0,1 0-32 0,4-4-16 16,1 1-368-16,3-5 128 0,2-1-128 0,-2-11 0 15,0 0 0-15,0 0 0 16,0 0 0-16,0 0 0 0,40 26 0 0,-30-28 0 0,-1-2 0 0,0-1 0 16,-3 2 0-16,1-1 0 0,4-6 0 0,1-3 0 31,0 0-464-31,0-1-16 0,1-2 0 0,-3 2 0 15,-1 2-704-15,0 0-144 0,-1-2-16 0,0 1-16 0,0 0-1168 16,-2 1-224-16,1 2-64 0,-3-1 0 16,0 2 816-16,-1 3 144 0,0-1 48 0,-3 3 0 0,1 3 1680 0,-2 1 320 0,-1 1 80 0,-2 2 16 15,-1 3 1648-15,1 1 336 0,-2 3 64 0,1 1 16 0,-1-1-32 0,1 2 0 16,-1 1 0-16,0 0 0 16,2 1-880-16,-1 0-176 0,1-2-48 0,2-1 0 0,1-1-640 15,0-2-144-15,1 0-32 0,1-1 0 16,1 1-272-16,-1-2-128 0,1 2 128 0,1-4-128 0,1 2 0 0,-1-2 0 15,1-1 0-15,1 1 0 16,-1-4-640-16,3 0-176 0,-1-2-16 0,2-3-15968 16</inkml:trace>
  <inkml:trace contextRef="#ctx0" brushRef="#br0" timeOffset="78472.85">16251 10732 12319 0,'-7'5'256'0,"2"0"64"0,2-3 16 0,1 1 32 0,2-1-368 0,0-2 0 16,0 0 0-16,0 3 0 0,1-1 3296 0,1 0 592 0,1-2 112 0,2 0 32 15,0-2-1120-15,3-3-224 16,0-2-32-16,2 0-16 0,1-3-1360 0,1 1-256 0,0-3-64 0,1 0-16 16,0 0-688-16,0 0-128 0,-1 4-128 0,-1 1 192 0,-1 4-192 0,-3 1 0 15,1 4 0-15,-4 2-176 16,-1 4-144-16,-3-8-48 0,0 0 0 0,0 42 0 15,-3-23-304-15,-1 0-64 16,-3 5-16-16,-1-2 0 0,-1 3 96 0,0-4 16 0,1-1 0 0,-1-2 0 0,-1-3 192 0,2-3 32 16,0-1 16-16,3-6 0 0,1 0 400 0,2-5 0 15,1-2 144-15,1-3-144 0,2-2 768 0,2-3 32 16,2 0 16-16,1-6 0 0,2 0-192 16,3-6-48-16,1-1 0 0,1-1 0 0,2 0-368 15,-1-4-80-15,1 1 0 0,-2 1-128 0,1 0 0 0,-2 7 0 16,-2 2 0-16,-1 4 0 15,-1 5-992-15,-2 1-160 0,2 5-16 0,-3 0-14384 16</inkml:trace>
  <inkml:trace contextRef="#ctx0" brushRef="#br0" timeOffset="79075.56">16780 10507 11807 0,'1'-13'512'0,"0"3"128"0,0-2-512 0,1 2-128 0,0 4 0 0,0 1 0 0,0 0 2304 16,2-6 448-16,1-7 96 0,2-3 16 16,1-3 448-16,-2 6 80 0,0 5 32 0,-2 4 0 0,-2 4-1520 0,-2 2-304 0,0 6-64 0,-3 2-16 31,-2 2-944-31,0 2-192 0,-4 3-48 0,0 5 0 0,-2 0-192 16,-1 4-144-16,-2 3 192 0,-1 6-192 15,0 0 128-15,-1 7-128 0,0 3 0 0,0 5 0 16,2 3 0-16,3 0 0 0,3-2 0 0,2-5 0 15,5 0 0-15,1-4 0 0,1-3 0 0,2-2 0 0,-3-32 0 0,8 62 0 16,-8-62 0-16,10 50 0 0,-10-50 0 0,0 0 0 16,13 45 0-16,-13-45 0 0,0 0-144 0,0 0 144 15,0 0-128-15,-2 23 128 0,-1-23 0 16,-3-3 0-16,0-1 0 0,-3-3 0 0,1-2-128 0,-2-1 128 16,0-4-128-16,-3-2 128 15,-1 0-448-15,-1-1 0 0,1 0 0 0,-3 0 0 16,1-2-608-16,0 0-128 0,2 3-32 0,0-3 0 15,2 2-640-15,1-2-128 0,2 5-16 0,3-1-16 16,2 4 400-16,1 1 80 0,3 3 0 0,1 0 16 0,2 2 1120 0,2 1 208 16,0-1 64-16,4 0 0 0,1-2 1664 0,3 0 320 0,1-1 80 0,1 0 16 15,2-1 288-15,1 0 48 0,1 0 16 0,2-3 0 16,0 1-1184-16,1-1-224 0,2-2-64 0,-2 2 0 16,0-3-496-16,-2 3-96 0,1 1-32 0,-3 1 0 15,0 3-208-15,-1 1 0 0,-2 3 0 0,0-2-18160 16</inkml:trace>
  <inkml:trace contextRef="#ctx0" brushRef="#br0" timeOffset="79801.66">16988 10718 20271 0,'-1'-1'896'0,"0"0"192"0,1 1-880 0,0-2-208 16,0 0 0-16,0 1 0 0,0 1 2368 0,1-4 416 15,-1 1 96-15,2-2 0 0,0-2-1040 0,0 0-224 16,1 0-32-16,-1-3-16 0,-1 1-1056 0,-1 0-192 16,0-1-64-16,0 1 0 0,-1 0-256 0,-1 1 0 0,-2-2 0 0,0 3 0 15,0 0 0-15,-2 3 0 0,1 1 0 0,-2 1 0 16,1 2 0-16,-2 2 0 0,2 3-160 0,-2 0 160 15,2 4-160-15,-2 1 160 0,1 4-208 0,0 2 80 16,0 2 128-16,1 2 0 16,0 3 0-16,-1 0-128 0,3 0 128 0,0-2 0 0,1-3 0 0,2-2 0 15,1-2 0-15,0-5 0 0,1-1 0 0,0-1 0 16,0-4 0-16,1-2 0 0,1-1 0 0,1-2 0 16,1-5 0-16,2 0 144 15,0-5-144-15,2-2 160 0,2-2-160 0,0-1 0 0,0 1 0 0,0-2 0 16,-1 1 0-16,-1 0 0 0,0 0 0 0,-3 2 0 15,-1 4-144-15,-1 4 144 0,-3 4 0 0,-1 1 0 16,-1 6 0-16,-2 3-128 0,-2 2 128 0,0 3 0 16,-2 3 0-16,1 1 128 0,0 3-128 0,0 0 192 0,1-2 224 15,1 1 32-15,3-1 16 0,0-4 0 0,1-13 96 0,0 0 16 16,0 0 0-16,0 0 0 16,0 0-352-16,42 28-64 0,-27-31-16 0,1-5 0 15,0-1-144-15,1-4 0 0,2 0 0 0,-2-2 128 0,1 0-384 0,-1-4-96 16,0 2-16-16,-2 1 0 15,-2-1-2064-15,-1 0-432 0,-1-1-80 0,-2 1 0 16,0 3-1216-16,-4 2-256 0,0 3-32 0,-2 1-16 16,-1 3 2544-16,-1 0 496 0,-1 1 96 0,0 2 32 15,0-1 3184-15,-1 1 640 0,1 2 128 0,-1-2 32 0,0 1 768 0,1-1 176 0,-1 2 16 0,0-2 16 16,1-1-1440-16,-1 1-304 0,0-3-48 0,1 3-16 16,0-2-1088-16,-1 0-240 0,-1 2-32 0,0 0-16 15,-1 2-336-15,-1 0-144 0,-2 2 128 0,1 3-128 16,-2 1 0-16,0 2 0 15,0 2 0-15,0 2 0 0,-1 5 0 0,0 1 128 16,0 4-128-16,0-1 0 0,1 0 256 0,3 1-48 16,3-6 0-16,1-16 0 0,0 0-48 0,0 0-16 0,19 45 0 0,-19-45 0 15,0 0-144-15,0 0 0 0,39 12 0 0,-27-14 0 16,0-1 0-16,0 1 0 0,-3-2-160 0,1-1 160 16,-2 0-1344-16,0 0-192 15</inkml:trace>
  <inkml:trace contextRef="#ctx0" brushRef="#br0" timeOffset="80109.64">17351 10639 19343 0,'-4'1'848'0,"1"-1"192"0,2 2-832 0,0-2-208 0,0 0 0 0,1 0 0 16,0 1 2768-16,1 1 512 0,0 0 112 0,1 1 0 16,3 0-1536-16,1-2-320 0,1 1-64 0,1-2-16 15,3 0-1152-15,-1-2-304 0,1-2 0 0,0-1 0 16,1 0 0-16,-1-2 0 0,-1 0 0 0,1-1 0 15,-3 2 0-15,-2-2-192 0,1 1 48 0,-3-1 0 16,-1 0-128-16,-2-1-32 0,0 1 0 0,-2-1 0 0,-1 0 112 0,-3-1 32 16,-2 0 0-16,0 3 0 0,-2 0 160 0,-1 3-160 15,-3 3 160-15,0 4-160 0,0 1 160 0,2 4-208 16,2 3 80-16,0 2 128 0,0 3 320 0,2 3 192 16,1 4 48-16,0 1 0 0,2 2 480 0,4-26 112 15,2 43 0-15,-2-43 16 0,0 0-656 0,21 47-128 16,-21-47-16-16,0 0-16 0,37 24-160 0,-37-24-16 15,29 5-16-15,-13-7 0 0,0-2-160 0,1-2 0 0,-1-3 0 0,2-1-18640 16</inkml:trace>
  <inkml:trace contextRef="#ctx0" brushRef="#br0" timeOffset="80769.67">17943 10569 23951 0,'2'-5'2128'0,"-1"3"-1696"16,2-2-432-16,-2 3 0 0,0 1 1936 0,0 0 304 16,1-2 64-16,2-1 16 0,0 2-656 0,0 1-128 0,0 3-16 0,-2 3-16 15,-1 5-1184-15,-2 6-320 0,-1 2 0 0,-2 4 0 16,-2 3 0-16,0-1 0 0,-1 1 0 0,-1-1 0 16,0-1 0-16,-1-5 0 15,2-1 0-15,0-5 0 0,3-1 0 0,0-5 0 0,2-2 0 0,1-5 0 16,1 0 0-16,2-3 0 0,3-5 0 0,0-3 0 15,4-3 0-15,1-5 0 0,1-1 0 0,1-3 0 16,0 2 0-16,0-2 0 0,1-4 0 16,-2 1 0-16,0-2-192 0,-1 4 192 0,-3-1-192 0,0 3 192 15,1 3 0-15,-3 4 0 0,1 4 0 16,-1 4 0-16,-3 2 0 0,2 2 144 0,-1 3-16 0,0 5 0 16,0 1 368-16,-3-6 64 0,0 0 16 0,3 41 0 15,-3-41-272-15,1 41-48 0,-2-18-16 0,0 3 0 16,-1-2-240-16,2 0 0 0,0-24 128 0,0 40-128 15,0-40 0-15,0 0 0 0,6 40 0 0,-3-31 0 16,0-3 0-16,-2-1 0 0,2-3 0 0,0 0 0 0,0-4 0 0,0 1 0 16,-2-2 0-16,2-2 0 0,0 0-336 15,0 0-112-15,0-2-32 0,0-2-17168 16</inkml:trace>
  <inkml:trace contextRef="#ctx0" brushRef="#br0" timeOffset="81099.61">18261 10584 10127 0,'2'-12'448'0,"-1"3"96"0,0 0-544 0,1 3 0 16,0 3 0-16,-1 1 0 0,0-1 2752 0,0 1 432 16,1-3 80-16,-1-2 32 0,0 5 48 0,-3 0 16 15,-1 6 0-15,-3 4 0 0,-1 4-1952 0,-2 5-384 16,-2 4-64-16,-2 4-32 0,1 2-480 0,-1 2-80 16,2-2-32-16,3-1 0 0,2-4-64 0,4-4-16 15,2-18 0-15,0 0 0 0,7 35-96 0,-2-31-32 0,1 0 0 0,2-4 0 16,1-5-128-16,2-1 0 0,3-3 0 15,2-4 128-15,0-3-128 0,2-1 192 0,-1-2-192 0,-1-3 192 16,0 1-192-16,-4-2 0 0,-2 1 0 0,-2 3 0 16,-4 2 0-16,-1-1 0 0,-3 1 0 0,-3 3-176 15,-2 4-32-15,-3 3-16 0,-3 6 0 0,-3 2 0 16,1 4 64-16,-4 2 16 0,0 3 0 0,0 0 0 16,0 3 144-16,1 2 0 0,0 1-144 0,3 0 144 15,2-1 0-15,5-1 0 0,2-2 0 0,4-2 0 0,0-10 0 0,0 0 0 16,0 0 0-16,0 0 0 15,48 19-816-15,-27-27-32 0,1-1-16 0,2-5-15472 16</inkml:trace>
  <inkml:trace contextRef="#ctx0" brushRef="#br0" timeOffset="81347.37">18582 10379 19343 0,'-4'-7'848'0,"1"5"192"0,1-2-832 0,0 3-208 15,2 1 0-15,-1 0 0 0,-1 1 2416 0,-1 0 432 0,-1 2 96 0,-1 1 0 16,-3 2-816-16,0 3-160 15,1 2-48-15,-2 1 0 0,2 2-1296 0,-1 3-272 0,2 1-48 0,-1 2-16 16,2-1-288-16,-1 5 128 0,1 0-128 0,-1 2 0 16,1 1 0-16,-1 2 0 15,0 0 0-15,2-3 0 0,0 0 128 0,4-26-128 16,-4 41 0-16,4-41 0 0,0 0 0 0,2 38 0 0,-2-38 0 0,0 0 0 16,0 0 0-16,0 0 0 0,0 0 0 0,35 6 0 31,-24-14-432-31,-2 0 16 0,2-4 0 0,0-1 0 0,-1 0-1120 0,0-1-208 0,-2-2-48 15,-2-1-12640-15</inkml:trace>
  <inkml:trace contextRef="#ctx0" brushRef="#br0" timeOffset="81501.75">18455 10548 11055 0,'-14'7'480'0,"3"0"112"0,3-3-464 0,2 1-128 16,1 0 0-16,3-5 0 0,-1 3 2640 16,-1 1 512-16,-3 3 112 0,0 0 0 15,-1 0 704-15,3 1 144 0,2-5 32 0,4-3 0 0,3-1-2512 0,1-4-496 16,5-2-112-16,2-3 0 15,2-1-528-15,4-1-112 0,2-3 0 0,2 1-16 0,2 0-368 0,-1 2 144 16,-1 3-144-16,0 3 0 0,-3 0 0 0,-1 3 0 16</inkml:trace>
  <inkml:trace contextRef="#ctx0" brushRef="#br0" timeOffset="82099.11">19126 10496 911 0,'1'-5'0'0,"0"2"0"0,0-1 0 16,0 2 0 0,1 1 2256-16,-1-1 368 0,-1 2 80 0,1-3 16 15,2 0 288-15,0-1 64 0,0-1 16 0,0 1 0 16,0 0-224-16,-1 1-48 0,-1 0-16 0,-2 3 0 15,0 0-976-15,-2 2-192 0,-1 2-32 0,-4 2-16 16,-2 1-1056-16,-2 1-208 0,-4 3-32 0,-1 0-16 16,-3 2-272-16,-1-1 0 0,0 1 128 0,0 0-128 15,2-3 0-15,0-1 0 0,2 0 0 0,3-1 0 16,2-2 0-16,3-1 0 0,5-2 0 0,1-1-144 0,2 1 144 16,1-1-128-16,1 1 128 0,1-1-128 0,-1 0-64 15,2 0 0-15,1 0 0 0,1-1 0 0,-1 2 32 0,2 1 0 16,0-2 0-16,2 0 0 0,0 1 160 0,1 0 0 15,-9-3 0-15,0 0 0 0,33 9 0 0,-33-9 0 16,0 0 128-16,33 12-128 0,-33-12 192 0,0 0-16 16,0 0-16-16,0 0 0 0,0 0 16 0,34 35 0 15,-35-28 0-15,-2-2 0 0,-3 2-16 0,0-1 0 16,-3 0 0-16,-1 1 0 0,-2 0-160 0,-2-2 192 0,-1 2-192 16,0-1 192-16,-2-2-192 0,0 0 0 0,2-1 0 15,2-3 128-15,0 1-128 0,4-1 0 16,4-1 0-16,1 1 0 15,2-2-640-15,3 1-48 0,2 1-16 0,3 0-16064 0</inkml:trace>
  <inkml:trace contextRef="#ctx0" brushRef="#br0" timeOffset="82685.14">19266 10590 11967 0,'-4'-2'528'0,"2"0"112"0,0 0-512 0,0 1-128 0,1 1 0 0,0-2 0 15,1 2 1632-15,-2 0 288 0,1 0 64 0,-2-3 16 16,2 3-560-16,-1 0-112 0,1 0-32 0,-1 3 0 16,1-1-496-16,0 3-96 0,-1-1-32 0,1 1 0 0,-1 2 576 0,0 3 112 15,-1-2 32-15,0 3 0 0,-1-1-336 0,0 1-64 16,-1 1-16-16,0 0 0 0,0 0-320 0,-2-2-64 16,1-1-16-16,-1 0 0 0,2-2-256 0,-1-2-48 15,3 0-16-15,-1-3 0 0,1-2-16 0,2 0-16 0,0 0 0 0,2-4 0 16,1 1-96-16,1-2-128 15,1 0 176-15,1-4-176 0,3 0 0 0,0-2 0 16,3-2 0-16,1-4 0 0,2 1 0 0,0-2-192 16,2 0 16-16,-1 1 16 0,2 1 160 0,0 2-160 0,-1 0 160 15,-2 2-160-15,-1 2 160 0,-1 3 0 16,-1 0 0-16,-2 3 0 0,-2 1 0 0,-1 3 128 16,-3 2-128-16,-2 3 128 0,-2 2-128 0,-3 2 192 0,-1 3-64 15,-2 3 0-15,-1 1 64 0,-3 3 32 0,0 1 0 16,-2 3 0-16,-2 0-224 0,2 0 176 0,0-3-176 0,1-3 160 15,4-5-160-15,1-2 0 0,2-3 0 0,3-3 0 16,1 1 0-16,1-5 0 0,2 0 128 0,1-4-128 16,2-1 0-16,2-2 0 0,2-2 0 0,2-3 0 15,1-3-128-15,2-2 128 0,1-2-160 0,1-2 160 32,0 0-512-32,-1-1 0 0,3 1 0 0,-1 0 0 15,-1 2-144-15,-2 3-48 0,1 3 0 0,-3 1 0 0,-2 5 384 0,-1 0 64 0,-1 2 0 0,-1 3 16 16,-2 2 464-16,-1 3 96 0,-2 3 0 0,-2 2 16 15,-1 3 560-15,-1 2 96 0,-1 3 32 0,-1 2 0 16,-1 2-640-16,-2 1-112 0,-2 5-16 0,-1 0-16 0,0 0-240 0,0-2 0 16,0-1 128-16,3-3-128 15,1-4 0-15,3-2 176 0,0-2-176 0,2-2 160 16,1-6-160-16,1-1 0 0,2-3 0 0,1-3 0 0,3-1 0 16,1-4 0-16,2-3 0 0,2-4-176 15,-1 2-848-15,2-2-160 0</inkml:trace>
  <inkml:trace contextRef="#ctx0" brushRef="#br0" timeOffset="83447.72">19722 10554 13823 0,'-2'-2'1216'0,"0"0"-960"0,1 2-256 15,1-2 0-15,-1 2 2256 0,0-2 416 0,-1 1 80 0,-2-3 0 16,1 0-448-16,-3 0-112 0,1 2-16 0,-1 0 0 16,0 2-1472-16,1 2-320 0,-2 3-48 0,1 0-16 0,-2 4-320 0,0 3 0 15,0 0 0-15,-2 3 0 0,2 3 672 16,-1 2 64-16,1 3 16 0,0-2 0 15,1 0-48-15,1-1-16 0,2-2 0 0,4-18 0 16,0 0-192-16,0 0-48 0,9 41 0 0,-1-37 0 16,2-1-304-16,1-5-144 0,3-1 128 0,2-4-128 15,1-5 0-15,-1 0 0 0,0-1 128 0,-2-2-128 16,-1 0-192-16,-3-3-64 0,0 2 0 0,-4-2-16 16,-1 2-240-16,-2 1-64 0,-3-1 0 0,-2 2 0 15,-2-1 0-15,-3 1 0 0,1 3 0 0,-2 1 0 16,0 2 64-16,0 4 16 0,-1-1 0 0,-1 5 0 0,1 3 496 0,0 1 192 15,0 3-16-15,-1 0 0 0,2 5 528 0,0-1 96 16,-1 2 32-16,3-1 0 0,1 1-144 0,2 0-32 16,3-13 0-16,0 0 0 0,0 0-256 0,0 0-48 15,22 40-16-15,-22-40 0 0,0 0-208 0,39 3-128 16,-22-6 128-16,1-4-128 0,0-1 0 0,2-3 0 16,1 1-192-16,0-4 64 15,-1 2-1072-15,-1 1-208 0,0-1-32 0,-1 1-16 16,-3 3 48-16,-1-2 0 0,0 3 0 0,-3-1 0 0,0 2 832 0,-4 2 192 0,-2 3 16 0,-3 1 16 15,-1 0 352-15,-2 3 240 0,0 2-48 0,-4-1 0 16,1 3 752-16,-2-2 144 0,-1 5 16 0,1-1 16 16,-2 0-352-16,0 3-64 0,1 2 0 0,-1-2-16 15,2 2-16-15,0-2 0 0,2 0 0 0,3-2 0 16,1-10-288-16,0 0-48 0,0 0-16 0,0 0 0 16,13 42-192-16,-8-37-128 0,1 0 160 0,-1-3-160 0,3-1 0 0,-1-1 128 15,2-1-128-15,0-1 0 16,1-3 0-16,0-2 0 0,1 0 0 0,-1-2 0 0,1-1 0 0,0 0 0 15,-2-1 0-15,-1-1-160 0,-1 3 160 0,-4-1 0 16,0 1 0-16,-2 1-128 0,-1 0 128 0,-1 2 0 16,-2-1 0-16,-2 2 0 0,-2-2 0 0,-1 3 0 15,-1-2 0-15,-2 2 0 0,0-1 0 16,0-2-128-16,-2 3 128 0,0-1-128 16,2 4 128-16,2-1-160 0,2 2 160 0,0 2-160 15,2-1-128-15,2 3-32 0,0-1 0 0,2-1-10944 0,2 3-2176 16</inkml:trace>
  <inkml:trace contextRef="#ctx0" brushRef="#br0" timeOffset="83869.03">20253 10382 19343 0,'2'-11'1728'0,"0"3"-1392"15,0 3-336 1,0 0 0-16,0 3 2240 0,-1 0 368 0,1 1 80 0,1-1 0 0,0 1-496 15,1 0-96-15,1-1-32 0,-3 4 0 0,1 3-1280 0,-3 5-256 16,0-10-48-16,-4 29-16 0,4-29-256 0,-10 46-48 16,5-20-16-16,-3 2 0 0,1 3 16 15,-2 2 0-15,-1-1 0 0,1-1 0 16,1-1 160-16,1-4 48 0,3-3 0 0,4-23 0 16,-3 32-176-16,3-32-48 0,0 0 0 0,0 0 0 15,0 0-144-15,0 0 0 0,31 9 0 0,-20-16 0 0,1-3 0 16,0-2 128-16,-1-2-128 0,0 0 128 0,-1-2-128 15,0 1-144-15,0-2 144 0,-3 1-208 16,0 0-1392-16,-3 1-256 0,0 1-64 0,-2-1-16 16,-1 1-1904-16,-2 2-368 0</inkml:trace>
  <inkml:trace contextRef="#ctx0" brushRef="#br0" timeOffset="84050.02">20207 10500 13823 0,'-21'12'608'0,"12"-10"128"0,3 1-592 0,3-1-144 15,3-2 0-15,-1 0 0 0,-2 1 3040 0,-2 1 576 16,-1 0 112-16,-1 0 32 0,3-2-976 0,4 0-192 15,2 0-32-15,5-2-16 0,1 0-1312 0,3-3-256 16,2 2-48-16,3-3-16 0,-2 3-464 0,1-2-112 16,2 1-16-16,3-2 0 0,-1 2-192 0,1-1-128 0,-2 1 128 0,-1 1-128 15,-1 1 0-15,-1-1 0 0,-2 1 0 0,0-1 0 32,-2 1-912-32,0 1-208 0</inkml:trace>
  <inkml:trace contextRef="#ctx0" brushRef="#br0" timeOffset="84400.84">20578 10167 23951 0,'-1'-10'1056'0,"1"7"224"0,0-2-1024 0,0 3-256 0,0 2 0 0,0 2 0 15,0-1 2656-15,0 3 480 0,0-4 80 0,0 0 32 0,-3 34-1456 0,3-34-272 16,-9 46-64-16,9-46-16 0,-11 60-960 0,5-30-192 16,-2 4-32-16,0-3-16 0,-1 4-80 15,-1-1-16-15,-2 1 0 0,1 0 0 0,0-1-16 0,1-1 0 16,2-2 0-16,0-5 0 0,8-26-128 0,-6 36 0 15,6-36 0-15,0 0 0 0,0 0 0 0,0 0 0 16,0 0 0-16,23 6 0 0,-15-18 0 16,2-2 0-16,2-2 0 0,0-5 0 0,0 2 0 0,1-1 128 15,-1-1-128-15,-1 2 0 0,-1 3 0 0,0 0 0 16,0 1 0-16,-1 1 0 0,-2 4 0 0,1 1 0 16,-4 2 0-16,1 4 0 0,-1 1 0 0,-3 2 0 0,2 1 0 0,-1 2 0 15,0 0 0-15,-1 2 0 0,-1-5 0 0,0 0 0 16,0 0 0-16,0 0 0 0,2 48 0 0,-2-48 0 15,0 0 0-15,-5 42 0 0,5-42 0 16,-5 33 0-16,5-33 0 0,-5 31 0 16,5-31 0-16,0 0 0 0,-5 38 0 0,5-38 0 0,0 0 0 0,0 0 0 15,0 0-160-15,0 0-64 0,0 0-16 0,0 0-18544 16</inkml:trace>
  <inkml:trace contextRef="#ctx0" brushRef="#br0" timeOffset="87932.77">20956 10682 4607 0,'-3'-2'400'0,"0"2"-400"0,1-1 0 0,1 0 0 16,1 1 1456-16,0 0 208 0,-1 0 32 0,0-2 16 0,0 2 720 0,-1-3 160 15,0 3 32-15,0-2 0 0,2 2-976 0,0-2-192 16,0 2-48-16,1-1 0 16,2 1-768-16,-1 0-144 0,0-2-48 0,0 2 0 15,1 0-224-15,0 2-48 0,0-2-16 0,-1 1 0 0,-1 1-160 0,-1 1 0 0,0 1 0 0,-1-1 0 16,0 2 0-16,-2-1 0 0,-1 0 128 0,-1 1-128 15,0 0 176-15,-1-2 0 0,-1 1 0 0,0 1 0 16,0-3-176-16,1 0 192 0,-1 1-192 0,2-3 192 16,-1 1-192-16,2-2 0 0,1 1 0 0,0-2 0 15,1 1 0-15,0-2 0 0,1 0 0 0,0-2 0 16,2 0 0-16,-1 1 0 0,2 1 144 0,0-2-144 16,2 1 0-16,-1 1 0 0,1-2 0 0,1 4 0 15,-1 0 0-15,0-1 0 16,1 0 0-16,-2 2 128 0,1 0-128 0,-1 2 192 0,-1-2-64 0,0 2 0 0,-2 0 192 0,0 1 32 15,-1 2 16-15,-1-2 0 0,0 0-224 0,-1 0-144 16,-1 2 192-16,1-3-192 0,-1 0 128 0,0 1-128 16,1-3 0-1,2 0 0-15,1 0 0 0,1-2 0 0,0 1 128 16,3-3-128-16,1-1 0 0,1 0-272 0,3-1 48 0,0-1-13376 16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6:55:24.13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1030 7975 7359 0,'-1'-3'656'0,"-1"-1"-528"16,1 2-128-16,1 2 0 15,0-2 928-15,-1 1 160 0,0-4 16 0,-1-1 16 0,0-2 48 0,-2 1 16 16,2-2 0-16,-1 1 0 0,-1 4-464 0,1 0-80 15,1 3-32-15,-2 1 0 0,0 0-64 0,0 3-16 16,1-1 0-16,-1 0 0 0,2 0 64 0,0 1 16 16,0-1 0-16,1 1 0 0,0-2 176 0,1 0 48 15,1 1 0-15,0-2 0 0,1 0-128 0,2 0 0 16,0 0-16-16,0-2 0 0,2 0-96 0,0-1-16 16,0 1 0-16,1-1 0 0,1-1-64 0,0-1 0 15,1 1-16-15,-1 1 0 0,1-1-80 0,0 1-16 16,-1-2 0-16,0 4 0 0,-1-2-400 0,0 2 128 0,1 1-128 0,1-2 0 15,-1 2 0-15,1 0 0 0,-1 2 0 0,0-2 0 16,-1 1 0-16,-1 1 0 16,2-2 0-16,-1 0 0 0,0 1 0 0,1 0 0 0,-1-1 0 0,1 2 0 15,-1-1 0-15,-1 1 0 0,0-2 0 0,1 2 0 16,-1-1 0-16,1 1 0 0,0-2 0 16,0 0 0-16,0 0 0 0,-1 0 0 15,1 0 0-15,-1-2 0 0,0 1 0 0,1 1 0 0,-1-2 0 16,0 0 0-16,-1 1 0 0,1-1 0 0,-1 0 0 0,0 0 0 15,-1 1 0-15,-1-1 0 0,1 2 0 0,0-3 0 16,-1 3 0-16,0-2 0 0,0 2 0 0,-1-1 0 16,1 1 0-16,-1-1 0 0,0 1 0 0,0 0 0 0,0 0 0 15,0 0 0-15,1-2 0 0,-1 2 0 0,2 0 0 0,-1 0 0 16,1 0 0-16,-2 0 0 0,1 0 0 0,0 0 0 16,0 0 0-16,0 0 0 15,-1 0 0-15,1 0 0 0,0-2 0 0,-1 2 0 16,0 0 0-16,-1 0 0 0,0 0 0 0,0 0 0 0,0 0 0 0,0 0 0 15,0 0 0-15,0 2 0 0,0-2 0 16,0 0 0-16,0 2 0 0,1-2 0 16,0 1 0-16,-1 0 0 0,0 1 0 0,1-1 0 0,1 1 0 15,0 0 0-15,0 1 0 0,1-2 0 0,-1 0 0 16,1-1 0-16,-1 2 0 0,1-2 0 0,1 0 0 0,-3-2 0 0,2 1 0 0,0 0 0 16,-1 1 0-16,-1 0 0 0,0-2 0 0,0 2 0 15,0 0 0-15,-1 0 0 16,-1 2 0-16,1-2 0 0,-1 1 0 0,-1 0 0 0,1 1 0 15,-1 1 0-15,1-1 0 0,-2-1 0 16,1 1 0-16,0-2 0 0,0 2 0 0,0-2 0 16,1 0 0-16,-1-2 0 0,0 2 0 0,0-2 0 0,0 1 0 0,0-1 0 15,1-1 0-15,-1 1 0 16,1 1 0-16,-1 0 0 0,1-2 0 0,0 3 0 16,0-2 0-16,0 2 0 0,1 0 0 0,-1 0 0 15,0 0 0-15,1 2 0 0,-1-2 0 0,0 1 0 0,-1 1 0 0,1 0 0 16,0 0 0-16,1-1 0 0,-1 1 0 0,0 0 0 15,1 1 0-15,0-1 0 0,0 0 128 0,0-1-128 16,0 3 0-16,0-3 0 0,1 3 0 0,0-2 0 16,1 0 0-16,0 1 0 0,-1 0 0 0,1 0 0 15,-1 0 0-15,1 0 0 0,0 0 0 0,-2 1 0 16,1 0 0-16,-1 1 128 0,1 2-128 0,0-1 0 16,-1 1 128-16,1 2-128 0,0 1 128 0,-1-1-128 15,1 2 192-15,0-2-32 0,1 2-16 0,1-2 0 16,-1 1-144-16,1 1 0 0,0-1 144 0,-1 0-144 15,1 1 0-15,0-3 128 0,-1 2-128 0,0-1 0 16,0 0 128-16,1 0-128 0,0 1 128 0,-1-3-128 0,2 0 272 0,-1 3-16 16,0-3 0-16,1 2 0 0,-1 3 0 0,0-5 0 15,1 2 0-15,0 1 0 0,-1 0-128 16,1-1-128-16,-1 0 144 0,0 1-144 16,1-2 0-16,-1 3 128 0,2 3-128 0,-1-2 0 0,0 2 0 0,1-1 0 15,-1 1 0-15,0 0 0 0,1 0 0 0,-2 0 0 16,2-2 0-16,-3 0 0 0,2 0 0 0,0 0 0 15,-1 0 0-15,1-1 0 0,-1 1 0 0,0-2 0 16,1 1 0-16,-2 1 0 0,0-2 0 0,-2-1 128 16,2 3-128-16,1 2 0 0,-1-1 0 0,0 1 0 0,0 2 0 0,0-3 0 15,0 0 0-15,0-1 0 0,-1 0 0 0,2 0 0 16,0 0 0-16,0-3 0 0,1 3 0 16,0-1 0-16,-2-1 0 0,2 2 0 0,0-2 0 0,-1 2 0 15,1 0 0-15,-1 1 0 0,0-1 0 0,0 0 0 16,-4-12 0-16,10 27 0 0,-5-11 0 0,-1-1 0 15,0 1 0-15,2 3 0 0,-2-3 0 0,1 0 0 16,0 1 0-16,-2-2 0 0,2 0 0 0,-1 0 0 0,0 0 128 0,1-1-128 16,-1 1 0-1,-1-2 0-15,1 0 128 0,0 0-128 0,0 0 0 0,0 1 144 16,0 0 336-16,0 0 64 0,0-1 16 0,1 0 0 16,-1-1-384-16,2 0-176 0,0 2 160 0,-1-2-160 0,0 0 0 15,0 0 0-15,0 2 0 0,-5-14 0 0,10 26 0 0,-5-12 0 16,-5-14 0-16,9 28 0 0,-9-28 0 15,9 31 0-15,-5-14 0 0,0-3 0 0,-4-14 0 0,8 31 0 16,-4-16 0-16,-4-15 0 0,8 28 0 16,-8-28 0-16,9 26 0 0,-9-26 0 0,0 0 0 0,13 33 128 15,-13-33-128-15,0 0 0 0,14 31 0 0,-14-31 0 16,10 24 0-16,-7-12 0 0,-3-12 0 16,9 25 128-16,-6-13-128 0,1-3 0 0,-1 1 0 0,0-2 144 15,0-1-144-15,0 2 128 0,1-4 128 0,-1 2 32 16,-1-2 0-16,0 2 0 0,0-1-288 0,0 0 0 15,1-2 0-15,-1 3 0 0,0 1 128 0,-1 1-128 0,1-4 0 0,0 2 0 16,1 2 0-16,0 0 0 16,0 3 0-16,1 0 0 0,-4-12 128 0,8 23-128 0,-4-12 0 15,0 1 0-15,0 0 0 0,-1-1 0 16,1 1 0-16,0-3 0 0,-1 1 0 0,0 0 0 16,0-3 0-16,0 1 0 0,0-4 0 0,-2 3 0 15,1-1 0-15,0 0 0 0,0-2 0 0,0 3 0 0,-1-2 0 0,0 2 0 16,0-2 256-16,0 0-48 0,1 2-16 15,0-3 0-15,0 1-192 0,0 1 128 0,0 0-128 0,0 0 0 16,-2-2 160-16,2 3-160 0,1-2 160 0,-1 2-160 16,1 0 176-16,-1 1-176 0,0-2 192 0,0 2-192 0,1 1 128 15,-1-3-128-15,1 2 0 0,-1-3 0 16,-1 2 0-16,1-5 0 0,-1 0 0 0,-1-2 0 0,1 0 144 16,0-1-144-16,0-2 0 0,-1-2 144 15,0-2-144-15,-1-3 0 0,0-2 0 0,0 0-18976 16</inkml:trace>
  <inkml:trace contextRef="#ctx0" brushRef="#br0" timeOffset="1211.57">1071 10085 6447 0,'-1'5'576'0,"0"-3"-576"16,0 1 0-16,1-1 0 0,0-2 1216 0,0 1 128 15,0 1 16-15,0 2 16 0,-1 1 320 0,1 0 64 0,1-3 16 0,-1 3 0 16,1-3-128-16,1-2-32 0,0-2 0 0,0-3 0 15,0 3-16-15,1-5-16 16,-1 2 0-16,1-2 0 0,1 2-592 0,-1-2-112 16,-1 0-32-16,1 0 0 0,1 2-144 0,-1-2-48 15,0 0 0-15,1 0 0 0,1 2-256 0,0-4-48 0,1 1-16 0,1-3 0 16,2-1-208-16,1-3-128 0,2-2 160 0,0-1-160 16,1-4 128-16,1 1-128 15,0 0 0-15,0-3 144 0,0 0-144 0,0 0 0 0,1-1 0 16,0 3 0-16,-3 1 0 0,1 0 0 0,-1 0 0 0,-1 1 0 15,-1 4 0-15,2-1 0 0,-1-2 0 0,0-2 0 16,0 2 0-16,-1 0 0 0,1 2 0 0,0 1 0 16,-1-1 0-16,-1-2 0 0,2 0-144 0,-1-1 144 15,2-2 0-15,-1 0 0 0,2-2 0 0,-1-4 0 0,1 0 0 16,0 1 0-16,0-1-128 0,0-3 128 16,1 2 0-16,-2 0 0 0,0 0-128 0,0 3 128 15,-2 2 0-15,0 2 0 0,0-1 0 0,0 4 0 0,1-3 0 0,-2 3 0 16,2-2 0-16,-2 2 0 0,0 4 0 0,1-1 0 15,0-2 0-15,2 0 0 0,-1 2 0 0,0-3 0 0,1 2 0 16,0 1 0-16,0-1 0 0,0 0 0 0,0 1 0 0,0-3 0 16,0 0 0-16,0 0 256 15,0 0-32-15,-1 0 0 0,0 2 128 0,2-3 32 0,1-2 0 0,0 0 0 32,0-1-128-32,-1-1 0 0,0 3-16 0,-2-1 0 0,0 4-240 15,0-2 144-15,-1 2-144 0,1-1 128 0,-1 4-128 16,-1-1 192-16,0 4-192 0,-1-2 192 0,1 2-32 0,-1 0 0 0,1-2 0 15,-2 2 0-15,1 0 16 0,-1 0 0 16,2 0 0-16,0-3 0 0,1 0-176 0,0 0 0 0,1-2 0 0,0 0 128 16,0 2-128-16,1 0 0 0,-1-1 0 0,0 2 0 15,-1 1 0-15,0 1 0 0,0-1 0 0,0 1 0 16,-2 2 0-16,0-2 0 0,1 3 0 0,-2-2 0 0,0 1 0 0,-2 2 0 31,1 0 0-31,-2 2 0 0,0-1 0 0,1 2 0 0,-1-2 0 0,-1 2 0 0,0 0 0 16,0 1 0-1,1-1 0-15,-2 0 0 0,2 1 0 0,-1-3 0 16,1 3 0-16,-2-1 0 0,2 0 0 0,-1 2 0 16,0-2 0-16,0 0 0 0,0 1 0 0,0-1 0 0,0 2 0 0,-2 0 0 15,2 0 0-15,-1 0 0 0,0 1 0 0,-1 0 0 16,1 1 0-16,-1-1 0 0,1 1 0 16,-2 0 0-16,1 1 0 0,1-2 0 0,0 1 0 0,0-3 0 15,0 3 0-15,2-3 0 0,-2 0 0 0,2-1 0 16,0 2 0-16,-2-2 0 0,3 0 0 0,0-1 0 15,-1-2 0-15,1 1 0 0,-1 0 0 0,-1 0 0 16,1 0 0-16,0 0 0 0,-2 3 0 0,0-1 0 16,-1 2 0-16,1 1 0 0,-2 1 0 0,0 1 0 0,-1 1 0 0,0 3 0 15,-1 1 0-15,-3 3 0 0,1 1 0 16,-2 5 0-16</inkml:trace>
  <inkml:trace contextRef="#ctx0" brushRef="#br0" timeOffset="2478.4">2514 7866 911 0,'-3'-4'0'0,"1"1"0"0,0 0 0 15,0 1 0-15,1 0 1168 0,0 0 160 0,0 2 16 0,-1-3 16 16,0-2 384-16,-2 1 80 15,1-1 16-15,-1-1 0 0,2 0 288 0,0 1 64 0,0 3 16 0,0-2 0 16,1 1-144-16,1 1-16 0,-1 1-16 0,1-1 0 16,1 2-432-16,0 0-64 0,-1 2-32 0,1 1 0 15,0-1-688-15,0 1-144 0,-1 1-32 0,1 1 0 16,-1-2-384-16,0 1-64 0,0-1-32 0,0 1 0 16,0 1 32-16,0-1 0 0,0 2 0 0,-1 0 0 15,1-1 32-15,0 2 16 0,0 3 0 0,0 0 0 0,0 4-240 16,1 1 176-16,1 1-176 0,-1 2 160 15,3-1 48-15,-1 2 16 0,2 2 0 0,-1-2 0 0,-4-19 48 16,11 36 16-16,-11-36 0 0,15 33 0 16,-15-33-160-16,17 34-128 0,-17-34 144 0,18 35-144 15,-18-35 0-15,21 35 128 0,-21-35-128 0,18 36 0 16,-18-36 0-16,14 28 0 0,-14-28 0 0,17 41 0 0,-10-18 0 0,1 0 0 0,-2 2 0 0,1 1 0 31,0 0 0-31,0 0 0 0,-1 0 0 0,0-1 0 0,0 0 0 0,0-1 0 16,-2-1 0-16,1 1 0 0,0-1 0 0,0-1 0 15,0 0 0-15,0-4 0 0,-1 1 0 0,-4-19 128 0,12 33-128 0,-12-33 0 16,12 32 0-16,-12-32 0 16,12 30 0-16,-12-30 0 0,11 32 0 0,-11-32 0 15,12 34 0-15,-12-34 0 0,10 34 0 0,-6-17 0 16,1 5 0-16,0 1 0 0,-2 0 0 0,1 1 0 16,0 2 0-16,0-3 0 0,1-1 0 0,0-5 0 15,-5-17 0-15,8 29 0 0,-4-18 0 0,0-2 0 16,-4-9 0-16,0 0 0 0,14 31 0 0,-14-31 0 15,0 0 0-15,0 0 0 0,23 33 0 0,-23-33 128 16,0 0-128-16,0 0 0 0,0 0 0 0,29 34 0 16,-29-34 0-16,0 0 0 0,18 30 0 0,-18-30 0 0,0 0 0 0,14 36 0 15,-14-36 0-15,8 31 0 0,-4-14 0 0,0 0 0 16,-2-1 0-16,2 0 0 0,0-1 0 0,-1-1 0 16,1-2 0-16,0-1 0 0,0-1 0 0,-1-1 0 15,1 1 128-15,0-3-128 0,0 0 0 0,0 1 0 16,1 0 128-16,-2 0-128 0,2-1 0 0,-1 1 144 15,0 3-144-15,-4-11 0 0,11 22 144 0,-7-9-144 0,1-1 0 16,0 3 128-16,-1 1-128 0,0-3 0 0,0 0 0 16,-2 3 0-16,1-1 0 0,0 0 128 15,0 1-128-15,-1-1 0 0,1 1 0 0,0 1 0 16,1-1 0-16,-2-2 0 0,0-2 0 0,1-5 0 0,-1 0 0 16,0 0 0-16,0-2 0 0,0-1 0 15,-1-1 192-15,-1 0-16 0,2 1-16 0,-1-2 0 0,1 1-32 0,0 2-128 16,0-1 192-16,1 4-64 0,-1-2-128 0,1 3 0 15,1 2 144-15,0 1-144 0,0 2 0 0,1 2 0 16,-1-1 0-16,1 1 0 0,1 1 0 0,-2-3 0 16,-4-14 0-16,11 26 0 0,-7-16 0 0,-1-3 0 15,0 0 0-15,-1-5 0 0,-1 0 0 0,-1-2 0 16,1 0 0-16,0-3 128 0,-1 0-128 0,0-3 0 16,1-2 128-16,-1 0-128 0,2-1 0 0</inkml:trace>
  <inkml:trace contextRef="#ctx0" brushRef="#br0" timeOffset="3504.93">2324 10045 8287 0,'0'0'736'0,"0"0"-592"15,0 0-144-15,0 2 0 0,0-2 2016 0,0 3 368 16,0-1 80-16,-1 3 16 0,1 2 352 0,-1 1 80 0,2 1 16 0,-2 0 0 15,1-2-1584-15,0 0-304 16,0 0-64-16,1-4-16 0,0-2-656 0,-1-2-144 16,1-2-32-16,-1-2 0 0,0-1-128 0,0-2 0 0,-1 1 0 0,0-1 0 15,0 2 0-15,0-1 0 0,1 2 0 0,-1-2 0 0,1 3 160 0,1-2 48 16,1 0 16-16,1-1 0 16,0 2 800-16,0-5 176 0,3 0 16 0,0-1 16 0,1-1-592 0,1-5-112 15,1-2-16-15,2-2-16 0,2-1-320 0,1-1-176 16,1 2 192-16,-2-1-192 0,1-1 0 0,0 1 0 15,0-3 0 1,-1 1 0-16,2-3 0 0,1-1 0 0,0 0 0 0,2-1 0 16,0-2 0-16,-1 1 0 0,2 1 0 0,-2 1-144 15,0-3 144-15,-1 2 0 0,-1 2 0 0,-2 2 0 0,-3 4 0 0,0-3 0 16,0-2 0-16,0-3 0 16,-1 1 0-16,-1 0 0 0,1-3 0 0,-2 0-128 15,1 0 128-15,1 0 0 0,-2 4 0 0,2-3 0 0,2-3 0 0,0 2 0 16,0-2 0-16,0 2 0 0,0 5 0 0,0-2 0 15,0-1 0-15,1 1-128 16,-1 2 128-16,0-2 0 0,-1 4 0 0,0-2 0 0,0 2 320 0,1-2 80 16,0 0 32-16,2 0 0 0,0 2-272 0,-1-1-160 15,1 2 192-15,0 0-192 0,-1 2 224 0,0-1-64 16,0 3-16-16,-2-1 0 0,1 2-144 0,-1 1 0 0,-1 1 0 0,-1 0 0 0,0 1 0 0,1 1 0 31,-1-1 128-31,1-1-128 0,3-2 0 0,-2 0 0 0,1-3 0 0,1 0 0 0,0 0 0 0,-1 2 0 31,-1-1 0-31,1 2 0 0,1 1 0 0,0-2 0 0,-1 3 0 0,-3 1 128 0,1 1 64 0,-1 2 16 32,-1 3 0-32,0-2 0 0,-1 1-80 0,0 3 0 0,-2 1-128 0,1-1 192 0,-1 2-192 0,0-1 144 31,0-1-144-31,1 3 128 0,-2-2-128 0,1 1 0 16,0-1 0-16,0 1 0 0,-1 0 0 0,1 0 0 0,-1 0 0 0,1-2 0 15,-1 1 0-15,1-2 0 0,-1 3 0 0,-1 0 0 16,2-2 0-16,0 1 0 0,0 0 0 0,0 0 0 15,0 0 0-15,0 3 0 0,0-1 0 0,-1 0 0 16,-1 3 224-16,0-1-32 0,-1 2-16 0,0 0 0 16,0 2-176-16,-1-2 128 0,0 3-128 0,0-1 128 15,0 1-128-15,0-3 0 0,1 1 0 0,-1-2 0 16,1-1-144-16,1-1-16 0,1-2 0 0,0 1 0 16,0-3-384-16,-1 2-80 0,1-2-16 0,0 3 0 15,-1 1-128-15,0 0-48 0,-1 0 0 0,-1 1 0 16,0 2 320-16,0 2 64 0</inkml:trace>
  <inkml:trace contextRef="#ctx0" brushRef="#br0" timeOffset="4606.59">3507 7760 6447 0,'-1'-6'576'0,"-1"3"-576"0,1 2 0 0,0-1 0 0,1 2 1168 0,0 0 128 16,-1 2 32-16,1-1 0 0,-1 2 1088 0,0 5 208 16,1-1 64-16,0 2 0 0,1 3-800 0,1 0-160 0,1 2-16 0,0 0-16 15,1-2-976-15,2 0-192 16,-6-12-32-16,0 0-16 0,0 0-224 0,27 38-64 15,-27-38 0-15,0 0 0 0,0 0 160 0,37 29 32 16,-37-29 0-16,0 0 0 0,0 0 256 0,35 29 64 16,-35-29 16-16,0 0 0 0,0 0-80 0,34 40 0 0,-34-40-16 0,0 0 0 15,22 42-128-15,-22-42-32 0,14 31 0 0,-14-31 0 16,15 33-240-16,-15-33-48 16,15 36-16-16,-15-36 0 0,17 33-160 0,-17-33 0 0,16 33 0 15,-16-33 0-15,17 31 0 0,-17-31 0 0,18 33 0 0,-18-33 0 16,19 33 0-16,-19-33 0 0,18 34 0 0,-18-34 0 15,17 37 0-15,-17-37 0 0,15 41 0 0,-7-18 0 0,-1 1 0 0,-1 0 0 16,-1-3 128-16,1 0-128 0,-2 3 0 0,1 0 0 16,0-5 0-16,-1 0 0 15,-4-19 0-15,13 36 0 0,-13-36 128 0,15 30-128 16,-15-30 0-16,0 0 0 0,22 37 0 0,-22-37 0 16,0 0 0-16,24 32 0 0,-24-32 0 0,0 0 0 15,21 31 0-15,-21-31 0 0,0 0 0 0,21 38 0 16,-21-38 0-16,11 28 0 0,-11-28 0 0,9 31 0 15,-5-14 0-15,-4-17 0 0,8 36 0 0,-4-18 0 16,-1 4 0-16,3-1 0 0,-1 0 128 0,-5-21-128 0,15 45 0 0,-15-45 0 16,15 35 0-16,-15-35 0 0,0 0 0 0,20 38 0 15,-20-38 0-15,0 0 0 0,0 0 0 16,20 35 0-16,-20-35 0 0,0 0 0 0,12 27 0 0,-12-27 0 16,0 0 0-16,12 34 0 0,-12-34 0 0,8 23 0 15,-6-11 128-15,-2-12-128 0,8 26 448 0,-8-26 16 16,7 31 0-16,-3-15 0 0,-4-16-320 0,6 31-144 15,-2-14 128-15,-4-17-128 0,9 33 0 0,-9-33 0 16,11 31 0-16,-11-31 0 0,8 24 0 0,-8-24 0 16,6 21 0-16,-3-14 0 0,0 1 0 0,-1-1 0 15,0 2 0-15,-1-4 0 0,1 2 0 0,0-3 0 0,1 4 0 16,-1 1 0-16,1-2 0 0,-2 1 0 0,2 1 0 16,-1-1 0-16,1 1 0 0,-3-9 0 0,0 0 128 0,9 24-128 15,-9-24 0-15,0 0 192 0,0 0-192 0,13 28 192 16,-13-28-192-16,0 0 0 0,0 0 0 0,0 0 128 15,16 28-128-15,-13-24 0 0,-1 4 0 0,0-1 0 16,-2-7 0-16,0 0 0 0,9 23 0 0,-7-14 0 16,-2-9 0-16,5 20 0 0,-3-8 0 0,0 0 0 15,-2-12 0-15,6 26 0 0,-6-26 0 0,5 21 0 16,-3-11 0-16,0-3 0 0,-2-7 0 0,0 0 0 0,0 0 0 0,0 0 0 16,0 0 0-16,0 0-18144 15</inkml:trace>
  <inkml:trace contextRef="#ctx0" brushRef="#br0" timeOffset="5680.67">3231 10085 6447 0,'-3'0'576'0,"2"0"-576"0,0-2 0 0,1 0 0 0,0 1 1360 0,0-1 176 16,1 1 16-16,0-2 16 0,2-2 672 0,2-2 144 15,0-3 32-15,2 0 0 0,0-1-880 0,1 1-160 16,-1 1-32-16,1-1-16 0,0 3-688 0,0-2-128 16,1 1-16-16,-1-1-16 0,0 2-208 0,1-3-32 15,1-2-16-15,-1-1 0 0,1 0 336 0,1-1 64 16,1-2 16-16,0-3 0 0,-2 4-64 0,1-6-16 0,3-2 0 16,-1-1 0-16,0-1-400 0,-1-2-160 15,1-2 128-15,1-2-128 0,-1-1 0 0,0 0 0 0,0 2 0 0,-2 1 0 16,1 0 0-16,-3 3 0 0,-1 5-144 15,0 0 144-15,-1 2 0 0,0-2 0 0,0 1 0 0,0 0 0 16,1 0 752-16,1 1 96 0,1-2 32 0,0-1 0 16,0 2-416-16,1-2-80 0,0-2 0 0,1 0-16 15,1 1-368-15,0-1 0 0,0-2 0 0,0 0 128 16,-1 0-128-16,0 2 0 0,1-4 0 0,-2 2 0 16,1-1 0-16,0 1 0 0,-1 1-144 0,-2 3 144 15,0 3 0-15,0 0 0 0,-2 2 0 0,1-1 0 16,-1 1 128-16,-1 2 160 0,1-1 32 0,0 2 0 0,1 0 224 0,-2 0 48 15,1 2 16-15,-1-2 0 16,4-3-320-16,-1-2-64 0,2-2-16 0,1-1 0 0,0-1-208 0,1-1 0 16,2 0 0-16,-2-1 0 15,1 0 0-15,-1 1 0 0,2 1 0 0,-1 2 0 0,0-1 0 16,0 1 0-16,0 2 0 0,-1 0 0 0,-2 4 0 16,-1-3 0-16,2 2 0 0,-2 1 0 0,-1 0 0 15,0-1 0-15,2-3 0 0,0 0 144 0,1 3 64 0,-1-4 16 16,0 2 0-16,0-2 0 0,-1 4-224 0,1-3 128 15,1 0-128-15,-2 1 0 0,1 0 0 16,-1 2 0-16,0-1 0 0,1 1 0 0,0 2 0 0,-1 1 0 16,-1 0 0-16,-1 1 0 0,1 2 0 0,-2-1 0 0,0 2 0 0,-1 0 0 15,0 1 0-15,-2 0 0 0,0 1 0 0,1 0 0 16,-1-3 256-16,1-1-64 0,1 1 0 0,-2-2 0 16,2 1-48-16,-1-1-16 15,2 0 0-15,-1 0 0 0,0 1-128 0,0 0 0 0,0 0 0 0,0 4 0 16,-1 1 0-16,-1 2 0 0,-1 2 0 0,-2 0 0 15,0 4 0-15,-2 0 0 0,-1 2 0 16,-2 2 0-16,0 0 0 0,-1 2 0 0,-1-1 0 0,-1 2 0 31,-2 3-464-31,2 0-32 0</inkml:trace>
  <inkml:trace contextRef="#ctx0" brushRef="#br0" timeOffset="6878.23">4563 7786 6447 0,'-3'-10'576'0,"1"3"-576"0,1 1 0 0,0 2 0 16,1 0 1088-16,-1 1 96 0,1 1 32 0,-1-6 0 0,-1-1 64 15,-1-3 0-15,0 1 16 0,-1 1 0 16,2 5-208-16,-1 0-64 0,1 3 0 0,-1 2 0 16,1 2 192-16,0 3 16 0,0-1 16 0,1 2 0 0,2 3-64 0,0 1-16 15,1-1 0-15,2 1 0 0,2 4 0 0,-6-14 0 16,0 0 0-16,27 41 0 0,-27-41-352 0,0 0-80 16,32 43-16-16,-32-43 0 15,0 0-96-15,35 37-32 0,-35-37 0 0,0 0 0 0,34 36-208 0,-34-36-32 16,0 0-16-16,34 36 0 0,-34-36-176 0,0 0-32 15,31 40-128-15,-31-40 192 0,21 35 768 0,-21-35 128 0,18 33 48 16,-18-33 0-16,15 43-768 0,-15-43-160 0,17 49-16 16,-17-49-16-1,18 49-880-15,-18-49-192 0,18 49-16 0,-18-49-16 0,20 47 752 0,-20-47 176 0,20 48 0 0,-20-48 0 16,23 49 0-16,-23-49 0 16,24 43 0-16,-24-43 0 0,23 40 0 0,-23-40 0 0,19 34 0 0,-19-34 0 15,17 35 0-15,-17-35 0 0,13 36 0 0,-13-36 0 0,10 33 0 16,-5-14 0-16,0 2 0 0,1 0 0 0,0 1 0 15,-6-22 0-15,13 38 0 0,-13-38 0 16,16 40 0-16,-16-40 0 0,17 40 0 0,-17-40 0 0,16 37 928 0,-16-37 80 16,16 38 16-16,-16-38 0 0,16 39-832 0,-16-39-192 15,15 38 0-15,-15-38 0 16,16 45-768 0,-9-24-208-16,0 3-48 0,-7-24 0 0,12 43 832 0,-12-43 192 0,13 35 0 0,-13-35 0 0,10 38 0 0,-6-18 0 15,1-1 0-15,-1-1 0 0,-4-18 0 16,9 30 0-16,-9-30 0 0,10 27 0 15,-10-27 0-15,9 26 0 0,-9-26 0 0,10 24 0 16,-10-24 0-16,9 24 0 0,-9-24 0 0,8 24 0 0,-8-24 0 0,7 23 0 16,-7-23 0-16,4 19 0 0,-4-19 0 0,0 0 0 15,8 26 0-15,-6-16 0 16,0-1 176-16,-1-2-176 0,-1-7 160 0,7 20-160 0,-4-9 256 16,-3-11-32-16,6 21-16 0,-3-11 0 0,0 0-208 0,0 1 0 0,-3-11 0 0,7 24 0 15,-7-24 0-15,0 0 0 16,11 29 0-16,-8-20 0 0,-3-9 0 0,0 0 0 15,0 0 0-15,15 31 0 0,-15-31 0 0,0 0 0 0,0 0 0 0,15 28 0 16,-13-20 0-16,0 1 0 16,1 0 0-16,0 1 0 0,0-1 0 0,-1 1 0 15,1 1 0-15,0 1 0 0,0 0 0 0,-1-2 0 16,0 0 0-16,0-1 0 0,-2-9 0 0,0 0 0 0,9 23 0 0,-9-23 0 16,0 0 0-16,0 0 0 0,13 24 0 0,-13-24 0 15,0 0 0-15,0 0 0 16,12 26 0-16,-12-26 0 0,0 0 0 0,0 0 0 15,13 28 0-15,-13-28 0 0,8 20 0 0,-8-20 0 16,7 21 0-16,-7-21 0 0,8 21 0 0,-8-21 0 0,0 0 0 0,9 24 0 16,-9-24 0-16,0 0 0 0,12 26 0 0,-12-26 0 15,0 0 0-15,0 0 0 0,10 25 0 0,-10-25 0 16,0 0 0-16,0 0 0 0,8 23 0 0,-8-23 0 16,0 0 0-16,0 0 0 0,0 0 0 0,0 0 0 15,0 0 0-15,0 0 0 0,0 0 0 0,0 0-18256 16</inkml:trace>
  <inkml:trace contextRef="#ctx0" brushRef="#br0" timeOffset="7698.31">4290 9689 9503 0,'-1'-7'192'0,"1"3"64"0,0-1 0 0,1 0 16 0,0 3-272 0,-1-1 0 16,1 1 0-16,0-3 0 0,0-2 1904 0,0 0 320 0,0 0 64 0,-1 2 16 15,-2 1-464-15,1 3-96 0,-1 2-16 16,0 3 0-16,0 1-512 0,1 3-96 0,-1 0-32 0,1 0 0 15,1 2-384-15,0 1-96 0,0-2-16 0,0 3 0 16,0-3-64-16,1 1-16 0,1 0 0 0,0-1 0 16,2 1-48-16,1 1-16 0,-1-1 0 15,1-2 0-15,-5-8-192 0,0 0-32 0,19 30-16 16,-19-30 0-16,0 0-208 0,20 30 0 0,-20-30 128 16,0 0-128-16,17 32 0 0,-15-20 0 0,2 2 0 0,-1-2 0 15,0 0 192-15,-1 0-64 0,1 1-128 0,-1-3 192 16,0 1 224-16,1-1 32 0,0 2 16 0,-1-5 0 15,1 0-320-15,0 0-144 0,0-2 128 0,-1 0-128 0,2-3 0 0,-2-1 0 16,1 1 0-16,0-5 0 16,-2 1 0-16,1 0 0 0,0-1 0 0,-1 1 0 15,1-3-256-15,0 0 0 0,1 3 16 0,-1 2-15776 16</inkml:trace>
  <inkml:trace contextRef="#ctx0" brushRef="#br0" timeOffset="8672.16">4432 10030 10127 0,'-4'-1'896'0,"3"0"-704"0,0 1-192 0,0-1 0 16,1 1 1088-16,-1 1 176 0,1-1 32 0,-1 1 16 0,1 1 656 0,-1 0 128 15,0 1 16-15,0 1 16 0,1-1-1200 0,-1-1-240 16,1 0-48-16,1-2-16 0,0-2-496 16,0 0-128-16,1 1 0 0,-1-2 0 15,1 0 304-15,-1-2 32 0,1 1 16 0,0-1 0 16,0 0 384-16,-1 2 80 0,1-1 16 0,0 1 0 0,-1 0-48 0,-1 0 0 15,1 0 0-15,1 0 0 0,-1 1-144 0,1-3-48 16,1 3 0-16,0-3 0 0,-1-1-192 0,1 0-32 16,1-3-16-16,0-1 0 0,2-3-224 0,1-2-128 15,-2-2 160-15,3-2-160 0,-1 0 144 0,1-2-144 16,1-1 128-16,-1-1-128 0,0-1 128 0,2 1-128 0,-1-1 0 0,-1 2 128 16,1 1-128-16,-1 0 0 0,0-2 0 0,0 0 0 15,0 0 0-15,-1-1 0 0,2-1 0 0,-2 1 0 16,1 2 0-16,-2 1 0 15,1 4 0-15,-1-4 0 0,2 0 0 0,2-1 0 0,-1-2 0 16,2 3 0-16,-1 0-128 0,1-1 128 0,0 1 0 0,-1 0 0 16,-1-1 0-16,0 3 0 0,1-2-144 0,-3 2 144 15,1 0 0-15,0-2 0 16,-2 2 0-16,0-3 0 0,0 4 0 0,1-5 0 0,-1 0 0 16,2-3 0-16,1-2 192 0,-1 2 80 0,2-2 32 0,-1 1 0 0,0 2 112 0,1 1 32 15,-1 0 0-15,0 0 0 0,0 2-320 0,0 1-128 16,-2 2 0-16,1-2 128 0,1 2-128 0,-3 3 192 15,1 1-192-15,-2 1 192 0,0 2-192 0,0-2 0 16,0-1 144 0,0-1-144-16,1 0 0 0,1-3 144 15,0-2-144-15,1-1 0 0,-1 0 336 0,0 1-32 0,-1 0-16 0,2-1 0 0,-2 1-80 0,0 1-16 0,1 2 0 0,0-2 0 16,1 2-48-16,-2-3-16 16,1 3 0-16,-1 0 0 0,1 0-128 0,-1-1 0 0,1 2 0 0,-2 1 128 15,2 1 752-15,-2 1 144 0,3-1 16 0,-2 1 16 31,2 0-1600-15,-2 1-320-16,1 2-64 0,-2-1-16 0,0 1 944 0,0-1 0 0,-2 0 0 0,1 1 176 0,0-1-176 0,0 0 128 16,1-2-128-16,1 0 128 0,-2 1 0 15,1-1-128-15,-1 2 192 0,1 0-64 0,-1 3-128 0,-1-1 128 16,1 1-128-16,-1 2 128 0,0-1-128 16,0 2 0-16,-2-2 144 0,0 1-144 0,1 0 0 0,-1 0 0 0,0 0 0 0,0-2 128 0,1 4-128 15,-1-3 0-15,0 2 0 0,1 0 0 0,1 0 0 16,-1 3 0-16,1-1 0 0,-1 3 0 0,0 2 0 0,-1 1 0 15,0 3 0-15,0 4-19328 32</inkml:trace>
  <inkml:trace contextRef="#ctx0" brushRef="#br0" timeOffset="9615.12">5310 7777 6447 0,'0'-1'576'0,"-1"1"-576"16,1 0 0-16,0 0 0 0,1 0 1152 0,-1 0 128 0,-1-2 32 15,1 2 0-15,0-2 32 0,0 1 16 0,1-1 0 0,1-1 0 16,2 1 176-16,-1 0 16 0,0-3 16 0,0 2 0 16,1 0-64-16,0 0-16 15,1 0 0-15,-1-1 0 0,0 3-320 0,-1-1-64 0,1 2-16 0,0 0 0 16,0 2-320-16,0-2-80 0,1 3-16 0,-2-1 0 15,2 3-208-15,1-3-32 0,-2 3-16 0,2-3 0 16,-2 1-32-16,3-2 0 0,0 0 0 0,2-1 0 16,-1 0 128-16,0 0 0 0,3 0 16 0,-1-2 0 15,1 0-208-15,0-1-64 0,1 0 0 0,0 1 0 0,-1 0-256 0,2-2 160 16,-2 1-160-16,0 2 128 16,-1 0-128-16,0 1 0 0,-10 0 0 0,0 0 128 0,0 0-128 0,0 0 0 15,45 16 0-15,-45-16 0 0,0 0 144 0,0 0 0 16,0 0 0-16,36 29 0 0,-36-29 48 0,0 0 16 15,0 0 0-15,39 26 0 0,-39-26-208 0,0 0 0 16,0 0 128-16,50 9-128 0,-50-9 0 0,0 0 0 16,34-2 128-16,-25 1-128 0,2-1 0 0,-1 0 0 15,0 2 128-15,0-2-128 0,-1 2 0 0,0 0 0 16,-1 2 0-16,0-1 0 0,-8-1 192 0,0 0-48 16,0 0-16-16,0 0 0 0,0 0-128 0,43 23 0 0,-43-23 0 0,0 0 0 15,0 0 0-15,0 0 0 0,40 26 0 16,-40-26 0-16,0 0 0 0,0 0 0 15,42 9 0-15,-31-9 0 0,-11 0 0 0,0 0 0 0,37-5 0 0,-26 3 0 16,1 2 0-16,1-2 0 16,0-1 0-16,0 1 0 0,-2 0 0 0,1 1 0 15,0-1 0-15,1 1 0 0,-1 0 0 0,1 1 0 0,-13 0 0 0,0 0 0 16,37 0 0-16,-24-2 0 16,-13 2 0-16,27-2 0 0,-27 2 0 0,31-1 0 15,-31 1 0-15,34-5 0 0,-16 1 0 0,1 1 0 0,2-2 0 0,-1-1 0 16,2 0 0-16,2 0 0 0,0-1 0 0,-1 0 0 15,-2 1 0-15,0 0 0 0,-3 0 0 0,-1 0 0 16,1 1 0-16,-1 0 0 0,1 1 0 0,-1 1 0 16,-17 3 0-16,32-3 0 0,-32 3 0 0,29 0 0 15,-29 0 0-15,0 0 0 0,37 1 0 0,-37-1 0 0,0 0 0 0,0 0 0 16,0 0 0-16,40 8 0 0,-38-7 0 0,-1 1 0 16,-1-1 0-16,-2 1-18448 15</inkml:trace>
  <inkml:trace contextRef="#ctx0" brushRef="#br0" timeOffset="9930.04">5480 7882 911 0,'-5'-8'0'0</inkml:trace>
  <inkml:trace contextRef="#ctx0" brushRef="#br0" timeOffset="10845.76">5447 7838 11071 0,'-4'-5'976'0,"1"2"-784"0,0 0-192 0,2 2 0 16,0-1 0-16,-1 2 0 0,1 0 0 0,-2-1 0 16,-2 1 0-16,0 0 0 0,-2 0 0 0,-1 0 0 15,1 1 0-15,-2 1 0 0,2-1 0 0,-1 0 0 16,-1 1 0-16,1-2-128 0,0-2 128 0,1 1-192 0,1-3 752 15,2 0 144-15,-2-1 48 0,2 0 0 0,1-2 208 16,0 2 64-16,1-3 0 0,1 0 0 16,0 3 384-16,1-2 80 0,0 4 16 0,1 0 16 0,-1 2 592 0,0-1 128 15,0 2 32-15,-1 0 0 16,0 2-32-16,0 0 0 0,-1 3 0 0,0 0 16 0,0 1-976 16,1 0-208-16,0-2-48 0,1 1 16 0,1 0-720 0,1-3-160 15,0 0-32-15,1-1 0 0,-1-1-128 0,3-1 0 16,0-1 0-16,-1-3 0 0,2 0 128 0,-1 1-128 15,1-4 0-15,-1 4 0 0,1-3 0 0,0 0 0 0,0 2-176 0,1-1 176 16,0 3-208-16,-1-2 64 0,3 2 16 16,-1 1 128-16,1 2-208 0,-1 0 80 0,2 0 128 0,-1 2-208 15,-9-2 208-15,0 0-144 0,0 0 144 0,46 8 0 16,-46-8 0-16,0 0 0 0,40 4 0 0,-40-4 0 16,0 0 0-16,45 0 0 0,-45 0 0 15,33-2 0-15,-33 2 0 0,27-2 0 0,-14 0 0 16,-1 1 0-16,-2-3 0 0,-1 1 0 0,1 1 0 0,-1-1 0 15,-2 1 0-15,-1-1 240 0,1 1-48 0,-2 2-16 16,0 0-176-16,1 0 192 0,-2 2-192 0,1 1 192 16,0 2-192-16,-2-1 0 0,3 1 0 0,-1 0 0 15,1 0 0-15,1 0 0 0,-7-5 0 0,0 0 0 0,0 0 0 0,0 0 0 16,41 18 0-16,-31-16 0 0,-1-2 0 16,1 0 0-16,-1 0 0 0,1 0 0 15,0-2 0-15,0 2 0 0,-1 0 0 0,0 0 0 16,-1 0 0-16,-1 0 0 0,1 2 0 0,-2 1 0 15,3 0 0-15,-2 0 0 0,0 0 0 0,1 0 0 16,-2 2 0-16,1-1 0 0,-1 1 0 0,0 0 0 0,0-3 0 16,-1 0 0-16,0 1 0 0,-2 0 0 0,2-1 0 15,0 0 0-15,-2 0 0 0,2-1 0 0,0 1 0 0,-2-2 0 0,2 0 0 0,-1 0 0 16,-1-2 0-16,2 1 0 16,0-1 0-16,-1 1 0 0,2 0 0 0,-1-2 0 15,-1-1 0-15,1 1 0 0,0 2 0 0,0 0 0 16,1-1 0-16,-2 0 0 0,2 1 0 0,-2 1 0 0,1 0 0 0,0 0 0 15,-2 1 0-15,1 1 0 16,-1-2 0-16,1 2 0 0,-2-1 0 0,2 0 0 0,-1 1 0 0,0-1 0 16,-1 1 0-16,1 0 0 15,-1-2 0-15,1 0 0 0,1 0 0 0,-2-2 0 0,1 2 0 0,-1-3 0 16,1 1 0-16,-1 1 0 0,-1-2 0 0,1 1 0 16,1 1 0-16,-2-1 0 15,1 2 0-15,0-2 0 0,-1 4 0 0,1-2 0 0,-2 2 0 0,2 1 0 16,-1-1 0-16,1 0 0 0,0 1 0 0,0 1 0 15,0-1 0-15,0-1 0 0,2 0 0 0,1 1 0 0,-1-1 0 0,1-1 0 16,1-2 0-16,-1 1 0 16,1-4 0-16,1 1 0 0,1 1 0 0,0-3 0 15,0 2 0-15,2-1 0 0,-2-1 0 0,0 0 0 16,2 1 0-16,-2 1 0 0,0-2 0 0,1 3 0 16,-1 0 0-16,0 0 0 0,0 0 0 0,1 1 0 0,-2-1 0 0,1 1 0 15,-1-1 0-15,1 2 0 0,-1 0 0 0,0 0 0 0,0 0 0 0,0 0 0 31,0 0 0-31,1 2 0 0,-2-2 0 0,-1 0 0 16,1 1 0-16,0-1 0 0,1-1 0 0,-2 1 0 16,2-2 0-16,-1 0 0 0,1 0 0 0,-1 0 0 15,0-1 0-15,0 1 0 0,-1 1 0 0,-1-1 0 16,-1 1 0-16,-2 1 0 0,0 1 0 0,0 1-19040 0</inkml:trace>
  <inkml:trace contextRef="#ctx0" brushRef="#br0" timeOffset="18177.25">1428 10171 5519 0,'-3'-3'496'16,"1"1"-496"-16,0 0 0 0,1 0 0 15,0 1 544-15,-1 1 16 0,-1-4 0 0,0 1 0 0,-3-2-48 0,0 0-16 16,-1-1 0-16,1 3 0 0,1-2 80 0,1 4 0 16,0 2 16-16,3 2 0 0,-1 2 448 0,2 4 96 15,0 3 16-15,2 5 0 0,1 6 0 0,2 3 0 16,1 5 0-16,-2 3 0 0,0 3-352 0,-1 2-64 0,-1 0-16 0,-1-5 0 16,-1-3-368-16,1-1-80 15,-1-1-16-15,0-6 0 0,1-3-256 16,-1-6 0-16,1-5 0 0,0-4 0 0,1-4 0 15,1-4 0-15,1-3 0 0,0-2-10352 16</inkml:trace>
  <inkml:trace contextRef="#ctx0" brushRef="#br0" timeOffset="18407.03">1377 10221 5519 0,'-2'-3'496'0,"0"-2"-496"16,2 3 0-16,0 2 0 0,0 0 1472 0,-1 0 208 0,-1 0 48 15,0-3 0-15,-1 0 0 0,-1 2 0 0,2-3 0 0,-1 3 0 16,0 1-1216-16,1 1-224 16,1 1-48-16,-1 1-16 0,1 0-224 0,-3 3 0 15,1 0 0-15,-2 4 0 0,0 0 0 0,-2 2 0 16,0 2 0-16,0 2 0 0,-2 0 0 0,2 1 0 0,-2 1 0 0,3-5 0 16,1 0 0-16,3-5 0 0,2-1 0 0,1-6 0 0,3-2 0 0,2-3 0 15,0-4 0-15,3-1-8336 16</inkml:trace>
  <inkml:trace contextRef="#ctx0" brushRef="#br0" timeOffset="18538.57">1422 10114 8287 0,'5'-10'368'0,"-2"6"80"15,0-1-448-15,0 4 0 0,-2 2 0 0,-1 1 0 16,1 1 1680-16,1 1 256 0,1 3 48 0,1 3 16 16,1 5 160-16,0 3 16 0,0-2 16 0,0 1 0 15,0 1-816-15,0 0-160 0,3-2-48 0,-2 1 0 16,2-4-720-16,-2 2-160 0,-6-15-32 0,0 0 0 0,23 34-256 15,-15-28 0-15,0-3 0 0,0 0 0 16,-1-3-432-16,-1 2-80 0</inkml:trace>
  <inkml:trace contextRef="#ctx0" brushRef="#br0" timeOffset="19030.06">2004 10211 911 0,'2'-5'0'0,"-1"1"0"0,-1 1 0 0,0 0 0 0,0 3 464 0,-1 0 16 16,1-2 0-16,-1 2 0 15,0-2 416-15,0 0 64 0,-2 0 32 0,1 1 0 0,-2 1 368 16,0 1 80-16,1 1 16 0,-2 0 0 0,0 0 288 0,1 3 64 0,0 0 16 16,0 0 0-16,1 2-304 0,2 0-64 15,-1 4-16-15,0 1 0 0,3 2-608 0,0 4-112 16,1 2-16-16,0 3-16 0,2 4-368 0,0 0-80 16,0 4-16-16,1-1 0 0,-1-4-224 0,-1 5 0 15,2 4 0-15,0 1 0 0,-2 2 0 0,0-5-160 16,1-4 160-16,-2-8-192 0,1-4-32 0,0-5-16 15,0-6 0-15,0-5 0 0,1-2-1056 16,-1-3-224-16</inkml:trace>
  <inkml:trace contextRef="#ctx0" brushRef="#br0" timeOffset="19278.7">2024 10220 12895 0,'-5'-9'1152'0,"1"3"-928"16,1 1-224-16,2 1 0 15,0 2 1152-15,0 2 192 0,-1 0 48 0,0-2 0 0,-1 0 720 0,-1-1 128 16,-1-1 48-16,-1 3 0 16,1 2-1392-16,-1 1-256 0,0 3-64 0,-1-1-16 15,0 6-432-15,-1 2-128 0,-4 2 0 0,1 2 0 0,-1 2 0 0,-2 2 0 16,0 4 0-16,-1 0 0 0,0-2 0 0,2-2 0 16,1-2 0-16,3-4 0 0,2-2 128 0,3-4-128 15,2 0 0-15,2-4 0 16,4-4 0-16,2-2 0 0,1-4 0 0,2-2-12592 0</inkml:trace>
  <inkml:trace contextRef="#ctx0" brushRef="#br0" timeOffset="19424.74">1999 10158 11055 0,'1'-9'480'0,"0"4"112"0,1 1-464 0,-1 0-128 16,0 3 0-16,-1 1 0 0,1 1 2064 0,-1 0 400 16,2 2 80-16,0 1 16 0,0 6 0 0,1 2 16 15,0 2 0-15,1 2 0 0,-1 1-1104 0,2 1-240 16,-5-18-32-16,13 37-16 0,-13-37-752 0,16 38-160 15,-16-38-16-15,16 30-16 0,-16-30-240 0,0 0 0 16,0 0 0-16,26 34 0 0,-20-30-144 0,1-3 144 0,-1 1-208 0,1-2-15072 16</inkml:trace>
  <inkml:trace contextRef="#ctx0" brushRef="#br0" timeOffset="19929.41">2665 10202 4607 0,'-1'-6'400'0,"0"2"-400"0,1 2 0 16,0 0 0-16,0 2 1296 0,0 0 176 16,-1-1 48-16,0-4 0 0,-1 2 880 0,0 2 176 15,0 2 48-15,0 7 0 0,2 4-656 0,0 7-128 0,2 6-32 16,1 5 0-16,1 7-800 0,0 1-176 0,0 5-16 0,1-3-16 16,-1 1-160-16,1-6-48 0,0-2 0 0,0-4 0 15,1-3-400-15,-2-3-192 0,1-3 160 0,-2-4-160 16,0-2 0-16,-3-4 0 0,2 0 0 0,-1-4 0 15,0-1 0-15,0-1 0 0,0-1 0 0,0-3 0 16,0 0-576-16,0 0-64 0,1-2-16 0,-1 0-12544 16</inkml:trace>
  <inkml:trace contextRef="#ctx0" brushRef="#br0" timeOffset="20163.72">2697 10280 11055 0,'-2'-3'976'0,"0"-1"-784"0,1 3-192 0,0 1 0 16,0 0 1552-16,0-2 272 0,-3 2 48 0,-1-2 16 16,-1-3-256-16,-1 2-48 0,1 1-16 0,-1 0 0 0,3-2-976 0,-1 3-192 15,1-1-32-15,1 2-16 0,0 0-176 0,0 2-48 0,0 3 0 0,0-1 0 16,1 5-128-16,-2 2 0 16,0 3 0-16,0 2 0 0,0 1 400 0,-1 2 48 15,1 3 16-15,-1-3 0 0,2 2-80 0,1-5 0 0,0-2-16 16,2-2 0-16,1-1-368 0,1-7 0 0,2 0 0 15,1-6 0-15,-1-3 0 0,4-4 0 0,1-3-192 16,0-5-8128-16,2 1-1600 0</inkml:trace>
  <inkml:trace contextRef="#ctx0" brushRef="#br0" timeOffset="20312.71">2702 10202 2751 0,'0'-5'256'0,"0"4"-256"0,0 1 0 0,0 0 0 16,1 0 1584-16,0-4 272 0,2-3 48 0,1 1 16 15,0 2 896-15,2 4 192 0,1 5 48 0,1 3 0 16,-8-8-944-16,0 0-176 0,29 44-32 0,-29-44-16 15,23 38-720-15,-23-38-144 0,24 40-16 0,-24-40-16 0,23 34-592 0,-23-34-112 16,0 0-32-16,0 0 0 16,32 33-256-16,-26-28 0 0,2-2 0 0,-2-2-14224 15</inkml:trace>
  <inkml:trace contextRef="#ctx0" brushRef="#br0" timeOffset="20777.59">3438 10264 10127 0,'-6'-17'448'0,"3"5"96"0,0 2-544 0,1 3 0 0,1 3 0 0,0 3 0 15,-1-3 1472-15,0-1 176 0,-1-5 32 0,-3 1 16 16,2 0 592-16,-1 3 112 0,1 4 32 0,1 2 0 16,0 3-832-16,0 4-176 0,0 3-16 0,2 6-16 15,0 3-320-15,2 5-64 0,1 6-16 0,1 4 0 16,1 3-384-16,-2 1-80 0,2 2-16 0,0-4 0 16,0-2-144-16,1-4-48 0,1-1 0 0,0-3 0 15,2-3-176-15,-8-23-144 0,15 31 192 0,-15-31-192 16,0 0 0-16,0 0 0 0,0 0 0 0,0 0 0 15,42-11-512-15,-37-1-176 0</inkml:trace>
  <inkml:trace contextRef="#ctx0" brushRef="#br0" timeOffset="21006.51">3427 10208 19343 0,'-5'-4'848'0,"2"2"192"0,2-1-832 0,-1 3-208 15,0 0 0-15,0 0 0 0,-1 3 928 0,-1-1 144 16,-1 0 16-16,-2 3 16 0,-1 2-112 0,-1 1-32 0,0 3 0 0,-2-1 0 16,1 3-560-16,0 2-112 0,-1 0-32 0,0 1 0 15,0-2-256-15,0 0 0 0,2 0 0 0,1-2 0 16,0 0 0-16,3-4 0 0,1 0 0 0,2-2 0 16,2-2 0-16,0-2 0 0,3-2 0 0,1 0-144 15,1-4-864-15,3-4-160 0</inkml:trace>
  <inkml:trace contextRef="#ctx0" brushRef="#br0" timeOffset="21179.74">3370 10277 8111 0,'11'-19'176'0,"-7"12"32"0,-3 5 16 0,-1 2 16 16,1-2-240-16,-1 1 0 0,3-3 0 0,-1-4 0 15,2-1 2960-15,1 0 560 0,-1 1 96 0,-2 4 32 0,0 2-1088 0,1 0-224 16,0 4-32-16,0 2-16 16,1 3-1392-16,3 3-256 0,-1 1-64 0,-6-11-16 0,16 32-400 15,-16-32-160-15,20 40 128 0,-20-40-128 0,22 38 0 0,-22-38 0 16,0 0 0-16,31 42 0 0,-31-42 0 15,0 0 0-15,0 0 0 0,0 0 0 0,41 27 0 0,-34-28 0 16,0-2 0-16,-1-1-14112 16</inkml:trace>
  <inkml:trace contextRef="#ctx0" brushRef="#br0" timeOffset="21624.86">4120 10320 9215 0,'0'-14'816'0,"0"3"-656"0,0 5-160 0,0 1 0 16,0 3 288-16,0-5 32 0,0-4 0 0,-1-7 0 15,1-3 256-15,0-2 48 0,0 4 16 0,0 6 0 16,1 5 128-16,-1 4 16 0,0 5 16 0,1 6 0 0,1 2 496 0,0 3 112 0,0 5 0 0,1 2 16 15,0 2 112-15,0 5 0 16,0 0 16-16,0 2 0 0,0 1-336 0,-2 0-80 16,0-3-16-16,-1 0 0 0,1 1-160 0,1-2-48 0,1-1 0 0,0-3 0 15,0 0-304 1,1-2-64-16,1-6-16 0,-1 0 0 16,1-6-400-16,1 1-128 0,-2-6 0 0,1-1 0 0,-1-4-128 15,-1-4-96-15,1-1-16 0,-1-3-15312 0</inkml:trace>
  <inkml:trace contextRef="#ctx0" brushRef="#br0" timeOffset="21814.21">4164 10294 7359 0,'-4'-10'320'0,"3"4"80"0,0 1-400 0,0 2 0 0,0 1 0 0,1 0 0 16,-1 0 2016-16,0-1 320 16,0 0 64-16,-2-1 16 0,0-1 128 0,1 2 16 0,-2 1 16 0,0 2 0 0,0 2-1712 0,0-2-352 31,-2 3-64-31,0 0 0 0,-1 2-224 0,-1 1-32 0,1 1-16 0,-3 5 0 0,4-2 16 0,-3 4 16 0,2 0 0 0,-1 2 0 15,0 1 176-15,2 1 16 16,0 0 16-16,1 1 0 16,0 0-48-16,1-2-16 0,3-1 0 0,1-3 0 15,3-4-352-15,2-3 0 0,-1-1 0 0,3-5-13808 16</inkml:trace>
  <inkml:trace contextRef="#ctx0" brushRef="#br0" timeOffset="22006.8">4187 10220 11391 0,'1'-14'256'0,"0"5"48"0,1 2 16 0,-1-1 0 16,0 5-320-16,0 2 0 0,0-2 0 0,1-2 0 16,0-1 3248-16,2-1 592 0,0 4 112 0,-1 3 16 15,2 5-1600-15,1 6-320 0,-1 2-64 0,1 6 0 16,1 0-1200-16,2 4-224 0,-9-23-48 0,21 48-16 0,-21-48-496 0,24 41 128 16,-24-41-128-16,0 0 0 0,32 38 0 0,-32-38 0 15,0 0 0-15,0 0 0 0,36 29-288 0,-36-29 0 16</inkml:trace>
  <inkml:trace contextRef="#ctx0" brushRef="#br0" timeOffset="22594.51">5074 10232 2751 0,'-2'-6'256'0,"0"1"-256"16,0 2 0-16,0 1 0 0,2 2 880 0,-3-2 128 15,-1-3 16-15,-2 0 16 0,-2-5 432 0,1 3 64 16,-3-1 32-16,0 2 0 0,3 3 0 0,0 1 0 16,1 0 0-16,1 0 0 0,1 2-96 0,1-2-32 0,0 2 0 0,2 2 0 15,0 0 224-15,2 3 64 0,0 4 0 0,1 5 0 16,1 6-672-16,0 8-128 0,2 7-32 0,1 1 0 15,-2 2-304-15,0 2-64 0,0 1-16 0,-2 1 0 16,0-1-288-16,0-1-64 0,1-2-16 0,0-4 0 16,0-5-144-16,1-7 0 0,0-5 0 0,0-5 0 15,1-5 0-15,0-5 0 0,-2-2 0 0,1-5 0 16,1-4-160-16,-1-3 160 0,3-7-208 16,-2 0-15120-16</inkml:trace>
  <inkml:trace contextRef="#ctx0" brushRef="#br0" timeOffset="22845.2">5058 10251 13823 0,'-5'-12'608'0,"4"3"128"0,-1 0-592 0,0 4-144 0,1 0 0 0,0 2 0 0,0 0 1600 0,0-3 304 0,-1-3 48 16,0-5 16-16,0 0-48 0,-2 1 0 16,1 0 0-16,0 5 0 0,0 1-1280 0,0 4-256 0,0 3-48 0,-1 0-16 31,2 3-192-31,-2 4-128 0,-1 2 128 0,-1 6-128 0,-3 1 320 0,-1 4-16 15,-2 3 0-15,-2 5 0 0,-1 1 80 0,-2 1 32 16,0 0 0-16,2-2 0 0,2-5-208 0,2-4-32 16,2-2-16-16,4-6 0 0,3-3-160 0,2-6 0 15,1-2 0-15,2-4 0 0,2-2 0 0,1-7 0 16,3-2-192-16,1-4-9360 16,1-4-1888-16</inkml:trace>
  <inkml:trace contextRef="#ctx0" brushRef="#br0" timeOffset="23008.27">4971 10175 5519 0,'7'-21'240'0,"-5"16"64"0,-1 1-304 0,-1 4 0 15,0 0 0-15,0-1 0 0,2-1 1920 0,0 0 336 0,1 0 64 0,1 4 16 16,1 0 544-16,0 3 96 0,3 4 32 0,-8-9 0 16,0 0-304-16,30 46-48 0,-30-46-16 15,25 37 0-15,-25-37-2144 0,28 36-496 0,-28-36 0 0,0 0 0 16,51 38 304-16,-51-38 80 0,0 0 0 0,50 14 16 16,-50-14-400-16,0 0 0 0,0 0 0 0,53 6 0 15,-42-6 0-15,-3 0 0 0,-1 1 0 0,-2 1-15808 16</inkml:trace>
  <inkml:trace contextRef="#ctx0" brushRef="#br0" timeOffset="23592.39">5684 10318 10527 0,'-10'2'944'0,"2"0"-752"0,2 0-192 15,0-2 0-15,4 0 0 0,0 0 0 16,-1-2 0-16,-3 0 0 0,-3-3-160 0,-1-2 160 0,-1-2 0 0,3-3-144 16,0 0 144-16,3-2-192 0,0-3 192 0,1 3-192 0,1 0 336 0,1 2 64 15,-1-2 16-15,0 4 0 0,1 0-48 16,-1 6-16-16,2-1 0 0,-1 3 0 15,-1 1 160-15,0 4 16 0,0 0 16 0,-1 1 0 0,0 3 112 0,-2 0 32 16,2 3 0-16,-3-3 32 0,3 2 16 0,-2-1 0 16,1-4 0-16,2-1 0 15,0-1 192-15,1-2 32 0,0-5 16 0,2 1 0 16,1-1 560-16,0-2 96 0,2-1 32 0,-1 0 0 0,0 2-400 0,-1-1-80 16,0-2-16-16,1-1 0 0,-1 1-192 0,0 4-32 15,-1 1-16-15,0 2 32 0,0 4-192 0,0 2-32 16,0 4-16-16,1 1 0 0,0 2-112 0,0 4-32 15,1 13 0-15,1 8 0 0,0 7-256 0,0 1-128 0,1 4 0 16,-2-3 128-16,-1-2-128 0,2 0 0 16,0 4 0-16,1-7 0 0,-1-2 0 0,3-7 0 15,0-7 0-15,0-5 0 0,-6-19 0 0,0 0 0 16,0 0 0-16,0 0 0 16,37 28-496-16,-29-33 0 0</inkml:trace>
  <inkml:trace contextRef="#ctx0" brushRef="#br0" timeOffset="23827.95">5570 10270 6447 0,'-1'-14'272'0,"0"1"80"0,1 2-352 0,-1 2 0 0,1 4 0 0,-1 3 0 16,1-5 800-16,-1 0 96 0,0-7 0 0,-1-1 16 15,0 1 304-15,-2 5 48 0,1 4 16 0,0 9 0 16,-1 6-336-16,-1 9-64 0,-1 7-16 0,-2 4 0 15,1 6-96-15,-3 2 0 0,-1 5-16 0,0 0 0 16,-2-1-256-16,2-4-48 0,0 0-16 0,3-7 0 16,1-5-304-16,4-7-128 0,1-7 0 0,3-5 128 15,-1-5-128-15,2-4 0 0,2-4 0 0,1-5-6480 16,0-3-1296-16</inkml:trace>
  <inkml:trace contextRef="#ctx0" brushRef="#br0" timeOffset="23992.06">5538 10228 8399 0,'2'-10'176'0,"0"1"32"0,1 5 16 0,-1 1 32 0,0 3-256 0,0 2 0 16,1 0 0-16,2 1 0 0,3 4 2704 0,-8-7 496 16,0 0 80-16,40 45 32 0,-40-45-1248 0,31 42-240 15,-31-42-48-15,33 34-16 0,-33-34-928 0,0 0-176 16,48 38-32-16,-48-38-16 0,0 0-608 0,42 21 0 16,-42-21 0-16,0 0 0 0,0 0-368 0,44 12 16 0</inkml:trace>
  <inkml:trace contextRef="#ctx0" brushRef="#br0" timeOffset="24563.7">6134 10192 11711 0,'2'-5'0'0,"-1"3"0"16,0-1 0-16,-1 3 0 0,0 0 624 0,0 0 80 15,1-2 32-15,-1-2 32 0,2 1 384 0,-1 0 96 0,-1 0 16 0,0 2 16 16,0-1 48-16,-1 2 0 0,-1 0 0 15,1 0 16-15,0 0-224 0,-1 0-48 0,0 0-16 0,0-2 32 16,0 1-112-16,0-1-16 16,0 1 0-16,0-1 32 0,-1 0-224 0,-1 2-64 0,2 0 0 15,1-2 48-15,-1 4-272 0,1 0-48 16,0 4-16-16,1 3 32 0,1 2-192 0,-1 3-48 16,2 3 0-16,0 7 32 0,0 2-240 0,1 5 176 0,1-1-176 0,-1 4 192 15,-1 0-192-15,1 3 0 0,-1-4 0 16,0 1 0-16,0-2-160 0,0 0 16 0,1-6 0 0,1-3 144 15,0-4-256-15,0-5 80 0,1-4 16 0,-2-3 32 0,0-2 128 0,-1-4-160 0,0 0 160 16,0-3-160 0,1-2-160-16,-1-2-16 0,1-1-16 15,0-4-14304-15</inkml:trace>
  <inkml:trace contextRef="#ctx0" brushRef="#br0" timeOffset="24778.63">6169 10166 8287 0,'-5'-8'736'0,"2"4"-592"0,1-1-144 0,0 1 0 0,1 3 1232 0,1-1 224 16,-1 1 32-16,0-2 16 0,-1-2 128 0,-1 1 32 15,-1-2 0-15,0 1 0 0,1 2-912 0,-1 2-176 16,2-1-48-16,-1 4 0 0,1-1-400 0,0 3-128 16,-1 5 0-16,-1 1 0 0,0 4 0 0,-1 2 0 15,-2 8 0-15,0 0 0 0,0 2 176 0,-2 2-176 16,0 3 160-16,0 0-160 0,0-3 128 0,3-3-128 15,2-2 0-15,2-7 144 0,2-4-144 0,3-2 0 16</inkml:trace>
  <inkml:trace contextRef="#ctx0" brushRef="#br0" timeOffset="24958.75">6170 10059 13983 0,'1'-14'304'0,"0"5"64"0,1 2 16 0,0 4 16 0,0 3-400 0,-2 0 0 0,2 2 0 0,2 0 0 16,2 6 2880-16,-6-8 480 0,0 0 96 0,28 52 32 15,-17-28-1840-15,-1 4-368 0,1 3-80 0,1-2-16 16,1-1-736-16,-13-28-160 0,27 45-32 0,-27-45 0 16,0 0-256-16,42 36 128 0,-42-36-128 0,0 0 0 15,0 0 0-15,46 22 0 0,-38-19 0 0,0-2-14144 16</inkml:trace>
  <inkml:trace contextRef="#ctx0" brushRef="#br0" timeOffset="25561.1">6919 10211 911 0,'0'-5'0'0,"0"3"0"15,1 0 0-15,-1 2 0 16,0-2 736-16,0 1 64 0,0 1 16 0,1-3 0 16,-1 1 80-16,1-2 0 0,-1-3 16 0,0 0 0 0,0-1 304 0,-1 1 48 0,0-2 16 0,0 1 0 31,-2 2 208-31,0-2 48 0,-1 4 16 0,1-1 0 0,-2 0-208 0,0 1-32 15,0 1-16-15,1 3 0 16,0 0-416-16,1 2-96 0,-1 1-16 0,1-1 0 0,1 3-320 0,-1-2-64 16,1 3 0-16,-2 2-16 0,1-1-176 0,0 2-48 0,2-1 0 0,-1 3 0 15,0-2 32-15,2 3 0 16,0 0 0-16,0 2 0 0,1 5 256 0,0 0 48 16,1 3 16-16,-1 4 0 0,2 0 272 0,0 2 48 0,1 4 16 0,-2 0 0 15,0-1-352-15,0-2-64 16,0-1-16-16,0-2 0 0,1-1-256 0,-1-4-144 0,2-1 160 0,2-5-160 15,-1-3 0-15,1-5 0 0,0-7 0 0,2-3 0 16,-1-5 0-16,1-5-288 16,0-1 32-16,0-3-14512 0</inkml:trace>
  <inkml:trace contextRef="#ctx0" brushRef="#br0" timeOffset="25858.44">6934 10083 5519 0,'0'-3'496'0,"-1"1"-496"0,1 2 0 0,-1 0 0 15,0 2 1520-15,0-2 208 0,-1 0 32 0,-3 1 16 16,0 3 64-16,-3-1 16 0,0 4 0 0,-1 1 0 15,0 1-800-15,0 0-160 0,-1 3-16 0,-2 2-16 16,0 3-80-16,-2 1-16 0,1 0 0 0,0 2 0 16,-1 2 0-16,0 2-16 0,1 2 0 0,1-3 0 0,1-2-432 0,1-1-64 15,3-4-32-15,2-2 0 0,3-2-224 16,0-2 0-16,2-3 0 0,2-2 0 0,1-3-144 0,1-4 144 16,2-3-208-16,-1-2 80 15,2-4-1904-15,-1-1-368 0</inkml:trace>
  <inkml:trace contextRef="#ctx0" brushRef="#br0" timeOffset="26030.56">6831 10192 9215 0,'10'-22'400'0,"-6"13"96"0,0 2-496 0,-2 5 0 0,-1 0 0 16,0 1 0-16,2-4 2208 0,4-4 352 0,3-3 64 0,0 0 0 15,0 4-176-15,0 3-32 0,-1 5-16 0,-2 4 0 16,1 3-1264-16,-2 2-256 0,-6-9-48 0,14 31-16 16,-14-31-272-16,18 36-48 0,-18-36-16 0,21 38 0 15,-21-38-320-15,25 35-160 0,-25-35 160 0,0 0-160 16,38 38 0-16,-38-38 0 0,0 0 0 0,0 0 0 15,0 0 0-15,42 31 0 0,-36-28 0 0,-2-3-14352 16</inkml:trace>
  <inkml:trace contextRef="#ctx0" brushRef="#br0" timeOffset="26483.25">7258 10150 11055 0,'-5'-8'480'0,"3"4"112"0,-1 1-464 0,1 1-128 15,2 2 0-15,0 0 0 0,-1 2 1376 0,0-2 256 0,-1 3 48 0,-1 3 16 16,2 2 96-16,-2 4 0 0,1 2 16 0,1 4 0 15,0 0-704-15,1 3-144 0,1 2-16 0,2 3-16 16,0 1-352-16,0 1-64 0,1-2 0 0,0 1-16 16,-1 1-336-16,2-2-160 0,-1-3 160 0,-1 4-160 15,3-1 0-15,-1-2 0 0,-2-1 0 0,1-3 0 16,1-4 0-16,-2-3 0 0,1-3 0 0,-1-3 0 0,0-2 0 0,-1-3-128 0,-1-4 128 0,1 0-12880 31</inkml:trace>
  <inkml:trace contextRef="#ctx0" brushRef="#br0" timeOffset="26723.71">7274 10185 9215 0,'-6'2'816'0,"2"-2"-656"16,2 0-160-16,1 0 0 0,0 0 1392 0,-1 1 240 0,-2 1 48 0,-3-2 16 15,-2 2-16-15,0-2 0 16,1 0 0-16,1 0 0 0,2 0-528 0,0 0-128 15,1 2 0-15,1 0-16 0,0 2-448 0,1 2-96 16,-1 4-16-16,1 0 0 0,-1 3 32 0,-1 2 0 16,0 1 0-16,0 4 0 0,-2 1-208 0,1 2-32 15,-2-1-16-15,2-3 0 0,1-3-224 0,0 1 0 16,0-2 0-16,3-2 0 0,1-3-352 0,0-8-16 0,4-2 0 0,0-2-12176 16</inkml:trace>
  <inkml:trace contextRef="#ctx0" brushRef="#br0" timeOffset="26913.51">7229 10199 8287 0,'3'-5'736'0,"0"1"-592"0,-1 1-144 0,-1 1 0 16,-1 2 2624-16,2 0 480 0,2-3 96 0,3 1 32 15,2-2 48-15,-9 4 16 0,0 0 0 0,0 0 0 16,55 18-1680-16,-55-18-336 0,0 0-64 0,44 43 0 16,-44-43-688-16,31 35-128 0,-31-35-16 0,33 41-16 15,-33-41-224-15,32 40-144 0,-32-40 192 0,0 0-192 16,39 38 0-16,-39-38 0 0,0 0 0 0,0 0 0 0,0 0 0 0,43 18 0 15,-36-19 0-15,-2 1-16720 16</inkml:trace>
  <inkml:trace contextRef="#ctx0" brushRef="#br0" timeOffset="30948.11">9342 7650 2751 0,'-1'-2'256'16,"0"0"-256"-16,1 2 0 0,-1-2 0 0,1 1 496 0,-1 1 48 0,0-2 16 0,-1-3 0 16,0 3-560-16,-1-3 0 15,-1 2 0-15,0 1 0 0,2 1 0 0,-1 1 0 0,0 1 0 16,1-1 0-16,0 2 512 0,0-1 80 16,2 1 32-16,0 0 0 0,0-2 864 0,0 0 176 0,2 0 48 0,-1 0 0 0,2 0 144 0,0 0 16 31,0 0 16-31,1-2 0 0,0 0-704 0,1 1-144 0,1-1-16 0,1 0-16 0,1-2-528 0,0 0-96 15,2 1-32-15,0-2 0 0,0 2 48 0,0 0 16 16,1 0 0-16,-1 2 0 16,0 1 160-16,-1 0 16 15,0 2 16-15,-1 0 0 0,0 3-400 0,-1-2-80 16,1 1 0-16,-1 1-128 0,0 0 144 0,0-3-144 0,0 3 0 0,0-2 144 16,1-1-144-16,0-2 0 0,1 0 0 15,0-2 0-15,-2 1 368 0,3-3-16 0,0 0 0 0,2-2 0 16,0 1-32-16,-1 1-16 0,-1-3 0 0,1 3 0 0,-1 0-80 15,1-1-16-15,0 1 0 0,0 2 0 16,-1-1 176-16,-1 3 48 0,-1 0 0 0,0 0 0 16,-2 1-304-16,1 1-128 0,-1 1 128 0,1-2-128 0,-1 2 0 15,0 1 0-15,0-1 128 0,1-2-128 0,-1 0 0 0,2 1 0 16,0-2 0-16,0 0 0 16,0 0 0-16,-1-2 0 0,2 1 0 0,-1 0 0 15,-1-1 0-15,1 1 0 0,-1 1 0 0,1-2 0 16,-2 2 0-16,2 0 0 0,-2 0 0 0,1 2 0 15,-1 1 0-15,-1-1 0 0,-1 3 0 0,1 0 0 0,1 0 0 0,-2 2 0 16,1-1 0-16,-1-1 0 0,1 0 0 0,1 0 0 16,-1 0 0-16,1-2 0 0,1 0 0 15,1-3 0-15,-1 0 0 0,1 0 0 0,1 0 0 0,-2-2 0 16,2 2 0-16,-2-2 0 0,0 2 0 0,2-2 0 16,-2 0 0-16,0 1 0 0,-2 1 0 0,1-2 0 15,-2 2 0-15,1 2 0 0,0-2 0 0,-2 1 0 16,1 1 0-16,-1 1 0 0,0-2 0 0,-1 2 0 15,0 0 0-15,0 1 0 0,0-2 0 0,0 3 0 16,0-3 0-16,-1 1 0 0,0-1 0 0,-1-2 0 16,1 2 0-16,0-2 0 0,-1 0 0 0,-1 0 0 15,1 0 0-15,0-2 0 0,-1 2-160 0,1 0-64 0</inkml:trace>
  <inkml:trace contextRef="#ctx0" brushRef="#br0" timeOffset="32161.36">10122 7687 911 0,'0'-6'0'0,"0"1"0"15,0 1 0-15,-1-1 0 0,1 3 528 0,0 1 32 0,0-1 0 0,0-2 0 16,1-2 128-16,-1 0 16 0,0-2 16 0,0 1 0 0,0 0 176 15,0 3 48-15,-1-2 0 0,0 3 0 16,-1 0 400-16,1 1 96 0,-1 1 16 0,0-1 0 0,0 2 400 0,-1-2 96 16,0 1 16-16,1 1 0 0,0 0-240 15,1 0-32-15,0-2-16 0,0 2 0 0,1 0-528 0,-1 0-96 16,2 0-32-16,0 2 0 16,0-2-352-16,0 1-80 0,1 3-16 0,1-1 0 0,0 2-256 0,1 2-64 15,1 4-16-15,1 1 0 16,-6-12-96-16,15 33-16 0,-15-33 0 0,20 44 0 0,-20-44-128 15,18 49 0-15,-18-49 0 0,17 49 128 0,-17-49-128 16,17 44 0-16,-17-44 0 0,15 38 128 0,-15-38-128 0,14 40 0 16,-14-40 0-16,15 36 0 0,-15-36 0 0,14 34 0 15,-14-34 128-15,14 32-128 0,-14-32 0 16,15 35 0-16,-15-35 0 0,14 33 0 0,-14-33 0 0,13 32 0 0,-13-32 0 16,12 32 0-16,-12-32 144 0,12 36-144 15,-12-36 160-15,12 33-160 0,-12-33 672 0,12 35 32 16,-12-35 16-16,14 41 0 0,-14-41-464 0,17 40-80 0,-17-40-32 0,16 44 0 15,-16-44-144-15,15 41 0 16,-15-41 0-16,14 39 128 0,-14-39-128 0,10 37 0 16,-10-37 0-16,10 41 0 0,-7-21 0 0,2-2 0 15,-1 3 128-15,-1 0-128 0,2 1 176 0,-1 1 0 16,-1 0 0-16,0 0 0 0,1 0 48 0,1 1 16 0,-2-1 0 0,1-1 0 16,1 0-240-16,-1-1 128 0,1 2-128 15,0 1 0-15,-5-24 0 0,11 43 0 0,-6-19 0 0,1 1 0 16,-1-1 0-16,1 0 0 0,0 0 0 0,-2-1 0 15,2 1 0-15,-2-2 0 0,1 1 0 0,-1-3 0 16,-1 0 0-16,0-3 0 0,0 0 0 0,0-2 0 16,0 0 128-16,-1-3-128 0,2 0 0 0,-1 0 0 15,1-4 256-15,-1 0-32 0,2 2-16 0,0-2 0 16,-1 0-208-16,0 1 0 0,0-1 0 0,0 1 0 16,0 1 0-16,1 2 0 0,-2 0 0 0,2 2 0 0,0 0 0 15,-2 1 0-15,2 2 0 0,-1 0 0 16,-1 0 0-16,1 1 0 0,0 0 0 0,-2-1 0 15,1 2 0-15,0-5 0 0,0 2 0 0,0-3 0 0,-1-1 0 16,1-1 0-16,0-1 0 0,0 0 0 0,0-2 0 16,-1-2 0-16,1 0 0 0,-1 0 0 0,1 0 0 15,-1-1 0-15,0 1 0 0,0 0 0 16,1 1 0-16,-1 0 0 0,0 1 0 0,1 1 0 0,-1 0 0 0,1 1 0 16,0 1 0-16,1 2 0 0,-2-1 0 0,1 1 0 15,0-1 0-15,1 0 0 0,-2 2 0 0,2-2 0 16,-1 0 0-16,-1 0 0 0,0-4 0 0,-1 0 0 0,0 1 0 0,2-1 0 15,-1-1 0-15,0-2 0 0,0 0 0 0,0-3 0 16,-1 0 0-16,1 1 0 16,0-1 0-16,1 1 0 0,-1-1 0 0,0 3 0 0,0 0 0 0,1 1 0 15,0 0 0-15,0 1 0 0,0 2 0 0,-1 1 0 16,1-1 0-16,1 0 0 16,-1 1 0-16,-1-3 0 0,0 2 0 0,1-1 0 0,0-3 0 0,-1 0 0 15,0-1 0-15,1-3 0 0,-1-1 0 0,1-1 0 16,-1-4 0-16,0 0 0 0,-1-2 0 0,-1-2 0 15,1-1-192-15,-1 1-128 0</inkml:trace>
  <inkml:trace contextRef="#ctx0" brushRef="#br0" timeOffset="33109.87">9499 10071 7359 0,'-4'-6'656'0,"2"3"-528"0,0 0-128 0,0 1 0 16,1 0 1280-16,1 1 208 0,-1-1 48 0,1 0 16 0,0-1 640 0,-1-2 128 16,0 1 32-16,2-1 0 15,0 1-496-15,0 2-80 0,1-1-32 0,0 1 0 16,1 2-336-16,-1-1-80 0,0-1-16 0,0 0 0 16,1 1-480-16,-1-1-112 0,0 1-16 0,0-2 0 0,0 0-288 0,1-2-64 15,1 1-16-15,1-4 0 16,0-1-16-16,2-2-16 0,0-4 0 0,2-2 0 15,2-2-80-15,1-4-16 0,1 1 0 0,-1-2 0 16,0 1-208-16,0-3 144 0,2 2-144 0,0-5 128 16,0 1-128-16,0 2 0 0,1-2 0 0,-2 2 0 15,1 0 0-15,-1 2 0 0,1 0 0 0,0 0 0 16,-1 3 288-16,0-3-32 0,1-2 0 0,-1 0 0 16,0 1-112-16,2-5-16 0,0 0-128 0,2-6 192 0,1 3-192 0,-1-4 0 15,2 1 0-15,-1 1 0 0,2 1 0 0,-3 3 0 0,1 1 0 16,2-2 0-16,1-1 128 0,-1 1-128 15,2 0 0-15,-3 1 144 0,-1 5 32 0,-1 0 0 16,0 1 0-16,-1 0 0 0,-3 1-48 0,-1 3-128 16,-2 0 192-16,-2-1-64 0,1 1-128 0,-2 0 128 15,1 0-128-15,0-1 128 0,0-1-128 0,1-1 192 16,-1 0-192-16,1-1 192 0,1-1-192 0,0 1 0 16,-1-1 144-16,1 2-144 0,-1 1 0 0,1 1 0 0,0 1 0 0,0-1 0 0,-2 4 0 15,3-1 0 1,0 0 0-16,-1 2 0 0,-1 0 0 0,1 1 0 15,3-1 0-15,-1-2 0 0,-1 4 0 0,-1 0 0 16,1 0 0-16,-1-1 0 0,0 1 0 0,-1-1 0 0,0 0 0 0,0-1 0 16,2 0 0-16,-2-1 0 0,0 0 160 0,0 2-160 15,0 2 144-15,0 0-144 0,0-1 128 0,1-1-128 16,0 4 0-16,0-3 0 0,1-1 128 0,-1 2-128 16,0 0 0-16,-1 2 0 0,1-2 0 0,-1-1 0 15,0 4 0-15,-1-1 0 0,0 0 128 0,-1 1-128 16,-1 1 0-16,0 2 0 0,-1 0 0 0,-2 2 128 15,1-1 0-15,-1 0-128 0,0 1 192 0,-1 0-64 16,0 1-128-16,0 1 160 0,1-2-160 0,0 2 160 0,-1-1-160 0,2-2 0 16,-1 2 0-16,1 0 128 0,-1 1 16 0,0-1 0 15,1 1 0-15,-1 1 0 0,0 1 736 0,0 2 144 16,0-2 16-16,-2 4 16 16,0 2-864-16,-2 2-192 0,-1 3 0 0,-2 3-21072 15</inkml:trace>
  <inkml:trace contextRef="#ctx0" brushRef="#br0" timeOffset="34040.73">10815 7729 10703 0,'0'-5'960'16,"1"-2"-768"-16,0 4-192 0,-1 1 0 16,0 0 0-16,0-3 0 0,1-4 0 0,1-3 0 0,0-5 1088 15,0-1 240-15,0 0 48 0,0 0 32 0,-1 3 688 0,1 2 144 0,-1 2 16 0,1 2 48 32,-1 2-432-32,0 2-80 0,1 2 0 0,-1 3 0 0,0 1-512 15,0 4-112-15,3 4-16 0,1 1 32 0,-5-10-480 0,0 0-80 16,22 51-32-16,-22-51 16 0,21 41-368 0,-21-41-80 0,25 40-16 15,-25-40 32-15,26 36-176 0,-26-36 0 0,0 0 144 0,38 47-144 16,-38-47 0-16,0 0 128 0,36 36-128 16,-36-36 0-16,0 0 304 0,27 36-48 15,-27-36 0-15,0 0 32 0,22 38 0 0,-22-38 0 16,14 35 0-16,-14-35 16 0,13 40-112 0,-13-40 0 16,14 47-16-16,-14-47 16 0,14 50-192 0,-14-50 0 15,15 46 0-15,-15-46 0 0,17 45 128 0,-17-45-128 16,19 47 0-16,-19-47 0 0,18 47 0 0,-18-47 0 0,19 47 0 0,-19-47 0 15,16 46 0-15,-16-46 0 0,15 47 0 0,-15-47 0 16,13 50 0-16,-13-50 0 0,11 50 0 0,-5-24 0 16,-2-3 0-16,0 3 0 0,2 0 0 0,-1 3 0 15,3 0 0-15,-1-1 0 0,-7-28 0 0,19 52 0 16,-19-52 0-16,21 50 0 0,-21-50 0 0,21 46 0 0,-21-46 0 16,19 39 0-16,-19-39 0 0,17 36 0 0,-17-36 0 15,0 0 0-15,19 47 0 0,-19-47 0 0,11 36 0 0,-11-36 0 16,10 36 128-16,-10-36-128 15,10 37 352-15,-10-37 16 0,10 39 0 0,-10-39 0 16,14 42-192-16,-14-42-48 0,15 38 0 0,-15-38 0 16,15 33-128-16,-15-33 0 0,0 0 0 0,24 38 0 0,-24-38 0 0,0 0 0 15,20 33 0-15,-20-33 0 16,0 0 0-16,14 31 0 0,-14-31 0 0,0 0 0 16,9 38 0-16,-9-38 0 0,6 29 0 0,-4-11 0 0,0 1 0 15,1 0 0-15,-1-5 0 0,-2-14 0 0,7 34 0 0,-4-13 0 16,-3-21 128-16,10 41-128 0,-10-41 0 0,12 35 0 15,-12-35 0-15,13 31 0 0,-13-31 0 0,0 0 0 16,18 38 0-16,-18-38 0 0,0 0 0 0,14 35 0 16,-14-35 0-16,0 0 0 0,13 31 0 0,-13-31 0 15,0 0 0-15,12 36 0 0,-12-36 0 0,7 28 0 16,-7-28 0-16,6 28 0 0,-6-28 0 0,7 26 0 16,-5-11 0-16,1-1 0 0,-3-14 0 0,8 24 0 15,-8-24 0-15,0 0 0 0,13 35 0 0,-13-35-144 16,0 0 144-16,0 0-208 15,20 32-640-15,-20-32-128 0,0 0-32 0,0 0 0 16,0 0-1744-16,0 0-336 0,0 0-80 0,30 32-10656 0</inkml:trace>
  <inkml:trace contextRef="#ctx0" brushRef="#br0" timeOffset="34941.87">10968 10154 7359 0,'-6'-9'656'0,"4"5"-528"0,0-1-128 16,0 1 0-16,1 1 1376 0,0 0 240 15,1-2 48-15,-1-4 16 0,1-3 1264 0,-1-3 240 0,2-2 48 0,-1 3 16 16,2 2-1760-16,-1 4-336 0,1 2-80 0,0 2-16 0,0 1-544 16,0 1-96-16,1 2-32 0,-1 0 0 15,0 0-128-15,0-2-16 0,1 1-16 0,0-1 0 0,0-3 32 0,3-2 0 16,0-2 0-16,-1-3 0 15,1-2 176-15,0-3 32 0,3-4 16 0,1-5 0 16,0-1 32-16,1-2 0 0,0 0 0 0,1-2 0 0,0 1-128 0,1 0-32 16,0-1 0-16,-1 4 0 0,0 0-16 0,0 1 0 15,-1 2 0-15,-1 3 0 0,-3 2 0 0,1 0 0 0,0-2 0 16,-1-1 0-16,0 1-32 16,1-2-16-16,1-4 0 0,-1-2 0 0,2-3-64 15,0-2-16-15,1-2 0 0,-1-4 0 0,0-2-64 0,0-3-16 16,-1 2 0-16,3-5 0 0,-1 1-128 0,0 0 128 0,1 1-128 15,-1 2 128-15,1 1-128 0,0 3 160 16,-1 2-160-16,-1 5 160 0,-1 4-160 0,-1 1 0 0,0 2 0 0,-1 0 0 16,1 1 128-16,1 0-128 0,-1 1 0 0,1 0 128 15,1-1 0-15,-1 0-128 0,0 0 192 0,0-2-64 16,1 1 0-16,-2 0-128 0,0 0 192 16,2-3-64-16,1-4-128 0,0 0 0 15,1 2 0-15,0 1 0 0,1 3 0 0,0 3 0 0,1 1 0 0,0 0 0 0,0 3 0 0,-1 2 0 16,0 0 0-16,-2 2 0 15,-1 2 0-15,0 0 0 0,0 2 0 0,0-2 0 16,-1 2 0-16,0-2 0 0,0-1 0 0,0-2 0 16,0 1 0-16,1-3 0 0,1 0 0 0,0-2 0 15,0 2 0-15,-1-3 0 0,1 1 0 0,-1 0 128 16,1 0-128-16,-1 4 0 0,-1 1 0 0,-2 2 128 16,1 4-128-16,-2-1 160 0,1 3-160 0,-3 1 160 15,1 2-160-15,-1 0 192 0,-2 1-192 0,-1 1 192 16,0 1-192-16,-1 2 0 0,0 0 0 0,0 0 128 0,0-1-128 0,-1 2 0 0,1-1 0 0,0 2 0 15,0-2 0 1,1 0 0-16,-1 0 0 0,1 0 0 16,0 0 0-16,-1 0 0 0,1 0 0 0,0 2-13120 15,0-1-2512-15</inkml:trace>
  <inkml:trace contextRef="#ctx0" brushRef="#br0" timeOffset="35827.92">12147 7831 2751 0,'-8'-13'256'0,"2"4"-256"0,2 0 0 16,0 2 0-16,2 4 352 0,1 1 32 0,0-3 0 0,-1-2 0 16,-3-5 144-16,-1 0 48 0,0 0 0 0,-1 1 0 15,2 6-384-15,-1 2-192 0,2 2 192 0,-1 1-64 16,-1 0-128-16,1 0 0 0,-2 1 0 0,1-2 0 15,0 0 0-15,1-2 0 0,-1 0 0 0,1-2 0 16,-1-1 0-16,1-1 0 0,3-2 0 0,0-3 0 16,1 2-128-16,0-2 128 0,2 3 0 0,0-3 0 15,1 3 0-15,-1-1 0 0,1 1-144 0,0-1 144 16,0 2 1664-16,0 0 336 0,0 1 80 0,0 0 32 16,0 2 128-16,0 0 0 0,0 2 16 0,0 1 48 15,1 2-96-15,-1 2-16 0,-1 4 0 0,2 1 32 16,1 4-1008-16,0 1-208 0,0 3-48 0,-4-15 32 15,11 35-544-15,-11-35-96 0,15 38-32 0,-15-38 48 0,19 42-160 16,-19-42-16-16,20 41-16 0,-20-41 16 0,23 38-192 0,-23-38 128 16,24 43-128-16,-24-43 128 0,25 42-128 0,-25-42 0 0,31 48 0 15,-31-48 0-15,36 48 288 0,-36-48 0 0,37 51 0 0,-37-51 32 16,37 47 144-16,-37-47 48 16,35 48 0-16,-35-48 16 0,31 45-160 0,-31-45-48 0,28 52 0 0,-28-52 48 15,23 55-176-15,-23-55-16 16,22 55-16-16,-13-25 32 0,0 1-192 0,-1 0 0 15,1 0 144-15,-3 0-144 0,1 0 128 0,-2-1-128 16,1 3 0-16,-1-3 0 0,0-1 0 0,0 3 0 16,-1 1 0-16,1 2 0 0,1 3 0 0,-3-1 0 15,2 0 0-15,0-4 0 0,-2 2 0 0,1-4 0 0,-1-2 0 0,1-1 0 16,0 1 0-16,1 1 0 0,-1 0 0 0,0-3 0 16,1-1 0-16,-5-26 0 0,9 48 0 0,-9-48 0 15,10 42 0-15,-10-42 0 0,10 38 0 0,-10-38 0 16,11 40 0-16,-11-40 0 0,10 38 0 0,-10-38 0 0,9 41 0 15,-9-41 0-15,9 45 0 0,-9-45 0 0,10 43 0 0,-7-22 0 16,-3-21 0-16,10 40 0 0,-10-40 0 0,8 38 0 16,-8-38 0-16,8 36 0 15,-8-36 0-15,12 35 0 0,-12-35 0 0,8 31 0 16,-8-31 0-16,10 33 0 0,-10-33 0 0,10 30 0 0,-10-30 0 16,9 27 0-16,-9-27 0 0,0 0 0 15,12 37 0-15,-12-37 0 0,0 0 0 0,12 32 0 16,-12-32 0-16,0 0 0 0,11 33 0 0,-11-33 0 0,8 28 0 0,-8-28 0 15,7 30 0-15,-7-30 0 0,5 28 0 16,-5-28 0-16,7 24 0 0,-7-24 0 16,6 25-672-16,-6-25-96 0,0 0 0 0,0 0-16 15,18 34-1600-15,-18-34-320 0,0 0-64 0,0 0-11168 0</inkml:trace>
  <inkml:trace contextRef="#ctx0" brushRef="#br0" timeOffset="36712.01">11823 10173 7359 0,'-5'-7'656'0,"2"3"-528"16,1-1-128-16,1 2 0 0,0-2 1728 0,0 1 304 15,0-1 64-15,-1-5 16 0,0-6 1072 16,1-4 208-16,-1 2 64 0,2 1 0 0,1 5-768 0,1 3-128 16,1 2-48-16,0 4 0 0,0 2-1424 0,1 0-272 15,1 2-64-15,-2-1-16 0,2 1-416 0,0-1-64 16,0 0-32-16,2-2 0 0,-1 0-224 0,2-6 144 15,1-1-144-15,0-5 128 0,2-3-128 0,-1-2 0 16,1-1 0-16,-1 0 0 0,-1 1 0 0,3-7 0 16,1-5 0-16,2-4 0 0,1-3 144 0,1-2 0 15,-1 4 0-15,1 0 0 0,1 5 32 0,-3-2 0 16,1-2 0-16,-1 4 0 0,-2 2-176 0,0-1 192 16,0 2-192-16,-2-1 192 0,2-5-192 0,0-1 0 0,1-1 0 15,-1-1 0-15,0-2 0 0,0-1 0 0,-2-2 0 0,-1 1 0 16,-1-2 0-16,3-4 0 0,0-5 0 0,0 2 0 15,0 5 0-15,0 2 0 0,-1 7 0 0,-1 1 0 16,0 4 0-16,0 3 0 0,-2 2 0 0,1 0 0 16,1 0 128-16,1 2 0 0,0 2 0 0,-1 1 0 15,0 1 128-15,-1 0 32 0,3 1 0 0,-2-3 0 16,0 1-112-16,0-2-32 0,1-1 0 0,0-2 0 0,1 2-144 0,-1-2 0 16,0 0 144-16,1-2-144 0,1-4 0 0,0 2 0 15,1 1 0-15,-1 3 0 0,1 1 0 0,-2 4 0 16,-1 1 0-16,0 3 0 15,-2 2 0-15,0 2 0 0,-1 1 0 0,-1 0 0 0,2 2 0 0,1-3 0 16,-2 0 0-16,1 1 0 0,-1 1 0 16,1-1 128-16,0-4 0 0,3-1 0 0,0-5 0 0,0 1 0 15,1-2 0-15,-1-1 0 0,1 0-128 16,0 0 0-16,0 3 0 0,-1 2 128 0,0 0-128 16,-2 2 0-16,-1 3 0 0,-1 2 0 0,-2 3 0 0,-1 2 0 15,-1 0 0-15,-3 3 0 0,0 3 0 0,-1-1 0 16,0 4 0-16,-2-2 0 0,2 2 0 0,-2 0 0 15,1 1 0-15,0-2 0 0,2 1 0 0,-1 0 0 16,2 0 0-16,-1-2 0 0,3-1 0 0,0-2-160 0,2-2 160 16,1 0-160-1,-1-2-544-15,1 0-96 0,0-3-32 0,0 1 0 16,-2 2-960-16,1-1-192 0,-2 4-32 0,-2 2-14336 0</inkml:trace>
  <inkml:trace contextRef="#ctx0" brushRef="#br0" timeOffset="37659.89">13007 7674 9215 0,'-2'-10'400'0,"1"6"96"0,-1-1-496 0,1 0 0 16,1 4 0-16,-1 0 0 0,1-1 1568 0,-1-1 224 15,-1-4 32-15,-1 2 16 0,-1-3 928 0,1-2 192 16,2 2 48-16,-1 0 0 0,1-1-976 0,1 1-192 16,0 0-48-16,1 3 0 0,1-2-848 0,-1 3-176 15,2-1-48-15,0 2 0 0,0 2-336 0,0 1-64 16,0 1 0-16,2 5-16 0,0 0-112 0,-5-6 0 0,0 0-16 0,18 40 0 16,-18-40-176-16,15 41 0 15,-15-41 144-15,18 49-144 0,-18-49 176 0,17 50-48 16,-17-50 0-16,18 49 0 0,-18-49 64 0,16 41 16 0,-16-41 0 0,18 38 0 15,-18-38 16-15,0 0 0 0,29 43 0 0,-29-43 0 16,0 0-32-16,31 35 0 0,-31-35 0 0,0 0 0 16,33 36-32-16,-33-36-16 0,0 0 0 0,30 43 0 15,-30-43-16-15,18 38 0 0,-18-38 0 0,13 38 0 16,-13-38 0-16,12 43-128 0,-12-43 192 0,9 40-64 16,-9-40-128-16,11 47 0 0,-11-47 0 0,10 41 128 15,-10-41-128-15,11 41 0 0,-11-41 0 0,13 38 0 0,-13-38 0 16,0 0 0-16,21 47 0 0,-21-47 0 15,0 0 0-15,20 42 0 0,-20-42 0 0,0 0 0 0,16 39 0 16,-16-39 0-16,0 0 0 0,17 46 0 16,-17-46 0-16,12 39 0 0,-12-39 0 0,8 39 0 0,-8-39 0 15,8 45 0-15,-8-45 0 0,10 52 0 0,-10-52 0 16,12 53 0-16,-12-53 0 0,10 49 0 0,-10-49 0 0,12 43 0 16,-12-43 0-16,11 34 0 0,-11-34 0 0,0 0 0 15,19 45 0-15,-19-45 0 0,0 0 0 0,18 40 0 0,-18-40 0 0,0 0 0 16,15 38 0-16,-15-38 0 15,0 0 0-15,12 42 0 0,-12-42 0 0,8 31 0 16,-8-31 0-16,6 33 0 0,-6-33 0 0,6 32 0 16,-6-32 0-16,7 32 0 0,-7-32 0 0,7 34 0 15,-7-34 0-15,7 30 0 0,-7-30 0 0,0 0 0 16,15 43 0-16,-15-43 0 0,0 0-256 0,15 32 0 0,-15-32 16 0,0 0 0 31,0 0-176-31,21 33-32 0,-21-33-16 0,0 0 0 0,0 0 224 0,19 35 48 16,-19-35 16-16,0 0 0 0,14 35 48 0,-14-35 0 0,0 0 0 15,13 38 0-15,-13-38 128 0,0 0 0 0,14 40-144 0,-14-40 144 0,0 0 0 0,15 41 0 16,-15-41-144-16,9 28 144 31,-9-28-400-31,11 29-32 0,-11-29 0 0,0 0 0 0,16 38 48 0,-16-38 0 0,0 0 0 0,14 40 0 0,-14-40 208 0,0 0 176 16,13 39-208-16,-13-39 80 16,0 0 128-16,13 38 0 0,-13-38 128 0,10 32-128 0,-10-32 0 0,11 33 128 15,-11-33-128-15,11 33 0 16,-11-33 128-16,11 30-128 0,-11-30 160 0,0 0-160 15,19 37 0-15,-19-37-160 0,0 0 0 0,0 0-10144 16,29 33-2016-16</inkml:trace>
  <inkml:trace contextRef="#ctx0" brushRef="#br0" timeOffset="38696.15">12865 10142 10127 0,'1'-2'896'0,"0"-2"-704"16,0 3-192-16,-1-2 0 0,1 3 1728 0,-1-3 304 15,1 0 64-15,1-5 16 0,-1-1 496 0,2 0 96 16,-1-1 32-16,-1 1 0 0,1 4-1296 0,-1-3-256 15,0 4-48-15,0-3-16 0,0 2-480 0,1 3-80 16,0-3-32-16,0 0 0 0,2 1-272 0,-1-3-64 16,1 2-16-16,0-3 0 0,1 1-176 0,0-2 0 15,1 0 0-15,-2 1 128 0,2-3-128 0,0 1 192 0,0-2-192 0,0 0 192 16,1-2 192-16,-1 0 32 16,2-2 16-16,-1 3 0 0,-1-1-176 0,0 0-16 0,2-1-16 0,-2-2 0 15,1 2-96-15,-2 1-128 16,1 0 176-16,-2 1-176 0,0 1 128 0,1 1-128 0,-1-3 0 0,0 2 0 15,2 0 0-15,-3-3 0 0,1 1 0 0,1 0 0 16,-1-1 128-16,2 1-128 0,0-4 0 0,-1-4 0 16,2-1 224-16,0-2-64 0,-1-3-16 0,3 0 0 15,-2 0-144-15,2-1 160 0,0-4-160 16,1 2 160-16,-1 3-32 0,-1 3 0 0,0 5 0 0,-2 1 0 16,0 6 96-16,-1-2 16 0,-1 2 0 0,-1 3 0 15,0 1 48-15,-1 0 16 0,0-1 0 0,0 0 0 0,-1 1-112 16,2-3-32-16,1-2 0 0,0-2 0 15,0 1-160-15,1-4 128 0,1-2-128 0,2-3 128 16,-2 1-128-16,2-3 0 0,2-3 0 0,-1-1 0 16,1 0 0-16,0 2 0 0,0 4 0 0,-2 1 0 15,1 2 0-15,-1 1 0 0,-1 2 0 0,0 1 0 16,-2 0 160-16,1 3-160 0,-1-2 192 0,-1 1-192 0,1 1 224 16,0 0-64-16,0-1-16 0,0-3 0 0,1-2-144 15,1 0 128-15,1-2-128 0,0-2 128 0,4 0-128 0,-1-4 0 16,1-2 0-16,1-1 0 0,1 0 0 0,0-2 0 15,0 4 0-15,0 1 0 0,1-1 0 0,-1 3 0 0,-2 2 0 16,-1 3 0-16,0 2 0 0,0 2 0 16,-3 1 0-16,-1 2 0 0,0 0 128 0,-2 0 0 15,1 1 0-15,-2-1 0 0,-1 0-128 0,2-3 160 0,-1 1-160 0,1-4 160 16,0 2-160-16,1-4 0 16,1-1 0-16,0-4 0 0,3-5 0 0,1-4 0 0,3-2 0 0,-1 0 0 15,1 7 0-15,-2 0 0 0,0 5 0 16,-2 3 0-16,-1 4 0 0,-1 2 0 15,0 3 0-15,-4 4 0 0,0 2 0 0,-3 3 0 0,-1 4 0 0,-3-1 0 16,0 4 0-16,-3 1 0 0,1 1 0 0,-1 3 0 16,-1 0 0-16,1 1 0 0,0 1 0 0,1 0-12880 15,1 1-2576-15</inkml:trace>
  <inkml:trace contextRef="#ctx0" brushRef="#br0" timeOffset="39362.9">13805 7636 6447 0,'-8'-5'576'0,"3"1"-576"0,2 1 0 0,0 1 0 16,2 0 320-16,0 2-32 0,1-3-16 15,-1 0 0-15,0 0 448 0,0-2 96 16,1-1 16-16,-1 2 0 0,1 1 416 0,0-1 96 0,0 3 0 0,0-1 16 16,0 2-96-16,-2 2-32 0,1-1 0 0,-2 3 0 15,0-1 176-15,0 1 16 0,1 1 16 0,0 0 0 16,0-1-32-16,1 2-16 0,1-3 0 0,2 0 0 15,1 0-240-15,-1-1-32 0,3-2-16 0,1 0 0 16,2-2-464-16,0-3-112 0,3 1-16 0,1-2 0 16,0 2 64-16,0-3 0 0,2 1 0 0,0 0 0 15,1 0-176-15,1 1-16 0,0 0-16 0,0 2 0 16,-1 1-112-16,1-1 0 0,0 3-16 0,0 0 0 0,-16 0-240 16,0 0 128-16,44 10-128 0,-44-10 0 0,0 0 0 0,43 16 0 15,-43-16 0-15,0 0 0 0,45 19 0 0,-45-19 0 16,35 8 0-16,-35-8 0 0,41 2 0 0,-20-4 0 15,-1-1 0-15,1 0 0 0,0 1 0 0,-2-2 0 16,1 1 0-16,-3 1 0 0,2 0 0 0,-2 1 0 16,-1 1 0-16,1 0 0 0,-17 0 0 0,30 3 0 15,-30-3 0-15,0 0 0 0,40 7 0 0,-30-5 0 0,-10-2 0 0,0 0 0 16,0 0 0-16,0 0 0 16,36 36 0-16,-36-36 0 15,0 0-560-15,0 0 0 0,0 0 0 0,13 45-16656 0</inkml:trace>
  <inkml:trace contextRef="#ctx0" brushRef="#br0" timeOffset="40090.69">13869 9841 12687 0,'-3'-3'0'31,"1"3"0"-16,2 0 0-15,0-2 0 0,0 2 0 0,0-1-144 16,-1 0 1040-16,0-4 192 0,0 0 64 0,0-1 0 16,0-2 448-16,1 1 96 0,1 0 16 0,0-2 16 15,1 2 160-15,0-1 32 0,0 1 16 0,0 2 16 16,-1 1 0-16,1-1 0 0,0 3 0 0,0 2 16 16,0 2-944-16,0 3-192 0,0 2-48 0,0 2 16 0,1 2-512 0,0 4-96 15,-3-15-32-15,7 41 16 16,-2-15-176-16,0-2-176 0,0 4 48 0,-5-28 128 0,13 49-272 0,-13-49 64 15,15 46 16-15,-15-46 0 0,18 31 0 0,-18-31 0 16,0 0 0-16,0 0 16 0,38 33-16 0,-38-33 0 16,0 0 0-16,0 0 16 0,0 0 176 0,37-3 176 15,-33-1-48-15,1 1 16 0,-1 1 0 0,-2 0 0 16,-1 0 0-16,-2 4-16752 0</inkml:trace>
  <inkml:trace contextRef="#ctx0" brushRef="#br0" timeOffset="41544.26">11165 10132 10127 0,'0'-2'896'15,"-1"2"-704"-15,1 0-192 0,-1 0 0 16,1 0 1280-16,0 0 208 0,-1 0 48 0,-1 0 16 15,1 0 576-15,-1 2 112 0,-1 1 32 0,1-1 0 16,0 1-672-16,1 1-128 0,0-1-16 0,1-1-16 16,0 1-608-16,0-1-112 0,0 0-16 0,1 0-16 15,-1 4-192-15,1-2-48 0,-1 6 0 0,1 2 0 0,0 4-80 0,-1 8-32 16,0 6 0-16,-1 6 0 16,0 5-16-16,-1 2 0 0,-1-1 0 0,0 10 0 15,-1 12-112-15,1 2-16 0,0-4-16 0,2-7 0 16,0-9-176-16,1-9 0 0,3-10 0 0,-1-7 0 15,0-5 0-15,0-4 0 0,0-4-192 0,0-2 192 16,-1-3-1984-16,1-2-288 0</inkml:trace>
  <inkml:trace contextRef="#ctx0" brushRef="#br0" timeOffset="41780.44">11114 10356 12895 0,'-3'-15'576'0,"2"6"112"0,2-1-560 0,-1 3-128 0,1 2 0 0,-1 2 0 16,0-1 1536-16,1-3 256 0,1-2 64 0,-1-3 16 16,0 1-416-16,-2 4-96 0,0 4-16 15,-2 1 0-15,0 4-784 0,-3 4-176 0,-2 6-16 0,-2 5-16 16,0 2-144-16,-1 5-16 16,0 0-16-16,-1 0 0 0,1 2-176 0,1-2 192 0,0-1-192 0,4-4 192 15,1-4-192-15,2-3 160 0,2-1-160 0,3-7 160 0,2 1-160 0,1-7 0 16,1-1-192-16,1-3-7776 15,1-2-1552-15</inkml:trace>
  <inkml:trace contextRef="#ctx0" brushRef="#br0" timeOffset="41933.46">11093 10360 3679 0,'10'-38'160'0,"-7"26"32"0,-2 8-192 0,-1 1 0 0,1 3 0 0,0-5 0 0,1-6 2112 0,2-6 368 16,3-4 80-16,-1 0 0 0,1 4 496 0,2 2 80 0,-1 6 32 0,0 5 0 31,-1 6-768-31,-7-2-160 0,0 0-16 0,0 0-16 16,33 52-864-16,-33-52-192 0,14 45-16 0,-14-45-16 0,12 45-288 15,-12-45-48-15,14 43-16 0,-14-43 0 0,17 39-480 0,-17-39-96 16,0 0-32-16,26 46 0 16,-26-46-160-16,0 0 0 0,0 0 0 0,28 38-17648 0</inkml:trace>
  <inkml:trace contextRef="#ctx0" brushRef="#br0" timeOffset="42325.16">11501 10257 7359 0,'-4'-1'320'0,"1"-1"80"0,2 0-400 0,0 1 0 0,1 1 0 0,0-2 0 16,0 2 2384-16,0-3 400 0,1 1 80 0,-1 0 16 15,0-1-32-15,0-2 0 0,2 2 0 0,-1 0 0 16,1-2-1056-16,-1 0-224 0,1 3-32 0,0-3-16 16,-1 3-688-16,0-1-144 0,-1 3-32 0,0-1 0 15,-1 2-240-15,0-1-48 0,-1 2-16 0,0 1 0 16,0 2-112-16,-1 0-32 0,1 4 0 0,-2 0 0 16,1 4 128-16,0 3 32 0,0 5 0 0,0 1 0 15,0 6-160-15,0 3-16 0,0-1-16 0,2 0 0 0,-1 2-176 16,1 2 192-16,1 3-192 0,1 1 192 0,1 0-192 15,-1 0 0-15,-1 0 0 0,0-5 0 16,0-5 0-16,0-3 0 0,-1-4 0 0,1-5 0 0,-1-4-192 16,1-2 16-16,0-3 16 0,0-5 0 15,0-2-608-15,1-5-112 0,0-1-16 0,0-3-15744 0</inkml:trace>
  <inkml:trace contextRef="#ctx0" brushRef="#br0" timeOffset="42590.96">11501 10230 19343 0,'-7'2'848'0,"4"1"192"0,-1 2-832 0,1-2-208 15,1-2 0-15,1 1 0 0,0 1 1936 0,0 0 352 0,-2 3 64 0,-1 4 16 16,-1-3-640-16,2 0-128 16,-1 0-32-16,-1-2 0 0,2-1-800 0,-3 1-176 0,1 0-16 0,-2 2-16 15,1-1-304-15,-3 1-48 16,1 2-16-16,-1 2 0 0,-3 1-192 0,2 2 0 0,-2 0 0 0,1 3 0 15,2-2 0-15,-1-1 0 0,2 0 0 0,2 0 0 0,2-3 0 0,3-5 0 16,2-1 0-16,4-5 0 0,2-5-384 0,3-2 0 16,3-4-16-16,1-2 0 15,3-4-2288-15,-1-1-448 0,-1 1-80 0,0-2-8944 16</inkml:trace>
  <inkml:trace contextRef="#ctx0" brushRef="#br0" timeOffset="42742.37">11504 10237 1839 0,'8'-35'160'0,"-6"29"-160"0,-2 4 0 0,0 2 0 16,0 0 2608-16,1-2 480 0,0-2 112 0,0 1 0 15,0 0 480-15,0 3 96 0,1 5 0 0,0 4 16 0,-2-9-1008 0,8 34-208 16,-8-34-32-16,13 45-16 0,-13-45-1184 0,15 45-256 16,-15-45-32-16,21 42-16 0,-21-42-656 0,21 35-144 15,-21-35-32-15,0 0 0 0,31 42-208 0,-31-42 0 16,0 0 0-16,0 0 0 0,27 42 0 0,-24-37 0 16,0-1 0-16,-1 0-18064 0</inkml:trace>
  <inkml:trace contextRef="#ctx0" brushRef="#br0" timeOffset="43225.43">11865 10188 9215 0,'-2'0'816'16,"0"0"-656"-16,1 2-160 0,0-2 0 16,0 0 1232-16,0 0 224 0,-1 0 32 0,-2 2 16 15,0-2 752-15,-2 0 160 0,2 0 16 0,1 0 16 16,0-2-336-16,2 0-80 0,0 1-16 0,1-1 0 16,1-1-576-16,0 1-112 0,0 2-32 0,0-1 0 0,1 1-624 0,-1 1-128 15,1 4-32-15,-1 0 0 0,0 4-256 0,0 3-48 16,0 3-16-16,0 3 0 0,-1 7 96 0,1 4 16 15,-2 5 0-15,0 4 0 0,-1 4 16 0,0 2 16 16,-1-2 0-16,0 3 0 0,-1 4-176 0,1 1-32 16,0 2-128-16,0-9 192 0,1-9-192 0,2-4 0 15,2-6 0-15,-1-5 0 0,1-6 0 0,1-4 0 16,0-3 0-16,1-6 0 16,2-2-1456-16,0-5-224 0,0-5-48 0,3-2-14528 0</inkml:trace>
  <inkml:trace contextRef="#ctx0" brushRef="#br0" timeOffset="43492.93">11889 10239 5519 0,'0'-9'240'0,"0"0"64"0,0 4-304 0,1 0 0 0,0 2 0 0,-2 1 0 16,1 0 736-16,0-3 96 0,1-1 0 0,-2 0 16 0,0 1 48 0,-2 3 16 15,-2 2 0-15,-1 7 0 16,-3 0 240-16,0 7 64 0,-2 3 0 0,-1 4 0 16,-2 8 192-16,-2 3 64 0,0 2 0 0,1 0 0 0,-2 1 48 0,3-4 16 15,2-5 0-15,3-2 0 16,0 0-352-16,4-3-64 0,2-7-16 0,3-6 0 0,1-2-848 0,2-4-256 16,2-6 0-16,4-6 128 15,2-4-1168-15,3-5-240 0</inkml:trace>
  <inkml:trace contextRef="#ctx0" brushRef="#br0" timeOffset="43651.23">11879 10180 911 0,'1'-5'0'0,"-1"3"0"0,1 2 0 16,-1 2 0-16,0 1 2784 0,0-1 480 0,1 3 80 15,0 4 32-15,0 5 144 0,1 9 48 0,1 6 0 16,0 3 0-16,3-2-848 0,0-1-160 16,-6-29-48-16,20 47 0 0,-20-47-992 0,29 32-208 15,-29-32-32-15,0 0-16 0,52 32-976 0,-52-32-288 0,0 0 128 0,45 19-128 16,-45-19 0-16,0 0 0 0,0 0 0 0,0 0 0 0,40 3-144 0,-37-3-48 15</inkml:trace>
  <inkml:trace contextRef="#ctx0" brushRef="#br0" timeOffset="44113.01">12315 10159 19343 0,'-1'-3'848'0,"0"1"192"0,1 0-832 0,-1-1-208 0,0 3 0 0,0 0 0 16,1 0 1568-16,-1 0 272 0,-1 0 48 0,-1 0 16 15,-1 1-96-15,0 3-16 16,-1-1 0-16,0 6 0 0,2 0-768 0,-1 3-144 0,1 5-48 0,1 4 0 15,0 5-288-15,2 5-64 16,-1 0-16-16,0 5 0 0,1 3-80 0,-1 2-32 0,1-1 0 0,-1 3 0 16,2-3-32-16,0 1-16 15,1-3 0-15,-2-3 0 0,1-6-304 0,0-4 0 0,1-3 128 16,-1-8-128-16,0-2 0 0,1-2 0 0,-1-6 0 0,0-1 0 16,0-3-144-16,0-3-48 0,0 1 0 0,0-5-11456 15,1 0-2304-15</inkml:trace>
  <inkml:trace contextRef="#ctx0" brushRef="#br0" timeOffset="44349.98">12285 10268 11055 0,'-3'0'976'0,"1"-2"-784"16,1 2-192-16,1 0 0 0,0 0 1664 15,-2 0 272-15,0 0 64 0,-1-2 16 0,-2 1 256 0,0 1 48 16,0 0 16-16,0 0 0 0,0 0-960 0,0 0-192 15,-1 0-32-15,0 3-16 0,-1-1-416 0,1 0-80 16,-1 1 0-16,0 4-16 0,-1 0-80 0,-2 5-16 16,2 2 0-16,-1 3 0 0,-1 1-256 0,1 2-48 15,2 1-16-15,1 0 0 0,1-4-208 0,2-1 0 16,1 1 0-16,2-4 0 0,3 0-304 0,0-8-48 0,2 0-16 0,2-5-15120 16</inkml:trace>
  <inkml:trace contextRef="#ctx0" brushRef="#br0" timeOffset="44538.3">12344 10147 12895 0,'-1'-3'1152'0,"0"1"-928"0,2 0-224 0,-1 2 0 15,1 1 2128-15,-1 0 384 0,1 2 80 0,1 1 16 16,0 3 528-16,-2-7 96 0,0 0 32 0,20 50 0 16,-20-50-1376-16,17 48-272 0,-17-48-48 0,16 49-16 15,-16-49-976-15,19 45-192 0,-19-45-32 0,17 38-16 0,-17-38-336 16,0 0 128-16,25 43-128 0,-25-43 0 15,0 0 0-15,0 0 0 0,0 0 0 0,30 35-18128 16</inkml:trace>
  <inkml:trace contextRef="#ctx0" brushRef="#br0" timeOffset="58621.75">17651 7716 911 0,'-2'0'0'0,"1"-2"0"0,0 2 0 0,0-1 0 16,1 1 624-16,1-1 32 16,-1 1 16-16,0 0 0 0,-1-2 192 0,1 0 32 0,0 1 16 0,0 1 0 15,0-2 48-15,0 0 0 0,0 1 0 0,0-1 0 16,0 1 256-16,1 0 64 0,-1 1 16 0,1-3 0 16,0 3 176-16,0-2 16 0,0 0 16 0,-1 1 0 15,2-1-160-15,0 2-16 0,2-2-16 0,0 0 0 16,1-1-368-16,1-1-80 0,0 1-16 0,2 1 0 15,0-1-176-15,0 1-32 0,2 0-16 0,-1 2 0 16,1 0-240-16,-1 2-32 0,1 3-16 0,-1-3 0 0,-9-2-208 16,0 0-128-16,0 0 128 0,0 0-128 15,45 19 0-15,-36-17 128 0,-1-2-128 16,1 0 0-16,2-2 144 0,1-1-144 16,0-3 192-16,1 0-192 0,0 0 576 0,0-1 16 0,0 2 0 0,2-3 0 15,0 0-368-15,-1 2-80 0,0 0-16 0,-1 0 0 16,-1 3-128-1,1 0 0-15,0 0 0 0,0 0 128 16,-2 1-128-16,-2 2 0 0,1 0 0 0,-3 0 128 0,0 0-128 16,-2 0 0-16,0 2 0 0,-2-1 0 0,1 1 0 0,-1-2 0 0,0 0 0 0,-1 0 0 15,0 0 0-15,1 0 0 0,-1-2 0 0,1 0 0 32,0 1 0-32,-1 1 0 0,1-1 0 0,0 0 0 15,0 1 0 1,0 0 0-16,0 0 0 0,0 0 0 0,0 1 0 0,-1 0 0 15,0 0 0-15,-1 1 0 0,1 1-128 0,-1 1 128 16,0-2 0-16,-1 1 0 0,0 1 0 0,-1-1-176 0,0-1 176 0,0 0-128 0,2-1-1408 16,-1 1-288-16,2-2-48 0,-1 2-16 0,2-2-800 0,-1-2-176 15,0 2-16 1,2-3-16-16,-1 1 272 16,1 2 64-16,-1-2 16 0,0 0 0 0,1 1 1184 15,0 1 224-15</inkml:trace>
  <inkml:trace contextRef="#ctx0" brushRef="#br0" timeOffset="60072.11">17905 7738 2751 0,'-13'3'128'0,"3"-2"16"0,3 0-144 0,2-1 0 0,3-1 0 0,0 0 0 16,0 0 544-16,-1-1 80 16,-2 0 16-16,-1-3 0 0,0-2 256 0,1-3 48 15,1 1 16-15,2 0 0 0,0 1 208 0,1-1 48 16,0 2 16-16,0-1 0 0,0 4 224 0,-2 0 32 15,0 1 16-15,0 2 0 0,0 2-128 0,-2 1-32 16,-1 1 0-16,2 1 0 0,-2 3-256 0,1-2-64 16,-1 2-16-16,2-2 0 0,1-1-352 0,0 1-64 15,0-2-16-15,1-1 0 0,1-2 0 0,2 0-16 16,0-2 0-16,1-1 0 0,2-2 272 0,0 1 48 16,-1-1 16-16,2 0 0 0,0-1-208 0,2 0-48 0,-1 2 0 0,2-1 0 15,0 0-48-15,1 3-16 16,0-2 0-16,2 1 0 0,-1 1-224 0,2 1-48 0,-1 1-16 0,1 1 0 15,0 1-288-15,0 0 128 0,0-2-128 0,-1 3 0 16,1-1 0-16,-1-2 0 16,0-2 0-16,0 2 0 0,-1-2 0 0,2 1 0 0,0-1 0 15,-1-3 0-15,1 3 240 0,-1-1-64 0,0-1-16 0,-1 1 0 16,0 1 16-16,0 0 0 0,-1-1 0 0,-1 3 0 16,1 0-176-16,-2 0 0 0,0 0 0 0,0 3 0 15,0-1 0-15,1-1 0 0,-1 2 0 0,0 0 0 16,0-1 0-16,0 1 0 0,-1-1 0 0,1 0 0 15,-2-2 0-15,1 1 0 0,-1-1 0 0,1 0 0 0,-1 0 0 0,0-1 0 16,0-1 0-16,-1 1 0 0,2 0 0 0,-1-2 0 16,-1 1 0-16,-1-1 0 0,1 1 0 0,-2 1 0 15,-2 0 0-15,1 1 0 0,0 0 0 0,-2 0 0 16,0 0 0-16,-1 2 0 0,-1 0 0 0,-2 3 0 16,0-2 0-16,-1 1 0 0,1 1 0 0,-1 0 0 15,1-1 0-15,1-1 0 0,0 0 0 0,1-1 0 16,1-2 0-16,1-2 0 0,1 1-256 0,0-1-96 0,1-1-16 0,1-1 0 31,0-1-368-31,0-2-80 0,1 2-16 0,-1-2 0 0,-1 1 576 0,0 0 96 16,0 2 32-16,-1-1 0 0,0 2 128 0,-1 0 0 0,0 0 0 0,0 2 0 15,-1 1 0-15,0 0 128 16,-1 3-128-16,0-1 128 0,1 0-128 0,-1 3 144 16,0 0-144-16,0-2 160 0,0 2 192 0,1 1 32 0,1-1 16 15,-1 0 0-15,2 0-224 0,0 0-48 0,1-1-128 0,0 0 192 0,1-1-192 0,0-1 0 16,2 1 0-16,-1-1 0 15,1 1 0-15,-1 1 128 0,1 1-128 0,0-2 0 16,0 4 0-16,1-3 0 0,1 4 0 0,-2 1 0 16,1 0 0-16,-2 3 128 0,-3-12-128 0,0 0 0 15,11 43 0-15,-11-43 128 0,6 38-128 0,-4-18 0 16,-2-20 0-16,6 35 128 0,-6-35-128 0,4 40 0 16,-4-40 0-16,8 40 0 0,-8-40 0 0,9 36 0 15,-9-36 0-15,0 0 0 0,18 42 0 0,-18-42 0 0,0 0 0 0,0 0 0 0,26 46 0 16,-26-46 0-16,0 0 256 0,0 0-64 0,25 44 0 0,-25-44 0 15,0 0 112-15,16 43 16 0,-16-43 0 0,0 0 0 16,16 52-320-16,-16-52 0 0,9 38 0 0,-9-38 0 31,11 43 0-31,-11-43 0 0,10 42 0 0,-10-42 0 16,10 40 128-16,-10-40-128 0,9 36 0 0,-9-36 0 0,9 36 0 0,-9-36 0 16,0 0 128-16,18 47-128 0,-18-47 256 0,0 0 0 0,18 47 0 0,-18-47 0 15,0 0-256-15,16 50 0 0,-16-50 128 0,0 0-128 0,17 52 0 16,-17-52 0-16,10 36 0 0,-10-36 0 15,0 0 0-15,17 52 0 16,-17-52 0-16,0 0 0 0,19 48 0 0,-19-48 0 16,0 0 0-16,16 47 0 0,-16-47 128 0,0 0-128 0,16 44 0 15,-16-44 0-15,0 0 0 0,13 46 128 16,-13-46-128-16,0 0 0 0,9 50 144 0,-9-50-144 16,5 35 0-16,-4-13 144 0,-1-22-144 0,3 40 0 15,-3-16 0-15,0-24 0 0,2 40 0 0,-2-40 0 16,5 38 0-16,-5-38 0 0,7 34 0 0,-7-34 0 15,0 0 0-15,12 42 0 0,-12-42 0 0,0 0 0 0,17 38 128 0,-17-38-128 16,0 0 0-16,0 0 0 0,21 45 0 0,-21-45 0 16,0 0 0-16,12 35 0 0,-12-35 0 15,0 0 128-15,10 39 32 0,-10-39 0 0,4 31 0 0,-4-31 0 16,4 30-160-16,-4-30 0 0,4 33 0 0,-4-33 128 16,1 31-128-16,-1-31 0 0,2 31 0 0,-2-31 0 15,0 0 0-15,6 40 0 0,-6-40 0 0,0 0 0 16,9 34 0-16,-9-34 0 0,0 0 0 0,0 0 0 15,14 37 0-15,-14-37 0 0,0 0 0 0,0 0 0 0,16 34 0 0,-16-34 0 16,0 0 0-16,0 0 0 16,14 41 0-16,-14-41 0 0,0 0 0 0,10 39 0 0,-10-39 0 15,6 31 0-15,-6-31 0 0,5 31 0 16,-5-31 0-16,4 28 0 0,-4-28 0 0,3 27 0 0,-3-27 0 16,0 0 0-16,0 0 0 0,10 37 0 0,-10-37 0 0,0 0 0 15,0 0 0-15,0 0 0 0,0 0 0 0,23 37 0 16,-23-37 0-16,0 0 0 0,0 0 0 0,0 0 0 15,0 0 0-15,30 32 0 0,-30-32 0 0,0 0 0 16,0 0 0-16,0 0 0 0,18 33 0 0,-18-33 0 0,0 0 0 16,0 0 0-16,5 36 0 0,-5-36 0 15,-2 16 0-15,0-6-19376 0</inkml:trace>
  <inkml:trace contextRef="#ctx0" brushRef="#br0" timeOffset="61059.95">17730 10033 911 0,'-8'-2'0'0,"2"2"0"16,2 2 0-16,0-2 0 0,2 0 1312 0,1 0 176 0,0 1 48 15,0 1 0-15,-1-2-80 0,-1 2-16 0,0-2 0 16,1 0 0-16,2 0 96 0,0-2 32 15,1-1 0-15,2-1 0 0,-1 1 352 0,1-1 80 0,0 1 16 0,0-2 0 0,1 3-48 0,-1-1-16 16,2-1 0-16,-1 1 0 16,0 1-496-16,2-3-112 0,0 1 0 0,1 1-16 15,1-4-480-15,2 0-80 0,0-3-32 16,1 1 0-16,0-1-368 0,0-3-80 0,1 0-16 0,0-1 0 16,-1 2-144-16,1-4-128 0,1 1 192 0,-1 0-192 15,1 0 0-15,0-4 0 0,3 0 0 0,1-4 0 0,2-2 0 0,1 1 0 16,1-2 0-16,1-2 0 15,4 0 0-15,-1-3 0 0,0 1 0 0,0-2 0 0,0-1 128 0,-2 0-128 16,-1 3 192-16,-1-1-192 16,-2 2 160-16,-2 0-160 0,0 3 128 0,-2-2-128 15,0-1 0-15,-1 0 0 0,-1 3 0 0,0 0 0 16,-2 3 0-16,1-1 0 0,0-1 0 0,1-2 0 16,1-2 160-16,1-1-160 0,1-1 192 0,-1 0-192 0,2 3 192 0,0-1-192 15,-1 0 192-15,1 0-192 0,1 2 128 0,-1-2-128 16,0 1 0-16,-2 2 0 0,0 2 0 0,0 1 0 15,-1 1 0-15,2-2 0 0,0 0 0 0,0 1 0 16,0-1 0-16,-2 3 0 0,1-3 176 0,-1 3-176 16,-2 0 160-16,-1 1-160 0,0-1 144 0,1 0-144 15,-1-4 128-15,0 0-128 0,0 1 128 0,1 0-128 16,0 1 128-16,-1 0-128 0,-1 5 0 0,2 0 0 16,-1-2 0-16,1 3 0 0,-1 0 0 0,0 2 0 0,-1-2 128 0,0 3-128 15,0-2 0-15,-2 2 0 0,0 1 0 16,0-3 0-16,-2 2 192 0,2-1-64 0,-1 0 0 15,0-2 0-15,2 0-128 0,-2 0 128 0,1 0-128 0,0-2 128 16,1 0-128-16,0 0 0 0,0 1 0 0,-1-2 0 16,2 2 0-16,-1 1 0 0,0 2 0 0,-1 2 0 15,-2 5 0-15,1-1 0 0,-2 0 0 0,1 4 0 16,-3 0 128-16,0 2-128 0,0 0 128 0,-2 2-128 16,0-3 144-16,-1 3-144 0,1 1 160 0,-1 0-160 15,0-2 0-15,1 1 128 0,0-1-128 0,0 0 0 0,4 0 0 16,-1-3 0-16,1 0 0 0,0-2 0 15,1 2 0-15,0-2 0 0,0 0 0 0,1-3 0 16,0 2 0-16,0 2 0 0,-2 0 0 0,0 3 0 16,-1 1 0-16,-3 4 0 0,0 1 0 0,-3 3-19520 15</inkml:trace>
  <inkml:trace contextRef="#ctx0" brushRef="#br0" timeOffset="62124.73">19210 7750 8287 0,'0'-4'736'0,"-1"1"-592"0,1 1-144 0,0 1 0 16,0 1 768-16,0-2 128 0,0 0 32 0,0-5 0 15,1-1 704-15,-1-1 144 16,1-3 16-16,1 2 16 0,0-1-432 0,0 2-96 0,0 1 0 0,0 2-16 15,-1 2-48-15,-1 1 0 16,0 2 0-16,1-1 0 0,-1 2-192 0,0 2-32 16,0 0-16-16,0 0 0 0,1 3-336 0,-1 0-80 0,1 2-16 0,0-2 0 0,1 3-144 0,1 0-16 31,-3-8-16-31,0 0 0 0,0 0-128 0,0 0-32 0,27 38 0 0,-20-33 0 16,-7-5-80-16,0 0 0 0,0 0-128 0,39 17 192 15,-39-17 272-15,0 0 48 16,0 0 16-16,36 28 0 0,-36-28-272 0,0 0-64 15,23 43-16-15,-23-43 0 0,14 40-176 0,-14-40 160 16,14 50-160-16,-14-50 160 0,13 59-160 0,-13-59 160 16,13 62-160-16,-13-62 160 0,14 64-160 0,-14-64 0 0,16 59 0 0,-16-59 0 15,17 53 0-15,-17-53 0 0,14 45 0 0,-14-45 0 16,16 42 0-16,-16-42 0 0,16 44 0 0,-16-44 0 16,14 42 0-16,-14-42 128 0,11 42-128 0,-11-42 0 15,7 41 448-15,-7-41 16 0,6 41 0 0,-6-41 0 16,5 41-176-16,-5-41-32 0,5 43-16 0,-5-43 0 15,9 45-240-15,-9-45 0 0,13 45 128 0,-13-45-128 16,16 41 0-16,-16-41 0 0,18 38 0 0,-18-38 0 16,17 38 0-16,-17-38 0 0,17 35 0 0,-17-35 0 0,0 0 0 0,19 52 0 15,-19-52 0-15,0 0 0 16,11 45 144-16,-11-45-144 0,5 34 128 0,-5-34-128 16,6 40 256-16,-6-40-16 0,6 40-16 0,-6-40 0 0,8 38-224 0,-8-38 144 15,9 38-144-15,-9-38 128 0,9 39-128 0,-9-39 0 16,10 37 0-16,-10-37 0 0,0 0 0 0,15 47 0 15,-15-47 128-15,0 0-128 0,13 38 128 0,-13-38-128 16,0 0 192-16,13 38-64 0,-13-38 32 0,0 0 0 16,12 33 0-16,-12-33 0 0,0 0-160 0,0 0 128 15,15 40-128-15,-15-40 128 0,0 0-128 0,0 0 128 0,0 0-128 16,22 43 128-16,-22-43-128 0,0 0 0 0,13 34 0 0,-13-34 0 16,0 0 0-16,13 45 0 0,-13-45 0 15,0 0 0-15,16 42 0 0,-16-42 0 16,0 0 0-16,11 40 0 0,-11-40 0 0,9 32 0 0,-9-32 0 0,9 33 0 15,-9-33 0-15,0 0 0 16,14 45 0-16,-14-45 0 0,0 0 0 0,13 42 0 0,-13-42 0 16,0 0 0-16,15 45 0 0,-15-45 0 0,0 0 0 0,13 45 0 15,-13-45 0-15,7 36 0 0,-7-36 0 16,7 40 0-16,-7-40 0 0,3 43 0 0,-3-43 0 16,4 45 0-16,-4-45-176 0,4 40 48 0,-4-40 0 0,4 34 0 31,-4-34-416-31,0 0-80 0,0 0-16 0,0 0-17936 0</inkml:trace>
  <inkml:trace contextRef="#ctx0" brushRef="#br0" timeOffset="63007.15">18937 10083 14735 0,'-1'0'1312'0,"1"0"-1056"0,1-2-256 0,0 1 0 16,0-1 1216-16,0 0 176 0,0-2 32 0,1-2 16 15,2 0 736-15,1-3 128 0,-1 0 48 0,2-2 0 0,-1 2-560 0,-1 1-96 0,0-1-32 0,0 2 0 32,0-1-592-32,0-1-128 0,0 2-32 0,0-3 0 0,0 1-496 0,1-1-96 0,-1-1-32 0,2-3 0 31,0-1-112-31,2-1-32 0,0-1 0 0,1-4 0 16,2 0-144-16,1-3 128 0,1-3-128 0,-1 1 128 0,0 0 32 15,2-5 0-15,0-2 0 0,2-2 0 16,1-2 48-16,0-1 16 0,-1-1 0 0,1-1 0 15,0 2-224-15,-1 0 176 0,0 0-176 0,-1 2 160 16,1 5-160-16,-2 0 0 0,0 2 0 0,-2 2 128 0,0-2-128 16,-1 1 160-16,0 1-160 0,0-1 160 0,-1 2-160 0,1 0 128 15,1-5-128-15,1 0 128 0,0-1-128 0,0-2 0 16,2 1 0-16,-1 0 0 0,-1 2 0 0,0 2 0 16,2 1 0-16,-1 0 0 0,-1 4 0 0,0 0 0 15,0 3 0-15,0 0 0 0,0 2 0 0,-2 2 0 16,0-2 0-16,-1 2 0 0,0 1 0 0,-1-1 0 15,0 0 0-15,-1-1 128 0,3-4 0 0,-2 1 0 16,0-5 0-16,1-1 0 0,1 1-128 0,1-7 0 16,0-2 0-16,2-3 128 0,0-2-128 0,-1-1 0 0,2 3 0 0,-2 1 0 15,-1 6 0-15,-1 4 0 0,-1 3 0 16,-3 6 0-16,-1 2 0 0,-1 3 0 16,1 0 0-16,-1 3 0 0,0 0 0 0,0 0 0 0,-1 2 0 0,1-1 0 15,0 0 0-15,-1 0 0 0,3 0 0 0,1-3 0 16,2-2 0-16,2-3 0 0,1-2 176 0,2 0-176 15,0 0 0-15,0-3 128 0,0-1-128 0,-1 0 0 16,0 1 0-16,-1-2 0 0,-1 3 0 0,-4 3 0 16,-2 3 0-16,-1 3 0 0,-2 2 0 0,-2 3 0 15,-2 3 0-15,-1 3 0 0,-1-1 128 0,-1 2-128 16,-1 2 128-16,0 1 0 0,1 0-128 0,-1-1 192 16,2 0-192-16,2-1 0 0,0 0 0 0,2-2 0 15,1 0 0-15,0-1 0 0,2-3 0 0,0 0 0 16,0 0 0-16,1 1-160 0</inkml:trace>
  <inkml:trace contextRef="#ctx0" brushRef="#br0" timeOffset="63928.45">20122 7655 10127 0,'-1'-2'896'0,"0"1"-704"0,1 1-192 0,0 0 0 0,0 0 1536 15,0-2 256-15,0 2 64 0,0-2 16 0,1 0 224 0,0-3 32 16,1 2 16-16,2-1 0 0,-1 1-480 0,2 1-112 16,1 0-16-16,-1 2 0 0,2 2-400 0,0 3-96 15,0 0-16-15,-7-5 0 0,0 0-464 0,0 0-112 16,30 49 0-16,-30-49-16 0,0 0-224 0,19 58-32 16,-19-58-16-16,11 46 0 0,-11-46-160 0,13 48 0 0,-13-48 144 0,11 42-144 15,-11-42 0-15,16 53 0 16,-16-53 0-16,20 58 128 0,-20-58-128 0,23 60 0 0,-23-60 0 0,27 62 128 15,-27-62-128-15,29 66 0 16,-29-66 0-16,29 65 0 0,-29-65 0 0,28 66 0 16,-28-66 0-16,25 62 0 0,-25-62 0 0,24 61 144 15,-24-61-144-15,19 55 0 0,-19-55 160 0,18 50-160 16,-18-50 128-16,16 50-128 0,-16-50 448 0,15 47 0 0,-15-47 0 0,15 49 0 0,-15-49-224 0,13 48-32 31,-13-48-16-31,11 47 0 0,-11-47-176 0,9 47 128 0,-9-47-128 0,4 48 128 16,-4-48 0-16,4 48 0 0,-4-48 0 0,3 44 0 15,-3-44-128-15,5 43 0 0,-5-43 144 0,8 41-144 16,-8-41 0-16,0 0 0 0,13 49 0 0,-13-49 0 16,0 0 0-16,15 47 0 0,-15-47 0 0,0 0 0 0,13 43 0 0,-13-43 0 15,0 0 0-15,12 41 128 0,-12-41-128 0,0 0 0 16,8 42 0-16,-8-42 0 16,0 0 0-16,11 48 0 0,-11-48 0 0,8 36 128 15,-8-36-128-15,10 42 0 0,-10-42 0 0,8 40 0 16,-8-40 0-16,10 40 0 0,-10-40 0 0,12 36 0 15,-12-36 0-15,0 0 0 0,23 43 0 0,-23-43 0 16,0 0 0-16,23 36 0 0,-23-36 0 0,0 0 0 0,0 0 0 0,27 43 0 16,-27-43 0-16,0 0 0 0,0 0 0 0,17 44 0 15,-17-44 0-15,0 0 0 0,0 0 0 16,17 48 0-16,-17-48 160 0,0 0-160 0,12 40 272 0,-12-40-32 16,0 0-16-16,12 47 0 0,-12-47-224 0,8 34 0 15,-8-34 0-15,8 35 0 0,-8-35 0 0,0 0 0 16,9 45 0-16,-9-45 0 0,0 0 0 0,8 33 0 15,-8-33 0-15,0 0 0 0,0 0 0 0,0 0 0 16,0 0 0-16,18 36 0 0,-18-36 0 0,0 0 0 16,0 0 0-16,0 0-12160 15,18-5-2432-15</inkml:trace>
  <inkml:trace contextRef="#ctx0" brushRef="#br0" timeOffset="64798.38">20038 10028 10127 0,'-3'-1'896'0,"1"0"-704"16,1 1-192-16,1 0 0 0,0 0 1536 0,0-2 256 0,0-1 64 0,0-1 16 16,2-1 688-16,1-3 128 0,0-1 16 0,3 0 16 15,0-3-864-15,0 1-160 0,2 0-32 0,-2-1-16 16,1 1-944-16,-2 1-192 0,1 1-48 16,-2-1 0-16,0 1-320 0,0 2-144 15,-1 0 128-15,0 0-128 0,1 2 304 0,1-2-32 0,-1-1 0 0,1-1 0 16,1 0 176-16,1-2 16 0,0 0 16 15,2-3 0-15,-1-3-176 0,3-2-48 0,1-2 0 0,2-3 0 0,1-2-64 16,1-2 0-16,-1-1-16 0,-1 1 0 16,0-2 48-16,-1-2 16 0,0-5 0 0,0-1 0 0,-1-1-64 15,-1 1-16-15,1-2 0 0,-1 2 0 16,0 3-160-16,1-3 0 0,-1 2 0 0,1 1 128 16,-1-2 48-16,0 2 0 0,0 2 0 0,0 0 0 0,-2 3-16 0,0-2 0 15,0 2 0-15,0-3 0 0,-1 4 16 0,1-4 0 16,0-2 0-1,0 0 0-15,-1 0-176 0,2 0 0 0,3-3 0 0,0 0 128 0,1-2-128 0,3 2 0 16,0 3 0-16,-2 3 0 0,-1 4 0 0,-1 0 0 16,-1 0 0-16,1 4 0 0,-2 0 0 0,-2 2 0 0,1 1 0 0,-2 0 0 15,1 0 0 1,-2 1 0-16,1-1 0 0,-1 0 0 0,0 2 0 16,-1-3 0-16,1-2 0 0,1-2 0 0,0 0 0 15,1-3 0-15,1-1 0 0,0 2 0 0,-1 1 0 0,1 2 0 16,1 3 0-16,-1-1 0 0,-1 3 0 0,0 2 0 15,1 1 0-15,-2 3 0 0,-1 0 0 0,-1 2 0 16,0 2 0-16,-2 1 0 0,1 1 0 0,-2-1 0 0,-1 0 0 0,2 1 0 16,-1-1 0-16,1 0 0 15,-1-3 0-15,2 0 0 0,1-1 0 0,0-2 0 16,1-2 0-16,2 0 0 0,0-1 0 0,-1-1 0 16,1 4 0-16,-1-1 0 0,1 1 0 0,1 2 0 15,-3 3 0-15,1-1 0 0,-3 3 0 0,0 3 0 16,-2 1 0-16,1 1 0 0,-2 1 0 0,-2 1 0 15,0 1 0-15,-1 0 0 0,-1 3 0 0,0-1 128 0,0-1-128 0,-1 3 0 16,0-3 0-16,1 0 0 0,-1 2 0 0,2 1-18784 16</inkml:trace>
  <inkml:trace contextRef="#ctx0" brushRef="#br0" timeOffset="65675.11">21030 7537 15663 0,'-4'-10'1392'0,"2"3"-1120"15,2 0-272-15,-1 4 0 0,2 1 1008 0,-1 0 144 0,0 2 16 0,1-3 16 16,0-1 544-16,1 1 128 16,1 1 0-16,0-2 16 0,0 4-992 0,0 2-208 15,1 2-32-15,1 3-16 0,-5-7-192 0,0 0-48 16,0 0 0-16,25 41 0 0,-25-41 336 0,0 0 64 16,26 45 16-16,-26-45 0 0,0 0-192 0,29 55-32 15,-29-55-16-15,0 0 0 0,31 63-128 0,-31-63-32 16,19 44 0-16,-19-44 0 0,20 49-144 0,-20-49-16 0,15 48-16 15,-15-48 0-15,14 57-80 0,-14-57-16 0,13 61 0 16,-13-61 0-16,12 61-128 0,-12-61 0 0,11 55 144 0,-11-55-144 16,11 47 0-16,-11-47 0 0,0 0 0 0,14 57 0 15,-14-57 432-15,0 0 16 0,13 52 0 0,-13-52 0 16,0 0-64-16,13 53 0 0,-13-53 0 0,0 0 0 16,13 54-144-16,-13-54-48 0,0 0 0 0,15 50 0 0,-15-50-192 15,0 0 144-15,13 52-144 0,-13-52 128 16,0 0-128-16,14 50 0 0,-14-50 0 0,0 0 0 0,11 43 0 15,-11-43 0-15,0 0 0 0,0 0 0 0,14 52 0 16,-14-52 0-16,0 0 0 0,8 40 0 0,-8-40 0 0,0 0 0 16,0 0 0-16,12 50 0 15,-12-50 0-15,0 0 0 0,0 0 0 0,18 44 0 16,-18-44 0-16,0 0 0 0,0 0 128 0,25 41-128 0,-25-41 0 16,0 0 0-16,0 0 0 0,30 40 0 0,-30-40 0 0,0 0 0 15,0 0 0-15,25 45 0 0,-25-45 0 0,0 0 0 16,16 40 0-16,-16-40 0 0,0 0 0 0,14 43 0 15,-14-43 0-15,0 0 0 0,14 43 0 0,-14-43 0 0,0 0 0 16,17 42 0-16,-17-42 0 0,0 0 0 16,23 38 0-16,-23-38 0 0,0 0 0 0,26 34 0 15,-26-34 0-15,0 0 0 0,29 38 0 0,-29-38 0 16,0 0 0-16,30 47 0 0,-30-47 0 0,0 0 0 0,27 53 0 0,-27-53 0 0,0 0 0 0,24 58 0 31,-24-58 0-31,14 38 0 0,-14-38 0 0,12 41 0 0,-12-41 0 0,14 47 0 16,-14-47 0-16,16 46 0 0,-16-46 0 15,17 42 0-15,-17-42 0 0,20 39 0 0,-20-39 128 16,0 0-128-16,32 50 0 0,-32-50 0 0,0 0 0 0,33 46 0 16,-33-46 0-16,0 0 0 0,31 39 0 0,-31-39 0 15,0 0 0-15,28 39 0 0,-28-39 0 16,0 0 0-16,0 0 0 0,32 41 0 0,-32-41 0 0,0 0 0 0,0 0 0 16,28 35 0-16,-28-35 0 0,0 0 0 15,0 0 0-15,0 0 0 0,29 36 0 0,-29-36 0 16,0 0 0-16,0 0 0 0,0 0 0 0,0 0 0 15,21 38 0-15,-21-38 0 0,0 0 0 0,0 0 0 16,0 0-272-16,0 0 16 0,10 38 0 0,-10-38 0 16,0 0-768-16,0 0-160 0</inkml:trace>
  <inkml:trace contextRef="#ctx0" brushRef="#br0" timeOffset="66824.92">20971 10026 7359 0,'-6'1'656'0,"1"-1"-528"0,2 1-128 0,0-1 0 16,1 0 320-16,1 0 16 0,0 0 16 0,-1 1 0 0,-1-1 464 0,-1 0 80 15,-1 1 32-15,2-1 0 0,-1 0 288 0,2-1 64 16,0 1 16-16,1-1 0 0,1 1-16 0,-1-2-16 15,1 2 0-15,1-2 0 0,0 0 288 0,0 1 64 16,0-3 16-16,1 1 0 0,1 1-256 0,-1-1-48 16,1-2-16-16,0 1 0 0,2-1-624 0,-2-2-128 0,3 2-32 0,-1-2 0 15,-1 1-368-15,2 0-160 0,0-1 128 0,1-1-128 16,-1-1 0-16,1 1 0 0,-2 0 128 0,1 1-128 16,-1-2 0-16,1 0 0 15,0 1 144-15,-1-1-144 0,0 0 304 0,0-2-16 16,1 2 0-16,0-3 0 0,2-2-144 0,-1-1-16 0,3-1-128 15,-1-2 192-15,0 0-192 0,1-2 0 16,2 0 0-16,0-1 0 0,1 0 0 0,0-1 0 0,2-1 0 0,-1 2 0 16,-1 0 0-16,0 1 0 0,-1-2-128 0,-1 3 128 15,0 1 0-15,-1-1 0 0,0 3 0 16,-1-2 0-16,0 1 0 0,0 1-128 0,-1-2 128 0,1 0 0 0,1 0 0 16,-2-1 144-16,0 0-16 0,1 0 0 0,-1 0 336 0,0 0 64 15,1-2 16-15,-1-1 0 16,-1 6-208-16,-1-3-32 0,2 0-16 0,-1-3 0 15,0 1 48-15,1 0 16 0,0 1 0 0,0-1 0 0,0 1-208 16,-1 0-144-16,2 1 192 0,-2 0-192 16,0 2 224-16,0 1-64 0,0-1-16 0,-1 0 0 15,0 3-144-15,0-1 192 0,0 2-192 0,-2-4 192 16,2 1-48-16,-1-1 0 0,1-2 0 0,-1-1 0 16,1-2-144-16,1 0 0 0,-1-1 0 0,1-1 128 0,-1 0-128 15,1 0 0-15,2 1 0 0,-1 2 0 0,1 1 0 0,0 2 0 16,-1 0 0-16,0 1 0 0,1 2 0 0,-2-2 0 15,2 2 0-15,-2 1 0 0,-1 0 0 0,1 2 0 16,0-2 0-16,0 0 0 0,-1 0 0 0,1-3 0 16,1 1 0-16,1-1 0 0,2 0 0 0,-2-2 0 15,0 3 0-15,2-6 0 0,2-1 0 0,1-1 0 16,1-2 0-16,0 0 0 0,1 0 0 0,-1 2 0 16,0 4 0-16,-2 0 0 0,-1 2 128 0,-1 0 0 15,-1 1 0-15,-2 1 0 0,0 2 16 0,-2-2 0 16,0 3 0-16,-2-1 0 0,0 2-144 0,0-2 0 15,-2 0 144-15,1 4-144 0,-1 3 128 0,0-3-128 16,1-3 128-16,0-3-128 0,3-2 0 0,-1-5 0 0,0 0 0 16,0-2 0-16,1 1 0 0,1-1 0 0,-1 1 0 15,1 0 0-15,-1 3 0 0,1 1 0 0,-2 4 0 0,1 2 0 16,-2 3 0-16,1-2 0 0,0 6 0 0,-2-2 0 16,0 2 0-16,-1 2 0 0,1-3 0 0,-1 4 0 15,1-3 0-15,-1 2 0 0,1 0 128 0,-1-2-128 16,1 2 0-16,0-3 0 0,-2 0 0 0,2 1 128 0,0-1-128 0,-1-1 0 15,0 2 0-15,-1-2 0 0,0 2 0 0,0 1 0 16,-1 2 0-16,-2 2 0 0,0-1 0 0,-3 4 0 16,0 3 0-16,-1 0 0 0,-1 4-240 15,2-1-16-15</inkml:trace>
  <inkml:trace contextRef="#ctx0" brushRef="#br0" timeOffset="67342.5">22060 7504 9215 0,'-1'-8'400'0,"-1"4"96"0,0-1-496 0,1 2 0 16,0 3 0-16,0 0 0 16,-1 0 1296-16,0-1 176 0,-1 0 16 0,-2 1 16 0,-1 0 944 0,1 1 192 15,-1 0 48-15,3 4 0 16,1-2-768-16,1 1-128 0,2 1-48 0,1-2 0 15,2 1-832-15,2-2-160 0,1 1-48 0,3-1 0 16,2-2-48-16,0 0-16 0,1 0 0 0,2-2 0 16,1 0-240-16,2-1-48 0,0 1-16 0,4-3 0 15,-1 0-96-15,3 3-32 0,2 0 0 0,1-1 0 0,-1 3 64 0,1 0 16 16,-1 0 0-16,1 0 0 0,1 1-288 16,2 1 0-16,3-2 128 0,-2 0-128 15,-1 2 0-15,-1 0 128 0,3 1-128 0,-1 2 0 0,0-1 0 16,-2 1 0-16,-1 0 0 0,-3-2 0 0,-1 0 128 15,-1-2-128-15,-1 1 0 0,0-2 0 0,0 0 0 0,0 0 0 16,1-2 0-16,1 1 0 0,1-1 0 0,0 2 0 16,1-1 0-16,-1 1 0 0,-1-1 0 0,-3 1 0 15,-3 0 0-15,-2 0 0 0,1 0 0 0,-1 0 0 16,0 0 0-16,-3 0 0 16,-2 0-848-16,-2 1-80 0</inkml:trace>
  <inkml:trace contextRef="#ctx0" brushRef="#br0" timeOffset="68061.03">22031 9812 4607 0,'-2'0'400'0,"0"1"-400"0,1-1 0 0,0 0 0 15,0 0 960-15,0 0 128 0,0 2 0 0,-1-2 16 16,-1 0 800-16,-1 0 144 0,1 0 48 0,1-3 0 0,1 1 0 0,1 1 0 15,-1 0 0-15,1-1 0 0,1 2-336 0,-1-2-64 16,1 2-16-16,-1 2 0 16,1-2-384-16,0 3-80 0,0 0 0 0,1 2-16 0,-1 2-368 0,-1-7-64 15,0 0 0-15,0 0-16 16,16 38-288-16,-16-38-48 0,0 0-16 0,23 41 0 0,-23-41 0 0,0 0 0 16,33 42 0-16,-33-42 0 0,0 0-80 0,41 30-32 15,-41-30 0-15,0 0 0 0,35 20-144 0,-35-20-16 16,0 0-128-16,35 17 192 0,-35-17-192 15,0 0 0-15,0 0 128 0,38 28-128 0,-38-28 0 0,0 0 0 16,0 0 0-16,0 0 0 0,15 45 0 0,-18-35 0 16,-1 1 0-16,-1-1-18288 15</inkml:trace>
  <inkml:trace contextRef="#ctx0" brushRef="#br0" timeOffset="68793.83">17901 10115 4607 0,'-1'-8'400'0,"0"3"-400"0,1 3 0 0,-1 0 0 15,1 1 720-15,0-1 64 0,-1-1 16 0,0-4 0 16,-1-1 704-16,1-1 144 0,0 5 16 0,-1-1 16 0,1 1 64 0,0 3 16 16,0-1 0-16,1 2 0 0,-1 2 240 0,1 1 48 15,-1 2 16-15,0-1 0 0,0 6-496 0,-1 2-96 16,0 4-32-16,0 6 0 0,0 2-736 0,0 5-160 16,1 3-32-16,-1 3 0 0,2-1-240 15,-1 4-48-15,1 2-16 0,1-1 0 0,1-1-80 16,1-3 0-16,1-3-128 0,-4-32 192 0,11 52-192 0,-11-52 0 15,0 0 0-15,20 36-160 16,-20-36-1024-16,0 0-208 0,0 0-32 0,17-2-12800 16</inkml:trace>
  <inkml:trace contextRef="#ctx0" brushRef="#br0" timeOffset="68994.95">17843 10106 15663 0,'-5'0'688'0,"1"-2"144"0,0 2-656 0,2 2-176 15,-1 1 0-15,1 0 0 0,0 1 1904 0,-2 6 336 16,-3 2 80-16,-2 8 16 0,-1 5-304 0,-2 5-64 0,2-1-16 0,1-3 0 16,1-2-976-16,0-3-192 0,3-4-32 0,0-3-16 15,1-2-480-15,2-5-112 0,-1 0-16 0,2-3 0 16,0-1-128-16,1-3 0 0,2-5 0 0,1 0-176 31,1-2-1136-31,2-4-224 0</inkml:trace>
  <inkml:trace contextRef="#ctx0" brushRef="#br0" timeOffset="69129.5">17800 10144 14735 0,'7'-15'640'0,"-2"9"160"0,-2 1-640 0,-1 5-160 0,-2 0 0 0,2 0 0 16,1 0 2240-16,4 1 400 0,3 1 96 0,-10-2 16 15,0 0-64-15,44 21 0 0,-44-21 0 0,0 0 0 16,47 40-1472-16,-47-40-288 0,0 0-64 0,42 36-16 16,-42-36-576-16,0 0-112 0,41 28-32 0,-41-28 0 15,0 0-128-15,0 0 0 0</inkml:trace>
  <inkml:trace contextRef="#ctx0" brushRef="#br0" timeOffset="69496.14">18352 10062 15663 0,'-1'-2'1392'0,"1"2"-1120"0,0 2-272 0,-1 0 0 0,1 0 1600 16,-1 1 256-16,0 4 48 0,-1 5 16 16,0 4 320-16,0 10 64 0,1 6 0 0,-2 5 16 0,1 1-1392 0,0 2-288 15,-1 1-48-15,0-1-16 16,2-2-384-16,-1-3-64 0,0 1-128 0,1-4 176 0,0-3-176 16,1-3 0-16,0-26 0 0,3 38 0 15,-3-38-272-15,0 0-96 0,0 0-16 0,0 0-9264 16,0 0-1856-16</inkml:trace>
  <inkml:trace contextRef="#ctx0" brushRef="#br0" timeOffset="69710.69">18330 10090 6447 0,'-7'0'576'0,"1"0"-576"0,1 2 0 0,1 0 0 0,2 1 3040 0,-1 2 496 15,1 2 112-15,-4 2 0 0,-3 9 288 0,-3 8 48 16,-1 6 16-16,-2 5 0 0,2 0-2224 0,0-4-448 15,3-2-96-15,0-4-16 0,2-4-656 0,1-4-144 16,1-2-32-16,2-3 0 0,0-3-240 0,0-2-144 16,1-1 160-16,1-4-160 0,1-1 0 0,1-5 0 15,1-1 0-15,3-3 0 0,2-4-1056 0,0-2-304 16</inkml:trace>
  <inkml:trace contextRef="#ctx0" brushRef="#br0" timeOffset="69844.63">18299 10115 16575 0,'15'-18'736'0,"-8"11"160"31,-2 3-720-31,-3 4-176 0,-2 2 0 0,1-2 0 0,3 2 2528 0,-4-2 480 0,0 0 80 0,0 0 32 16,44 46-512-16,-44-46-112 0,29 44 0 0,-29-44-16 0,30 45-1328 16,-30-45-256-16,31 41-48 0,-31-41-16 15,32 35-464-15,-32-35-112 0,32 29 0 0,-32-29-16 16,0 0-240-16,39 30 0 0,-39-30 0 0,0 0 0 16,0 0-192-16</inkml:trace>
  <inkml:trace contextRef="#ctx0" brushRef="#br0" timeOffset="70393.64">19025 10159 5519 0,'7'-10'496'0,"-2"1"-496"0,-1 1 0 0,-1 4 0 16,-2 0 832-16,0 1 80 0,0 0 16 0,3-1 0 15,0-6 624-15,-1-1 128 0,2 1 32 0,-2-2 0 16,0 5 592-16,-3 0 128 0,0 4 32 0,-1 1 0 0,-1 4-224 0,-2 1-64 15,0 2 0-15,-1 1 0 0,-3 2-704 0,2 2-128 16,-1 4-48-16,1 0 0 16,-1 2-656-16,2 3-128 0,0 3-16 0,2 3-16 0,2 2-288 0,1 4-64 15,1 2-128-15,1 2 192 16,2 1-192-16,0-2 128 0,0-2-128 0,-4-32 0 0,11 60 0 16,-11-60 0-16,14 49 0 0,-14-49 0 0,0 0 0 0,23 38 0 15,-23-38 0-15,0 0-160 16,0 0-784-16,0 0-144 0,0 0-48 0,27 0-14800 15</inkml:trace>
  <inkml:trace contextRef="#ctx0" brushRef="#br0" timeOffset="70603.42">19050 10132 6447 0,'-4'-4'576'0,"2"-1"-576"16,1 3 0-16,-1 2 0 0,0 0 1888 0,0 2 272 15,-1-1 48-15,0 3 16 0,-3 0 656 0,-1 5 128 0,-2 0 16 16,-1 2 16-16,0 4-1376 0,0-1-256 0,-2 2-64 15,3-2-16-15,1-2-592 0,-1-1-112 0,4 0-32 0,-2-2 0 16,0-2 176-16,1 1 16 0,-1-2 16 0,0 0 0 16,0 0-384-16,1-1-80 0,-2 2-16 0,1 1 0 15,-2 0-320-15,1 2 144 0,1 0-144 0,0-3 0 0,2 0 0 0,1-2 0 16,1 0 0-16,2-2 0 0,3-2-320 0,3-1-64 16,2-5 0-16,5-4-15408 15</inkml:trace>
  <inkml:trace contextRef="#ctx0" brushRef="#br0" timeOffset="70762.08">19098 10109 16575 0,'7'-6'736'0,"-4"1"160"0,1 2-720 0,-2 2-176 16,0 1 0-16,-1 1 0 0,0 1 2960 0,1-1 560 15,0 3 128-15,3 0 0 0,-5-4-800 0,0 0-160 16,0 0-48-16,23 41 0 0,-23-41-1680 0,0 0-352 0,21 45-64 0,-21-45-16 16,0 0-384-16,26 42-144 0,-26-42 0 0,0 0 144 15,33 35-144-15,-33-35 0 0,0 0 0 0,32 29-12240 31,-32-29-2448-31</inkml:trace>
  <inkml:trace contextRef="#ctx0" brushRef="#br0" timeOffset="71224.42">19520 10097 7359 0,'3'-3'656'0,"-1"2"-528"0,-1 0-128 0,0 1 0 0,-1 0 1600 0,1 1 272 0,0-1 64 0,1-1 16 16,1 1 656-16,1 0 128 15,-1 1 16-15,-1 0 16 0,1 0-384 16,-1 1-80-16,0-2 0 0,0 0-16 16,0 0-512-16,-1-2-112 0,2 0 0 0,0 1-16 0,0-1-848 0,0 0-160 0,0 2-48 0,0-2 0 15,1 1-400-15,-1 2-192 16,0 3 160-16,-1-1-160 0,-2-3 0 0,0 0 128 15,0 0-128-15,6 45 0 0,-6-45 0 0,-3 44 0 16,1-18 0-16,0 1 0 0,-1 2 0 0,1 1 0 16,-1-2 0-16,0-1 0 0,2-1 0 0,-1-3 0 0,2-23 0 0,1 40 0 15,-1-40 0-15,0 0 0 16,9 41 0-16,-9-41 0 0,0 0 0 0,0 0-208 16,0 0 64-16,0 0-11920 15,0 0-2384-15</inkml:trace>
  <inkml:trace contextRef="#ctx0" brushRef="#br0" timeOffset="71476.82">19568 10040 20271 0,'-6'0'1792'0,"0"2"-1424"0,4-1-368 0,1 1 0 15,0 1 1632-15,-2-1 256 0,-2 2 48 0,-3 4 16 16,-3 1 224-16,-3 3 64 0,1 0 0 0,0 2 0 15,2-2-1120-15,1 2-224 0,-1 0-32 0,2-1-16 16,1 3-480-16,-1 0-112 0,1 1 0 0,-1 2-16 0,1-2-240 16,1 4 0-16,1-4 0 0,2 1 0 15,2-1 0-15,1-5 0 0,1-12 0 0,0 0 0 16,0 0-384-16,0 0-64 0,31 4 0 0,-17-15-16528 16</inkml:trace>
  <inkml:trace contextRef="#ctx0" brushRef="#br0" timeOffset="71629.75">19626 10083 16575 0,'4'-2'736'0,"-3"1"160"0,2 2-720 0,-1 1-176 16,-1 1 0-16,0 1 0 0,1-1 2624 0,-2-3 480 16,0 0 96-16,12 39 32 0,-12-39-480 0,16 51-112 15,-16-51-16-15,15 51 0 0,-15-51-1440 0,19 46-288 0,-19-46-64 0,0 0-16 16,32 47-624-16,-32-47-192 16,0 0 0-16,0 0-18000 0</inkml:trace>
  <inkml:trace contextRef="#ctx0" brushRef="#br0" timeOffset="72198.34">20146 10112 6447 0,'-2'-3'576'0,"0"1"-576"0,2 1 0 0,0 1 0 15,-1 0 1408-15,1 0 160 0,-1-2 32 0,-2 1 16 0,0 0 304 16,0-3 64-16,2 1 16 0,-2 0 0 16,2 1-256-16,-1 0-48 0,1-1-16 0,0 1 0 15,1 2-160-15,-1 0-48 0,0 0 0 0,0 5 0 16,0 0-432-16,0 6-80 0,-1 3-32 0,0 5 0 15,0 5-288-15,1 7-64 0,-1 7-16 0,1 1 0 16,-1 5-288-16,1-1-48 0,-1-1-16 0,1-2 0 16,1-4-208-16,1-3 0 0,-1-33 0 0,9 51 0 15,-9-51 0-15,0 0 0 0,22 44 0 0,-22-44-10944 16,0 0-2160-16</inkml:trace>
  <inkml:trace contextRef="#ctx0" brushRef="#br0" timeOffset="72430.44">20083 10162 18431 0,'-2'0'1632'0,"0"0"-1312"0,2 2-320 16,-2-2 0-16,0 2 1504 0,-1 0 224 0,-1 1 64 0,-3 2 0 16,-2 2-336-16,-3 3-64 15,1 1-16-15,-1-1 0 0,1 1-1104 0,0 1-272 0,0 2 0 0,0-1 0 16,0 1 0-16,0 2 0 0,0-2 0 15,1 0 0-15,1-2 0 0,1 0 0 0,4-4 0 0,0-2-8896 32,3-3-1664-32</inkml:trace>
  <inkml:trace contextRef="#ctx0" brushRef="#br0" timeOffset="72592.8">20093 10119 19343 0,'7'-5'848'0,"-3"0"192"15,2 2-832-15,-2 1-208 0,-1 2 0 0,-3 0 0 16,3 2 2624-16,1-1 464 0,2 3 112 0,-6-4 0 15,0 0-1008-15,0 0-208 0,39 33-32 0,-39-33-16 16,0 0-1360-16,32 43-288 0,-32-43-48 0,0 0-16 0,35 41-224 0,-35-41 0 16,0 0 0-16,37 35 0 15,-37-35-288-15,0 0-48 0,37 35-16 0,-37-35-16480 0</inkml:trace>
  <inkml:trace contextRef="#ctx0" brushRef="#br0" timeOffset="73130">20733 10036 9215 0,'-3'0'816'0,"1"0"-656"0,0 2-160 0,0-1 0 0,1 0 1008 16,0 1 160-16,0 1 48 0,-1 0 0 0,0 3 928 0,-2 4 192 15,0 2 32-15,0 2 16 0,3 2-768 0,-1 1-144 16,2-17-48-16,-2 41 0 0,2-41-528 0,4 47-96 16,-4-47-32-16,5 57 0 0,-5-57-368 0,6 64-80 15,-4-31 0-15,-1-1-16 0,0 0-304 0,0-1 128 16,0-1-128-16,-1-1 0 0,0-29 0 0,2 50 0 16,-2-50 0-16,3 33 0 15,-3-33-576-15,0 0-32 0,0 0 0 0,0 0 0 16,0 0-832-16,0 0-160 0</inkml:trace>
  <inkml:trace contextRef="#ctx0" brushRef="#br0" timeOffset="73376.47">20637 10100 4607 0,'-8'-10'400'0,"3"3"-400"0,0 2 0 0,1 1 0 15,3 2 2448-15,-1 1 416 0,1 1 80 0,-2-2 0 16,-3 1 176-16,0-1 16 0,-2 4 16 0,-2 1 0 16,1 2-1280-16,-1 4-256 0,-1 3-48 0,-2 2-16 0,0 5-992 0,-2 0-208 15,0 5-32-15,-1-1-16 16,1 2-304-16,0 0 128 0,0 1-128 0,3-3 0 16,2-3 144-16,2-3-144 0,4-3 0 0,3-4 144 15,2-6-144-15,2-1 0 0</inkml:trace>
  <inkml:trace contextRef="#ctx0" brushRef="#br0" timeOffset="73542.42">20716 10054 21183 0,'0'1'944'0,"1"1"192"0,0 3-912 0,0-2-224 16,0 0 0-16,0 0 0 0,0 3 2368 0,-1-6 448 16,0 0 64-16,15 41 32 0,-15-41-848 0,22 48-160 0,-22-48-48 15,26 47 0-15,-26-47-944 0,30 41-192 0,-30-41-32 0,31 28-16 16,-31-28-480-16,0 0-192 0,44 28 176 0,-44-28-176 15,0 0 0-15,0 0 0 0,41 18 0 0,-35-16-18176 16</inkml:trace>
  <inkml:trace contextRef="#ctx0" brushRef="#br0" timeOffset="74074.39">21086 10092 5519 0,'-1'-9'496'0,"1"2"-496"16,2-1 0-16,-1 2 0 0,1 3 1664 0,-1-1 256 15,1 1 32-15,2-2 16 0,1-4 1168 0,2-2 256 16,0 0 32-16,1 0 16 0,-3 6-640 0,0 1-128 16,-1 4-32-16,-3 6 0 0,-1 4-1312 0,-1 4-272 0,-1 2-48 0,-2 7-16 15,-1 2-688-15,0 4-144 0,-1 4-32 0,0 2 0 16,0 3 64-16,0-3 16 0,0 3 0 0,2-2 0 15,1-3 48-15,1-2 0 0,2-31 0 0,3 53 0 16,-3-53-256-16,7 42 0 0,-7-42 128 0,0 0-128 16,20 43 0-16,-20-43 0 0,0 0 0 0,0 0 0 31,0 0-672-31,0 0-80 0</inkml:trace>
  <inkml:trace contextRef="#ctx0" brushRef="#br0" timeOffset="74292.81">21126 10133 8287 0,'0'-3'736'0,"-1"1"-592"0,1 0-144 0,-2 2 0 0,1 0 1952 0,-1 2 352 15,-1 0 80-15,0 0 16 0,-2 3 416 0,-3 2 96 16,-2 3 16-16,-2 3 0 0,-1 0-1232 0,0 1-240 16,0 0-48-16,0 1-16 0,0-1-448 0,1 1-96 0,0-1-16 0,2-2 0 15,1-1-448-15,1 1-80 0,2-3-32 0,0 1 0 16,2 0-272-16,2-4 0 0,1-1 0 0,0 0 0 15,2 0 0-15,0-3-304 0,1-1 64 0,1-2-15744 16</inkml:trace>
  <inkml:trace contextRef="#ctx0" brushRef="#br0" timeOffset="74447.19">21160 10057 10127 0,'8'-10'896'0,"-2"3"-704"0,-1 1-192 0,-1 3 0 15,-3 3 2624-15,0 2 512 0,-1-1 80 0,1 1 32 0,2 2 48 0,-2 3 16 16,-1-7 0-16,0 0 0 0,5 43-1744 0,-5-43-352 15,3 36-64-15,-3-36 0 16,5 38-864-16,-5-38-160 0,0 0-128 0,13 45 144 16,-13-45-144-16,0 0 0 0,0 0 0 0,25 40 0 15,-25-40-336-15</inkml:trace>
  <inkml:trace contextRef="#ctx0" brushRef="#br0" timeOffset="74939.33">21576 10068 12895 0,'-3'-9'1152'0,"2"4"-928"0,1 2-224 0,0-1 0 16,1 2 976-16,-1 0 160 0,1 1 16 0,1-3 16 16,2-1 944-16,1-2 192 0,0-2 48 0,2 2 0 15,-2 1-640-15,1 2-128 0,-1 2-32 0,0 2 0 16,-1 3-480-16,-1 3-112 0,-3-6 0 0,0 0-16 0,0 0-432 0,9 52-96 16,-9-52-16-16,2 45 0 15,-2-45-144-15,0 58-48 0,-2-24 0 0,0 2 0 16,0 4 16-16,-1-1 0 0,2 1 0 0,0-4 0 15,0-1-224-15,1-4 0 0,0 0 0 0,0-31 0 0,5 49 0 16,-5-49 0-16,0 0-144 0,9 45 144 16,-9-45-1888-16,0 0-288 0,0 0-48 0,0 0-12096 15</inkml:trace>
  <inkml:trace contextRef="#ctx0" brushRef="#br0" timeOffset="75163.7">21561 10106 20271 0,'-6'0'896'0,"2"0"192"0,1 0-880 0,1 0-208 15,0 0 0-15,0 0 0 0,1 0 2416 0,-2 1 432 0,0 1 96 0,-3 0 0 16,-1 3-816-16,0 0-160 0,-2 2-48 0,0 2 0 16,-2 1-1280-16,1 4-272 15,-2 0-48-15,-1 4-16 0,0 0-304 0,-1 3 0 16,-1 1 0-16,1 1 0 0,0 1 0 0,1 0 0 0,1-3 0 0,4-2 0 15,3-2-192-15,3-5-32 0,3-3-16 0,2-3-16800 16</inkml:trace>
  <inkml:trace contextRef="#ctx0" brushRef="#br0" timeOffset="75327.77">21652 10072 18431 0,'4'-4'1632'0,"-1"0"-1312"15,0 4-320-15,-2 0 0 0,-1 2 2592 0,2 1 448 16,1 1 96-16,-3-4 0 0,0 0-672 0,0 0-144 15,32 56-16-15,-32-56-16 0,17 54-1584 0,-17-54-320 16,21 59-64-16,-21-59-16 16,22 56-304-16,-22-56 0 0,20 48 0 0,-20-48 0 15,0 0-512-15,24 52-144 0</inkml:trace>
  <inkml:trace contextRef="#ctx0" brushRef="#br0" timeOffset="75863.62">22172 10054 15663 0,'-2'-4'1392'0,"0"1"-1120"15,1-1-272-15,0 3 0 0,0 1 1728 0,0 0 304 0,-1-2 48 16,-1 0 16-16,-1 0-224 0,-1-1-32 0,1 0-16 0,-1 3 0 15,1 4-528-15,1 4-96 16,0 4-32-16,1 2 0 0,0 8-160 0,2-22-48 16,0 54 0-16,0-20 0 0,0 4-384 0,0 3-64 0,0 0-32 0,0 3 0 15,0-1-256-15,0-1-48 0,1-2-16 0,1-7 0 16,-2-33-160-16,8 57 0 16,-8-57 0-16,15 43 0 0,-15-43 0 0,0 0 0 15,0 0-160-15,34 33-17440 0</inkml:trace>
  <inkml:trace contextRef="#ctx0" brushRef="#br0" timeOffset="76096.06">22159 10083 24879 0,'-3'0'2208'0,"1"2"-1760"0,1 3-448 0,-1-1 0 15,1 2 1088-15,-1 0 128 0,-4 3 16 0,-2 6 16 0,-4 7 560 0,-3 4 112 16,-3 2 32-16,1 3 0 15,0-4-1184-15,0-1-256 0,1-1-32 0,1-4-16 0,0 1-320 0,1-5-144 0,2 0 128 0,2-4-128 16,1-3 0 0,4-3 0-16,2-5 0 0,3-2 0 0,2-2-352 0,1-5-160 0,4 0-16 0,2-5-15952 15</inkml:trace>
  <inkml:trace contextRef="#ctx0" brushRef="#br0" timeOffset="76228.83">22167 10021 11055 0,'2'3'976'0,"0"0"-784"15,0 1-192-15,-1 1 0 0,-1-1 2336 0,1 3 416 16,-1-7 96-16,0 0 16 0,14 48 464 0,-14-48 80 16,16 61 32-16,-16-61 0 0,18 64-2096 0,-18-64-432 15,20 57-80-15,-20-57 0 0,20 48-576 0,-20-48-96 16,21 38-32-16,-21-38 0 0,0 0-128 0,30 37 0 0,-30-37 0 0,0 0-16544 16</inkml:trace>
  <inkml:trace contextRef="#ctx0" brushRef="#br0" timeOffset="76672.14">22594 10102 10127 0,'-3'-7'896'0,"2"4"-704"15,0 1-192-15,1 2 0 0,0 0 1264 0,0-2 208 0,-1 0 64 0,-1-1 0 16,0-2 1664-16,1 1 352 0,-1 1 64 0,0 1 16 16,0 2-960-16,1 3-192 15,0 2-48-15,-1 1 0 0,2-6-1312 0,0 0-272 0,-2 41-48 0,2-41-16 16,-2 44-448-16,2-44-80 0,-3 57-32 0,1-24 0 16,0-1-96-16,0 2-128 0,1 1 176 15,0 2-176-15,0-1 0 0,0 1 0 16,1-3 0-16,1-3 0 0,-1-31 0 0,2 54 0 15,-2-54 0-15,6 42 0 0,-6-42-640 0,0 0-144 0,0 0-32 16,18 39 0-16,-15-37-1840 16,1-2-368-16</inkml:trace>
  <inkml:trace contextRef="#ctx0" brushRef="#br0" timeOffset="76929.71">22568 10221 14735 0,'-3'-3'1312'0,"1"-1"-1056"0,1 1-256 0,1 0 0 0,0 1 1040 0,-1 0 160 0,-1-3 16 0,0-1 16 31,0-4 1216-31,-3 0 240 0,1 1 64 0,-1 1 0 0,0 4-1200 16,-1 2-224-16,-1 4-48 0,-2 3-16 0,-1 5-416 0,-1 2-80 15,-1 3 0-15,-2 4-16 0,0 0-64 0,0 3-16 16,0 1 0-16,0 1 0 0,2-1-352 0,2-2-64 15,1-1 0-15,3-3-16 0,3-3-240 0,3-14 0 0,0 0 0 16,0 0-17568 0</inkml:trace>
  <inkml:trace contextRef="#ctx0" brushRef="#br0" timeOffset="77084.3">22577 10136 17503 0,'2'-3'768'0,"-1"2"176"0,1 1-752 0,-1 3-192 16,0-1 0-16,0 1 0 0,1 1 2880 0,-2-4 528 15,0 0 112-15,0 0 32 0,23 52-800 0,-23-52-176 0,26 46-16 0,-26-46-16 16,31 43-1376-16,-31-43-272 0,35 36-48 0,-35-36-16 16,0 0-352-16,47 35-80 0,-47-35-16 0,0 0 0 15,38 24-384-15,-38-24 0 0,0 0 0 0,0 0 0 16,0 0-144-16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6:57:16.16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14385 10391 1839 0,'-3'0'160'0,"1"0"-160"15,2 1 0-15,-1 1 0 0,0-2 256 0,1 0 32 0,-1 2 0 16,1-1 0-16,-1 2 112 0,0 2 32 0,0-1 0 0,0-1 0 16,2 0-48-16,-1-1 0 0,0 1 0 0,0-3 0 15,0 2 272-15,0-2 48 0,0 2 16 0,0-2 0 16,0 2 464-16,0-2 96 16,0 1 0-16,-1-1 16 0,1-1 80 0,-1 1 16 0,0 0 0 0,1 1 0 15,0-1-368-15,0-1-80 0,-1 2-16 0,1-2 0 16,1-1 16-16,0 0 0 0,1 0 0 0,-1-3 0 15,2 0 0-15,-1 1 0 0,0 1 0 0,1-4 0 16,1-2-96-16,0 1-16 0,0-1 0 0,1-1 0 0,-1-1-304 0,1-2-64 16,0-2-16-16,0-3 0 15,3-3-272-15,-2-1-176 0,2-1 192 0,-1-1-192 0,0 1 176 0,2-3-176 16,0-3 160-16,0-3-160 0,2 1 128 0,-1-1-128 16,0 2 0-16,0 1 0 0,0 0 0 0,1 1 0 15,0-2 0-15,-1 3 0 16,0 1 0-16,3-6 0 0,2-5 0 0,2-2 0 0,1 0 0 0,3-6 176 15,5 1-48-15,0-7-128 0,3-3 336 0,-1-5-32 16,1 2-16-16,-3-1 0 0,1-1 400 0,-2 0 80 16,-1 3 0-16,-3 8 16 0,-1 2-448 0,0-3-80 15,2-1-32-15,-1 0 0 0,-1 4-16 0,-2 0 0 0,-3 5 0 0,-2 1 0 16,-1 2 16-16,0 3 0 0,-2 4 0 16,0-2 0-16,-1 2-48 15,0 0-16-15,-1-1 0 0,-1 0 0 0,1 1-160 0,-1 1 128 16,0 1-128-16,0 3 128 0,1 0-128 0,-2 3 0 15,1 2 0-15,0 1 0 0,0 3 0 0,1-1 0 16,-2 3 0-16,2 0 0 0,-2 1 0 0,1 2 0 0,-1 1 0 16,0-3 0-16,0 4 0 0,-1-1 0 0,0-1 0 0,0 2 0 15,1-2 0-15,-2 2 0 0,1-2 0 0,0 1 0 0,1-1 0 16,0 0 0-16,-1 1 128 16,1 1-128-16,-2 0 0 0,2-2 0 0,-1 3 0 0,1-2 0 15,0 1 0-15,0 0 0 0,1 0 0 0,-1-1 0 16,1-1 0-16,0 0 0 0,1-2 0 0,0 2 0 15,0-2 0-15,0 2 0 0,1 0 0 0,-3 3 0 16,2-1 0-16,-3 0 0 0,0 4 0 0,0-2 0 16,-2 1 0-16,0 0 0 0,0 0 0 0,-1 0 0 0,0 0 0 0,0 0 160 15,0 0-160-15,0 0 160 0,0-1-160 0,0-1 160 16,1 2-160-16,-1-3 160 16,1-1-160-16,1 1 0 0,-1 1 0 0,0-1 0 15,0 0 0-15,0 2 0 0,1 1 128 0,-1 1-128 0,0-1 0 0,-1 3 0 16,0 1 0-16,0 0 0 0,-1 1 0 0,-1 2 0 15,0 0 0-15,1 2 0 0,0-2 0 0,0 0 0 16,-1 1 0-16,1 1 0 0,-1-2 0 0,0 0 0 16,1 2 0-16,0-4 0 0,0 2 0 0,1-3 0 15,0 0 0-15,0-2 0 0,1 0 0 0,0 0 0 0,0 0 0 0,0-2 0 16,0-1 0-16,1 2 0 16,0-4 0-16,-1 3 0 0,0 1 0 0,0 0 0 15,0 1 0-15,-2 1 0 0,1 1 0 0,-2 1 0 0,2 0 0 16,-2 1 0-16,1 1 0 0,-1 1 0 15,1-1 0-15,0 2 0 0,0-2 0 0,0 0 0 0,0 0 0 0,0 0 0 16,2 0 0-16,-2-2 0 0,0 1 0 0,1-1 0 16,0 0 0-16,0-1 0 15,1-2 0-15,-1 1 0 0,0 2 0 0,-1-1 0 0,1-1 0 16,0 3 0-16,0-1 0 0,-1 0 0 0,0 2 0 0,0-2 0 16,0 4 0-16,-1-2 0 0,0 2 0 0,-1-2 0 15,1 3 0-15,-2 1 0 0,0 1 0 0,-1-1 0 16,0 2 0-16,0 0 0 0,-2 4 0 0,0-3-18480 15</inkml:trace>
  <inkml:trace contextRef="#ctx0" brushRef="#br0" timeOffset="1513.21">15571 7496 4607 0,'-6'-2'400'0,"2"-2"-400"0,0 3 0 0,3-1 0 0,0 2 368 0,-1-1-16 15,2-1 0-15,-1 1 0 16,-1-2 832-16,-1-4 160 0,1 2 48 0,1 0 0 16,0-2 80-16,1 2 32 0,1-2 0 0,0 2 0 0,0 1-32 0,0 1 0 15,1 3 0-15,-1 0 0 0,1 2-272 0,-1 1-64 16,0 4-16-16,1 0 0 0,-1 3-624 0,2 1-128 16,-1 0-32-16,1 1 0 0,0 3-208 0,-3-15-128 15,10 37 128-15,-10-37-128 0,14 42 0 0,-14-42 0 16,18 47 0-16,-18-47 0 0,22 48 0 0,-22-48 0 15,23 47 0-15,-23-47 0 0,24 43 0 0,-24-43 0 16,24 41 0-16,-24-41 0 0,23 38 0 0,-23-38 0 16,27 41 0-16,-27-41-128 0,30 41 128 0,-30-41 0 15,31 40 0-15,-31-40 0 0,31 39 0 0,-31-39 0 16,30 42 0-16,-30-42 0 0,27 42 0 0,-27-42 0 16,24 48 0-16,-24-48 128 0,20 52 224 0,-20-52 48 0,17 55 16 0,-17-55 0 15,15 59-224-15,-15-59-32 0,15 59-16 0,-15-59 0 16,16 55-144-16,-16-55 128 0,15 49-128 0,-15-49 128 15,14 45-128-15,-14-45 0 0,12 43 0 0,-12-43 128 16,9 40-128-16,-9-40 0 0,9 45 144 0,-9-45-144 16,11 50 320-16,-11-50-16 0,9 50 0 0,-9-50 0 15,11 57 80-15,-5-28 0 0,0 1 16 0,1 3 0 0,0 0-272 0,-1 1-128 16,2 4 128-16,-1-3-128 0,1 1 0 0,1-3 128 16,-1 0-128-16,1-2 0 0,-9-31 160 0,19 54-160 15,-19-54 192-15,20 48-192 0,-20-48 768 0,20 45 32 16,-20-45 16-16,19 43 0 0,-19-43-192 0,16 42-48 15,-16-42 0-15,14 40 0 0,-14-40-144 0,15 41-48 16,-15-41 0-16,14 38 0 0,-14-38-128 0,13 35-48 16,-13-35 0-16,12 41 0 0,-12-41-208 0,13 38 128 15,-13-38-128-15,11 37 0 16,-11-37 0-16,12 35 0 0,-12-35 0 0,11 32 0 0,-11-32 0 0,0 0 0 0,17 47 0 0,-17-47 0 16,11 35 128-16,-11-35-128 0,9 34 0 0,-9-34 144 15,9 38-16-15,-9-38-128 0,8 34 192 0,-8-34-64 16,7 35-128-16,-7-35 0 0,8 34 0 0,-8-34 128 15,5 30-128-15,-5-30 0 0,5 28 0 0,-5-28 0 16,6 29 0-16,-6-29 0 0,0 0 0 0,12 32 0 16,-12-32 0-16,0 0 0 0,0 0 0 0,14 32 0 15,-14-32 0-15,0 0 0 0,0 0 0 0,13 31 0 16,-13-31 0-16,0 0 0 0,11 31 0 0,-11-31 0 16,0 0 0-16,12 37 128 0,-12-37-128 0,7 27 0 0,-7-27 0 15,7 28 128-15,-7-28-128 0,0 0 0 0,9 33 0 0,-9-33 0 16,0 0 128-16,0 0-128 0,0 0 0 0,0 0 0 15,0 0 0-15,0 0 0 0,22-10 0 0,-20-4-144 16,0-2 144-16,-2-1-18272 16</inkml:trace>
  <inkml:trace contextRef="#ctx0" brushRef="#br0" timeOffset="2699.99">15587 10386 5519 0,'-6'-2'496'0,"4"0"-496"0,0 2 0 0,0-3 0 0,1 3 1664 0,1-2 256 16,0-1 32-16,0-1 16 0,1-4-384 0,0-3-80 0,2-4-16 0,0-1 0 15,3-1 16-15,0-2 0 0,0 3 0 0,1-1 0 16,0-2-336-16,0 3-64 0,1-3-16 16,-2 2 0-16,1 5-192 0,-1-2-64 15,2-2 0-15,-2-1 0 0,1 2-144 0,-1 2-48 0,0 0 0 0,-1 1 0 16,2 1-192-16,-4 1-32 0,1 3-16 0,0-2 0 16,0 0-32-16,0-1-16 0,2-1 0 15,-1 0 0-15,1-1-144 0,0-2-16 0,1 0-16 0,0-2 0 16,0-3 32-16,0-2 16 0,1-1 0 0,-1-6 0 0,1 1 80 0,1-4 16 15,-1-2 0-15,0-2 0 0,2-3 80 0,-1-2 32 0,1 0 0 16,2-1 0-16,0 0-256 0,2 3-48 16,-3 1-128-1,1 2 192-15,1 2-192 16,0 1 0-16,0 1 0 0,-1 3 0 16,0-2 0-1,1 0 0-15,0 2 0 0,-1-2 0 0,0 1 0 16,-2 1 0-16,0 1 0 0,0-1 144 0,1-6-144 0,1 2 0 15,-2-2 144-15,-1 4-144 16,2-4 0-16,-1 1 144 0,1 1-144 0,1-2 0 16,-2 1 0-16,0-1 0 0,1 4 0 15,0-2 0-15,0 2 128 0,0 1-128 0,1 1 0 0,-1 2 0 0,0 0 128 16,-1-1-128-16,1 1 192 16,-1 0-192-16,1-2 128 15,-1 2-128-15,0 1 0 0,0-1 0 16,1-1 0-16,0-2 0 0,1 1 0 0,0-3 0 0,1 0 0 0,0 1 0 0,0 2 0 0,-1 1 0 0,0-1 0 0,-1 1 0 0,1 1 0 0,-1 0 0 15,-1 3 0-15,0-1 0 0,2 0 0 0,0 0 0 0,-1 0 0 0,1 1 0 16,-1 2 0-16,0 1 0 0,0 2 128 0,-2 1-128 16,1 0 0-16,-1 1 0 0,-1 0 0 0,1 1 128 0,-2-2-128 0,1 1 0 0,0-1 128 15,0-2-128-15,2 1 0 0,-2-1 0 0,-1 4 0 0,1 1 0 16,-2 0 0-16,2 0 0 0,-2-1 0 0,0-1 0 0,0 1 0 0,0 0 0 16,-1 2 0-16,1 0 0 0,-2 1 0 15,1 1 0-15,-1 4 0 0,-1-1 0 16,-1 2 0-16,-1 1 0 0,0 3 128 0,0 0-128 0,-1-1 0 0,0 3 0 15,0-2 0-15,0 2 0 0,0 0 128 0,-1-3-128 16,2 0 0-16,-1-1 0 0,1-3 0 0,-1 0 0 16,1-2 0-16,-1-3 0 0,1-2 0 0,1 0 0 15,-1-1 0-15,0 1 0 0,1 2 0 0,-2 0 0 16,1 3 0-16,-1 1 0 0,-1 2 0 0,0 4-12192 16,-2 4-2496-16</inkml:trace>
  <inkml:trace contextRef="#ctx0" brushRef="#br0" timeOffset="4749.87">16721 7337 11967 0,'2'-4'1072'16,"-1"1"-864"-16,0 3-208 0,0 0 0 0,1 0 832 0,-1-1 112 0,1 0 16 0,0 1 16 15,2-2 176-15,1 2 16 16,-2 3 16-16,2 0 0 0,-1 3-560 0,-1 0-112 0,1 4-32 0,0-1 0 16,-4-9 96-16,0 0 32 15,0 0 0-15,24 43 0 0,-24-43 288 0,0 0 64 0,0 0 16 0,34 48 0 16,-34-48-208-16,0 0-32 0,32 45-16 0,-32-45 0 16,29 47-288-1,-29-47-64-15,36 55-16 0,-36-55 0 0,40 68-144 0,-19-32-16 0,1 1-16 16,-1 2 0-16,-1 1-176 0,-1-2 0 0,-2-3 0 0,-1 1 0 15,2 2 0-15,-2-2 0 0,0 0 0 0,0-1 0 16,-16-35 0-16,30 66 0 16,-30-66 0-16,28 55 0 0,-28-55 0 0,33 59 0 15,-33-59 0-15,33 61 0 0,-33-61 160 0,34 58-160 16,-34-58 192-16,36 56-192 0,-36-56 672 0,37 58 32 0,-37-58 0 0,39 63 0 16,-39-63-192-16,36 69-48 0,-20-33 0 0,0 2 0 15,2 3 240-15,0-2 64 0,2-1 0 0,-2-2 0 0,0-3-496 0,-18-33-80 16,38 69-32-16,-38-69 0 15,40 66-160-15,-40-66 0 0,43 64 0 0,-43-64 0 0,43 62 0 0,-43-62 0 0,43 59 128 0,-43-59-128 32,41 52 0-32,-41-52 128 0,38 52-128 0,-38-52 128 0,36 52-128 0,-36-52 192 0,39 62-192 0,-39-62 192 31,40 67-192-31,-22-32 0 0,0 0 0 0,0 1 128 0,-3 0-128 0,1-1 0 0,-1-1 0 0,-15-34 0 16,28 61 0-1,-28-61 0-15,24 50 0 0,-24-50 0 0,19 40 0 0,-19-40 0 16,0 0 0-16,24 46 0 0,-24-46 0 15,0 0 0-15,17 42 0 0,-17-42 0 0,0 0 0 0,12 33 0 16,-12-33 0-16,0 0 0 0,9 35 0 0,-9-35 0 16,0 0 0-16,5 36 0 0,-5-36 0 0,3 26 0 15,-2-12 0-15,-1-14 0 0,0 0 0 0,6 36 0 16,-6-36 0-16,0 0 0 0,0 0 0 0,18 38 0 16,-18-38 0-16,0 0 0 0,0 0 0 0,0 0 0 15,32 28 0-15,-32-28 0 0,0 0 0 0,0 0 0 16,0 0 0-16,44 15 0 0,-44-15 256 0,0 0-48 15,0 0 0-15,0 0 0 0,39 8-80 0,-39-8 0 16,0 0-128-16,0 0 192 0,0 0-192 0,0 0 144 0,0 0-144 0,37 23 128 16,-37-23 0-16,0 0-128 0,0 0 192 0,0 0-64 15,0 0-128-15,0 0 160 16,17 33-160-16,-15-30 160 0,-1-1-160 0,1 0 0 0,0-1 0 0,0 0 128 16,0-1-128-16,0 0 0 0,0 2 0 0,-1-1 0 15,1 1 0-15,0 1 0 0,0 1 0 0,-1-1 0 16,0 4 0-16,0-1 0 0,-1-6 0 0,0 0 0 15,2 26 0-15,-2-16 0 0,0 1 0 0,0 2 0 16,0-13 0-16,1 24 0 0,-1-24 0 0,0 0 0 0,4 30 0 0,-4-30 0 16,0 0 0-16,0 0 0 0,0 0 0 0,0 0 0 15,0 0 0-15,0 0 0 0,0 0 0 16,0 0 0-16,30-12 0 0,-26 1 0 0,0 1 0 0,0 1 0 16,0 1 0-16,-2 2 0 0,0 3 0 0,-1 1 0 15,1 0 0-15,-2 4 0 0,1 0 0 0,-1 3 0 16,0-1-176-16,-1 1 176 0,-1 2-384 0,0 1 16 15,-1 1 0-15,-2 0-18112 0</inkml:trace>
  <inkml:trace contextRef="#ctx0" brushRef="#br0" timeOffset="5967.89">20370 7612 1839 0,'0'-6'160'0,"0"0"-160"15,-1 0 0-15,2 3 0 0,-1 1 640 0,-1-1 80 0,0-4 32 0,0-4 0 16,-1-1 416-16,-1-5 96 0,0 0 16 0,-1 3 0 16,1 0 320-16,-1 2 64 0,2 2 0 0,-1 3 16 15,1 0-240-15,1 3-48 0,-1 1-16 0,-1 1 0 16,2 0-256-16,-2 4-48 0,1 0-16 0,-2-1 0 15,0 4-352-15,0 1-80 0,-2 3-16 0,1 1 0 16,-1 2-224-16,-1 2-64 0,-1 7 0 0,-1 0 0 16,0 3-80-16,-1 3-32 0,-1 8 0 0,-2 5 0 15,1 5 176-15,-1 3 48 0,0 6 0 0,0 3 0 0,-1 7-64 16,1 6-16-16,-1 5 0 0,-1 1 0 16,1 0 16-16,-1 4 0 0,2-1 0 0,0-1 0 0,0-5-160 0,-2-1-16 15,0-1-16-15,1-5 0 16,1-7 272-16,-1-2 64 0,-1-3 16 0,-1-4 0 15,2-1-64-15,-1-5-16 0,1-1 0 0,1-3 0 0,-1-5-96 0,0 1-32 16,-1-1 0-16,-1 0 0 0,1-1 96 0,0 0 16 16,0 1 0-16,0-1 0 0,1 1-176 0,1-2-48 15,1 3 0-15,1-3 0 0,1 0-208 16,0-2 176-16,2 0-176 0,1-3 160 0,2-2-160 0,0-1 0 0,2 1 0 16,2-3 0-16,0-5 0 0,0 0 0 15,1-18 0-15,1 30 0 0,-1-30 0 0,0 0 0 16,3 33 0-16,-3-33 0 0,0 0 0 0,4 38 0 15,-4-38 0-15,1 27 0 0,-1-27 0 0,0 28 0 16,0-28 0-16,-1 28 0 0,1-28 0 0,-3 28 0 0,1-16 0 16,1 2 0-16,-1 1 0 0,-1-1 0 15,1-2 0-15,-1 0 0 0,1-1 0 0,0-1 0 16,0-2 0-16,-1 0 0 0,0 0 0 0,0-4 0 16,1 1 0-16,0-1 0 0,0-1 0 0,0 0 0 0,0-1 0 0,1-1 0 15,0 1 0-15,0 0 0 0,1 0 0 0,-1 1 0 0,-1 2 0 0,0-1 0 16,-1 1 0-16,0 2 0 15,1 0 0-15,-1 0 0 0,-1 0 0 0,1 0 0 16,0 1 0-16,1-2 0 0,-1 0 0 0,1-3 0 16,1 0 0-16,-1 0 0 0,0-1 0 0,2-2 0 15,0 0 0-15,-1 0 0 0,1 0 0 0,-1 0 0 16,1 0 256-16,0-2-48 0,-1 2 0 0,1 0 0 16,-1 0-208-16,1 0 0 0,-1 0 0 0,-1 2 0 15,0 1 0-15,-1-1 0 0,1 0 0 0,-2 1 0 0,0 2 0 16,0-1 0-16,-1 1 0 0,1 0 0 0,0-3 0 15,1 1 0-15,-1 1 0 0,1-3 0 0,1 3 0 16,0-3 0-16,0 0 0 0,1-1 0 0,1 0 0 0,0 2 0 16,0-2 0-16,0 0 0 0,0 1 0 0,1 1 0 0,-1-2 0 0,1 3 0 15,0-1 0-15,-1 0 0 16,1 0 0-16,0 3 0 0,-1 0 0 0,0 0 0 16,0 0 0-16,0-1 0 0,1 1 0 0,0-3 0 15,0 1 0-15,2-7-18144 0</inkml:trace>
  <inkml:trace contextRef="#ctx0" brushRef="#br0" timeOffset="7160.73">20398 7456 911 0,'3'-12'0'0,"-1"5"0"16,0 1 0-16,-2 2 0 0,0 2 288 0,-1 0-32 15,0 1 0-15,-1-1 0 0,0-2 848 0,-1-1 176 16,-3 0 16-16,0 1 16 0,-3 3 416 0,2-1 96 15,-1 2 16-15,0 0 0 0,1 0-96 0,0 0-16 16,2 2 0-16,0-2 0 0,2 0-320 0,1-2-64 16,0 2 0-16,2-3-16 0,1 1-176 0,1-2-16 15,1 1-16-15,2-2 0 0,-1 3-96 0,2-3-32 0,0 1 0 0,1 1 0 16,-1 3-144-16,2 0-16 16,-2 2-16-16,2 1 0 0,-8-3-288 0,0 0-48 15,0 0-16-15,28 43 0 0,-28-43-144 0,13 38-16 0,-13-38-16 0,11 38 0 16,-11-38-64-16,12 45-16 0,-12-45 0 0,13 48 0 15,-13-48-208-15,15 41 176 0,-15-41-176 0,0 0 160 16,28 50-160-16,-28-50 0 0,0 0 0 0,32 43 0 0,-32-43 0 0,0 0 0 16,37 36 128-16,-37-36-128 15,0 0 0-15,40 42 160 0,-40-42-160 0,0 0 160 16,32 43 112-16,-32-43 32 0,22 38 0 0,-22-38 0 0,22 47-176 0,-22-47-128 16,19 55 144-16,-19-55-144 15,18 54 0-15,-18-54 128 0,16 57-128 0,-16-57 0 16,15 53 0-16,-15-53 0 0,16 50 0 0,-16-50 0 0,17 47 0 0,-17-47 0 15,18 45 0-15,-18-45 0 0,22 43 0 0,-22-43 0 16,20 47 0-16,-20-47 0 0,22 47 0 0,-22-47 0 16,25 45 0-16,-25-45 0 0,26 45 0 0,-26-45 0 15,25 45 0-15,-25-45 0 0,25 52 0 0,-25-52 128 16,23 58-128-16,-23-58 0 0,26 58 0 0,-26-58 128 0,29 64-128 16,-29-64 0-16,34 62 144 0,-34-62-144 15,33 64 128-15,-33-64-128 0,34 67 0 0,-34-67 128 0,33 64-128 16,-33-64 0-16,32 61 0 0,-32-61 0 15,30 58 0-15,-30-58 0 0,30 54 0 0,-30-54 0 0,29 52 0 0,-29-52 0 16,31 48 0-16,-31-48 0 16,27 42 0-16,-27-42 0 0,30 46 0 0,-30-46 0 15,33 51 0-15,-33-51 0 0,35 53 0 0,-35-53 0 0,35 49 0 16,-35-49 0-16,33 53 0 0,-33-53 0 16,31 52 0-16,-31-52 0 0,28 52 0 0,-28-52 0 0,24 47 0 15,-24-47 0-15,23 47 0 0,-23-47 0 0,21 44 0 0,-21-44 0 0,20 43 0 0,-20-43 0 16,17 37 0-1,-17-37 0-15,0 0 0 0,22 47 0 0,-22-47 0 0,0 0 0 16,17 39 0-16,-17-39 0 0,0 0 0 0,13 37 0 16,-13-37 0-16,0 0 0 0,9 38 0 0,-9-38 0 15,0 0 0-15,9 38 0 0,-9-38 128 0,0 0-128 0,9 44 128 16,-9-44 0-16,0 0 0 0,11 47 0 0,-11-47 112 16,0 0 16-16,13 38 0 0,-13-38 0 0,0 0-256 0,0 0 176 15,20 39-176-15,-20-39 160 0,0 0-160 0,0 0 160 16,0 0-160-16,0 0 160 0,30 34-16 0,-30-34 0 0,0 0 0 0,0 0 0 15,0 0-144-15,27 37 192 16,-27-37-192-16,0 0 192 0,0 0-48 0,0 0 0 0,24 38 0 0,-24-38 0 16,0 0-144-16,0 0 0 0,25 43 0 0,-25-43 128 15,0 0-128-15,0 0 0 0,0 0 0 0,28 38 0 16,-28-38 0-16,0 0 0 0,0 0 0 0,0 0 0 16,0 0 0-16,0 0 0 0,0 0 0 0,0 0 0 15,35 19 0-15,-33-19 0 0,-1 0 0 0,0 0 0 16,0 0 0-16,-1 2 0 0,1-1 0 0,-1 1 0 15,1-2 0-15,-1 2-144 0,0-1 144 16,0 1-160-16,0 1-176 0,-1-2-48 16,0 2 0-16,-1-1 0 15,1 0-256-15,-1 1-64 0</inkml:trace>
  <inkml:trace contextRef="#ctx0" brushRef="#br0" timeOffset="8182.72">19709 9844 10127 0,'0'-5'896'0,"-1"2"-704"0,1 1-192 0,0 0 0 15,0 0 0-15,-1 1 192 0,0-4-192 0,-1-1 192 16,-1-3 416-16,0-1 96 0,0 2 0 0,1 0 16 0,-1 2 32 0,1 1 0 16,0 3 0-16,0 0 0 15,0 2 240-15,0 0 48 0,-1 2 16 0,-1-1 0 16,1 0-16-16,0 2 0 0,-1 1 0 0,0 0 0 15,1 0-144-15,-1 1-48 0,-1 1 0 0,2 2 0 0,-1-1-384 0,0 4-80 16,0 0 0-16,2 2-16 0,-3 6 32 0,1 0 16 16,1 5 0-16,-1 2 0 15,-1 0 48-15,2 0 16 0,-2 0 0 0,1 2 0 16,0-1-80-16,-1 2-16 0,-1 1 0 0,1-4 0 0,0-2-224 16,0-5-160-16,1 2 192 0,-1-5-192 0,1 1 144 0,-1-2-144 15,1-1 0-15,0-2 144 0,0-1 224 0,0-1 32 16,1-1 16-16,2-1 0 0,-1-1-32 0,0 0-16 0,1-3 0 0,0 2 0 15,1-1-240-15,1 1-128 0,-1-1 128 16,0-1-128-16,1 2 0 0,0-1 0 16,0 1 0-16,-1-1 0 0,1-1 0 0,0-1 0 15,-1 0 0-15,1-1 0 0,0-1 0 0,1-2 0 16,1-2 0-16,0-2 0 0,1-3 0 0,1-2 0 16,2-2 0-16,0-5 0 0,1 0 0 0,0-3 0 15,0-1 0-15,-1-2 0 0,2-3 0 0,-1 0 0 16,1-2 0-16,-2 0 0 0,0-1 0 0,0-2 0 0,-2 3 0 0,-1-3 0 15,0 0 0-15,-2 1 0 0,0-1 0 0,-2 2 0 16,1 3 0-16,-2 2 0 0,1 5 0 0,-2 2 0 16,0 4 0-16,-1 1 128 0,0 3-128 15,0 1 0-15,0 3 0 0,1 0 0 0,-1 3 0 0,0 1 128 0,1 1 144 16,1 0 48-16,-1 1 0 0,1 1 0 16,0-1 0-16,0 1 0 0,0 1 0 0,1 1 0 15,-1-4-320-15,1 4 0 0,0 2 0 0,0-2 0 16,0 3 0-16,0 0 0 0,0 3 0 0,-1 2 0 15,1-12 0-15,-1 26 0 0,0-9 0 0,0 4 0 0,-1 0 144 0,-2 3-144 16,0 2 0-16,-1 5 144 16,-2-1-144-16,-1 4 0 0,-1 1 0 0,0 1 128 15,0-3-128-15,-1 0 0 0,0-2 0 0,3-2 0 0,1-6 0 0,1-1 0 16</inkml:trace>
  <inkml:trace contextRef="#ctx0" brushRef="#br0" timeOffset="15406.54">9558 11482 10127 0,'-1'-2'896'0,"0"1"-704"0,0-1-192 0,1 0 0 16,-1 1 816-16,0-1 128 0,0-2 16 0,-1-1 16 16,-1-2 752-16,-1 0 128 0,2 3 48 0,-1 1 0 15,2 0-496-15,0 3-112 0,0 1-16 0,1 3 0 0,0 1-320 0,1 4-80 16,0 3-16-16,0 2 0 0,2 5-288 0,0 2-48 15,0 3-16-15,0 2 0 0,-1 0-160 0,2 6-32 16,1 8-16-16,-1 2 0 16,0 3-112-16,-1-2 0 0,-1-3-16 0,-1 0 0 0,-1-2-48 0,-1-6-128 15,1-4 192-15,0-5-64 0,0-4-128 0,1-2 192 16,0-3-192-16,1-2 192 0,0-3 16 0,0-3 16 16,1-1 0-16,-1-2 0 0,0-3 64 0,0 0 16 15,1-2 0-15,0-2 0 0,0-1-304 0,-1-2 0 16,0-3 128-16,-1-1-128 0,1 1 0 0,-2 1 0 0,0-1 0 15,-1-2-144 1,-1 3-1136-16,0 2-208 0,0-1-48 0,-2 1-16 16,-1 0-336-16,2 2-64 0,-2 0-16 0,0 2 0 15,1 0 1168-15,-1 0 224 0,1 1 64 0,1-1 0 0,-1 1 512 0,1 2 0 0,1-1 0 0,0 0 0 16,1 1 704-16,-1-3 32 0,1 1 16 0,1-1 0 16,0 1 464-16,0-2 112 0,1 1 16 0,1-2 0 15,-1 1-352-15,2-1-64 0,1 0-16 0,1-2 0 16,2 0-336-16,0-5-64 0,3 2 0 0,0 1-16 15,1 0-64-15,0-1-16 0,1 3 0 0,0-2 0 16,-1 2-160-16,1 2-16 0,1 0-16 0,-13 5 0 16,0 0-224-16,38-2 144 0,-38 2-144 0,0 0 128 0,0 0-128 0,39 23 0 15,-39-23 0-15,0 0 0 0,15 31 0 0,-14-17 0 16,-1-2 0-16,-3 1 0 16,0 1 0-16,-3-2 0 0,1 1 0 0,-2-3 0 0,0 1 0 0,-2-1 0 15,2 0 0-15,-1-3 0 0,-2 2 0 0,0-1 0 16,-2 1 0-16,0-2 0 0,1 0 256 0,0 0-48 15,0-2 0-15,2 0 0 0,2-1 144 0,0-1 32 16,4-1 0-16,-1-2 0 0,3-2-384 0,0-1 0 16,2-1 0-16,1-1 0 15,1 2-512-15,3-3-64 0</inkml:trace>
  <inkml:trace contextRef="#ctx0" brushRef="#br0" timeOffset="15923.96">9998 11885 18431 0,'0'-2'1632'0,"0"1"-1312"0,0 1-320 0,1-2 0 15,-1 1 192-15,1 0-16 0,0-1-16 0,0-1 0 16,3-2 928-16,0-2 192 0,1-2 48 0,1-1 0 16,-1 1-544-16,0 2-96 0,-2-3-32 0,-1 3 0 15,-2-2-464-15,0 0-192 0,-1 1 176 0,-3 1-176 16,0-1 128-16,0 2-128 15,-2-1 0-15,-1 4 0 0,-1 1 464 0,0 0 0 0,-2 4 0 0,-1-2 0 0,-1 2 304 0,2 1 64 16,1 4 16-16,0 2 0 0,0 3 48 0,2-1 0 16,-1 4 0-16,1 0 0 0,1 2-544 0,1-2-96 15,0-1-32-15,1 1 0 0,1 1-224 0,1-1 0 16,1-1 0-16,1-2 0 0,1-2 0 0,2-2 0 16,0 0 0-16,1-4 0 0,3-3 0 0,0-2 0 15,0-2 0-15,3-3 0 16,0 0 0-16,0-4 0 0,1 0 0 0,0 1 0 0,0-3 0 0,-1 0 0 0,0-2 192 15,0 0-48-15,-1 2 144 0,-1-3 32 16,1-1 0-16,-1 2 0 0,-3 4-320 0,0-2 128 0,-1 1-128 16,-1 1 0-16,-1 2 128 0,-1 2-128 0,0 1 0 0,-2 3 0 15,-1 4 192-15,-1 0 0 0,0 5-16 0,-2 1 0 16,0 3 80-16,1 1 32 16,-1 2 0-16,2-1 0 0,1 0-144 0,2 0-16 0,0-1-128 0,3-1 192 15,0-4 0-15,1 1-16 0,-4-8 0 0,0 0 0 16,0 0 16-16,0 0 0 0,44 20 0 0,-44-20 0 15,0 0-32-15,0 0 0 0,40-4 0 0,-40 4 0 16,0 0-160-16,0 0 0 0,38-8 144 0,-38 8-144 16,0 0 0-16,0 0 0 0,0 0 0 0,42-2 0 15,-42 2 0-15,0 0 0 0</inkml:trace>
  <inkml:trace contextRef="#ctx0" brushRef="#br0" timeOffset="16587.41">10411 11807 23039 0,'-2'0'2048'0,"1"-1"-1648"0,2 1-400 0,-1-2 0 0,1 2 1280 0,-1-1 192 16,1 0 16-16,1 1 16 0,1-4 192 0,0 1 32 16,-1 0 16-16,2 1 0 0,-1 0-1280 0,0-1-256 15,-1-1-48-15,0 1-16 0,-1 1-144 0,0-1 0 16,-1-2 0-16,-1 2 0 0,-1 0 0 0,0-2 0 15,-1 0 0-15,-2 0 0 0,1 0 0 0,0 1 0 0,-2 0 0 0,0 0 0 16,-2 0 208-16,0 0-32 0,1 1-16 0,0 3 0 16,0 2 176-16,0-1 48 15,1 3 0-15,-2 0 0 16,3 2-208-16,-2-2-48 0,2 3 0 0,0-2 0 0,0 2-128 0,1-1 0 16,0 0 0-16,0 0 0 0,1 0 0 0,2 1 0 0,-2-2 0 0,1 2 0 31,0-2 0-31,0 2 0 0,1-3 0 0,0 2 0 15,1 0 0-15,0 1 128 0,1 0-128 0,-1 1 0 16,2 1 352-16,-1-2-16 0,1 3 0 0,0-1 0 0,1 1-80 16,-2-1-32-16,1-2 0 0,1 0 0 0,0-2-96 15,1 0-128-15,-4-5 176 0,0 0-176 0,0 0 0 0,0 0 0 16,0 0 0-16,34-10 0 0,-27 3 0 0,0-4 0 16,-1 1 0-16,2-4 0 0,0-3 0 0,0-2 0 15,2-2 0-15,-2 0 0 0,-1 1 0 0,-1-3 0 16,1-3 0-16,-2-1 0 0,0-3 0 0,-2-1 0 15,0 0 0-15,-1 1 0 16,0-2-288-16,-2-1-16 0,0 2 0 16,-1 1 0-16,0 4-512 0,-1 2-96 15,0 2-32-15,0 2 0 0,-1 3 544 0,0 2 96 0,0 1 32 16,0 0 0-16,-1 2 272 16,1 0 0-16,0 2 0 15,0 2 0-15,1 0 512 16,0 2 64-16,1 0 16 0,-1 0 0 15,0-2 32-15,0 3 0 0,1-2 0 0,-1 1 0 0,1 2-288 0,0 0-48 0,0 2-16 0,1 2 0 0,1 2-80 0,0 2 0 0,1 6-16 0,-1 4 0 16,2 5-176-16,2 6 128 0,1 10-128 0,2 5 128 0,-3-8-128 0,3 7 0 0,0 11 0 0,1 4 0 16,0 1 0-16,-2-5 0 0,0-3 0 0,-1-7 0 0,2-4 128 15,-1-10-128-15,-7-26 0 0,13 38 128 0,-13-38-128 0,0 0 128 16,18 33-128-16,-18-33 128 0,0 0-128 0,0 0 0 16,0 0 144-16,39 31-144 0,-39-31 0 0,0 0 0 15,0 0 0-15,0 0 0 0,0 0-208 0</inkml:trace>
  <inkml:trace contextRef="#ctx0" brushRef="#br0" timeOffset="20360.29">10837 11862 18431 0,'0'-1'1632'0,"1"-2"-1312"0,0 2-320 0,-1 1 0 15,1 0 1152-15,-1 0 144 16,1 0 48-16,-1 2 0 0,1 3 432 0,-1 1 80 0,-1 4 32 0,-2 4 0 0,-3 5-880 0,-1 0-176 16,-2 5-48-16,0-3 0 15,-1 0-528-15,1-1-128 0,-1-4 0 0,1-2-128 16,0-2 0-16</inkml:trace>
  <inkml:trace contextRef="#ctx0" brushRef="#br0" timeOffset="21042.62">11578 11522 17503 0,'1'-2'1552'0,"0"-1"-1232"0,0-1-320 0,0 3 0 16,-1-2 704-16,1 0 96 0,1-3 16 0,1-3 0 16,0-2 928-16,0 1 192 0,-2 0 48 0,-3 3 0 15,0 0-928-15,-4 5-176 0,0 2-48 0,-4 2 0 0,-3 5-256 0,-5 3-64 16,-2 4-16-16,-1 5 0 16,-3 0-240-16,-1 4-64 0,-1 3 0 0,1 1 0 15,3-4-192-15,-1 1 0 0,3 2 128 0,3-4-128 16,3-1 0-16,5-2 0 0,3-3 128 0,3-4-128 0,3-1 224 0,2-5 0 15,2 0 0-15,4-3 0 16,-8-3-224-16,0 0 0 0,40-2 0 0,-23 0 0 0,3-3 0 16,0 2 0-16,1 1 0 0,-21 2 0 0,39-2 0 0,-39 2 0 15,38 0 0-15,-38 0 0 0,0 0 160 0,42 12 32 16,-42-12 16-16,0 0 0 0,0 0-80 0,0 0 0 0,24 40-128 16,-26-30 192-16,-1 1 112 0,-4 1 16 15,-1 0 0-15,-3-2 0 0,0 4 192 0,-2-3 64 16,-2 1 0-16,0-2 0 0,1-2-384 0,2-2-64 15,2 1 0-15,2-6-128 0,2 1 0 0,3-2 0 0,3 0 0 16,1-3 0-16,2 3-128 0,2-4-96 0,3 1-16 0,1 1 0 16,2-3-1728-16,1 0-336 0,1 1-80 0,3-4-7408 15,3-1-1472-15</inkml:trace>
  <inkml:trace contextRef="#ctx0" brushRef="#br0" timeOffset="21839.08">11582 11864 1551 0,'68'-50'0'0,"-64"47"128"0,-3 3-128 0,0-2 0 0,1 0 0 0,2-2 0 15,5-5 2816-15,3-5 512 0,2-1 128 0,-1 0 0 0,-4 1-16 0,-3 6-16 16,-2 1 0-16,-4 5 0 0,-3 2-928 0,-1 5-176 15,-2 1-32-15,-1 4-16 0,-2 2-1184 16,2 1-224-16,-2 2-48 0,2 2-16 16,2-2-480-16,2-1-112 0,2-2-16 0,3-3 0 15,-1 0-192-15,3-1 0 0,2-4 0 0,0-1 0 16,-6-3 0-16,0 0 0 0,0 0 0 0,38-7 0 16,-27 0 0-16,1 0 0 0,0-3 0 0,0-2 0 15,-2-2 0-15,0-2 0 0,-2-1 0 0,-1 2 0 0,-2 4-128 16,-2-2 128-16,-1 1 0 0,-2 1 0 0,0 1 0 0,-2 2 0 15,-2 0 0-15,-5 1 0 16,2 2 0-16,-2 2 0 0,-3 1 0 0,-1 1 0 0,0 2 0 16,-2 2 0-16,-1 2 0 0,1 1 0 0,1 2 0 0,0-2 0 15,2 2 0-15,2-3 0 0,2 2 0 0,1-1 128 0,3-2-128 0,3 0 0 16,1-2 0-16,1 0 0 0,3-2 0 0,2-2 0 16,3 0 0-1,0-3 0-15,3-1 0 0,0-2 0 0,1-1 336 0,2 0 80 16,0-2 16-16,-1 0 0 0,0 1-256 0,-1-2-48 0,0 1-128 0,0-1 192 15,0 2-192-15,0-2 128 0,-1 2-128 16,0 1 0-16,-1 1 0 0,-1 2 0 16,0 1 0-16,-1 3 0 0,-2 0 0 0,0 2 0 15,-3 0 0-15,1 3 0 0,-1 1 0 0,-2 3 0 0,-1 0 0 16,0 2 0-16,-1 2 0 0,-2 2 0 0,0 1 0 0,-1 0 0 16,0 0 0-16,1 1 0 0,-1-3 0 15,3-1 0-15,-1-3 0 0,1-3 0 0,1 0 0 16,-1-1 0-16,1-3 0 0,0 0 0 0,1-2 0 0,-1 0 0 15,1-3 0-15,0-1 128 0,1 1-128 0,-1-2 0 16,2-3 0-16,-1-1 0 0,1 0 0 0,-1 1 0 16,2 0 0-16,0-3 0 0,1 1 0 0,-1 2 0 15,-2 3 0-15,2-1 0 0,2 0 0 0,-1-1 0 16,1 2 0-16,-1 0 0 0,1 0 0 0,-1 0 0 16,0 3 0-16,-3 0 0 0,2 0 0 0,-2 3 0 15,0-2 0-15,0 2 0 0,-1 2 0 0,0 3 0 16,0-1 0-16,0 2 0 0,-1 3 0 0,0-1 0 15,0 0 0-15,-1 2 0 0,0-1 0 0,1 1 0 16,-1 0 0-16,0 1 0 0,0-2 0 0,1 0 0 0,0-1 0 16,-1-1 0-16,0-1 0 0,0 0 0 0,0-1 0 0,-1 0 0 15,2-3 0-15,-1 0 0 0,0-2 0 16,1 0 0-16,0 0 0 0,1-3 0 0,0-1 0 0,0-1 0 16,3-3 0-16,0-2 0 0,0-1 0 0,1-2 0 15,-1 1 0-15,1-1 0 0,0-2-208 0,2-2 16 16,-1 0 0-16,1 2 0 15,-2 2-192-15,2 1-48 0,-1 3 0 0,-1 4 0 0,-1 1 432 0,-1 4 0 16,0 2 0-16,-2 2 0 0,1 4 0 0,-2 1 0 0,0 2 0 16,-1 1 0-16,0 0 288 0,-1 2-16 15,-1 4 0-15,-1 2 0 0,2 0-64 0,-2-2-16 0,1 0 0 16,0-2 0-16,2-2-192 0,1-2 144 0,2-5-144 0,1-2 128 16,0-3-128-16,2-2 0 0</inkml:trace>
  <inkml:trace contextRef="#ctx0" brushRef="#br0" timeOffset="22200.21">12280 11650 14735 0,'-4'-1'1312'0,"2"1"-1056"16,1 0-256-16,1-1 0 0,0 1 3008 0,1 0 528 15,1-2 112-15,1-1 32 0,2 0-1056 0,2-1-224 16,2-1-32-16,1-2-16 0,2 2-1680 15,-1 0-336-15,0 1-64 0,1-1-16 0,-2 0-256 16,0 1 0-16,1-1 0 0,-2 0 0 0,-1 0 0 0,-1 0 0 16,-2 1 0-16,0-4-144 0,-2 4 144 0,-2-3 0 15,0 1 0-15,-1 0 0 0,-1 0 128 0,0 0-128 0,-2-1 128 0,-2 2-128 16,2 0 0-16,-3 1 144 16,0-1-144-16,-2 3 0 0,0 1 128 0,-3 1-128 0,-2 6 0 0,1 0 0 15,-2 6 0-15,1 0 0 16,1 3 0-16,3 2 0 0,1 3 0 0,1 0 0 0,4 1 0 15,-1 2 0-15,2 1 256 0,1-2 64 0,2 1 0 16,-1-23 0-16,8 31 256 0,-8-31 48 0,0 0 16 0,0 0 0 16,39 16-160-16,-24-19-32 0,2-5 0 0,1-2 0 15,-1-1-256-15,1-4-64 0,-2-1-128 0,-1 1-19024 16</inkml:trace>
  <inkml:trace contextRef="#ctx0" brushRef="#br0" timeOffset="23029.74">12951 11589 25791 0,'-4'-1'1152'0,"2"1"224"0,1 0-1104 0,0 0-272 15,0-2 0-15,1 2 0 0,0 0 1216 0,0 0 192 16,0 0 48-16,-1 0 0 0,2 0-192 0,-1 0-48 15,1-1 0-15,0-2 0 0,1 0-960 0,1-3-256 0,-1-2 0 16,1-1 0-16,0-1 0 0,-1-1 0 16,-1-2 0-16,-1 1 0 0,-2 0 0 0,-1 1 0 15,-3 1 0-15,0 3 0 0,-1 2 0 0,-2 3 0 16,0 4 0-16,-2 3 0 0,1 4 0 0,-2 1 0 0,-1 4 0 0,1 3 0 16,1 1 0-16,1 2 0 15,2 3 0-15,0-2 0 0,2 3 192 0,0 2-16 0,3 3 0 0,0-1 0 16,2-7 144-16,2-3 16 0,-1-18 16 0,0 0 0 15,0 0 32-15,0 0 16 0,0 0 0 0,44 16 0 16,-33-25-144-16,1-3-48 0,1-3 0 0,0-1 0 16,-1-3-32-16,0-3-16 0,0 1 0 0,-2-1 0 15,0 0-160-15,-2 1 0 0,0 1 0 0,-3 3 0 16,0 3 0-16,-1 0 0 0,-2 4 0 0,-1 4 0 16,0 3 0-16,-1 3 0 0,-1 3 0 0,1 3 0 0,-1 4 0 15,0 2 0-15,-1 2 0 0,-1 2 0 0,2 1 192 16,0-2-64-16,0 1 0 0,1 0 0 0,0 1-128 0,0-3 192 15,2-2-192-15,0-2 192 0,2-3-64 0,-1-3 0 16,2-1 0-16,1-5 0 0,-1-1-128 16,1-2 0-16,0-3 0 0,1-3 128 0,1-3-128 0,0 1 0 15,0-2 0-15,1-2 0 0,2-3 0 16,0-3 0-16,1 2 0 0,-2-2 0 0,0 3 0 0,0 1 0 16,0 0 0-16,0 5 0 0,-1 2 0 0,-1 5 0 15,1 0-176-15,-3 5 176 0,1-1 0 0,-1 6 0 16,-6-3 0-16,0 0-128 0,0 0 128 0,23 36 0 0,-23-36 0 0,9 35 0 15,-9-35 0-15,8 38 0 0,-5-17 0 16,-2 1 0-16,0-4 0 0,-1 1 0 0,1-2 0 16,-1-1 0-16,1-3 0 0,-1-2 0 15,1-1 0-15,-1-5 0 0,-1 2 0 0,1-5 0 16,-1-2 0-16,1-2 0 0,-1-1 0 0,1-4 0 0,0 0 0 0,0-4 0 16,1-1 0-16,0-3 0 15,1-2 0-15,0-1 0 0,1-4 0 0,1 1 0 0,-1-2 0 0,2 1 0 16,0 1 0-16,1 5 0 0,1 1 0 0,-1 5 0 15,0 3 0-15,1 1 0 0,-1 5 0 0,0 1 0 16,0 2-304-16,-2 3-80 0,-4-5 0 0,0 0-17552 16</inkml:trace>
  <inkml:trace contextRef="#ctx0" brushRef="#br0" timeOffset="23335.41">13349 11543 22111 0,'2'-1'976'0,"0"0"208"0,0-1-944 0,0 1-240 16,-1 1 0-16,0 0 0 0,1 0 2176 15,1-2 384-15,2 2 64 0,2-1 32 0,1 0-544 0,1-3-128 16,0 1 0-16,-1 0-16 0,2 1-1328 0,-1-3-256 16,0-2-48-16,0 1-16 0,0-1-320 0,-1-1 0 15,1-1 0-15,-1-1 128 0,-1 0-128 0,2 1 0 16,-4-2 0-16,-1 1 0 0,-1 0 0 0,-3 0 0 0,-2 2 0 0,-1 0 0 16,-2-1 0-16,-1 4 0 15,-2-3 0-15,-2 6 0 0,2 0 0 0,0 3 0 0,-2 2 0 16,0 6 0-16,0 2 0 0,1 3 0 0,0 2 0 0,1 4-128 15,2-2 128-15,0 4 0 16,-1 0 0-16,1 1 0 0,1 1 0 16,2-3 0-16,0-2 0 0,1-4 0 0,3-1 224 0,1-3 32 15,-2-11 0-15,0 0 0 0,0 0-112 0,0 0-16 0,0 0 0 0,41 12 0 16,-31-17-128-16,1-2 0 0,1-2 0 16,-1-1 0-1,0-2-352-15,0 1-48 0</inkml:trace>
  <inkml:trace contextRef="#ctx0" brushRef="#br0" timeOffset="23918.14">13742 11500 24879 0,'-2'-4'1088'0,"0"0"256"0,1 1-1088 15,1 0-256-15,1 1 0 0,-1 1 0 0,1 0 2480 0,-1-2 432 16,1-4 96-16,0-2 0 0,1-1-1376 16,0-1-288-16,1 1-48 0,0 0-16 0,0 1-896 0,-2 2-176 15,1 2-32-15,-1-2-16 0,1 3-160 0,-2 1 0 16,1-2 0-16,-2 3 128 0,-1-3-128 0,-2 3 0 15,0 1 0-15,-2-1 0 0,2 2 0 0,-4 0 0 16,1 0 128-16,-2 0-128 0,-1 2 0 0,0-1 0 16,1 2 0-16,-1 2 0 0,2-1 0 0,1 3 0 15,-1 2 0-15,1-2 0 0,1 3 0 0,0 0 0 0,0 2 0 16,1 1 0-16,1-1 0 0,-1 2 0 0,3-1 0 16,-1 1 0-16,2-3 0 0,1 2 0 15,1 0 128-15,-1-13-128 0,0 0 0 0,0 0 0 0,17 33 0 16,-17-33 0-16,0 0 0 0,0 0 0 0,0 0 0 15,38 0 0-15,-30-4 0 0,0-3 0 0,1 0 0 0,-1-3 0 16,1 0 0-16,0-1 128 0,0-1-128 0,-2 0 128 16,1 1-128-16,-1-1 128 0,0 0-128 15,0 0 128-15,-2 1-128 0,-2 0 0 0,0 4 0 0,-1-2 0 16,0 4 0-16,-2 0 0 0,0 3 0 0,0 2 0 16,-1 2 0-16,0 1 0 0,0 4 0 0,0-2 0 0,1 4 0 0,-1 1 0 15,2-1 0-15,-1 0 0 16,2 3 160-16,-1-1-160 0,-1-11 192 0,0 0-192 15,9 32 288-15,-9-32-48 0,0 0-16 0,0 0 0 0,0 0-32 0,0 0 0 16,37 26 0-16,-37-26 0 0,0 0-192 0,0 0 0 16,32-3 0-16,-26 0 0 0,0 0 0 0,-2-2 0 15,2 0 0-15,-1 3-19360 16</inkml:trace>
  <inkml:trace contextRef="#ctx0" brushRef="#br0" timeOffset="42893.81">14357 11394 1839 0,'0'0'160'0,"0"0"-160"16,1 0 0-16,-1 0 0 0,0 0 768 0,0 0 112 16,0 0 16-16,1 0 16 0,0 0 560 0,-1 0 96 15,1 0 32-15,0 0 0 0,0 0 192 0,0 0 32 16,0 0 16-16,0-2 0 0,0 0-128 0,1-1-32 0,0 0 0 0,0 1 0 15,0-4-464-15,0 2-112 16,0-2-16-16,0 1 0 0,0-2-432 0,-1-1-80 16,1 0-32-16,-2 0 0 0,1-1-336 0,-2 1-64 0,0 1-16 0,-2 0 0 15,0 0-128-15,-2 3 0 0,0 1 0 0,-1 0 0 0,-2 1 0 0,-3 2 0 16,1 3 0-16,0 4 0 16,0 0 128-16,-1 1-128 0,1 3 128 0,0-1-128 15,2 4 256-15,-1-2-48 0,3 2 0 0,1 1 0 16,1-2-80-16,1 0-128 0,1-2 176 0,0 1-176 15,1-3 960-15,0 0 64 0,1-1 32 0,0-1 0 16,1 0-800-16,1-2-256 0,-1 2 128 0,1-3-128 31,0 1-640-31,-1 0-176 0,0-1-32 0,1 2-16 0,1-3 992 0,-1 1 208 0,1 1 48 0,0-1 0 16,-1 1-192-16,2 0-48 0,0-1 0 0,-1-1 0 0,1 1-144 16,1-1 0-16,-1-1 0 0,1 0 128 15,1-2-128-15,0 0 0 0,1-2 0 0,-1-2 0 0,2-1 0 16,-2 0 0-16,1-5 0 0,1 1 0 0,-1 0 0 15,0-3 0-15,-2 0 0 0,1 0 0 0,-1 0 0 0,-2-2 0 16,-1 0 0-16,-1 2 0 0,1 0 0 0,-2 0 0 16,0 5 0-16,0 1 0 0,0 1 0 0,-1 4 0 0,1 1 0 0,0 1 0 15,0 1 0-15,1 1 0 16,0 0 0-16,0 2 0 0,1 0 0 0,-1 2 0 16,-1-7 0-16,0 0 0 0,0 0 0 0,0 0 0 0,26 38 0 0,-26-38 0 15,0 0 640-15,0 0 128 0,0 0 48 0,43 22 0 16,-43-22-368-16,0 0-80 0,0 0-16 0,39 4 0 15,-30-4-208-15,-1 0-144 16,-1-2 192-16,-1 2-192 0,-2-2 0 0,0 1 0 0,0 1 0 0,-2-2 0 0,-1 2-192 0</inkml:trace>
  <inkml:trace contextRef="#ctx0" brushRef="#br0" timeOffset="43435.91">13925 11354 4607 0,'3'-3'400'0,"0"1"-400"16,-1-1 0-16,-2 3 0 0,1-2 560 0,1 1 16 16,2-2 16-16,1-4 0 0,1 2 880 0,0-2 160 15,-2 3 32-15,0 0 16 0,-2 2 160 0,-1 0 16 0,-1 2 16 0,0 2 0 16,-2 0 32-16,-1 2 0 0,-2 0 0 0,-1 3 0 15,-2 0-496-15,-2 2-80 0,-1 2-32 0,-1 2 0 16,0-1-592-16,0 0-128 0,0 0-32 0,1-1 0 16,2-3-320-16,1 2-64 0,2-3-16 0,1-1 0 15,3 1-144-15,0-2 0 0,3-2 0 0,2 1 0 16,1 1 0-16,0-4 0 0,2 2 0 0,1-2 0 16,3 1 0-16,0 0 0 0,-10-2 0 0,0 0 0 15,37 5 0-15,-37-5 160 0,0 0 16 0,39 16 0 16,-39-16 80-16,0 0 32 0,0 0 0 0,0 0 0 15,26 42-288-15,-30-31 0 0,-2 1 0 0,-2 0 0 0,0-1 128 0,-3 1-128 16,-2 2 0-16,-2-2 0 0,-1-1 0 0,2-2 0 16,3-3 0-16,1-3-10320 15,3-3-2176-15</inkml:trace>
  <inkml:trace contextRef="#ctx0" brushRef="#br0" timeOffset="44112.56">14622 11432 1839 0,'1'-10'160'0,"-1"6"-160"0,1-1 0 0,-1 0 0 0,1 3 1984 0,0-2 352 0,0 1 80 0,1-4 16 16,1-3 480-16,1-4 96 0,0 0 32 0,1 0 0 15,-2 2-480-15,3 1-80 0,0 0-32 0,-1 0 0 16,1 3-1040-16,0-1-192 15,1 1-64-15,-1 4 0 0,0-1-752 0,0 3-144 16,0 2-48-16,0 3 0 16,-6-3-208-16,0 0 0 0,0 0 0 0,25 44 0 0,-25-44 0 0,12 43 0 15,-12-43 0-15,8 55 0 0,-6-27 0 0,-2 0 0 16,0-4 0-16,-2 0 0 0,0-7 0 0,0-1 0 16,-1-2 0-16,2-2 0 15,-1-5 0 1,0-2 0-16,1-2 0 0,1-3 0 0,0-1 480 0,0-4 48 0,0-1 16 0,1-3 0 15,1-2 128 1,0-4 32-16,1-3 0 0,2-2 0 16,0-3-384-16,1-2-64 15,0-2 0-15,0 1-16 0,0 0-240 0,-1 0 0 16,1 2 0-16,-1 1 0 0,1 5 0 16,0 3 0-16,2 3 0 15,-2 2 0 16,0 6 0-31,-1 2 0 0,1 4 0 0,-1 2 0 0,-5-4 0 0,0 0-208 0,13 40 32 0,-13-40-17712 0</inkml:trace>
  <inkml:trace contextRef="#ctx0" brushRef="#br0" timeOffset="44369.32">14964 11456 22111 0,'3'-5'976'0,"-2"2"208"0,0 0-944 0,1 0-240 0,0 1 0 0,0 1 0 16,2-1 2256-16,0-1 416 0,5-1 80 0,3-4 0 16,2 4-1136-16,0-4-224 0,-1 0-48 0,0 2-16 0,-1-1-1072 0,-1 0-256 0,-2 0 0 0,-2 0 0 31,1-2 0-31,-4 1 0 0,-2 1 0 0,-2 0 0 15,-3 0-256-15,-1 0 64 0,-4 0 0 0,-3-1 0 16,-1 2 32-16,-3 1 16 0,0 0 0 0,-1 3 0 0,1 2 144 0,0 1 0 16,0 3 0-16,1 5 0 0,3 3 0 0,2 2 0 15,2 5 0-15,0 0 0 0,3 5 176 16,1 2 16-16,3-2 0 0,0-24 0 16,5 41 112-16,-5-41 16 0,0 0 16 0,21 41 0 15,-21-41 288-15,0 0 48 0,0 0 16 0,41 17 0 0,-26-20-320 0,1 0-64 16,0-3-16-16,0-1 0 0,1-2-160 0,0-1-128 15,0 1 144-15,0-3-144 0,2 0 0 0</inkml:trace>
  <inkml:trace contextRef="#ctx0" brushRef="#br0" timeOffset="44984.62">15360 11340 13823 0,'-4'-2'608'0,"2"1"128"0,0 1-592 0,1-2-144 0,1 2 0 0,0 0 0 0,0 0 1424 0,-1 0 256 0,1 0 48 0,0 0 16 16,1 2 496-16,-1-2 80 0,1 0 32 0,1 3 0 15,0-1-640-15,-1 2-128 0,0 1-32 0,0 2 0 16,-1 3-992-16,-1 2-208 0,-1 2-32 0,-1 0-16 15,0 3-304-15,-2 0 0 0,-1-1 0 0,1 1 0 16,-1 2 0-16,2-4 0 0,-1-2 0 0,1-1 0 16,2-5 0-16,0-2 0 0,1-3 0 0,1-2 0 15,0-1 0-15,2-2 0 0,-1-3 0 0,2-2 0 16,2 0 176-16,-1-5-176 0,-1 2 160 0,2-3-160 0,0-2 256 16,1-1-64-16,0-2 0 0,-2 0 0 15,1-2-192-15,0-1 0 0,-2 3 0 0,2 0 0 16,0 5 384-16,-1 2 0 0,3 0-16 0,-1 5 0 15,2 0 208-15,-3 6 32 0,2 2 16 0,-7-1 0 0,0 0-288 0,0 0-48 16,25 48-16-16,-25-48 0 0,8 44-272 0,-8-44 0 16,4 53 0-16,-3-27 0 0,-2-2 128 0,0-2-128 15,0-2 0-15,1-3 0 0,0-5 0 0,1-2 0 16,0-2 0-16,0-2 0 0,0-2 0 0,-1-2 0 16,2-2 0-16,1-3 0 0,0 0 0 0,0-5 0 0,1-1 0 15,2-3 0-15,0-2-240 0,3-3-48 16,0 1-16-16,0-3-17600 0</inkml:trace>
  <inkml:trace contextRef="#ctx0" brushRef="#br0" timeOffset="45287.83">15653 11347 7359 0,'4'2'320'0,"-3"0"80"0,0-2-400 0,0 1 0 0,-1-1 0 0,0 2 0 16,1-2 2592-16,-1 0 432 0,0 2 96 0,0 0 16 16,0 1 976-16,-1-1 208 0,-1-1 32 0,1 1 16 15,-1 0-2432-15,-1 0-480 0,-1 3-112 0,1 0 0 16,-2-1-1024-1,0 4-192-15,1 1-128 0,-2 3 160 0,0 0-160 0,1 2 0 0,1 1 0 0,1-1 0 0,2 0 0 0,0 0 0 16,2-2 0-16,-1-12 0 16,0 0 0-16,0 0 0 0,12 36 0 0,-8-32 0 0,3-2 0 0,0-2 0 31,2-3 0-31,1-3 0 0,0-1-128 0,1-5 128 0,2 0 0 0,0-1 0 0,-2 0 0 0,-2-1 0 16,1-2 0-16,-3 1 0 15,-1 1-144-15,-4-1 144 0,-1 2 0 0,-2 0 0 0,-2 1-128 0,-4 1 128 16,-2 1 0-16,-2 1 0 0,-1 2 0 0,-1 2-128 15,1 3 128-15,-1 4 0 16,2 1 0-16,0 6 0 0,-1 0 0 0,3 3 0 16,1 3 0-16,1-1 0 0,4 1 0 15,1-2 0-15,2-13 0 0,0 0-128 0,0 0 128 0,0 0-17280 16</inkml:trace>
  <inkml:trace contextRef="#ctx0" brushRef="#br0" timeOffset="45594.16">15987 11131 22111 0,'-2'-3'976'0,"0"1"208"15,0 2-944-15,0 0-240 0,1 2 0 0,0-1 0 0,0 1 832 0,-2 1 112 16,-1 3 16-16,-1 2 16 0,-2 1-560 0,1 3-112 16,0 2-32-16,1 3 0 0,3-1-272 0,-2 3 128 15,1 0-128-15,0 5 0 0,2 0 0 0,0 0 0 16,1 1 0-16,-1-1 0 0,1-24 144 0,1 45 32 15,-1-45 0-15,5 36 0 0,-5-36 352 0,0 0 80 0,0 0 16 0,0 0 0 16,20 38-48-16,-16-36-16 0,1-2 0 0,-1-2 0 16,2 0 432-16,0-1 96 0,-1 0 0 0,0-3 16 15,0 0-736-15,1 0-160 0,0-2-16 0,-2-1-16 16,0 0-336-16,0-3-64 16,-2 1-16-16,-1-1 0 15,-1-1-1792-15,-2 1-352 0,-3-2-80 0,-2 0-16 0,0 2-880 16,-4-2-176-16</inkml:trace>
  <inkml:trace contextRef="#ctx0" brushRef="#br0" timeOffset="45747.58">15862 11270 11967 0,'-34'17'528'0,"29"-14"112"0,4-3-512 0,1 0-128 0,-1 2 0 0,-1 3 0 0,-1 3 2448 0,0 5 464 16,0 3 96-16,2 2 0 0,1-18 256 15,4 32 64-15,-4-32 0 0,0 0 0 16,0 0-1344-16,42 22-256 0,-26-26-48 0,1-2-16 0,0-5-896 0,1-2-176 16,0 0-32-16,1-2-16 0,-1 1-240 0,1-2-48 15,0 1-16-15,-1-1 0 0,-2 1-240 0,1 1 0 16,1 2 0-16,0 0-19424 0</inkml:trace>
  <inkml:trace contextRef="#ctx0" brushRef="#br0" timeOffset="46811.54">16501 11274 8287 0,'-3'-6'736'0,"1"2"-592"16,0-1-144-16,1 2 0 0,1 1 1552 0,0 0 288 0,1 0 48 16,-1-1 16-1,1-2 1488-15,-1-2 288 0,1-2 64 0,-1 1 16 0,0 2-1392 0,-1 0-288 0,0 2-48 0,-2 2-16 16,0 2-1216-16,-2 3-240 0,-1 3-48 0,-1 1-16 15,-2 5-352-15,-2 2-144 16,0 5 128-16,-1 3-128 0,0 4 0 0,-1 3 0 16,0 2 0-16,1 1 0 0,2 0 0 0,1-4 0 0,2-2 0 15,4-4 0-15,2-6 0 0,1-3 0 16,0-13 128-16,0 0-128 0,0 0 0 0,0 0 0 16,39 17 0-16,-24-25 0 0,2-3 144 0,2-3-144 0,2-2 160 0,0-3-160 0,1 2 272 0,1-5-32 15,0 1-16-15,-1-2 0 0,-1 0-224 0,0 0 0 31,-3 5 0-31,-3-2 0 0,-3 4 0 0,-1 2 0 16,-3 2 0-16,-3 2 0 0,-1 3 0 0,-2 2 0 16,-1 3 0-16,-3 2 0 0,0 2 0 0,-1 3 0 15,-2 2 0-15,-2 3 0 0,0 2 0 0,-1 4 0 16,-1 3 0-16,0 0 0 0,1 3 0 0,0-1 0 16,3 0 0-16,0-2 0 0,3-1 0 0,1-3 0 15,1-15 0-15,0 0 0 0,0 0 0 0,0 0 0 0,18 37 0 16,-11-37 0-16,2-1 0 0,0-3 0 0,2-2 0 15,0-1 0-15,2-2 0 0,0-3 0 0,2-4 0 16,-2-1 0-16,0-1 0 0,-3 0 176 0,-1 1-176 0,-4 1 160 16,-1 3-160-16,-3 0 0 0,-2 1 0 0,-3 2 0 15,-1-1 0-15,-4 4 0 0,-2-1 0 0,-1 4 0 16,-1 4 0-16,-2 0 0 0,-1 4 128 0,1 1-128 16,-2 3 0-16,0 3 0 0,1 1 0 0,2 0 0 15,2-2 0-15,0 1 0 0,4-1 0 0,0-1 0 16,2 2 0-16,3-3 0 0,2-1 0 0,2-2 0 15,3-2 0-15,2-3 0 0,2-3 0 0,2-2 0 16,2 1 0-16,1-6 0 0,1-2 0 0,2 1 0 0,0-1 0 0,0-1 0 16,2-1 0-16,-1 2 128 0,-4 1 64 0,2-1 16 15,1 0 0-15,0 0 0 16,-1 1-208-16,-3 2 0 0,-2 1 0 0,-2 3 0 0,-1 1 0 16,-2 3 0-16,-1 1 0 0,-1 0 0 0,-1 1 0 0,-2 3 0 15,1-1 0-15,-2 4 0 0,1 0 0 0,-1 1 0 16,1 1 0-16,0-1 0 0,1 1 0 0,0-1 0 15,-1-8 0-15,0 0 0 0,0 0 0 0,0 0 0 0,0 0 0 0,0 0 0 16,26 38 0-16,-26-38 0 0,0 0 0 16,0 0 0-16,0 0 0 0,0 0 128 0,0 0-128 0,39 17 0 15,-39-17 0-15,0 0 0 0,0 0 128 0,0 0-128 16,0 0 0-16,0 0 176 0,13 42-176 0,-13-32 160 16,1-3-160-16,-1 0 0 0,1 0 0 0,-1-2 0 15,2 0 0-15,1-3 0 0,0-1 128 0,0-1-128 16,-1-1 0-16,2-3 0 0,1 0 0 0,0-2 0 15,1-1 176-15,0-5 0 0,2 0 0 0,-1-2 0 16,2-2-176-16,-1-1 128 16,0 0-128-16,2-2 128 0,-2-2-128 0,1-3 0 0,0 0 0 0,-3 3 128 0,1 2-128 0,-4 7 0 15,1 3 0 1,-2 4 0 0,0 1-864-16,-1 6-160 0</inkml:trace>
  <inkml:trace contextRef="#ctx0" brushRef="#br0" timeOffset="47142.79">17043 11355 18015 0,'3'-1'384'0,"0"-1"96"0,0 1 16 0,0-1 16 15,-1 0-512-15,0 1 0 0,1-1 0 0,2 0 0 16,3-3 2912-16,3-2 480 0,1 0 80 0,2 0 32 0,-1-1-2064 0,0 2-416 16,0-2-64-16,0 2-32 0,-1 1-736 0,-1 1-192 15,0-1 0-15,-2 0 0 0,-1 2 0 0,-2-2 0 0,0 0 0 0,-2-1 0 16,0 1 0-16,-1 0 128 0,-1 0-128 0,-2-2 0 15,-1 2 0-15,-2-2 0 16,0 3 128-16,-1-2-128 0,-1 3 0 0,-2 0 0 0,0-2 0 0,-3 2 128 16,1 1 32-16,-1 1 0 15,1 1 0-15,1 3 0 0,0 2 64 0,1 1 16 0,0 3 0 0,1 2 0 16,0 2 0-16,1 3 0 16,-1-1 0-16,1 1 0 0,2 3 176 0,0-1 32 15,3-18 16-15,-1 35 0 0,1-35 16 0,0 0 0 0,7 37 0 0,-7-37 0 0,0 0-208 0,0 0-32 16,0 0-16-16,44 19 0 0,-32-20-224 0,2-3 0 15,2-3 128-15,0 0-128 16,-3-3 0-16,2 1 0 0,-1 2 0 0,1-3-18176 0</inkml:trace>
  <inkml:trace contextRef="#ctx0" brushRef="#br0" timeOffset="47647.84">17386 11244 13823 0,'-5'-4'1216'0,"1"2"-960"0,1-1-256 0,1 3 0 0,0-2 3856 0,2 2 736 15,-2 0 144-15,0 0 16 0,-1 0-1552 0,-1-2-320 16,1 1-64-16,-1 1-16 0,3 0-2048 0,0 0-416 16,2 0-80-16,1 0 0 0,2-2-256 0,0 2 0 15,3-2 0-15,0 0 0 0,1 1 0 0,2-3 0 16,-1 3 0-16,0-1 0 0,1 2 0 0,-1 2 0 16,-2-1 0-16,-7-1 0 0,0 0 0 0,0 0 0 15,0 0 0-15,0 0 0 0,28 42 0 0,-28-42-128 16,0 0 128-16,1 38 0 0,-4-24 0 0,0-1 0 0,0 1 0 0,-2-3 0 15,0-1 0-15,1-2 0 0,-1-1 0 0,1-1 0 16,1-4 0-16,0-1 0 0,0-1 0 0,0-1 0 16,2-3 0-16,1-3 0 0,0 2 0 0,0-5 0 15,2-1 320-15,2-1 0 16,1 0 16-16,-1 0 0 0,2-2-160 0,0-1-48 0,3-1 0 0,0-5 0 16,1 2-128-16,1 0 0 0,1 2 0 0,0 3 0 15,0 4 0-15,-2 1-144 0,-1 2 144 0,-1 2-160 16,0 2-416-16,-3 3-64 0,0 1-32 0,-2 4 0 31,0 1-2272-31,-3 2-464 0</inkml:trace>
  <inkml:trace contextRef="#ctx0" brushRef="#br0" timeOffset="47922.47">17546 11276 14735 0,'1'2'640'0,"-1"-1"160"16,1 0-640-16,-1-1-160 0,1 0 0 0,-1 0 0 0,1 0 2928 0,3 0 544 16,2 0 112-16,2-1 32 0,2 0-656 0,2-1-128 15,0-1-16-15,0-2-16 16,1 3-1776-16,-1-3-336 0,0 0-80 0,1-1-16 0,-2 1-464 0,-1 0-128 15,0-2 0-15,-2 2 0 0,0-2 0 0,-2 2 0 0,0-2 0 0,-1-2 0 16,0 1 0-16,-2-1 0 0,0 0 0 0,-2-1 0 16,-1 0-128-16,-1 1 128 15,-1-2-128-15,-1 2 128 16,-1 1-432-16,0 3 0 0,-1 1 0 0,-1 3 0 0,2 1 160 0,-2 1 16 0,1 3 16 0,-1 3 0 16,0 0 240-16,-2 6 0 0,1 0 0 0,-1 4 160 15,1 2 240-15,0 0 48 0,0 2 16 0,1 0 0 16,3-3 48-1,-1 0 16-15,4-18 0 0,-3 33 0 0,3-33-272 0,0 0-48 0,8 36-16 16,-8-36 0-16,0 0-192 0,0 0 0 0,0 0 0 0,37 16 0 16,-26-18 0-16,0-3 0 0,1-2 0 0,1-2 0 0,0-1 0 15,1-2-208-15,-1 1 64 0,2-1-12128 16,-1 0-2416-16</inkml:trace>
  <inkml:trace contextRef="#ctx0" brushRef="#br0" timeOffset="48438.38">17932 11218 15663 0,'0'0'1392'0,"0"0"-1120"16,0 0-272-16,1 0 0 0,0 0 3152 0,0 0 576 15,0-2 112-15,2 2 32 16,1-2-896-16,0 0-176 0,3-3-48 0,0 1 0 0,1-1-1984 0,-1 0-416 16,0 0-80-16,0 0-16 15,0-1-256-15,-1 0 0 0,0 1 0 0,-2-2 0 0,0 2 0 0,-2-1 0 0,-1 0 0 0,-2 0 0 31,-2 1 0-31,-1-1 0 0,0 2 0 0,-3 0 0 0,0 3 0 0,-3-1 0 0,2 4 0 0,-1-1 0 16,-1 4 0-16,0 1 0 16,1 2 0-16,1 1 0 0,-1 0 0 0,2 1 0 0,-1 2 0 15,1 0 0-15,1 2 0 0,0 0 0 16,2 0 0-16,2 0 0 0,2-14 0 0,0 0 0 16,0 30 0-16,0-30 0 0,0 0 0 0,0 0 0 15,0 0 0-15,0 0 0 0,42 18 0 0,-33-20 0 16,0-1 0-16,-1-2 0 0,3-3 0 0,0 0 0 0,1-4 0 15,1 2 0-15,-1-4-160 0,-3 2 16 16,0 0 0-16,-1-1 0 16,1 0-816-16,-2-1-176 0,0-1-16 0,-2-2-16 15,1-1 32-15,-1 0 16 0,0-4 0 0,-1-2 0 16,-1-1 288-16,-2-2 48 0,0-1 16 0,-1-5 0 0,0 0 768 0,0 0 0 0,0 6 0 0,0 8 0 16,-1 3 1008-16,1 7 208 0,1 6 32 0,-1 6 16 15,0 6 64-15,0-9 16 0,-1 33 0 0,0-7 0 16,1 7-640-16,0 5-128 0,0 3-32 15,0 1 0-15,1-5-160 0,1 2-48 16,1-1 0-16,0-2 0 0,1-4 32 0,-4-32 0 16,11 60 0-16,-11-60 0 0,15 45-368 0,-15-45 0 0,0 0 0 0,27 40 0 15,-27-40-160-15,0 0-96 0</inkml:trace>
  <inkml:trace contextRef="#ctx0" brushRef="#br0" timeOffset="49149.48">18590 10941 21183 0,'4'-7'1888'0,"-2"2"-1504"16,1 1-384-16,-1 1 0 0,-1 2 2048 0,1 0 352 15,1-4 64-15,2-2 16 16,3-5-304-16,0 0-64 0,1 1-16 0,-2 4 0 0,-1 2-1200 0,-2 5-256 15,0 4-32-15,-4-4-16 0,0 0-368 0,6 36-80 16,-6-36-16-16,2 49 0 0,-2-17-128 0,0 3 0 16,0 1 0-16,0 2 128 0,1 0-128 0,-1-3 0 0,1-6 0 0,-1-29 0 15,2 51 0-15,-2-51 0 0,3 36 0 16,-3-36 0-16,0 0 0 0,1 32 0 16,-1-27 0-16,0-2 0 0,0-3 0 0,0-2 0 15,0-2 0-15,-1-2 0 0,2 0 0 0,-1-5 0 0,0-1 0 0,2-1 0 16,-1-5 0-16,1 0 0 15,1 0 0-15,1-1 0 0,-1 2 0 0,2 1 0 16,0 2 0-16,1 4 0 0,2 0 0 0,0 5 160 16,-2 1-160-16,2 3 160 0,0 2-32 0,0 3-128 15,-8-4 192-15,0 0-64 0,0 0-128 0,29 41 0 0,-29-41 0 0,0 0 0 0,12 47 0 16,-12-47 0-16,1 35 0 0,-4-20 0 16,-1 0 0-16,-1-2 0 0,-1-3 0 15,-1-2 0-15,1-1 0 0,-3-1 0 0,0-1 128 0,-1-2-128 16,-1-1 0-16,0-2 0 0,1-2 0 0,0 1 0 15,2-3 0-15,-1 1 0 0,1-1 0 16,1-2 0-16,2 2 0 0,2-3 0 0,2 2 0 0,2 0-12160 0,4-2-2480 0</inkml:trace>
  <inkml:trace contextRef="#ctx0" brushRef="#br0" timeOffset="49684.78">18973 11140 9215 0,'-8'-7'400'0,"2"3"96"0,1 1-496 0,2 1 0 15,0 2 0-15,2-2 0 0,-1 2 2544 0,-1-1 400 16,-1-1 96-16,-2 2 16 0,2-2-416 0,0 4-80 16,1 1 0-16,3 1-16 0,2 3-928 0,-2-7-176 15,0 0-32-15,0 0-16 0,0 0-512 0,28 47-112 0,-28-47 0 0,0 0-16 16,0 0-352-16,37 36-64 0,-37-36-16 0,0 0 0 16,0 0-128-16,37 26-48 0,-37-26 0 0,0 0 0 15,0 0-144-15,0 0 0 0,0 0 0 0,0 0 0 16,33 5-288-16,-31-10 16 0,-1-2 0 0,1 0 0 15,0-3-1648-15,0 1-336 0,0-2-64 16,-1 1-16 0,2-2 160-16,-1-2 48 0,0-2 0 0,1 1 0 0,-1-2 1616 0,0 3 320 0,1 1 64 0,0 2 128 15,0 4 1280-15,-1 2 368 0,0 2 80 0,0 3 0 0,0 1 320 16,-1 6 48-16,0 0 16 0,0 3 0 0,-1-10-640 16,0 0-128-16,2 43-32 0,-2-43 0 0,-1 51-640 15,-1-22-128-15,-1 2-32 0,0-1 0 0,1 4-128 0,-1-4-48 16,-1 2 0-16,-2-2 0 0,-1-3-160 15,0-2-48-15,-2-1 0 0,0-4 0 0,-2-2-128 0,0 1 0 16,0-4 0-16,-1 1 0 0,-1-2 0 0,1-2 0 16,-1 1 128-16,-2-2-128 0,-1-1 0 0,-3-2 0 15,-1 0 0-15,-1-3 0 0,-1 0-256 0,-1-3-64 16</inkml:trace>
  <inkml:trace contextRef="#ctx0" brushRef="#br0" timeOffset="50546.18">19773 10903 25791 0,'-2'-7'2304'0,"-1"5"-1856"0,1-1-448 0,0 1 0 16,1 0 1152-16,-1 4 144 0,0-2 32 0,0 2 0 0,-3 1 544 0,-1 2 112 16,-3 6 32-16,-1 3 0 0,0 4-1312 0,0 5-272 15,-2 5-48-15,1 3-16 16,1 3-368-16,1 1 0 0,1-2 0 0,1 0 0 0,2-4 0 0,2-2 0 0,3-27 0 0,-2 41 0 16,2-41 0-16,0 0 0 15,0 0 0-15,0 0 0 0,0 0 0 0,0 0 0 16,0 0 0-16,35 10-128 0,-29-22 128 0,-1-2 0 0,1-3 0 0,-1-4-128 31,0-1-336-31,-1-1-64 0,-1-1-16 0,0-1 0 0,-1-2 192 0,-1-4 32 0,-1-1 16 0,0 2 0 16,0 2 304-16,-1-3 0 15,2 0 0-15,0 1 0 0,1 4 208 0,1 6 0 16,-1 7 0-16,2 5 0 0,0 4 544 0,-1 6 96 16,1 1 32-16,-4-3 0 0,0 0-400 0,10 40-80 15,-10-40-16-15,8 45 0 0,-8-45-128 0,10 54-48 16,-10-54 0-16,13 56 0 0,-13-56-64 0,15 51-16 0,-15-51 0 0,15 42 0 15,-15-42-128-15,0 0 0 0,17 50 0 0,-17-50 0 16,0 0 0-16,0 0 0 0,15 40 0 0,-13-35 0 16,-1-1 0-16,0-1 0 0,-1-2 128 0,1-1-128 15,-1 0 0-15,0-1 0 0,1-2 0 0,0-1 0 16,0-1 0-16,0-3 0 0,1 0 0 0,1-4 0 16,0 0 0-16,0-2-144 0,1 1 144 0,0-4-208 15,1-3-720 1,3-1-144-16,-1-5-16 0,1 0-16 0,0-1-704 0,-1 1-144 0,2 0-32 15,-2 3 0-15,-1 5 1280 0,0 3 240 0,0 3 48 0,-1 1 16 16,0 5 1232-16,-1-1 256 0,0 5 64 0,-2-1 0 0,0 3 128 16,1 1 16-16,-1 1 16 0,0 0 0 15,0 3-592-15,1 2-112 0,-3-7-32 0,0 0 0 0,0 0-352 0,0 0-80 16,12 40-16-16,-12-40 0 0,0 0-128 0,9 38 0 16,-9-38 0-16,0 0 128 0,10 45-128 0,-10-45 0 15,4 34 0-15,-4-34 0 0,3 39 0 0,-3-39 0 16,3 41 0-16,-3-41 0 0,1 38 0 0,-1-38 0 15,0 0 0-15,3 43 0 0,-3-43 0 0,0 0 0 16,0 0 0-16,0 0 0 0,12 38 0 0,-9-35 0 16,-1 0 0-16,1-3 0 0,0 0 0 0,-1-2 0 15,1 0 0-15,-1-3-18224 0</inkml:trace>
  <inkml:trace contextRef="#ctx0" brushRef="#br0" timeOffset="50783.63">20198 10894 9215 0,'-2'-5'816'0,"1"0"-656"0,1 1-160 0,0 1 0 15,1 1 2304-15,-1 2 416 0,0-2 96 0,0 1 0 0,2-1 736 0,0-2 144 16,1 1 16-16,0 0 16 0,1 1-1952 0,1 2-400 16,1 2-80-16,1-1-16 15,0 1-560-15,2 0-112 0,-9-2-32 0,0 0 0 0,31 5-192 0,-21-5-32 16,4 0-16-16,0 0 0 0,1 0-208 0,0-2-128 15,0-1 160-15,-1 1-160 16,-1-3 0-16,-2 3 0 0,-1-2 0 0,-1 1 0 16,-1 0 0-16,-4 1 0 0,0 0-192 0,-3 0-11904 15,-2 2-2368-15</inkml:trace>
  <inkml:trace contextRef="#ctx0" brushRef="#br0" timeOffset="51000.71">20279 10898 911 0,'-4'-4'0'0,"2"1"0"16,1 1 0-16,1-1 0 0,1 3 3056 0,-1 0 528 15,1 0 96-15,0 0 32 0,1 0 848 0,1 0 176 0,0 3 48 0,-3-3 0 16,0 0-2176-16,0 0-432 16,13 40-96-16,-13-40-16 0,4 36-1248 0,-4-36-256 0,-1 46-48 0,-2-19-16 15,0 0-352-15,-2 3-144 0,0-3 128 0,0 1-128 16,0-4 0-16,1 2 0 0,0-2 0 0,4-24 0 16,-4 46 0-16,4-46 0 0,3 36 0 15,-3-36 0-15,0 0-128 0,0 0-64 0,0 0-16 0,0 0 0 16,0 0-1632-1,33 17-320-15,-27-26-64 0,-1-1-13376 0</inkml:trace>
  <inkml:trace contextRef="#ctx0" brushRef="#br0" timeOffset="51184.58">20251 11105 11967 0,'-5'5'528'0,"3"-1"112"0,0-1-512 0,1-1-128 0,0 0 0 0,2-2 0 0,0 0 3072 0,0 3 592 15,0-1 112-15,1 0 32 16,4 1-672-16,1-1-144 0,3-4-32 0,0-1 0 15,3-1-1376-15,1-1-288 0,1-2-48 0,2-2-16 16,1 1-800-16,-1-1-176 0,1-1-16 0,-1 1-16 0,-1 2-96 0,-4-1-128 16,1 2 176-16,-4 1-176 0,-1 2 128 0,1 1-128 15,-3 0 0-15,0 0-12400 16,-1 2-2512-16</inkml:trace>
  <inkml:trace contextRef="#ctx0" brushRef="#br0" timeOffset="51762.57">20800 10924 22111 0,'-3'5'976'0,"0"-1"208"0,1 0-944 0,-1 0-240 0,1-1 0 0,0-1 0 0,-1 0 2240 16,-1 4 416-16,-5 2 80 0,-1 4 16 0,-3 0-496 16,-2 2-80-16,1 0-32 0,-2-2 0 0,1-2-1376 0,0 0-288 15,0-3-48-15,0 0-16 0,1 0-256 0,0-2-160 16,-1-1 192-16,2 1-192 0,3-2 128 0,0-1-128 16,3 0 0-16,1 0 0 0,2 1 0 0,0-1 0 15,1 1 0-15,2 1 0 0,1 1 0 0,2 0 0 16,1-1 0-16,-3-4 0 0,0 0 0 0,0 0 0 15,32 17 0-15,-19-14 0 0,2 0 0 0,0-2 0 16,-1 1 0-16,0-2 0 0,1 1 0 0,0-1 0 16,-1 2-128-16,-2-2 128 0,-1 1 0 0,-1 1 0 15,-1 0 0-15,-2 0 0 0,-2 1 0 0,0 1 0 16,-2 1 0-16,-2-2 0 0,-1 2 0 0,-1 0 0 0,-1 1 0 16,-1-1 0-16,-1-1 0 0,0 1 0 15,-1 1 0-15,-1 0 0 0,-3 1 0 0,-1 0 0 16,0-2 128-16,-2 2-128 0,2-1 272 0,-2-2 0 0,1 0 0 15,0-1 0-15,0 1-48 0,1-4-16 0,1 1 0 0,0-2 0 16,3-1-208-16,-1 0 0 0</inkml:trace>
  <inkml:trace contextRef="#ctx0" brushRef="#br0" timeOffset="52462.06">21254 11384 17503 0,'0'-2'1552'16,"0"2"-1232"-16,0 0-320 0,0 0 0 0,0 0 1376 16,0 0 224-16,0 0 32 0,0-1 16 15,0 0 1264-15,0 1 256 0,0-2 48 0,0 0 16 0,1 2-1808 0,-1 0-352 16,0 0-80-16,0 0-16 0,0 0-688 0,-1 2-144 16,1-2-16-16,0 2-128 0,-2-2 128 0,0 1-128 15,0-1 0-15,0 1 0 0,-1-1 0 0,1 0 0 16,-1 0 0-16,-1-1 0 0,1 0 0 0,1-1 0 15,1 0 0-15,-1 1 0 0,0-1 0 0,1 1 0 16,1-1 0-16,-1 2 0 0,2 0 0 0,0-1 0 16,0 2 0-16,0-1 0 0,1 0 0 0,-2 2 0 15,2 1 0-15,-1 0 0 0,0 0 128 0,-1 0 0 16,0 0 16-16,0-1 0 0,0-1 32 0,0 1 0 16,0-2 0-16,0 0 0 0,1-2-176 0,1 1 0 15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49.00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0"/>
      <inkml:brushProperty name="anchorY" value="0"/>
      <inkml:brushProperty name="scaleFactor" value="0.5"/>
    </inkml:brush>
  </inkml:definitions>
  <inkml:trace contextRef="#ctx0" brushRef="#br0">15 1 919 0 0,'0'0'0'0'0,"0"0"80"0"0,0 0-93 0 0,-1 1 362 0 0,1-1 321 0 0,-1 1 111 0 0,0 0 260 0 0,0 0-642 0 0,-1 1 150 0 0,0 0 445 0 0,0 0-688 0 0,0 0 2 0 0,0 0 203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263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320.70264"/>
      <inkml:brushProperty name="anchorY" value="1269.15466"/>
      <inkml:brushProperty name="scaleFactor" value="0.5"/>
    </inkml:brush>
  </inkml:definitions>
  <inkml:trace contextRef="#ctx0" brushRef="#br0">30 49 1327 0 0,'0'0'0'0'0,"0"0"120"0"0,0-2-140 0 0,1-1 40 0 0,-1 0 335 0 0,2-1 430 0 0,-1-1-530 0 0,1 1 264 0 0,1-2 451 0 0,0-1-431 0 0,-1 1-271 0 0,0 1-68 0 0,-1 2-205 0 0,-3 2 31 0 0,-1 4-324 0 0,-2 1-280 0 0,-2 3 314 0 0,-1 1 287 0 0,0-1-82 0 0,1-1 59 0 0,0-2-4879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0.192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652.41656"/>
      <inkml:brushProperty name="anchorY" value="620.38525"/>
      <inkml:brushProperty name="scaleFactor" value="0.5"/>
    </inkml:brush>
  </inkml:definitions>
  <inkml:trace contextRef="#ctx0" brushRef="#br0">30 14 455 0 0,'0'0'0'0'0,"-1"-1"184"0"0,0 0 196 0 0,-1 0-261 0 0,1 0 450 0 0,0 0-58 0 0,0 0 49 0 0,0 1 603 0 0,-1-1-271 0 0,1 0 68 0 0,-2 0 456 0 0,1 0-1304 0 0,0 0 734 0 0,0 0-635 0 0,-1 0-116 0 0,1 1-70 0 0,0-1-2 0 0,-1 1-259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1.791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1985.26807"/>
      <inkml:brushProperty name="anchorY" value="1914.22668"/>
      <inkml:brushProperty name="scaleFactor" value="0.5"/>
    </inkml:brush>
  </inkml:definitions>
  <inkml:trace contextRef="#ctx0" brushRef="#br0">28 0 1839 0 0,'0'0'0'0'0,"0"0"160"0"0,1 1-186 0 0,-1-1 444 0 0,1 0 338 0 0,-1 1-61 0 0,1 1 72 0 0,-2 0-290 0 0,0 2-317 0 0,-2-1-39 0 0,0 0-118 0 0,-1 0 85 0 0,0 0-35 0 0,1-1-63 0 0,-1 0 20 0 0,1-1-206 0 0,0 0 56 0 0,1 0-28 0 0,3 1-2484 0 0,-1-1 1551 0 0,0 0-204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3T08:36:52.247"/>
    </inkml:context>
    <inkml:brush xml:id="br0">
      <inkml:brushProperty name="width" value="0.025" units="cm"/>
      <inkml:brushProperty name="height" value="0.025" units="cm"/>
      <inkml:brushProperty name="color" value="#BB5B18"/>
      <inkml:brushProperty name="inkEffects" value="bronze"/>
      <inkml:brushProperty name="anchorX" value="2646.98975"/>
      <inkml:brushProperty name="anchorY" value="2517.01685"/>
      <inkml:brushProperty name="scaleFactor" value="0.5"/>
    </inkml:brush>
  </inkml:definitions>
  <inkml:trace contextRef="#ctx0" brushRef="#br0">10 0 1375 0 0,'0'0'0'0'0,"0"0"128"0"0,1 0-149 0 0,0 0 350 0 0,0 0 283 0 0,1 0-413 0 0,0 0 192 0 0,0 0 350 0 0,0 0-513 0 0,0 1-41 0 0,-1-1-43 0 0,0 0-27 0 0,-2 2-4 0 0,-1-1-131 0 0,0 1 36 0 0,-1 0-139 0 0,0 0-208 0 0,-1 1 229 0 0,0 0 101 0 0,1 0-28 0 0,1 0 27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10-31T16:58:52.59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11735 8274 12895 0,'0'-5'1152'0,"0"0"-928"15,0 1-224-15,1 1 0 0,-1-1 384 0,1 0 16 16,0-4 16-16,1-2 0 0,1-6 1360 0,1 1 272 15,-2 3 48-15,1 0 16 0,0 4-832 0,-1 0-176 0,0 3-16 16,0 0-16-16,-2 2-64 0,0 0-16 0,0 0 0 0,0 1 0 16,0 1 224-16,-1-1 32 0,-1 2 16 0,-1-2 0 15,1 2-256-15,0 0-48 0,-1 0-16 0,2 0 0 16,-1 2-368-16,1 0-64 0,0 1 0 16,1 2-16-16,1 2-288 0,2 2-48 0,0 3-16 0,-3-12 0 15,0 0-144-15,17 43 0 0,-17-43 0 0,16 40 0 16,-16-40 0-16,21 43 0 0,-21-43 0 0,22 39 0 15,-22-39 0-15,24 35 0 0,-24-35 128 0,0 0-128 16,32 37 0-16,-32-37 0 0,0 0 0 0,0 0 0 16,0 0 0-16,39 31 0 0,-34-26 0 0,-1-2 0 15,-1 1 0-15,-1-2 0 0,-1 1 0 0,-1-1-17680 16</inkml:trace>
  <inkml:trace contextRef="#ctx0" brushRef="#br0" timeOffset="421.76">12054 8179 22111 0,'1'-3'976'0,"-1"1"208"0,0 0-944 0,0 2-240 16,0-2 0-16,0 2 0 0,0 0 1728 0,-1 0 288 16,1 0 64-16,-1 0 16 0,0 2-704 0,0 0-144 0,-1 1-32 0,0 2 0 15,0 1-800-15,-1 0-160 0,-1 2-48 0,0 2 0 16,-1 1-208-16,-1 0 0 0,0-2 0 15,-1 3 0-15,-2 2 0 0,-1 0 0 0,-2 1 0 0,0-1 0 16,1 0 0-16,-2 0 0 0,1 0 0 0,1-2 0 16,2-2 0-16,3-3 0 0,2-4 0 0,1-1 0 15,2 0 0-15,0-2 0 0,1-2 0 0,0-1 0 16,1-1 0-16,1-1 0 0,0-2 0 0,2 2 0 16,0-2 0-16,0 0 0 0,-1 0 0 0,1 2 0 15,-1 0 0-15,-1 0 0 0,0 3 144 0,-2 0-144 16,2 2 736-16,-2 0 64 0,0 2 16 0,-1 2 0 0,0 4-448 0,0-1-96 15,0 2-16-15,-1 2 0 0,0 2-256 0,-1 4 128 16,1-1-128-16,1 1 0 16,1-1 128-16,0 1-128 0,2 0 0 0,-1-3 0 0,-1-14 0 0,6 31 0 15,-5-17 0-15,1 0 0 0,-2-14 0 16,5 29 0-16,-5-29 0 0,0 0 0 0,8 40 0 0,-7-30 0 16,1-1 0-16,1 0 0 15,0 1 0-15,0-3 0 0,0 0-128 0,0-2-11408 0,0 0-2288 16</inkml:trace>
  <inkml:trace contextRef="#ctx0" brushRef="#br0" timeOffset="651.32">12146 8333 23039 0,'0'-3'1024'0,"0"1"192"0,1 0-960 0,-1 2-256 16,1 0 0-16,-1 0 0 0,2 0 1936 0,0 0 352 0,3-2 64 0,0 2 16 15,3-2-768-15,2 1-128 0,1-1-48 0,1-1 0 16,1 1-1040-16,1 0-224 0,0-1-32 0,-1-1-128 16,1 1 0-16,-1-1 0 15,-1-1 0-15,0 0 0 0,-2 0 0 0,0 0 0 0,-2 2 0 0,0-2 0 16,-3 2-288-16,1 0-16 16,-2 1 0-16,-2 0 0 15,-1-1-2272-15,-1 1-464 0</inkml:trace>
  <inkml:trace contextRef="#ctx0" brushRef="#br0" timeOffset="904.37">12271 8272 1839 0,'-5'2'160'0,"1"-1"-160"0,1 0 0 0,2 1 0 0,0 1 1856 0,0-1 352 16,0-1 64-16,-1 3 16 15,-1 3 1152-15,-1 2 224 0,0 3 48 0,-1 3 16 0,1 1-1024 0,0 1-208 16,1 2-32-16,0 0-16 16,1 2-1104-16,0 0-240 0,0-1-32 0,0 1-16 0,1-1-528 0,0-2-96 15,0 1-32-15,1-3 0 16,1 1-176-16,1-5-32 0,1 0-16 0,0-1 0 0,-2-3-176 0,3-1 0 15,1 1 0-15,-1-2 0 0,-4-6 0 0,0 0 0 16,0 0 128-16,0 0-128 0,0 0 0 0,40 14 0 16,-33-16 0-16,-1 0 0 0,1-1 0 0,-2 1 0 15,2-1 0-15,-1-1 0 0,1 1 0 16,-3 1 0-16,1-2 0 0,-1 3 0 16,-1-1-784-16,-2 1-96 0</inkml:trace>
  <inkml:trace contextRef="#ctx0" brushRef="#br0" timeOffset="1095.53">12219 8544 15663 0,'-4'2'1392'15,"1"-2"-1120"-15,2 0-272 0,2 0 0 0,-1 0 2096 0,0 1 352 16,0 1 80-16,0-2 16 0,2 0 720 0,2 0 160 0,3-3 32 0,3 0 0 16,3-3-1920-16,2-1-384 0,1-3-80 0,3 1-16 15,0 0-624-15,0-1-128 0,1-2-32 0,-1 2 0 16,-1 2-144-16,-1 0-128 0,-2 3 144 0,-1-2-144 15,-1 3 0-15,-1-1 0 0,-2 2 0 0,-3 1 0 16,1 0 0-16,-2 2 0 0,-1 0 0 0,-2 0-12560 16,1 2-2448-16</inkml:trace>
  <inkml:trace contextRef="#ctx0" brushRef="#br0" timeOffset="1520.52">12652 8350 16575 0,'4'0'736'0,"-1"-2"160"0,1 1-720 0,-1-1-176 16,-1 2 0-16,-2-3 0 0,2 1 1824 0,2 1 336 15,1-2 64-15,2-3 16 0,1 2-64 0,1-3 0 0,-2 2 0 0,0 0 0 16,-2 1-704-16,-1 3-128 0,-1-1-48 0,-1 2 0 16,-1 0-528-16,-2 2-96 15,-1-1-32-15,-1 2 0 0,-2 1-192 0,-1 1-64 0,-3 2 0 0,0 0 0 16,-1 2-208-16,-2-1-48 15,1 1-128-15,1 0 192 0,0 1-192 0,3-3 0 0,0 2 0 16,2-1 0-16,1-2 0 0,1 0 128 0,2-2-128 16,0 1 0-16,2-2 0 0,0 1 0 15,3-3 0-15,-1 0 0 0,2-1 192 0,-1 0-64 16,2 0-128-16,-1 2 192 0,0-2 0 0,0 1 0 0,2 2 0 0,-1 1 0 16,-6-4-192-16,0 0 128 0,0 0-128 0,0 0 0 15,0 0 144-15,37 35-144 0,-37-35 128 0,0 0-128 16,0 0 208-16,0 0-32 0,21 41-16 0,-17-36 0 15,-1 2 32-15,0-4 0 0,1 1 0 0,-1 0 0 0,-1-1-192 0,-1-1 192 16,0 1-192-16,0 1 192 0,-3-3-192 16,0 1 0-16,-3 1 0 0,-2 0 128 0,-3 1-128 15,-4 2 0-15,-5 2 0 0,-5 3 0 16,0 2 0-16,-7 3 0 0,-4 2 0 0,0 2-19888 0</inkml:trace>
  <inkml:trace contextRef="#ctx0" brushRef="#br0" timeOffset="3086.07">11839 9336 20271 0,'5'-7'1792'0,"-1"2"-1424"0,-2 1-368 0,-1 4 0 16,0 0 864-16,1-2 96 0,2 1 32 0,2-2 0 16,2 3 240-16,0 3 48 0,-8-3 16 0,0 0 0 15,21 41-640-15,-21-41-128 0,9 42-16 0,-9-42-16 16,8 50-240-16,-8-50-32 0,7 45-16 0,-5-25 0 0,-2-20 688 0,9 32 128 15,-9-32 16-15,0 0 16 16,0 0-1888-16,0 0-384 0,25 35-80 0,-20-32-12880 0</inkml:trace>
  <inkml:trace contextRef="#ctx0" brushRef="#br0" timeOffset="3617.75">12112 9350 14735 0,'0'-7'640'0,"0"2"160"0,1 1-640 0,-1 1-160 0,0 3 0 0,0-2 0 15,0 2 1184-15,-1-3 208 16,1 1 32-16,0 0 16 0,-1-3 208 0,0 2 32 0,0 1 16 0,-1 0 0 16,1 2-720-16,-1 0-144 0,-2 0-16 0,1 2-16 15,-1 0-384-15,0 1-80 0,-1 0-16 0,1 1 0 0,0 1-64 0,0 0 0 16,0-1-16-16,0 4 0 16,0-4-240-16,0 3 144 0,2 0-144 0,-2 1 128 15,0 1-128-15,0 0 192 0,0 1-192 0,-2 2 192 16,1 2-32-16,-1 0 0 15,-1 0 0-15,-1 3 0 0,-2 0-160 0,0 0 192 0,-2 4-192 0,0 0 192 16,1-2-192-16,0-2 0 0,0 0 0 0,3-3 0 0,1-2 0 16,0-3 0-16,2 0 0 0,3-4 0 0,0 0 0 15,2-3 0-15,0 0 0 0,2-2 0 16,-1 0 0-16,1-2 0 0,2 0 0 0,1-1 0 16,0-4-256-16,1 3 64 0,-2-1 0 0,0 0 16 15,0 0-544-15,0 0-112 0,-3 1-32 0,1-1 0 16,1 0 304-1,-3 3 64-15,0 0 16 0,-2-1 0 0,0 1 288 0,0 2 192 0,-2-2-208 0,0 2 80 0,0 0 128 16,0 2 0-16,0 0 0 0,0-2 0 0,2 1 128 0,-1 1 0 16,1-2 0-16,1 0 0 0,1 0 528 15,0 0 112-15,1-2 32 0,-1 1 0 16,2 1-16-16,0-2 0 0,0-1 0 0,-1 1 0 0,1 2-96 0,0-2-32 16,0 2 0-16,0 0 0 0,-1 0-224 0,0 0-48 15,0 2-16-15,-1 1 0 0,1 4-240 0,-1 0-128 16,0 4 128-16,-1 1-128 0,1 5 0 0,-1 2 0 15,1 0 0-15,-1 1 0 0,1 0 0 0,0 1 0 16,0 5 0-16,0-1 128 0,1 1-128 0,0-3 0 16,0-1 128-16,0-4-128 0,-1-18 0 0,6 29 0 15,-6-29 0-15,0 0 0 0,0 0 0 0,0 0-208 0</inkml:trace>
  <inkml:trace contextRef="#ctx0" brushRef="#br0" timeOffset="3849.92">12225 9502 26719 0,'-4'0'1184'0,"4"0"240"0,0 0-1136 0,1 0-288 0,0 0 0 0,-1 0 0 16,2 0 1344-16,1 0 224 0,3 2 32 0,2-2 16 16,3 0-368-16,2 0-80 0,1-2-16 0,2-5 0 15,0 1-784-15,4-3-176 0,-1 1-16 0,1-1-16 0,-1 1-160 0,1 1 0 16,-3-1 144-16,-1 4-144 0,0-3 0 0,-2 3 0 15,-3 0 0-15,-3 2 0 0,0 0-272 0,-6 1 16 16,0 2 16-16,-4 1 0 16,-1 1-2256-16,-4 0-448 0,-2 3-80 0,-3 1-10096 15</inkml:trace>
  <inkml:trace contextRef="#ctx0" brushRef="#br0" timeOffset="4101.35">12411 9463 4607 0,'-49'9'192'0,"47"-9"64"0,2 0-256 0,-1 0 0 16,0 0 0-16,0 0 0 0,-2-1 1824 0,-1 1 320 15,1-2 64-15,-1 2 16 0,2 2 1296 0,1-1 256 0,0 3 48 0,2 3 16 16,-1 0-1568-16,1 5-304 15,-1 0-64-15,-1 1-16 0,0 4-864 0,-2 1-192 16,0 2-16-16,-3 2-16 0,0-3-336 0,-3 2-64 0,1 1-16 0,-1-1 0 16,-1 2-176-16,1-1-32 0,1-1-16 0,0-2 0 15,1 3-160-15,3-4 0 0,1-1 144 0,4-5-144 16,2 0 0-16,-3-12 0 0,0 0 0 0,0 0 0 16,0 0 0-16,44 26 0 15,-44-26 0-15,30-3 0 0,-13-1 0 0,3-1 0 16,0-2 128-16,1 0-128 0,2-3 176 0,-3 1-48 0,0-1 0 0,-3 1 0 15,-1 2-128-15,-4-1 0 0,-2 2 0 16,-2-2 0-16,-2 1-192 0,-2 0-32 0,-2 3 0 0,-2-3 0 31,-2 4-2384-31,-3-2-464 0</inkml:trace>
  <inkml:trace contextRef="#ctx0" brushRef="#br0" timeOffset="4276.45">12272 9694 19343 0,'-6'5'848'0,"2"-3"192"0,2 1-832 0,1 0-208 0,2-2 0 0,0 1 0 15,1 1 2160-15,2 0 384 0,1 3 80 0,-5-6 0 0,0 0-208 16,0 0-48-16,54 20-16 0,-54-20 0 0,46-3-1200 0,-18-4-224 16,1-2-48-16,0-1-16 0,0-2-592 0,-2 0-112 15,-2-2-32-15,-4 2 0 0,-2 0-128 0,-1 1 0 16,1 1 0-16,-5 0-18144 0</inkml:trace>
  <inkml:trace contextRef="#ctx0" brushRef="#br0" timeOffset="4632.06">12835 9512 14735 0,'3'-7'1312'0,"-1"4"-1056"16,1-2-256-16,-1 3 0 0,-1-1 1568 0,0 3 256 16,-1 0 48-16,2-3 16 0,1-2 448 0,2-1 96 15,-2 2 0-15,0 1 16 0,-1-2-1184 0,-1 3-240 16,-2 2-64-16,-2 0 0 0,-1 2-192 0,-3 3-32 0,-2 0-16 0,-3 2 0 15,-2 2-336-15,-5 3-80 0,-1 2-16 0,0-1 0 16,1 1-288-16,0-2 0 0,5 0 128 0,1-1-128 16,2-1 512-16,2-3 32 0,3 1 16 0,1-2 0 15,1 0-240-15,3 0-32 0,1-1-16 0,2-3 0 16,2 3-80-16,1-3-32 0,1 1 0 0,2-1 0 16,1-2-16-16,2 1 0 0,-11-1 0 15,0 0 0-15,34 6-16 0,-34-6-128 0,0 0 192 0,0 0-64 16,49 21-128-16,-49-21 0 0,0 0 144 0,0 0-144 15,38 45 0-15,-38-45 0 0,0 0 0 0,10 42 0 16,-11-29 0-16,-1-1 0 0,-1 0 0 0,-2-3 0 16,0 0 0-16,-2-1 0 0,-4 1 0 0,-3-2 128 0,-3 3-128 0,-5-1 0 15,-4 1 0-15,0-3 0 0,0-3 0 0,1-1 0 16,1-3 0-16,2-2-18768 16</inkml:trace>
  <inkml:trace contextRef="#ctx0" brushRef="#br0" timeOffset="6490.54">12302 10588 10127 0,'-7'-12'896'0,"2"2"-704"0,2 2-192 0,1 2 0 15,2 5 1248-15,0 0 224 0,0-1 32 0,-1-1 16 16,0 1-112-16,-1-3 0 0,0 4-16 0,0 1 0 16,0 3-432-16,0 5-96 0,0 2-16 0,-2 3 0 15,0 4-272-15,-1 2-64 0,-1 2-16 0,0 3 0 0,-3 2 144 0,2-2 16 16,-1-2 16-16,0-2 0 0,2-1-176 0,0-2-48 16,0-3 0-16,2 0 0 0,0-2-192 0,1-2-64 15,1-1 0-15,1 0 0 0,-1-1-192 0,2-4 0 16,0 1 0-16,0-2 0 0,2-1-320 0,-1-2 0 15,2-2 0-15,1-3 0 16,0-2-1648-16,0-1-336 0,1-3-64 0,0 1 0 16,-2-3 176-16,2 0 32 0,-1-1 16 0,0-3 0 15,0 3 1296-15,1-4 256 0,-2 0 48 0,2 0 16 0,-1-1 528 0,-1 4 0 16,1 0 192-16,0 2-48 0,-1 3 1088 0,-2 2 224 16,2 2 32-16,0 0 16 0,-1 1 560 0,0 2 112 15,-1-1 32-15,0 3 0 0,1-1-592 0,-1-1-112 0,1 3-32 0,0 0 0 16,1 0-704-16,0 3-128 0,-1-1-48 0,2 1 0 15,1 1-400-15,-1 2-192 0,1 2 160 0,-5-8-160 16,0 0 0-16,0 0 0 16,28 38 0-16,-28-38 0 0,0 0 0 0,27 46 0 0,-27-46 0 0,0 0 0 15,27 47 0-15,-27-47 0 0,0 0 0 0,0 0 0 16,26 39 0-16,-21-33-128 0,1-1 128 0,-3-2 0 0,1-1 0 0,0-2 0 16,-1-3 0-16,-1-1 0 0,1 0 0 0,0-2 0 15,0-1 192-15,-1-3-48 0,2 1 720 0,1-3 144 16,-1-2 16-16,1-3 16 15,1-1-608-15,-1-2-128 0,2 0-32 0,-2 0 0 0,3-1-16 0,-2 2-16 16,2 0 0-16,-1 1 0 0,0 3-240 0,-1 3 128 16,0 1-128-16,-2 0 0 0,3 2 0 0,-1 0 0 15,0 3 0-15,-2 2-11280 16,1 4-2240-16</inkml:trace>
  <inkml:trace contextRef="#ctx0" brushRef="#br0" timeOffset="6886.28">12801 10543 7775 0,'2'-3'336'0,"-2"3"80"0,0 0-416 0,0 0 0 16,-1 0 0-16,-1 1 0 0,0 1 832 0,0 0 96 0,-2 1 16 0,-3 3 0 0,-1 2 656 0,-2 1 144 15,0 1 32-15,0 1 0 16,2 1 32-16,1 2 16 0,1 1 0 0,0-1 0 16,3 1-720-16,1 1-144 0,0-2-16 0,2 0-16 15,2-2-640-15,0 0-128 16,-2-12-32-16,0 0 0 0,14 36-128 0,-14-36 0 0,0 0 0 0,0 0 0 16,0 0 0-16,42 22 0 0,-31-23-144 0,1-1 144 15,1-1 384-15,1-4 144 0,1-2 32 0,0-2 0 16,1-2 240-16,0-4 48 0,-1-2 16 0,1-4 0 15,0-1 64-15,-2 0 16 0,-2 1 0 0,-3 1 0 16,-2 6-400-16,-3-6-80 0,-1 1-16 0,-5-3 0 16,-3 1-128-16,-5 3-48 0,-1 6 0 0,-4 7 0 15,-3 5-128-15,-4 7-16 0,-2 4-128 0,-1 3 192 0,2 2-368 0,-2 7-80 0</inkml:trace>
  <inkml:trace contextRef="#ctx0" brushRef="#br0" timeOffset="8217.81">12088 11468 4607 0,'-1'0'400'15,"0"0"-400"-15,1 0 0 0,-1 0 0 0,1 0 1088 0,0 2 144 16,-1-2 32-16,-1 1 0 0,0 0 720 0,0-1 160 16,1 2 32-16,-1-1 0 0,1 1-432 0,0-2-80 15,1 2 0-15,0-1-16 0,0 1-448 16,0 0-96-16,0 1-16 0,0 4 0 0,0 0-480 0,0 4-96 16,0-1-32-16,0 6 0 0,1 4-272 0,-1 3-48 0,1 4-16 15,0 3 0-15,-1 1-144 0,0 4 128 16,-1 1-128-16,0 1 128 0,1-2-128 0,0-5 0 15,1-6 0-15,1-5 0 0,1-5-192 0,1-5 192 16,0-4-160-16,1-5 160 16,1-2-1584-16,0-3-208 0</inkml:trace>
  <inkml:trace contextRef="#ctx0" brushRef="#br0" timeOffset="8704.06">12053 11550 4607 0,'-3'0'400'0,"2"-2"-400"0,1 2 0 0,0 0 0 16,0 0 1408-16,1 0 192 0,0 2 32 0,1-2 16 16,1 0 576-16,3-2 112 0,1 1 32 0,4-3 0 15,0 0-448-15,1-1-64 0,1-2-32 0,0 0 0 16,1-3-624-16,-1 3-128 0,1-2-32 0,0-1 0 0,0 3-256 16,-1 0-48-16,1 0-16 0,-1 2 0 0,0 3-400 0,-13 2-64 15,0 0-32-15,0 0 0 0,45 7-224 0,-45-7 0 16,0 0 0-16,0 0 0 15,0 0 0-15,29 43 0 0,-27-29 0 0,-2-2 0 16,-2-1 0-16,-1 1 0 0,-3 1 0 0,-2 0 0 0,-2 2 0 0,-1-1 0 16,-1 0 0-16,-2-2 0 0,-1 1 0 0,0 0 0 15,-3-3 0-15,0 1 0 16,2-1 0-16,-1-1 0 0,0-1 0 0,2-2 0 0,2-1 0 0,2-2 0 16,3 0 0-16,3-2 0 0,1 1 0 0,3-1 128 15,2 1-128-15,3-2 0 0,1 0 0 0,3 0 0 16,2-2 0-16,1 1 0 0,2-1 0 0,2 0 0 15,0-2 0-15,-15 4-160 0,37-8 160 0,-19 4 0 0,-18 4 0 0,40-6 0 16,-40 6 0-16,36-3-128 16,-36 3 128-16,0 0 0 0,45 6 0 0,-45-6 0 0,0 0 0 0,0 0-128 15,0 0 128-15,26 38 0 0,-28-29 0 0,-4 1 0 16,-1 2 0-16,-1 0 0 16,-4 0 0-16,-2 0 0 0,1 0 0 0,-5 1 144 0,0-1-144 0,0 0 160 15,-1-3 128-15,3 0 32 0,1-3 0 16,2-1 0-16,4-3-192 0,3-2-128 0,3-2 192 0,3-1-192 15,3-4 0-15,3 0 0 0,5-2-160 0,2-1-14976 16</inkml:trace>
  <inkml:trace contextRef="#ctx0" brushRef="#br0" timeOffset="9180.91">12614 11695 17503 0,'0'0'1552'0,"1"0"-1232"0,0 1-320 0,0-1 0 15,-1 2 1808-15,0-2 304 0,0 0 64 0,1 0 16 0,1 2 160 0,0-2 16 16,3 0 16-16,-2 0 0 0,0-2-1472 0,1-1-288 16,0-2-64-16,-1 3-16 0,1-3-544 0,1-2 0 0,-2 0 0 15,1-2 0-15,-1 1 0 0,-1-1 0 16,-1 0 0-16,-3-1 0 0,0 3 0 0,-2 0 0 0,0 0 0 0,-2 2 0 16,-1 0 0-16,-1 1 0 15,1 3 0-15,-2 2 0 0,0 3 0 0,0 1 0 0,1 0 0 0,-1 4 0 16,0 3 0-16,-2 2 0 0,1 5 0 0,-2-1 0 15,2 3 0-15,1-1 0 0,1 3 0 0,1 0 0 16,2 0 0-16,0-2 0 0,2-1 0 0,2-4 0 16,2-1 0-16,1-4 0 0,-2-11 0 0,0 0 0 15,0 0 0-15,0 0 0 0,0 0 0 0,0 0 0 16,44 12 0-16,-33-22 0 0,1-3 0 0,0-2 0 0,2-1 0 16,-1-1 0-16,0 0 0 0,-1-1 0 15,-1 1 0-15,-1 0 0 0,-2 1 0 0,-2 1 0 16,-1 1 0-16,-2 2 0 0,0 3 0 0,-2 1 0 0,0 2 0 0,-2 1 0 15,1 2 0-15,-1 3 0 16,-1 0 0-16,1 3 0 0,0 2 0 0,-2-1 0 16,2 6 0-16,0-1 0 0,1 1 0 0,0 4 0 0,2 3 0 0,-2-17 0 15,8 35 0-15,-8-35 0 0,9 31 0 0,-9-31 0 16,0 0 0-16,22 38 0 0,-22-38 448 0,0 0 0 16,0 0-16-16,36 28 0 0,-36-28-432 0,0 0 128 0,0 0-128 15,41 1 0 1,-32-3 0-16,0-3 0 0,0 0 0 0,-1 0-11072 15,-1-2-2288-15</inkml:trace>
  <inkml:trace contextRef="#ctx0" brushRef="#br0" timeOffset="9817.93">12983 11743 12895 0,'4'-3'1152'0,"-2"1"-928"15,0 0-224-15,-1 2 0 0,0 0 2112 0,1-3 368 16,2 1 80-16,0-2 0 0,3-1 256 0,-1 0 64 16,0 1 0-16,-2 0 0 0,-1 2-1200 0,0 0-224 15,-1 1-48-15,-1-1-16 0,1 1-608 0,-2 0-112 0,1 1-32 0,-1-2 0 16,0 0-288-16,0 1-64 16,0-1-16-16,0-1 0 0,-1 1-272 0,0 0 160 0,0-1-160 0,0 1 128 15,-1-1-128-15,-1 1 0 16,1 0 0-16,0-2 0 0,-2 0 0 0,0 2 0 15,0 0 0-15,0 0 0 0,-1 2 0 0,1 0 0 0,0 0 0 0,-1 2 0 16,0 0 0-16,0 1 0 0,0 2 0 0,1 1 0 16,0 0 0-16,0 0 0 0,1 2 0 0,-1-2 0 15,0 4 0-15,0 2 0 0,0-2 0 0,0-1 0 16,1 0 0-16,1-1 0 0,0-1 0 0,0 0 0 16,2-2 0-16,-1 2 0 0,1-3 0 0,1-1 0 15,0 0 0-15,1 1 0 0,0-2 0 0,1 3 0 16,0-3 128-16,1 1-128 0,-1-1 192 0,2 0-64 15,-1 1-128-15,0-1 128 0,2 1-128 0,-1-1 128 0,-1-2-128 16,2 1 0-16,-1-1 0 0,1-1 128 16,-1 1-128-16,1-4 0 0,0 1 0 0,-1-2 0 0,1-2 0 0,0 0 0 15,0-1 0-15,-2-1 0 0,2 2 0 0,-1-3 0 16,-2-1 0-16,2-3 0 0,-1-1 0 0,-1 0 0 16,0-3 0-16,0-1 0 0,-1-2-272 15,1-5 16-15,-2-1 0 0,0-3 0 0,-1-3-32 0,1 2 0 16,-1-3 0-16,0 4 0 0,2 4 96 0,-1 2 0 15,1 5 16-15,0 5 0 0,-1 2 176 0,0 5 0 0,1 2 0 16,-2 2 128-16,1 4 176 0,0 2 32 16,0 3 16-16,0 2 0 0,0 1-80 0,0 5-16 0,0 5 0 0,0 6 0 15,0 4-64-15,0 2 0 0,0 2-16 0,-1 2 0 16,1-1 32-16,0-1 16 0,2 1 0 0,0-6 0 16,1 0-32-16,0-5-16 15,-4-23 0-15,11 39 0 0,-11-39-176 0,11 29 0 16,-11-29 0-16,0 0 0 0,12 35 0 0,-12-35 0 0,0 0 0 15,0 0-12896 1,12 34-2576-16</inkml:trace>
  <inkml:trace contextRef="#ctx0" brushRef="#br0" timeOffset="12025.98">17509 8304 15663 0,'-3'-4'1392'0,"1"-1"-1120"16,2 5-272-16,0-2 0 0,0 2 1008 0,0 0 144 16,-1-3 16-16,-1 0 16 15,-1-1 784-15,1 2 144 0,-1-1 48 0,1 1 0 16,-1 2-992-16,1 0-192 0,1 2-32 0,0 1-16 0,0 2-608 0,-1 0-112 15,1 4-16-15,-1 0-16 0,-1 3 16 0,0 3 16 16,0 0 0-16,-1 5 0 0,-1 1-64 0,1 1-16 0,-2 4 0 0,1-2 0 16,-1-1-128-16,1 1 160 15,1-3-160-15,-1-2 160 0,1-2-160 0,2-3 0 16,1 0 0-16,0-2 0 0,2-4 0 16,-1-2 0-16,2-1 0 0,-1-5 0 0,2 0-288 0,2-5 16 15,0-2 0-15,-1-2 0 16,3-3-1920-16,-2-2-384 0,2-2-80 0,-3-1-16 0,1 1-320 0,-1-2-64 15,-2-1-16-15,-2 0 0 0,-1-2 2080 16,-2 0 416-16,-1-1 64 0,-1-1 32 0,1-1 1424 0,0 2 272 0,0 4 64 0,2-1 16 0,0 4 48 0,1 1 16 16,1 4 0-16,0 2 0 15,2 0 144-15,-1 3 32 16,1 3 0-16,0-1 0 0,1 3-16 0,0 3 0 0,0 0 0 0,0 1 0 16,2 3-368-16,-5-7-80 0,0 0-16 0,0 0 0 0,29 38-432 0,-29-38-96 15,0 0-16-15,29 33 0 16,-29-33-208-16,0 0-48 0,34 32-16 0,-34-32 0 15,0 0-240-15,36 26 0 0,-36-26 128 0,0 0-128 16,0 0 0-16,40 28 0 0,-40-28 0 16,0 0 0-16,0 0 0 0,30 33 0 0,-30-33 0 0,0 0 0 15,0 0 0-15,17 45 0 0,-17-45 0 0,3 26 0 0,-3-26 0 0,0 0 0 16,2 33 0-16,-2-25 0 16,1 1 0-16,-1-5 0 0,1 1 0 0,0-2 0 0,-1-3 0 0,1-2 0 0,0-1 0 0,1-2 0 15,0-4 128-15,1 0-128 0,0-3 0 0,0-2 144 16,3-3 464-16,-1 0 96 0,2-5 0 0,-1-3 16 15,2-2-336-15,-2-1-80 16,3-5-16-16,-1 2 0 16,-1 1-288-16,2 0 160 0,0 2-160 0,-1 2 128 0,0 7-128 0,-2 2 0 15,1 4 0-15,-2 5 0 0,0 1 0 0,-1 5 0 16,-1 2 0-16,-2 2 0 0,1 5-192 0,-2 1-64 16,-1 5 0-16,-1 2-17680 15</inkml:trace>
  <inkml:trace contextRef="#ctx0" brushRef="#br0" timeOffset="12453.23">17947 8392 5519 0,'2'-4'240'0,"-1"1"64"0,0-1-304 0,0 3 0 0,0-1 0 0,-1 1 0 16,0 0 1568-16,0-1 256 0,1-3 48 0,0 2 16 16,-1-1 352-16,0-1 64 0,0 2 0 0,-1 1 16 15,0 1-800-15,-1 1-176 0,0 1-16 0,0 1-16 16,0 1-480-16,0 4-80 0,0 0-32 0,0 0 0 16,0 5-80-16,0 2-32 0,0 0 0 0,1 3 0 15,-1-2-320-15,1 2-64 0,0-1-16 0,0 3 0 0,2-3-208 0,-1-16 0 16,0 0 0-16,0 0 0 0,17 36 0 15,-8-34 0-15,-1-4-128 0,2-1 128 0,1-4 0 0,2-2 0 16,0-3 0-16,0-3 0 0,1-1 784 0,1-3 112 16,-1 0 32-16,-1-3 0 0,-2 1-160 0,-2 0-48 15,-2 0 0-15,-3 4 0 0,-3 3-48 16,-3 0-16-16,-2 3 0 0,-3 3 0 0,-3 4-144 16,-2 3-48-16,-3 3 0 0,-1 1 0 0,-2 5-320 0,0 0-144 15,0 1 128-15,0 1-128 0,4 2 0 0,0-2 0 16,3-1 0-16,3 1-18208 15</inkml:trace>
  <inkml:trace contextRef="#ctx0" brushRef="#br0" timeOffset="13866.27">17354 9204 16575 0,'1'-3'1472'0,"-1"0"-1168"16,1 1-304-16,0 1 0 0,-1 1 1504 16,0 0 240-16,2 0 48 0,1 1 16 0,2 1-96 15,-1 3-32-15,-4-5 0 0,0 0 0 0,0 0-656 0,31 50-144 16,-31-50-32-16,18 41 0 15,-18-41-464-15,16 44-80 0,-16-44-32 0,16 43 0 0,-16-43-272 0,0 0 0 16,26 45 0-16,-26-45 0 0,0 0 0 0,0 0 0 16,0 0 0-16,45 25-144 15,-37-26-1056-15,-1 1-208 0</inkml:trace>
  <inkml:trace contextRef="#ctx0" brushRef="#br0" timeOffset="14235.07">17670 9279 15663 0,'0'-4'688'0,"0"3"144"16,0-1-656-16,-1 2-176 0,0 0 0 0,0 0 0 0,0 0 1312 0,0 2 224 15,-1-1 64-15,-1 1 0 0,-1 1-576 0,0 1-96 16,0 0-32-16,0 1 0 0,0-1-672 0,0 0-224 0,0 1 128 0,-1 1-128 16,2-1 0-16,-3 1 0 0,0 2 0 0,-2-1 0 15,0 3 0-15,-1-1 0 0,-2 1 0 0,0 1 0 16,1 1 0-16,0-2 0 0,0 2 0 15,1-5 0-15,2 0 0 0,1 0 0 0,3-2 0 0,1-3 0 0,0-2 0 0,2 0-144 16,0-1 144-16,1 0 0 0,0-1 0 0,1-1 0 16,-1-2 0-16,2 1 0 0,0-1 0 0,-1 0 0 0,0 1 0 0,-1 1 0 31,0 3 0-31,-1-2 0 0,1 4 128 0,-1-1-128 16,0 4 624-16,-1 1 48 0,1 3 16 0,0 2 0 0,-1 1-16 0,0 3 0 15,0 4 0-15,0 1 0 0,1 3-432 0,0 1-96 16,-1-2-16-16,1 1 0 0,0 0-128 0,0 0 0 15,0-2 0-15,0-1 0 16,1-3 0-16,-1-17 0 0,3 29 0 0,-2-17 0 0,1-6 0 0,0 0-144 16,1-2 144-16,-1-2-13376 15</inkml:trace>
  <inkml:trace contextRef="#ctx0" brushRef="#br0" timeOffset="14451.6">17720 9405 16575 0,'2'0'1472'0,"0"0"-1168"0,0 0-304 0,0 2 0 0,0-2 1344 0,1 0 192 31,3 0 64-31,2 0 0 0,-8 0 816 0,32-2 160 16,-13-1 48-16,2-1 0 0,2-3-1472 0,-3 2-304 16,0-3-48-16,-1 4-16 0,-1-3-400 0,-3 2-96 15,0 3-16-15,-4-1 0 0,-2 3-272 0,-3 0 0 16,0 0 0-16,-3 0 0 15,0 3-592-15,-1-2-128 0,-1 2-32 0,-2-2-14288 0</inkml:trace>
  <inkml:trace contextRef="#ctx0" brushRef="#br0" timeOffset="14680.74">17916 9376 5519 0,'-7'2'240'0,"3"-1"64"0,-1 1-304 0,2 1 0 0,1-1 0 0,1-1 0 16,-1 0 1872-16,-2 4 320 0,-1 2 64 0,-2 1 16 15,-1 5 608-15,-1 2 112 0,0 3 16 0,2-1 16 16,-1 2-1360-16,1 0-256 0,0 0-64 0,2 0-16 15,0 2-816-15,0-2-176 0,3-1-16 0,0-2-16 0,1 0-304 16,2-4 160-16,-1-12-160 0,0 0 128 0,0 0 0 0,0 0 0 16,29 35 0-16,-29-35 0 0,0 0 352 0,35 3 64 15,-21-5 16-15,0-1 0 0,0 1-48 0,0-3 0 16,1 0 0-16,-2 1 0 16,-2 1-368-16,-1-4-144 0,2 3 0 0,-3-1 144 0,-2 2-144 0,-1 1 0 15,-1-2 0-15,-1 3 0 16,-2-1-1008-16,0 0-80 0,-1 1 0 0,-2-1-13376 0</inkml:trace>
  <inkml:trace contextRef="#ctx0" brushRef="#br0" timeOffset="14850.55">17842 9590 16575 0,'-7'1'736'0,"2"0"160"0,3 1-720 0,0-2-176 0,2 1 0 0,0-1 0 16,1 2 2336-16,0-2 432 0,1 0 96 15,0 0 16-15,4-3-480 0,1 1-96 0,2-2 0 0,1-1-16 16,2-2-1120-16,1-1-208 0,1-1-64 0,1-1 0 15,0 1-400-15,2-3-96 0,-1 2-16 0,-1 1 0 16,0 2-256-16,-1 2-128 0,-1 1 0 0,-1 1 128 0,-1 3-400 0,-2 0-96 16</inkml:trace>
  <inkml:trace contextRef="#ctx0" brushRef="#br0" timeOffset="15214.34">18247 9433 27647 0,'-5'-2'1216'0,"2"2"256"0,0 0-1168 0,1-2-304 0,0 2 0 0,1 0 0 15,-1 0 1184-15,0 2 176 0,-1-2 48 0,-2 0 0 0,-1 2-448 0,0-2-64 16,-1 0-32-16,1 0 0 0,0 0-672 0,0 0-192 16,-1 1 0-16,1 1 128 0,-1 0-128 0,2 0 0 15,-2 1 0-15,2 2 0 0,-1-1 0 0,2 1 0 16,-2 2 0-16,2 0 0 0,1 2 256 0,1-1-32 15,1 1 0-15,1 0 0 0,2 0 80 0,-2-9 16 16,0 0 0-16,0 0 0 0,0 0-64 0,26 38-16 16,-26-38 0-16,0 0 0 0,0 0-48 0,0 0 0 15,43 20 0-15,-43-20 0 0,0 0-192 0,0 0 0 16,0 0 0-16,39 24 0 0,-39-24 0 0,0 0 0 0,0 0 0 16,0 0 0-16,15 40 0 0,-16-31 0 0,0 1 0 0,-1 0 0 15,-1-3 192-15,-1 2 0 0,-3 1 0 0,0-3 0 0,-1 2 0 0,-3-1 0 16,-3 1 0-16,-3 0 0 0,-2 1-192 0,-3-1 0 15,-3-2 128 1,-1 3-128-16,0-3-128 0,-1 2-80 0</inkml:trace>
  <inkml:trace contextRef="#ctx0" brushRef="#br0" timeOffset="16254.31">17314 10192 13823 0,'-1'-2'1216'0,"-1"-1"-960"15,1 3-256-15,1 0 0 0,0 0 992 0,-1 1 160 0,0 1 16 0,-1 0 16 16,2 0 288-16,-2 4 64 0,0 3 16 0,2 5 0 15,1 2-400-15,1 3-64 16,-2-19-32-16,8 43 0 0,-8-43-176 0,14 47-48 0,-14-47 0 0,17 44 0 16,-17-44-384-16,19 39-96 15,-19-39-16-15,0 0 0 0,32 41-336 0,-32-41 0 0,0 0 0 16,0 0-14112-16</inkml:trace>
  <inkml:trace contextRef="#ctx0" brushRef="#br0" timeOffset="16604.34">17589 10315 13823 0,'-4'3'608'0,"0"-1"128"0,0 0-592 0,1 0-144 0,2 1 0 0,-1-2 0 16,0 1 1264-16,-2 2 208 0,-2 3 64 0,-3 0 0 0,-2 4-256 0,-1 0-64 16,0-1 0-16,-1 1 0 15,-1-1-640-15,1 1-144 0,0-1-32 0,0-1 0 16,-1-1-400-16,3 1 0 0,1-4 0 0,1 0 0 15,0-2 0-15,4-2 0 0,0-1 0 0,2 0 0 16,2-2 0-16,1-2 0 0,0-1 0 0,1 0 128 16,1 0-128-16,2 0 0 0,1-1 0 0,-1 0 0 0,1 2 0 0,-1 1 0 15,-2-1 128-15,1 3-128 16,-1 1 928-16,-1 3 96 0,-1 0 32 0,0 3 0 0,-1 4-304 0,0-1-64 16,0 3-16-16,-1 0 0 0,0 0-464 0,1 2-80 15,-1 3-128-15,0 2 176 0,0 2-176 16,1 1 0-16,0 1 0 0,0-2 128 0,1 3-128 15,0-2 0-15,0 1 0 0,0-2 0 0,0 1 0 0,0-5 0 0,1-1 0 16,1-2 0-16,-1-2 0 0,0 0 0 16,-1-3 0-16,1-1 0 0,0-2-832 15,0-3-80-15</inkml:trace>
  <inkml:trace contextRef="#ctx0" brushRef="#br0" timeOffset="16835.64">17639 10438 14735 0,'1'-6'1312'0,"-1"3"-1056"0,1 0-256 0,0 1 0 15,1 2 2256-15,-1-1 400 0,1 1 80 0,1 0 16 16,2-1 48-16,4-1 16 0,3 2 0 0,2-3 0 16,3 1-1600-16,2-1-304 0,1 0-64 0,1-1-16 15,1-1-560-15,-2 1-112 0,0-1-32 0,-4 0 0 16,0 1-128-16,-2-1 0 0,-2 0 0 0,-2-1 0 15,-2 2-224-15,-2 1-32 0,-1 0 0 0,-3 0-10896 16,-1 1-2192-16</inkml:trace>
  <inkml:trace contextRef="#ctx0" brushRef="#br0" timeOffset="17084.48">17780 10389 911 0,'-2'2'0'0,"-1"-2"0"0,1 1 0 0,1 1 0 15,1-2 2192-15,0 2 368 0,-1-1 64 0,-2 2 0 16,1 3 1232-16,-1 0 240 0,1 4 64 0,1 0 0 0,0 4-1728 0,0 0-352 15,0 0-64-15,-1 5-16 0,0-2-1248 0,0 2-256 16,-1 2-48-16,0 0-16 0,-1 0-304 0,1 1-128 16,-1-1 0-16,0-2 128 0,2 0-128 0,1-2 0 15,1-3 0-15,0-1 0 0,0-13 0 0,0 0 0 16,0 0 0-16,15 38 0 0,-15-38 0 0,0 0 0 0,0 0 0 0,41 9 0 16,-28-12-128-16,1-2 128 15,1-4 0-15,2-1 0 0,-2-2 0 0,0 1 0 16,0-1 0-16,-2 1 0 0,-2 1 0 0,-2 2-144 15,-1 1 144-15,-3 0 0 16,0 2-576-16,-3 1-16 0,-1-1 0 0,-1 2-13904 0</inkml:trace>
  <inkml:trace contextRef="#ctx0" brushRef="#br0" timeOffset="17255.31">17713 10628 15663 0,'-3'2'688'0,"2"1"144"0,1 0-656 0,0-1-176 16,1-2 0-16,1 1 0 15,-1 0 2160-15,1 1 400 0,4 1 64 0,-6-3 32 16,0 0-176-16,0 0-48 0,44 2 0 0,-28-9 0 0,2 2-1024 0,0-3-192 16,-1-1-64-16,1-2 0 15,-1 1-688-15,1 1-144 0,0-1-16 0,-2 1-16 16,1 2-480-16,-3 0-112 0</inkml:trace>
  <inkml:trace contextRef="#ctx0" brushRef="#br0" timeOffset="17653.31">18198 10458 28159 0,'1'-7'624'0,"-1"4"128"0,0-1 16 0,0 3 16 0,0-1-624 0,0 2-160 16,0 0 0-16,0-2 0 0,0 1 2176 0,0-1 384 15,0 2 96-15,0-2 16 0,-1 2-1824 0,1 0-352 0,-1 0-80 0,-1 0-16 16,0 1-400-16,-2 0 0 15,1 2 0-15,-3 1 0 0,0 1 0 0,-3-1 0 0,-1 4 0 0,0-3 0 16,-1 3 0-16,1 0 0 0,-2-1 0 0,2 1 0 16,1 1 0-16,0-2 0 0,0 3 0 0,3-3 0 15,0 1 0-15,3 0 0 0,1-1 0 0,1-2 0 16,2 2 256-16,1-2-48 0,2-3 0 0,2 1 0 16,0-1-16-16,2-2-16 0,0 0 0 0,1 0 0 15,1 0-176-15,-2 0 0 0,1-2 0 0,0 2 128 16,-9 0-128-16,0 0 0 0,0 0 0 0,0 0 0 15,39 12 0-15,-39-12 0 0,0 0 0 0,0 0 0 16,0 0 0-16,22 35 0 0,-22-35 0 0,0 0 0 16,2 27 0-16,-3-16 0 0,-1-2 0 0,-2 2 0 0,-1 0 0 15,-2-2 0-15,0-1 0 0,-4 1 0 16,0-2 0-16,0 0 0 0,-1 0 0 0,-1-2 0 0,0-2 0 0,0 1 0 16,0-1 0-16,0 0 0 15,-1 0 0-15</inkml:trace>
  <inkml:trace contextRef="#ctx0" brushRef="#br0" timeOffset="19195.41">17355 11460 11055 0,'0'-2'976'0,"1"2"-784"15,0-2-192-15,-1 0 0 0,0 1 1120 16,1-1 176-16,1 0 48 0,0-1 0 0,1-1 864 0,1-2 176 16,-1 3 48-16,1 0 0 0,0-2-656 0,-1 3-128 15,0 1-32-15,0-2 0 16,0 2-256-16,0-2-48 0,0-2-16 0,0 1 0 0,1-3-624 0,-1 2-128 16,-1-5-32-16,2 1 0 0,-1 0-224 0,-1-1-48 15,-1 0-16-15,-1 1 0 0,-2 2-224 0,-3-2 0 16,-1 2 0-16,-3-1 0 0,-2 4 0 0,-2 1 0 15,-1 1 0-15,-1 4 0 0,0 1 0 0,-2 3 0 16,-2 2 0-16,3 1 0 16,1 1 0-16,-1 6 0 0,0 2 0 0,1 5 0 15,1 3 0-15,2 0 0 0,2 4-128 0,3 0 128 16,0 2 0-16,3 2 0 0,0-2-128 0,3 0 128 0,2-2 0 0,2-4 0 16,-3-26 0-16,10 44 0 0,-10-44 0 15,0 0 0-15,26 34-128 0,-26-34 128 16,0 0 0-16,0 0 0 0,37 8 0 0,-26-13 0 15,1-2 0-15,0-2 0 0,2-1 0 0,1-1 0 0,-1 1 0 0,-1-1 0 0,1 0 0 16,-2-1 0-16,0 3 0 0,-1-1 0 0,-1 2 0 0,0 0 0 16,-2 1 0-16,-1 2 0 0,1-1 0 0,-2 3 0 15,0 0 0-15,-1 0 0 0,0 3 0 0,-1 3 0 16,-1 2 0-16,-1-1 0 0,1 5 0 0,-1 0 0 0,0 3 0 0,-2 1-128 16,0 4 128-16,0-3 0 0,-1 5 0 0,0-2 0 15,1-3 0-15,1 0 0 16,0-4 0-16,0-1-128 0,0 0 128 0,-1-4 0 15,2 0-752-15,-2-5-80 0,1 0-32 0,0 0-9616 16,0-5-1920-16</inkml:trace>
  <inkml:trace contextRef="#ctx0" brushRef="#br0" timeOffset="19381.36">17354 11612 7359 0,'-9'-10'320'0,"4"6"80"0,1-1-400 0,1 3 0 15,2 0 0-15,1 2 0 0,-1 0 2208 0,0 2 352 0,-2-2 80 0,1 0 16 16,0 3 448-16,0 1 96 0,3 0 0 0,1-1 16 15,2 2-1104-15,1-1-240 0,3-1-32 0,2-1-16 16,1-1-688-16,-11-1-144 0,30-3-32 0,-14 0 0 16,2-4-496-16,0 0-96 0,-2 0-32 15,-1-2 0-15,-1 1-336 0,0 2 128 0,0-2-128 0,-2 1 0 0,0 0 0 0,-1 5-192 16,0-1 32-16,-1 4-17392 16</inkml:trace>
  <inkml:trace contextRef="#ctx0" brushRef="#br0" timeOffset="19775.37">17774 11487 13823 0,'-5'-1'608'0,"2"-1"128"0,1 2-592 0,-1 0-144 15,1 0 0-15,1 0 0 16,-1 2 752-16,-1 1 112 0,-2 0 32 0,-3 3 0 0,0 5-336 0,0 2-64 15,-1 1-16-15,2 5 0 0,-1 2 320 0,0 1 64 16,2 4 16-16,0-2 0 0,2-1-368 0,1-1-80 16,0 1-16-16,2-3 0 0,2-4 224 0,-1-16 32 15,0 0 16-15,0 0 0 0,19 36-432 0,-19-36-64 16,0 0-32-16,31-5 0 0,-17-2 224 0,3-7 32 0,2-1 16 0,1-4 0 16,-2 0 144-16,0 0 48 0,-1-2 0 0,-3-2 0 15,0 1-496-15,-3-2-128 0,-1 3 0 0,-4-2 0 16,-3 3 0-16,-4 2 0 0,-3 1 128 0,-2 2-128 0,-3 3 656 0,-1 3 64 15,-1 2 16-15,-2 5 0 0,0 0 160 0,-2 4 48 16,1 0 0-16,0 5 0 0,-1 0-368 0,2 1-64 16,0 3 0-16,0-1-16 15,2 2-288-15,0-1-48 0,3 1-16 0,2 0 0 0,2 0-144 0,2-2 0 16,3-3 0-16,1 1 0 16,2-2 0-16,0 1 0 0,-4-7 0 0,0 0 0 0,0 0-384 0</inkml:trace>
  <inkml:trace contextRef="#ctx0" brushRef="#br0" timeOffset="20186.74">18134 11506 12895 0,'1'-3'1152'0,"0"0"-928"0,-1 3-224 0,0 0 0 0,0 0 768 16,-1-2 128-16,1 2 0 0,-2-1 16 16,-1 0 656-16,-1 2 128 0,-2 2 32 0,-2 3 0 15,-1 0-1024-15,1 4-192 0,-2 2-32 0,0 0-16 0,1 2 224 0,0 2 32 16,-1 4 16-16,3-2 0 0,1 2 16 0,0-2 0 16,3-1 0-16,1 0 0 0,2-17-480 0,0 0-80 15,10 35-32-15,-10-35 0 0,0 0-160 0,0 0 0 16,40 10 0-16,-27-13 0 0,2-3 0 0,1-3 0 15,0-3 0-15,0-1 0 0,-2-1 224 0,-1-3 112 16,-1 3 32-16,-2-3 0 0,-3 3 208 0,-1 2 32 16,-2-2 16-16,-1 1 0 0,-1 1-16 0,-3-1 0 15,-1 0 0-15,-2 0 0 0,-1 3-96 0,-3-1 0 16,-2 4-16-16,-1 0 0 0,-2 4-240 0,-1 3-32 0,-1 2-16 16,1 1 0-16,-1 4-208 0,1 0 128 0,1 2-128 15,2 1 0-15,2 3 0 0,2 0 0 0,2 0 0 16,3 0 0-1,1-1-416-15,1-12-128 0</inkml:trace>
  <inkml:trace contextRef="#ctx0" brushRef="#br0" timeOffset="20769.21">18522 11648 28559 0,'2'4'1264'0,"-1"-3"272"0,0 1-1232 0,0-2-304 15,0 0 0-15,0-2 0 16,1 1 1424-16,0 1 240 0,2-3 32 0,2 0 16 0,0 0-992 16,2-2-192-16,-1 1-32 0,0-3-16 0,-1 2-320 0,0 0-160 15,-2-2 160-15,0 0-160 0,-1 2 256 0,-2-2-32 16,-1 2-16-16,-1-2 0 0,-2 2 80 0,0-2 16 16,-1 1 0-16,-3-2 0 0,1 1-48 0,-4-1 0 15,1 2 0-15,-1-2 0 0,0 1-16 0,-1 2-16 0,2 1 0 0,1 0 0 16,1 3-224-16,1 1 128 15,0 1-128-15,0 3 0 0,0 0 0 0,1 4 0 16,-2-1 0-16,2 1 0 0,-1 0 0 0,0 4 0 16,1-2 0-16,-1 4 0 0,2-2 0 0,-1 2 0 0,1 1 0 0,1 1 0 15,0-2 0-15,1 0 0 0,1 1 0 0,1-3 0 16,0-12 0-16,0 0 0 0,0 0 0 0,14 36 0 16,-14-36 0-16,0 0 0 0,0 0 0 0,32 6 0 15,-22-11 0-15,1 1 0 0,1-6 0 0,0 0 0 16,0-3 0-16,1 0 0 0,-1 1 0 0,1-4 0 15,-3 4 128-15,1-2-128 0,0-3 0 0,-2-1 0 0,-1 2 0 16,-1-4 0-16,-1 1 0 0,0-3 0 0,-1-1 0 0,-1-6 0 16,0 1 0-16,-2-5 0 0,0 0-240 0,-1 0-80 15,0 4-32-15,-1 1 0 16,1 4-128 0,-1 5-32-16,1 5 0 0,-1 5 0 0,0 3 512 0,0 5 0 0,0 1 0 0,-1 1 0 0,0 4 240 0,-1 0 144 15,0 2 16-15,0 2 16 0,-1 2 0 0,0 1 0 16,0 1 0-16,1 1 0 0,0 1-224 0,0 3-32 15,1 1-16-15,1 1 0 0,0-20-144 0,3 47 128 16,-1-21-128-16,0 0 128 16,1 2-128-16,0 1 0 0,0-1 144 0,-1 1-144 0,0 0 0 0,1 1 0 15,-1-4 0-15,1 2 0 0,-3-28 0 0,6 48 0 0,-6-48 0 0,9 38 0 16,-9-38 0-16,0 0-160 16,17 40 160-16,-17-40-18352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6F77-CFCE-A445-8E2C-54D16F9EECCC}" type="datetimeFigureOut">
              <a:rPr lang="en-US" smtClean="0"/>
              <a:t>10/30/2023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42D00-D33B-6747-961F-9152114FB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41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97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21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03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58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00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3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61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78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98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44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31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71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57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55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65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48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56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55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842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42D00-D33B-6747-961F-9152114FB45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59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Cover 1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401044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>
          <a:gsLst>
            <a:gs pos="12000">
              <a:srgbClr val="1C3D74"/>
            </a:gs>
            <a:gs pos="100000">
              <a:srgbClr val="2DB8C5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2803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gradFill flip="none" rotWithShape="1">
          <a:gsLst>
            <a:gs pos="74000">
              <a:srgbClr val="10746A"/>
            </a:gs>
            <a:gs pos="18000">
              <a:srgbClr val="0096E3">
                <a:lumMod val="90000"/>
                <a:lumOff val="1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19369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gradFill flip="none" rotWithShape="1">
          <a:gsLst>
            <a:gs pos="0">
              <a:srgbClr val="73B82B">
                <a:lumMod val="88000"/>
                <a:lumOff val="12000"/>
              </a:srgbClr>
            </a:gs>
            <a:gs pos="97312">
              <a:srgbClr val="10746A"/>
            </a:gs>
            <a:gs pos="59000">
              <a:srgbClr val="10746A">
                <a:lumMod val="94000"/>
                <a:lumOff val="6000"/>
              </a:srgbClr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660772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gradFill>
          <a:gsLst>
            <a:gs pos="0">
              <a:srgbClr val="73B82B">
                <a:lumMod val="88000"/>
                <a:lumOff val="12000"/>
              </a:srgbClr>
            </a:gs>
            <a:gs pos="69000">
              <a:srgbClr val="2DB8C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41877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bg>
      <p:bgPr>
        <a:gradFill flip="none" rotWithShape="1">
          <a:gsLst>
            <a:gs pos="85484">
              <a:srgbClr val="8D3786"/>
            </a:gs>
            <a:gs pos="19000">
              <a:srgbClr val="EC008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1055588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Pr>
        <a:gradFill flip="none" rotWithShape="1">
          <a:gsLst>
            <a:gs pos="3226">
              <a:srgbClr val="8D3786"/>
            </a:gs>
            <a:gs pos="35000">
              <a:srgbClr val="8D3786"/>
            </a:gs>
            <a:gs pos="100000">
              <a:srgbClr val="F18500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page – </a:t>
            </a:r>
            <a:br>
              <a:rPr lang="en-US"/>
            </a:br>
            <a:r>
              <a:rPr lang="en-US"/>
              <a:t>Arial Bold 40pt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Insert sub-heading / date</a:t>
            </a:r>
          </a:p>
        </p:txBody>
      </p:sp>
    </p:spTree>
    <p:extLst>
      <p:ext uri="{BB962C8B-B14F-4D97-AF65-F5344CB8AC3E}">
        <p14:creationId xmlns:p14="http://schemas.microsoft.com/office/powerpoint/2010/main" val="3086862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F9F98BB-2095-434E-97D1-3636B7E75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C7A6F9-784D-428C-B9C4-650A70FFC0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0865" y="1311275"/>
            <a:ext cx="4277455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</p:spTree>
    <p:extLst>
      <p:ext uri="{BB962C8B-B14F-4D97-AF65-F5344CB8AC3E}">
        <p14:creationId xmlns:p14="http://schemas.microsoft.com/office/powerpoint/2010/main" val="310220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79950" y="1311276"/>
            <a:ext cx="4186238" cy="2791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79950" y="4176072"/>
            <a:ext cx="4186238" cy="879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0C9E275-0734-425E-938B-16131D4657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438540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6C74048-C75E-FD4A-A2F0-C36E16C2A34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67512" y="1311276"/>
            <a:ext cx="2098675" cy="27737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2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2840F-CF0A-4B0C-876C-214741C519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180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D51F31A-86D2-8C4F-A1A9-C88372B37B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4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39CEF63-09E5-47AB-B122-292E3DA726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6447286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49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E942392-5A1D-4B43-9FC3-CF83A59FC53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67513" y="1311275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67511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67513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67512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5E523E2-4C7B-424A-8715-BA3BD5E8B9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3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2098675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33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67513" y="1322601"/>
            <a:ext cx="2098675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67512" y="417795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16A11E-B4A5-4F26-9049-F166D72D62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23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ext + image + ca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572001" y="1322602"/>
            <a:ext cx="4305300" cy="124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999" y="2607606"/>
            <a:ext cx="4305302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1" y="2874141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999" y="4173000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778626" y="2877213"/>
            <a:ext cx="2098675" cy="12407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8624" y="4176072"/>
            <a:ext cx="2098676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1A76B9A-C73D-41F4-848B-7B422BD254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4288564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00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column text + image +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02847" y="1322601"/>
            <a:ext cx="2763341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2847" y="4177950"/>
            <a:ext cx="2763341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B742EC7-0905-4619-9932-945C15BD9F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4721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 marL="457200" indent="0">
              <a:buFont typeface="Arial" panose="020B0604020202020204" pitchFamily="34" charset="0"/>
              <a:buNone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839734A-FE59-489D-8235-3CE5E3DE21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6595" y="1311275"/>
            <a:ext cx="285455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19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column text +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496620" y="1309603"/>
            <a:ext cx="6380681" cy="28083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96620" y="4176072"/>
            <a:ext cx="638068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7C490C0-3F42-428E-9663-C0315B61F1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1262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450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FA0FF9DD-FA38-C644-8804-531A719824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87339" y="1322601"/>
            <a:ext cx="8578850" cy="27923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3461591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ima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EBDDE399-7978-8146-B813-A0B3CFED1CC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79400" y="250826"/>
            <a:ext cx="8597901" cy="38671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4 Text" pitchFamily="2" charset="77"/>
              </a:defRPr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8558A91-5849-F74E-9FFB-8BB3E3F86F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7339" y="4177950"/>
            <a:ext cx="8578850" cy="8795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2pPr>
            <a:lvl3pPr marL="6858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3pPr>
            <a:lvl4pPr marL="10287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4pPr>
            <a:lvl5pPr marL="1371600" indent="0">
              <a:buNone/>
              <a:defRPr sz="1000">
                <a:solidFill>
                  <a:schemeClr val="accent5"/>
                </a:solidFill>
                <a:latin typeface="Channel 4 Chadwick" pitchFamily="2" charset="77"/>
              </a:defRPr>
            </a:lvl5pPr>
          </a:lstStyle>
          <a:p>
            <a:pPr lvl="0"/>
            <a:r>
              <a:rPr lang="en-US"/>
              <a:t>Click to edit caption: Arial Regular 10pt</a:t>
            </a:r>
          </a:p>
        </p:txBody>
      </p:sp>
    </p:spTree>
    <p:extLst>
      <p:ext uri="{BB962C8B-B14F-4D97-AF65-F5344CB8AC3E}">
        <p14:creationId xmlns:p14="http://schemas.microsoft.com/office/powerpoint/2010/main" val="2436586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203484" y="1234649"/>
            <a:ext cx="2219675" cy="1349665"/>
            <a:chOff x="1985262" y="1786188"/>
            <a:chExt cx="3594613" cy="25795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2DB8C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2DB8C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1"/>
              <a:ext cx="3594613" cy="864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2DB8C5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3299430" y="1210655"/>
            <a:ext cx="2156489" cy="1349665"/>
            <a:chOff x="1985262" y="1786188"/>
            <a:chExt cx="3594613" cy="2579532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8D378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6" cy="10321"/>
            </a:xfrm>
            <a:prstGeom prst="line">
              <a:avLst/>
            </a:prstGeom>
            <a:ln w="28575">
              <a:solidFill>
                <a:srgbClr val="8D37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8D3786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6395376" y="1210655"/>
            <a:ext cx="2184743" cy="1349665"/>
            <a:chOff x="1985262" y="1786188"/>
            <a:chExt cx="3594613" cy="25795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526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10746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4" cy="10321"/>
            </a:xfrm>
            <a:prstGeom prst="line">
              <a:avLst/>
            </a:prstGeom>
            <a:ln w="28575">
              <a:solidFill>
                <a:srgbClr val="1074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10746A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1800890" y="2785639"/>
            <a:ext cx="2268189" cy="1349665"/>
            <a:chOff x="1985262" y="1786188"/>
            <a:chExt cx="3594613" cy="2579532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4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F185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56871"/>
              <a:ext cx="3407805" cy="10321"/>
            </a:xfrm>
            <a:prstGeom prst="line">
              <a:avLst/>
            </a:prstGeom>
            <a:ln w="28575">
              <a:solidFill>
                <a:srgbClr val="F185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F18500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0557C50-0B31-9348-AF2A-301002B74889}"/>
              </a:ext>
            </a:extLst>
          </p:cNvPr>
          <p:cNvGrpSpPr/>
          <p:nvPr userDrawn="1"/>
        </p:nvGrpSpPr>
        <p:grpSpPr>
          <a:xfrm>
            <a:off x="4949634" y="2785639"/>
            <a:ext cx="2289366" cy="1349665"/>
            <a:chOff x="1985262" y="1786188"/>
            <a:chExt cx="3594613" cy="257953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0759468-3783-DD45-AC2F-7E3842278B7D}"/>
                </a:ext>
              </a:extLst>
            </p:cNvPr>
            <p:cNvSpPr txBox="1"/>
            <p:nvPr/>
          </p:nvSpPr>
          <p:spPr>
            <a:xfrm>
              <a:off x="2401825" y="1786188"/>
              <a:ext cx="2677753" cy="1470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b="1">
                  <a:solidFill>
                    <a:srgbClr val="73B8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19%</a:t>
              </a:r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499D1F6-6F64-E045-A629-F16A8AF17DEB}"/>
                </a:ext>
              </a:extLst>
            </p:cNvPr>
            <p:cNvCxnSpPr/>
            <p:nvPr/>
          </p:nvCxnSpPr>
          <p:spPr>
            <a:xfrm flipV="1">
              <a:off x="2114979" y="3271937"/>
              <a:ext cx="3407805" cy="10321"/>
            </a:xfrm>
            <a:prstGeom prst="line">
              <a:avLst/>
            </a:prstGeom>
            <a:ln w="28575">
              <a:solidFill>
                <a:srgbClr val="73B8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9D3155A-02B7-9146-95B9-2D706BFA7810}"/>
                </a:ext>
              </a:extLst>
            </p:cNvPr>
            <p:cNvSpPr txBox="1"/>
            <p:nvPr/>
          </p:nvSpPr>
          <p:spPr>
            <a:xfrm>
              <a:off x="1985262" y="3500872"/>
              <a:ext cx="3594613" cy="864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  <a:p>
              <a:pPr algn="ctr"/>
              <a:r>
                <a:rPr lang="en-US" sz="1400">
                  <a:solidFill>
                    <a:srgbClr val="73B82B"/>
                  </a:solidFill>
                  <a:latin typeface="Arial" panose="020B0604020202020204" pitchFamily="34" charset="0"/>
                  <a:ea typeface="Frutiger-Light" panose="02020603050405020304" pitchFamily="18" charset="77"/>
                  <a:cs typeface="Arial" panose="020B0604020202020204" pitchFamily="34" charset="0"/>
                </a:rPr>
                <a:t>Insert text Insert Text</a:t>
              </a:r>
            </a:p>
          </p:txBody>
        </p:sp>
      </p:grpSp>
      <p:sp>
        <p:nvSpPr>
          <p:cNvPr id="2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11096"/>
            <a:ext cx="8672097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</p:spTree>
    <p:extLst>
      <p:ext uri="{BB962C8B-B14F-4D97-AF65-F5344CB8AC3E}">
        <p14:creationId xmlns:p14="http://schemas.microsoft.com/office/powerpoint/2010/main" val="2476875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348A56A-D03E-7C4E-AE8E-F896E6A5A11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86463332"/>
              </p:ext>
            </p:extLst>
          </p:nvPr>
        </p:nvGraphicFramePr>
        <p:xfrm>
          <a:off x="2925649" y="1218723"/>
          <a:ext cx="4923808" cy="3149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91CD518-0B4F-4DDD-8245-74B5057E96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01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E844C2-66A4-7347-BB76-EF1AA2EFEA8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544693725"/>
              </p:ext>
            </p:extLst>
          </p:nvPr>
        </p:nvGraphicFramePr>
        <p:xfrm>
          <a:off x="3380198" y="1259540"/>
          <a:ext cx="5003514" cy="329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6BE319-1C15-41CC-A596-E46D2BF7CC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132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F8E69A5-8A32-3B48-8662-8A79DC2E0921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268563056"/>
              </p:ext>
            </p:extLst>
          </p:nvPr>
        </p:nvGraphicFramePr>
        <p:xfrm>
          <a:off x="2586555" y="1209354"/>
          <a:ext cx="5804951" cy="3027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20285F8-6946-46F6-9325-70AD32F1D6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7" y="1311275"/>
            <a:ext cx="229662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  <a:p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>
              <a:defRPr/>
            </a:pPr>
            <a:r>
              <a:rPr lang="en-US"/>
              <a:t>Bullet points</a:t>
            </a:r>
          </a:p>
          <a:p>
            <a:pPr lvl="1">
              <a:buFont typeface="Arial" panose="020B0604020202020204" pitchFamily="34" charset="0"/>
              <a:buChar char="-"/>
              <a:defRPr/>
            </a:pPr>
            <a:r>
              <a:rPr lang="en-US" sz="1400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Sub-bullet point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262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FD6674-8208-4117-92B8-8BA50FAB180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66213361"/>
              </p:ext>
            </p:extLst>
          </p:nvPr>
        </p:nvGraphicFramePr>
        <p:xfrm>
          <a:off x="287338" y="168965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1B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3D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5AC98B-3184-4158-8DB1-FD0896BAEA5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48348035"/>
              </p:ext>
            </p:extLst>
          </p:nvPr>
        </p:nvGraphicFramePr>
        <p:xfrm>
          <a:off x="287338" y="3153802"/>
          <a:ext cx="7137192" cy="110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532">
                  <a:extLst>
                    <a:ext uri="{9D8B030D-6E8A-4147-A177-3AD203B41FA5}">
                      <a16:colId xmlns:a16="http://schemas.microsoft.com/office/drawing/2014/main" val="3822116847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1796008628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879958063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650332254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3035283889"/>
                    </a:ext>
                  </a:extLst>
                </a:gridCol>
                <a:gridCol w="1189532">
                  <a:extLst>
                    <a:ext uri="{9D8B030D-6E8A-4147-A177-3AD203B41FA5}">
                      <a16:colId xmlns:a16="http://schemas.microsoft.com/office/drawing/2014/main" val="2593290401"/>
                    </a:ext>
                  </a:extLst>
                </a:gridCol>
              </a:tblGrid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>
                          <a:latin typeface="+mj-lt"/>
                        </a:rPr>
                        <a:t>XXXXXXXXXXXXX</a:t>
                      </a: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</a:t>
                      </a:r>
                      <a:endParaRPr lang="en-US" sz="800"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XXXXXXXXXXXXX</a:t>
                      </a:r>
                      <a:endParaRPr kumimoji="0" lang="en-US" sz="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2707" marR="32707" marT="49061" marB="49061" anchor="ctr">
                    <a:lnL w="12700" cmpd="sng">
                      <a:noFill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B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180098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55196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887121"/>
                  </a:ext>
                </a:extLst>
              </a:tr>
              <a:tr h="276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i="0" err="1">
                          <a:solidFill>
                            <a:schemeClr val="tx1"/>
                          </a:solidFill>
                          <a:latin typeface="+mj-lt"/>
                        </a:rPr>
                        <a:t>xxxxxxxxxx</a:t>
                      </a:r>
                      <a:endParaRPr lang="en-US" sz="800" b="0" i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32707" marR="32707" marT="49061" marB="49061" anchor="ctr">
                    <a:lnL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B8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991891"/>
                  </a:ext>
                </a:extLst>
              </a:tr>
            </a:tbl>
          </a:graphicData>
        </a:graphic>
      </p:graphicFrame>
      <p:sp>
        <p:nvSpPr>
          <p:cNvPr id="10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1C3D7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 (up to 2 lines) – </a:t>
            </a:r>
            <a:br>
              <a:rPr lang="en-US"/>
            </a:br>
            <a:r>
              <a:rPr lang="en-US"/>
              <a:t>Arial Bold 25pt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ABA65EC-BE67-47F1-855B-E0BFD2EA8C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6596" y="1311275"/>
            <a:ext cx="8672097" cy="2952750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400">
                <a:solidFill>
                  <a:srgbClr val="1C3D74"/>
                </a:solidFill>
                <a:latin typeface="+mj-lt"/>
              </a:defRPr>
            </a:lvl1pPr>
            <a:lvl2pPr>
              <a:buFont typeface="Arial" panose="020B0604020202020204" pitchFamily="34" charset="0"/>
              <a:buChar char="-"/>
              <a:defRPr sz="1400">
                <a:solidFill>
                  <a:srgbClr val="1C3D74"/>
                </a:solidFill>
                <a:latin typeface="+mj-lt"/>
              </a:defRPr>
            </a:lvl2pPr>
            <a:lvl3pPr>
              <a:defRPr>
                <a:solidFill>
                  <a:srgbClr val="1C3D74"/>
                </a:solidFill>
                <a:latin typeface="+mj-lt"/>
              </a:defRPr>
            </a:lvl3pPr>
            <a:lvl4pPr>
              <a:defRPr>
                <a:solidFill>
                  <a:srgbClr val="1C3D74"/>
                </a:solidFill>
                <a:latin typeface="+mj-lt"/>
              </a:defRPr>
            </a:lvl4pPr>
            <a:lvl5pPr>
              <a:defRPr>
                <a:solidFill>
                  <a:srgbClr val="1C3D74"/>
                </a:solidFill>
                <a:latin typeface="+mj-lt"/>
              </a:defRPr>
            </a:lvl5pPr>
          </a:lstStyle>
          <a:p>
            <a:pPr marL="0" indent="0">
              <a:buNone/>
            </a:pPr>
            <a:r>
              <a:rPr lang="en-US"/>
              <a:t>Click to edit Master title style – Arial Regular 14pt</a:t>
            </a:r>
          </a:p>
        </p:txBody>
      </p:sp>
    </p:spTree>
    <p:extLst>
      <p:ext uri="{BB962C8B-B14F-4D97-AF65-F5344CB8AC3E}">
        <p14:creationId xmlns:p14="http://schemas.microsoft.com/office/powerpoint/2010/main" val="38335702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3228967"/>
            <a:ext cx="4335556" cy="11588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811C00-D549-464E-ADFA-3C1836754071}"/>
              </a:ext>
            </a:extLst>
          </p:cNvPr>
          <p:cNvSpPr txBox="1"/>
          <p:nvPr userDrawn="1"/>
        </p:nvSpPr>
        <p:spPr>
          <a:xfrm>
            <a:off x="3282511" y="1820461"/>
            <a:ext cx="2770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63592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_Logo">
    <p:bg>
      <p:bgPr>
        <a:solidFill>
          <a:srgbClr val="1C3D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26986" y="1954745"/>
            <a:ext cx="4335556" cy="11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69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F016AB-50EC-D145-8FEE-4F74E8E3B1D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98188" y="373575"/>
            <a:ext cx="2489200" cy="66531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670BE8-3C46-EF4F-BC90-6793A5222276}"/>
              </a:ext>
            </a:extLst>
          </p:cNvPr>
          <p:cNvCxnSpPr/>
          <p:nvPr userDrawn="1"/>
        </p:nvCxnSpPr>
        <p:spPr>
          <a:xfrm>
            <a:off x="298188" y="4830791"/>
            <a:ext cx="856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7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50" r:id="rId2"/>
    <p:sldLayoutId id="2147483765" r:id="rId3"/>
    <p:sldLayoutId id="2147483766" r:id="rId4"/>
    <p:sldLayoutId id="2147483767" r:id="rId5"/>
    <p:sldLayoutId id="2147483768" r:id="rId6"/>
    <p:sldLayoutId id="2147483769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58" userDrawn="1">
          <p15:clr>
            <a:srgbClr val="F26B43"/>
          </p15:clr>
        </p15:guide>
        <p15:guide id="3" pos="176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5585" userDrawn="1">
          <p15:clr>
            <a:srgbClr val="F26B43"/>
          </p15:clr>
        </p15:guide>
        <p15:guide id="6" orient="horz" pos="1620" userDrawn="1">
          <p15:clr>
            <a:srgbClr val="F26B43"/>
          </p15:clr>
        </p15:guide>
        <p15:guide id="7" orient="horz" pos="554" userDrawn="1">
          <p15:clr>
            <a:srgbClr val="F26B43"/>
          </p15:clr>
        </p15:guide>
        <p15:guide id="8" orient="horz" pos="690" userDrawn="1">
          <p15:clr>
            <a:srgbClr val="F26B43"/>
          </p15:clr>
        </p15:guide>
        <p15:guide id="9" orient="horz" pos="826" userDrawn="1">
          <p15:clr>
            <a:srgbClr val="F26B43"/>
          </p15:clr>
        </p15:guide>
        <p15:guide id="10" pos="2812" userDrawn="1">
          <p15:clr>
            <a:srgbClr val="F26B43"/>
          </p15:clr>
        </p15:guide>
        <p15:guide id="11" pos="2948" userDrawn="1">
          <p15:clr>
            <a:srgbClr val="F26B43"/>
          </p15:clr>
        </p15:guide>
        <p15:guide id="12" pos="1474" userDrawn="1">
          <p15:clr>
            <a:srgbClr val="F26B43"/>
          </p15:clr>
        </p15:guide>
        <p15:guide id="13" pos="4263" userDrawn="1">
          <p15:clr>
            <a:srgbClr val="F26B43"/>
          </p15:clr>
        </p15:guide>
        <p15:guide id="14" orient="horz" pos="2822" userDrawn="1">
          <p15:clr>
            <a:srgbClr val="F26B43"/>
          </p15:clr>
        </p15:guide>
        <p15:guide id="15" orient="horz" pos="275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3B30F1-BEAB-1D48-98D9-E0838B9BE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t="86937"/>
          <a:stretch/>
        </p:blipFill>
        <p:spPr>
          <a:xfrm>
            <a:off x="0" y="4471626"/>
            <a:ext cx="9144000" cy="671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74CA67-DD21-8043-AD24-58925882A10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98188" y="4539884"/>
            <a:ext cx="1760102" cy="47044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FACAD1-D0A6-9749-A5C6-07C38D8E6F7D}"/>
              </a:ext>
            </a:extLst>
          </p:cNvPr>
          <p:cNvSpPr txBox="1"/>
          <p:nvPr userDrawn="1"/>
        </p:nvSpPr>
        <p:spPr>
          <a:xfrm>
            <a:off x="7926850" y="4846638"/>
            <a:ext cx="93933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A98891B2-5225-5C40-A770-7C3A43B5E5B1}" type="slidenum">
              <a:rPr lang="en-US" sz="9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b="0" i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9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  <p:sldLayoutId id="214748388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86">
          <p15:clr>
            <a:srgbClr val="F26B43"/>
          </p15:clr>
        </p15:guide>
        <p15:guide id="2" pos="18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4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8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3.xml"/><Relationship Id="rId9" Type="http://schemas.openxmlformats.org/officeDocument/2006/relationships/image" Target="../media/image6.png"/><Relationship Id="rId14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8.png"/><Relationship Id="rId3" Type="http://schemas.openxmlformats.org/officeDocument/2006/relationships/customXml" Target="../ink/ink6.xml"/><Relationship Id="rId7" Type="http://schemas.openxmlformats.org/officeDocument/2006/relationships/image" Target="../media/image5.png"/><Relationship Id="rId12" Type="http://schemas.openxmlformats.org/officeDocument/2006/relationships/customXml" Target="../ink/ink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8.xml"/><Relationship Id="rId9" Type="http://schemas.openxmlformats.org/officeDocument/2006/relationships/image" Target="../media/image6.png"/><Relationship Id="rId14" Type="http://schemas.openxmlformats.org/officeDocument/2006/relationships/customXml" Target="../ink/ink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8.png"/><Relationship Id="rId18" Type="http://schemas.openxmlformats.org/officeDocument/2006/relationships/image" Target="../media/image4.png"/><Relationship Id="rId3" Type="http://schemas.openxmlformats.org/officeDocument/2006/relationships/customXml" Target="../ink/ink11.xml"/><Relationship Id="rId7" Type="http://schemas.openxmlformats.org/officeDocument/2006/relationships/image" Target="../media/image5.png"/><Relationship Id="rId12" Type="http://schemas.openxmlformats.org/officeDocument/2006/relationships/customXml" Target="../ink/ink14.xml"/><Relationship Id="rId17" Type="http://schemas.openxmlformats.org/officeDocument/2006/relationships/customXml" Target="../ink/ink16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13.xml"/><Relationship Id="rId9" Type="http://schemas.openxmlformats.org/officeDocument/2006/relationships/image" Target="../media/image6.png"/><Relationship Id="rId14" Type="http://schemas.openxmlformats.org/officeDocument/2006/relationships/customXml" Target="../ink/ink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8.png"/><Relationship Id="rId3" Type="http://schemas.openxmlformats.org/officeDocument/2006/relationships/customXml" Target="../ink/ink17.xml"/><Relationship Id="rId7" Type="http://schemas.openxmlformats.org/officeDocument/2006/relationships/image" Target="../media/image5.png"/><Relationship Id="rId12" Type="http://schemas.openxmlformats.org/officeDocument/2006/relationships/customXml" Target="../ink/ink20.xml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19.xml"/><Relationship Id="rId9" Type="http://schemas.openxmlformats.org/officeDocument/2006/relationships/image" Target="../media/image6.png"/><Relationship Id="rId14" Type="http://schemas.openxmlformats.org/officeDocument/2006/relationships/customXml" Target="../ink/ink2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8.png"/><Relationship Id="rId18" Type="http://schemas.openxmlformats.org/officeDocument/2006/relationships/customXml" Target="../ink/ink27.xml"/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25.xml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24.xml"/><Relationship Id="rId19" Type="http://schemas.openxmlformats.org/officeDocument/2006/relationships/image" Target="../media/image15.png"/><Relationship Id="rId4" Type="http://schemas.openxmlformats.org/officeDocument/2006/relationships/customXml" Target="../ink/ink22.xml"/><Relationship Id="rId9" Type="http://schemas.openxmlformats.org/officeDocument/2006/relationships/image" Target="../media/image6.png"/><Relationship Id="rId14" Type="http://schemas.openxmlformats.org/officeDocument/2006/relationships/customXml" Target="../ink/ink2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13" Type="http://schemas.openxmlformats.org/officeDocument/2006/relationships/image" Target="../media/image8.png"/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12" Type="http://schemas.openxmlformats.org/officeDocument/2006/relationships/customXml" Target="../ink/ink3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30.xml"/><Relationship Id="rId4" Type="http://schemas.openxmlformats.org/officeDocument/2006/relationships/customXml" Target="../ink/ink28.xml"/><Relationship Id="rId9" Type="http://schemas.openxmlformats.org/officeDocument/2006/relationships/image" Target="../media/image6.png"/><Relationship Id="rId14" Type="http://schemas.openxmlformats.org/officeDocument/2006/relationships/customXml" Target="../ink/ink3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8.png"/><Relationship Id="rId1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12" Type="http://schemas.openxmlformats.org/officeDocument/2006/relationships/customXml" Target="../ink/ink36.xml"/><Relationship Id="rId17" Type="http://schemas.openxmlformats.org/officeDocument/2006/relationships/customXml" Target="../ink/ink38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35.xml"/><Relationship Id="rId4" Type="http://schemas.openxmlformats.org/officeDocument/2006/relationships/customXml" Target="../ink/ink33.xml"/><Relationship Id="rId9" Type="http://schemas.openxmlformats.org/officeDocument/2006/relationships/image" Target="../media/image6.png"/><Relationship Id="rId14" Type="http://schemas.openxmlformats.org/officeDocument/2006/relationships/customXml" Target="../ink/ink3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13" Type="http://schemas.openxmlformats.org/officeDocument/2006/relationships/image" Target="../media/image8.png"/><Relationship Id="rId3" Type="http://schemas.openxmlformats.org/officeDocument/2006/relationships/customXml" Target="../ink/ink39.xml"/><Relationship Id="rId7" Type="http://schemas.openxmlformats.org/officeDocument/2006/relationships/image" Target="../media/image5.png"/><Relationship Id="rId12" Type="http://schemas.openxmlformats.org/officeDocument/2006/relationships/customXml" Target="../ink/ink42.xm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6" Type="http://schemas.openxmlformats.org/officeDocument/2006/relationships/customXml" Target="../ink/ink44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41.xml"/><Relationship Id="rId9" Type="http://schemas.openxmlformats.org/officeDocument/2006/relationships/image" Target="../media/image6.png"/><Relationship Id="rId14" Type="http://schemas.openxmlformats.org/officeDocument/2006/relationships/customXml" Target="../ink/ink4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13" Type="http://schemas.openxmlformats.org/officeDocument/2006/relationships/image" Target="../media/image8.png"/><Relationship Id="rId18" Type="http://schemas.openxmlformats.org/officeDocument/2006/relationships/customXml" Target="../ink/ink50.xml"/><Relationship Id="rId3" Type="http://schemas.openxmlformats.org/officeDocument/2006/relationships/image" Target="../media/image21.png"/><Relationship Id="rId7" Type="http://schemas.openxmlformats.org/officeDocument/2006/relationships/image" Target="../media/image5.png"/><Relationship Id="rId12" Type="http://schemas.openxmlformats.org/officeDocument/2006/relationships/customXml" Target="../ink/ink48.xml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47.xml"/><Relationship Id="rId19" Type="http://schemas.openxmlformats.org/officeDocument/2006/relationships/image" Target="../media/image24.png"/><Relationship Id="rId4" Type="http://schemas.openxmlformats.org/officeDocument/2006/relationships/customXml" Target="../ink/ink45.xml"/><Relationship Id="rId9" Type="http://schemas.openxmlformats.org/officeDocument/2006/relationships/image" Target="../media/image6.png"/><Relationship Id="rId14" Type="http://schemas.openxmlformats.org/officeDocument/2006/relationships/customXml" Target="../ink/ink4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13" Type="http://schemas.openxmlformats.org/officeDocument/2006/relationships/image" Target="../media/image8.png"/><Relationship Id="rId1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5.png"/><Relationship Id="rId12" Type="http://schemas.openxmlformats.org/officeDocument/2006/relationships/customXml" Target="../ink/ink54.xml"/><Relationship Id="rId17" Type="http://schemas.openxmlformats.org/officeDocument/2006/relationships/customXml" Target="../ink/ink56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53.xml"/><Relationship Id="rId4" Type="http://schemas.openxmlformats.org/officeDocument/2006/relationships/customXml" Target="../ink/ink51.xml"/><Relationship Id="rId9" Type="http://schemas.openxmlformats.org/officeDocument/2006/relationships/image" Target="../media/image6.png"/><Relationship Id="rId14" Type="http://schemas.openxmlformats.org/officeDocument/2006/relationships/customXml" Target="../ink/ink5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8.xml"/><Relationship Id="rId13" Type="http://schemas.openxmlformats.org/officeDocument/2006/relationships/image" Target="../media/image8.png"/><Relationship Id="rId3" Type="http://schemas.openxmlformats.org/officeDocument/2006/relationships/customXml" Target="../ink/ink57.xml"/><Relationship Id="rId7" Type="http://schemas.openxmlformats.org/officeDocument/2006/relationships/image" Target="../media/image5.png"/><Relationship Id="rId12" Type="http://schemas.openxmlformats.org/officeDocument/2006/relationships/customXml" Target="../ink/ink60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59.xml"/><Relationship Id="rId9" Type="http://schemas.openxmlformats.org/officeDocument/2006/relationships/image" Target="../media/image6.png"/><Relationship Id="rId14" Type="http://schemas.openxmlformats.org/officeDocument/2006/relationships/customXml" Target="../ink/ink6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3.xml"/><Relationship Id="rId13" Type="http://schemas.openxmlformats.org/officeDocument/2006/relationships/image" Target="../media/image8.png"/><Relationship Id="rId18" Type="http://schemas.openxmlformats.org/officeDocument/2006/relationships/customXml" Target="../ink/ink67.xml"/><Relationship Id="rId3" Type="http://schemas.openxmlformats.org/officeDocument/2006/relationships/customXml" Target="../ink/ink62.xml"/><Relationship Id="rId7" Type="http://schemas.openxmlformats.org/officeDocument/2006/relationships/image" Target="../media/image5.png"/><Relationship Id="rId12" Type="http://schemas.openxmlformats.org/officeDocument/2006/relationships/customXml" Target="../ink/ink65.xml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64.xml"/><Relationship Id="rId19" Type="http://schemas.openxmlformats.org/officeDocument/2006/relationships/image" Target="../media/image31.png"/><Relationship Id="rId9" Type="http://schemas.openxmlformats.org/officeDocument/2006/relationships/image" Target="../media/image6.png"/><Relationship Id="rId14" Type="http://schemas.openxmlformats.org/officeDocument/2006/relationships/customXml" Target="../ink/ink6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13" Type="http://schemas.openxmlformats.org/officeDocument/2006/relationships/image" Target="../media/image8.png"/><Relationship Id="rId3" Type="http://schemas.openxmlformats.org/officeDocument/2006/relationships/customXml" Target="../ink/ink68.xml"/><Relationship Id="rId7" Type="http://schemas.openxmlformats.org/officeDocument/2006/relationships/image" Target="../media/image5.png"/><Relationship Id="rId12" Type="http://schemas.openxmlformats.org/officeDocument/2006/relationships/customXml" Target="../ink/ink7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70.xml"/><Relationship Id="rId9" Type="http://schemas.openxmlformats.org/officeDocument/2006/relationships/image" Target="../media/image6.png"/><Relationship Id="rId14" Type="http://schemas.openxmlformats.org/officeDocument/2006/relationships/customXml" Target="../ink/ink7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.xml"/><Relationship Id="rId13" Type="http://schemas.openxmlformats.org/officeDocument/2006/relationships/image" Target="../media/image8.png"/><Relationship Id="rId3" Type="http://schemas.openxmlformats.org/officeDocument/2006/relationships/customXml" Target="../ink/ink73.xml"/><Relationship Id="rId7" Type="http://schemas.openxmlformats.org/officeDocument/2006/relationships/image" Target="../media/image5.png"/><Relationship Id="rId12" Type="http://schemas.openxmlformats.org/officeDocument/2006/relationships/customXml" Target="../ink/ink76.xml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6" Type="http://schemas.openxmlformats.org/officeDocument/2006/relationships/customXml" Target="../ink/ink78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75.xml"/><Relationship Id="rId9" Type="http://schemas.openxmlformats.org/officeDocument/2006/relationships/image" Target="../media/image6.png"/><Relationship Id="rId14" Type="http://schemas.openxmlformats.org/officeDocument/2006/relationships/customXml" Target="../ink/ink7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0.xml"/><Relationship Id="rId13" Type="http://schemas.openxmlformats.org/officeDocument/2006/relationships/image" Target="../media/image8.png"/><Relationship Id="rId3" Type="http://schemas.openxmlformats.org/officeDocument/2006/relationships/image" Target="../media/image33.png"/><Relationship Id="rId7" Type="http://schemas.openxmlformats.org/officeDocument/2006/relationships/image" Target="../media/image5.png"/><Relationship Id="rId12" Type="http://schemas.openxmlformats.org/officeDocument/2006/relationships/customXml" Target="../ink/ink8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81.xml"/><Relationship Id="rId4" Type="http://schemas.openxmlformats.org/officeDocument/2006/relationships/customXml" Target="../ink/ink79.xml"/><Relationship Id="rId9" Type="http://schemas.openxmlformats.org/officeDocument/2006/relationships/image" Target="../media/image6.png"/><Relationship Id="rId14" Type="http://schemas.openxmlformats.org/officeDocument/2006/relationships/customXml" Target="../ink/ink8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5.xml"/><Relationship Id="rId13" Type="http://schemas.openxmlformats.org/officeDocument/2006/relationships/image" Target="../media/image8.png"/><Relationship Id="rId3" Type="http://schemas.openxmlformats.org/officeDocument/2006/relationships/customXml" Target="../ink/ink84.xml"/><Relationship Id="rId7" Type="http://schemas.openxmlformats.org/officeDocument/2006/relationships/image" Target="../media/image5.png"/><Relationship Id="rId12" Type="http://schemas.openxmlformats.org/officeDocument/2006/relationships/customXml" Target="../ink/ink87.xml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6" Type="http://schemas.openxmlformats.org/officeDocument/2006/relationships/customXml" Target="../ink/ink89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86.xml"/><Relationship Id="rId9" Type="http://schemas.openxmlformats.org/officeDocument/2006/relationships/image" Target="../media/image6.png"/><Relationship Id="rId14" Type="http://schemas.openxmlformats.org/officeDocument/2006/relationships/customXml" Target="../ink/ink8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1.xml"/><Relationship Id="rId13" Type="http://schemas.openxmlformats.org/officeDocument/2006/relationships/image" Target="../media/image8.png"/><Relationship Id="rId3" Type="http://schemas.openxmlformats.org/officeDocument/2006/relationships/customXml" Target="../ink/ink90.xml"/><Relationship Id="rId7" Type="http://schemas.openxmlformats.org/officeDocument/2006/relationships/image" Target="../media/image5.png"/><Relationship Id="rId12" Type="http://schemas.openxmlformats.org/officeDocument/2006/relationships/customXml" Target="../ink/ink9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92.xml"/><Relationship Id="rId9" Type="http://schemas.openxmlformats.org/officeDocument/2006/relationships/image" Target="../media/image6.png"/><Relationship Id="rId14" Type="http://schemas.openxmlformats.org/officeDocument/2006/relationships/customXml" Target="../ink/ink9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6.xml"/><Relationship Id="rId13" Type="http://schemas.openxmlformats.org/officeDocument/2006/relationships/image" Target="../media/image8.png"/><Relationship Id="rId3" Type="http://schemas.openxmlformats.org/officeDocument/2006/relationships/customXml" Target="../ink/ink95.xml"/><Relationship Id="rId7" Type="http://schemas.openxmlformats.org/officeDocument/2006/relationships/image" Target="../media/image5.png"/><Relationship Id="rId12" Type="http://schemas.openxmlformats.org/officeDocument/2006/relationships/customXml" Target="../ink/ink98.xml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97.xml"/><Relationship Id="rId9" Type="http://schemas.openxmlformats.org/officeDocument/2006/relationships/image" Target="../media/image6.png"/><Relationship Id="rId14" Type="http://schemas.openxmlformats.org/officeDocument/2006/relationships/customXml" Target="../ink/ink9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1.xml"/><Relationship Id="rId13" Type="http://schemas.openxmlformats.org/officeDocument/2006/relationships/image" Target="../media/image8.png"/><Relationship Id="rId3" Type="http://schemas.openxmlformats.org/officeDocument/2006/relationships/customXml" Target="../ink/ink100.xml"/><Relationship Id="rId7" Type="http://schemas.openxmlformats.org/officeDocument/2006/relationships/image" Target="../media/image5.png"/><Relationship Id="rId12" Type="http://schemas.openxmlformats.org/officeDocument/2006/relationships/customXml" Target="../ink/ink10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102.xml"/><Relationship Id="rId9" Type="http://schemas.openxmlformats.org/officeDocument/2006/relationships/image" Target="../media/image6.png"/><Relationship Id="rId14" Type="http://schemas.openxmlformats.org/officeDocument/2006/relationships/customXml" Target="../ink/ink10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6.xml"/><Relationship Id="rId13" Type="http://schemas.openxmlformats.org/officeDocument/2006/relationships/image" Target="../media/image8.png"/><Relationship Id="rId18" Type="http://schemas.openxmlformats.org/officeDocument/2006/relationships/image" Target="../media/image37.png"/><Relationship Id="rId3" Type="http://schemas.openxmlformats.org/officeDocument/2006/relationships/customXml" Target="../ink/ink105.xml"/><Relationship Id="rId7" Type="http://schemas.openxmlformats.org/officeDocument/2006/relationships/image" Target="../media/image5.png"/><Relationship Id="rId12" Type="http://schemas.openxmlformats.org/officeDocument/2006/relationships/customXml" Target="../ink/ink108.xml"/><Relationship Id="rId17" Type="http://schemas.openxmlformats.org/officeDocument/2006/relationships/customXml" Target="../ink/ink110.xml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7.png"/><Relationship Id="rId15" Type="http://schemas.openxmlformats.org/officeDocument/2006/relationships/image" Target="../media/image9.png"/><Relationship Id="rId10" Type="http://schemas.openxmlformats.org/officeDocument/2006/relationships/customXml" Target="../ink/ink107.xml"/><Relationship Id="rId9" Type="http://schemas.openxmlformats.org/officeDocument/2006/relationships/image" Target="../media/image6.png"/><Relationship Id="rId14" Type="http://schemas.openxmlformats.org/officeDocument/2006/relationships/customXml" Target="../ink/ink10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type="title" idx="4294967295"/>
          </p:nvPr>
        </p:nvSpPr>
        <p:spPr>
          <a:xfrm>
            <a:off x="943599" y="1751595"/>
            <a:ext cx="7870825" cy="11715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spcBef>
                <a:spcPts val="750"/>
              </a:spcBef>
              <a:defRPr/>
            </a:pPr>
            <a:r>
              <a:rPr lang="en-US" dirty="0"/>
              <a:t>EMS702UP Statistical Thinking and Applied Machine Learning</a:t>
            </a:r>
            <a:br>
              <a:rPr lang="en-US" dirty="0"/>
            </a:br>
            <a:br>
              <a:rPr lang="en-US" dirty="0"/>
            </a:b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943598" y="2973637"/>
            <a:ext cx="7870825" cy="1171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W5.3 Fuzzy Rule Based System as a Controller and Design Choice</a:t>
            </a:r>
          </a:p>
          <a:p>
            <a:r>
              <a:rPr lang="en-US" dirty="0"/>
              <a:t>Jun Chen</a:t>
            </a:r>
          </a:p>
        </p:txBody>
      </p:sp>
    </p:spTree>
    <p:extLst>
      <p:ext uri="{BB962C8B-B14F-4D97-AF65-F5344CB8AC3E}">
        <p14:creationId xmlns:p14="http://schemas.microsoft.com/office/powerpoint/2010/main" val="186392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14804"/>
            <a:ext cx="8672097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Rule Based control was used before Mamdani’s controller. What makes fuzzy logic control so innovative lies in the way all those rules were processed. We need fuzzy control as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differs significantly from conventional control.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does not use mathematical models of the process under investigation.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can comprehend instructions and generate strategies based on verbal communication.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Control engineers can relate to it better than they would do with conventional methods.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above does not imply that people have been applying the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wrong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numeric model. They have been using mathematical models which can describe “at best” the process under investigation. However, systems/processes can be characterised by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Uncertainty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Non-linearities 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Unmodelled dynamics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84531D1-1918-76BD-1645-D0F0654CA3CD}"/>
              </a:ext>
            </a:extLst>
          </p:cNvPr>
          <p:cNvSpPr txBox="1"/>
          <p:nvPr/>
        </p:nvSpPr>
        <p:spPr>
          <a:xfrm>
            <a:off x="3661682" y="3645290"/>
            <a:ext cx="42821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this case, mathematical models will be ineffective.</a:t>
            </a:r>
            <a:endParaRPr lang="en-GB" sz="1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33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780584"/>
            <a:ext cx="8672097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uzzy logic control came at a crucial time where dissatisfaction with conventional control was growing. Fuzzy Logic Control can be said to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 able to translate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imprecise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vague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knowledge of human experts.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 simple and easy to implement.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 fully supported by software design and hardware implementation.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 able to generate smooth control.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 able to produce robust control behaviour.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 able to solve the curse of dimensionality.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 able to control unstable systems.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583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90777"/>
            <a:ext cx="8672097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E. H. Mamdani constructed the first fuzzy controller (see below) to control a plant comprising a steam-engine and boiler combinations.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44568A7-55A3-AB8F-F095-8980182797D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7814" y="1412765"/>
            <a:ext cx="3542968" cy="27265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450EE0E-CE24-7856-E0EC-372027B80B43}"/>
              </a:ext>
            </a:extLst>
          </p:cNvPr>
          <p:cNvSpPr txBox="1"/>
          <p:nvPr/>
        </p:nvSpPr>
        <p:spPr>
          <a:xfrm>
            <a:off x="4617263" y="2153589"/>
            <a:ext cx="301217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GB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ighly non-linearity </a:t>
            </a:r>
          </a:p>
          <a:p>
            <a:pPr marL="171450" indent="-1714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GB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resence of time-delay</a:t>
            </a:r>
            <a:endParaRPr lang="en-GB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30D80EE-6984-5720-7733-128CC4A20E48}"/>
                  </a:ext>
                </a:extLst>
              </p14:cNvPr>
              <p14:cNvContentPartPr/>
              <p14:nvPr/>
            </p14:nvContentPartPr>
            <p14:xfrm>
              <a:off x="757800" y="1092960"/>
              <a:ext cx="5255640" cy="3117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30D80EE-6984-5720-7733-128CC4A20E4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8440" y="1083600"/>
                <a:ext cx="5274360" cy="313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396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90777"/>
            <a:ext cx="8672097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order to design a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PID-like fuzzy controller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is necessary to choose the input-output variables and the rules of the controller properly. If a decision has already been made to design a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P-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PD-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PI-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or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PID-like controller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it implies automatically a choice of the process state(s) and control output variables as well as the content of the rule-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antecedent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the rule-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consequent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parts of each rule. </a:t>
            </a:r>
          </a:p>
          <a:p>
            <a:pPr algn="just"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0F5B6D57-21C1-BFEE-7692-8608F6C0B36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6596" y="1932984"/>
            <a:ext cx="4869822" cy="21210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5A106A-8271-AC0D-C623-0300BCA846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94954" y="1932984"/>
            <a:ext cx="2849290" cy="197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6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/>
              <p:nvPr/>
            </p:nvSpPr>
            <p:spPr>
              <a:xfrm>
                <a:off x="186596" y="690777"/>
                <a:ext cx="8672097" cy="2094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esign a PID-like fuzzy controller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 controller output can be written as follows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b="1" dirty="0"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690777"/>
                <a:ext cx="8672097" cy="2094099"/>
              </a:xfrm>
              <a:prstGeom prst="rect">
                <a:avLst/>
              </a:prstGeom>
              <a:blipFill>
                <a:blip r:embed="rId3"/>
                <a:stretch>
                  <a:fillRect l="-211" t="-2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9FA4AAC-B0D0-A364-B16A-17FD734617D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5919" y="2468683"/>
            <a:ext cx="6826925" cy="18114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640F23-B4E5-C110-1076-B0D152888EDC}"/>
                  </a:ext>
                </a:extLst>
              </p:cNvPr>
              <p:cNvSpPr txBox="1"/>
              <p:nvPr/>
            </p:nvSpPr>
            <p:spPr>
              <a:xfrm>
                <a:off x="1546625" y="1879632"/>
                <a:ext cx="5945512" cy="324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the </a:t>
                </a:r>
                <a:r>
                  <a:rPr lang="en-GB" sz="1400" b="1" i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proportional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en-GB" sz="1400" b="1" i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derivative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relating to the controller</a:t>
                </a: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640F23-B4E5-C110-1076-B0D152888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6625" y="1879632"/>
                <a:ext cx="5945512" cy="324384"/>
              </a:xfrm>
              <a:prstGeom prst="rect">
                <a:avLst/>
              </a:prstGeom>
              <a:blipFill>
                <a:blip r:embed="rId17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8583F4B-17ED-7569-C43E-5C695753AFFC}"/>
                  </a:ext>
                </a:extLst>
              </p14:cNvPr>
              <p14:cNvContentPartPr/>
              <p14:nvPr/>
            </p14:nvContentPartPr>
            <p14:xfrm>
              <a:off x="1324080" y="2147040"/>
              <a:ext cx="6387840" cy="1915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8583F4B-17ED-7569-C43E-5C695753AFF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14720" y="2137680"/>
                <a:ext cx="6406560" cy="193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7330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/>
              <p:nvPr/>
            </p:nvSpPr>
            <p:spPr>
              <a:xfrm>
                <a:off x="186595" y="780584"/>
                <a:ext cx="8672097" cy="369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esign a PID-like fuzzy controller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fuzzy controller should be able to calculate the </a:t>
                </a:r>
                <a:r>
                  <a:rPr lang="en-GB" sz="1400" b="1" i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control signal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given a pair of values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(just like the conventional PD controller. 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PD-like fuzzy controller consists of rules and a symbolic description of each rule is given as follows: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𝑰𝑭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𝒑𝒓𝒐𝒑𝒆𝒓𝒕𝒚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𝒔𝒚𝒎𝒃𝒐𝒍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∆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𝒑𝒓𝒐𝒑𝒆𝒓𝒕𝒚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𝒔𝒚𝒎𝒃𝒐𝒍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𝑻𝑯𝑬𝑵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𝒑𝒓𝒐𝒑𝒆𝒓𝒕𝒚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𝒔𝒚𝒎𝒃𝒐𝒍</m:t>
                      </m:r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&gt;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𝑝𝑟𝑜𝑝𝑒𝑟𝑡𝑦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𝑠𝑦𝑚𝑏𝑜𝑙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&gt;=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𝑙𝑖𝑛𝑔𝑢𝑖𝑠𝑡𝑖𝑐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𝑣𝑎𝑙𝑢𝑒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(e.g. High, Positive Big, etc.)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 of such a rule is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b="1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𝑰𝑭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d>
                      <m:d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"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Postive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Big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" 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and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∆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e</m:t>
                    </m:r>
                    <m:d>
                      <m:d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GB" sz="1400" i="1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k</m:t>
                        </m:r>
                      </m:e>
                    </m:d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is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"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Negative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Big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" </m:t>
                    </m:r>
                    <m:r>
                      <m:rPr>
                        <m:nor/>
                      </m:rPr>
                      <a:rPr lang="en-GB" sz="1400" b="1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THEN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u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is</m:t>
                    </m:r>
                    <m:r>
                      <m:rPr>
                        <m:nor/>
                      </m:rPr>
                      <a:rPr lang="en-GB" sz="140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"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𝑁𝑒𝑔𝑎𝑡𝑖𝑣𝑒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𝑆𝑚𝑎𝑙𝑙</m:t>
                    </m:r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" 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5" y="780584"/>
                <a:ext cx="8672097" cy="3693319"/>
              </a:xfrm>
              <a:prstGeom prst="rect">
                <a:avLst/>
              </a:prstGeom>
              <a:blipFill>
                <a:blip r:embed="rId3"/>
                <a:stretch>
                  <a:fillRect l="-211" t="-330" r="-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339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/>
              <p:nvPr/>
            </p:nvSpPr>
            <p:spPr>
              <a:xfrm>
                <a:off x="186596" y="690777"/>
                <a:ext cx="8672097" cy="2662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Rules Table Notation</a:t>
                </a:r>
              </a:p>
              <a:p>
                <a:pPr marL="342900" lvl="0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d>
                      <m:dPr>
                        <m:ctrlPr>
                          <a:rPr lang="en-GB" sz="140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&lt;0→</m:t>
                    </m:r>
                  </m:oMath>
                </a14:m>
                <a:r>
                  <a:rPr lang="en-GB" sz="1400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output is above the set point (overshoot).</a:t>
                </a:r>
              </a:p>
              <a:p>
                <a:pPr marL="342900" lvl="0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b="0" i="1" smtClean="0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1400" b="0" i="1" smtClean="0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d>
                      <m:dPr>
                        <m:ctrlPr>
                          <a:rPr lang="en-GB" sz="140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&lt;0→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ctrlPr>
                          <a:rPr lang="en-GB" sz="140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ctrlPr>
                          <a:rPr lang="en-GB" sz="140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&lt;0→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ctrlPr>
                          <a:rPr lang="en-GB" sz="140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d>
                      <m:dPr>
                        <m:ctrlPr>
                          <a:rPr lang="en-GB" sz="140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has increased.</a:t>
                </a:r>
              </a:p>
              <a:p>
                <a:pPr marL="342900" indent="-342900" algn="just">
                  <a:spcAft>
                    <a:spcPts val="600"/>
                  </a:spcAft>
                  <a:buFont typeface="Symbol" panose="05050102010706020507" pitchFamily="18" charset="2"/>
                  <a:buChar char=""/>
                  <a:tabLst>
                    <a:tab pos="3616325" algn="l"/>
                  </a:tabLst>
                </a:pPr>
                <a14:m>
                  <m:oMath xmlns:m="http://schemas.openxmlformats.org/officeDocument/2006/math"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d>
                      <m:dPr>
                        <m:ctrlPr>
                          <a:rPr lang="en-GB" sz="140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 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𝑒</m:t>
                    </m:r>
                    <m:d>
                      <m:dPr>
                        <m:ctrlPr>
                          <a:rPr lang="en-GB" sz="140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1400" b="0" i="1">
                            <a:solidFill>
                              <a:srgbClr val="1C3D74"/>
                            </a:solidFill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=0→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GB" sz="1400" b="0" i="1">
                        <a:solidFill>
                          <a:srgbClr val="1C3D74"/>
                        </a:solidFill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sz="1400" dirty="0">
                    <a:solidFill>
                      <a:srgbClr val="1C3D74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about the set point and has not changed from its previous position. 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b="1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690777"/>
                <a:ext cx="8672097" cy="2662267"/>
              </a:xfrm>
              <a:prstGeom prst="rect">
                <a:avLst/>
              </a:prstGeom>
              <a:blipFill>
                <a:blip r:embed="rId3"/>
                <a:stretch>
                  <a:fillRect l="-211" t="-2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C7DF370-30ED-3616-78A6-D98B3428A05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6596" y="2207806"/>
            <a:ext cx="4645718" cy="1838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9DE939-594B-D4F5-EE99-D8328CFF4E97}"/>
              </a:ext>
            </a:extLst>
          </p:cNvPr>
          <p:cNvSpPr txBox="1"/>
          <p:nvPr/>
        </p:nvSpPr>
        <p:spPr>
          <a:xfrm>
            <a:off x="4832314" y="1897474"/>
            <a:ext cx="3648200" cy="2771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tabLst>
                <a:tab pos="3616325" algn="l"/>
              </a:tabLst>
            </a:pPr>
            <a:r>
              <a:rPr lang="en-GB" sz="12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Group 1: </a:t>
            </a:r>
            <a:endParaRPr lang="en-GB" sz="1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tabLst>
                <a:tab pos="3616325" algn="l"/>
              </a:tabLst>
            </a:pPr>
            <a:r>
              <a:rPr lang="en-GB" sz="12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GB" sz="12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Group 2: </a:t>
            </a:r>
            <a:endParaRPr lang="en-GB" sz="1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tabLst>
                <a:tab pos="3616325" algn="l"/>
              </a:tabLst>
            </a:pPr>
            <a:r>
              <a:rPr lang="en-GB" sz="12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GB" sz="1200" b="1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Group 3:</a:t>
            </a:r>
            <a:endParaRPr lang="en-GB" sz="1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tabLst>
                <a:tab pos="3616325" algn="l"/>
              </a:tabLst>
            </a:pPr>
            <a:r>
              <a:rPr lang="en-GB" sz="1200" b="1" dirty="0">
                <a:solidFill>
                  <a:srgbClr val="00B05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GB" sz="1200" b="1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Group 4: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tabLst>
                <a:tab pos="3616325" algn="l"/>
              </a:tabLst>
            </a:pPr>
            <a:r>
              <a:rPr lang="en-GB" sz="1200" b="1" dirty="0">
                <a:solidFill>
                  <a:srgbClr val="FFC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Group 5:</a:t>
            </a:r>
            <a:endParaRPr lang="en-GB" sz="1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endParaRPr lang="en-GB" sz="105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D224872-36B9-00D9-CCEE-232150F009DE}"/>
                  </a:ext>
                </a:extLst>
              </p14:cNvPr>
              <p14:cNvContentPartPr/>
              <p14:nvPr/>
            </p14:nvContentPartPr>
            <p14:xfrm>
              <a:off x="4942440" y="1904040"/>
              <a:ext cx="4204440" cy="25430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D224872-36B9-00D9-CCEE-232150F009D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33080" y="1894680"/>
                <a:ext cx="4223160" cy="256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83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90777"/>
            <a:ext cx="8672097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8 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Do all PD-like fuzzy controllers have the same configuration as that of the above table?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0D335F-8276-878E-40B9-681F564BD08D}"/>
                  </a:ext>
                </a:extLst>
              </p14:cNvPr>
              <p14:cNvContentPartPr/>
              <p14:nvPr/>
            </p14:nvContentPartPr>
            <p14:xfrm>
              <a:off x="1967040" y="1643760"/>
              <a:ext cx="6612840" cy="1317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0D335F-8276-878E-40B9-681F564BD08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57680" y="1634400"/>
                <a:ext cx="6631560" cy="133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17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/>
              <p:nvPr/>
            </p:nvSpPr>
            <p:spPr>
              <a:xfrm>
                <a:off x="186596" y="690777"/>
                <a:ext cx="8672097" cy="1688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esign a PI-like fuzzy controller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 controller output can be written as follows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/>
                        <m:t>𝑢</m:t>
                      </m:r>
                      <m:d>
                        <m:dPr>
                          <m:ctrlPr>
                            <a:rPr lang="en-GB" i="1"/>
                          </m:ctrlPr>
                        </m:dPr>
                        <m:e>
                          <m:r>
                            <a:rPr lang="en-GB" i="1"/>
                            <m:t>𝑡</m:t>
                          </m:r>
                        </m:e>
                      </m:d>
                      <m:r>
                        <a:rPr lang="en-GB" i="1"/>
                        <m:t>=</m:t>
                      </m:r>
                      <m:sSub>
                        <m:sSubPr>
                          <m:ctrlPr>
                            <a:rPr lang="en-GB" i="1"/>
                          </m:ctrlPr>
                        </m:sSubPr>
                        <m:e>
                          <m:r>
                            <a:rPr lang="en-GB" i="1"/>
                            <m:t>𝐾</m:t>
                          </m:r>
                        </m:e>
                        <m:sub>
                          <m:r>
                            <a:rPr lang="en-GB" i="1"/>
                            <m:t>𝑝</m:t>
                          </m:r>
                        </m:sub>
                      </m:sSub>
                      <m:r>
                        <a:rPr lang="en-GB" i="1"/>
                        <m:t>𝑒</m:t>
                      </m:r>
                      <m:d>
                        <m:dPr>
                          <m:ctrlPr>
                            <a:rPr lang="en-GB" i="1"/>
                          </m:ctrlPr>
                        </m:dPr>
                        <m:e>
                          <m:r>
                            <a:rPr lang="en-GB" i="1"/>
                            <m:t>𝑡</m:t>
                          </m:r>
                        </m:e>
                      </m:d>
                      <m:r>
                        <a:rPr lang="en-GB" i="1"/>
                        <m:t>+</m:t>
                      </m:r>
                      <m:sSub>
                        <m:sSubPr>
                          <m:ctrlPr>
                            <a:rPr lang="en-GB" i="1"/>
                          </m:ctrlPr>
                        </m:sSubPr>
                        <m:e>
                          <m:r>
                            <a:rPr lang="en-GB" i="1"/>
                            <m:t>𝐾</m:t>
                          </m:r>
                        </m:e>
                        <m:sub>
                          <m:r>
                            <a:rPr lang="en-GB" i="1"/>
                            <m:t>𝐼</m:t>
                          </m:r>
                        </m:sub>
                      </m:sSub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GB" i="1"/>
                          </m:ctrlPr>
                        </m:naryPr>
                        <m:sub/>
                        <m:sup/>
                        <m:e>
                          <m:r>
                            <a:rPr lang="en-GB" i="1"/>
                            <m:t>𝑒</m:t>
                          </m:r>
                          <m:d>
                            <m:dPr>
                              <m:ctrlPr>
                                <a:rPr lang="en-GB" i="1"/>
                              </m:ctrlPr>
                            </m:dPr>
                            <m:e>
                              <m:r>
                                <a:rPr lang="en-GB" i="1"/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GB" i="1"/>
                        <m:t>𝑑𝑡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690777"/>
                <a:ext cx="8672097" cy="1688476"/>
              </a:xfrm>
              <a:prstGeom prst="rect">
                <a:avLst/>
              </a:prstGeom>
              <a:blipFill>
                <a:blip r:embed="rId3"/>
                <a:stretch>
                  <a:fillRect l="-211" t="-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640F23-B4E5-C110-1076-B0D152888EDC}"/>
                  </a:ext>
                </a:extLst>
              </p:cNvPr>
              <p:cNvSpPr txBox="1"/>
              <p:nvPr/>
            </p:nvSpPr>
            <p:spPr>
              <a:xfrm>
                <a:off x="1549888" y="1855139"/>
                <a:ext cx="5945512" cy="324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400" b="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the </a:t>
                </a:r>
                <a:r>
                  <a:rPr lang="en-GB" sz="1400" b="1" i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proportional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en-GB" sz="1400" b="1" i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integral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relating to the controller</a:t>
                </a: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640F23-B4E5-C110-1076-B0D152888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888" y="1855139"/>
                <a:ext cx="5945512" cy="324384"/>
              </a:xfrm>
              <a:prstGeom prst="rect">
                <a:avLst/>
              </a:prstGeom>
              <a:blipFill>
                <a:blip r:embed="rId16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38E4F5E-2312-D8C5-26FE-F1EE8520D9A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6916" y="2147518"/>
            <a:ext cx="6723463" cy="1855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C41BA9-32C9-B51E-2DFD-FB4C1D292677}"/>
              </a:ext>
            </a:extLst>
          </p:cNvPr>
          <p:cNvSpPr txBox="1"/>
          <p:nvPr/>
        </p:nvSpPr>
        <p:spPr>
          <a:xfrm>
            <a:off x="186596" y="3917176"/>
            <a:ext cx="8672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400" b="1" i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Note:</a:t>
            </a:r>
            <a:r>
              <a:rPr lang="en-GB" sz="14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ormulating rules according to </a:t>
            </a:r>
            <a:r>
              <a:rPr lang="en-GB" sz="1400" b="1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error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GB" sz="1400" b="1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sum-of-error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(or </a:t>
            </a:r>
            <a:r>
              <a:rPr lang="en-GB" sz="1400" b="1" i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integral of error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) can prove to be a difficult exercise, because we will inevitably generate a relatively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large universe of discourse for sum-of-error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GB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3012353-0358-0E83-4BB9-48F477332169}"/>
                  </a:ext>
                </a:extLst>
              </p14:cNvPr>
              <p14:cNvContentPartPr/>
              <p14:nvPr/>
            </p14:nvContentPartPr>
            <p14:xfrm>
              <a:off x="1145160" y="1671840"/>
              <a:ext cx="6584760" cy="1714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3012353-0358-0E83-4BB9-48F47733216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35800" y="1662480"/>
                <a:ext cx="6603480" cy="173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763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/>
              <p:nvPr/>
            </p:nvSpPr>
            <p:spPr>
              <a:xfrm>
                <a:off x="186596" y="690777"/>
                <a:ext cx="8672097" cy="25288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D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esign a PI-like fuzzy controller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 solve this problem, let us change the above equation into the following: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𝑑𝑢</m:t>
                          </m:r>
                          <m:d>
                            <m:d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𝑑𝑒</m:t>
                          </m:r>
                          <m:d>
                            <m:d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Hence, 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GB" sz="1400" i="1">
                                  <a:effectLst/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690777"/>
                <a:ext cx="8672097" cy="2528834"/>
              </a:xfrm>
              <a:prstGeom prst="rect">
                <a:avLst/>
              </a:prstGeom>
              <a:blipFill>
                <a:blip r:embed="rId3"/>
                <a:stretch>
                  <a:fillRect l="-211" t="-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49995825-69AD-8422-5582-2F342EBB37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920" y="2882940"/>
            <a:ext cx="5669265" cy="15618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4A5641B-9D7D-89C8-77E9-068D2098EE0D}"/>
              </a:ext>
            </a:extLst>
          </p:cNvPr>
          <p:cNvSpPr txBox="1"/>
          <p:nvPr/>
        </p:nvSpPr>
        <p:spPr>
          <a:xfrm>
            <a:off x="5322815" y="3459018"/>
            <a:ext cx="3665908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b="1" dirty="0">
                <a:solidFill>
                  <a:srgbClr val="FF0000"/>
                </a:solidFill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he controller gives a change of control action rather than the control action itself</a:t>
            </a:r>
            <a:r>
              <a:rPr lang="en-GB" sz="1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2C2EF77-5679-E8C4-3B2E-5280363C6DFC}"/>
                  </a:ext>
                </a:extLst>
              </p14:cNvPr>
              <p14:cNvContentPartPr/>
              <p14:nvPr/>
            </p14:nvContentPartPr>
            <p14:xfrm>
              <a:off x="435240" y="2846880"/>
              <a:ext cx="5475240" cy="1403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2C2EF77-5679-E8C4-3B2E-5280363C6DF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5880" y="2837520"/>
                <a:ext cx="5493960" cy="142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5208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5" y="898966"/>
            <a:ext cx="86720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esign a PI-like fuzzy controller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As far as the rules are concerned, the rules table for the PD-like controller can still be used but the controller gives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change-of-control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PI-like fuzzy controller consists of rules and a symbolic description of each rule is given as follows: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7B0EC9-3DA7-1B3B-ABE8-7DB07462D239}"/>
                  </a:ext>
                </a:extLst>
              </p:cNvPr>
              <p:cNvSpPr txBox="1"/>
              <p:nvPr/>
            </p:nvSpPr>
            <p:spPr>
              <a:xfrm>
                <a:off x="1000125" y="2571750"/>
                <a:ext cx="6633482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𝑰𝑭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𝒑𝒓𝒐𝒑𝒆𝒓𝒕𝒚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𝒔𝒚𝒎𝒃𝒐𝒍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∆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𝒑𝒓𝒐𝒑𝒆𝒓𝒕𝒚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𝒔𝒚𝒎𝒃𝒐𝒍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7B0EC9-3DA7-1B3B-ABE8-7DB07462D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125" y="2571750"/>
                <a:ext cx="6633482" cy="300082"/>
              </a:xfrm>
              <a:prstGeom prst="rect">
                <a:avLst/>
              </a:prstGeom>
              <a:blipFill>
                <a:blip r:embed="rId16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868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as a Fuzzy Controller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78531"/>
            <a:ext cx="867209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9 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Consider the following minors changes made to the table in Section 3.2, what will be the implications of such changes?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tabLst>
                <a:tab pos="3616325" algn="l"/>
              </a:tabLst>
            </a:pPr>
            <a:r>
              <a:rPr lang="en-GB" sz="1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Note: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One should not always use error and change-of-error. Instead, the states of the system can be introduced in the rule specification process.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F685AF-A7F5-63ED-D196-6E2AC684316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5983" y="1597729"/>
            <a:ext cx="4313529" cy="1721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959FB7-1936-B9F3-7E87-F4CC0AD145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1597729"/>
            <a:ext cx="4257144" cy="16856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51ABC32-7617-DE74-4B14-9B05CB17E8E7}"/>
                  </a:ext>
                </a:extLst>
              </p14:cNvPr>
              <p14:cNvContentPartPr/>
              <p14:nvPr/>
            </p14:nvContentPartPr>
            <p14:xfrm>
              <a:off x="1278000" y="2887920"/>
              <a:ext cx="7217640" cy="1174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51ABC32-7617-DE74-4B14-9B05CB17E8E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68640" y="2878560"/>
                <a:ext cx="7236360" cy="119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8397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Parameter Choice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1112894"/>
            <a:ext cx="8672097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fuzzy rule based system design process includes the same steps as any other design process, i.e.,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Initial choice of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structure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parameters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Subsequent adjustment based on the analysis.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first step possesses a high degree of subjectivity.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As a result, this step will require a high effort in order to be effectively implemented.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Hence, the better the initial choice is, the simpler the second step will be.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7687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Parameter Choice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90777"/>
            <a:ext cx="867209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Scaling Factors Choice</a:t>
            </a:r>
            <a:endParaRPr lang="en-GB" sz="14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fuzzy rule based system includes fuzzification and defuzzification. The membership functions which describes the different values of the linguistic variables are applied during both stages (fuzzification and defuzzification).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choice of membership functions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the definition universe of discourse is of prime importance.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We can identify two major problems: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984895C-3E43-24C0-C5AE-818234564752}"/>
              </a:ext>
            </a:extLst>
          </p:cNvPr>
          <p:cNvSpPr txBox="1"/>
          <p:nvPr/>
        </p:nvSpPr>
        <p:spPr>
          <a:xfrm>
            <a:off x="102366" y="3714848"/>
            <a:ext cx="2995516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2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range covered by the universe of discourse is too small</a:t>
            </a:r>
            <a:endParaRPr lang="en-GB" sz="1050" b="1" i="1" dirty="0">
              <a:solidFill>
                <a:srgbClr val="FF0000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199D3F-BC93-C780-10D6-9691DE745853}"/>
              </a:ext>
            </a:extLst>
          </p:cNvPr>
          <p:cNvGrpSpPr/>
          <p:nvPr/>
        </p:nvGrpSpPr>
        <p:grpSpPr>
          <a:xfrm>
            <a:off x="360446" y="2176736"/>
            <a:ext cx="2336917" cy="1464536"/>
            <a:chOff x="12399" y="0"/>
            <a:chExt cx="3729922" cy="223840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397EA17-0F60-841C-3C40-49747A6AB929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BB73D3D-C3F0-F29A-B9BA-9497AD295F1C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57A47C2-01E9-DF69-EF76-9C5F29070079}"/>
              </a:ext>
            </a:extLst>
          </p:cNvPr>
          <p:cNvSpPr txBox="1"/>
          <p:nvPr/>
        </p:nvSpPr>
        <p:spPr>
          <a:xfrm>
            <a:off x="3097882" y="3718730"/>
            <a:ext cx="2831048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2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range covered by the universe of discourse is too large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B7DD7D6-01EC-F515-2315-681DF529FCF9}"/>
              </a:ext>
            </a:extLst>
          </p:cNvPr>
          <p:cNvGrpSpPr/>
          <p:nvPr/>
        </p:nvGrpSpPr>
        <p:grpSpPr>
          <a:xfrm>
            <a:off x="3354185" y="2176736"/>
            <a:ext cx="2336917" cy="1464536"/>
            <a:chOff x="12399" y="0"/>
            <a:chExt cx="3729922" cy="2238405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7E710A7-22D2-55FC-EFB5-FB358A8A6B52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4FDDC70-74F2-6847-F2D4-98DACB4A2730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3CBB0C0-E6F4-722A-7188-65AD51CFB969}"/>
              </a:ext>
            </a:extLst>
          </p:cNvPr>
          <p:cNvGrpSpPr/>
          <p:nvPr/>
        </p:nvGrpSpPr>
        <p:grpSpPr>
          <a:xfrm>
            <a:off x="6347924" y="2159750"/>
            <a:ext cx="2336917" cy="1464536"/>
            <a:chOff x="12399" y="0"/>
            <a:chExt cx="3729922" cy="2238405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A7EB9DE-FB2F-5165-949B-3E523BFEBB98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573A892-0BA6-9F07-F568-FE6100F6ABE2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7DB20A5-ABDE-0991-DD26-FEC49459B5E3}"/>
              </a:ext>
            </a:extLst>
          </p:cNvPr>
          <p:cNvSpPr txBox="1"/>
          <p:nvPr/>
        </p:nvSpPr>
        <p:spPr>
          <a:xfrm>
            <a:off x="6046120" y="3714848"/>
            <a:ext cx="2831048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200" b="1" i="1" dirty="0">
                <a:solidFill>
                  <a:srgbClr val="2DB862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correct choice would cover the whole range without going over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557D9F0-3C69-B32A-8FD1-6F2361C479C5}"/>
                  </a:ext>
                </a:extLst>
              </p14:cNvPr>
              <p14:cNvContentPartPr/>
              <p14:nvPr/>
            </p14:nvContentPartPr>
            <p14:xfrm>
              <a:off x="351000" y="2682360"/>
              <a:ext cx="7993440" cy="12387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557D9F0-3C69-B32A-8FD1-6F2361C479C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1640" y="2673000"/>
                <a:ext cx="8012160" cy="125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9956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Parameter Choice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/>
              <p:nvPr/>
            </p:nvSpPr>
            <p:spPr>
              <a:xfrm>
                <a:off x="186596" y="690777"/>
                <a:ext cx="8672097" cy="2000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b="1" dirty="0"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Scaling Factors Choice</a:t>
                </a:r>
                <a:endParaRPr lang="en-GB" sz="1400" b="1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3616325" algn="l"/>
                  </a:tabLs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 general, it is not easy to give general recommendations.</a:t>
                </a: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One successful method is being applied which is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scaling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or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normalisation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of the universe of discourse of input and output variables, i.e. apply the range </a:t>
                </a:r>
                <a14:m>
                  <m:oMath xmlns:m="http://schemas.openxmlformats.org/officeDocument/2006/math">
                    <m:r>
                      <a:rPr lang="en-GB" sz="14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[−1, +1]</m:t>
                    </m:r>
                  </m:oMath>
                </a14:m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 inputs and outputs. </a:t>
                </a: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3616325" algn="l"/>
                  </a:tabLst>
                </a:pPr>
                <a:r>
                  <a:rPr lang="en-GB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 building a fuzzy rule based system, one should include both the input and output </a:t>
                </a:r>
                <a:r>
                  <a:rPr lang="en-GB" sz="1400" b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scaling factors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57D00-50C6-7D21-B888-1027CE8D2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690777"/>
                <a:ext cx="8672097" cy="2000548"/>
              </a:xfrm>
              <a:prstGeom prst="rect">
                <a:avLst/>
              </a:prstGeom>
              <a:blipFill>
                <a:blip r:embed="rId3"/>
                <a:stretch>
                  <a:fillRect l="-211" t="-305" r="-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71C3DB5-E13B-DA50-5312-58A2F4E1E327}"/>
              </a:ext>
            </a:extLst>
          </p:cNvPr>
          <p:cNvSpPr txBox="1"/>
          <p:nvPr/>
        </p:nvSpPr>
        <p:spPr>
          <a:xfrm>
            <a:off x="186595" y="2442939"/>
            <a:ext cx="8672097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As far as tuning the fuzzy controller is concerned, let us assign a few priorities:</a:t>
            </a:r>
          </a:p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output scaling factor has the most influence on stability and oscillation tendency –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Priority 1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285750" lvl="0" indent="-28575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input scaling factors have the most influence on the basic sensitivity of the controller –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Priority 2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shape and location of the input and output membership functions may influence the behaviour of the controlled system in different areas of the state space –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Priority 3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571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Parameter Choice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90777"/>
            <a:ext cx="8672097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Membership Function Choice</a:t>
            </a:r>
            <a:endParaRPr lang="en-GB" sz="14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the membership function choice, one has to consider the following parameters: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number of classes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position of the various membership functions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width of the membership function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peak of the membership function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shape of the membership function</a:t>
            </a: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6433CA93-D6A4-2EE1-E468-70653E69B452}"/>
              </a:ext>
            </a:extLst>
          </p:cNvPr>
          <p:cNvSpPr txBox="1"/>
          <p:nvPr/>
        </p:nvSpPr>
        <p:spPr>
          <a:xfrm>
            <a:off x="186595" y="3243335"/>
            <a:ext cx="474103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10 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Let us consider the membership functions in the plot to the right. Is this representation good or bad?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Solution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707E421-6265-740F-E0B4-5B9D85CC0992}"/>
              </a:ext>
            </a:extLst>
          </p:cNvPr>
          <p:cNvGrpSpPr/>
          <p:nvPr/>
        </p:nvGrpSpPr>
        <p:grpSpPr>
          <a:xfrm>
            <a:off x="5149030" y="1760356"/>
            <a:ext cx="3449255" cy="1998345"/>
            <a:chOff x="12399" y="0"/>
            <a:chExt cx="3729922" cy="2238405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4CE2EAC-178D-68FB-90A2-ED33B4584A42}"/>
                </a:ext>
              </a:extLst>
            </p:cNvPr>
            <p:cNvCxnSpPr/>
            <p:nvPr/>
          </p:nvCxnSpPr>
          <p:spPr>
            <a:xfrm flipH="1" flipV="1">
              <a:off x="12399" y="0"/>
              <a:ext cx="1010" cy="223840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FFA5632-7896-93F1-09E7-4C85D775EF89}"/>
                </a:ext>
              </a:extLst>
            </p:cNvPr>
            <p:cNvCxnSpPr/>
            <p:nvPr/>
          </p:nvCxnSpPr>
          <p:spPr>
            <a:xfrm flipV="1">
              <a:off x="17308" y="2212444"/>
              <a:ext cx="3725013" cy="1762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3A1047E-2E7E-F936-8A88-CCE0FBE4D3D9}"/>
                  </a:ext>
                </a:extLst>
              </p14:cNvPr>
              <p14:cNvContentPartPr/>
              <p14:nvPr/>
            </p14:nvContentPartPr>
            <p14:xfrm>
              <a:off x="3432600" y="2613600"/>
              <a:ext cx="4484880" cy="1738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3A1047E-2E7E-F936-8A88-CCE0FBE4D3D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23240" y="2604240"/>
                <a:ext cx="4503600" cy="175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7962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Parameter Choice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90777"/>
            <a:ext cx="8672097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Fuzzy Rule Formulation </a:t>
            </a:r>
            <a:endParaRPr lang="en-GB" sz="14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 relation to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rule formulation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one question can be asked – how do we find the rules practically?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Redeveloping, manuals, operation instructions, and any other documents available into a set of useful rules.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Interrogation of experienced experts using a carefully organised questionnaire.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Rules can also be formulated by observing how a skilful operator operates/controls the system/process.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148900A-28E4-3494-C981-C0D510C55CEB}"/>
              </a:ext>
            </a:extLst>
          </p:cNvPr>
          <p:cNvSpPr txBox="1"/>
          <p:nvPr/>
        </p:nvSpPr>
        <p:spPr>
          <a:xfrm>
            <a:off x="186595" y="2657715"/>
            <a:ext cx="8672097" cy="11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There are other methods which are based on measured data, for instance: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Synthesis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 set of rules based on the model of the system/process.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Using a </a:t>
            </a:r>
            <a:r>
              <a:rPr lang="en-GB" sz="14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learning mechanism 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that will derive/elicit the rules online or offline. </a:t>
            </a:r>
          </a:p>
        </p:txBody>
      </p:sp>
    </p:spTree>
    <p:extLst>
      <p:ext uri="{BB962C8B-B14F-4D97-AF65-F5344CB8AC3E}">
        <p14:creationId xmlns:p14="http://schemas.microsoft.com/office/powerpoint/2010/main" val="3251477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Parameter Choice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90777"/>
            <a:ext cx="867209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Fuzzy Rule Formulation </a:t>
            </a:r>
            <a:endParaRPr lang="en-GB" sz="14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Usually, rules are formulated one by one; after this one has to analysis the whole set of rules. In this analysis, one needs to determine if the set of rules is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complete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consistent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continuous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A8A844-64C4-0F88-4BC1-8BAFC1950020}"/>
                  </a:ext>
                </a:extLst>
              </p:cNvPr>
              <p:cNvSpPr txBox="1"/>
              <p:nvPr/>
            </p:nvSpPr>
            <p:spPr>
              <a:xfrm>
                <a:off x="186596" y="1685689"/>
                <a:ext cx="8672096" cy="26468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set of rules is </a:t>
                </a:r>
                <a:r>
                  <a:rPr lang="en-GB" sz="1400" b="1" i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complete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any combination of input values results in an appropriate value. </a:t>
                </a:r>
                <a:r>
                  <a:rPr lang="en-GB" sz="1400" b="1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Any combination of inputs should fire at least one rule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285750" lvl="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set of rules is </a:t>
                </a:r>
                <a:r>
                  <a:rPr lang="en-GB" sz="1400" b="1" i="1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consistent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it does not contain contradictions. </a:t>
                </a:r>
              </a:p>
              <a:p>
                <a:pPr marL="457200"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e.g., </a:t>
                </a:r>
              </a:p>
              <a:p>
                <a:pPr marL="457200"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𝑰𝑭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"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Zero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" 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∆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e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14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k</m:t>
                          </m:r>
                        </m:e>
                      </m:d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"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Zero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" </m:t>
                      </m:r>
                      <m:r>
                        <m:rPr>
                          <m:nor/>
                        </m:rPr>
                        <a:rPr lang="en-GB" sz="14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"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𝑍𝑒𝑟𝑜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"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0215" algn="just">
                  <a:spcBef>
                    <a:spcPts val="600"/>
                  </a:spcBef>
                  <a:spcAft>
                    <a:spcPts val="600"/>
                  </a:spcAft>
                  <a:tabLst>
                    <a:tab pos="36163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𝑰𝑭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𝑒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e>
                      </m:d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"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Zero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" 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∆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e</m:t>
                      </m:r>
                      <m:d>
                        <m:dPr>
                          <m:ctrlPr>
                            <a:rPr lang="en-GB" sz="1400" i="1">
                              <a:effectLst/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GB" sz="1400" i="1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k</m:t>
                          </m:r>
                        </m:e>
                      </m:d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"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Zero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" </m:t>
                      </m:r>
                      <m:r>
                        <m:rPr>
                          <m:nor/>
                        </m:rPr>
                        <a:rPr lang="en-GB" sz="1400" b="1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u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GB" sz="1400" i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"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𝑁𝑒𝑔𝑎𝑡𝑖𝑣𝑒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𝐵𝑖𝑔</m:t>
                      </m:r>
                      <m:r>
                        <a:rPr lang="en-GB" sz="1400" i="1"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"</m:t>
                      </m:r>
                    </m:oMath>
                  </m:oMathPara>
                </a14:m>
                <a:endParaRPr lang="en-GB" sz="1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 algn="just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set of rules is </a:t>
                </a:r>
                <a:r>
                  <a:rPr lang="en-GB" sz="1400" b="1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continuous</a:t>
                </a:r>
                <a:r>
                  <a:rPr lang="en-GB" sz="1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it does not have neighbouring rules with output fuzzy sets that have an empty intersection (see Example 9), i.e., if small changes in inputs result in jump over a neighbouring class, the rules set is discontinuous.</a:t>
                </a:r>
                <a:endParaRPr lang="en-GB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A8A844-64C4-0F88-4BC1-8BAFC1950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96" y="1685689"/>
                <a:ext cx="8672096" cy="2646878"/>
              </a:xfrm>
              <a:prstGeom prst="rect">
                <a:avLst/>
              </a:prstGeom>
              <a:blipFill>
                <a:blip r:embed="rId16"/>
                <a:stretch>
                  <a:fillRect l="-141" t="-461" r="-211" b="-13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548C878-70D7-4241-4033-84A094A113F3}"/>
              </a:ext>
            </a:extLst>
          </p:cNvPr>
          <p:cNvSpPr txBox="1"/>
          <p:nvPr/>
        </p:nvSpPr>
        <p:spPr>
          <a:xfrm>
            <a:off x="6381344" y="3052340"/>
            <a:ext cx="2576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2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rule must be excluded</a:t>
            </a:r>
            <a:r>
              <a:rPr lang="en-GB" sz="1200" b="1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!!</a:t>
            </a:r>
            <a:r>
              <a:rPr lang="en-GB" sz="1200" b="1" i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8670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Parameter Choice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90777"/>
            <a:ext cx="8672097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Choice of the Defuzzification Procedure </a:t>
            </a:r>
            <a:endParaRPr lang="en-GB" sz="14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Defuzzification is essential in Mamdani-type fuzzy rule based systems but is not required in </a:t>
            </a:r>
            <a:r>
              <a:rPr lang="en-GB" sz="14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Sugeno</a:t>
            </a: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-type fuzzy rule based systems. There are more than 5 defuzzification methods, but only two received much attention: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Centre (centroid) of Area/Gravity method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Mean of Maxima method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None of them have proved to be more advantageous over one another. The criteria for comparison should be: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Continuity – whether a small change in the input generates a large change in the output.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Un-ambiguity – whether it works in any situation.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Plausibility – produces an output that lies approximately in the middle of the support of the resulting membership function and has a high degree of membership.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Computational complexity. </a:t>
            </a: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endParaRPr lang="en-GB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521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37D2C-8F68-41CE-8327-BEFC90856A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6596" y="262396"/>
            <a:ext cx="8672097" cy="103637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GB" sz="25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Fuzzy Rule Based Systems Parameter Choice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srgbClr val="1C3D74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57D00-50C6-7D21-B888-1027CE8D2317}"/>
              </a:ext>
            </a:extLst>
          </p:cNvPr>
          <p:cNvSpPr txBox="1"/>
          <p:nvPr/>
        </p:nvSpPr>
        <p:spPr>
          <a:xfrm>
            <a:off x="186596" y="690777"/>
            <a:ext cx="86720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Choice of the Defuzzification Procedure </a:t>
            </a:r>
            <a:endParaRPr lang="en-GB" sz="1400" b="1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Example 11</a:t>
            </a:r>
            <a:endParaRPr lang="en-GB" sz="14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tabLst>
                <a:tab pos="3616325" algn="l"/>
              </a:tabLst>
            </a:pPr>
            <a:r>
              <a:rPr lang="en-GB" sz="14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following table can be produced with reference to the two most popular defuzzification methods. Fill in the empty cells. </a:t>
            </a:r>
          </a:p>
          <a:p>
            <a:pPr lvl="0" algn="just">
              <a:spcBef>
                <a:spcPts val="600"/>
              </a:spcBef>
              <a:spcAft>
                <a:spcPts val="600"/>
              </a:spcAft>
            </a:pP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14:cNvPr>
              <p14:cNvContentPartPr/>
              <p14:nvPr/>
            </p14:nvContentPartPr>
            <p14:xfrm>
              <a:off x="8172704" y="3313753"/>
              <a:ext cx="5400" cy="5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307542-4399-4BEF-9A96-29C524127D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68384" y="3309433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14:cNvPr>
              <p14:cNvContentPartPr/>
              <p14:nvPr/>
            </p14:nvContentPartPr>
            <p14:xfrm>
              <a:off x="7996924" y="3283399"/>
              <a:ext cx="16920" cy="180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68FACEA-7831-0CAF-6F4F-2F7AE5B35D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92604" y="3279079"/>
                <a:ext cx="2556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EDD92E-7559-87F9-3884-18ED0EB1C668}"/>
              </a:ext>
            </a:extLst>
          </p:cNvPr>
          <p:cNvGrpSpPr/>
          <p:nvPr/>
        </p:nvGrpSpPr>
        <p:grpSpPr>
          <a:xfrm>
            <a:off x="8068564" y="3298879"/>
            <a:ext cx="38520" cy="11880"/>
            <a:chOff x="8068564" y="3298879"/>
            <a:chExt cx="38520" cy="11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14:cNvPr>
                <p14:cNvContentPartPr/>
                <p14:nvPr/>
              </p14:nvContentPartPr>
              <p14:xfrm>
                <a:off x="8068564" y="3304639"/>
                <a:ext cx="11160" cy="5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642872-7151-3AA9-2C99-EB786E0E24E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64244" y="3300319"/>
                  <a:ext cx="198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14:cNvPr>
                <p14:cNvContentPartPr/>
                <p14:nvPr/>
              </p14:nvContentPartPr>
              <p14:xfrm>
                <a:off x="8095924" y="3298879"/>
                <a:ext cx="111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F747DA4-52EA-7FEB-C220-1ABD0FF5B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91604" y="3294559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14:cNvPr>
              <p14:cNvContentPartPr/>
              <p14:nvPr/>
            </p14:nvContentPartPr>
            <p14:xfrm>
              <a:off x="8235244" y="3285559"/>
              <a:ext cx="9000" cy="7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8B3CB4C-5F5D-1C30-42AC-6FBF75D1B4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30924" y="3281239"/>
                <a:ext cx="17640" cy="1656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058E877-3783-163D-A30E-E97DE982044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17165" y="1988802"/>
            <a:ext cx="6497679" cy="24639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D9707F3-006D-64E6-8088-269FCF9D808E}"/>
                  </a:ext>
                </a:extLst>
              </p14:cNvPr>
              <p14:cNvContentPartPr/>
              <p14:nvPr/>
            </p14:nvContentPartPr>
            <p14:xfrm>
              <a:off x="4224600" y="2928240"/>
              <a:ext cx="2499480" cy="1360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D9707F3-006D-64E6-8088-269FCF9D808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15240" y="2918880"/>
                <a:ext cx="2518200" cy="137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6707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54AB-2AA7-23CE-EA38-F8598A81E9D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8650" y="-993775"/>
            <a:ext cx="7886700" cy="99377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End slide</a:t>
            </a:r>
          </a:p>
        </p:txBody>
      </p:sp>
    </p:spTree>
    <p:extLst>
      <p:ext uri="{BB962C8B-B14F-4D97-AF65-F5344CB8AC3E}">
        <p14:creationId xmlns:p14="http://schemas.microsoft.com/office/powerpoint/2010/main" val="3080253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nnel 4 1">
      <a:dk1>
        <a:srgbClr val="000000"/>
      </a:dk1>
      <a:lt1>
        <a:srgbClr val="FFFFFF"/>
      </a:lt1>
      <a:dk2>
        <a:srgbClr val="585858"/>
      </a:dk2>
      <a:lt2>
        <a:srgbClr val="FFFFFF"/>
      </a:lt2>
      <a:accent1>
        <a:srgbClr val="6D2B83"/>
      </a:accent1>
      <a:accent2>
        <a:srgbClr val="D0091D"/>
      </a:accent2>
      <a:accent3>
        <a:srgbClr val="FFD611"/>
      </a:accent3>
      <a:accent4>
        <a:srgbClr val="85B6E2"/>
      </a:accent4>
      <a:accent5>
        <a:srgbClr val="62CBC5"/>
      </a:accent5>
      <a:accent6>
        <a:srgbClr val="7F7878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Queen Mary">
      <a:dk1>
        <a:srgbClr val="21386A"/>
      </a:dk1>
      <a:lt1>
        <a:sysClr val="window" lastClr="FFFFFF"/>
      </a:lt1>
      <a:dk2>
        <a:srgbClr val="21386A"/>
      </a:dk2>
      <a:lt2>
        <a:srgbClr val="D8D8D8"/>
      </a:lt2>
      <a:accent1>
        <a:srgbClr val="123181"/>
      </a:accent1>
      <a:accent2>
        <a:srgbClr val="792273"/>
      </a:accent2>
      <a:accent3>
        <a:srgbClr val="2DB8C5"/>
      </a:accent3>
      <a:accent4>
        <a:srgbClr val="CDA60C"/>
      </a:accent4>
      <a:accent5>
        <a:srgbClr val="BD1C1C"/>
      </a:accent5>
      <a:accent6>
        <a:srgbClr val="73B82B"/>
      </a:accent6>
      <a:hlink>
        <a:srgbClr val="E6007E"/>
      </a:hlink>
      <a:folHlink>
        <a:srgbClr val="2DB8C5"/>
      </a:folHlink>
    </a:clrScheme>
    <a:fontScheme name="Queen Ma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c8e96b7-88f6-4348-9ed3-1857a504f459">
      <UserInfo>
        <DisplayName>Stuart Richard Peters</DisplayName>
        <AccountId>249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368CCBB75DFF4FBBF35D2CFE6FAFE5" ma:contentTypeVersion="13" ma:contentTypeDescription="Create a new document." ma:contentTypeScope="" ma:versionID="f1311ced04cfc325e5928d5533fce59e">
  <xsd:schema xmlns:xsd="http://www.w3.org/2001/XMLSchema" xmlns:xs="http://www.w3.org/2001/XMLSchema" xmlns:p="http://schemas.microsoft.com/office/2006/metadata/properties" xmlns:ns2="ae20048c-4bd1-477c-818b-309dfd2ea730" xmlns:ns3="ec8e96b7-88f6-4348-9ed3-1857a504f459" targetNamespace="http://schemas.microsoft.com/office/2006/metadata/properties" ma:root="true" ma:fieldsID="5849b0596d969c419648485de5277e80" ns2:_="" ns3:_="">
    <xsd:import namespace="ae20048c-4bd1-477c-818b-309dfd2ea730"/>
    <xsd:import namespace="ec8e96b7-88f6-4348-9ed3-1857a504f4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0048c-4bd1-477c-818b-309dfd2ea7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8e96b7-88f6-4348-9ed3-1857a504f4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2CF83C-B74F-48F2-8ECA-3B65423852EE}">
  <ds:schemaRefs>
    <ds:schemaRef ds:uri="http://schemas.microsoft.com/office/2006/metadata/properties"/>
    <ds:schemaRef ds:uri="http://schemas.microsoft.com/office/infopath/2007/PartnerControls"/>
    <ds:schemaRef ds:uri="ec8e96b7-88f6-4348-9ed3-1857a504f459"/>
  </ds:schemaRefs>
</ds:datastoreItem>
</file>

<file path=customXml/itemProps2.xml><?xml version="1.0" encoding="utf-8"?>
<ds:datastoreItem xmlns:ds="http://schemas.openxmlformats.org/officeDocument/2006/customXml" ds:itemID="{073B0BFE-8693-41A1-8146-1F50DBFC88B0}">
  <ds:schemaRefs>
    <ds:schemaRef ds:uri="ae20048c-4bd1-477c-818b-309dfd2ea730"/>
    <ds:schemaRef ds:uri="ec8e96b7-88f6-4348-9ed3-1857a504f4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B8F29C-7E3B-4051-A5EC-36F526E487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1910</Words>
  <Application>Microsoft Office PowerPoint</Application>
  <PresentationFormat>On-screen Show (16:9)</PresentationFormat>
  <Paragraphs>186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4 Text</vt:lpstr>
      <vt:lpstr>Channel 4 Chadwick</vt:lpstr>
      <vt:lpstr>Arial</vt:lpstr>
      <vt:lpstr>Calibri</vt:lpstr>
      <vt:lpstr>Calibri Light</vt:lpstr>
      <vt:lpstr>Cambria Math</vt:lpstr>
      <vt:lpstr>Symbol</vt:lpstr>
      <vt:lpstr>Office Theme</vt:lpstr>
      <vt:lpstr>1_Custom Design</vt:lpstr>
      <vt:lpstr>2_Custom Design</vt:lpstr>
      <vt:lpstr>EMS702UP Statistical Thinking and Applied Machine Learning  </vt:lpstr>
      <vt:lpstr>Fuzzy Rule Based Systems as a Fuzzy Controller</vt:lpstr>
      <vt:lpstr>Fuzzy Rule Based Systems as a Fuzzy Controller</vt:lpstr>
      <vt:lpstr>Fuzzy Rule Based Systems as a Fuzzy Controller</vt:lpstr>
      <vt:lpstr>Fuzzy Rule Based Systems as a Fuzzy Controller</vt:lpstr>
      <vt:lpstr>Fuzzy Rule Based Systems as a Fuzzy Controller</vt:lpstr>
      <vt:lpstr>Fuzzy Rule Based Systems as a Fuzzy Controller</vt:lpstr>
      <vt:lpstr>Fuzzy Rule Based Systems as a Fuzzy Controller</vt:lpstr>
      <vt:lpstr>Fuzzy Rule Based Systems as a Fuzzy Controller</vt:lpstr>
      <vt:lpstr>Fuzzy Rule Based Systems as a Fuzzy Controller</vt:lpstr>
      <vt:lpstr>Fuzzy Rule Based Systems as a Fuzzy Controller</vt:lpstr>
      <vt:lpstr>Fuzzy Rule Based Systems as a Fuzzy Controller</vt:lpstr>
      <vt:lpstr>Fuzzy Rule Based Systems as a Fuzzy Controller</vt:lpstr>
      <vt:lpstr>Fuzzy Rule Based Systems Parameter Choice</vt:lpstr>
      <vt:lpstr>Fuzzy Rule Based Systems Parameter Choice</vt:lpstr>
      <vt:lpstr>Fuzzy Rule Based Systems Parameter Choice</vt:lpstr>
      <vt:lpstr>Fuzzy Rule Based Systems Parameter Choice</vt:lpstr>
      <vt:lpstr>Fuzzy Rule Based Systems Parameter Choice</vt:lpstr>
      <vt:lpstr>Fuzzy Rule Based Systems Parameter Choice</vt:lpstr>
      <vt:lpstr>Fuzzy Rule Based Systems Parameter Choice</vt:lpstr>
      <vt:lpstr>Fuzzy Rule Based Systems Parameter Choice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J</dc:creator>
  <cp:lastModifiedBy>Jun Chen</cp:lastModifiedBy>
  <cp:revision>672</cp:revision>
  <dcterms:created xsi:type="dcterms:W3CDTF">2020-06-18T12:08:25Z</dcterms:created>
  <dcterms:modified xsi:type="dcterms:W3CDTF">2023-10-31T16:59:29Z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0x010100E1368CCBB75DFF4FBBF35D2CFE6FAFE5</vt:lpwstr>
  </property>
</Properties>
</file>