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notesSlides/notesSlide3.xml" ContentType="application/vnd.openxmlformats-officedocument.presentationml.notesSlide+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notesSlides/notesSlide4.xml" ContentType="application/vnd.openxmlformats-officedocument.presentationml.notesSlide+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notesSlides/notesSlide5.xml" ContentType="application/vnd.openxmlformats-officedocument.presentationml.notesSlide+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notesSlides/notesSlide6.xml" ContentType="application/vnd.openxmlformats-officedocument.presentationml.notesSlide+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notesSlides/notesSlide7.xml" ContentType="application/vnd.openxmlformats-officedocument.presentationml.notesSlide+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notesSlides/notesSlide8.xml" ContentType="application/vnd.openxmlformats-officedocument.presentationml.notesSlide+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notesSlides/notesSlide9.xml" ContentType="application/vnd.openxmlformats-officedocument.presentationml.notesSlide+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notesSlides/notesSlide10.xml" ContentType="application/vnd.openxmlformats-officedocument.presentationml.notesSlide+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notesSlides/notesSlide11.xml" ContentType="application/vnd.openxmlformats-officedocument.presentationml.notesSlide+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notesSlides/notesSlide12.xml" ContentType="application/vnd.openxmlformats-officedocument.presentationml.notesSlide+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notesSlides/notesSlide13.xml" ContentType="application/vnd.openxmlformats-officedocument.presentationml.notesSlide+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notesSlides/notesSlide14.xml" ContentType="application/vnd.openxmlformats-officedocument.presentationml.notesSlide+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notesSlides/notesSlide15.xml" ContentType="application/vnd.openxmlformats-officedocument.presentationml.notesSlide+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notesSlides/notesSlide16.xml" ContentType="application/vnd.openxmlformats-officedocument.presentationml.notesSlide+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notesSlides/notesSlide17.xml" ContentType="application/vnd.openxmlformats-officedocument.presentationml.notesSlide+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notesSlides/notesSlide18.xml" ContentType="application/vnd.openxmlformats-officedocument.presentationml.notesSlide+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notesSlides/notesSlide19.xml" ContentType="application/vnd.openxmlformats-officedocument.presentationml.notesSlide+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notesSlides/notesSlide20.xml" ContentType="application/vnd.openxmlformats-officedocument.presentationml.notesSlide+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ink/ink123.xml" ContentType="application/inkml+xml"/>
  <Override PartName="/ppt/ink/ink124.xml" ContentType="application/inkml+xml"/>
  <Override PartName="/ppt/ink/ink125.xml" ContentType="application/inkml+xml"/>
  <Override PartName="/ppt/notesSlides/notesSlide21.xml" ContentType="application/vnd.openxmlformats-officedocument.presentationml.notesSlide+xml"/>
  <Override PartName="/ppt/ink/ink126.xml" ContentType="application/inkml+xml"/>
  <Override PartName="/ppt/ink/ink127.xml" ContentType="application/inkml+xml"/>
  <Override PartName="/ppt/ink/ink128.xml" ContentType="application/inkml+xml"/>
  <Override PartName="/ppt/ink/ink129.xml" ContentType="application/inkml+xml"/>
  <Override PartName="/ppt/ink/ink130.xml" ContentType="application/inkml+xml"/>
  <Override PartName="/ppt/ink/ink131.xml" ContentType="application/inkml+xml"/>
  <Override PartName="/ppt/notesSlides/notesSlide22.xml" ContentType="application/vnd.openxmlformats-officedocument.presentationml.notesSlide+xml"/>
  <Override PartName="/ppt/ink/ink132.xml" ContentType="application/inkml+xml"/>
  <Override PartName="/ppt/ink/ink133.xml" ContentType="application/inkml+xml"/>
  <Override PartName="/ppt/ink/ink134.xml" ContentType="application/inkml+xml"/>
  <Override PartName="/ppt/ink/ink135.xml" ContentType="application/inkml+xml"/>
  <Override PartName="/ppt/ink/ink136.xml" ContentType="application/inkml+xml"/>
  <Override PartName="/ppt/ink/ink137.xml" ContentType="application/inkml+xml"/>
  <Override PartName="/ppt/ink/ink138.xml" ContentType="application/inkml+xml"/>
  <Override PartName="/ppt/notesSlides/notesSlide23.xml" ContentType="application/vnd.openxmlformats-officedocument.presentationml.notesSlide+xml"/>
  <Override PartName="/ppt/ink/ink139.xml" ContentType="application/inkml+xml"/>
  <Override PartName="/ppt/ink/ink140.xml" ContentType="application/inkml+xml"/>
  <Override PartName="/ppt/ink/ink141.xml" ContentType="application/inkml+xml"/>
  <Override PartName="/ppt/ink/ink142.xml" ContentType="application/inkml+xml"/>
  <Override PartName="/ppt/ink/ink143.xml" ContentType="application/inkml+xml"/>
  <Override PartName="/ppt/notesSlides/notesSlide24.xml" ContentType="application/vnd.openxmlformats-officedocument.presentationml.notesSlide+xml"/>
  <Override PartName="/ppt/ink/ink144.xml" ContentType="application/inkml+xml"/>
  <Override PartName="/ppt/ink/ink145.xml" ContentType="application/inkml+xml"/>
  <Override PartName="/ppt/ink/ink146.xml" ContentType="application/inkml+xml"/>
  <Override PartName="/ppt/ink/ink147.xml" ContentType="application/inkml+xml"/>
  <Override PartName="/ppt/ink/ink148.xml" ContentType="application/inkml+xml"/>
  <Override PartName="/ppt/ink/ink149.xml" ContentType="application/inkml+xml"/>
  <Override PartName="/ppt/notesSlides/notesSlide25.xml" ContentType="application/vnd.openxmlformats-officedocument.presentationml.notesSlide+xml"/>
  <Override PartName="/ppt/ink/ink150.xml" ContentType="application/inkml+xml"/>
  <Override PartName="/ppt/ink/ink151.xml" ContentType="application/inkml+xml"/>
  <Override PartName="/ppt/ink/ink152.xml" ContentType="application/inkml+xml"/>
  <Override PartName="/ppt/ink/ink153.xml" ContentType="application/inkml+xml"/>
  <Override PartName="/ppt/ink/ink154.xml" ContentType="application/inkml+xml"/>
  <Override PartName="/ppt/ink/ink155.xml" ContentType="application/inkml+xml"/>
  <Override PartName="/ppt/notesSlides/notesSlide26.xml" ContentType="application/vnd.openxmlformats-officedocument.presentationml.notesSlide+xml"/>
  <Override PartName="/ppt/ink/ink156.xml" ContentType="application/inkml+xml"/>
  <Override PartName="/ppt/ink/ink157.xml" ContentType="application/inkml+xml"/>
  <Override PartName="/ppt/ink/ink158.xml" ContentType="application/inkml+xml"/>
  <Override PartName="/ppt/ink/ink159.xml" ContentType="application/inkml+xml"/>
  <Override PartName="/ppt/ink/ink160.xml" ContentType="application/inkml+xml"/>
  <Override PartName="/ppt/notesSlides/notesSlide27.xml" ContentType="application/vnd.openxmlformats-officedocument.presentationml.notesSlide+xml"/>
  <Override PartName="/ppt/ink/ink161.xml" ContentType="application/inkml+xml"/>
  <Override PartName="/ppt/ink/ink162.xml" ContentType="application/inkml+xml"/>
  <Override PartName="/ppt/ink/ink163.xml" ContentType="application/inkml+xml"/>
  <Override PartName="/ppt/ink/ink164.xml" ContentType="application/inkml+xml"/>
  <Override PartName="/ppt/ink/ink165.xml" ContentType="application/inkml+xml"/>
  <Override PartName="/ppt/notesSlides/notesSlide28.xml" ContentType="application/vnd.openxmlformats-officedocument.presentationml.notesSlide+xml"/>
  <Override PartName="/ppt/ink/ink166.xml" ContentType="application/inkml+xml"/>
  <Override PartName="/ppt/ink/ink167.xml" ContentType="application/inkml+xml"/>
  <Override PartName="/ppt/ink/ink168.xml" ContentType="application/inkml+xml"/>
  <Override PartName="/ppt/ink/ink169.xml" ContentType="application/inkml+xml"/>
  <Override PartName="/ppt/ink/ink170.xml" ContentType="application/inkml+xml"/>
  <Override PartName="/ppt/ink/ink171.xml" ContentType="application/inkml+xml"/>
  <Override PartName="/ppt/notesSlides/notesSlide29.xml" ContentType="application/vnd.openxmlformats-officedocument.presentationml.notesSlide+xml"/>
  <Override PartName="/ppt/ink/ink172.xml" ContentType="application/inkml+xml"/>
  <Override PartName="/ppt/ink/ink173.xml" ContentType="application/inkml+xml"/>
  <Override PartName="/ppt/ink/ink174.xml" ContentType="application/inkml+xml"/>
  <Override PartName="/ppt/ink/ink175.xml" ContentType="application/inkml+xml"/>
  <Override PartName="/ppt/ink/ink176.xml" ContentType="application/inkml+xml"/>
  <Override PartName="/ppt/ink/ink177.xml" ContentType="application/inkml+xml"/>
  <Override PartName="/ppt/notesSlides/notesSlide30.xml" ContentType="application/vnd.openxmlformats-officedocument.presentationml.notesSlide+xml"/>
  <Override PartName="/ppt/ink/ink178.xml" ContentType="application/inkml+xml"/>
  <Override PartName="/ppt/ink/ink179.xml" ContentType="application/inkml+xml"/>
  <Override PartName="/ppt/ink/ink180.xml" ContentType="application/inkml+xml"/>
  <Override PartName="/ppt/ink/ink181.xml" ContentType="application/inkml+xml"/>
  <Override PartName="/ppt/ink/ink182.xml" ContentType="application/inkml+xml"/>
  <Override PartName="/ppt/ink/ink183.xml" ContentType="application/inkml+xml"/>
  <Override PartName="/ppt/ink/ink184.xml" ContentType="application/inkml+xml"/>
  <Override PartName="/ppt/ink/ink185.xml" ContentType="application/inkml+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3" r:id="rId4"/>
    <p:sldMasterId id="2147483866" r:id="rId5"/>
    <p:sldMasterId id="2147483843" r:id="rId6"/>
  </p:sldMasterIdLst>
  <p:notesMasterIdLst>
    <p:notesMasterId r:id="rId38"/>
  </p:notesMasterIdLst>
  <p:handoutMasterIdLst>
    <p:handoutMasterId r:id="rId39"/>
  </p:handoutMasterIdLst>
  <p:sldIdLst>
    <p:sldId id="256" r:id="rId7"/>
    <p:sldId id="330" r:id="rId8"/>
    <p:sldId id="331" r:id="rId9"/>
    <p:sldId id="332" r:id="rId10"/>
    <p:sldId id="333" r:id="rId11"/>
    <p:sldId id="334" r:id="rId12"/>
    <p:sldId id="335" r:id="rId13"/>
    <p:sldId id="336" r:id="rId14"/>
    <p:sldId id="337" r:id="rId15"/>
    <p:sldId id="338" r:id="rId16"/>
    <p:sldId id="339" r:id="rId17"/>
    <p:sldId id="340" r:id="rId18"/>
    <p:sldId id="341" r:id="rId19"/>
    <p:sldId id="342" r:id="rId20"/>
    <p:sldId id="343" r:id="rId21"/>
    <p:sldId id="344" r:id="rId22"/>
    <p:sldId id="345" r:id="rId23"/>
    <p:sldId id="346" r:id="rId24"/>
    <p:sldId id="347" r:id="rId25"/>
    <p:sldId id="348" r:id="rId26"/>
    <p:sldId id="349" r:id="rId27"/>
    <p:sldId id="350" r:id="rId28"/>
    <p:sldId id="351" r:id="rId29"/>
    <p:sldId id="352" r:id="rId30"/>
    <p:sldId id="353" r:id="rId31"/>
    <p:sldId id="354" r:id="rId32"/>
    <p:sldId id="355" r:id="rId33"/>
    <p:sldId id="356" r:id="rId34"/>
    <p:sldId id="357" r:id="rId35"/>
    <p:sldId id="358" r:id="rId36"/>
    <p:sldId id="294" r:id="rId37"/>
  </p:sldIdLst>
  <p:sldSz cx="9144000" cy="5143500" type="screen16x9"/>
  <p:notesSz cx="6858000" cy="9144000"/>
  <p:defaultTextStyle>
    <a:defPPr>
      <a:defRPr lang="en-US"/>
    </a:defPPr>
    <a:lvl1pPr marL="0" algn="l" defTabSz="685783" rtl="0" eaLnBrk="1" latinLnBrk="0" hangingPunct="1">
      <a:defRPr sz="1350" kern="1200">
        <a:solidFill>
          <a:schemeClr val="tx1"/>
        </a:solidFill>
        <a:latin typeface="+mn-lt"/>
        <a:ea typeface="+mn-ea"/>
        <a:cs typeface="+mn-cs"/>
      </a:defRPr>
    </a:lvl1pPr>
    <a:lvl2pPr marL="342892" algn="l" defTabSz="685783" rtl="0" eaLnBrk="1" latinLnBrk="0" hangingPunct="1">
      <a:defRPr sz="1350" kern="1200">
        <a:solidFill>
          <a:schemeClr val="tx1"/>
        </a:solidFill>
        <a:latin typeface="+mn-lt"/>
        <a:ea typeface="+mn-ea"/>
        <a:cs typeface="+mn-cs"/>
      </a:defRPr>
    </a:lvl2pPr>
    <a:lvl3pPr marL="685783" algn="l" defTabSz="685783" rtl="0" eaLnBrk="1" latinLnBrk="0" hangingPunct="1">
      <a:defRPr sz="1350" kern="1200">
        <a:solidFill>
          <a:schemeClr val="tx1"/>
        </a:solidFill>
        <a:latin typeface="+mn-lt"/>
        <a:ea typeface="+mn-ea"/>
        <a:cs typeface="+mn-cs"/>
      </a:defRPr>
    </a:lvl3pPr>
    <a:lvl4pPr marL="1028675" algn="l" defTabSz="685783" rtl="0" eaLnBrk="1" latinLnBrk="0" hangingPunct="1">
      <a:defRPr sz="1350" kern="1200">
        <a:solidFill>
          <a:schemeClr val="tx1"/>
        </a:solidFill>
        <a:latin typeface="+mn-lt"/>
        <a:ea typeface="+mn-ea"/>
        <a:cs typeface="+mn-cs"/>
      </a:defRPr>
    </a:lvl4pPr>
    <a:lvl5pPr marL="1371566" algn="l" defTabSz="685783" rtl="0" eaLnBrk="1" latinLnBrk="0" hangingPunct="1">
      <a:defRPr sz="1350" kern="1200">
        <a:solidFill>
          <a:schemeClr val="tx1"/>
        </a:solidFill>
        <a:latin typeface="+mn-lt"/>
        <a:ea typeface="+mn-ea"/>
        <a:cs typeface="+mn-cs"/>
      </a:defRPr>
    </a:lvl5pPr>
    <a:lvl6pPr marL="1714457" algn="l" defTabSz="685783" rtl="0" eaLnBrk="1" latinLnBrk="0" hangingPunct="1">
      <a:defRPr sz="1350" kern="1200">
        <a:solidFill>
          <a:schemeClr val="tx1"/>
        </a:solidFill>
        <a:latin typeface="+mn-lt"/>
        <a:ea typeface="+mn-ea"/>
        <a:cs typeface="+mn-cs"/>
      </a:defRPr>
    </a:lvl6pPr>
    <a:lvl7pPr marL="2057348" algn="l" defTabSz="685783" rtl="0" eaLnBrk="1" latinLnBrk="0" hangingPunct="1">
      <a:defRPr sz="1350" kern="1200">
        <a:solidFill>
          <a:schemeClr val="tx1"/>
        </a:solidFill>
        <a:latin typeface="+mn-lt"/>
        <a:ea typeface="+mn-ea"/>
        <a:cs typeface="+mn-cs"/>
      </a:defRPr>
    </a:lvl7pPr>
    <a:lvl8pPr marL="2400240" algn="l" defTabSz="685783" rtl="0" eaLnBrk="1" latinLnBrk="0" hangingPunct="1">
      <a:defRPr sz="1350" kern="1200">
        <a:solidFill>
          <a:schemeClr val="tx1"/>
        </a:solidFill>
        <a:latin typeface="+mn-lt"/>
        <a:ea typeface="+mn-ea"/>
        <a:cs typeface="+mn-cs"/>
      </a:defRPr>
    </a:lvl8pPr>
    <a:lvl9pPr marL="2743132" algn="l" defTabSz="685783" rtl="0" eaLnBrk="1" latinLnBrk="0" hangingPunct="1">
      <a:defRPr sz="1350" kern="1200">
        <a:solidFill>
          <a:schemeClr val="tx1"/>
        </a:solidFill>
        <a:latin typeface="+mn-lt"/>
        <a:ea typeface="+mn-ea"/>
        <a:cs typeface="+mn-cs"/>
      </a:defRPr>
    </a:lvl9pPr>
  </p:defaultTextStyle>
  <p:extLst>
    <p:ext uri="{521415D9-36F7-43E2-AB2F-B90AF26B5E84}">
      <p14:sectionLst xmlns:p14="http://schemas.microsoft.com/office/powerpoint/2010/main">
        <p14:section name="Slide templates" id="{7DD0B69D-9948-46F3-B07D-8BF81D90CAFD}">
          <p14:sldIdLst>
            <p14:sldId id="256"/>
            <p14:sldId id="330"/>
            <p14:sldId id="331"/>
            <p14:sldId id="332"/>
            <p14:sldId id="333"/>
            <p14:sldId id="334"/>
            <p14:sldId id="335"/>
            <p14:sldId id="336"/>
            <p14:sldId id="337"/>
            <p14:sldId id="338"/>
            <p14:sldId id="339"/>
            <p14:sldId id="340"/>
            <p14:sldId id="341"/>
            <p14:sldId id="342"/>
            <p14:sldId id="343"/>
            <p14:sldId id="344"/>
            <p14:sldId id="345"/>
            <p14:sldId id="346"/>
            <p14:sldId id="347"/>
            <p14:sldId id="348"/>
            <p14:sldId id="349"/>
            <p14:sldId id="350"/>
            <p14:sldId id="351"/>
            <p14:sldId id="352"/>
            <p14:sldId id="353"/>
            <p14:sldId id="354"/>
            <p14:sldId id="355"/>
            <p14:sldId id="356"/>
            <p14:sldId id="357"/>
            <p14:sldId id="358"/>
            <p14:sldId id="294"/>
          </p14:sldIdLst>
        </p14:section>
      </p14:sectionLst>
    </p:ext>
    <p:ext uri="{EFAFB233-063F-42B5-8137-9DF3F51BA10A}">
      <p15:sldGuideLst xmlns:p15="http://schemas.microsoft.com/office/powerpoint/2012/main">
        <p15:guide id="1" orient="horz" pos="1620">
          <p15:clr>
            <a:srgbClr val="A4A3A4"/>
          </p15:clr>
        </p15:guide>
        <p15:guide id="2" pos="288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C3D74"/>
    <a:srgbClr val="1F7791"/>
    <a:srgbClr val="10746A"/>
    <a:srgbClr val="EC008C"/>
    <a:srgbClr val="2DB8C5"/>
    <a:srgbClr val="73B82B"/>
    <a:srgbClr val="F18500"/>
    <a:srgbClr val="8D3786"/>
    <a:srgbClr val="CDA60C"/>
    <a:srgbClr val="2DB862"/>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117" d="100"/>
          <a:sy n="117" d="100"/>
        </p:scale>
        <p:origin x="162" y="60"/>
      </p:cViewPr>
      <p:guideLst>
        <p:guide orient="horz" pos="1620"/>
        <p:guide pos="2880"/>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7.xml"/><Relationship Id="rId18" Type="http://schemas.openxmlformats.org/officeDocument/2006/relationships/slide" Target="slides/slide12.xml"/><Relationship Id="rId26" Type="http://schemas.openxmlformats.org/officeDocument/2006/relationships/slide" Target="slides/slide20.xml"/><Relationship Id="rId39" Type="http://schemas.openxmlformats.org/officeDocument/2006/relationships/handoutMaster" Target="handoutMasters/handoutMaster1.xml"/><Relationship Id="rId21" Type="http://schemas.openxmlformats.org/officeDocument/2006/relationships/slide" Target="slides/slide15.xml"/><Relationship Id="rId34" Type="http://schemas.openxmlformats.org/officeDocument/2006/relationships/slide" Target="slides/slide28.xml"/><Relationship Id="rId42" Type="http://schemas.openxmlformats.org/officeDocument/2006/relationships/theme" Target="theme/theme1.xml"/><Relationship Id="rId7" Type="http://schemas.openxmlformats.org/officeDocument/2006/relationships/slide" Target="slides/slide1.xml"/><Relationship Id="rId2" Type="http://schemas.openxmlformats.org/officeDocument/2006/relationships/customXml" Target="../customXml/item2.xml"/><Relationship Id="rId16" Type="http://schemas.openxmlformats.org/officeDocument/2006/relationships/slide" Target="slides/slide10.xml"/><Relationship Id="rId20" Type="http://schemas.openxmlformats.org/officeDocument/2006/relationships/slide" Target="slides/slide14.xml"/><Relationship Id="rId29" Type="http://schemas.openxmlformats.org/officeDocument/2006/relationships/slide" Target="slides/slide23.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5.xml"/><Relationship Id="rId24" Type="http://schemas.openxmlformats.org/officeDocument/2006/relationships/slide" Target="slides/slide18.xml"/><Relationship Id="rId32" Type="http://schemas.openxmlformats.org/officeDocument/2006/relationships/slide" Target="slides/slide26.xml"/><Relationship Id="rId37" Type="http://schemas.openxmlformats.org/officeDocument/2006/relationships/slide" Target="slides/slide31.xml"/><Relationship Id="rId40" Type="http://schemas.openxmlformats.org/officeDocument/2006/relationships/presProps" Target="presProps.xml"/><Relationship Id="rId5" Type="http://schemas.openxmlformats.org/officeDocument/2006/relationships/slideMaster" Target="slideMasters/slideMaster2.xml"/><Relationship Id="rId15" Type="http://schemas.openxmlformats.org/officeDocument/2006/relationships/slide" Target="slides/slide9.xml"/><Relationship Id="rId23" Type="http://schemas.openxmlformats.org/officeDocument/2006/relationships/slide" Target="slides/slide17.xml"/><Relationship Id="rId28" Type="http://schemas.openxmlformats.org/officeDocument/2006/relationships/slide" Target="slides/slide22.xml"/><Relationship Id="rId36" Type="http://schemas.openxmlformats.org/officeDocument/2006/relationships/slide" Target="slides/slide30.xml"/><Relationship Id="rId10" Type="http://schemas.openxmlformats.org/officeDocument/2006/relationships/slide" Target="slides/slide4.xml"/><Relationship Id="rId19" Type="http://schemas.openxmlformats.org/officeDocument/2006/relationships/slide" Target="slides/slide13.xml"/><Relationship Id="rId31" Type="http://schemas.openxmlformats.org/officeDocument/2006/relationships/slide" Target="slides/slide25.xml"/><Relationship Id="rId4" Type="http://schemas.openxmlformats.org/officeDocument/2006/relationships/slideMaster" Target="slideMasters/slideMaster1.xml"/><Relationship Id="rId9" Type="http://schemas.openxmlformats.org/officeDocument/2006/relationships/slide" Target="slides/slide3.xml"/><Relationship Id="rId14" Type="http://schemas.openxmlformats.org/officeDocument/2006/relationships/slide" Target="slides/slide8.xml"/><Relationship Id="rId22" Type="http://schemas.openxmlformats.org/officeDocument/2006/relationships/slide" Target="slides/slide16.xml"/><Relationship Id="rId27" Type="http://schemas.openxmlformats.org/officeDocument/2006/relationships/slide" Target="slides/slide21.xml"/><Relationship Id="rId30" Type="http://schemas.openxmlformats.org/officeDocument/2006/relationships/slide" Target="slides/slide24.xml"/><Relationship Id="rId35" Type="http://schemas.openxmlformats.org/officeDocument/2006/relationships/slide" Target="slides/slide29.xml"/><Relationship Id="rId43" Type="http://schemas.openxmlformats.org/officeDocument/2006/relationships/tableStyles" Target="tableStyles.xml"/><Relationship Id="rId8" Type="http://schemas.openxmlformats.org/officeDocument/2006/relationships/slide" Target="slides/slide2.xml"/><Relationship Id="rId3" Type="http://schemas.openxmlformats.org/officeDocument/2006/relationships/customXml" Target="../customXml/item3.xml"/><Relationship Id="rId12" Type="http://schemas.openxmlformats.org/officeDocument/2006/relationships/slide" Target="slides/slide6.xml"/><Relationship Id="rId17" Type="http://schemas.openxmlformats.org/officeDocument/2006/relationships/slide" Target="slides/slide11.xml"/><Relationship Id="rId25" Type="http://schemas.openxmlformats.org/officeDocument/2006/relationships/slide" Target="slides/slide19.xml"/><Relationship Id="rId33" Type="http://schemas.openxmlformats.org/officeDocument/2006/relationships/slide" Target="slides/slide27.xml"/><Relationship Id="rId38"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0859996977948773"/>
          <c:y val="1.4467262737367422E-3"/>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5.5009355875836059E-2"/>
          <c:y val="0.13986788302602043"/>
          <c:w val="0.67931177666812181"/>
          <c:h val="0.76021553992215929"/>
        </c:manualLayout>
      </c:layout>
      <c:doughnut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CCA9-4D25-9A08-E785591F912F}"/>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CCA9-4D25-9A08-E785591F912F}"/>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CCA9-4D25-9A08-E785591F912F}"/>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CCA9-4D25-9A08-E785591F912F}"/>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CCA9-4D25-9A08-E785591F912F}"/>
              </c:ext>
            </c:extLst>
          </c:dPt>
          <c:dPt>
            <c:idx val="5"/>
            <c:bubble3D val="0"/>
            <c:spPr>
              <a:solidFill>
                <a:schemeClr val="accent6"/>
              </a:solidFill>
              <a:ln w="19050">
                <a:solidFill>
                  <a:schemeClr val="lt1"/>
                </a:solidFill>
              </a:ln>
              <a:effectLst/>
            </c:spPr>
            <c:extLst>
              <c:ext xmlns:c16="http://schemas.microsoft.com/office/drawing/2014/chart" uri="{C3380CC4-5D6E-409C-BE32-E72D297353CC}">
                <c16:uniqueId val="{0000000B-CCA9-4D25-9A08-E785591F912F}"/>
              </c:ext>
            </c:extLst>
          </c:dPt>
          <c:dPt>
            <c:idx val="6"/>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CCA9-4D25-9A08-E785591F912F}"/>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8</c:v>
                </c:pt>
                <c:pt idx="1">
                  <c:v>6</c:v>
                </c:pt>
                <c:pt idx="2">
                  <c:v>4</c:v>
                </c:pt>
                <c:pt idx="3">
                  <c:v>3</c:v>
                </c:pt>
                <c:pt idx="4">
                  <c:v>2</c:v>
                </c:pt>
                <c:pt idx="5">
                  <c:v>1</c:v>
                </c:pt>
                <c:pt idx="6">
                  <c:v>0.5</c:v>
                </c:pt>
              </c:numCache>
            </c:numRef>
          </c:val>
          <c:extLst>
            <c:ext xmlns:c16="http://schemas.microsoft.com/office/drawing/2014/chart" uri="{C3380CC4-5D6E-409C-BE32-E72D297353CC}">
              <c16:uniqueId val="{0000000E-CCA9-4D25-9A08-E785591F912F}"/>
            </c:ext>
          </c:extLst>
        </c:ser>
        <c:dLbls>
          <c:showLegendKey val="0"/>
          <c:showVal val="0"/>
          <c:showCatName val="0"/>
          <c:showSerName val="0"/>
          <c:showPercent val="0"/>
          <c:showBubbleSize val="0"/>
          <c:showLeaderLines val="1"/>
        </c:dLbls>
        <c:firstSliceAng val="0"/>
        <c:holeSize val="64"/>
      </c:doughnutChart>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69977572318967052"/>
          <c:y val="0.1928179891354784"/>
          <c:w val="0.30022436435136202"/>
          <c:h val="0.65283604829086761"/>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4416114174553275"/>
          <c:y val="1.4062543327461475E-2"/>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3.7531567990058079E-2"/>
          <c:y val="0.11931885404850991"/>
          <c:w val="0.63197913902634784"/>
          <c:h val="0.65308987739149349"/>
        </c:manualLayout>
      </c:layout>
      <c:barChart>
        <c:barDir val="col"/>
        <c:grouping val="clustered"/>
        <c:varyColors val="1"/>
        <c:ser>
          <c:idx val="0"/>
          <c:order val="0"/>
          <c:tx>
            <c:strRef>
              <c:f>Sheet1!$B$1</c:f>
              <c:strCache>
                <c:ptCount val="1"/>
                <c:pt idx="0">
                  <c:v>Sales</c:v>
                </c:pt>
              </c:strCache>
            </c:strRef>
          </c:tx>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3151-495A-8996-44DF7C239E04}"/>
              </c:ext>
            </c:extLst>
          </c:dPt>
          <c:dPt>
            <c:idx val="1"/>
            <c:invertIfNegative val="0"/>
            <c:bubble3D val="0"/>
            <c:spPr>
              <a:solidFill>
                <a:schemeClr val="accent2"/>
              </a:solidFill>
              <a:ln w="19050">
                <a:solidFill>
                  <a:schemeClr val="lt1"/>
                </a:solidFill>
              </a:ln>
              <a:effectLst/>
            </c:spPr>
            <c:extLst>
              <c:ext xmlns:c16="http://schemas.microsoft.com/office/drawing/2014/chart" uri="{C3380CC4-5D6E-409C-BE32-E72D297353CC}">
                <c16:uniqueId val="{00000003-3151-495A-8996-44DF7C239E04}"/>
              </c:ext>
            </c:extLst>
          </c:dPt>
          <c:dPt>
            <c:idx val="2"/>
            <c:invertIfNegative val="0"/>
            <c:bubble3D val="0"/>
            <c:spPr>
              <a:solidFill>
                <a:schemeClr val="accent3"/>
              </a:solidFill>
              <a:ln w="19050">
                <a:solidFill>
                  <a:schemeClr val="lt1"/>
                </a:solidFill>
              </a:ln>
              <a:effectLst/>
            </c:spPr>
            <c:extLst>
              <c:ext xmlns:c16="http://schemas.microsoft.com/office/drawing/2014/chart" uri="{C3380CC4-5D6E-409C-BE32-E72D297353CC}">
                <c16:uniqueId val="{00000005-3151-495A-8996-44DF7C239E04}"/>
              </c:ext>
            </c:extLst>
          </c:dPt>
          <c:dPt>
            <c:idx val="3"/>
            <c:invertIfNegative val="0"/>
            <c:bubble3D val="0"/>
            <c:spPr>
              <a:solidFill>
                <a:schemeClr val="accent4"/>
              </a:solidFill>
              <a:ln w="19050">
                <a:solidFill>
                  <a:schemeClr val="lt1"/>
                </a:solidFill>
              </a:ln>
              <a:effectLst/>
            </c:spPr>
            <c:extLst>
              <c:ext xmlns:c16="http://schemas.microsoft.com/office/drawing/2014/chart" uri="{C3380CC4-5D6E-409C-BE32-E72D297353CC}">
                <c16:uniqueId val="{00000007-3151-495A-8996-44DF7C239E04}"/>
              </c:ext>
            </c:extLst>
          </c:dPt>
          <c:dPt>
            <c:idx val="4"/>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9-3151-495A-8996-44DF7C239E04}"/>
              </c:ext>
            </c:extLst>
          </c:dPt>
          <c:dPt>
            <c:idx val="5"/>
            <c:invertIfNegative val="0"/>
            <c:bubble3D val="0"/>
            <c:spPr>
              <a:solidFill>
                <a:schemeClr val="accent6"/>
              </a:solidFill>
              <a:ln w="19050">
                <a:solidFill>
                  <a:schemeClr val="lt1"/>
                </a:solidFill>
              </a:ln>
              <a:effectLst/>
            </c:spPr>
            <c:extLst>
              <c:ext xmlns:c16="http://schemas.microsoft.com/office/drawing/2014/chart" uri="{C3380CC4-5D6E-409C-BE32-E72D297353CC}">
                <c16:uniqueId val="{0000000B-3151-495A-8996-44DF7C239E04}"/>
              </c:ext>
            </c:extLst>
          </c:dPt>
          <c:dPt>
            <c:idx val="6"/>
            <c:invertIfNegative val="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3151-495A-8996-44DF7C239E04}"/>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0.5</c:v>
                </c:pt>
                <c:pt idx="1">
                  <c:v>1.5</c:v>
                </c:pt>
                <c:pt idx="2">
                  <c:v>2.5</c:v>
                </c:pt>
                <c:pt idx="3">
                  <c:v>3.5</c:v>
                </c:pt>
                <c:pt idx="4">
                  <c:v>4.5</c:v>
                </c:pt>
                <c:pt idx="5">
                  <c:v>5.5</c:v>
                </c:pt>
                <c:pt idx="6">
                  <c:v>6</c:v>
                </c:pt>
              </c:numCache>
            </c:numRef>
          </c:val>
          <c:extLst>
            <c:ext xmlns:c16="http://schemas.microsoft.com/office/drawing/2014/chart" uri="{C3380CC4-5D6E-409C-BE32-E72D297353CC}">
              <c16:uniqueId val="{0000000E-3151-495A-8996-44DF7C239E04}"/>
            </c:ext>
          </c:extLst>
        </c:ser>
        <c:dLbls>
          <c:showLegendKey val="0"/>
          <c:showVal val="0"/>
          <c:showCatName val="0"/>
          <c:showSerName val="0"/>
          <c:showPercent val="0"/>
          <c:showBubbleSize val="0"/>
        </c:dLbls>
        <c:gapWidth val="150"/>
        <c:axId val="853237616"/>
        <c:axId val="774982448"/>
      </c:barChart>
      <c:valAx>
        <c:axId val="774982448"/>
        <c:scaling>
          <c:orientation val="minMax"/>
        </c:scaling>
        <c:delete val="0"/>
        <c:axPos val="l"/>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1B71"/>
                </a:solidFill>
                <a:latin typeface="Frutiger 55 Roman" pitchFamily="2" charset="0"/>
                <a:ea typeface="+mn-ea"/>
                <a:cs typeface="+mn-cs"/>
              </a:defRPr>
            </a:pPr>
            <a:endParaRPr lang="en-US"/>
          </a:p>
        </c:txPr>
        <c:crossAx val="853237616"/>
        <c:crosses val="autoZero"/>
        <c:crossBetween val="between"/>
      </c:valAx>
      <c:catAx>
        <c:axId val="853237616"/>
        <c:scaling>
          <c:orientation val="minMax"/>
        </c:scaling>
        <c:delete val="0"/>
        <c:axPos val="b"/>
        <c:numFmt formatCode="General" sourceLinked="1"/>
        <c:majorTickMark val="out"/>
        <c:minorTickMark val="none"/>
        <c:tickLblPos val="low"/>
        <c:spPr>
          <a:noFill/>
          <a:ln w="6350" cap="flat" cmpd="sng" algn="ctr">
            <a:solidFill>
              <a:schemeClr val="dk1"/>
            </a:solidFill>
            <a:prstDash val="solid"/>
            <a:miter lim="800000"/>
          </a:ln>
          <a:effectLst/>
        </c:spPr>
        <c:txPr>
          <a:bodyPr rot="5400000" spcFirstLastPara="1" vertOverflow="ellipsis" wrap="square" anchor="ctr" anchorCtr="1"/>
          <a:lstStyle/>
          <a:p>
            <a:pPr>
              <a:defRPr sz="1197" b="0" i="0" u="none" strike="noStrike" kern="1200" baseline="0">
                <a:solidFill>
                  <a:schemeClr val="tx1"/>
                </a:solidFill>
                <a:latin typeface="+mn-lt"/>
                <a:ea typeface="+mn-ea"/>
                <a:cs typeface="+mn-cs"/>
              </a:defRPr>
            </a:pPr>
            <a:endParaRPr lang="en-US"/>
          </a:p>
        </c:txPr>
        <c:crossAx val="774982448"/>
        <c:crosses val="autoZero"/>
        <c:auto val="1"/>
        <c:lblAlgn val="ctr"/>
        <c:lblOffset val="100"/>
        <c:noMultiLvlLbl val="0"/>
      </c:catAx>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72056497372130657"/>
          <c:y val="0.23026675851480399"/>
          <c:w val="0.24631125718087762"/>
          <c:h val="0.60697960708651189"/>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r>
              <a:rPr lang="en-US" sz="1400" b="1" i="0">
                <a:solidFill>
                  <a:srgbClr val="001B71"/>
                </a:solidFill>
                <a:latin typeface="Arial" panose="020B0604020202020204" pitchFamily="34" charset="0"/>
                <a:cs typeface="Arial" panose="020B0604020202020204" pitchFamily="34" charset="0"/>
              </a:rPr>
              <a:t>Example</a:t>
            </a:r>
          </a:p>
        </c:rich>
      </c:tx>
      <c:layout>
        <c:manualLayout>
          <c:xMode val="edge"/>
          <c:yMode val="edge"/>
          <c:x val="0.39648043799212601"/>
          <c:y val="1.4062499134934847E-2"/>
        </c:manualLayout>
      </c:layout>
      <c:overlay val="0"/>
      <c:spPr>
        <a:noFill/>
        <a:ln>
          <a:noFill/>
        </a:ln>
        <a:effectLst/>
      </c:spPr>
      <c:txPr>
        <a:bodyPr rot="0" spcFirstLastPara="1" vertOverflow="ellipsis" vert="horz" wrap="square" anchor="ctr" anchorCtr="0"/>
        <a:lstStyle/>
        <a:p>
          <a:pPr>
            <a:defRPr sz="1400" b="0" i="0" u="none" strike="noStrike" kern="1200" spc="0" baseline="0">
              <a:solidFill>
                <a:srgbClr val="001B71"/>
              </a:solidFill>
              <a:latin typeface="Arial" panose="020B0604020202020204" pitchFamily="34" charset="0"/>
              <a:ea typeface="+mn-ea"/>
              <a:cs typeface="Arial" panose="020B0604020202020204" pitchFamily="34" charset="0"/>
            </a:defRPr>
          </a:pPr>
          <a:endParaRPr lang="en-US"/>
        </a:p>
      </c:txPr>
    </c:title>
    <c:autoTitleDeleted val="0"/>
    <c:plotArea>
      <c:layout>
        <c:manualLayout>
          <c:layoutTarget val="inner"/>
          <c:xMode val="edge"/>
          <c:yMode val="edge"/>
          <c:x val="0.18017085530237922"/>
          <c:y val="0.11931885404850991"/>
          <c:w val="0.59848297447332355"/>
          <c:h val="0.80052066313077841"/>
        </c:manualLayout>
      </c:layout>
      <c:barChart>
        <c:barDir val="bar"/>
        <c:grouping val="clustered"/>
        <c:varyColors val="1"/>
        <c:ser>
          <c:idx val="0"/>
          <c:order val="0"/>
          <c:tx>
            <c:strRef>
              <c:f>Sheet1!$B$1</c:f>
              <c:strCache>
                <c:ptCount val="1"/>
                <c:pt idx="0">
                  <c:v>Sales</c:v>
                </c:pt>
              </c:strCache>
            </c:strRef>
          </c:tx>
          <c:invertIfNegative val="0"/>
          <c:dPt>
            <c:idx val="0"/>
            <c:invertIfNegative val="0"/>
            <c:bubble3D val="0"/>
            <c:spPr>
              <a:solidFill>
                <a:schemeClr val="accent1"/>
              </a:solidFill>
              <a:ln w="19050">
                <a:solidFill>
                  <a:schemeClr val="lt1"/>
                </a:solidFill>
              </a:ln>
              <a:effectLst/>
            </c:spPr>
            <c:extLst>
              <c:ext xmlns:c16="http://schemas.microsoft.com/office/drawing/2014/chart" uri="{C3380CC4-5D6E-409C-BE32-E72D297353CC}">
                <c16:uniqueId val="{00000001-4E79-46EC-ACD0-05064C0E4F15}"/>
              </c:ext>
            </c:extLst>
          </c:dPt>
          <c:dPt>
            <c:idx val="1"/>
            <c:invertIfNegative val="0"/>
            <c:bubble3D val="0"/>
            <c:spPr>
              <a:solidFill>
                <a:schemeClr val="accent2"/>
              </a:solidFill>
              <a:ln w="19050">
                <a:solidFill>
                  <a:schemeClr val="lt1"/>
                </a:solidFill>
              </a:ln>
              <a:effectLst/>
            </c:spPr>
            <c:extLst>
              <c:ext xmlns:c16="http://schemas.microsoft.com/office/drawing/2014/chart" uri="{C3380CC4-5D6E-409C-BE32-E72D297353CC}">
                <c16:uniqueId val="{00000003-4E79-46EC-ACD0-05064C0E4F15}"/>
              </c:ext>
            </c:extLst>
          </c:dPt>
          <c:dPt>
            <c:idx val="2"/>
            <c:invertIfNegative val="0"/>
            <c:bubble3D val="0"/>
            <c:spPr>
              <a:solidFill>
                <a:schemeClr val="accent3"/>
              </a:solidFill>
              <a:ln w="19050">
                <a:solidFill>
                  <a:schemeClr val="lt1"/>
                </a:solidFill>
              </a:ln>
              <a:effectLst/>
            </c:spPr>
            <c:extLst>
              <c:ext xmlns:c16="http://schemas.microsoft.com/office/drawing/2014/chart" uri="{C3380CC4-5D6E-409C-BE32-E72D297353CC}">
                <c16:uniqueId val="{00000005-4E79-46EC-ACD0-05064C0E4F15}"/>
              </c:ext>
            </c:extLst>
          </c:dPt>
          <c:dPt>
            <c:idx val="3"/>
            <c:invertIfNegative val="0"/>
            <c:bubble3D val="0"/>
            <c:spPr>
              <a:solidFill>
                <a:schemeClr val="accent4"/>
              </a:solidFill>
              <a:ln w="19050">
                <a:solidFill>
                  <a:schemeClr val="lt1"/>
                </a:solidFill>
              </a:ln>
              <a:effectLst/>
            </c:spPr>
            <c:extLst>
              <c:ext xmlns:c16="http://schemas.microsoft.com/office/drawing/2014/chart" uri="{C3380CC4-5D6E-409C-BE32-E72D297353CC}">
                <c16:uniqueId val="{00000007-4E79-46EC-ACD0-05064C0E4F15}"/>
              </c:ext>
            </c:extLst>
          </c:dPt>
          <c:dPt>
            <c:idx val="4"/>
            <c:invertIfNegative val="0"/>
            <c:bubble3D val="0"/>
            <c:spPr>
              <a:solidFill>
                <a:schemeClr val="accent5"/>
              </a:solidFill>
              <a:ln w="19050">
                <a:solidFill>
                  <a:schemeClr val="lt1"/>
                </a:solidFill>
              </a:ln>
              <a:effectLst/>
            </c:spPr>
            <c:extLst>
              <c:ext xmlns:c16="http://schemas.microsoft.com/office/drawing/2014/chart" uri="{C3380CC4-5D6E-409C-BE32-E72D297353CC}">
                <c16:uniqueId val="{00000009-4E79-46EC-ACD0-05064C0E4F15}"/>
              </c:ext>
            </c:extLst>
          </c:dPt>
          <c:dPt>
            <c:idx val="5"/>
            <c:invertIfNegative val="0"/>
            <c:bubble3D val="0"/>
            <c:spPr>
              <a:solidFill>
                <a:schemeClr val="accent6"/>
              </a:solidFill>
              <a:ln w="19050">
                <a:solidFill>
                  <a:schemeClr val="lt1"/>
                </a:solidFill>
              </a:ln>
              <a:effectLst/>
            </c:spPr>
            <c:extLst>
              <c:ext xmlns:c16="http://schemas.microsoft.com/office/drawing/2014/chart" uri="{C3380CC4-5D6E-409C-BE32-E72D297353CC}">
                <c16:uniqueId val="{0000000B-4E79-46EC-ACD0-05064C0E4F15}"/>
              </c:ext>
            </c:extLst>
          </c:dPt>
          <c:dPt>
            <c:idx val="6"/>
            <c:invertIfNegative val="0"/>
            <c:bubble3D val="0"/>
            <c:spPr>
              <a:solidFill>
                <a:schemeClr val="accent1">
                  <a:lumMod val="60000"/>
                </a:schemeClr>
              </a:solidFill>
              <a:ln w="19050">
                <a:solidFill>
                  <a:schemeClr val="lt1"/>
                </a:solidFill>
              </a:ln>
              <a:effectLst/>
            </c:spPr>
            <c:extLst>
              <c:ext xmlns:c16="http://schemas.microsoft.com/office/drawing/2014/chart" uri="{C3380CC4-5D6E-409C-BE32-E72D297353CC}">
                <c16:uniqueId val="{0000000D-4E79-46EC-ACD0-05064C0E4F15}"/>
              </c:ext>
            </c:extLst>
          </c:dPt>
          <c:cat>
            <c:strRef>
              <c:f>Sheet1!$A$2:$A$8</c:f>
              <c:strCache>
                <c:ptCount val="7"/>
                <c:pt idx="0">
                  <c:v>Lorem ipsum</c:v>
                </c:pt>
                <c:pt idx="1">
                  <c:v>Lorem ipsum</c:v>
                </c:pt>
                <c:pt idx="2">
                  <c:v>Lorem ipsum</c:v>
                </c:pt>
                <c:pt idx="3">
                  <c:v>Lorem ipsum</c:v>
                </c:pt>
                <c:pt idx="4">
                  <c:v>Lorem ipsum</c:v>
                </c:pt>
                <c:pt idx="5">
                  <c:v>Lorem ipsum</c:v>
                </c:pt>
                <c:pt idx="6">
                  <c:v>Lorem ipsum</c:v>
                </c:pt>
              </c:strCache>
            </c:strRef>
          </c:cat>
          <c:val>
            <c:numRef>
              <c:f>Sheet1!$B$2:$B$8</c:f>
              <c:numCache>
                <c:formatCode>General</c:formatCode>
                <c:ptCount val="7"/>
                <c:pt idx="0">
                  <c:v>7</c:v>
                </c:pt>
                <c:pt idx="1">
                  <c:v>6</c:v>
                </c:pt>
                <c:pt idx="2">
                  <c:v>5</c:v>
                </c:pt>
                <c:pt idx="3">
                  <c:v>4</c:v>
                </c:pt>
                <c:pt idx="4">
                  <c:v>3</c:v>
                </c:pt>
                <c:pt idx="5">
                  <c:v>2</c:v>
                </c:pt>
                <c:pt idx="6">
                  <c:v>1</c:v>
                </c:pt>
              </c:numCache>
            </c:numRef>
          </c:val>
          <c:extLst>
            <c:ext xmlns:c16="http://schemas.microsoft.com/office/drawing/2014/chart" uri="{C3380CC4-5D6E-409C-BE32-E72D297353CC}">
              <c16:uniqueId val="{0000000E-4E79-46EC-ACD0-05064C0E4F15}"/>
            </c:ext>
          </c:extLst>
        </c:ser>
        <c:dLbls>
          <c:showLegendKey val="0"/>
          <c:showVal val="0"/>
          <c:showCatName val="0"/>
          <c:showSerName val="0"/>
          <c:showPercent val="0"/>
          <c:showBubbleSize val="0"/>
        </c:dLbls>
        <c:gapWidth val="79"/>
        <c:axId val="853237616"/>
        <c:axId val="774982448"/>
      </c:barChart>
      <c:valAx>
        <c:axId val="774982448"/>
        <c:scaling>
          <c:orientation val="minMax"/>
        </c:scaling>
        <c:delete val="0"/>
        <c:axPos val="b"/>
        <c:majorGridlines>
          <c:spPr>
            <a:ln w="9525" cap="flat" cmpd="sng" algn="ctr">
              <a:solidFill>
                <a:schemeClr val="tx1">
                  <a:lumMod val="15000"/>
                  <a:lumOff val="85000"/>
                </a:schemeClr>
              </a:solidFill>
              <a:round/>
            </a:ln>
            <a:effectLst/>
          </c:spPr>
        </c:majorGridlines>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rgbClr val="001B71"/>
                </a:solidFill>
                <a:latin typeface="Frutiger 55 Roman" pitchFamily="2" charset="0"/>
                <a:ea typeface="+mn-ea"/>
                <a:cs typeface="+mn-cs"/>
              </a:defRPr>
            </a:pPr>
            <a:endParaRPr lang="en-US"/>
          </a:p>
        </c:txPr>
        <c:crossAx val="853237616"/>
        <c:crosses val="autoZero"/>
        <c:crossBetween val="between"/>
      </c:valAx>
      <c:catAx>
        <c:axId val="853237616"/>
        <c:scaling>
          <c:orientation val="minMax"/>
        </c:scaling>
        <c:delete val="0"/>
        <c:axPos val="l"/>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rgbClr val="001B71"/>
                </a:solidFill>
                <a:latin typeface="+mj-lt"/>
                <a:ea typeface="+mn-ea"/>
                <a:cs typeface="+mn-cs"/>
              </a:defRPr>
            </a:pPr>
            <a:endParaRPr lang="en-US"/>
          </a:p>
        </c:txPr>
        <c:crossAx val="774982448"/>
        <c:crosses val="autoZero"/>
        <c:auto val="1"/>
        <c:lblAlgn val="ctr"/>
        <c:lblOffset val="100"/>
        <c:noMultiLvlLbl val="0"/>
      </c:catAx>
      <c:spPr>
        <a:noFill/>
        <a:ln>
          <a:noFill/>
        </a:ln>
        <a:effectLst/>
      </c:spPr>
    </c:plotArea>
    <c:legend>
      <c:legendPos val="r"/>
      <c:legendEntry>
        <c:idx val="0"/>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1"/>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2"/>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3"/>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4"/>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5"/>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egendEntry>
        <c:idx val="6"/>
        <c:txPr>
          <a:bodyPr rot="0" spcFirstLastPara="1" vertOverflow="ellipsis" vert="horz" wrap="square" anchor="ctr" anchorCtr="1"/>
          <a:lstStyle/>
          <a:p>
            <a:pPr>
              <a:defRPr sz="1400" b="0" i="0" u="none" strike="noStrike" kern="1200" baseline="0">
                <a:solidFill>
                  <a:srgbClr val="001B71"/>
                </a:solidFill>
                <a:latin typeface="Arial" panose="020B0604020202020204" pitchFamily="34" charset="0"/>
                <a:ea typeface="+mn-ea"/>
                <a:cs typeface="Arial" panose="020B0604020202020204" pitchFamily="34" charset="0"/>
              </a:defRPr>
            </a:pPr>
            <a:endParaRPr lang="en-US"/>
          </a:p>
        </c:txPr>
      </c:legendEntry>
      <c:layout>
        <c:manualLayout>
          <c:xMode val="edge"/>
          <c:yMode val="edge"/>
          <c:x val="0.72396512040726835"/>
          <c:y val="9.6391868962480462E-2"/>
          <c:w val="0.2760348679438433"/>
          <c:h val="0.80923730636217983"/>
        </c:manualLayout>
      </c:layout>
      <c:overlay val="0"/>
      <c:spPr>
        <a:noFill/>
        <a:ln>
          <a:noFill/>
        </a:ln>
        <a:effectLst/>
      </c:spPr>
      <c:txPr>
        <a:bodyPr rot="0" spcFirstLastPara="1" vertOverflow="ellipsis" vert="horz" wrap="square" anchor="ctr" anchorCtr="1"/>
        <a:lstStyle/>
        <a:p>
          <a:pPr>
            <a:defRPr sz="1800" b="0" i="0" u="none" strike="noStrike" kern="1200" baseline="0">
              <a:solidFill>
                <a:srgbClr val="001B71"/>
              </a:solidFill>
              <a:latin typeface="Frutiger 55 Roman" pitchFamily="2" charset="0"/>
              <a:ea typeface="+mn-ea"/>
              <a:cs typeface="+mn-cs"/>
            </a:defRPr>
          </a:pPr>
          <a:endParaRPr lang="en-US"/>
        </a:p>
      </c:txPr>
    </c:legend>
    <c:plotVisOnly val="1"/>
    <c:dispBlanksAs val="gap"/>
    <c:extLst>
      <c:ext xmlns:c16r3="http://schemas.microsoft.com/office/drawing/2017/03/chart" uri="{56B9EC1D-385E-4148-901F-78D8002777C0}">
        <c16r3:dataDisplayOptions16>
          <c16r3:dispNaAsBlank val="1"/>
        </c16r3:dataDisplayOptions16>
      </c:ext>
    </c:extLst>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49664FB5-82AF-48A4-80F1-9AEEE0DF4B0B}"/>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5CF0742E-D5E1-4FF3-A442-958EA2A7869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6D066F8-4FE9-4315-A56E-3EA256F5907F}" type="datetimeFigureOut">
              <a:rPr lang="en-GB" smtClean="0"/>
              <a:t>30/10/2023</a:t>
            </a:fld>
            <a:endParaRPr lang="en-GB"/>
          </a:p>
        </p:txBody>
      </p:sp>
      <p:sp>
        <p:nvSpPr>
          <p:cNvPr id="4" name="Footer Placeholder 3">
            <a:extLst>
              <a:ext uri="{FF2B5EF4-FFF2-40B4-BE49-F238E27FC236}">
                <a16:creationId xmlns:a16="http://schemas.microsoft.com/office/drawing/2014/main" id="{A1F2F771-FAFF-4FF6-AE5C-96F43E8CB758}"/>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08EB88F3-0CB9-4921-9214-BFA9C4B80847}"/>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06F73B9F-E786-4DE9-B054-AF2D3B642399}" type="slidenum">
              <a:rPr lang="en-GB" smtClean="0"/>
              <a:t>‹#›</a:t>
            </a:fld>
            <a:endParaRPr lang="en-GB"/>
          </a:p>
        </p:txBody>
      </p:sp>
    </p:spTree>
    <p:extLst>
      <p:ext uri="{BB962C8B-B14F-4D97-AF65-F5344CB8AC3E}">
        <p14:creationId xmlns:p14="http://schemas.microsoft.com/office/powerpoint/2010/main" val="3935115277"/>
      </p:ext>
    </p:extLst>
  </p:cSld>
  <p:clrMap bg1="lt1" tx1="dk1" bg2="lt2" tx2="dk2" accent1="accent1" accent2="accent2" accent3="accent3" accent4="accent4" accent5="accent5" accent6="accent6" hlink="hlink" folHlink="folHlink"/>
</p:handoutMaster>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6.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2:58:46.419"/>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
    <inkml:brush xml:id="br2">
      <inkml:brushProperty name="width" value="0.05292" units="cm"/>
      <inkml:brushProperty name="height" value="0.05292" units="cm"/>
      <inkml:brushProperty name="color" value="#C00000"/>
    </inkml:brush>
    <inkml:brush xml:id="br3">
      <inkml:brushProperty name="width" value="0.05292" units="cm"/>
      <inkml:brushProperty name="height" value="0.05292" units="cm"/>
      <inkml:brushProperty name="color" value="#0070C0"/>
    </inkml:brush>
    <inkml:brush xml:id="br4">
      <inkml:brushProperty name="width" value="0.05292" units="cm"/>
      <inkml:brushProperty name="height" value="0.05292" units="cm"/>
      <inkml:brushProperty name="color" value="#00B050"/>
    </inkml:brush>
  </inkml:definitions>
  <inkml:trace contextRef="#ctx0" brushRef="#br0">15673 2973 911 0,'2'-3'0'0,"-1"-1"0"15,0 1 0-15,-1 1 0 0,1 1 1248 0,-1-1 160 0,1 2 48 0,1-2 0 16,-1-3 624-16,0 2 128 0,0-1 32 0,0-1 0 16,0 0-208-16,-1 2-48 0,1 2 0 0,-1-1 0 15,0 2-544-15,-1 0-112 0,1 2-32 0,-1 0 0 16,1 3-576-16,0 2-112 0,0-2-32 0,-1 4 0 15,0 5-192-15,1 0-64 0,-1 4 0 16,0 2 0-16,0 4-192 0,0 1-128 16,0 2 128-16,0 4-128 0,0-1 0 0,1 0 0 0,-1-2 0 0,1-2 0 15,-1-2 0-15,1-4 0 0,1 0 0 0,-1-3 0 16,1-3 0-16,0-2 0 0,0-3 0 0,1-2 0 16,0-1-240-16,0-2-16 0,1-2 0 0,1-2 0 15,0-1-1792-15,-1-7-352 0</inkml:trace>
  <inkml:trace contextRef="#ctx0" brushRef="#br0" timeOffset="335.83">15665 3021 6447 0,'-6'0'272'0,"2"-1"80"0,0 1-352 0,1 0 0 16,2 0 0-16,0 0 0 0,0 0 1248 0,-1 0 176 15,-1 0 48-15,-1-2 0 0,0 2-16 0,1-3 0 16,1 0 0-16,3-1 0 0,-1 0-304 0,2-1-48 15,1 0-16-15,2 0 0 0,2-2 64 0,0-2 0 16,1 1 0-16,3-1 0 0,1-1-224 0,1 1-32 16,0 0-16-16,2 0 0 0,0 1-464 0,0 1-96 15,-1 2 0-15,-1 0-16 0,-1 1-160 0,-2 2-16 16,-10 2-128-16,0 0 192 0,0 0-192 0,0 0 0 16,0 0 0-16,38 28 0 0,-38-19-128 0,-2 5 128 0,-1 1 0 15,-4-1 0-15,1 2-144 0,-3 1 144 0,-2 2 0 0,-2 0-144 16,-1 2 144-16,-1-1 0 0,0 0 0 0,-1-3 0 15,0 2 0-15,1-5 0 0,0-2 0 0,1 0 0 16,2-4 0-16,1-3 0 0,3-2 0 0,1-5 0 16,3 1 0-16,0-4-160 0,2-2 160 0,2-1-13008 15</inkml:trace>
  <inkml:trace contextRef="#ctx0" brushRef="#br0" timeOffset="802.21">15823 3169 7359 0,'1'-2'320'0,"-1"0"80"0,0-1-400 0,0 2 0 16,0 0 0-16,0 1 0 0,0-2 1488 0,0-1 224 15,0 0 32-15,-1-3 16 0,1-1 784 0,0 0 144 16,1-1 48-16,-1 1 0 0,2 0-1008 0,0-2-192 16,2 2-32-16,0-1-16 0,0 1-608 0,2 0-128 15,-1-3-32-15,5 1 0 0,0 0-208 0,3-1-64 16,-1-2 0-16,1 3 0 0,0 2 320 0,-1 0 64 16,-1 3 16-16,-1 1 0 0,-2 3-400 0,-2 2-96 15,0 2-16-15,-3 4 0 0,-3-8-336 0,0 0 0 16,8 30 0-16,-8-18 0 0,-1 7 0 0,-1 0-208 0,0 3 80 15,-1-1 128-15,1 2-384 0,-1 1 64 0,0-2 0 0,-1-4 0 16,2-1 176-16,-1-2 144 0,1-6-192 0,0 0 192 16,0-4 0-16,1-2-128 0,1-1 128 0,-1-4 0 15,1 0 0-15,1-4 0 0,1-1 0 0,1-2 0 16,0-3 0-16,1-4 0 0,2-2 0 0,-1 1 0 16,1 0 0-16,1-3 0 0,1-1 128 0,1-3-128 15,0 4 0-15,1-3 0 0,1 2 0 0,0 0 0 16,0 2-176-16,-1 2 32 0,0 3 0 0,-1 0 0 15,-1 4-1200-15,0 1-256 0,-2 2-32 0,-1 4-12240 16</inkml:trace>
  <inkml:trace contextRef="#ctx0" brushRef="#br0" timeOffset="973.32">16150 2951 1839 0,'2'-3'160'0,"0"1"-160"0,0 0 0 0,-2 2 0 0,1-2 2640 0,0 2 496 16,0-2 112-16,0 1 16 0,2 1 352 0,0-2 80 15,1-1 16-15,0 0 0 0,2 2-1536 0,-2-2-288 16,1 3-64-16,-1-2-16 0,-1 2-1424 0,1 2-384 16,0-1 128-16,-1 1-128 15,0 0-528-15,0 1-176 0,-1 1-16 0,0 1-8784 16,-1 0-1760-16</inkml:trace>
  <inkml:trace contextRef="#ctx0" brushRef="#br0" timeOffset="1136.28">16180 3073 5519 0,'-4'4'240'0,"1"-1"64"0,1 1-304 0,1-2 0 0,0 0 0 0,1-2 0 16,0 1 1536-16,-1 1 256 0,0 3 64 0,-1-1 0 16,1 1 480-16,0 0 96 0,0 0 32 0,1 0 0 15,0-1-416-15,0 1-96 0,2 0-16 0,-2-1 0 16,1 2-976-16,-1 0-208 0,0-1-48 0,1 2 0 16,-1 0-704-16,0-1 0 0,0 0 0 0,0 0 0 15,0 0-1264 1,1-1-144-16,1-1-16 0,-1 1-10608 0</inkml:trace>
  <inkml:trace contextRef="#ctx0" brushRef="#br0" timeOffset="1886.42">16352 3056 5519 0,'3'-5'496'0,"-2"2"-496"15,1-1 0-15,-1 2 0 0,-1 1 2080 0,0 1 320 16,1-2 64-16,-1 2 16 0,1-3-352 0,-1 1-64 16,2 0-16-16,-2 0 0 0,1 2-736 0,-2 0-160 15,1 2-16-15,-2 0-16 0,1 3-416 0,-2 0-96 16,-1 1-16-16,0 2 0 0,1-1-128 0,-1 1-16 16,-1 3-16-16,2-1 0 0,-2 2-112 0,1 0-32 15,1 1 0-15,1-4 0 0,1 1-96 0,2 0 0 16,1-3-16-16,0-2 0 0,-2-5-176 0,0 0 0 15,0 0 0-15,0 0 0 0,31 0 0 0,-24-5 0 0,1 0 0 0,0-2 0 16,1 0 0-16,0-3 0 0,0 1 0 16,-1-2 0-16,-1 3 0 0,-1-2 0 0,0-1 0 0,-1 1 0 15,-3 3 0-15,-1-2 0 0,-1 2 0 0,-3-1 128 16,0 2-128-16,-4 1 192 0,0 2-192 0,-2 3 192 16,-1 0 0-16,1 0 16 0,0 5 0 0,-1-2 0 15,2 2-208-15,1-1 0 0,1 3 0 0,1-3 0 16,1 4 0-16,1-4 0 0,2 1 0 0,0-2 0 15,3-1-688-15,1 0-80 0,1 0 0 16,1-2-16-16,1 0-1744 0,2 0-352 0,1-2-64 0,14-8 0 31,-3 1-608-15,-1 0-112-16,-2 1-32 0,-1-1 0 0,-4 2 2592 0,-2 0 512 0,-1 2 96 0,-2-1 32 0,0 0 880 0,-1 2 176 16,-1 1 48-16,-2-2 0 0,1 1 1472 0,0 1 320 15,-2-1 48-15,1 1 16 0,1-1 752 0,0 1 144 16,-1-2 48-16,2 1 0 0,0-1-1120 0,-1 0-208 15,2 1-64-15,-1 1 0 0,2-2-1056 0,-2 3-224 16,1 2-32-16,0-2-16 0,-2 4-224 0,0-1-48 16,-4-1-16-16,0 0 0 0,0 0-432 0,0 0 128 15,0 0-128-15,16 41 0 0,-16-41 0 0,0 0 0 16,1 30 0-16,-2-19 0 0,-1 1 0 0,-1 2 0 16,1-2 0-16,-1-1 0 0,2 1 0 0,-2-4 0 0,0 1 0 15,-1-2 0-15,2-2 0 0,1-2 0 0,-1-1 0 0,0-1 0 16,0-1 0-16,1-1 0 0,0-3 128 0,1 0-128 15,-1 0 160-15,1-1 0 0,1-3 0 0,-1-1 0 16,1 1 64-16,0-2 16 0,2 0 0 0,-1-3 0 16,0 0-240-16,3-1 0 0,0 0 128 0,-1-1-128 15,2 1 0-15,0 2 0 0,-1-1 0 0,2 3 0 16,-2-1 0-16,1 2 0 0,-1 1 0 0,1 0 0 16,-1 3-640-1,0 0-128-15,0 3-32 0,-1 0-16496 0</inkml:trace>
  <inkml:trace contextRef="#ctx0" brushRef="#br0" timeOffset="2036.1">16753 2868 5519 0,'0'0'496'0,"0"-1"-496"0,1 0 0 0,-1 1 0 16,1 0 2640-16,-1 0 432 0,1-2 96 0,0 1 16 0,2-1 880 0,0-1 176 16,1 1 48-16,-1 0 0 0,2 0-2480 0,0 2-480 15,1-2-112-15,0 1 0 16,-2 1-1424-16,1 0-288 0,0 1-48 0,-2 1-16 15,0 0-2352-15,0 0-480 0</inkml:trace>
  <inkml:trace contextRef="#ctx0" brushRef="#br0" timeOffset="2218.53">16802 2951 5519 0,'-5'7'240'0,"2"-4"64"0,0 1-304 0,1-1 0 16,2-1 0-16,-1-2 0 0,1 0 2128 0,-1 3 368 0,0 1 80 15,-1 1 16-15,1-1 592 0,0 1 112 16,0 0 32-16,1 0 0 0,-1-2-1072 0,1 2-208 0,-1 1-32 15,1-1-16-15,-1-1-1040 0,1 2-192 0,-1 0-64 0,0-1 0 16,0 2-512-16,-1 3-192 0,0-1 144 16,0 1-144-16,-1 1 0 0,1-1 0 0,0 2 0 0,1-4-176 31,1 0-1296-31,0 2-272 0</inkml:trace>
  <inkml:trace contextRef="#ctx0" brushRef="#br0" timeOffset="2436.1">16842 3021 11967 0,'2'0'1072'0,"-1"-1"-864"0,0 1-208 0,1-2 0 15,0 2 2464-15,-1 0 448 0,1-2 96 0,1 1 0 0,2-2-144 0,3 1-48 16,2-2 0-16,2-1 0 0,2 0-1568 0,-2 0-320 16,0 0-64-16,0 1-16 0,0 0-640 15,-1 1-208-15,-1 0 128 0,0 1-128 0,-2 0 0 0,-1 2 0 16,-2 0 0-16,0-2 0 0,-2 2-160 0,-1-1-32 15,0 2-16-15,0-1 0 16,-1 0-1664-16,-1-1-336 0,1 1-64 0,0-2-6848 16,0-1-1376-16</inkml:trace>
  <inkml:trace contextRef="#ctx0" brushRef="#br0" timeOffset="2620.33">17009 2887 1839 0,'-5'-5'160'0,"3"3"-160"16,1 0 0-16,0 2 0 0,0 0 1920 0,1 0 336 15,-2 2 80-15,-1-2 16 0,-3 2 176 0,-1 3 32 0,0 0 16 0,0 0 0 16,1 2-624-16,1 2-128 15,0 0-32-15,2-1 0 0,0 1-528 0,1 0-112 0,0 1-32 0,1 2 0 16,1-12-48-16,0 0-16 0,1 28 0 0,-1-28 0 16,0 0-608-16,0 0-128 0,7 36-32 0,-7-36 0 15,0 0-288-15,0 0 128 0,0 0-128 0,0 0 0 16,0 0 0-16,25 33 0 0,-22-32 0 0,2-1 0 31,0-1-1600-31,-1-1-256 0</inkml:trace>
  <inkml:trace contextRef="#ctx0" brushRef="#br0" timeOffset="3136.35">17115 2888 16575 0,'-1'2'736'0,"1"0"160"0,0 0-720 0,0 0-176 0,-1 1 0 0,1-1 0 0,-1 1 1616 0,0 1 304 16,0 4 48-16,1-8 16 0,-1 24-512 0,1-24-112 15,0 25-16-15,0-25 0 0,0 0-384 0,5 31-64 16,-5-31-32-16,0 0 0 0,0 0-288 0,0 0-48 15,0 0-16-15,27 36 0 0,-27-36-192 0,0 0-32 16,0 0-16-16,0 0 0 0,26 0-272 0,-20-5 0 16,-1-2 0-16,2-1 0 15,-2 2-736-15,1-4-160 0,1-2-16 0,0 0-16 16,0-2-880-16,0 0-176 0,0-5-48 16,2 0 0-16,-2 0 608 0,0 2 112 0,-2 3 32 0,0 0 0 15,-1-2 448-15,1 2 112 0,-1 2 16 0,-1 4 0 0,-3 2 1456 0,1 2 288 16,-1 4 64-16,-1 0 16 0,0 4 1152 0,-1 1 224 0,-1 1 64 0,0 1 0 15,0 3-1056-15,1-1-208 0,0 3-32 0,2-12-16 16,-2 26-784-16,2-26-144 0,0 32-48 0,0-32 0 16,1 37-64-16,-1-37-16 0,2 42 0 15,-2-42 0-15,3 52 256 0,-2-23 32 0,0 6 16 0,0 1 0 16,-1 2-304-16,-1 0-48 0,-1-2-16 0,0-5 0 16,-2 0-128-16,0-5 0 0,0-1 0 0,-2-3 128 15,0-1 224-15,-1 1 32 0,1-2 16 0,-2 0 0 16,1-5-112-16,-1-3-32 0,3-1 0 0,-2-6 0 15,2 0-256-15,-1-3 128 0,1-2-128 0,-2-3 0 16,2 0 0-16,1-1 0 0,-1-5 0 0,1 0 0 16,2 1 208-16,-1-5-64 0,0-2-16 0,1-2 0 15,0-4-128-15,1-3 128 0,1-5-128 0,2 1 128 16,2 0-288-16,2 4-64 0,0 1-16 0,1 3 0 16,1 1-608-16,0 2-128 0,2 2-32 0,0 1 0 15,-1 1-448-15,2-1-80 0</inkml:trace>
  <inkml:trace contextRef="#ctx0" brushRef="#br0" timeOffset="4017.31">17511 2937 5519 0,'0'0'496'0,"0"-2"-496"0,1 1 0 0,-1 1 0 0,1 0 3536 0,-1 0 624 16,0-2 112-16,1 2 16 0,1-1-544 0,1 0-112 15,0 1-32-15,1-3 0 0,2 3-1952 0,-1-2-400 16,1 2-80-16,0 0-16 0,-1 0-960 0,1 0-192 16,-6 0 0-16,0 0 0 15,0 0-816-15,0 0-80 0,0 0-32 0,0 0-9760 16,0 0-1968-16</inkml:trace>
  <inkml:trace contextRef="#ctx0" brushRef="#br0" timeOffset="4153.42">17505 3065 19343 0,'0'2'848'0,"0"1"192"0,0-1-832 0,-1-1-208 0,1 0 0 0,1-1 0 16,-1 1 2128-16,1 0 384 16,1 2 80-16,0 0 16 15,-2-3-752-15,0 0-160 0,0 0-32 0,0 0 0 31,0 0-1664-31,0 0-576 0,39 4 0 0,-32-5 0 0</inkml:trace>
  <inkml:trace contextRef="#ctx0" brushRef="#br0" timeOffset="4751.03">17931 2948 15663 0,'-6'-2'1392'0,"2"2"-1120"0,1-2-272 0,0 2 0 15,1-2 1792-15,1 2 288 0,0-2 64 0,-1-1 16 16,-1 0 704-16,0-1 144 0,-1-3 16 0,1 2 16 15,2-4-2176-15,2 1-432 0,1 0-96 0,2-1-16 16,1 0-64-16,2 0-32 0,0 1 0 0,2-1 0 16,0 2 96-16,0-2 0 0,2 4 16 0,-1-2 0 15,-1 4 272-15,-1-1 48 0,2 2 16 0,-10 2 0 16,0 0-304-16,0 0-64 0,0 0-16 0,0 0 0 16,31 32-288-16,-31-32 0 0,2 26 0 0,-2-26 0 15,-1 34 0-15,-1-18 0 0,0 1 0 0,0 0 0 16,1-1-128-16,1-16-48 0,-3 29 0 0,3-29 0 0,-1 23 176 0,1-23-208 15,0 0 80-15,0 0 128 0,0 0 0 0,0 0 0 16,0 0 0-16,0 0 0 0,0 0 0 0,0 0 0 16,0 0 0-16,0 0 0 0,20-9 128 0,-15-3 0 15,0 0 0-15,0-2 0 0,3-3 0 0,-2 3-128 16,1-5 192-16,1 0-64 0,0 1-128 0,1 0 0 16,0 0 0-16,0 1 0 15,-1 2-800-15,1 2-96 0,-1 3 0 0,-1-1-10656 16,0 4-2128-16</inkml:trace>
  <inkml:trace contextRef="#ctx0" brushRef="#br0" timeOffset="4918.08">18251 2759 20271 0,'2'0'896'0,"0"-2"192"0,0 1-880 0,0 1-208 0,0 0 0 0,-1-2 0 16,0 2 2656-16,1-1 480 0,2 0 112 0,2-1 16 15,-1 0-1104-15,1 1-224 0,0-1-32 0,0 0-16 16,-1 2-1696-16,1 0-352 0,-1 2-64 0,-1 0-11136 15,-4-2-2224 1</inkml:trace>
  <inkml:trace contextRef="#ctx0" brushRef="#br0" timeOffset="5071.24">18277 2896 22111 0,'0'5'976'0,"-1"-2"208"0,0-1-944 0,1 0-240 16,-1-1 0-16,0 3 0 0,1-3 1472 0,-1 3 240 15,-1 1 48-15,0 2 16 0,2-7-800 0,0 0-144 16,-3 21-48-16,3-21 0 16,0 0-1712-16,0 0-352 0,0 0-64 0,0 0 0 0</inkml:trace>
  <inkml:trace contextRef="#ctx0" brushRef="#br0" timeOffset="5552.72">18398 2876 15663 0,'2'0'1392'0,"0"-1"-1120"16,0 1-272-16,-1-2 0 0,-1 2 2688 0,3-2 464 15,2 1 112-15,0-1 0 0,3-3-720 0,2-2-160 16,1 1-16-16,0 0-16 0,0-1-1504 0,-1 0-288 16,0 0-64-16,-1 1-16 0,0 0-48 0,-2 1-16 0,0-1 0 0,-1 0 0 15,-1 0-64-15,-3-1-16 0,-1 2 0 0,-1-2 0 16,-2 4-176-16,0-2-32 0,-3 0-128 0,-1 1 192 15,-2 2-192-15,0-1 0 0,0 3 128 0,0 0-128 16,-2 3 0-16,0 0 0 0,-1 3 0 0,1 0 0 16,0 2 0-16,1-1 0 0,0 1 0 0,2 1 0 15,0-2 0-15,2 3-128 0,0-3 128 0,2 2 0 16,1 1 0-16,2-10 0 0,0 0 0 0,1 26 0 16,-1-26 0-16,0 0 0 0,0 0 0 0,14 36 0 15,-14-36 0-15,0 0 0 0,0 0 0 0,20 38 0 16,-20-38 0-16,0 0 0 0,0 0 0 0,25 40 0 15,-25-40 0-15,0 0 0 0,0 0 0 0,19 44 0 0,-19-44 0 0,0 0 0 16,11 41 0-16,-11-41 0 0,0 0 0 0,5 33 0 16,-5-33 0-16,0 0 0 0,-3 25 0 15,1-19 0-15,0-1 0 0,-2-3 0 0,-1 2 0 0,1-1 0 16,-3-2 0-16,-1 1 0 0,-1 0 0 0,-2-1 0 16,-1 0 0-16,0 1 0 0,0-2 0 0,0 1 0 15,0 1 0-15,-1 0 0 0,0-1 0 0,1 2 128 16,1-2-128-16,2 1 144 0,0 1-144 0,2-3 0 15,2 2 0-15,1-2 0 16,2 0-2032-16,1-2-272 0</inkml:trace>
  <inkml:trace contextRef="#ctx0" brushRef="#br0" timeOffset="6001.61">18735 2598 23951 0,'1'-3'1056'0,"0"1"224"0,-1 2-1024 0,0-2-256 0,1 2 0 0,-1 0 0 16,0 2 1664-16,0-2 256 0,0 0 64 0,1 0 16 15,0 1-800-15,0 1-176 0,0 2-16 0,-1 3-16 16,0-7-400-16,0 0-80 0,0 30 0 0,0-30-16 16,-2 32-16-16,2-32 0 0,-3 43 0 0,0-17 0 15,-1 0-176-15,-1 0-48 0,1-2 0 0,-2-1 0 16,2-2-96-16,-1-3-32 0,5-18 0 0,-7 30 0 15,7-30-128-15,0 0 0 0,-4 28 0 0,3-23 0 16,1 0 0-16,0-4 0 0,1 0 0 0,0-2 0 0,0 0 0 0,1-4 0 16,0 0 0-16,1-1 0 0,1-2 304 0,-1-1-32 15,1-1 0-15,1-3 0 0,-1 1-128 0,0-1-16 16,1 2-128-16,-1 1 192 0,0 0-192 0,2 1 176 16,-2 0-176-16,2 1 160 0,0 4-160 0,-2-1 0 15,2 2 0-15,-2 0 128 0,1 2-128 0,0-1 192 16,-5 2-192-16,0 0 192 0,0 0-192 0,0 0 0 15,0 0 0-15,0 0 0 0,14 40 0 0,-14-40 0 16,0 0 0-16,1 38 0 0,-1-38 0 0,-1 30 0 16,1-30 0-16,-3 29 0 0,3-29 0 0,-3 23 0 15,3-23 128-15,0 0-128 0,0 0 0 0,-1 29 0 16,2-24 0-16,1-4 0 0,1 0-176 0,-1-3-16 0,3 0 0 16,1-3 0-1,0-2-1600-15,2-1-336 0</inkml:trace>
  <inkml:trace contextRef="#ctx0" brushRef="#br0" timeOffset="6282.74">19005 2740 7359 0,'4'-5'160'0,"-1"0"32"0,-1 2 16 0,-1 2 0 0,-1-1-208 0,0 2 0 0,0 0 0 0,-1 0 0 31,1-2 4672-31,-1 1 896 0,1 1 192 0,-1-2 16 16,1 2-2576-16,-1 0-512 0,1 0-96 0,-1 2-32 16,2-1-1792-16,-1 1-384 0,0-2-64 0,0 0 0 15,0 0-48-15,0 0 0 0,-2 28 0 0,2-28 0 16,0 0-64-16,-3 31-16 0,3-31 0 0,-3 28 0 15,3-28-192-15,-4 31 144 0,4-31-144 0,-4 28 128 16,4-28-128-16,-3 29 0 0,3-29 0 0,0 0 128 0,-3 35-128 0,3-35 0 16,0 0 0-16,0 0 0 0,4 34 0 0,-4-34 0 15,0 0 0-15,0 0 0 0,0 0 0 0,0 0 0 16,0 0 0-16,32 4 0 0,-26-8 0 16,2-1 0-16,-3-1 0 0,3 0 0 0,-1-1-224 0,0-2-80 0,-2 2-16 0,1-1 0 31,-2 2-768-31,-2-2-144 0,-1 1-48 0,-1 1 0 15,-2 0-1424-15,0 0-304 0,-2 0-48 0,-2 1-9328 0</inkml:trace>
  <inkml:trace contextRef="#ctx0" brushRef="#br0" timeOffset="6454.11">18880 2850 12895 0,'-6'4'576'0,"2"-2"112"0,0 0-560 0,3 1-128 0,1-3 0 0,0 0 0 16,0 0 2272-16,1 0 416 0,-1 0 96 0,0 0 16 15,0 0 1040-15,24-3 224 0,-24 3 32 0,27-8 16 0,-10 2-2512 0,1 0-496 0,1 0-96 0,1-2-32 31,2 1-608-31,-2-1-128 0,3 1-32 0,-3 0 0 0,-1 2-208 0,-1 0 0 16,0 0 0 0,-3 1-12416-16,0 1-2512 0</inkml:trace>
  <inkml:trace contextRef="#ctx0" brushRef="#br0" timeOffset="6966.17">19454 2823 8287 0,'-8'0'736'0,"2"0"-592"0,1 1-144 0,1-1 0 16,2 0 288-16,1 0 32 0,0 0 0 0,-1 0 0 16,-2 0 896-16,-1-1 192 0,1 1 48 0,1 0 0 15,0 0 256-15,1-2 48 0,2 2 16 0,1 0 0 16,1-1 240-16,0 1 48 0,-2 0 16 0,0 0 0 16,0 0-160-16,0 0-48 0,28 1 0 0,-28-1 0 15,21-1-720-15,-21 1-128 0,28-4-48 0,-12 2 0 16,-16 2-464-16,37-7-80 0,-17 4-32 15,1 1 0-15,0-3-272 0,0 2-128 0,1 1 0 0,-3 0 128 0,-19 2-128 0,32-5 160 0,-32 5-160 0,28-3 160 32,-28 3-160-32,24-1 0 0,-24 1 0 0,0 0-176 15,28-1-832-15,-28 1-160 16,0 0-48-16,0 0-10048 0,20-2-2000 0</inkml:trace>
  <inkml:trace contextRef="#ctx0" brushRef="#br0" timeOffset="7269.37">19712 2688 911 0,'-5'-4'0'0,"1"1"0"16,0 0 0-16,1 3 0 0,1 0 3040 0,1 0 528 16,-1 1 96-16,-1-1 32 0,-2 2 80 0,0 0 0 15,-1-1 16-15,0 3 0 0,2 0-2096 0,0-1-416 16,3 2-96-16,1-5-16 0,0 0-192 0,0 0-32 16,0 0-16-16,0 0 0 0,0 0 176 0,25 40 48 15,-25-40 0-15,0 0 0 0,36 12-640 0,-36-12-112 16,29 4-16-16,-29-4-16 0,34 3-240 0,-34-3-128 15,34 0 160-15,-34 0-160 0,33 0 176 0,-33 0-176 0,30-2 192 0,-30 2-192 16,24 0 144-16,-24 0-144 0,0 0 0 0,25 2 144 16,-25-2-144-16,0 0 0 0,0 0 0 0,0 0 0 15,0 0 0-15,-11 33 0 0,-1-23 0 16,-5 2 0-16,-2 2 0 0,-5 0 0 0,-4 5 128 0,-4-2-128 16,-6 2 0-16,0 2-176 0,1-5 48 0,5-2 0 31,5-2-624-31,4-2-112 0,1 0-32 0,5-1-16576 0</inkml:trace>
  <inkml:trace contextRef="#ctx0" brushRef="#br0" timeOffset="7835.54">20407 2474 21183 0,'2'-2'1888'15,"-1"2"-1504"-15,0-1-384 0,-1 1 0 16,0 0 1728-16,0 0 288 0,0-1 48 0,0 1 16 16,0 0-624-16,0 1-128 0,-1 2-32 0,-2 0 0 15,-1 4-656-15,-1 1-128 0,5-8-16 0,-11 25-16 0,5-10-240 0,-2 3-48 16,0 4-16-16,-1 0 0 0,-1 4 16 0,-1 2 16 16,1 2 0-16,0 2 0 0,1 3 272 0,-1 0 48 15,2-1 16-15,3-3 0 0,5-31-288 0,-4 49-64 16,4-49-16-16,0 0 0 0,17 41-176 0,-17-41 0 15,0 0 0-15,31 13 0 0,-31-13 0 0,26-4 0 16,-10-1 0-16,0-4 0 0,1-1-128 0,0-4 128 16,-1 0 0-16,-2-2 0 15,0 1-1408-15,-2-2-224 0,0 2-32 0,-5 2-13920 0</inkml:trace>
  <inkml:trace contextRef="#ctx0" brushRef="#br0" timeOffset="8219.02">20446 2811 13823 0,'0'0'1216'0,"0"0"-960"0,0 0-256 0,0 0 0 16,0 0 1888-16,0 0 336 0,0 0 64 0,0 0 16 16,0 0 688-16,0 0 144 0,0 0 16 0,29-2 16 15,-29 2-1472-15,20-3-288 0,-20 3-64 0,20-3-16 16,-20 3-640-16,21-1-128 0,-21 1-32 0,20-3 0 16,-20 3-272-16,19-4-48 0,-19 4-16 0,15-4 0 15,-15 4-192-15,12-6 0 0,-7 1 0 0,0 3 0 16,-2-3 0-16,0 0-128 0,-2 1 128 0,-1-1-208 15,-1-2-560-15,-2 2-96 0,1-2-32 0,-2 2 0 16,-1-2-352-16,0 1-80 0,-3 0-16 0,2 2 0 0,-2-1 704 0,1 2 128 16,0 0 16-16,0 2 16 0,2 1 928 0,0 0 176 15,-1 2 32-15,2 3 16 0,-2 0 288 0,2 1 48 16,4-6 16-16,-10 15 0 0,10-15-240 0,-10 19-32 0,10-19-16 0,-8 22 0 16,8-22-288-16,-5 25-48 0,5-25-16 0,0 0 0 0,-1 36-144 0,1-36-48 15,0 0 0-15,0 0 0 0,12 36-32 0,-12-36-16 16,0 0 0-16,0 0 0 0,0 0-144 0,34 14 0 15,-34-14 0-15,21-4 0 16,-10 1 0-16,1-4 0 16,1 2 0-16,1-3 0 15,1 0-576-15,0 0-80 0,-1-2-32 0,3 1-11344 16,0 0-2256-16</inkml:trace>
  <inkml:trace contextRef="#ctx0" brushRef="#br0" timeOffset="8594">20992 2474 33167 0,'1'-4'1472'0,"-1"-1"304"0,0 2-1424 0,0 3-352 0,-1-2 0 0,0 2 0 16,0 0 1408-16,0 0 192 0,-1 0 64 0,0 0 0 16,-2 0-1024-16,0 2-192 0,0 1-32 0,-1 2-16 15,5-5-400-15,-9 12 128 0,9-12-128 0,-10 16 0 16,10-16 160-16,-10 22-160 0,10-22 192 0,-11 30-192 15,11-30 192-15,-11 36-64 0,11-36 0 0,-14 43-128 16,7-18 176-16,-1 2-176 0,1 1 160 0,-1-1-160 16,3 1 160-16,5-28-160 0,-7 54 160 0,7-54-160 0,-1 57 0 0,1-57 128 0,3 55-128 0,-3-55 0 15,6 45 0 1,-6-45 0-16,5 41 0 0,-5-41 0 0,7 40 0 0,-7-40 0 16,5 37-128-16,-5-37 128 0,2 38-176 0,-2-38 32 15,-1 33 0-15,1-33 0 0,-4 32 144 0,4-32-160 16,-6 28 160-16,6-28-160 0,0 0 160 0,-12 26 0 15,12-26 0-15,-10 7 0 0,10-7 0 0,-11 0 0 0,4-3 0 0,0-1 0 0,-1-4 0 0,0-1 0 16,0-3 0-16,-2-4-128 31,1-1-448-31,-1-2-96 0,1-1-16 0,-1 0-16832 0</inkml:trace>
  <inkml:trace contextRef="#ctx0" brushRef="#br0" timeOffset="8797.41">20702 2859 4607 0,'0'0'400'0,"0"0"-400"0,0 0 0 15,0 0 0-15,25-1 3328 0,-25 1 592 0,0 0 112 0,0 0 32 16,0 0-96-16,35 9-32 0,-35-9 0 0,37 6 0 16,-37-6-2144-16,36 0-416 0,-36 0-96 0,35-5 0 15,-35 5-624-15,32-10-112 0,-16 4-32 0,-1-2 0 16,-1 1-352-16,-2-2-160 0,-1 2 128 0,-2 2-11936 15,-2-2-2400-15</inkml:trace>
  <inkml:trace contextRef="#ctx0" brushRef="#br0" timeOffset="9136.91">21178 2622 19343 0,'0'-3'1728'0,"0"1"-1392"16,1 0-336-16,-1 1 0 0,0 1 2640 0,0-2 464 16,1 0 96-16,-1-1 0 0,2-2-1200 0,-1 1-240 15,1 0-48-15,0 1-16 0,-1 2-752 0,1 1-160 16,-2 0-16-16,0 0-16 0,0 0-288 0,0 0-48 16,0 0-16-16,1 34 0 0,-1-34-208 0,0 0-32 0,-4 31-16 0,4-31 0 0,-6 34-144 0,6-34 0 31,-8 44 0-31,8-44 0 0,-9 49 0 0,9-49 0 15,-9 48 0-15,9-48 0 0,-5 43 0 0,5-43 0 16,-1 33 0-16,1-33 0 0,0 0 0 0,3 36 0 0,-3-36 0 0,0 0 0 16,0 0 0-16,0 0 0 0,0 0 0 0,0 0 0 15,0 0 0-15,0 0 0 0,0 0 0 0,0 0 0 16,30 14-192-16,-26-19-80 0,0 0-16 0,-1 1 0 31,1-1-160-31,0 0-16 0,-2 0-16 0,1-2 0 16,0 1-864-16,0-2-192 0,0 3-16 0,-2-2-14192 0</inkml:trace>
  <inkml:trace contextRef="#ctx0" brushRef="#br0" timeOffset="9352.57">21083 2807 8287 0,'-6'2'736'0,"3"0"-592"0,-1-2-144 0,2 1 0 0,0-1 2432 0,1 0 448 15,0 0 80-15,0 0 32 0,-1 0 1248 0,-1 0 256 16,1 0 48-16,0-1 16 0,3-1-2400 0,1-1-496 15,3-1-80-15,1 1-32 0,3-2-912 0,3 1-192 16,1-3-48-16,3 2 0 0,2-2-16 0,-1 0-16 16,2-1 0-16,-1 2 0 0,-1-2-240 0,-1 4-128 15,-2-1 128-15,-1 2-128 0,-1-1 0 0,-12 4 0 16,22-4 0-16,-22 4-13040 16,18-3-2592-16</inkml:trace>
  <inkml:trace contextRef="#ctx0" brushRef="#br1" timeOffset="49907.34">5718 11887 4287 0,'0'0'0'16,"0"0"0"0,0 0 0-16,0 0 0 0,0 0 0 0,-1 0 0 15,1 1 0-15,0-1 0 0,-1 2 0 0,0-2 0 16,1 2 0-16,-1-2 0 0,1 1 0 0,0 0 0 16,-1-1 0-16,1 0 0 0,0 0 0 0,0 0 0 15,0 0 0-15,0 0 0 0,1 2 0 0,-1-2 0 16,0 0 0-16,0 0 0 0,0 0 0 0,0 0 0 15,0 0 0-15,0 0 0 0,0 0 0 0,1 0 0 16,-1-2 0-16,0 2 0 0,0-1 0 0,0 1 0 16,-1-1 0-16,0 1 0 0,0 0 0 0,0 0 0 15,0 0 0-15,-1 0 0 0,1 0 0 0,0-2 0 0,0 2 0 16,0 0 0-16,0 0 0 0,-1 0 0 16,1-2 0-16,0 1 0 0,0 1 0 0,0-2 0 0,1 2 0 15,-1-2 0-15,1 1 0 0,-1-1 0 0,1 2 0 0,-1-2 0 0,0 2 0 0,0-3 0 16,1 3 656-16,-1-2 176 0,0 2 16 0,0-2 48 15,0 2 224-15,0 0 48 0,0-1 16 0,1 1 32 16,0 0-416-16,0 0-80 0,1 0-16 0,-1 0 32 16,0 0-32-16,1 0-16 0,0 0 0 0,1-2 16 15,-1 2-224-15,-1 0-48 0,1 0-16 0,1-1 32 16,0 2-32-16,0-1 0 0,0 0 0 0,1-1 32 16,-2 1-64-16,2 1 0 0,0-1 0 0,-1 0 16 15,0 2-32-15,0-2-16 0,0 1 0 0,1-1 32 16,0 2-112-16,1-2-16 0,-2 0 0 0,1 0 32 0,0 0-48 0,1 0-16 15,-1 2 0-15,0-2 32 0,2 0 16 0,-1 0 16 16,-2-2 0-16,2 2 32 16,0 0 0-16,-1-2 16 0,0 1 0 0,0 1 32 0,0 0-160 0,0 0-16 15,0 0-16-15,0 0 32 0,0 1-208 0,-1-1 128 16,1 0-128-16,0 0 0 0,0 0 0 0,0 2 128 16,0-2-128-16,-1 0 0 0,1 0 0 0,0 0 0 15,0 0 128-15,0 0-128 0,-3 0 0 0,0 0 0 16,0 0 0-16,0 0 0 0,0 0 320 0,29-7-48 15,-24 7 0-15,-1-2 0 0,2 0-16 0,-1 1-16 16,-1 1 0-16,1 0 0 0,-1 0-64 0,-1 0-16 16,1 0 0-16,1 0 0 0,-2 0-16 0,2 0 0 0,-5 0 0 0,0 0 0 15,0 0 32-15,0 0 0 0,0 0 0 0,0 0 0 16,0 0 784-16,38 3 176 0,-33-3 16 0,-1 0 16 31,-4 0-1744-31,0 0-336 0,0 0-80 0,0 0-16 0,0 0 832 0,0 0 176 0,40 2 0 0,-40-2 0 16,0 0 0-16,0 0 0 0,0 0 0 0,41 0 0 15,-41 0 128-15,0 0-128 0,0 0 0 0,0 0 0 16,43 0 0-16,-43 0 0 0,0 0 0 0,0 0 0 16,0 0 0-16,39 0 128 0,-39 0-128 0,0 0 0 15,0 0 384-15,0 0-32 0,0 0 0 0,37 1 0 16,-37-1-64-16,0 0-16 0,0 0 0 0,0 0 0 16,0 0-272-16,0 0 0 0,39 3 0 0,-39-3 0 15,0 0 0-15,0 0 0 0,0 0 0 0,0 0 0 16,40-2 0-16,-40 2 0 0,0 0 0 0,0 0 0 0,34-7 0 0,-34 7 0 0,0 0 0 0,0 0 0 15,36-9 0 1,-36 9 0-16,0 0 0 0,0 0 0 0,38-8 0 0,-38 8 0 16,0 0 0-16,0 0 0 0,40-2 0 0,-40 2 0 15,0 0 0-15,0 0 0 0,39 2 0 0,-39-2 0 16,0 0 0-16,0 0 0 0,38 1 0 0,-38-1 0 16,0 0 0-16,0 0 0 0,38-4 128 0,-38 4-128 15,0 0 0-15,0 0 0 0,37-8 0 0,-37 8 0 16,0 0 0-16,0 0 0 0,33-7 192 0,-33 7 0 15,0 0-16-15,0 0 0 0,33-10 144 0,-33 10 16 16,0 0 16-16,0 0 0 0,31-5-224 0,-31 5-128 0,0 0 160 16,0 0-160-16,31-7 144 0,-31 7-144 0,0 0 128 0,0 0-128 15,32-7 0-15,-32 7 0 0,0 0 128 0,28-7-128 16,-28 7 0-16,0 0 0 0,0 0 0 0,36-10 128 16,-36 10-128-16,0 0 0 0,0 0 0 0,36-9 0 15,-36 9 0-15,0 0 0 0,0 0 0 0,36-7 0 16,-36 7 0-16,0 0 128 0,0 0-128 0,37-10 0 15,-37 10 0-15,0 0 128 0,0 0-128 0,34-7 0 16,-34 7 128-16,0 0-128 0,0 0 0 0,32-5 128 16,-32 5-128-16,0 0 0 0,0 0 0 0,31-6 0 15,-31 6 0-15,0 0 128 0,0 0-128 0,33-8 0 16,-33 8 0-16,0 0 0 0,26-9 0 0,-26 9 0 16,0 0 0-16,25-10 128 0,-25 10-128 0,0 0 0 15,23-9 320-15,-23 9-32 0,0 0 0 0,25-12 0 0,-25 12-96 0,0 0-32 16,25-9 0-16,-25 9 0 0,0 0-160 0,0 0 0 15,33-10 0-15,-33 10 0 0,0 0 0 0,28-9 0 16,-28 9 0-16,0 0 0 0,32-11 0 0,-32 11 0 16,0 0 0-16,29-11 0 0,-29 11 0 0,19-9 0 15,-19 9 0-15,0 0 0 0,25-10 0 0,-25 10 0 16,0 0 0-16,28-11 0 0,-28 11 0 0,0 0 0 16,30-12 128-16,-30 12-128 0,19-8 0 0,-19 8 0 15,20-9 0-15,-20 9 0 0,19-7 0 0,-19 7 128 16,19-10-128-16,-19 10 128 0,21-9 64 0,-21 9 0 15,19-10 0-15,-19 10 0 0,0 0-192 0,29-13 0 16,-29 13 0-16,0 0 0 0,26-13 0 0,-26 13 0 16,0 0 128-16,23-11-128 0,-23 11 0 0,0 0 0 0,25-12 0 0,-25 12 0 0,0 0 0 0,24-12 0 15,-24 12 0-15,15-10 0 0,-7 6 0 0,-1-1 0 0,0 0 0 0,1-2 0 16,-2 2 0-16,1-1 0 0,0 0 0 0,0 2 0 16,-1-3 0-16,1 3 0 0,-1-2 0 0,0 1 0 15,-1 1 0-15,1-3 0 16,0 4 0-16,0-2 0 0,0 0 0 0,-1 1 128 0,1-4-128 0,0 4 0 31,0-1 160-31,-1 0-160 0,1-1 192 0,-1 1-192 16,0 0 128-16,1-2-128 0,-2 2 0 0,2 0 0 15,-1 0 0-15,-1 1 0 0,2-3 0 0,-1 2 0 16,1 0 0-16,-2-2 0 0,2 2 0 0,0 0 0 16,-1-1 0-16,1 0 0 0,-2 2 0 0,2-3 0 15,-1 2 0-15,-1-1 0 0,2 0 0 0,-2 2 0 0,2-3 0 0,-1 4 0 16,-1-4 0-16,0 2 0 0,1-1 0 15,-1 0 0-15,1 2 0 0,-1-3 0 0,0 2 128 0,1 0-128 0,-1 0 0 0,0 1 0 16,1-1 0-16,-1 0 0 16,1 0 0-16,-1-2 0 0,0 5 0 0,1-5 0 15,0 3 0-15,0-2 0 0,1 1 0 0,-2-1 0 16,1 1 0-16,-1 0 0 0,1 0 0 0,0 0 0 16,0-1 0-16,-1 0 0 0,2 0 0 0,-1 0 0 0,0 0 0 15,0 1 0-15,0-1 0 0,0 0 0 0,0-1 0 0,-1 2 0 16,1-2 128-16,-1 2-128 15,0 0 0-15,0-1 0 0,1 1 0 0,-2 0 0 16,1 0 0-16,-1 0 0 0,0 1 128 0,1-1-128 16,0 0 0-16,0 1 0 0,-2-3 0 0,1 2 128 15,0 0-128-15,0-1 0 0,-1 0 128 0,0 1-128 16,1 1 0-16,-1-1 0 0,-1 0 128 0,2 0-128 16,-1 0 0-16,1 1 0 0,0-3 128 0,0 2-128 0,0-2 0 0,0 0 0 15,0-1 0-15,1 2 0 0,0-2 0 0,0 1 0 16,2-2 128-16,-2 1-128 0,2-1 0 0,-1 0 0 15,-1 1 0-15,1 0 0 0,-1 0 0 0,2 1 0 16,0 0 0-16,-2-1 0 0,1 0 0 0,-1 0 0 16,0 1 0-16,1 0 0 0,-1-2 0 0,0 2 0 15,0 1 0-15,1-2 0 0,-2 1 0 0,1-1 0 16,1 1 0-16,-2-1 0 0,2 2 0 0,-1-3 0 16,-1 1 0-16,1 1 0 0,-1-1 0 0,1 0 0 0,-2 0 0 0,1 1 0 0,0 0 0 15,1-1 0 1,-1-1 0-16,1 0 0 0,1-1 0 0,-3 3 0 15,2 0 0-15,-1-3 0 0,1 2 0 0,-1 0 0 16,0-1 0-16,1 1 0 0,0-1 0 0,-1 0 0 0,1 1 0 16,0-1 0-16,-1-1 0 0,1 1 0 0,0 2 0 0,-1-1 0 15,0 0 0-15,0 0 0 0,1 1 0 0,-1 0 0 16,-1-3 0-16,2 3 0 0,-1-2 0 0,0-1 0 16,-1 3 0-16,1-2 0 0,0-1 0 0,0 1 0 15,0-1 0-15,0 1 0 0,0-2 0 0,0 0 0 16,0 0 0-16,-1 1 0 0,1-1 0 0,0 1 0 15,0-2 0-15,0 1 0 0,0 3 0 0,-1-2 0 16,0 3 0-16,1-2 0 0,0-1 0 0,-2 1 0 16,2-1 0-16,-1 1 0 0,0 0 0 0,0 0 0 15,0 1 0-15,-1 1 0 0,1-1 0 0,0-1 0 0,0 2 0 0,1-3 0 0,0-1 0 0,-2 1 0 16,2 1 0-16,-1-1 0 0,1 0 0 0,0 1 0 16,-1 0 0-16,1-2 0 0,0 0 0 0,0 0 0 0,0 1 0 0,0-1 0 15,1 1 0-15,-1-2 0 0,0 1 0 0,0 0 0 16,1 0 0-16,-1 1 0 0,-1 1 0 0,1-1 0 15,0 0 0-15,0-1 0 0,0 1 0 0,-2 1 0 32,2-1 0-32,0 1 0 0,0 2 0 0,-1-3 0 15,0 1 0-15,1 0 0 0,1 0 0 0,-1-2 0 16,0 2 0-16,-1-1 0 0,1 1 0 0,1-3 0 16,-1 0 0-16,1 0 0 0,0 1 0 0,0 1 0 15,0-2 0-15,0 0 0 0,0 1 0 0,-1 1 0 16,2-2 0-16,-2 0 0 0,0 0 0 0,-1 1 0 0,1 1 0 15,0-2 0-15,1 0 0 0,-2 1 0 16,1-1 0-16,1 0 0 0,-1 0 0 0,-1-1 0 0,1 2 0 0,1-3 0 0,-1 2 0 0,0-2 0 0,1 1 0 0,-1 1 0 16,0 0 0-16,0 1 0 0,-2 2 0 0,1-2 0 15,0-1 0-15,1 0 0 16,-1 0 0-16,1 0 0 16,-1-2 0-16,0 2 0 0,1 0 0 0,1 0 0 15,-1-2 0-15,0 2 0 0,1 0 0 0,0-2 0 16,-1 2 0-16,1 0 0 0,2 0 0 0,-3-2 0 15,2 2 0-15,0-1 0 0,-1 0 0 0,0 0 0 0,0 1 0 0,-1 1 0 0,1 0 0 0,-1 1 0 16,0-1 0-16,-1 1 0 0,1-1 0 0,0 0 0 16,0 2 0-16,-1 0 0 0,0-3 0 0,1 1 0 15,-1 0 0-15,1 0 0 0,0 1 0 0,-2-2 0 16,2 0 0-16,-1 1 0 16,0 1 0-16,1-2 0 0,-1 2 0 0,0-1 0 0,0 2 0 0,0-1 0 0,1 0 0 0,-1 1 0 31,-1-1 0-31,1 1 0 0,0-1 0 0,0 1 0 15,0-1 0-15,-1 1 0 0,1-1 0 0,-1-1 0 16,0 2 0-16,0-1 0 0,0 2 0 0,0-1 0 16,1 0 0-16,-1-1 0 0,1 0 0 0,-1-1 0 15,1 2 0-15,0 0 0 0,-2 0 0 0,1 0 0 16,1 0 0-16,0-1 0 0,0 0 0 0,0 1 0 16,0 0 0-16,0-1 0 0,-1-2 0 0,2 0 0 15,-1 1 0-15,0 1 0 0,0-1 0 0,0 1 0 16,0 0 0-16,0-1 0 0,1 1 0 0,-1 1 0 15,0-1 0-15,0 0 0 0,-1 1-128 0,1 0 128 16,0-2 0-16,0 0 0 0,0 2 0 0,0-1 0 0,0 1 0 16,0-2 0-16,0 0 0 0,0 2 0 0,1 2 0 0,-1-3 0 15,0 3 0-15,0-1 0 0,1-1 0 0,-1 1 0 16,1 0 0-16,0-2 0 0,-1 1 0 0,1 0 0 16,0-1 0-16,1 1 0 0,-2 2 0 0,1-3 0 0,0 1 0 0,1-1 0 0,-2 1 0 0,2-2 0 15,0 0 0-15,0 2 0 16,-1-1 0-16,0 1 0 15,1-1 0-15,-1 1 0 0,0 0 0 0,0 0 0 16,0-1 0-16,0 2 0 0,0-1 0 0,0-1 0 16,1 3 0-16,-1-2 0 0,0-1 0 0,1 1 0 15,-1 0 0-15,0 0 0 0,1 0 0 0,-1 0 0 16,1 0 0-16,-1-1 0 0,0 1 0 0,0 2 0 0,1-1 0 16,-2-1 0-16,1 2 0 0,0-3 0 0,1 3 0 15,-2-2 0-15,1 0 0 0,0 1 0 0,1-1 0 0,-1 1 0 16,-1 2 0-16,0-2 0 0,1 1 0 0,0-1 0 15,0-1 0-15,0 3 0 0,0-4 0 0,1 3 0 16,-1-2 0-16,1-1 0 0,0 3 0 0,0-2 0 16,0 1 0-16,0 1 0 0,0 0 0 0,-1 0 0 15,1 0 0-15,0 0 0 0,-1 0 0 0,0-1 0 16,1 2 0-16,-1-2 0 0,0 1 0 0,-1-1 0 16,1 2 0-16,1-1 0 0,-1-1-128 0,-1 2 128 15,1-2 0-15,1 1 0 0,-1-1 0 0,-1 0 0 16,1 1 0-16,0-1 0 0,1-1 0 0,-2 2 0 15,2-3 0-15,0 2 0 0,0 1 0 0,-1-1 0 16,1 1 0-16,-1-1 0 0,1 2 0 0,-1-3 0 0,1 3 0 16,1-2 0-16,-2 2 0 0,1-1 0 15,1 0 0-15,-2 2 0 0,1-2 0 0,-1 2 0 0,1-1 0 0,-2 0 0 16,2 2 0-16,-1-3 0 0,1 0 0 0,1 1 0 16,0-2 0-16,0 0 0 0,0 1 0 0,0-2 0 15,0 1 0-15,1 1 0 0,-2-1 0 0,1 0 0 16,1 1 0-16,-2-1 0 0,1 1 0 0,-1-1 0 15,2 0 0-15,0 1 0 0,-2-1 0 0,1 1 0 16,-1 0 0-16,1 0 0 0,0 2 0 0,-1-2 0 16,2 0 0-16,0 0 0 0,-2 2 0 0,2-2 0 15,-2 0 0-15,1 0 0 0,0 1 0 0,0-2 0 16,0 3-128-16,-1-2 128 0,1 0 0 0,1-1 0 16,-1 2 0-16,1-1 0 0,-1 2 0 0,1-2 0 15,-1 0 0-15,1 1 0 0,0 0 0 0,0-2 0 0,0 1 0 0,-1 0 0 16,2 0 0-16,-1 0 0 0,0 0 0 0,-2 1 0 15,2 0 0-15,-1-1 0 0,-1 2 0 0,1-2 0 16,0 0 0-16,0 1 0 0,0 0 0 0,-1-1 0 16,0 3 0-16,0-4 0 0,0 3 0 0,1-2 0 15,1 0 0-15,-2 0 0 0,1 0 0 0,0 1 0 16,-1 0 0-16,1-1 0 0,1 2 0 0,-2-2 0 16,1 1 0-16,-2 0 0 0,2 0 0 0,1-2 0 15,-2 3 0-15,1-2 0 0,0 1 0 0,-1 0 0 16,1-1 0-16,-2 0 0 0,2 1 0 0,0 0 0 15,-1 0 0-15,1 0 0 0,-1 2 0 0,0-1 0 16,1 0 0-16,-1-1 0 0,0 2 0 0,0 0 0 16,1-1 0-16,-1 1 0 0,1 1 0 0,0 1 0 0,-1-1 0 0,1-1 0 15,-1 1 0-15,0 2 0 16,0 0 0-16,0-1 0 0,0-1-128 0,0 1 128 0,1 0 0 0,-2 1 0 16,2-1 0-16,0 0 0 0,-1-1 0 0,1-1 0 15,0 1 0-15,0 1 0 0,1-3 0 0,-1 2 0 16,2-1 0-16,-1 0 0 0,0 1 0 0,1-2 0 15,-1 3 0-15,0-1 0 0,0-1 0 0,-1 1 0 16,1 1 0-16,0 0 0 0,-1-1 0 0,1 1 0 16,-2 0 0-16,1 1 0 0,0-1 0 0,0 0 0 15,0 0 0-15,-1 1 0 0,2-1 0 0,-1-1 0 16,1 1 0-16,1 0 0 0,-2-2 0 0,2 3 0 16,-3-2 0-16,2 1 0 0,-1 1 0 0,1 0 0 0,0-3 0 15,1 3 0-15,-1-3 0 0,0 3 0 16,0-1 0-16,1 0 0 0,-1-1 0 0,1 1 0 0,-1 0 0 0,1 1 0 15,-1-1 0-15,0 1 0 0,0 0 0 0,1-1 0 16,-1 0 0-16,1 1 0 0,-1-1 0 0,1 1 0 16,-1 0 0-16,0 0 0 0,1 1 0 0,-2 0 0 15,2-2 0-15,-1 2 0 0,0 0 0 0,0 0 0 16,1 0 0-16,-1-2 0 0,0 2 0 0,-1 0 0 16,1 2 128-16,-1-2-128 0,2 0 0 0,-1-2 0 15,1 2 128-15,-1 0-128 0,1 0 0 0,-1 0 0 16,1 0 0-16,-1 0 0 0,0 2 0 0,-2-2 0 15,2 0 0-15,0 0 0 0,0 0 0 0,0 0 0 0,-1 0 0 16,1 0 0-16,-2 2 0 0,1-2 0 16,0 0 128-16,0 1-128 0,0 0 0 0,0 0 0 15,-2-1 0-15,2 2 0 0,0-1 0 0,-2 1 0 16,2-2 0-16,0 2 0 0,-1 0 0 0,0 0 0 0,0-2 128 16,1 3-128-16,-1-1 0 0,0-1 0 0,0 1 0 0,2-2 0 0,-2 2 0 0,1 0 0 15,1-1 0-15,-2 1 0 16,1 0 0-16,0-1 0 0,1 1 128 0,0 0-128 0,-6-2 0 0,0 0 0 15,0 0 0-15,0 0 0 0,0 0 0 0,35 7 0 16,-30-6 0-16,1 1 0 16,-1-2 0-16,1 2 0 0,0-2 0 0,-1 1 0 15,1 0 0-15,-1-1 0 0,1 2 0 0,-1-1 0 16,1 1 0-16,0-2 0 0,-1 2 0 0,1-2 0 16,-2 1 0-16,1 1 0 0,0-2 0 0,-1 2 0 15,2-2 0-15,-1 0 0 0,0 2 128 0,1-2-128 16,-2 3 0-16,2-3 0 0,-3 2 0 0,2-2 0 0,-1 1 0 15,0 1 0-15,0-2 0 0,0 0 0 0,0 2 0 0,0-2 0 16,0 2 0-16,0 0 0 0,-1-1 128 0,1 1-128 16,0 0 0-16,0-1 0 0,0 1 0 0,1-1 0 15,-2 0 128-15,2 1-128 0,0-2 0 0,-1 1 0 16,1 1 128-16,-1 0-128 0,0-1 0 0,0 1 0 16,0 0 0-16,0-1 0 0,-1 0 0 0,0-1 0 15,2 2 0-15,-3 1 0 0,2-2 0 0,0 1 0 16,-1 0 128-16,0 0-128 0,0 0 0 0,1-1 0 15,-1 1 0-15,-1 0 0 0,1 1 0 0,1-1 0 16,-1 0 128-16,-1 1-128 0,1 0 0 0,1 1 0 16,-1-2 0-16,0 0 0 0,1 1 0 0,-1 0 0 15,1 0 0-15,-1 0 0 0,-3-3 0 0,0 0 0 16,0 0 0-16,0 0 0 0,0 0 0 0,0 0 0 0,0 0 0 16,0 0 0-16,35 24 0 0,-32-21 0 0,2-1 0 0,-2 0 0 15,0 1 0-15,0-1 0 0,1 0 0 0,-1-1 0 16,0 3 0-16,-1-1 0 0,2 0 0 0,0-2 0 15,-1 2 0-15,0 0 0 0,1 1 0 0,-1-2 0 16,0 1 0-16,0-1 0 0,0 1 0 0,1-1 0 16,-1 1 0-16,1-2 0 0,0 2 0 0,0 0 0 15,-1-1 0-15,1 1 0 0,0 0 0 0,0 0 0 0,0 0 0 16,0 0 0-16,-1 0 0 0,1 0 0 16,-1-1 0-16,0 1 0 0,0 0 0 0,0 0 0 0,0 0 0 0,0-2 0 0,0 3 0 0,-1-2 0 15,1 1 0-15,0 1 0 16,-1-1 0-16,1-1 0 0,-1 0 0 0,0 3 0 0,1-2 0 0,-1 1 0 15,1 1 0-15,-1 0 0 0,1-1 0 0,0 1 0 0,0 0 0 16,-1-3 0-16,-1 3 0 0,-1-5 0 16,0 0 0-16,0 0 0 0,0 0 128 0,0 0-128 0,0 0 0 0,22 38 0 31,-22-38 0-31,0 0 0 0,0 0 0 0,0 0 0 16,0 0 0-16,0 0 0 0,22 35 0 0,-22-35 0 0,0 0 0 0,0 0 0 0,0 0 0 0,0 0 0 31,0 0 0-31,0 0 0 0,27 38 0 0,-27-38 0 15,0 0 0-15,0 0 0 0,0 0 0 0,0 0 0 16,0 0 0-16,30 36 0 0,-30-36 0 0,0 0 0 16,0 0 0-16,0 0 0 0,0 0 0 0,24 38 0 15,-24-38 0-15,0 0 0 0,0 0 0 0,0 0 0 16,0 0 0-16,0 0 0 0,24 39 0 0,-24-39 0 0,0 0 128 0,0 0-128 16,0 0 144-16,0 0-144 0,0 0 256 0,20 39-32 15,-20-39-16-15,0 0 0 0,0 0-208 0,0 0 0 16,0 0 0-16,0 0 0 0,22 41 0 0,-22-41 0 15,0 0 0-15,0 0 0 0,0 0 0 0,0 0 0 16,23 38 0-16,-23-38 0 0,0 0 0 0,0 0 0 16,0 0 0-16,0 0 0 0,22 37 0 0,-22-37 0 15,0 0 0-15,0 0 0 0,0 0 0 0,21 40 0 16,-21-40 0-16,0 0 0 0,0 0 0 0,0 0 0 16,19 46 0-16,-19-46 0 0,0 0 0 0,0 0 0 15,12 35 0-15,-12-35 0 0,0 0 0 0,0 0 0 0,0 0 0 16,17 43 0-16,-17-43 0 0,0 0 0 0,0 0 0 15,0 0 0-15,18 39 864 0,-18-39 128 0,0 0 32 0,0 0 0 16,0 0-1648-16,0 0-320 16,20 41-64-16,-20-41-16 0,0 0 832 0,0 0 192 0,0 0 0 0,0 0 0 0,20 41 0 0,-20-41 0 0,0 0 0 15,0 0 0-15,0 0 0 0,0 0 0 16,20 40 0-16,-20-40 0 0,0 0 0 0,0 0 0 0,0 0 0 0,15 38 0 16,-15-38 0-16,0 0 0 0,0 0 0 0,0 0 0 31,16 39 0-31,-16-39 0 0,0 0 0 0,0 0 0 15,0 0 0-15,16 42 0 0,-16-42 0 0,0 0 0 0,0 0 0 0,0 0 0 0,19 40 0 0,-19-40 0 16,0 0 0-16,0 0 0 0,0 0 0 0,20 40 0 16,-20-40 0-16,0 0 0 0,0 0 0 0,0 0 0 31,20 41 0-31,-20-41 0 0,0 0 0 0,0 0 0 16,0 0 0-16,18 42 0 0,-18-42 0 0,0 0 0 0,0 0 0 15,0 0 0-15,17 41 0 0,-17-41 0 0,0 0 0 16,0 0 0-16,0 0 0 0,20 42 0 0,-20-42 0 15,0 0 0-15,0 0 0 0,0 0 0 0,18 41 0 0,-18-41 0 16,0 0 0-16,0 0 0 0,0 0 0 0,22 42 0 16,-22-42 0-16,0 0 0 0,0 0 0 0,16 36 0 15,-16-36 0-15,0 0 0 0,0 0 0 0,13 40 0 16,-13-40 0-16,0 0 0 0,0 0 0 0,13 41 0 16,-13-41 0-16,0 0 0 0,0 0 0 0,13 42 0 15,-13-42 0-15,0 0 0 0,0 0 0 0,9 37 0 16,-9-37 0-16,0 0 0 0,0 0 0 0,9 37 0 15,-9-37 0-15,0 0 0 0,0 0 0 0,0 0 0 16,11 43 0-16,-11-43 0 0,0 0 0 0,0 0 0 0,0 0 0 16,11 43 0-16,-11-43 0 0,0 0 0 0,0 0 0 0,0 0 0 15,15 44 0-15,-15-44 0 0,0 0 0 0,0 0 0 16,10 38 0-16,-10-38 0 0,0 0 0 0,0 0 0 16,11 40 0-16,-11-40 0 0,0 0 0 0,0 0 0 0,10 45 0 0,-10-45 0 15,0 0 0-15,0 0 0 0,9 43 0 0,-9-43 0 16,0 0 0-16,0 0 0 0,12 40 0 0,-12-40 0 0,0 0 0 0,0 0 0 31,14 36 0-31,-14-36 0 0,0 0 0 0,0 0 0 16,17 36 0-16,-17-36 0 0,0 0 0 0,0 0 0 15,17 44 0-15,-17-44 0 0,0 0 0 0,0 0 0 16,15 48 0-16,-15-48 0 0,0 0 0 0,9 42 0 0,-9-42 0 0,0 0 0 0,11 46 0 0,-11-46 0 16,0 0 0-16,9 47 0 0,-9-47 0 0,0 0 0 15,11 50 0-15,-11-50 0 16,0 0 0-16,10 47 0 0,-10-47 0 0,0 0 0 15,11 43 0-15,-11-43 0 0,0 0 0 0,11 43 0 16,-11-43 0-16,0 0 0 0,12 42 0 0,-12-42 0 16,0 0 0-16,10 43 0 0,-10-43 0 0,0 0 0 15,11 43 0-15,-11-43 0 0,0 0 0 0,12 44 0 16,-12-44 0-16,0 0 0 0,13 46 0 0,-13-46 0 16,0 0 0-16,11 42 0 0,-11-42 0 0,0 0 0 15,10 43 0-15,-10-43 0 0,0 0 0 0,11 38 0 16,-11-38 0-16,0 0 0 0,9 38 0 0,-9-38 0 0,0 0 0 0,11 36 0 15,-11-36 0-15,0 0 0 0,0 0 0 0,17 45 0 16,-17-45 0-16,0 0 0 0,0 0 0 0,18 42 0 16,-18-42 0-16,0 0 0 15,0 0 0-15,18 46 0 0,-18-46 0 0,0 0 0 0,0 0 0 0,19 44 0 16,-19-44 0-16,0 0 0 0,0 0 0 0,16 43 0 0,-16-43 0 0,0 0 0 0,0 0 0 0,18 38 0 31,-18-38 0-31,0 0 0 0,0 0 0 0,16 38 0 16,-16-38 0-16,0 0 0 0,0 0 0 0,18 38 0 15,-18-38 0-15,0 0 0 0,0 0 0 0,18 38 0 16,-18-38 0-16,0 0 0 0,0 0 0 0,20 36 0 0,-20-36 0 0,0 0 0 16,0 0 0-16,21 37 0 0,-21-37 0 0,0 0 0 0,0 0 0 0,21 36 0 15,-21-36 0-15,0 0 0 0,0 0 0 0,21 39 0 16,-21-39 0-16,0 0 0 0,0 0 0 0,20 42 0 16,-20-42 0-16,0 0 0 0,0 0 0 0,19 42 0 15,-19-42 0 1,0 0 0-16,0 0 0 0,18 38 0 15,-18-38 0-15,0 0 0 0,0 0 0 0,17 38 0 0,-17-38 0 16,0 0 0-16,0 0 0 0,18 38 0 0,-18-38 0 0,0 0 0 16,0 0 0-16,17 35 0 0,-17-35 0 0,0 0 0 15,0 0 0-15,22 41 0 0,-22-41 0 0,0 0 0 16,0 0 0-16,21 43 0 0,-21-43 0 0,0 0 0 16,0 0 0-16,21 42 0 0,-21-42 0 0,0 0 0 15,0 0 0-15,18 38 0 0,-18-38 0 0,0 0 0 16,0 0 0-16,22 41 0 0,-22-41 0 0,0 0 0 15,0 0 0-15,22 37 0 0,-22-37 0 0,0 0 0 16,0 0 0-16,0 0 0 0,26 40 0 0,-26-40 0 16,0 0 0-16,0 0 0 0,0 0 0 0,24 41 0 0,-24-41 0 15,0 0 0-15,0 0 0 0,0 0 0 0,28 40 0 0,-28-40 0 16,0 0 0-16,0 0 0 0,0 0 0 0,0 0 0 16,27 34 0-16,-27-34 0 0,0 0 0 0,0 0 0 15,0 0 0-15,0 0 0 0,28 35 0 0,-28-35 0 16,0 0 0-16,0 0 0 0,0 0 0 0,0 0 0 15,31 34 0-15,-31-34 0 0,0 0 0 0,0 0 0 16,0 0 0-16,0 0 0 0,30 25 0 0,-30-25 0 16,0 0 0-16,0 0 0 0,0 0 0 0,0 0 0 15,0 0 0-15,32 26 0 0,-32-26 0 0,0 0 0 16,0 0 0-16,0 0 0 0,0 0 0 0,0 0 0 16,23 33 0-16,-23-33 0 0,0 0 0 0,0 0 0 15,0 0 0-15,0 0 0 0,0 0 0 0,0 0 0 16,20 36 0-16,-20-36 0 0,0 0 0 0,0 0 0 0,0 0 0 0,0 0 0 15,0 0 0-15,0 0 0 0,0 0 0 0,27 31 0 16,-27-31 0-16,0 0 0 0,0 0 0 0,0 0 0 16,0 0 0-16,0 0 0 0,0 0 0 0,0 0 0 15,32 31 0-15,-32-31 0 0,0 0 0 0,0 0 0 16,0 0 0-16,0 0 0 0,0 0 0 0,0 0 0 16,29 28 0-16,-29-28 0 0,0 0 0 0,0 0 0 15,0 0 0-15,0 0 0 0,0 0 0 0,0 0 0 16,29 34 0-16,-29-34 0 0,0 0 0 0,0 0 0 15,0 0 0-15,0 0 0 0,0 0 0 0,0 0 0 16,34 30 0-16,-34-30 0 0,0 0 0 0,0 0 0 16,0 0 0-16,0 0 0 0,0 0 0 0,35 29 0 15,-35-29 0-15,0 0 0 0,0 0 0 0,0 0 0 0,0 0 0 0,0 0 0 16,32 33 0-16,-32-33 0 0,0 0 0 0,0 0 0 16,0 0 0-16,0 0 0 0,0 0 0 0,29 30 0 15,-29-30 0-15,0 0 0 0,0 0 0 0,0 0 0 16,0 0 0-16,0 0 0 0,31 30 0 0,-31-30 0 15,0 0 0-15,0 0 0 0,0 0 0 0,0 0 0 16,0 0 0-16,32 26 0 0,-32-26 0 0,0 0 0 16,0 0 0-16,0 0 0 0,0 0 0 0,0 0 0 15,31 28 0-15,-31-28 0 0,0 0 0 0,0 0 0 16,0 0 0-16,0 0 0 0,0 0 0 0,0 0 0 16,30 30 0-16,-30-30 0 0,0 0 0 0,0 0 0 15,0 0 0-15,0 0 0 0,0 0 0 0,0 0 0 0,34 20 0 16,-34-20 0-16,0 0 0 0,0 0 0 0,0 0 0 15,0 0 0-15,32 6 0 0,-32-6 0 0,0 0 0 0,0 0 0 16,0 0 0-16,0 0 0 0,34 5 0 0,-34-5 0 16,0 0 0-16,0 0 0 0,0 0 0 0,0 0 0 15,31 5 0-15,-31-5 0 0,0 0 0 0,0 0 0 16,0 0 0-16,0 0 0 0,0 0 0 0,0 0 0 16,34 16 0-16,-34-16 0 0,0 0 0 0,0 0 0 15,0 0 0-15,0 0 0 0,0 0 0 0,0 0 0 16,34 29 0-16,-34-29 0 0,0 0 0 0,0 0 0 15,0 0 0-15,0 0 0 0,33 19 0 0,-33-19 0 16,0 0 0-16,0 0 0 0,0 0 0 0,0 0 0 16,40 22 0-16,-40-22 0 0,0 0 0 0,0 0 0 15,0 0 0-15,35 16 0 0,-35-16 0 0,0 0 0 16,0 0 0-16,0 0 0 0,0 0 0 0,36 20 0 0,-36-20 0 16,0 0 0-16,0 0 0 0,0 0 0 0,0 0 0 0,35 23 0 15,-35-23 0-15,0 0 0 0,0 0 0 0,0 0 0 16,0 0 0-16,33 21 0 0,-33-21 0 0,0 0 0 15,0 0 0-15,0 0 0 0,0 0 0 0,35 16 0 16,-35-16 0-16,0 0 0 0,0 0 0 0,0 0 0 16,0 0 0-16,34 15 0 0,-34-15 0 0,0 0 0 15,0 0 928-15,0 0 80 0,0 0 16 0,33 9 0 32,-33-9-1648-32,0 0-320 0,0 0-64 0,0 0-16 0,0 0 832 0,33 8 192 0,-33-8 0 0,0 0 0 15,0 0 0-15,0 0 0 0,30 3 0 0,-30-3 0 0,0 0 0 16,0 0 0-16,0 0 0 0,32 1 0 0,-32-1 0 0,0 0 0 0,0 0 0 0,0 0 0 15,32 2 0-15,-32-2 0 0,0 0 0 0,0 0 0 16,0 0 0-16,0 0 0 0,33 6 0 0,-33-6 0 0,0 0 0 16,0 0 0-16,0 0 0 0,0 0 0 0,0 0 0 0,35 11 0 15,-35-11 0 1,0 0 0-16,0 0 0 0,0 0 0 0,0 0 0 0,0 0 0 16,38 15 0-16,-38-15 0 0,0 0 0 0,0 0 0 0,0 0 0 0,33 14 0 31,-33-14 0-31,0 0 0 0,0 0 0 0,0 0 0 15,37 12 0-15,-37-12 0 0,0 0 0 0,0 0 0 16,32 6 0-16,-32-6 0 0,0 0 0 0,0 0 0 16,0 0 0-16,37 10 0 0,-37-10 0 0,0 0 0 15,0 0 0-15,0 0 0 0,38 10 0 0,-38-10 0 0,0 0 0 16,0 0 0-16,0 0 0 0,36 10 0 0,-36-10 0 0,0 0 0 0,0 0 0 0,0 0 0 16,35 6 0-16,-35-6 0 0,0 0 0 0,0 0 0 0,29 2 0 0,-29-2 0 15,0 0 0-15,0 0 0 0,30 1 0 0,-30-1 0 16,0 0 0-16,0 0 0 0,27-1 0 0,-27 1 0 15,0 0 0-15,0 0 0 0,25 0 0 0,-25 0 0 32,0 0 0-32,0 0 0 0,25-3 0 0,-25 3 0 15,0 0 0-15,0 0 0 0,26-3 0 0,-26 3 0 16,0 0 0-16,0 0 0 0,27-3 0 0,-27 3 0 0,0 0 0 16,0 0 0-16,27-2 0 0,-27 2 0 0,0 0 0 15,0 0 0-15,0 0 0 0,32 2 0 0,-32-2 0 0,0 0 0 16,0 0 0-16,30 3 0 0,-30-3 0 0,0 0 0 15,0 0 0-15,32 4 0 0,-32-4 0 0,0 0 0 16,0 0 0-16,32 7 0 0,-32-7 0 0,0 0 0 16,0 0 0-16,33 7 0 0,-33-7 0 0,0 0 0 0,0 0 0 15,35 6 0-15,-35-6 0 0,0 0 0 0,0 0 0 0,35 6 0 16,-35-6 0-16,0 0 0 16,0 0 0-16,34 5 0 0,-34-5 0 0,0 0 0 15,0 0 0-15,36 5 0 0,-36-5 0 0,0 0 0 16,0 0 0-16,39 7 0 0,-39-7 0 0,0 0 0 15,0 0 0-15,39 7 0 0,-39-7 0 0,0 0 0 16,0 0 0-16,38 7 0 0,-38-7 0 0,0 0 0 16,0 0 0-16,37 3 0 0,-37-3 0 0,0 0 0 15,0 0 0-15,38 3 0 0,-38-3 0 0,0 0 0 16,0 0 0-16,39 6 0 0,-39-6 0 0,0 0 0 0,30 2 0 0,-30-2 0 16,0 0 0-16,30 4 0 0,-30-4 0 15,0 0 0-15,30 1 0 0,-30-1 0 0,0 0 0 0,29 2 0 16,-29-2 0-16,0 0 0 0,31-2 0 0,-31 2 0 15,0 0 0-15,31 0 0 0,-31 0 0 0,0 0 0 16,34-1 0-16,-34 1 0 0,0 0 0 0,34 1 0 16,-34-1 0-16,0 0 0 0,37 2 0 0,-37-2 0 15,0 0 0-15,41 5 0 0,-41-5 0 0,0 0 0 16,43 7 0-16,-43-7 0 0,30 5 0 0,-30-5 0 16,0 0 0-16,44 7 0 0,-44-7 0 0,0 0 0 15,40 10 0-15,-40-10 0 0,0 0 0 0,36 6 0 16,-36-6 0-16,0 0 0 0,35 9 0 0,-35-9-19584 0</inkml:trace>
  <inkml:trace contextRef="#ctx0" brushRef="#br1" timeOffset="53773.86">10093 6849 3679 0,'0'0'320'0,"-1"0"-320"0,1 2 0 0,0-2 0 16,0 0 576-16,-1 1 64 0,0 1 0 0,0 0 0 16,0 0-256-16,0 1-64 0,0 2 0 0,-1 1 0 15,1-1 128-15,0 0 0 0,0 0 16 0,1 2 0 16,0-3 160-16,1 2 16 0,0 0 16 0,0 2 0 16,1-1-352-16,-1 1-80 0,1 1-16 0,-2-9-2480 31,7 32-496-31,-6-17-112 0</inkml:trace>
  <inkml:trace contextRef="#ctx0" brushRef="#br1" timeOffset="54047.3">10095 7681 2751 0,'-1'10'128'0,"0"-3"16"0,0-3-144 0,1 1 0 0,-1-2 0 0,1 0 0 15,0 0 640-15,-1 5 112 16,0 1 16-16,0 3 0 0,0 2-160 0,0 1-32 0,0-5 0 0,0 1 0 16,1 1-368-16,-1-3-80 0,0 3 0 0,0 0-128 15,1-2 0-15,-1 2 0 0,1 0 0 0,0 1 0 31,0 2-640-31,0 0-16 0,0 0-16 0,0 2 0 0,1 0 512 0,-1-1 160 0,0 1 0 0,2-1 0 16</inkml:trace>
  <inkml:trace contextRef="#ctx0" brushRef="#br1" timeOffset="54281.95">10107 8421 911 0,'-2'19'0'0,"0"-10"0"0,1 1 0 0,0-1 0 0,0-2 576 0,1-3 48 15,0 4 0-15,-1 4 0 0,-1 7-176 0,1 6-16 0,-1 0-16 16,1-3 0-16,0-2-848 0,0-3-160 0,1-2-48 0,0-1 0 16,1 0 400-1,0-2 80-15,1 0 16 0,0-3 0 0,-1 1 464 0,1-1 80 0,-1-1 32 0,1 0 0 0,-1 2 80 0,1-3 32 16,-1 2 0-16,0 0 0 0,0 2-352 0,0-2-192 31,-1 3 192-31,-1 0-192 0,2 2 0 0,0-2 0 16,-1 0 0-16,1 0 0 15,-1-1-752-15,1 1-256 0,-1 0-48 0,1 0-16 0,-1 2 928 0</inkml:trace>
  <inkml:trace contextRef="#ctx0" brushRef="#br1" timeOffset="54547.41">10138 9384 3679 0,'-1'6'320'0,"1"-1"-320"0,0 0 0 0,0-3 0 16,-1 3 576-16,1 2 32 0,-1 7 16 0,0 8 0 16,-2 6 144-16,1 0 16 0,0-3 16 0,1-2 0 15,0-1-80-15,0-4-16 0,0-3 0 0,1-1 0 16,0 1-256-16,0-2-48 0,1 2-16 0,0-1 0 16,0 0-256-16,-1-2-128 0,0 2 0 0,0-2 128 15,1-2-448 1,-1 2-80-16,1 5-32 0,0 1 0 0,1 1-1008 0,-1-2-208 0,1 2-32 15,0-1-16-15,0 4 1328 0,0-1 368 0,1 1 0 0,0-1 0 0,0 0-176 0</inkml:trace>
  <inkml:trace contextRef="#ctx0" brushRef="#br1" timeOffset="54812.64">10182 10415 3743 0,'-1'11'160'0,"0"-5"32"0,0-2-192 0,1 1 0 16,0-2 0-16,0 1 0 16,-1-1-448-16,0 6-128 0,0 3-16 0,-1 4-16 0,0 3 608 0,0 0 320 15,0 0-48-15,0-2 0 0,1 0 240 0,1 1 32 16,-1-1 16-16,1-3 0 0,0 3-256 0,0 0-48 16,0-1-16-16,0 0 0 0,0 1-112 0,1-2 0 0,-1-1-128 0,0 0 192 15,1 0-64-15,0 2 0 0,0-3-128 0,1 3 192 16,0-2-64-16,-1 1-128 0,1 0 176 0,0-2-176 15,-1 0 176-15,1 0-176 0,1 3 160 0,-1-1-160 0,1 0 128 16,-2 1-128-16,2-1 0 0,-1 0 128 0</inkml:trace>
  <inkml:trace contextRef="#ctx0" brushRef="#br1" timeOffset="55110.96">10232 11394 4607 0,'-1'0'400'0,"1"3"-400"0,0-1 0 0,0 0 0 0,-1-1 1008 0,1 3 112 16,-1 0 32-16,0 4 0 0,0 2 528 0,0-1 112 16,0 0 32-16,0-1 0 0,0-1-688 0,0 0-144 15,0-1-32-15,0 2 0 0,0-3 144 0,0 2 32 16,1-1 0-16,-1 2 0 0,0-3-496 0,1 4-80 15,-1-2-32-15,1 0 0 0,0 1-528 0,0-1 0 16,0 2 0-16,0-2 0 16,0 2-432-16,0 0-32 0,0 2-16 0,0-2 0 15,0 3-608-15,2 0-112 0,-1 2-16 0,1-2-16 16,0 2-496-16,-1-2-80 0,1 0-32 0,0-1 0 16,-1 2 496-16,1-2 112 0,0 1 16 0,-1 0-2816 0</inkml:trace>
  <inkml:trace contextRef="#ctx0" brushRef="#br1" timeOffset="56638.81">10267 11752 911 0,'-1'-4'0'0,"1"3"0"0,0-1 0 0,-1 2 0 15,1-2 912-15,0 1 112 0,0 1 0 0,-1-2 16 16,0 0 464-16,0-2 96 0,0 1 0 0,0 0 16 15,1-1-144-15,0 1-48 0,0-2 0 0,0 3 0 16,0 0-384-16,1-1-80 0,-1 1 0 0,1-1-16 16,-1 3-176-16,0 0-16 0,0 0-16 0,0 0 0 0,-1 3 0 15,1 2 0-15,-1-1 0 0,0 2 0 0,0 2-224 0,0 0-64 16,-1 1 0-16,1 1 0 16,0-1-144-16,0 1-48 0,0 0 0 0,-1 1 0 15,1-2-80-15,0 1-32 0,0 0 0 0,1-1 0 0,-1 0-144 0,0 1 0 16,0-2 0-16,0 0 0 0,2 2 0 0,-1-2 0 15,0 3 128-15,0-2-128 0,0 1 0 0,0 0 0 16,0-1 0-16,0 0 0 0,-1-1 0 0,1-1 0 16,-1 0 0-16,1-2 0 0,0 2 0 0,0-5 0 15,0 1 0-15,0-1 0 0,0-2 0 0,1-2 0 16,-1-1 0-16,1-1 0 16,0-1-704-16,0-2 0 0,1-1-16 0,-1 1 0 15,1-2-1072-15,0-1-224 0,-1-1-32 0,1 1-16 16,0-2-240-16,-1 1-64 0,1 1 0 0,-1 0 0 15,1 1 592-15,-1 2 112 0,1-3 32 0,-2 3 0 0,0 1 1088 0,0 0 224 0,0 1 32 0,-1 1 16 16,-1 1 928-16,0 1 192 0,0-1 48 0,0 3 0 16,0 1 800-16,0 1 160 0,1 0 48 0,-2 1 0 15,1-1-272-15,0 1-48 0,1 1-16 0,0-1 0 16,0 1-528-16,0-1-96 0,1 1-32 0,0-1 0 16,1-1-560-16,-1 0-112 0,1 1-32 0,0-1 0 15,1-2-208-15,-1 3 0 0,1-3 0 0,-1 2 0 16,1 0 0-16,-1 0 0 0,0 1 0 0,0 0 0 15,1 0 0-15,-1 0 0 0,0 0 0 0,-1-1 0 16,1 1-192-16,-1-1 0 0,0 0 16 0,0-2 0 16,1 0-544-16,0-2-112 15,0 0-32-15,0-1 0 0,-1-2-224 0,1 1-64 16,0-3 0-16,-1 0 0 0,2-3 144 0,-1 0 32 0,0-1 0 0,0-1 0 0,0-3 560 0,-1 2 112 16,-1 0 32-16,1 0 0 0,-1 3 272 0,0-2 0 15,-2 3 0-15,2 1 0 0,-1 4 0 0,0-1 192 16,0 2-16-16,1 1-16 0,0 2 704 0,-1 2 144 15,1 3 16-15,0 0 16 0,1 2 288 0,0 2 48 16,0 1 16-16,0 2 0 0,0 0-528 0,1 2-96 16,-1 0-32-16,0 1 0 0,2-1-464 0,-1-2-80 15,1-1-32-15,-1-1 0 0,0-3-160 0,0 0 0 16,1 1 0-16,-1-2 128 0,0-1-128 0,-1-2 0 16,1-1 0-16,0-1 0 15,1 0-720-15,-1-2-128 0,0 0-32 0,-1 1 0 16,2-2-1200-16,0-1-240 0</inkml:trace>
  <inkml:trace contextRef="#ctx0" brushRef="#br1" timeOffset="57535.53">10251 11994 3583 0,'0'0'0'0,"-1"0"0"16,1 0 0-16,-1-2 0 0,1 2 0 0,0-2 0 16,-1 1 0-16,0-1 0 0,-1-3 0 0,-1 1 0 0,1-2 1280 0,1 2 288 15,-1-1 48-15,0 0 48 16,0 1 416-16,0-1 80 0,0 0 16 0,1 0 32 0,1 0-336 0,0-1-64 16,0 0-16-16,1 0 48 0,0 1-464 15,1-1-96-15,0 0 0 0,2 1 16 0,-1-1-688 0,1 3-144 16,0-2-16-16,0 4 16 0,1 0-208 0,0 1-64 15,-2 0 0-15,2 2 48 0,-1 0 144 16,0 3 16-16,-1 0 16 0,0 2 32 0,-1 0-448 0,0 0 128 16,-1 2-128-16,0 0 0 0,-2 0 0 0,-1 0 0 15,1 0 0-15,-1-2 0 0,0 0-144 0,-1-2 144 16,1 0-160-16,-2-2 160 0,0 1 0 0,0-3-192 16,2 1 192-16,-2-4 0 0,0 1-160 0,0-1 160 15,0-1 0-15,-1-1 0 0,2-1-128 0,-1-2 128 0,0-1 0 16,1 2 0-16,1-4 0 0,-1 1 0 0,1 0 0 0,1-1 0 15,0 0 0-15,1 1 0 0,1 2 0 0,0-3 0 16,1 3 0-16,1 0 0 0,-2 0 0 0,1 3 0 16,2 3 0-16,0-1 0 0,0 0 0 0,-1 4 0 15,1-2 384-15,0 3-16 0,-1-1-16 0,0 2 0 16,0 2-48-16,-1 0-16 0,0 3 0 0,-2-1 0 16,1-1-288-16,-1 2 0 0,0 1 0 0,-1-1 0 15,1 0 0-15,-2-1 0 0,0-1 0 0,0 1 0 16,-1-2 0-16,0-1 0 0,1-1 0 0,-2-1 0 15,1-1 0-15,-2-1 0 0,2 1 0 0,-1-2 0 16,0-2 0-16,2 1 0 0,-1-3 0 0,0 0 0 16,0-2 128-16,0 1-128 0,1-1 0 0,0-2 0 15,0 1 0-15,2-2 0 0,-1 1 0 0,2-1 0 16,0 2 0-16,0-1 0 0,2 2 0 0,0 1 0 0,0 0 144 0,1 3-144 16,0-1 0-16,0 1 144 0,1 0 32 0,-2 1 0 15,2 1 0-15,0 3 0 0,-2-1 96 0,1 1 32 16,1 1 0-16,-1 1 0 0,-1 0-176 0,0-1-128 15,1 2 192-15,-1-2-192 0,0 3 0 0,0-2 0 16,-1 2 0-16,-1-1 0 0,0-2 0 0,-2 0 0 16,0 1 0-16,-1-2 0 0,1 1 0 0,-2-1 0 15,1-1 0-15,-2-1 0 0,0 0 0 0,0-1 0 16,1 0 0-16,-2-2 0 0,0 0 0 0,1 0 0 16,0-1 0-16,0 0 0 0,1-1 0 0,-1 1 0 15,0-2 0-15,1 3 0 0,2 0 0 0,1-2 0 16,-1 0 0-16,2 2 0 0,0-2 0 0,1 1 0 0,1-1 0 15,1 1 0-15,0 1 0 0,1-3 0 0,0 2 0 16,0-1 0-16,1-3 0 0,0 2 0 0,1 0 0 16,-2 0 0-16,2 2 128 0,-2 2-128 0,-1-1 0 15,0 2 0-15,0 2 256 0,-1 2-48 0,-1-1-16 0,-1 2 0 16,-1 2-192-16,-1 0 128 0,-2 1-128 0,0 0 0 16,-2 2 0-16,-1 0 128 0,1-1-128 0,-2-2 0 15,1 3 0-15,-2-4 0 0,3 2 0 0,-1-3 0 16,3-1 0-16,-1-1 0 0,0-1 0 0,3-4-16496 15</inkml:trace>
  <inkml:trace contextRef="#ctx0" brushRef="#br1" timeOffset="59341.95">10114 12152 7359 0,'-1'-4'656'0,"1"2"-528"16,0-1-128-16,0 1 0 0,0 2 1008 0,0-2 160 16,0 1 48-16,-1-1 0 0,1 0 768 0,-1-1 144 15,0 1 48-15,1-1 0 0,0 1-288 0,0 0-48 16,0 2-16-16,0-2 0 0,1 2-352 0,1-2-64 16,-1 1 0-16,1 1-16 0,0 1-544 0,0 1-96 15,0 2-32-15,0 1 0 0,-1 1-352 0,-1 3-80 16,0 3-16-16,-1 4 0 0,-1 0-48 0,-1 1-16 15,0 2 0-15,0-3 0 0,-1 3-208 0,0-2 128 16,0 2-128-16,1-2 0 0,-1-1 128 0,2 1-128 0,0-6 0 16,1 1 0-16,0-2 0 0,2-3 0 0,0-1 0 15,2-3 0 1,1-3-1520-16,0-2-240 0</inkml:trace>
  <inkml:trace contextRef="#ctx0" brushRef="#br1" timeOffset="59721.25">10350 12120 15663 0,'2'-3'688'0,"-1"3"144"0,0-2-656 0,-1 2-176 0,0-2 0 0,0 1 0 15,0 1 1904-15,0 0 336 0,0-2 80 0,0 2 16 16,-1 0-288-16,0 2-48 0,-1-1-16 0,0 1 0 16,-1 3-976-16,1-1-208 0,-2 3-32 0,0 0-16 15,0 3-496-15,1 0-80 0,-1 1-32 0,0 1 0 16,2 0-144-16,0-3 0 0,0 1 0 0,2-3 0 0,1 0 0 0,1-4 0 15,0 1 0-15,2-1 0 16,1-3 0-16,-1 1 0 0,2 0 128 0,0-1-128 16,1 0 304-16,-1 0-32 0,-6 0 0 0,0 0 0 0,0 0 80 0,37-1 16 15,-37 1 0-15,0 0 0 0,0 0-96 0,39 6-16 16,-39-6 0-16,0 0 0 0,0 0-48 0,0 0-16 16,0 0 0-16,43 24 0 0,-43-24-192 0,0 0 176 15,0 0-176-15,0 0 160 0,7 28-160 0,-9-22 0 16,-2 0 144-16,-1 1-144 0,-1-2 160 0,-2 3-32 15,1-2-128-15,-2 1 192 0,-1 0-192 0,-1 0 144 16,-2 0-144-16,0 0 128 0,0-1-128 0,0 0 0 16,0-1 0-16,1-2 0 0,2-1 0 0,1-2 0 15,1-2 0-15,0-1 0 0,3-2-208 0,-1-4 16 16,3-1 16-16,2-4-11424 0,1-3-2288 16</inkml:trace>
  <inkml:trace contextRef="#ctx0" brushRef="#br1" timeOffset="59909.73">10361 12101 17503 0,'-4'2'768'0,"2"0"176"0,2-2-752 0,-1 1-192 0,1-1 0 0,1 0 0 15,-1 0 2400-15,2 0 448 0,1-1 96 0,1 1 0 16,2-2-496-16,1-3-96 0,1 3-32 0,1-2 0 16,1 1-1264-16,0 0-256 0,-10 3-48 0,0 0-16 15,35-4-496-15,-35 4-112 0,0 0 0 0,41-3-17664 16</inkml:trace>
  <inkml:trace contextRef="#ctx0" brushRef="#br1" timeOffset="62374.7">10304 11882 1839 0,'0'0'160'0,"0"0"-160"0,0 0 0 0,0 0 0 0,0 0 384 0,0 0 32 15,0 1 16-15,0 1 0 0,0-2 144 0,0 2 48 16,0-2 0-16,-1 1 0 0,2 1-176 0,-1-2-16 16,0 0-16-16,0 2 0 0,1-2 64 0,1 0 16 15,0 0 0-15,-1 0 0 0,1-2 144 0,0 2 16 16,0-3 16-16,-1 1 0 0,2 2-80 0,-1-3-16 16,0 1 0-16,0 2 0 0,0 0-112 0,0-1-16 15,-1 0-16-15,0 1 0 0,0 0-176 0,0 0-48 16,0 1 0-16,0-1 0 0,0 1-208 0,0-1 128 15,0 2-128-15,0-2 0 0,0 0 0 0,1 1 0 0,-1 1 0 0,1-2 0 16,0 0 0-16,0 0 0 0,2 0 0 0,-2-2 0 16,1 1 0-16,0 1 0 0,0-2 0 0,0 1 0 15,-1 0 0-15,1-2 0 0,1 3 0 0,-2-2 0 16,0 0 0-16,0 1 0 0,0-1 0 0,0 1 0 16,1 0 0-16,-1-1 0 0,0 2 0 0,-2-2 0 15,2 2 0-15,0 0 0 0,-1 0 0 0,0 0 0 16,0 0 0-16,0 0 0 0,1 0 0 0,-1 0 144 15,0 0-144-15,0 0 0 0,0-1 0 0,0 1 0 16,0 0 128-16,0-2 0 0,0 1 0 0,0 0 0 16,0 0 176-16,1 1 16 0,-1-2 16 0,1 0 0 0,-1 2-48 0,0-2-16 15,1 1 0-15,0-1 0 16,-1 2-64-16,1-3-16 0,0 3 0 0,0-2 0 0,-1 1-48 0,0 0-16 16,1 1 0-16,-1 0 0 0,0-2-128 0,0 1 0 15,-1 1 144-15,0 0-144 0,0 1 0 0,0-1 144 16,0 2-144-16,-1-2 0 0,1 0 0 0,0 0 0 15,0 1 0-15,0 0 0 0,0-1 0 0,0 0 0 16,1 0 0-16,-1 0 0 0,1 0 144 0,-1 0-144 16,0-1 0-16,0 1 144 0,1-1-144 0,-1 1 0 15,1 0 0-15,0 0 0 0,0 0 0 0,-1 0 0 16,1 0 0-16,-1 0 0 0,0 0 0 0,0 0 0 16,1 0 0-16,-1 0 0 15,0 0-384-15,-1 1-64 0</inkml:trace>
  <inkml:trace contextRef="#ctx0" brushRef="#br1" timeOffset="66718.72">10292 11908 3791 0,'0'-2'160'0,"0"2"48"0,0 0-208 0,0 0 0 0,1 0 0 0,-1 0 0 0,0 0 128 0,1 0 0 15,0 0-128-15,0-1 192 0,1 1 832 0,-1-1 144 16,1-1 48-16,0 1 0 0,-1-1 0 0,1 0 16 15,1 1 0-15,0-1 0 0,0 0-224 0,-1 0-48 16,1-1-16-16,0 1 0 0,0 0-240 0,0 1-32 16,-1-1-16-16,1 1 0 0,0 0-208 0,0-1-32 15,0 1-16-15,0 1 0 0,0 0-192 0,-1 0-32 16,1 0-16-16,-1 0 0 0,2 0-160 0,-1 0 192 16,1-2-192-16,-2 2 192 0,2 0-192 0,0-2 0 15,0 1 0-15,-1 1 128 0,2-2-128 0,-1 0 160 16,0 0-160-16,0-1 160 0,1 0 16 0,-1 1 0 15,0 0 0-15,0 0 0 0,-1 0 16 0,1 1 16 16,1-1 0-16,-2-1 0 0,1 1 16 0,-1 0 0 0,1 2 0 0,-1-3 0 16,0 1 16-16,0 0 0 0,1 1 0 0,-1-1 0 15,0 2-80-15,1-1-16 0,-1 0 0 0,0-1 0 16,0 0-144-16,1 1 128 0,-1-1-128 0,1-1 128 16,0 1-128-16,0 0 128 0,0 0-128 0,0 1 128 15,1-3-128-15,-2 3 0 0,2-1 0 0,-1 0 0 16,0-2 128-16,0 1-128 0,1 0 0 0,-2 1 128 15,2 0-128-15,-1-1 0 0,0-1 0 0,0 1 128 16,1 2-128-16,-2-2 160 0,3 2-160 0,-1-3 160 16,-1 3-160-16,2-2 0 0,-2 0 144 0,1 0-144 15,1 1 144-15,-1 0-144 0,1-1 192 0,-2 3-192 16,1-4 192-16,0 3-192 0,-1-1 192 0,2-1-192 0,-1 0 144 0,-1 2-144 16,1-3 0-16,-1 1 144 0,1 2-144 0,-1-1 0 15,0 0 144-15,0-2-144 0,1 1 0 0,-1 0 144 16,1 1-144-16,-1 0 0 0,0 0 0 0,0-1 0 15,1 1 0-15,-2-1 0 0,1 2 128 0,0-2-128 16,0 0 0-16,0 1 0 0,0-1 128 0,1 1-128 16,-2 0 0-16,2-1 0 0,-1 1 128 0,0-1-128 15,0 1 0-15,0 1 0 0,-1-2 128 0,2 1-128 16,-1 1 0-16,-1-2 0 0,2 1 0 0,-1 1 0 16,0 0 128-16,1-1-128 0,0-1 0 0,-1-1 0 15,0 1 128-15,1 1-128 0,-2-1 0 0,1 1 0 16,1-1 0-16,0 0 0 0,-1 0 0 0,1 0 0 15,-1 0 0-15,0 1 0 0,1 0 128 0,-1-3-128 0,1 3 0 0,0-3 0 16,0 3 0-16,1-2 0 0,-1 1 128 0,0 0-128 16,-1 1 144-16,0-2-16 15,2 1-128-15,-3 0 192 0,2 0-192 0,-1 0 176 0,0 0-176 0,1 0 160 16,0 1-160-16,-1-2 128 0,1 1-128 0,0-1 128 16,-1 2-128-16,2-1 128 0,-1-2-128 0,0 2 128 15,2 0-128-15,-2-1 128 0,1 0-128 0,-1 1 128 16,1 1-128-16,-1 0 0 0,1-3 144 0,0 2-144 15,0-1 0-15,0 1 144 0,-1-2-144 0,1 1 0 16,-1 0 128-16,1 0-128 0,-1 0 0 0,1-1 0 16,-1 1 0-16,-1 1 0 0,1 1 0 0,-1-3 0 15,1 2 144-15,-1-1-144 0,0 0 0 0,1 1 144 16,0-2-144-16,-2 3 0 0,1-1 0 0,0-1 128 0,0 1-128 0,-1 1 0 16,0-2 0-16,1 0 0 0,-1 2 0 15,1 0 0-15,0-3 0 0,0 1 0 0,-1 1 880 16,1 1 144-16,0-3 16 0,0 2 16 0,0 0-800 0,0 0-256 15,0 0 128-15,-1-2-128 0,1 3 0 0,0-2 128 16,-1 1-128-16,1 0 0 0,-1 1 144 0,0 0-144 16,0-3 0-16,1 2 144 0,0 1-144 0,-1 0 0 15,1-2 0-15,0 1 0 0,0-2 0 0,-1 3 0 16,1-3 128-16,0 2-128 0,-1-1 0 0,1 2 192 16,0-3-192-16,0 2 192 15,-2 1-896-15,1 0-160 0,0 0-32 0,0-1-16 0,-1 1 784 0,1 1 128 16,1-1 0-16,-2 0 128 0,1-1-128 0,-1 1 0 0,0 0 0 0,1 1 128 15,-1-1-128-15,0 0 0 0,0 0 128 0,-1 0-128 16,0 1 144-16,1-1-144 0,0-1 192 0,0 1-192 16,0 0 176-16,0-1-176 0,-1 1 160 0,1 0-160 15,0 1 0-15,1-1 128 0,-1 0-128 0,0 0 0 16,0 0 0-16,0 1 0 0,0-2 128 0,1 1-128 16,-1 1 0-16,0 0 0 0,0-1 0 0,1-1 0 15,0 1 0-15,0-1 128 0,0 1-128 0,-1 0 0 16,1 0 0-16,-1-1 0 0,1 1 0 0,0-1 0 15,-1 2 0-15,1 0 0 0,0-1 0 0,-1-1 0 16,1 1 0-16,-1-1 0 0,2 1 0 0,-1 2 0 16,1-4 128-16,-2 1-128 0,2 0 0 0,-1 1 144 15,1 0-16-15,-3 0 0 0,2-1 0 0,0 0 0 16,0 1-128-16,0 0 192 0,0 0-192 0,0-1 192 0,0 1-192 16,-1-1 0-16,1 1 144 0,0 0-144 0,-1-1 0 0,1-1 0 15,0 1 0-15,-1 1 0 0,1 0 0 0,0-3 0 16,-1 3 0-16,1-1 0 0,-1 1 0 0,1-1 0 15,-1 1 0-15,1-3 128 0,0 3-128 0,-2-2 0 16,2 1 0-16,-1 0 0 0,1 2 0 0,-1-2 0 16,0 0 0-16,1-2 0 0,1 3 0 0,-1-2 0 15,-1 1 0-15,0 0 128 0,1 0-128 0,-1 0 0 16,1 0 0-16,0-1 0 0,0 1 0 0,0 1 0 16,0-3 0-16,-1 2 0 0,1 0 0 0,0 0 0 15,0-2 0-15,-1 2 0 0,1 1 0 0,-2-2 0 16,1 1 0-16,1-2 0 0,0 3 0 0,-1-3 0 15,0 2 0-15,0-1 0 0,1 2 0 0,0-3 0 0,0 2 0 16,-1-1 0-16,1 1 0 0,-1-2 0 0,1 2 0 16,-1-1 128-16,1 2-128 0,-2-3 0 15,2 3 0-15,-1-3 128 0,1 1-128 0,-1 1 128 0,0-1-128 16,0-1 128-16,-1 2-128 0,1-1 0 0,0-1 128 0,0 0-128 16,1 0 0-16,-2 0 144 0,2 1-144 0,0-1 0 15,0 0 176-15,-1 1-176 0,0-1 160 0,0 0-160 16,1 1 128-16,-1-1-128 0,1 2 0 0,-1-1 144 15,1-1-144-15,0 2 160 0,0-1-160 0,-1-1 160 16,0 0-160-16,1 1 0 0,-1 1 144 0,1-2-144 16,-1 1 0-16,1-1 128 0,-2 0-128 0,1 0 0 15,1 0 0-15,0-1 144 0,0 0-144 0,-1 0 0 16,0-1 160-16,0 2-160 0,0-2 128 0,0 2-128 16,0-2 0-16,-1 2 0 0,1-2 128 0,0 1-128 15,1 0 0-15,-1 0 0 0,1 0 0 0,-2 1 0 0,2-1 0 0,0 0 0 16,0 0 128-16,1-1-128 0,-2 2 0 0,1 0 0 15,1 0 0-15,-1-1 128 0,-1 0-128 0,1 2 0 16,0-3 144-16,0 2-144 0,0-3 0 0,0 2 128 16,1-2-128-16,-1 1 0 0,0 0 0 0,2 0 0 15,-1 0 0-15,-1-3 128 0,2 3-128 0,0-1 0 16,-2 0 0-16,2 1 0 0,-1-1 0 0,0 1 0 16,1-1 0-16,-1 0 0 0,0 3 0 0,1-5 0 15,0 4 0-15,-1-3 0 0,0 3 0 0,1-1 0 16,-2 0 0-16,2 0 0 0,-2 0 0 0,0 2 0 15,1-2 0-15,0 2 0 0,-1-1 0 0,0 0 0 16,1-1 0-16,0 0 0 0,0 0 0 0,0 0 0 0,1-2 0 16,-1 1 128-16,0 1-128 0,0-2 0 0,0 2 0 0,-1-1 0 15,1 1 0-15,1 0 0 0,-2 0 0 0,1 0 0 16,-1 0 0-16,1 0 0 0,-2-1 0 0,2 2 0 16,0-2 0-16,0 1 128 0,0-2-128 0,0 1 0 15,0-1 0-15,-1 1 0 0,1-1 0 0,0 1 0 16,-1 0 0-16,1-1 128 0,1 2-128 0,-2-2 0 15,2 1 0-15,-2 1 128 0,0-1-128 0,-1 0 0 16,2 0 0-16,1-1 128 0,-2 2-128 0,1-3 0 16,1 0 128-16,-1 1-128 0,-1 0 160 0,1-1-160 15,0 1 160-15,-1 1-160 0,0 0 160 0,1 0-160 16,0-2 128-16,0 1-128 0,0-1 0 0,0 1 144 16,0 0-144-16,0 0 0 0,1 1 0 0,-1-1 0 15,0 1 0-15,0 1 0 0,0 0 0 0,0-2 0 0,0 2 0 0,-1-1 0 16,1 1 0-16,0 0 0 0,0 0 0 0,-1 0 0 15,1-3 0-15,-1 3 0 0,0-1 0 0,0-1 0 16,0 0 0-16,1 0 0 0,0-1 0 0,-1 3 0 16,1 0 0-16,-1-3 0 0,-1 3 0 0,1-1 0 15,0 0 0-15,0-1 0 0,0 1 0 0,0 1 0 16,1 0 0-16,-1-2 0 0,0 2 0 0,0 1 128 16,0 0-128-16,0-2 0 0,1 4 0 0,-2-4 0 15,1 4 0-15,1-4 0 0,-1 4 0 0,-1-3 0 16,1 2 0-16,0 0 0 0,-1-2 0 0,1 1 0 15,-1 0 0-15,1 0 0 0,-1 0 0 0,0 0 0 16,1 0 0-16,-2 0 128 0,2-1-128 0,-1 2 0 0,1-3 0 16,-1 0 0-16,1 2 0 0,-1-3 0 0,2 0 0 15,-1 0 0-15,0 1 0 0,-1 1 0 0,1-1 128 16,0 0-128-16,0 0 0 0,-1-2 0 0,1 3 0 0,0 0 0 16,-1 0 0-16,1 0 0 0,-1-3 0 0,0 3 128 15,0 0-128-15,0 0 0 0,1 0 0 0,-1 0 0 16,0 0 0-16,1-2 0 0,0 4 0 0,-1-3 0 15,1 1 0-15,-1 0 0 0,1 0 128 0,1-2-128 16,-1 1 0-16,-1 2 0 0,0-2 0 0,1 1 0 16,1-2 0-16,-1-1 0 0,0 1 0 0,0 0 0 15,0 1 0-15,1-2 0 0,-1 1 0 0,0-2 0 16,2 2 0-16,-2-1 0 0,1 2 0 0,-1-1 0 16,1-1 0-16,-2 3 0 0,0-2 0 0,0-1 0 15,0 3 0-15,-1 0 128 0,1 0-128 0,-1-2 0 16,1 3 128-16,-1-2-128 0,1 0 0 0,0-1 128 0,1 2-128 0,-1-3 0 15,0 0 144-15,-1 1-144 0,2 0 0 0,1-2 0 16,-1 0 0-16,0 1 0 0,1 1 0 0,0 0 0 16,0-1 0-16,-2 1 0 0,2-1 0 0,-1 1 0 15,1-1 0-15,-2 1 0 0,1 2 0 0,1-3 0 16,-1 1 0-16,-1 2 0 0,0-1 0 0,1 0 0 16,-1 1 0-16,1-1 0 0,-1 1 0 0,1-3 0 15,1 3 0-15,-1-2 0 0,0 1 0 0,-1 2 0 16,1-3 0-16,0 1 0 0,0 1 0 0,0-1 0 15,0 2 0-15,-1-2 0 0,1 1 0 0,0 0 0 16,-1 0 0-16,0 1 0 0,1 0 0 0,0-1 0 16,0 2 0-16,-1-3 0 0,1 2 0 0,0-1 0 15,0 0 0-15,-1 0 0 0,2-1 0 0,0 2 0 0,-1-2 0 0,0 1 0 16,1-1 0-16,-1 0 0 0,1 1 0 0,-2-1 0 16,3 1 0-16,-2 0 0 0,0 0 0 0,0 0 0 15,1 0 0-15,-1 1 0 0,0 0 0 0,0-1 0 16,0 0 0-16,0 2 0 0,0-2 0 0,-1 1 0 15,1 0 0-15,1-1 0 0,-1 0 0 0,-1 1 0 16,0 0 0-16,1 0 0 0,0-2 0 0,0 2 0 16,0-2 0-16,0 1 0 0,1-1 0 0,0 1 0 15,-1-1 0-15,1 0 0 0,-1 1 0 0,0 0 0 16,-1 2 0-16,1-3 0 0,1 2 0 0,-1-2 0 16,0 1 0-16,0-1 0 0,1 0 0 0,-1 1 0 15,-1-1 0-15,1-1 0 0,1 3 0 0,-1-2 0 16,-1 1 0-16,1-1 0 0,1 1 0 0,0 0 0 0,-1-2 0 0,0 2 0 15,1-1 0-15,0-1 0 0,-2 2 0 0,2-2 0 16,-1 2 0-16,0-1 0 0,-1 1 0 0,1-2 0 16,0 2 0-16,-1 0 0 0,0-1 0 0,0 1 0 15,1-1 0-15,0-1 0 0,0 1 0 0,-1 0 0 16,1 1 0-16,0 0 0 0,0-1 0 0,-1 0 0 16,1 0 0-16,-1 1 0 0,1 0 0 0,0-1 0 15,1 0 0-15,-2 0 0 0,3-1 0 0,-2 2 0 16,-1-1 0-16,0 1 0 0,1 0 0 0,0 1 0 15,1 0 0-15,-2-1 0 0,1 0 0 0,-1 2 0 16,1-2 0-16,0 1 128 0,0 0-128 0,0 0 0 16,1 0 0-16,-1 0 0 0,-1 0 0 0,2 0 0 15,-1 1 0-15,0-1 0 0,0 0 0 0,0 0 0 16,0 0 0-16,0-1 0 0,0 0 0 0,-1 1 0 0,1-2 0 16,-1 1 0-16,2-1 0 0,-2-1 0 0,1 0 0 0,0-1 0 15,0 1 0-15,0-1 0 0,0 3 0 0,0-3 0 16,0 3 0-16,0 0 0 0,-1-2 0 0,1 2 0 15,0 0 0-15,-1 0 0 0,1-1 0 0,-2 2 0 16,2 0 0-16,0-1 0 0,0 0 0 0,0 0 0 16,-1 0 0-16,0 0 0 0,1 0 0 0,0-1 0 15,1-1 0-15,-2 0 0 0,2-1 0 0,0 1 0 16,-1 0 0-16,0 0 0 0,1 0 0 0,-1 0 0 16,0 0 0-16,1-1 0 0,0 3 0 0,0-2 0 15,-1-1 0-15,1 0 0 0,0 2 0 0,-2 0 0 16,2-1 0-16,0 1 0 0,0-1 0 0,-1-1 0 15,0 3 0-15,0-2 0 0,1-1 0 0,-2 1 0 0,2 2 0 0,-1-3 0 16,0 3 0-16,-1-1 0 0,2 0 0 16,-1 1 0-16,0-2 0 0,-1 1 0 0,1 2 0 15,0-2 0-15,0 1 0 0,0-1 0 0,0 1 0 0,0-2 0 16,1-1 0-16,-1 1 0 0,0 2 0 0,1-1 0 16,1-1 0-16,-1-2 0 0,1 2 0 0,0 0 0 15,-1 1 0-15,0 0 0 0,1 1 0 0,-2 0 0 16,1-2 0-16,0 2 0 0,-1-1 0 0,1 2 0 15,0-1 0-15,0-1 0 0,-1 1 0 0,1-3 0 16,1 3 0-16,-2-4 0 0,1 2 0 0,-1-2 0 16,0 0 0-16,2 1 0 0,0-1 0 0,-2 1 0 15,2-2 0-15,-1 2 0 0,0 1 0 0,-2 0 0 0,2 0 0 16,0 0 0-16,-1 3 0 0,0-2 0 0,1 1 0 16,0 0 0-16,-2 0 0 0,2 0 0 0,0 2 0 0,0-2 0 15,-1 1 0-15,1-1 0 0,1-1 0 0,-2 1 0 16,2-1 0-16,-1 0 0 0,0 0 0 0,1 1 0 15,0-3 0-15,-2 2 0 0,2 0 0 0,0 2 0 16,-2 0 0-16,1 0 0 0,0 0 0 0,-1-1 0 16,2 2 0-16,-1-2 0 0,0 0 0 0,1 1 0 15,-1 1 0-15,0-1 0 0,1 0 0 0,0 0 0 16,-1 2 0-16,1-1 0 0,0 0 0 0,0 1 0 16,0-1 0-16,-1 0 0 0,1 0 0 0,0 0 0 15,0-1 0-15,0 1 0 0,-1 0 0 0,2 0 0 16,0 0 0-16,-1 1 0 0,1-3 0 0,-1 2 0 15,1 0 0-15,-1 0 0 0,2-1 0 0,-2 1 0 16,1 0 0-16,0-2 0 0,-1 2 0 0,0 0 0 0,-1 0 0 0,1 1 0 16,1 0 0-16,-2 0 0 0,1 1 0 0,-1-2 0 15,0 2 0-15,1-2 0 0,0 3 0 0,-2-3 0 16,2 2 0-16,-1 0 0 0,-1 0 0 0,1 0 0 16,0-1 0-16,-1 1 0 0,2-1 0 0,-1 1 0 15,0 0 0-15,0 0 0 0,0 0 0 0,0 0 0 16,-1 1 0-16,1-1 0 0,1 1 0 0,-1 0 0 15,1-3 0-15,-1 2 0 0,0 1 0 0,0-2 0 16,0 3 0-16,-1-3 0 0,0 3 0 0,1-2 0 16,0 0 0-16,-2 1 0 0,2 1 0 0,0-2 0 15,0 1 0-15,0 2 128 0,0-2-128 0,-1 0 0 16,0 0 0-16,1 1 0 0,0-1 0 0,-1 2 0 0,1-2 0 16,-1 1 128-16,1-1-128 0,-1 2 0 0,2-1 0 0,0 0 0 15,-1 1 0-15,3-2 0 0,-3 1 0 0,1 0 128 16,1 0-128-16,-1 1 0 0,1-3 0 0,-1 1 0 15,2 2 0-15,-1-2 0 0,1 0 0 0,-1 0 0 16,0 1 0-16,-1-1 128 0,2-1-128 0,-1 0 0 16,1 2 128-16,-2-2-128 0,1 1 128 0,0-1-128 15,-1 1 0-15,-1 0 144 0,0 2-144 0,-1-2 0 16,2 0 128-16,-1 1-128 0,-1 1 0 0,2-2 0 16,0 1 128-16,-1 0-128 0,1 0 0 0,0 0 0 15,0 0 0-15,1 1 0 0,-1-2 0 0,1 2 0 16,-1-2 0-16,1 1 0 0,-1 1 0 0,0 0 0 15,0-2 0-15,-1 2 0 0,2 0 0 0,-2-2 0 0,-1 2 128 16,1 0-128-16,1-1 0 0,-1 1 0 0,2 0 128 0,-2 0-128 16,-1 0 0-16,1 0 0 15,0 0 144-15,-1 0-144 0,0-2 0 0,1 2 144 0,-1 2-144 0,0-2 0 16,1 0 0-16,0 0 0 0,0 0 0 0,-1 0 0 16,1-2 0-16,0 2 0 0,0-1 0 0,0 1 0 15,2 0 0-15,-2 0 0 0,1 0 0 0,0 0 0 16,-1-1 128-16,0 1-128 0,0 1 0 0,1-1 0 15,1 1 0-15,-1-1 0 0,0 0 0 0,0 0 0 16,1 2 0-16,0-2 0 0,-1 0 0 0,1 0 0 16,-1 0 0-16,1 0 0 0,-1 0 0 0,0 0 0 15,2 1 128-15,-2-1-128 0,2 2 0 0,-2-2 0 16,1 2 0-16,-2-2 0 0,2 1 0 0,-2 1 0 16,0-2 0-16,1 2 0 0,-1-2 0 0,0 0 0 15,0 0 0-15,1 0 0 0,-3 0 0 0,2 0 0 0,1 0 128 0,-2 0-128 16,0 0 0-16,0 0 0 0,2 0 0 0,-2 0 0 15,2-2 0-15,0 2 0 0,-1-3 0 0,1 3 0 16,0-2 0-16,-1 2 0 0,2-2 0 0,-2 1 0 16,0 1 0-16,1 0 0 0,-2 0 0 0,0 3 0 15,2-1 0-15,-2 1 0 0,0 2 0 0,0 2-18736 16</inkml:trace>
  <inkml:trace contextRef="#ctx0" brushRef="#br1" timeOffset="76851.5">14005 6770 4607 0,'-1'-2'400'0,"0"2"-400"16,1-1 0-16,0 1 0 0,0-1 528 0,0 1 32 15,0-2 0-15,0-1 0 0,1-2 224 0,-1 1 48 16,2-1 16-16,-1 0 0 0,1 3-512 0,-1-3-96 16,-1 3-32-16,1 1 0 0,0-1-208 0,-1 2 0 15,0 0 0-15,0 0 0 0,-1 0 384 0,0 1 48 16,1-1 0-16,-2 1 0 0,1 0 144 0,-1 1 48 15,1-2 0-15,0 1 0 0,0 1 112 0,0-2 32 16,1 0 0-16,1 0 0 0,0 0 48 0,1 0 16 16,0 0 0-16,1-2 0 0,-2 2-144 0,1-1-32 15,1-1 0-15,0 1 0 0,-1 0-80 0,0 0 0 16,2 0-16-16,0 0 0 0,0-1 16 0,0 2 16 16,1 0 0-16,-1 0 0 0,0 0-96 0,1 0-32 0,-1 0 0 0,0 0 0 15,1 2-208-15,-2-2-32 0,1 0-16 0,-1 0 0 16,2 1 48-16,-2-1 16 0,1 0 0 0,0 1 0 15,-1-1 176-15,1 0 48 0,1 0 0 0,-1 0 0 16,0 0-240-16,1 0-64 0,-1-1 0 0,0 1 0 16,2-1-192-16,-1-1 128 0,0 2-128 0,0-3 0 15,0 3 176-15,1-2-176 0,-1-1 192 0,1 3-192 16,-1-2 464-16,1 1-16 0,-1 0 0 0,-1 1 0 16,0 0-256-16,0 0-48 0,-1 0-16 0,2 0 0 15,0-2-128-15,-2 2 0 0,2 0 0 0,0 0 128 16,-2 0-128-16,2 0 0 0,-1 0 0 0,0 0 0 0,1-1 0 15,0 0 0-15,0 0 0 0,0 1 0 0,0-3 0 16,1 3 0-16,-1-2 0 0,0 0 0 0,1 2 0 0,0-2 0 16,1 0 144-16,-2 1-144 0,1-1 256 15,-1 2-32-15,1 0 0 0,-1 0 0 0,1 0 32 0,0 0 16 16,-1 2 0-16,0-1 0 0,-1 1-272 0,0 0 0 16,1-2 128-16,-2 2-128 0,3 0 0 0,-2-2 0 15,-1 1 0-15,0-1 0 0,2 2 0 0,0-2 0 16,-1 0 0-16,1 0 0 0,0 0 0 0,0 0 0 15,1 0 0-15,-1-2 0 0,0 2 0 0,0-1 0 16,2 1 0-16,-2-2 0 0,1 2 128 0,0-2-128 16,0 2 0-16,0-2 0 0,0 2 0 0,0-2 0 15,0 1 0-15,0 1 0 0,0-2 192 0,1 2 0 0,-2-2-16 0,1 1 0 16,0 1 80-16,1 0 32 0,-1-2 0 16,1 2 0-16,-1 0-288 0,1 0 0 0,-1-2 0 0,1 2 0 15,-1 0 0-15,0 0 0 0,-1-2 0 0,2 2 0 16,-1-1 0-16,0 1 0 0,0 0 0 0,0 0 0 15,0 0 0-15,-1 0 0 0,0 1 0 0,0-2 0 16,1 1 0-16,-2 0 0 0,3 0 0 0,-1 0 0 16,0 0 0-16,1 0 0 0,-1 0 0 0,0 0 0 15,0 0 128-15,1 0-128 0,-1 0 0 0,1 0 0 16,-2 0 0-16,1 1 0 0,0-1 128 0,1 0-128 16,-1 0 320-16,1 0 16 0,-1 2 0 0,0-2 0 15,-1 0-336-15,1 0 0 0,-1 0 0 0,0 0 128 16,0-2-128-16,-1 2 0 0,1-1 0 0,-1 1 0 15,-1 0 0-15,1 0 0 0,0-2 0 0,0 2 0 0,-1 0 0 0,2 0 0 16,0 0 0-16,0 0 0 0,2 0 0 0,-2 0 0 16,1 0 0-16,-1-2 0 0,0 2 0 0,0-1 0 15,1 1 0-15,-2 0 0 0,0 3-128 0,-1-1 128 16</inkml:trace>
  <inkml:trace contextRef="#ctx0" brushRef="#br1" timeOffset="78801.5">13578 6799 4607 0,'2'-2'400'16,"0"0"-400"-16,-1 1 0 0,0-1 0 16,-1 2 576-16,1 0 48 0,1-2 0 0,1-3 0 0,1 2 224 15,1-3 48-15,-1 1 16 0,2 1 0 0,-1-1 112 0,-2 0 0 16,2 2 16-16,-1 1 0 0,1-1-16 0,1 1-16 16,-1-1 0-16,0 1 0 0,1 0-384 0,0 0-80 15,0-1-16-15,-1 0 0 0,2 1 176 0,-1 0 48 16,1 0 0-16,1-1 0 0,1-1-240 0,-1 1-64 15,0 2 0-15,-1 0 0 0,1-2-48 0,-1 1-16 16,1 2 0-16,-1-2 0 0,-1 2 32 0,0 0 0 16,1-1 0-16,0 1 0 0,0 1-48 0,1-1-16 15,-1 0 0-15,0-1 0 0,0 1 16 0,2 0 0 16,-2 0 0-16,1 0 0 0,-1-2-176 0,0 2-16 16,2-1-16-16,-1 0 0 0,0-1 288 0,1 0 48 0,1 1 16 15,1-1 0-15,0-1-64 0,0 1-16 16,1-2 0-16,0 1 0 0,-1-2-112 0,1 3 0 0,1-3-16 15,-1 2 0-15,0-1-96 0,-1 0-16 0,0 1 0 0,-1 0 0 16,0 0 192-16,0 2 16 0,-2-1 16 0,0 1 0 16,0 1-176-16,-2 0-48 0,2-2 0 0,-2 2 0 15,0 0-192-15,0-2 176 0,1 4-176 0,0-2 160 16,0 0-160-16,-1 0 0 0,1 0 0 0,1 0 0 16,1 0 0-16,-1 0 0 0,1 0 0 0,-1-2 0 15,1 2 0-15,1-1 0 0,-1 1 0 0,-1 0 0 16,1 0 0-16,0 0 0 0,0-2 0 0,0 2 0 15,1 0 0-15,-2 2 0 0,1-2 0 0,2 0 0 16,-2 1 0-16,1-1 0 0,-1 0 0 0,2 2 0 0,-2-2 0 16,0 0 0-16,0 2 0 0,0-2 0 0,0 1 0 15,0-1 0-15,1 2 0 0,-2-2 0 0,-1 0 0 16,2 0 0-16,-1 0 128 0,1 1-128 0,0 0 256 16,0-1 0-16,0 0 16 0,0-1 0 0,2 1 32 0,-2 0 0 15,0 0 0-15,0 0 0 0,-2 0-304 0,1 0 0 16,2 1 128-16,-1-1-128 0,0 2 0 0,0-2 0 15,1 3 128-15,-1-3-128 0,-1 2 0 0,1 1 0 16,-1-3 0-16,1 2 0 0,1 0 0 0,-1-2 0 16,1 2 0-16,0-2 0 0,1 0 0 0,2 0 0 15,-1 0 0-15,0 0 0 0,0 0 0 0,0 0 0 16,-1-2 0-16,0 2 0 0,0 0 144 0,0-1-144 16,0 0 0-16,-1 1 144 0,0-2 80 0,1 2 16 0,1-2 0 15,0 1 0-15,1 1-240 0,-1-2 0 0,-2 2 0 16,1 0 0-16,1-2 0 0,-1 2 0 0,1-1 0 0,0 1 0 15,0 0 0-15,-1 0 0 0,0 0 0 0,1 0 0 16,-1 0 0-16,0-2 0 0,1 2 0 0,0-1 0 16,-1 1 0-16,1-1 0 0,1 1 0 0,-1 0 0 15,1-2 0-15,-1 2 0 0,0-1 0 0,0 1 0 16,0-2 0-16,0 2 0 0,-2-2 0 0,1 1 0 16,1 1 0-16,-1 0 0 0,2 0 0 0,-2-2 0 15,1 2 0-15,1 0 128 0,-1 0-128 0,0-1 0 16,-3 1 0-16,2 0 0 0,1 1 128 0,1-1-128 15,0 2 0-15,0-2 0 0,0 1 0 0,0 1 0 16,0 0 0-16,0 1 0 0,2-2 0 0,-1 0 0 16,0 2 0-16,1-1 0 0,1 0 0 0,0-1 0 0,2 1 0 15,-2-2 0-15,0 0 0 0,0 0 0 16,1 0 0-16,0-2 0 0,2 2 0 0,-1-1 0 0,2-1 0 0,-2 0 0 16,-2 1 0-16,1-1 0 0,2 2 192 0,-1 0-48 15,2-1-16-15,-2 1 0 0,2 0 32 0,-3 1 0 16,0-1 0-16,-1 2 0 0,-1-1-160 0,0 1 0 15,-3 1 0-15,-1-1 0 0,-5 1 0 0,-2 0 0 16,0 0 0-16,-3 2-18784 16</inkml:trace>
  <inkml:trace contextRef="#ctx0" brushRef="#br1" timeOffset="87438.68">5666 6654 2927 0,'-1'0'256'0,"0"0"-256"15,0 0 0-15,1 0 0 0,0 0 0 0,0 0 0 0,-1 1 0 0,0 1 0 0,-1-2 0 0,0 2 0 16,0 1 224-16,0-1 16 0,-1 0 0 0,0 0 16 15,0-2-16-15,0 1-16 16,2-1 0-16,-1 0 32 0,0 0 48 0,0 0 16 0,1-1 0 0,0-1 16 16,0 2-16-16,0-1-16 0,1 0 0 0,0-1 16 15,0 0-16-15,0 1-16 0,1 1 0 0,0 0 32 16,0-2-192-16,0 2-128 0,1-2 144 0,-1 1-16 16,1 1-128-16,-1 0 144 0,0 0-144 0,0 0 176 15,1 0-48-15,0 0 0 0,-1 0 0 0,0 0 32 16,1 0-32-16,-1-2 0 0,1 2 0 0,-1 0 32 15,1 0 224-15,0 0 32 0,1 0 16 0,0-1 16 16,-1 0-48-16,0-1-16 0,1 1 0 0,0-1 32 16,2 0-112-16,-1 1-32 0,0-1 0 0,-1 1 32 15,0 0-80-15,1 1-16 0,0-2 0 0,-1 2 48 16,0 0-112-16,0 0-16 0,1 0 0 0,-1 0 0 16,1 0-128-16,0 2 128 0,-1-2-128 0,0 1 128 0,1 0-128 0,1 1 0 15,-1-2 0-15,0 0 128 0,2 0-128 0,-3 0 0 16,2 0 0-16,0-2 128 0,-1 1 0 0,1 0-128 15,0-1 192-15,-1-1-64 0,1 1 176 0,-1-1 16 16,-1 1 16-16,1 2 0 0,0-2 112 0,-1 0 32 16,0 1 0-16,1 1 0 0,-1 0-304 0,-1 0-176 15,1 3 192-15,0-3-192 0,-1 2 128 0,1 0-128 16,-1-1 0-16,0 1 0 0,0 0 0 0,0 1 0 16,1-1 0-16,0-1 0 0,-1 0 0 0,1 1 0 15,0-1 0-15,1 1 0 0,-2 0 0 0,1-2 0 0,1 1 0 16,-1 1 0-16,0-2 0 0,0 1 0 0,1-1 0 0,-1 1 0 15,0-1 0-15,0-1 0 0,0 1 0 16,1-1 0-16,0-1 0 0,0 1 0 0,1-1 0 0,-2 2 0 16,2-2 144-16,-1 1-144 0,-1 1 0 0,1-2 144 15,0 2-144-15,0 0 0 0,-1 2 0 16,1-2 128-16,0 1-128 0,-1-1 0 0,1 2 0 0,0-2 0 16,-1 0 0-16,1 2 0 0,1-2 0 0,-1 0 0 15,1 0 0-15,0 0 0 0,0 0 0 0,1 0 0 16,-1 0 0-16,0-2 0 0,1 2 0 0,-1-3 0 15,0 3 0-15,0-2 128 0,0 2-128 0,1-1 0 16,-3 0 288-16,1 1-32 0,1 0 0 0,-2-2 0 16,3 4 320-16,-2-2 48 0,0-2 16 0,0 2 0 15,0 0-464-15,0 2-176 0,1-2 128 0,0 0-128 16,-2 0 0-16,2 0 0 0,0 0 0 0,0 1 0 0,1-1 0 16,-1 0 0-16,1-1 0 0,-1 1 128 0,2-2-128 0,-2-1 0 15,2 1 0-15,-1-1 0 0,0 1 0 0,0 0 0 16,-1-1 0-16,1 1 0 0,-1-1 128 0,0 1-128 15,0 1 128-15,0 0-128 0,1-1 400 0,-2 0 0 16,1 1 0-16,0-1 0 0,-2 1 0 0,1 1 0 16,1 0 0-16,-1-2 0 0,0 2-272 0,1 0-128 15,0-1 0-15,1 1 128 0,-2-1-128 0,2 1 0 16,0-2 0-16,0 2 0 0,1-2 0 0,-2 1 0 16,2-1 0-16,-1 0 0 0,0 1 0 0,0-1 0 15,0 1 0-15,-1 0 0 0,1-1 0 0,-2 1 0 16,1-1 144-16,0 2-144 0,-1-2 0 0,2 2 128 0,-2 0-128 0,0 0 0 15,1 0 0-15,0 2 128 0,-1-2-128 0,0 0 0 16,0 2 0-16,-1-2 144 0,2 1-144 0,0 1 0 16,-2-2 144-16,1 2-144 0,1-2 0 0,-2 2 144 15,1-2-144-15,0 0 0 0,0 1 0 0,0 1 0 16,0 0 0-16,0-2 0 0,-1 1 128 0,0 1-128 16,1-2 0-16,-1 2 0 0,1-2 144 0,0 0-144 15,1 2 0-15,-1-2 0 0,1 2 0 0,-1-2 128 16,1 0-128-16,0 0 0 0,-1 0 128 0,0 0-128 15,2 0 128-15,-1 0-128 0,0 0 160 0,-1 0-160 16,1-2 0-16,0 2 128 0,-1 0-128 0,2 0 0 16,-1 0 176-16,-1 0-16 0,1 0 0 0,-1 0 0 15,3-1 304-15,-2 0 64 0,-2 1 16 0,2-2 0 0,-1 2-288 0,0-3-48 16,1 1-16-16,-1 0 0 0,0 1-64 16,0-1-128-16,1 2 176 0,-2-2-176 0,2 2 176 0,-1-2-176 15,0 1 160-15,1 1-160 0,0-2 160 0,-2 2-160 16,1 0 160-16,-1 0-160 0,1 0 128 0,0-2-128 15,1 1 0-15,-2 1 0 0,1 0 0 0,-1 0 128 16,1 0-128-16,-1 0 0 0,1 0 0 0,-1 0 0 16,-1 0 0-16,1 0 0 0,-1 0 0 0,1 0 0 15,0 0 0-15,0 0 0 0,0 0 0 0,0 0 0 16,1 1 0-16,0-1 0 0,0 2 0 0,0-2 0 16,1 0 0-16,-2 0 0 0,2 0 0 0,0 0 0 15,-2 0 0-15,1 0 0 0,0 0 0 0,0 0 0 16,0 2 0-16,0-2 0 0,0 0 0 0,0 0 0 0,1 1 0 0,-2 1 0 15,2-1 0-15,-1 0 0 0,-1 1 0 16,3-2 0-16,-1 0 0 0,-1 1 0 0,1 1 0 0,1-2 0 16,-1 0 0-16,1 2 0 0,-2-2 128 0,1 0-128 15,0 0 0-15,0 0 0 0,0 0 0 0,-1 1 0 16,2-1 0-16,0 2 0 0,-1-2 128 0,1 0-128 16,0 0 128-16,0 0 0 0,-1 0-128 0,1 0 192 15,-1 2 400-15,0-2 80 0,0 0 16 0,-1 0 0 16,2 0-496-16,-1 2-192 0,0 0 128 0,1-1-128 15,0 1 0-15,0-1 0 0,0 1 128 0,0 0-128 16,-1-2 0-16,1 2 0 0,-1 0 0 0,1-2 0 16,0 3 0-16,-1-1 0 0,1-1 0 0,-1 1 0 15,2 0 0-15,-2 0 0 0,1 1 0 0,-1-1 0 16,1-1 0-16,0 1 0 0,0 0 0 0,1-1 0 0,-2 0 0 16,1 1 0-16,-1 1 0 0,0-1 0 0,0 1 0 0,1-2 0 15,0 2 0-15,0 0 0 0,0-1 0 0,0 1 0 16,1-1 0-16,-2 2 0 0,1-3 0 0,-2 4 0 15,2-2 0-15,-1 0 0 0,1 0 0 0,1-1 0 16,0 3 0-16,-1-3 0 0,1 1 0 0,-1 2 0 16,0-3 0-16,0 2 0 0,1-1 0 0,0 2 0 15,-1-1 0-15,0-1 0 0,-2 2 0 0,2-2 0 16,0 0 0-16,0 1 0 0,-2 0 0 0,2 0 0 16,0 1 0-16,-2-2 0 0,0-1 0 0,0 0 0 15,-1 1 0-15,2 0 0 0,0 1 0 0,0 0 0 16,1-1 0-16,0 2 0 0,0-1 0 0,0 1 0 15,1 0 0-15,-1-1 0 0,0 2 0 0,-1-2 0 0,1 1 0 16,-1 0 0-16,0 0 0 0,0 2 0 0,0-3 0 16,0 2 0-16,2 0 0 0,-2-1 0 15,2 2 0-15,-1-2 0 0,1 2 0 16,-1-2 0-16,1 2 0 0,-1-3 0 0,1 4 0 0,-1-4 0 0,1 4 0 16,-1-2 0-16,0 0 0 0,1 0 0 0,-1 2 0 0,1-2 0 15,-1 0 0-15,1 0 0 0,-1 2 0 0,-1-2 0 16,1 0 0-16,-1 1 0 0,1 2 0 0,-1-4 0 15,1 3 0-15,-1-2 0 0,1 1 0 0,0 0 0 16,-2 0 128-16,2 1-128 0,0-1 0 0,0 2 128 16,-1-2 32-16,2 2 0 0,-2-1 0 0,2-1 0 15,-2 0 224-15,1 0 32 0,1 0 16 0,-2 3 0 16,0-3-304-16,0 0-128 0,1-2 128 0,-1 2-128 16,0 0 0-16,0 0 0 0,0 0 128 0,1 0-128 0,-1 0 0 0,0 0 0 15,1 1 0-15,-1 1 0 0,2-2 0 0,-2 1 0 16,1 1 0-16,-1 0 0 0,0-1 0 0,1 1 0 15,-1 0 128-15,1-1-128 0,-1 1 0 0,1 0 0 16,-1 1 0-16,0-2 0 0,1 0 0 0,-1 2 0 16,1-3 0-16,-1 2 0 0,2-1 0 0,-2-1 0 15,1 2 0-15,0-1 0 0,-1 1 0 0,0 0 0 16,-1 1 128-16,1 0-128 0,-1 1 0 0,-1-2 0 16,1 1 0-16,-1 2 0 0,1-2 0 0,-2 1 0 15,1-1 0-15,0-1 0 0,-1-1 0 0,1 1 0 16,-1 0 128-16,1 1-128 0,1-1 0 0,0-1 0 15,-1 2 0-15,1-1 0 0,0 0 0 0,-2-2 0 16,2 3 0-16,0-1 0 0,0-2 0 0,-2 3 0 0,1-1 128 16,0 0-128-16,0 0 0 0,0 0 0 0,-2 0 0 15,2 2 0-15,0-1 0 0,0 0 0 0,0 1 0 0,-1-1 0 16,1-1 0-16,0 2 0 0,-1-2 0 0,0 2 0 16,0-2 0-16,1 1 0 0,0 0 0 0,0-1 0 15,-1 0 0-15,1 1 0 0,0 3 0 0,-1-2 0 16,0 1 0-16,0 0 0 0,-1 0 0 0,1 2 0 15,0-5 0-15,-1 1 0 0,1 2 0 0,-1 1 0 16,1-1 0-16,0 0 0 0,-1 0 128 0,1 0-128 16,0-2 0-16,0 1 0 0,1 1 0 0,0-3 0 15,-1 3 0-15,2-2 0 0,-1 2 0 0,0-2 0 16,0 1 0-16,1-2 0 0,0 3 0 0,-1-2 0 16,1-2 0-16,0 1 0 0,1-1 0 0,-2 1 0 0,3 0 0 0,-2 0 0 15,0 1 0-15,0-3 0 0,0 2 0 0,0-1 0 16,1 1 128-16,-1 0-128 0,-1 2 0 0,1-2 0 15,1 2 0-15,-2-4 0 0,1-1 0 0,-1 0 0 16,1 2 0-16,1 0 0 0,1 2 0 0,-6-10 0 16,0 0 0-16,0 0 0 0,0 0 0 0,29 48 0 15,-29-48 0-15,0 0 0 0,0 0 0 0,25 42 0 16,-25-42 0-16,0 0 0 0,0 0 0 0,25 45 0 16,-25-45 0-16,0 0 0 0,0 0 0 0,19 46 0 15,-16-33 0-15,0-1 0 0,0-2 0 0,-1 0 0 16,1 1 128-16,-1-3-128 0,0 3 0 0,0 0 0 15,0 0 0-15,0 1 0 0,0-1 0 0,1-1 0 16,-1-1 0-16,0 1 0 0,0-3 0 0,1 0 0 0,1 3 0 0,-1-1 0 16,1 1 0-16,0 0 0 0,-1-1 0 0,0 0 0 15,2 0 0-15,-1 1 0 0,-1-1 0 0,1-1 0 16,-1 1 0-16,1-2 0 0,-2 0 0 0,1 3 0 16,1-3 0-16,-1 1 0 0,0 0 0 0,0-1 0 15,1 3 0-15,0-2 0 0,-2 0 0 0,1 1 0 16,1-1 0-16,0-1 0 0,-1 3 0 0,0-1 0 15,1-2 0-15,-2 1 0 0,1 1 0 0,-1-2 0 16,1 3 0-16,0-4 0 0,-1 3 0 0,1-1 0 16,-1-1 0-16,1 1 0 0,0-1 0 0,-1 0 0 15,1 0 0-15,1 0 0 0,-1 0 0 0,0 0 0 16,1 0 0-16,-1 0 0 0,0 1 0 0,0-2 0 16,-1 0 0-16,1 1 0 0,0 2 128 0,0-2-128 0,-1 2 0 0,1-1 0 15,-1 1 0-15,0 0 0 0,0 0 0 0,0 0 0 16,-1 0 0-16,0 2 0 0,0-1 0 0,1 0 0 15,-1-1 0-15,0 1 0 0,1 1 0 0,-1-1 0 16,2-1 0-16,-2-1 0 0,2 1 0 0,-1-2 0 16,1-1 0-16,0 2 0 0,-1-3 0 0,1 2 0 15,1-1 0-15,-1 0 0 0,-1-1 0 0,1-1 0 16,1 1 0-16,-1 0 0 0,0-1 0 0,-1 2 0 16,0 0 0-16,1-1 0 0,0 2 0 0,-1-1 0 15,0 2 0-15,0 0 0 0,0-1 0 0,-1 1 0 16,2-1 0-16,-1 1 0 0,0 0 0 0,-1-1 0 15,2 1 0-15,-1-2 0 0,0 1 0 0,-1 0 0 0,1 0 0 16,0 1 0-16,-1 1 0 0,1-2 0 0,0 0 0 0,1-1 0 16,-1 1 0-16,0-1 0 15,1 1 0-15,1-1 0 0,0 0 0 0,-2 1 0 0,2 0 0 0,0-2 0 16,0 2 0-16,-1 0 0 0,1 1 0 0,-1-1 0 16,0 2 0-16,-1-2 0 0,0 2 0 0,0-1 0 15,0 1 0-15,0-2 0 0,0 3 0 0,-2-1 0 16,0-1 0-16,0 1 0 0,0 1 0 0,1-1 0 15,-1 2 0-15,0-2 0 0,1 0 0 0,0 0 0 16,0 0 0-16,0 1 0 0,0-1 0 0,0 0 0 16,0-1 0-16,1-1 0 0,0 2 0 0,0-1 0 15,0-2 0-15,0 2 0 0,0-1 0 0,-1 0 0 16,1 0 0-16,0 0 0 0,-1 1 0 0,0-1 0 16,1 0 0-16,0 0 0 0,0 2 0 0,0-1 0 0,0 1 0 15,0 0 0-15,-1-1 0 0,1-1 0 0,0 2 0 0,1-1 0 16,-1 3 0-16,1-2 0 0,-2 1 0 0,2-1 0 15,-1-2 0-15,1 3 0 0,0-2 0 0,0 0 0 16,0 0 0-16,0 1 0 0,1 0 0 0,-2-1 0 16,2 1 0-16,-1-2 0 0,1 1 0 0,-2-2 0 15,2 4 0-15,-1-3 0 0,1 0 0 0,-1 0 0 16,2 0 0-16,-1 3 0 0,0-3 0 0,1 2 0 16,-1 0 0-16,0-1 0 0,-4-8 0 0,0 0 0 15,0 0 0-15,0 0 0 0,21 44 0 0,-18-35 0 16,-3-9 0-16,0 0 0 0,0 0 0 0,23 42 0 15,-23-42 0-15,0 0 0 0,0 0 0 0,0 0 0 16,28 45 128-16,-28-45-128 0,0 0 0 0,0 0 0 0,0 0 0 16,32 50 0-16,-32-50 0 0,0 0 0 15,0 0 0-15,29 43 0 0,-29-43 0 0,0 0 0 0,0 0 0 0,31 38 0 16,-31-38 0-16,0 0 0 0,0 0 0 0,0 0 0 16,39 42 0-16,-39-42 0 0,0 0 0 0,0 0 0 15,30 37 0-15,-30-37 0 0,0 0 0 0,0 0 0 16,29 42 0-16,-29-42 0 0,0 0 0 0,0 0 0 15,20 45 0-15,-20-45 0 0,0 0 0 0,15 38 0 16,-15-38 0-16,0 0 0 0,14 40 0 0,-14-40 0 16,0 0 0-16,0 0 0 0,17 50 0 0,-17-50 0 15,0 0 0-15,0 0 0 0,17 45 0 0,-17-45 0 16,0 0 0-16,0 0 0 0,18 43 0 0,-18-43 0 16,0 0 0-16,0 0 0 0,0 0 0 0,23 49 0 15,-23-49 0-15,0 0 0 0,0 0 0 0,0 0 0 0,22 47 0 0,-22-47 0 16,0 0 0-16,0 0 0 0,0 0 0 0,21 44 0 15,-21-44 0-15,0 0 0 0,0 0 0 0,0 0 0 16,28 39 0-16,-22-32 0 0,-6-7 0 0,0 0 0 16,0 0 0-16,0 0 0 0,0 0 0 0,31 38 0 15,-26-30 0-15,1-2 0 0,-1 0 0 16,-5-6 0-16,0 0 0 0,0 0 0 0,0 0 0 0,0 0 0 16,32 42 0-16,-27-35 0 0,0 0 0 0,-5-7 0 15,0 0 0-15,0 0 0 0,0 0 0 0,0 0 0 16,30 43 0-16,-27-36 0 0,2 0 0 0,-1-1 0 15,-1 0 0-15,1-1 0 0,1 0 0 0,0 2 0 16,0-2 0-16,-1 2 0 0,0 0 0 0,0 0 0 16,1 0 0-16,-1 1 0 0,0-1 0 0,0 1 0 0,0-2 0 15,0 0 0-15,0 0 0 0,-1 0 0 16,2 1 0-16,0-2 0 0,-2 2 0 0,3-1 0 0,-6-6 0 16,0 0 0-16,0 0 0 0,0 0 0 0,0 0 0 0,30 39 0 15,-30-39 0-15,0 0 0 0,0 0 0 0,0 0 0 16,28 36 0-16,-28-36 0 0,0 0 0 0,0 0 0 0,0 0 0 0,27 38 0 0,-27-38 0 0,0 0 0 31,0 0 0-31,0 0 0 0,26 38 0 0,-26-38 0 0,0 0 0 0,0 0 0 0,0 0 0 0,32 38 0 16,-32-38 0-16,0 0 0 0,0 0 0 0,0 0 0 31,30 40 0-31,-30-40 0 0,0 0 0 0,0 0 0 16,0 0 0-16,31 34 0 0,-31-34 0 0,0 0 0 15,0 0 0-15,0 0 0 0,0 0 0 0,35 35 0 16,-28-28 0-16,-1-3 0 0,1 2 0 0,-3-2 0 0,2 3 0 15,-2-1 0-15,2 0 0 0,-6-6 0 0,0 0 0 0,0 0 0 16,0 0 0-16,32 35 0 0,-32-35 0 16,0 0 0-16,0 0 0 0,0 0 0 0,26 36 0 0,-26-36 0 15,0 0 0-15,0 0 0 0,0 0 0 0,29 45 0 16,-29-45 0-16,0 0 0 0,0 0 0 0,0 0 0 16,32 44 0-16,-32-44 0 0,0 0 0 0,0 0 0 15,0 0 0-15,37 35 0 0,-37-35 0 0,0 0 0 16,0 0 0-16,0 0 0 0,40 29 0 0,-40-29 0 0,0 0 0 0,0 0 0 0,0 0 0 0,41 27 0 15,-32-24 0-15,-2 2 0 0,-7-5 0 0,0 0 0 16,0 0 0-16,0 0 0 0,42 21 0 0,-33-18 0 16,1 1 0-16,-2-2 0 0,1 1 0 0,1 1 0 15,0-1 0-15,-1-3 0 16,0 2 0-16,0 0 0 0,1-1 0 0,0 1 0 16,1 0 0-16,-2 1 0 0,1-1 0 0,-2 0 0 15,2-1 0-15,0 3 0 0,1-1 0 0,0-1 0 16,-1 0 0-16,1 0 0 0,1-1 0 0,-12-1 0 15,0 0 0-15,0 0 0 0,44 11 0 0,-34-8 0 16,-10-3 0-16,0 0 0 0,0 0 0 0,38 16 0 16,-38-16 0-16,0 0 0 0,0 0 0 0,0 0-17504 15</inkml:trace>
  <inkml:trace contextRef="#ctx0" brushRef="#br1" timeOffset="90654.12">5730 6638 4607 0,'-3'-2'400'0,"0"2"-400"15,2-2 0-15,-1 1 0 0,1 1 720 0,0-2 64 16,0 2 16-16,0 0 0 0,-2-2-96 0,-2 1 0 16,1 1-16-16,-2 0 0 0,2-2 272 0,1 2 64 15,-1 0 16-15,1-2 0 0,1 2 0 0,-1-3 0 16,2 1 0-16,-1-1 0 0,0 1 48 0,0-2 0 16,1 1 0-16,0 0 0 0,1-1-192 0,0 2-48 15,0-1 0-15,0-1 0 0,0 1-240 0,1 1-48 16,0 2-16-16,1-2 0 0,-1 1-224 0,0-1-32 15,1 2-16-15,-1 0 0 0,1 2-112 0,-1-2-32 0,0 0 0 0,1 0 0 16,-1 3-128-16,1-3 0 0,-1 2 144 0,1-2-144 16,0 2 128-16,0-1-128 0,1 1 128 0,1-2-128 15,-2 2 192-15,1-1-48 0,1 1 0 0,0-2 0 16,-1 0 32-16,1 2 0 0,0 0 0 0,0-2 0 16,0 2-176-16,0-2 128 0,1 1-128 0,0 1 128 15,0-2-128-15,-1 1 160 0,2 1-160 16,-1-2 160-16,0 2 80 0,1-2 16 0,0 2 0 0,1-2 0 15,-1 2-16-15,1-2 0 0,0 0 0 0,0 0 0 16,1 0-96-16,0 0-16 0,1 0 0 0,0-2 0 16,0 2 0-16,1 0-128 0,0 0 192 0,-2 0-64 15,1-1-128-15,0 1 0 0,1 0 144 0,-2 0-144 16,0-1 128-16,1 1-128 0,0 0 160 0,0 0-160 0,1 0 304 0,-1 0-48 16,-1 0 0-16,2 0 0 0,-2-2 0 0,1 2 0 15,-1 0 0-15,0 0 0 0,0-2-80 0,1 2-32 16,-1-1 0-16,0 1 0 0,1 0 80 0,-2-2 16 15,1 1 0-15,0-1 0 0,-1 0-80 0,0 2-16 16,-1 0 0-16,1 0 0 0,-2 0-144 0,1 0 0 16,-1 0 0-16,2 0 0 0,-1 0 0 0,0 0 128 15,0 1-128-15,-1 0 0 0,2-1 144 0,-1 0-144 16,0 0 160-16,0 0-160 0,2 0 128 0,-1 0-128 16,0 0 0-16,1-1 144 0,0 0-144 0,0-1 0 15,0 2 144-15,0-3-144 0,1 3 0 0,-1-2 144 16,0 0-144-16,1 2 0 0,-2-1 192 0,0 1-64 0,1 0 0 15,-1 0-128-15,1 1 192 0,-1 1-192 0,0 0 192 16,-1 1-192-16,2-1 144 0,-3 0-144 0,3 0 0 0,-3 1 144 16,2 0-144-16,-1-1 0 0,0 0 0 15,0 0 0-15,1 1 0 0,0-1 0 0,0-1 0 0,1 1 0 16,-1 0 0-16,1-2 0 0,-1 0 0 0,2-2 0 16,-1 2 0-16,0 0 0 0,1-2 128 0,-2 2-128 15,1 0 0-15,1-1 160 0,-1-1-160 0,1-1 160 16,0 3 96-16,0-2 32 0,1 1 0 0,-1 0 0 15,1 1-160-15,-1-2-128 0,0 2 144 0,0 0-144 16,0 0 0-16,0 0 128 0,-1 0-128 0,2 0 0 16,-1 2 0-16,1-2 0 0,-1 0 0 0,0 0 0 15,-1 0 0-15,0 0 0 0,0 0 0 0,-2 0 0 0,2 0 0 16,-3 0 0-16,1-2 0 0,-1 2 0 0,-1-2 0 16,1 1 128-16,-1 1-128 0,-2 0 0 0,1-2 0 0,-1 2 0 15,0 0 0-15,0 0 0 0,-1 2-256 0,-1-2-32 16,0 3-16-16,-3 1-17392 15</inkml:trace>
  <inkml:trace contextRef="#ctx0" brushRef="#br1" timeOffset="94609.9">5951 6086 1839 0,'3'-3'160'0,"-1"0"-160"0,0 1 0 0,-1 1 0 16,0 0 896-16,-1 1 128 15,0-2 48-15,0 2 0 0,1-3 1168 0,1-1 256 16,0 1 32-16,-1 1 16 0,0-1-384 0,-1 1-80 15,0 0-16-15,-1 1 0 0,0-1-848 0,-1 2-160 0,0 0-32 0,-1 0-16 16,-1 0-496-16,-1 2-112 0,1-1-16 16,-2 1 0-16,0 1-64 0,-1 1 0 0,0 1-16 0,-2 0 0 15,0 1-112-15,-1 2 0 0,-2-1-16 0,0 2 0 16,-1 1-48-16,0-1 0 0,1 3 0 0,0-2 0 16,1 1-128-16,0-1 0 0,4 0 0 0,1 0 128 0,2-1-128 0,2 0 128 0,1-2-128 0,1-1 128 31,2 0-128-31,0-3 160 0,2 1-160 0,2-2 160 15,0 1-160-15,3-1 0 0,-1 1 0 0,0-3 0 16,3 2 0-16,-1-1 0 0,1 0 0 0,0 1 0 0,-11-2 0 16,0 0 208-16,0 0 0 0,45 15 0 0,-45-15 96 0,0 0 16 15,0 0 0-15,0 0 0 0,45 19 64 0,-38-15 0 0,0-1 16 0,-1-1 0 0,-3 2-176 0,1-1-32 16,-1 2-16-16,-2-2 0 0,0 1-32 16,-2 1 0-1,-1 0 0-15,-2-1 0 0,-1 1 64 0,0 0 16 0,-3 0 0 0,-1 2 0 0,-1 0 48 0,-3 0 16 31,0 3 0-31,-2-4 0 0,1 2-288 0,-1-1 160 16,1 0-160-16,-1 0 128 0,1-2-128 0,2-1 128 0,0-1-128 0,2-2 128 0,2 0-128 0,2-2 0 16,1 0 0-16,1-2 0 0,2 1 0 0,2 0 0 15,0-3 0-15,1-2 0 32,4 0-624-32,1 0-96 0,2-3-32 0,1 1-14800 0</inkml:trace>
  <inkml:trace contextRef="#ctx0" brushRef="#br1" timeOffset="94972">6079 6086 6623 0,'1'-8'128'0,"-1"2"48"0,1 0 0 0,-1 3 16 0,1 0-192 0,-1 2 0 0,0-1 0 0,1-3 0 16,-1-2 1728-16,1-2 320 0,0-3 48 0,-1 2 16 15,0 1-896-15,0 2-160 0,-1 2-32 0,0 2-16 16,0 0 96-16,-1 2 32 0,1 1 0 0,0 1 0 15,-1 0-128-15,1 4-32 0,0 0 0 0,-1-1 0 16,1 1-272-16,-1 1-64 0,0 3-16 0,-1 0 0 16,1 5-176-16,-2 1-16 0,-1 3-16 0,2 1 0 15,0 0-160-15,0 0-48 0,0 0 0 0,2 0 0 0,0-1-48 0,0-2-16 16,2 0 0-16,0-2 0 0,2-1-144 0,0-2 160 16,1-2-160-16,1 1 160 0,0-5-160 0,0 0 160 15,0-1-160-15,0-4 160 0,1 2 144 0,1-4 16 0,1 1 16 0,-2-3 0 0,2-1 432 0,-1 2 64 31,0-2 32-31,0 0 0 0,1 2-544 0,-2-2-96 16,1 0-32-16,-1 3 0 0,0 0-192 0,0-3 0 16,0 3 0-16,-1-1 0 0,0 3 0 0,0-2-128 15,0 0 128-15,0-1-160 16,0 1-1936-16,0-1-384 0,0 0-80 0,0-1-10736 0</inkml:trace>
  <inkml:trace contextRef="#ctx0" brushRef="#br1" timeOffset="95859.7">6269 6197 8287 0,'1'0'368'0,"-1"0"80"0,0 0-448 0,0 0 0 0,0 0 0 0,0 0 0 16,0 0 1184-16,0 0 160 0,-1-2 16 0,1 1 16 15,0-1 544-15,-1 2 128 0,1-1 0 0,-1 0 16 16,0 1-320-16,0 0-64 0,-1 0-16 0,0 1 0 16,0 0-864-16,0 1-176 0,1 1-48 0,0 2 0 15,0-3-368-15,0 3-80 0,0 2 0 0,1-2-128 16,0 2 400-16,1 0-16 0,-1 2-16 0,1-1 0 15,0 1 736-15,2-2 160 0,0 3 16 0,2-4 16 16,-2-1-1808 0,3-1-384-16,-1 0-64 0,1 0 0 0,0-4 768 0,-1 0 192 0,2 0 0 0,0-2 0 15,1-1 576-15,0-1 96 0,-1-3 32 0,1 0 0 16,0 0-240-16,-2-1-32 0,0 1-16 0,0-3 0 0,-2 1-416 0,0 0 128 16,-1-1-128-16,-3 0 0 0,1 4 0 0,-3-4 0 15,-1 3 128-15,-2 0-128 0,1 2 0 0,-3-2 0 16,0 2 0-16,-4 0 0 0,1 2 0 0,-2 0 0 15,2 0 0-15,-1 3 0 0,3 0 0 0,0 3 0 16,0-1 0-16,1 0 0 0,0 3 0 0,1-2 0 16,1 1 0-16,0-1 0 0,2 1 0 0,0-1 0 15,2-1 0-15,0 0 0 0,1-2 0 0,0 2 0 16,2-2 0-16,1 0 0 0,0 0 0 0,2-2 0 16,0 1 0-16,-1 0 0 0,2-1 0 0,-1-1 0 15,2 1 0-15,0-1 0 0,1 1 0 0,-1 1 0 16,1-2 0-16,1 2 0 0,0-1 0 0,0-1 0 0,1 3 0 0,1-2 0 15,-1 0 0-15,1 2 0 0,-1-2 0 0,1-1 0 16,0 3 0-16,-2-2 0 0,0 0 0 0,-1 1 0 0,0 0 0 0,-2 0 0 0,0 1 0 0,-1 0 0 16,-2 0 0-16,0 0 0 0,0 0 0 0,-2 1 0 15,0 0 0-15,-1 1 0 0,-1 1 0 0,-1 0 0 16,0 1 0-16,-1-1 0 16,1 2 0-16,0 1 0 0,0-1 0 15,1 0 0-15,-1 0 0 0,1 2 0 16,0-2 0-16,1 2 0 0,0-3 0 0,0 2 0 15,0 0 0-15,1-1 0 0,0 0 0 0,1-1 0 0,-1 1 0 0,1-2 0 0,0 0 0 0,0-2 0 16,2 2 0-16,-1-1 0 0,0-2 0 0,1-2 0 16,0 1 0-16,0-1 0 0,-1 1 0 15,1-2 0-15,2-2 0 0,-1 0 0 0,1 0 0 0,-1-2 128 16,1 0-128 0,-1 0 0-16,1 0 0 0,0 0 0 0,0-1 0 15,-1 0 0-15,0 0 0 0,1-1 0 0,-1 0 0 0,0 1 0 16,0-1 0-16,-2 2 0 0,1-1 0 0,-1 1 0 15,1 2 0-15,-3 2 0 0,1 0 0 0,0 2 0 16,-1 1 0-16,0 0 0 0,-1 3 0 0,0 1 0 16,0 1 0-16,0 0 0 0,-1 2 0 0,0 2 0 15,1 2 0-15,0 0 0 0,1-1 0 0,0 1 0 16,1-1 0-16,1-1 0 0,-1 1 0 0,2-1 0 16,0-2 0-16,0-2 0 0,2 1 0 0,1-3 0 15,-2 0 0-15,1-3 0 0,1 2 0 0,0-4 0 16,0 0 0-16,0-1 0 0,1 1 384 0,-2-3 208 15,2 0 48-15,-1-1 0 0,0 0-256 0,-1 0-32 0,1-2-16 16,-1 1 0-16,0 0-128 0,-1-3-16 0,2 3-16 0,-2-2 0 16,1 0-176-16,-2 1 160 0,2-1-160 0,-1-1 160 15,-2-2-160-15,1 1 0 0,-2 1 0 0,0-1 128 16,-1 2-128-16,-1 1 0 0,-2 4 0 0,0 1-17936 16</inkml:trace>
  <inkml:trace contextRef="#ctx0" brushRef="#br1" timeOffset="98134.9">9341 6022 10127 0,'-2'3'896'0,"0"0"-704"31,1 0-192-31,0-3 0 0,0 2 496 0,0 1 64 16,-1-1 16-16,-2 5 0 0,0 2 768 0,-1 3 176 16,-2 2 16-16,1 3 16 0,-2 0-736 0,1 0-160 15,-1 4-16-15,-1 0-16 0,2 0 224 0,-2 1 48 16,2-1 16-16,0 0 0 0,-2 1-176 0,2 0-32 16,-2-1-16-16,1 0 0 0,3-4-400 0,0-4-80 15,1-1-16-15,1-2 0 0,2 0-192 0,1-4 0 16,-1 0 0-16,1-3 0 0,1 0 0 0,0-3 0 15,-1 0 0-15,2-2 0 0,1-3 0 0,1 0 0 16,0-4 0-16,2-3 0 0,0-4 0 0,1 1 0 16,-1-1 0-16,2-5 0 0,-2 2-144 0,1-1 144 15,-2-1 0-15,2 0-144 0,-1-1 144 0,0 1 0 0,0 1 0 16,-3 3 0-16,2 2 0 0,-1 1 0 0,0 0 0 0,1 2 0 16,0 2 0-16,-1 1 0 0,1 1 0 0,-1 4 0 15,-1-1 880-15,1 0 96 0,1 3 32 0,-2 1 0 16,2 0-496-16,-1 2-112 0,0 0-16 0,0 2 0 15,0 1-256-15,0 1-128 0,0 2 128 0,1 2-128 16,-5-9 0-16,0 0 0 0,0 0 0 0,15 46 0 16,-12-32 0-16,-1 0 0 0,-2-14 0 0,5 33 0 15,-3-18 0-15,-2-1 0 0,1-2 0 0,0-2 0 16,1-2 0-16,-1 0 0 0,-1-1 0 0,1 0 0 16,0-5 0-16,0 1 0 0,-1-1 0 0,0 0 0 15,0-2 0-15,0 0 0 0,0-2 0 0,0-1 0 16,1-1 0-16,-1-1 0 0,2-2 0 0,0-2 128 0,-1 0-128 15,2-1 0-15,1-2 0 0,-1 0 128 0,1-4-128 0,1 1 0 16,-1-2 0-16,0 3 0 0,1 1 0 0,-1 0 0 16,-1 0 0-16,2 0 0 0,0 0 0 0,-1 0 0 15,1 1 0-15,-1 3 0 0,0 2 0 0,0-1 0 16,1 2 0-16,-1 0 0 0,0 2 0 0,0-1 0 16,0 2 0-16,0-1 0 0,1 2 0 0,-2-1 0 15,0 1 0-15,0 2 0 0,0 0 0 0,0 0 0 16,-1 2 0-16,0-1 0 0,-1 1 0 0,0 0 0 0,0 2 0 0,0 2 0 15,-1 0 0-15,0 4 0 0,-1 2 0 0,0 1 0 16,0 2 0-16,-1 2 128 16,0 3-128-16,0 0 128 0,0 1 80 0,0 1 16 15,1-1 0-15,0 0 0 0,1-1-224 0,1-5 176 0,1-2-176 16,0 0 160-16,1-4-160 0,1-2 0 0,0 0 0 16,-1-4 0-16,2-2 0 0,-1-1-144 0,0 0 144 0,1-2-160 31,0-3-1648-31,0 0-336 0</inkml:trace>
  <inkml:trace contextRef="#ctx0" brushRef="#br1" timeOffset="98516.81">9627 6218 8287 0,'0'0'368'0,"0"0"80"0,0 2-448 0,0-2 0 0,1 0 0 0,0 0 0 15,0 0 1360-15,1 1 192 0,1 1 48 0,2-2 0 0,-1 0-80 16,3 0-16-16,0 0 0 0,1 0 0 15,0-3-352-15,0 1-64 0,1-2 0 0,1 1-16 16,-1-2-240-16,1-1-64 0,-1 0 0 0,0 0 0 0,-2 0-384 0,1 2-64 16,-2-3-32-16,-1 0 0 0,0-1-288 0,-1 0 0 15,-1 1 128-15,0 1-128 0,-1-1 0 0,-2 0 0 16,-1 0 0-16,-1 2 0 0,-2-2 0 0,-1 5 0 16,0-1 0-16,-1 3 0 0,0 1 0 0,-2 2 0 15,0 3 0-15,0-1 0 0,-1 1 0 0,1 3 0 0,0-1 0 0,-1 0 0 16,1 3 0-16,0-1 0 0,2-1 0 0,0 0 0 15,3 0 160-15,-1-1-160 16,1-1 128-16,1 1-128 0,1-2 512 0,1-1 0 16,0 0 16-16,0-2 0 0,2 1 48 0,1-3 0 15,1 1 0-15,1 0 0 0,2-2-16 0,0 0 0 0,1 0 0 0,0-2 0 16,1-1-352-16,1 1-64 16,1-1-16-16,-1-1 0 0,1-1-128 0,0 2 0 0,0-1 0 0,0 2 0 31,1-3-608-31,0 2-96 0,-2 1-32 0,1 2-8864 0,-1 0-1792 0</inkml:trace>
  <inkml:trace contextRef="#ctx0" brushRef="#br1" timeOffset="99156.13">9924 6207 911 0,'4'-3'0'0,"-1"1"0"0,0-1 0 0,-2 1 0 16,0-1 1696-16,0 3 256 0,1-2 48 0,1 0 16 15,2-2 208-15,0 0 32 0,2-2 16 0,-1 1 0 16,0 0-752-16,-1 0-160 0,0 1-16 0,-1 1-16 15,-2 2-496-15,0 0-80 0,0-1-32 0,0 0 0 16,0 1-96-16,-1-2-32 0,-1 1 0 0,1 0 0 0,-1 0-144 0,-1-1-16 16,1-2-16-16,-1 3 0 0,-1-2-48 0,0 1-16 15,-2-2 0-15,2 1 0 0,-2 1-224 0,0-1-128 16,0 1 160-16,-1 3-160 0,-1-1 192 0,0 2-48 0,-1 1-16 0,0 1 0 16,-1 2-128-16,0-1 160 15,0 6-160-15,-2-3 160 0,3 2-160 0,-1-1 0 16,1 1 0-16,0 1 0 0,0 3 0 0,1-3 0 15,1 2-144-15,1-2 144 0,2-1 0 0,1-2 0 16,0 0 0-16,2-1 0 0,0-2 0 0,1 1 0 16,1-2 144-16,1-2-144 0,1 2 192 0,-1-3-64 15,0 2 0-15,2-4 0 0,-1 1 80 0,2-1 16 16,-1 0 0-16,1-3 0 0,2 2 32 0,-1-3 0 0,1-1 0 0,0 0 0 16,1-1-256-16,-2-2 0 0,2 2 128 0,-1-2-128 15,0-2 0-15,0 0 0 0,-2 2 0 0,0-2 0 16,2-1-272-16,-2-2 0 0,1 1 0 0,-3-2 0 31,1 1-1152-31,-3-2-240 0,1-4-32 0,-1 0-16 16,0-1-112-16,-2-1-32 0,0 2 0 0,-1-2 0 0,-1 3 1024 0,0 1 208 0,-1 0 48 0,1 2 0 0,0 3 736 0,0 2 160 0,0 0 16 0,0 3 16 15,0 4 928-15,0 1 192 16,1 2 48-16,-1 2 0 16,1 2-256-16,-1 0-48 0,1 0-16 0,0 5 0 15,-1 0-496-15,-1 5-112 0,0 2-16 0,0 3 0 16,1 0-160-16,0 1-32 0,0 4-16 0,-1-1 0 15,1-3-80-15,-1 0-16 0,0 2 0 0,0 0 0 0,1 4-272 0,-1-1 160 0,2 1-160 0,0-2 128 0,1-1-128 0,-1-21 0 32,5 35 0-32,-5-35 128 0,0 0-128 0,9 38 0 15,-5-28 0-15,0-3 0 0,0-1 0 0,0-2 0 16,0 1 0-16,0-2 0 0,0-2 0 0,0-1 0 16,0 0 0-16,1-2 0 0,-1-1 0 0,0-2 0 15,0-1 0-15,1-1 0 0,-1-1-384 0,1 0 32 16,-1-1 16-16,1-2-8832 0,0 2-1776 0</inkml:trace>
  <inkml:trace contextRef="#ctx0" brushRef="#br1" timeOffset="99352.23">10205 6005 4607 0,'0'0'400'0,"0"0"-400"16,0 0 0-16,-1-2 0 0,1 2 2192 0,0 0 368 15,0 0 64-15,0 0 0 0,1-1 256 0,-1 1 32 0,2-2 16 0,0 2 0 16,1-2-720-16,0 0-144 0,1 1-16 0,0-1-16 15,1-1-944-15,1 3-176 0,0-2-32 0,0 2-16 16,0 2-688-16,-2-2-176 0,1 1 0 0,0 3 0 31,-1-1-464-31,0-1-128 0,0 3-32 0,-2 0-9392 0,0-2-1888 0</inkml:trace>
  <inkml:trace contextRef="#ctx0" brushRef="#br1" timeOffset="99516.72">10253 6107 1839 0,'-1'0'160'0,"0"-2"-160"15,0 2 0-15,0-1 0 16,2 1 2000-16,-1 0 368 0,0 0 80 0,-1 0 16 0,1 0 224 0,-1 0 64 16,-1 1 0-16,0 1 0 0,0 1-864 0,0 1-160 15,1 0-48-15,-1 2 0 0,-1 0-784 16,1 2-176-16,-1-2-16 0,2 2-16 0,0 1-496 0,0-4-192 0,0 3 128 0,1-2-128 0,1 0 0 0,1-2 0 16,-1 0-144-16,2-3 144 31,0 1-1536-31,2-2-208 0</inkml:trace>
  <inkml:trace contextRef="#ctx0" brushRef="#br1" timeOffset="99940.3">10374 6076 3679 0,'0'-5'320'0,"0"3"-320"15,0-1 0-15,-1 1 0 0,0 2 1984 0,0 0 336 0,1 0 64 0,-1 2 16 16,-1-2 192-16,1 3 32 0,-2-1 16 0,-1 3 0 15,-1 2-1456-15,2 0-288 0,-1 3-64 0,0 2-16 16,2-1 64-16,0 2 16 0,1 1 0 16,0-2 0-16,2 2-144 0,1-4-32 0,-2-10 0 0,0 0 0 15,0 0-528-15,0 0-192 0,0 0 144 0,0 0-144 0,35 30 0 0,-28-35 0 0,2 0 0 0,-1-2 0 16,1 0 0-16,0-2 128 16,0 2-128-16,-1-5 0 15,1 1 0-15,-1 0 0 0,-1-1-144 0,0 0 144 16,-1 3-880-1,0-3-64-15,-1 3-16 0,-1-1 0 0,0-2 448 0,0 1 64 16,-3 1 32-16,1 3 0 0,0 2 416 0,-1-2 0 0,-1 5 0 0,0-2 0 0,0 3 0 0,-1-1 304 16,1 2-48-16,-2 2-16 0,2 1 496 0,-2 0 96 15,2 3 32-15,-3 1 0 0,1 1-320 0,-1 1-64 16,0 2-16-16,1 1 0 0,0 0-144 0,0 0-16 16,0 0-16-16,2-2 0 0,-1 1 80 0,1-3 16 15,1 1 0-15,0-2 0 0,1 0-208 0,0 0-48 16,0-1 0-16,1-2 0 0,0 0-128 0,1-1 0 15,-2-1 0-15,2-2 0 0,2 2 0 0,-2-4 0 16,1 2 0-16,0-2 0 16,1-1-976-16,0-1-80 0,0 1-16 0,1-1-12960 0</inkml:trace>
  <inkml:trace contextRef="#ctx0" brushRef="#br1" timeOffset="100552.99">10665 6041 10479 0,'-3'-1'224'0,"0"1"48"0,1 0 16 0,0 0 16 0,1 1-304 0,0 1 0 0,-1 0 0 0,0-1 0 16,0 3 2048-16,-2 1 368 0,-1 4 64 0,1 1 16 15,-2 0-1248-15,2 1-240 0,0 1-48 0,1 0-16 16,0 2-96-16,0-2-16 0,2 0 0 0,-1 0 0 16,1 1-160-16,0-3-32 0,0 0-16 0,0-4 0 15,1 0-368-15,0-2-64 0,0-1 0 0,0-1-16 16,0 0-176-16,0-2 192 0,1-2-192 0,0-1 192 15,0 0 64-15,1-2 0 0,0-1 16 0,0-1 0 16,2-2-48-16,0-2-16 0,-1 0 0 0,2-3 0 0,0 2-208 16,-2-2 0-16,1 4 0 0,0-3 0 0,0 0 0 15,0 1 0-15,1-1 0 0,-1 1 0 0,0 0 0 0,1 3 0 16,-2 1 0-16,0 2 0 0,0 0 0 0,0 4 0 16,1 0 0-16,-3 0 0 0,1 2 0 0,-1 0 0 15,1 4 128-15,0 0-128 0,-1 2 304 0,1 0 16 16,0 2 0-16,-1-1 0 0,1 2-64 0,0 1-16 15,0-1 0-15,0 1 0 0,-1-1-240 0,0 2 176 16,0 0-176-16,-1-1 160 0,0 1 32 0,-1-1 16 16,-1 1 0-16,0-3 0 0,0 1-16 0,0-2 0 15,0-3 0-15,1-1 0 0,0-1-48 0,0-1-16 16,1-2 0-16,1-1 0 0,0-1-128 0,-1-1 160 0,2-1-160 0,1 0 160 0,0-2-160 0,1-2 0 16,1-3 0-16,1 0 128 0,-1 2-128 15,1-1 0-15,0-4 0 0,1 0 0 16,0-2-288-16,1 0 64 0,-1-2 16 0,1 0 0 31,1 4-416-31,-3 2-80 0,2 3 0 0,-3 3-16 0,1-1 1280 0,-2 5 256 0,1 2 48 0,-1 1 16 31,-1 1-1328-31,-2 2-256 0,1 3-48 0,0-2-16 0,-1 4 1216 0,-1 1 256 0,0 3 32 0,-1 4 16 16,1-1-304-16,-2 1-64 0,0 5-16 0,1-2 0 16,-2 3-112-16,1-4 0 0,0 2-16 0,0-2 0 15,0-3-96-15,1-1-16 0,0-4 0 0,0-1 0 16,1 1-128-16,-1-4 0 0,0 2 0 0,1-4 0 15,1 1 0-15,0-2 0 0,0-1 0 0,0 0-16768 16</inkml:trace>
  <inkml:trace contextRef="#ctx0" brushRef="#br1" timeOffset="101435.95">14056 5862 5519 0,'-2'-2'496'0,"1"2"-496"0,0 0 0 0,1 0 0 15,0-1 1200-15,0 1 144 0,-1-1 16 0,-1 1 16 16,1-2 288-16,0 2 64 0,1-2 16 0,1 1 0 16,0 1-208-16,3-2-32 0,2 2-16 0,0-1 0 15,3 1-144-15,2 0-16 0,1-1-16 0,0 1 0 16,2 0-544-16,0 0-96 0,1 0-32 0,2 0 0 16,-2 0-224-16,2 1-48 0,-1-1-16 0,0 1 0 0,-1 1 96 0,-2-2 0 15,0 1 16-15,-1 1 0 0,-1 0-208 0,-2-2-64 16,0 0 0-16,-3 1 0 0,1-1-192 0,-3 1 0 15,0-1 0-15,-2 0 0 0,-1 2 0 0,-1-2-128 16,-2 1 128-16,-2 1-208 16,0-2-2016-16,-3 2-400 0</inkml:trace>
  <inkml:trace contextRef="#ctx0" brushRef="#br1" timeOffset="101652.4">14177 5886 911 0,'-3'2'0'0,"0"-2"0"15,1 0 0-15,0 0 0 0,1 1 1376 0,1-1 192 16,0 2 32-16,-1-2 16 0,0 1 336 0,0 3 64 15,0-2 16-15,-1 3 0 0,0 2-192 0,0 1-48 0,-1 5 0 0,-1-1 0 16,0 5-768-16,-2-1-144 0,3 1-48 0,-3 2 0 16,0 3-432-16,-2 3-80 0,1 4-32 0,-3 1 0 15,3-3-128-15,0 1-32 0,1-2 0 0,2-5 0 16,2-3-128-16,1-4 0 0,1-3 0 0,1-4 128 16,1-2-128-16,2-4 0 0,0 1 0 0,0-5 0 15,0 1-400 1,0-1-64-16,-1-1-16 0,-1-1-6656 0,0 0-1328 0</inkml:trace>
  <inkml:trace contextRef="#ctx0" brushRef="#br1" timeOffset="101852.53">14085 6162 9215 0,'-2'-5'400'0,"1"2"96"0,0 1-496 0,0 0 0 0,1 2 0 0,1-2 0 16,0 1 1872-16,0 1 288 0,1-3 48 0,1 1 16 16,1 1 528-16,2 0 128 0,-1-1 0 0,2 2 16 0,1-2-656 0,0 1-128 15,2 2-16-15,-1-1-16 0,1-1-1008 0,1 1-208 16,-1 0-32-16,2 0-16 0,-2 0-416 0,0-2-80 15,1 2 0-15,-2 0-16 0,0 0-176 0,-1 0-128 16,-1-2 144-16,1 1-144 0,-2 1 0 0,0-2 128 16,-1 2-128-16,-2 0 0 0,1 0 0 0,-1 0-208 15,0 0 32-15,-2 0-17232 16</inkml:trace>
  <inkml:trace contextRef="#ctx0" brushRef="#br1" timeOffset="102702.39">14413 6174 13823 0,'5'-5'608'0,"-2"2"128"0,2-1-592 0,-1 1-144 0,-2 0 0 0,0 1 0 16,1 0 768-16,3-3 112 0,1-1 16 0,2-2 16 15,2-2-464-15,-2 1-112 0,-2 2-16 0,0 0 0 16,-3 0-32-16,0 2-16 0,-1 0 0 0,-1 0 0 15,-1 1 288-15,-2-1 48 0,1 2 16 0,-2-1 0 16,-1 1-96-16,-2-2-16 0,3 3 0 0,-3 0 0 16,0 0-272-16,0-1-64 0,-1 3-16 0,0 0 0 15,-1 0-160-15,0 3 0 0,0 0 144 0,1 0-144 0,-1 3 176 0,1 0-48 16,-1 2 0-16,1 1 0 0,0-2 16 0,1 3 0 16,-2 2 0-16,1 2 0 0,0-2 48 0,0 2 16 0,1 0 0 0,1-1 0 15,2-1 176-15,0-1 16 16,1-2 16-16,1-3 0 0,2-2-208 0,-1 0-32 15,2-1-16-15,1-2 0 0,1-1-160 0,0-3 192 16,3 0-192-16,-1-2 192 0,0-1 320 0,2 0 80 16,0-1 16-16,0-2 0 0,0 1-384 15,-1-1-80-15,2-2-16 0,-1 1 0 0,-1 0-128 0,-1 1 0 16,0 0 0-16,-2 0 0 0,0 1-128 0,-1 1 128 16,-1 0 0-16,-2 3 0 0,0 1 0 0,0 0 0 15,-2 1 0-15,0 2 0 0,0 0 0 0,0 2 0 16,-1 1 0-16,-1 1 0 0,0 3 0 0,0 0 0 15,1 1 128-15,-1 1-128 0,1 0 288 0,1 1 32 16,1 0 0-16,1-1 0 0,2 0-128 0,-3-9 0 0,0 0-16 0,0 0 0 16,0 0 80-16,0 0 32 0,37 26 0 0,-28-26 0 15,2-2 112-15,2 0 32 0,1-3 0 16,0-2 0-16,-1 0-432 0,1 0 128 0,1-3-128 0,0 1 0 31,-1 0-864-31,0-1-256 0,2 0-48 0,1-2-16 16,0 0-1664-16,-1 0-336 0,0 1-64 0,-1-1-16 15,-1 0 608-15,-1 1 112 0,-2 1 32 0,-1 2 0 16,-2-1 1040-16,-2 2 192 0,-1 3 64 0,-4 1 0 0,-1 0 832 0,-1 3 192 0,-1 0 16 0,-1 0 16 0,-1 0 1344 0,0 3 272 0,-3-1 48 0,0 2 16 31,-2 0 336-31,2 1 64 0,0-1 0 0,2 0 16 16,-3 2 192-16,1-2 48 0,0 3 0 0,2-2 0 16,1-3-576-16,2 3-96 0,-2-2-32 0,1 3 0 0,0-1-784 15,0 2-176-15,1 1-16 0,1-2-16 0,1 0-160 16,1-2-16-16,0 1-16 0,1 0 0 0,2-1-288 0,1-1 0 15,0 2 128-15,0-3-128 0,1 0 0 0,1 1 0 16,-1 0 0-16,2 1 0 0,-2 0 256 0,0-1-48 16,-1 2-16-16,0-1 0 0,-1 1 0 0,0 0 0 15,-2-1 0-15,1 2 0 0,-1-2-192 0,-2 1 0 0,1 0 0 0,-1-1 0 16,-1 1 0-16,-2 0 0 0,-1-3 0 0,-1 3 0 16,-2 0 128-16,1-1-128 0,-2-1 0 0,-2 2 144 15,-1-1-144-15,0-1 160 0,0 1-160 0,1-1 160 0,-1-1-160 16,3-2 0-16,1 2 144 0,-1-1-144 0,3 1 0 0,0-4 144 31,2 2-144-31,1-1 0 0,2-1 0 0,1 0 0 0,3-3 0 0,2-1-15984 0</inkml:trace>
  <inkml:trace contextRef="#ctx0" brushRef="#br1" timeOffset="103070.12">15077 5941 3679 0,'0'-3'320'0,"0"1"-320"0,0 2 0 0,-1 0 0 16,1 0 2816-16,-1 0 512 0,0 0 80 0,0 0 32 0,0 2-1040 0,-1 1-208 15,0 0-32-15,-2 1-16 0,1 0-1424 0,-1 2-272 16,1 0-64-16,-2 2-16 16,0-1 128-16,0 2 16 0,-1 1 16 0,2 2 0 15,-2 0 112-15,2-1 32 0,-1 1 0 0,1 0 0 16,0 0-304-16,0 2-64 0,0 0-16 0,0 1 0 15,2-1-288-15,-1 0 160 0,2-4-160 0,0 1 128 16,2-3-128-16,0 1 128 0,1-2-128 0,0-1 128 16,0 0-128-16,2-1 0 0,-1-3 0 0,1 0 0 15,0-1 0-15,0 0 128 0,1-2-128 0,2 0 128 0,-1-1 112 0,3-2 16 16,-2 1 0-16,2-2 0 0,-1-1-80 0,2 0-16 16,-1-1 0-16,1 0 0 0,-3 0-160 0,1 1 0 15,0 0 0-15,-1 1 0 16,1-1-496-16,-3 1-80 0,0 1 0 0,0 0-16 15,-3 0-496-15,0 1-80 0,-1 1-32 0,-2 0 0 0,-1 0-400 0,0-1-64 0,-3 1-32 0,-1-1 0 32,1 2-320-32,-4 0-64 0,-2-1-16 0,-2 1-4720 0</inkml:trace>
  <inkml:trace contextRef="#ctx0" brushRef="#br1" timeOffset="103201.23">14974 6098 7327 0,'-39'-6'640'0,"32"6"-512"0,6 0-128 0,1 0 0 16,-1 0 0-16,-2 0 0 0,0-2 0 0,-2 2 0 0,0 0 2816 0,0-2 640 15,3 2 112-15,2-2 48 0,1 2-224 0,4-3-64 16,3 3 0-16,2-3 32 0,3 3-1312 0,3-2-272 15,3 0-48-15,3 0 0 0,1-1-1248 0,3 1-240 16,1-1-48-16,2 0-17424 0</inkml:trace>
  <inkml:trace contextRef="#ctx0" brushRef="#br2" timeOffset="141047.37">5712 6616 1839 0,'2'-2'160'0,"0"1"-160"0,-1 1 0 0,-1 0 0 16,1 0 720-16,-1-1 112 0,1 1 32 0,2-2 0 15,0-1 432-15,0 3 96 0,-1-2 16 0,-1 2 0 16,0 0-336-16,-1 2-64 0,1-2-16 0,-2 0 0 16,0 0-288-16,1 1-48 0,-1 1-16 0,1-2 0 15,0 0-192-15,-1 2-64 0,1-2 0 0,0 0 0 16,0-2-160-16,1 2-32 0,-1-2-16 0,1 1 0 15,1 1-176-15,-1 0 192 0,2 0-192 0,-2 0 192 0,0 0-48 0,0 3 0 16,0-1 0-16,-1 0 0 0,0 3 80 0,-1 0 16 16,0-1 0-16,-1 1 0 0,1 1-64 0,-2 0-16 15,0 1 0-15,0 0 0 0,-1 0-160 0,0-1 160 16,1 0-160-16,-1-1 160 0,0 2-160 0,0-4 160 16,-1 2-160-16,1-1 160 0,1-2 16 0,0 0 0 15,0 1 0-15,2-3 0 0,1 0-176 0,1-2 192 0,1-1-192 0,1 1 192 16,1-3-32-16,2-2 0 15,0 2 0-15,3-3 0 0,-1-1-32 0,1 0-128 16,1 1 192-16,1 0-64 0,0-1-128 0,-1 1 0 16,2-1 0-16,0 0 0 0,0 1 128 0,-2-2-128 15,2 3 128-15,-2 0-128 0,-1 1 144 0,1 1-144 16,-1 2 160-16,0-1-160 0,-1 1 192 0,0 3-64 16,-3 0-128-16,0 0 192 0,-2 2-192 0,-2-1 0 15,0 3 0-15,-1-1 0 0,-1 4 0 0,0-3 0 0,-1 3 0 0,-2 0 0 0,0-1 144 0,0 0-144 16,-2 2 128-16,0-1-128 0,0 0 0 0,0 0 0 15,-1 0 128-15,1-2-128 0,2 2 0 0,0-3 0 0,1-1 0 0,1-1 0 32,2-2 0-32,0 0 0 0,0 0 0 0,2-2 0 15,0-1 0-15,3 1 0 0,0-2 0 0,2-1 0 16,0 0-128-16,2-2 128 0,1 0 0 0,0-3 0 16,1 1 0-16,-1 0-144 0,2-1 144 0,1 0 0 15,-1-1-192-15,1 1 192 0,-1-1-192 0,0 1 192 16,0 0 0-16,-2 3-128 0,1 0 128 0,-3 2 0 15,1 1 0-15,-4 3 0 0,0-1 0 0,-2 4 0 16,-1 0 0-16,-2 1 0 0,-2 2 0 0,-2 0 0 16,-2 4 0-16,0-1 0 0,-2 3 0 0,-2-1 0 15,0 2 0-15,1 1 0 0,-1-1 0 0,0 0 0 16,1-1 0-16,2 0-208 0,0-4 64 0,2 2 16 0,0-2 128 16,1 0 0-16,2-2 0 0,1 0 0 0,2-3 0 0,0 0 0 15,4-2 0-15,1-3 0 0,2 0 0 0,1-2 0 16,2-1 0-16,1-2 0 0,0 1-176 0,1-1 0 15,2-1 0-15,2 0 0 0,0-1 176 0,-2 0-160 16,1-1 160-16,-1 2-160 0,-1 1 160 0,-1 1 192 16,-1 1-32-16,-3 1-16 0,1 1 96 0,-4 4 16 0,-1 0 0 0,-2 1 0 0,0 1-256 0,-4 3 128 15,-1-1-128-15,-1 4 0 0,-3 1 128 0,0 1-128 16,-4 1 0 0,1 1 144-16,-1 0 48 0,0 0 0 0,-1 0 0 0,1-3 0 0,1 1-192 15,0-1 0 1,1-1 144-16,2-1-144 0,1 0 0 0,1-3 0 15,3-1 0-15,1-1 0 0,1-1 0 0,2-1 0 0,3-1 0 16,0-1 0-16,2-1-128 0,1-1 0 0,2-3 0 0,1 0 0 0,1-1-144 0,2-1-32 0,0 2 0 31,1-3 0-31,-2 1 176 0,1 0 128 0,0 1-192 16,-1-1 192-16,0 2 0 0,-1-1 0 0,-2 1 0 0,-1 2 0 16,-1-1 160-16,-1 1-160 0,-1 2 160 0,-1 1-160 15,-1 2 208-15,-2-2-48 0,-1 2-16 0,-1 0 0 16,-1 2-144-16,-1-2 0 0,-2 3 0 0,0 1 128 15,-2 1-128-15,-1 2 0 0,1-1 0 0,-2 2 0 0,1 1 192 0,-2-1-64 0,1 1 0 0,0 1 0 16,0-2-128-16,1 0 192 16,-1 0-192-16,2 1 192 0,-1-2-48 0,1 0 0 0,1 0 0 0,1-2 0 15,1 0 160-15,2 0 16 0,1-3 16 0,1-1 0 32,2-1-96-32,1-1-32 0,3 1 0 0,0-5 0 0,2 1-208 15,1-1 144-15,1-3-144 0,1 0 128 0,3 0-128 0,2-1 0 16,1 1 0-16,2-1 0 0,0-1-176 0,1-2 176 0,1 3-128 0,0-3 128 0,0 1-128 0,-2 1 128 15,-2 0-128-15,-3 3 128 0,-1 0 0 0,-2 1-128 32,-1 2 128-32,-2 1 0 0,-2 2 0 0,-3 1 0 0,-1 1 0 0,-2 2 0 15,-2 3 0-15,-2-2 0 16,-2 4 0-16,0 1 0 0,-4 0 0 0,1 2 0 16,-2 0 0-16,-1 1 0 0,0-1 0 0,1-3 0 15,1 3 0-15,-1-4 0 0,3 0 0 0,-1 1 0 0,3-2 128 0,-1 0-128 0,3-2 0 0,0-1 0 31,3-1 0-31,0-2 128 0,3 0-128 0,-1-2 0 16,4-1 0-16,0-1 0 0,3-2 0 0,1 0-128 0,1-2 128 0,1-1 0 16,2 0-128-16,0-1 128 0,1 0-128 0,0 1 128 15,1 0 0-15,-2-2-128 0,2 2 128 0,0 0 0 16,-1 0 0-16,-2 1-128 0,0 2 128 0,-1 0 0 16,-2 3 0-16,0 0 0 0,-3 1 0 0,-1 2-128 0,-3 2 128 0,-1 2 0 0,-1-1 0 0,-4 2 0 31,0 1 0-31,-3 2 0 0,-1 1 0 0,-1-2 0 15,-1 3 0-15,0-1 128 0,0 0-128 0,1 0 128 16,-1-1-128-16,0 0 0 0,2 1 128 0,0-2-128 16,0 0 0-16,0 0 128 0,0 0-128 0,3 1 0 15,1-4 0-15,-1 1 0 0,2 2 0 0,1-5 128 16,0 1-128-16,2-1 0 0,2 1 0 0,-1-3 0 0,2 0 0 0,0 0 0 0,1 0 0 0,3-2-128 16,-1-1 128-1,1 1 0-15,1-1 0 0,1 1 0 0,0-1 0 0,-1-1 0 0,1 1 128 0,-2 1-128 0,2 0 0 0,-2-1 144 31,-1 3-144-31,-1-2 0 0,-2 2 144 0,0 0-144 16,-1 2 0-16,-2-1 144 0,0 3-144 0,-1-3 0 16,-2 2 0-16,0 0 0 0,-1 0 0 0,0 1 0 15,-1-1 0-15,-2 2 0 0,0 1 0 0,-1-1 0 16,1 1 0-16,-3 0 0 0,3 1 0 0,-3-3 0 16,2 4 0-16,-1-4 128 0,3 2-128 0,-3 0 192 15,1-1-192-15,1 2 192 0,0-2-64 0,2 0-128 16,1-1 192-16,1-1-64 0,1 0-128 0,1-1 0 15,1 0 144-15,3-2-144 0,1 0 0 0,2-4 0 16,3 1 0-16,3-2 0 0,0-2 0 0,3 0 128 16,2-3-128-16,3-2 0 0,2-1 0 0,0 0 0 0,0-1 0 0,0 0 0 15,0 1 0-15,-1 1 0 0,-2-1 0 16,-3 3 0-16,0 4 0 0,-4-1 0 0,-2 4 0 0,-4 3 0 16,-2 0 0-16,-4 3 0 0,-2 2 0 0,-3 1 128 15,-4 4-128-15,-1-1 0 0,-1 1 128 0,-3 2-128 16,-3 4 336-16,-1 1 0 0,-1-1 0 0,2-2 0 15,2-1 784-15,0 1 160 0,-2 2 16 0,2-3 16 32,1 1-1776-32,2-3-368 0,2-2-64 0,3-1 0 0,4-4 688 0,1-1 208 0,3-3 0 0,3-3 0 15,1 0-416-15,3-2 32 0,1-1 16 0,2-3 0 16,3-1-80 0,3-3 0-16,0 0-16 0,4-1 0 0,1-2 464 0,1 1 0 0,2 1 0 0,-1 0 0 0,1 0 0 15,-2 2 0-15,-3 0 208 0,-2 1-64 0,-3 3 0 0,-3 1 0 16,-3 2 0-16,-4 2 0 0,-1 1-16 0,-4 4-128 15,-3 1 192-15,-3 0-64 0,0 3 64 0,-2 0 0 16,-3 2 0-16,-3 2 0 0,-2 2 80 0,-2 1 32 16,0 0 0-16,-1 0 0 0,-1 0-304 0,-1-1 128 15,5 0-128-15,1-2 0 0,1-1 0 0,2-2 0 16,1 0 0-16,2-1 0 0,3-2 0 0,0 0 0 16,3-3 0-16,0 1 0 0,3-2 0 0,0-2 0 15,2-1 0-15,0 0 0 0,0 1-192 0,1-2 192 16,1-1-208-16,1 0 80 0,-1 0 128 0,0-2-208 0,0 2 80 15,0 0 128 1,-3 1-576-16,1-1 16 0,0 0 0 0,-2 1-8112 16,0 1-1632-16</inkml:trace>
  <inkml:trace contextRef="#ctx0" brushRef="#br2" timeOffset="144634.81">6799 6643 7359 0,'-4'-1'320'0,"1"-1"80"0,1 2-400 0,0-1 0 16,1 0 0-16,0 1 0 0,-1 0 1136 0,0 0 144 16,-2-2 16-16,0-1 16 0,0 3 288 0,-1 0 48 15,3 0 16-15,0 0 0 0,1 0-64 0,2 0-16 0,0 0 0 16,1 0 0-16,2 0-368 0,3 0-64 0,1 0 0 0,2 0-16 0,4-2-624 0,1-3-112 31,1 3-16-31,1-5-16 0,0 2-240 0,2-2-128 0,1 0 160 0,-1-1-160 0,-2 1 0 0,-1-1 128 31,0 0-128-31,-2 3 0 0,0-4 0 0,-2 2 0 16,0 2 0-16,-4 1 0 0,-1 3 0 0,-2-1 0 16,-3 4 0-16,-2 0-160 0,-2 4 160 0,-2 0 0 15,-2 4-144-15,-2-1 144 0,-3 1-192 0,-1 2 48 0,-3 1 0 0,1-3 0 0,-1 2-32 16,-2 1 0-16,-1 2 0 0,0-1 0 0,0 1 16 0,3-1 0 16,1-5 0-16,2 0 0 15,4-3 160-15,2-1-128 0,3-2 128 0,2-2-128 0,2-1 128 0,4-2 0 0,3 0 0 0,3-6 0 16,4 0 128-16,2-2 0 0,4-2 0 0,-1-2 0 15,2 0 48-15,1 1 16 0,2-3 0 0,1 1 0 32,0-1 64-32,0 0 0 0,0 1 16 0,-2 3 0 15,0 1 112-15,-3 1 0 0,0 3 16 0,-4 1 0 16,-3 3-208-16,-3 3-32 0,-3 2-16 0,-5 2 0 16,-1 4-144-16,-4-1 0 0,-3 4 0 0,-4 1 0 15,-3 0 0-15,-1 2 208 0,-3 3-48 0,-2-2-16 16,0 1-144-16,-1 0 160 0,1-1-160 0,0 1 160 15,4-4-160-15,1 0 0 0,3-3-160 0,2 1 160 0,3-5-144 0,1 0 144 16,3-1-128-16,2-2 128 0,2-2 0 0,2 0 0 0,2-3 0 0,2-3-128 0,4 1-64 16,1-2 0-1,3-2 0-15,0-1 0 0,2 3 192 0,1-2-128 0,2-2 128 0,-2 2-128 0,0 0 128 0,-2 1 176 16,2 0-48-16,-5 3 0 0,-1-2 64 0,-3 4 0 31,-3 3 0-31,-4 0 0 0,0 3-192 0,-3 2 0 16,-3 1 144-16,-1 2-144 0,-3-1 160 0,-2 4-32 15,-3 1-128-15,-1 3 192 0,-2 0 64 0,-1 1 16 16,-1-1 0-16,1-3 0 0,2 1-144 0,-1-1-128 16,0 0 144-16,1 0-144 0,3-1 0 0,2-3 128 0,1 1-128 15,4-4 0-15,0 0 0 0,4-1 0 0,1-2 0 0,1-4 0 16,5 1 0-16,2-2 0 0,3-3 0 0,2-2 0 16,0 0-272-16,1 1 48 0,3-2 16 0,1-1 0 15,2-2 208-15,0 0 0 0,0 0 0 0,-1 1-144 16,2 1 144-16,-4 3 0 0,-1-2 128 0,-3 4-128 0,-2 2 128 15,-3 1-128-15,-2 3 160 0,-3 3-160 0,-2 0 128 0,-4 1-128 0,-1 3 0 0,-2 1 144 16,-2 0 96-16,-2 3 16 0,-3 2 0 0,-4 3 0 16,-2 4-64-16,-2-2-16 15,0 5 0-15,-2-3 0 16,1 3-176-16,1-3 0 0,2-1 0 0,2-3 0 16,3-1 0-16,3-4 0 0,4-1-176 0,2-4 176 15,3-2 0-15,3-2 0 0,2-1 0 0,4-5-128 0,2 1-176 0,3-4-16 0,1 0-16 0,2-3 0 31,2-1-128-15,0-1-32-16,3-1 0 0,1 0 0 0,-3 1 496 0,1-2-144 0,2 3 144 0,-2-1 0 0,0 4 0 0,-3-1 0 16,-1 4 0-16,-3 1 0 0,-3 3 0 0,-3 3 0 15,-3 1 0-15,-3 4 0 0,-4 1 0 0,-4 3 0 16,-2 3 0-16,-4 2 0 0,-2 0 240 0,-3 3-32 16,-2-1 0-16,-2 3 0 0,-1 1-16 0,1-2-16 15,1 0 0-15,3-2 0 0,3-2-176 0,0-1 128 16,2 1-128-16,1-3 128 0,4-2-128 0,3-5 0 15,2-1 144-15,3-2-144 0,4-2 0 0,2-3 0 16,3-2 0-16,2 0 0 0,1-4 0 0,2 0-128 16,2-2 128-16,1 0-192 0,0-1 192 0,4 0-208 15,2-2 80-15,3 0 128 0,0 3 0 0,-1-1 0 0,0 1 0 16,-5 4 0-16,-3 0 0 0,-4 3 0 0,-3 4 0 16,-5-1 128-16,-2 5-128 0,-4 0 0 0,-2 2 0 0,-2 1 0 15,0 0 128-15,-5 3-128 0,-2 4 128 0,-4 0-128 16,-1 3 304-16,-2 0-32 0,0 0 0 0,2-2 0 15,0 1-144-15,1-1-128 0,2 0 192 0,3-4-192 16,3 0 128-16,3-3-128 0,1-4 0 0,3-1 0 16,3-2 0-16,2-3 0 0,2 0 0 0,2-3 0 0,3-2 0 15,2-1 0-15,3-2 0 0,0-1 0 0,3 0-144 0,-1-1 144 0,2 0-128 0,-1-1 128 32,-1 4 0-32,-2-1 0 0,-1 1 0 0,-2 2 0 15,-2 2 0-15,-2 2 0 0,-2 1 0 0,-3 1 0 16,-2 2 0-16,-4 3 0 0,-2 2 0 0,-3 2 0 15,-2 2 0-15,-2 0 0 0,-1 2 0 0,-1 1 0 0,0 1 224 16,-1-1-32-16,1 1 0 0,0-4 0 0,1 0-64 0,1-1 0 16,2 1-128-16,2-5 192 0,4-1-192 15,1-1 144-15,2-2-144 0,1-2 128 0,2 1-128 0,3-5 0 16,2 1 0-16,2-3 0 0,1 0 0 0,3-1-224 16,2-2 80-16,2-1 16 15,1-2-256-15,0 3-64 0,0-4 0 0,1 3 0 0,-1 2 80 0,-1-3 16 16,-1 5 0-16,-1 0 0 0,-2 2 144 0,-4 3 16 15,-2 3 16-15,-2 2 0 0,-4 0 176 0,-3 2-160 16,-1 2 160-16,-5 1-160 0,-2 4 160 0,-2-2 0 0,0 2 0 16,-2 0 0-16,-2 3 0 0,0 0 176 0,0-3-16 0,1 0 0 0,3-2 144 0,-1 2 16 15,0-2 16 1,0 2 0-16,3-2-64 0,1-2-16 0,2-1 0 0,3-4 0 0,2 0-256 0,1-3 0 0,1-2 0 16,3 0 0-1,2-2 0-15,1-1 0 0,1-1 0 0,1-3 0 16,2 2-240-16,1-2 48 0,1 2 16 0,1-2 0 15,0 0 176-15,0 2-160 0,0 0 160 0,-2 1-160 16,0 1 160-16,-3 3-128 0,0 0 128 0,-3 0-128 16,0 3 128-16,-3 0 0 0,-3 3 0 0,-1 0 0 15,-3 2 0-15,-3 2 0 0,-2 2 0 0,-2 2 0 16,-2 2 0-16,-2 1 0 0,-1 2 0 0,0 0 0 16,-1 2 0-16,1-2 0 0,0 1 0 0,2-2 128 15,1-3-128-15,3-1 176 0,0 0-176 0,1-3 192 16,3 2-192-16,0-2 160 0,3-3-160 0,2-2 160 0,1 0-160 0,3-3 0 0,2-2 0 0,2-1 128 15,1 0-128-15,2-2 0 16,3-1 0-16,1-2 0 0,2 2 0 0,0 0 160 16,-1-2-160-16,1 2 160 0,0 3-160 0,-2-2 0 15,0 2 0-15,-2 0 0 0,-13 0 0 0,0 0 0 16,0 0 128-16,0 0-128 0,0 0 0 0,0 0 0 16,15 42 0-16,-22-30 0 0,-1-2 0 0,-2 2 0 15,-4 2 0-15,-2 5 0 0,1-1 0 0,-1 0 128 0,0 1-128 0,1-1 128 0,2 0-128 0,1-2 0 16,3-2 144-16,2-2-144 0,3-2 0 0,2-1 128 15,2-4-128-15,2-1 0 0,1-2 0 0,4-2 0 16,1-2 0-16,3 0 0 0,1-3 0 0,1 0 0 16,1 1 0-16,2-3 0 0,2 2 0 0,-1 0 0 15,2-2 128-15,-1 2-128 0,-1 0 128 0,-1 3-128 32,-2 0 128-32,-3 2-128 0,-1 1 0 0,-1 2 0 0,-3 0 0 15,-2 4 128-15,-2 0-128 0,-1 0 0 0,-2 4 0 0,-3 0 0 16,-2 3 0-16,-1-2 0 0,-2 2 0 0,-2-1 0 15,1 0 0-15,-1 0 0 0,0 0 0 0,-1-1 128 16,2-2 32-16,0 1 16 0,1-2 0 0,2-1 0 16,1-3-176-16,2 2 160 0,3-5-160 0,0 3 160 15,2-3-160-15,1 1 0 0,3-3 0 0,1 0 0 16,0 0 0-16,1-3 0 0,3 1 0 0,-1 0 0 16,2-1 0-16,1 1 0 0,0-1-144 0,0-2 144 15,-1 3 0-15,1 0 0 0,1 0 0 0,-1-1 0 16,0 0 0-16,-1 3 0 0,-1 0-128 0,-1 1 128 15,-1 2 0-15,-1 1 0 0,0 0 0 0,-4 2 0 16,-1 1 0-16,-1 2 0 0,-1-1 0 0,-3 3 0 0,0-2 0 16,-4 3 0-16,0 2 0 0,-2 0 0 0,-1 1 0 15,0-1 0-15,-1 0 0 0,1-2 0 0,-1 3 0 16,3-3 0-16,0 0 0 0,2-1 0 0,2-2 0 0,1-3 128 16,2 0-128-16,1-3 0 0,3 0 0 0,-1-1 0 15,3-4 0-15,2 1 0 0,1-2 0 0,0 0 0 16,2 0 0-16,1 0 0 0,0-2 0 0,0 2 0 15,0-1 0-15,-1 2 0 0,2-1 0 0,-2 1 0 16,2 2 0-16,-4 0 0 0,0 2 0 0,-1 1 0 16,-2 2 0-16,-1-1 0 0,-1 4 0 0,-2-2 0 0,-1 4 0 0,-3 0 0 0,-1 2 0 0,0 0 0 31,-2 0 0-31,0-1 0 0,0 1 0 0,-1 2 0 0,-2-1 0 0,1 1 0 0,0 0 0 16,-1 0 0-1,2 0 0-15,0-2 0 0,2-3 0 0,1-1 0 0,0 2 0 16,2-2 0-16,2-1 0 0,1-2 0 0,0 0 0 0,3-3 0 15,1 0 0-15,0 1 0 0,2-2 0 0,-1-1 0 16,2 2 0-16,0-4 0 0,1 2 0 0,1-1 0 0,1 1 0 16,0 0 0-16,0-2 0 0,0 1 0 15,0 1 0-15,-1 1 0 0,0-1 0 0,-2 2 0 16,-1-1 0-16,1 1 0 0,-2-2 0 0,0 2 0 16,-1-1 0-16,0 0 0 0,-3 2 0 0,0 1 0 15,-2-1 0-15,-1-1 0 0,0 3 0 0,-1 0 0 16,-1-1 0-16,0 1 0 0,-2 1 0 0,0 0 0 15,0 2 128-15,-1-2-128 0,0 1 0 0,0 3 144 0,1-3-144 0,1 2 0 0,-1-2 0 0,1 0 128 16,0 3-128-16,0-3 0 0,2 0 0 0,0 0 0 16,2-2 0-1,-1 0 0-15,0 2 0 0,2-5 0 0,0 1 0 16,0 0 0-16,2 1 0 0,2-4 0 0,-1 1 0 0,2-1 0 16,1-1 0-16,2-2 0 0,1 1 0 0,0-1 0 15,1-1 0-15,1 2 0 0,1-3 0 0,-1 0 0 16,0 3 0-16,0-1 0 0,-2 1 0 0,-1 2 0 15,-2 0 0-15,-1 0 0 0,-2 2 0 0,-2 1 0 0,-1 1 0 0,-3 2 0 0,-2 0 0 0,-2 4 0 16,-1-1 0-16,-2 0 0 0,-1 1 0 0,0 1 0 31,0 0 0-31,-1-2 0 0,1 3 0 0,-1-3 0 16,0 2 0-16,3-2 0 0,1 0 0 0,1-2 0 16,1 0 0-16,2-2 0 0,1 0 0 0,2-1 0 0,1-1 0 15,2-1 0-15,0-2 0 0,2 2 0 16,1-4 0-16,1 2 0 0,0-2 0 0,2-1 0 0,1 1 0 0,0-1 0 15,1-1 0-15,-1 2 0 0,2-1 0 0,-2 0 0 16,-1 1 0-16,-1 1 0 0,1 0 128 0,-2-1-128 16,0 2 0-16,-3 0 0 0,1 0 0 0,-3 2 0 15,0 0 0-15,-3 0 0 0,-1 4 0 0,-2-2 0 16,-1 3 0-16,-2 0 0 0,-1 3 0 0,-2-1 0 16,0-1 0-16,-2 3 0 0,-1 1 0 0,-1 2 0 0,1-2 0 15,0 2 0-15,0 0 0 0,2-2 0 16,2 1 128-16,1-2-128 0,2 0 0 0,2-3 128 15,1-1-128-15,3-1 0 0,0-1 0 0,3-2 128 16,2-3-128-16,0 0 0 0,3-2 0 0,2-2 0 16,1-2 0-16,3 0 0 0,1-2 0 0,0 2 0 0,1-2 0 0,-1 1 0 15,1 0 0-15,-1 0 0 0,-3 2 0 16,1 1 0-16,0-1 0 0,-2 2 0 0,-1 1 0 0,-1 2 0 16,-3 1 0-16,-1 0 0 0,-2 4 0 0,-3 0 0 15,0 2 0-15,-4 3 0 0,-1 3 0 0,-2-1 0 16,-2 5 0-16,-1-2 0 0,-2 3-160 0,0 1 160 15,-1 0 0-15,0 0-144 0,-1-4 144 0,2 1 0 16,0-3 0-16,2-2 0 0,2-1 0 0,0-1 0 16,3-1 0-16,1-2 0 0,1 1 0 0,2-4 0 15,3-1 0-15,1 0 0 0,1-2 0 0,2 0 0 16,1-2 0-16,2-1 0 0,1 1 0 0,0-2 0 16,1-1 0-16,0 1 0 0,2-1 0 0,-2 1 0 15,1-2 0-15,-1 1 128 0,0 0-128 0,-2 0 0 0,1 3 0 16,-2-3 128-16,-1 5-128 0,-2 0 0 0,-1 0 0 15,-3 2 0-15,0 1 0 0,-2 2 0 0,-1-1 0 0,-2 4 0 16,-1-1 0-16,0 2 0 0,-3 3 0 0,0 0 0 16,1-2 0-16,-2 2 0 0,1 2 0 0,0-2 0 15,0 2 0-15,2-3 128 0,1-1-128 0,0-1 128 16,3-1-128-16,0-2 0 0,2 0 0 0,0-2 0 16,1-2 0-16,1-2 0 0,1 1 0 0,0-2 0 15,2-1 0-15,1 0 0 0,1-3 0 0,1-1 0 16,-2 1 0-16,2 0 0 0,0 0 0 0,0 0 0 15,1-1 0-15,-2 1 0 0,2 1 0 0,-3 0 0 16,0 2 0-16,-2 0 0 0,1 2 0 0,-2 0 128 0,-1 4-128 0,-2-2 0 0,0 3 0 0,-2 2 128 31,-1 0-128-31,0 0 0 0,-1 3 0 0,-1-1 0 16,-1 3 0-16,2-2 0 0,-2 2 0 0,2-1 0 0,-1 0 0 0,0 0 0 0,3-1 0 0,-1-1 0 0,1-1 0 0,1-2 0 16,1-1 0-16,0-1 128 0,2-1-128 0,0-1 0 15,0-1 0-15,0 1 0 0,3-2 0 0,-1 0 0 31,0 0 0-31,0-3 128 0,1 3-128 0,0-4 0 16,1 1 128-16,-2 1-128 0,2-1 0 0,0-2 144 16,0 1-144-16,-1-1 0 0,-1 0 128 0,0-1-128 15,1 0 0-15,-2 2 0 0,0 1 0 0,-1-1 0 16,0 1 0-16,-1 3 0 0,0-1 0 0,-2 1 0 16,0 1 0-16,-2-1 0 0,0 3 0 0,0 1 0 15,-2 1 0-15,-1 2 0 0,2 0 0 0,-1-1 0 16,0 2 0-16,-2 0 0 0,2 1 0 0,1-2 0 0,-1 1 0 15,1-1 0-15,1 2 0 0,0-4 208 0,1 3-64 0,0-2-16 16,1 1 128-16,0 0 0 0,1 0 16 0,0 0 0 16,1 0-144-16,0 1-128 0,0-4 192 0,1 2-192 0,1-1 144 0,-1-1-144 15,0 0 0-15,0-1 144 0,1-1-144 0,-1-2 0 16,1 0 0-16,-1 0 0 0,2-4 0 0,0-1 0 16,0 0 0-16,-1-3 0 31,2 2-448-31,0-5-64 0</inkml:trace>
  <inkml:trace contextRef="#ctx0" brushRef="#br2" timeOffset="149734.75">8522 9591 4607 0,'-1'0'400'0,"0"0"-400"0,1-1 0 0,0 1 0 16,-1 0 1376-16,1 0 192 0,-1 0 32 0,-1 0 16 16,2 0 448-16,-2 0 96 15,0-2 16-15,1-1 0 0,1 0-624 0,0 1-112 0,1 0-32 0,-1-3 0 31,2 0-576-31,0 1-128 0,1-3-32 16,1 0 0-16,0 1-192 0,0-3-32 0,2 1-16 0,0-3 0 16,2 1-240-16,0-1-32 0,1-1-16 0,3 0 0 15,-1-2 112-15,0 2 0 0,0 3 16 0,-1-1 0 16,0 1 96-16,1 0 16 0,1 1 0 0,-3-1 0 16,0 4-256-16,-2 0-128 0,-1 0 128 0,-2 3-128 0,0 2 0 0,-4-2 0 15,1 2 0-15,-2 2 0 0,-1 0 0 0,-3 3-128 16,-1 1 128-16,-1 0-128 15,-1 3-272-15,-3 1-48 16,0 0-16-16,-2 1 0 0,1 1 64 0,-1 2 16 0,0-2 0 0,1 0 0 0,2 0 192 0,1-3 64 16,0 2 0-16,0-3 0 0,2 0 128 0,1 1 0 15,2-5 128-15,1 1-128 0,2-1 352 0,1-3 0 16,0-1 0-16,2 0 0 0,0-2-96 0,2-3 0 16,2 0-16-16,1-4 0 0,2-1-240 0,3-1 176 15,1-3-176-15,0 1 160 0,0 0-160 0,2-2 0 16,3-3 0-16,0-2 0 0,3 1-144 0,-2 1 144 15,0 3-192-15,-3 0 192 0,-1 2-144 0,-4 3 144 0,-3 1 0 0,-1 0-144 16,-2 3 144-16,-3 1-192 0,-1 2 192 16,-3 2-192-16,-2 1 192 0,-1 2-192 0,-3 3 192 15,-2 2-192 1,-2 1-240-16,-3 1-48 0,-2 2-16 0,3 1 0 16,0-2-16-16,-3 2 0 0,-2 2 0 0,-1 0 0 15,2 2-48-15,0-1-16 0,3-3 0 0,3-1 0 0,2-1 352 0,2-3 64 0,3-2 16 0,0-3 0 0,3-2 352 0,2-1 80 0,2-2 16 0,2-4 0 31,3 2 400-31,2-5 64 0,0-2 32 0,2 0 0 16,2 0-32-16,0-2-16 0,3-1 0 0,0-2 0 16,2-1-336-16,2 2-64 0,-1-3-16 0,1 2 0 15,1-1-192-15,-3 1-144 0,-1-1 192 0,-2 3-192 0,-3-1 0 16,-2 3 0-16,-1 2 0 0,-5 3 0 0,-1 4 0 0,-3 1 0 16,-3 3 0-16,-1 3 0 0,-3 1 0 0,-1 4-192 0,-4 3 48 0,-2-1 16 15,-2 4-192-15,-3 0-16 0,-1 1-16 0,-3 1 0 0,-1 0 112 0,1 1 32 31,1-2 0-31,4-3 0 0,1-1-16 0,4-2 0 0,3 0 0 0,2-3 0 0,3-3 544 32,2-1 96-32,2-2 32 0,3-3 0 0,4-4 48 0,2 0 16 15,3-5 0-15,3 0 0 0,3-4-48 0,1-1 0 16,3 1 0-16,2-4 0 0,2 2-288 0,0-4-176 16,1-1 192-16,-1 2-192 0,-4 1 128 0,-1 1-128 15,-3 2 0-15,-1 3 0 0,-3 2 0 0,-3 3 0 16,-2 0 0-16,-3 2 0 0,-2 4 0 0,-3 2 0 15,-3 2 0-15,-1 1 0 0,-4 1 0 0,-2 4 0 0,-1 0 0 16,-4 0 0-16,-1 5 144 0,-3-2-144 0,-4 4 0 0,-1 0 144 16,-1 0-144-16,0 0-192 0,2-2 32 0,3 0 16 15,4-5-176-15,3-2-16 0,4 0-16 0,1-3 0 0,5-2 352 16,1-2 0-16,2-1 0 0,2-3 0 16,1 0 0-16,4-5 0 0,1 1 144 0,3-4-144 15,2-1 272-15,2-1-16 0,3 0 0 0,-1-1 0 16,-1 2 0-16,3-1-16 0,1-3 0 0,-1 0 0 15,-4 5-240-15,2-3 176 0,1-2-176 0,-2-1 160 16,0 2-160-16,-3 3 0 0,-2 2 0 0,-2 0 0 16,-4 5 0-16,-2 3 0 0,-3 0 0 0,-2 3 0 15,-4 4 0-15,-1 1 0 0,-2 3 0 0,-3 2 0 16,-1-1 0-16,-2 3 0 0,-3 1 0 0,-1 1 0 16,-1 1 0-16,0-2 0 0,0 1 0 0,1-3 0 0,6-2-160 15,1-2 160-15,1 1 0 0,2-3-144 0,2 0 144 0,2-1 192 16,3-2-32-16,2-2-16 0,1-1 48 0,2-1 0 15,4-1 0-15,0-4 0 0,3 1 0 0,2-4 16 16,3 0 0-16,0-2 0 0,1 2-208 0,-1-2 176 16,1-2-176-16,-1 0 160 0,0 1-160 0,-3-2 0 15,-1 3 0-15,-1 0 0 0,-2 2 0 0,-3 2 0 16,-1 1 0-16,-2 3-176 0,-2 3 176 0,-2 0 0 16,-2 3-144-16,-2 3 144 0,-1 0 0 0,-4 3 0 15,-1 1-144-15,-1 4 144 0,-2 0-256 0,-2 1 0 16,0 0 0-16,-1 0 0 0,1-1 80 0,1-2 32 15,2-1 0-15,2-1 0 0,2 0 144 0,2-3 0 16,1-1 0-16,2-1 0 0,3-1 0 0,0-2 0 16,3-1 0-16,1-1 128 0,2-1-128 0,2-4 176 0,1-1-176 15,2 0 192-15,1-1-32 0,2-2 0 0,2-2 0 16,0-2 0-16,1 1-160 0,-2-2 160 0,1 1-160 0,-2 2 160 16,0 2-160-16,-1-1 0 0,-1 2 0 0,-3 2 0 15,-1 2-144-15,-2 0 144 0,-1 4 0 0,-2 1 0 16,-2 2-144-16,-2 2 144 0,-1 0 0 0,-2 3-144 15,-1 0 144-15,-1 2 0 0,-2 0 0 0,-1 1 0 16,0 1 0-16,0-2-192 0,-1 3 192 0,0-1-192 0,2 0 192 16,-1-1 0-16,2-2 0 0,2-2 0 0,1 0 0 0,1-2 0 15,4-2 0-15,-1 0 0 0,3-1 0 0,1-2 0 16,1 0 0-16,2-3 0 16,0 0 0-16,3-1 0 0,0 0 0 0,2 0 0 0,1-3 0 0,0 1 0 15,2-2 0-15,-1 1 0 16,-1 2 0-16,0-1 0 0,0 0 0 0,1-1 128 0,-2 0-128 15,1 2 0-15,-2 0 0 0,0-2 0 0,0 1 0 0,0 0 0 16,-3-1 0-16,0 3 0 0,-2 0 0 0,-3 2 0 16,0 0 0-16,-2 3 0 0,-1-2 0 0,-2 1 0 15,-1 3 0-15,0 0 0 0,-2 0 0 0,0 3 0 16,-2 1 0-16,2-2 0 0,-2 4 0 0,1-2 0 16,0 1 128-16,0 0-128 0,0 1 128 0,1-1-128 15,0 0 128-15,1-1-128 0,1 1 0 0,1-2 0 16,0-1 0-16,0 0 0 0,2-2 0 0,1 0 128 15,2 0-128-15,1-2 0 0,1 0 0 0,2-3 144 16,1 0-144-16,2-2 0 0,3-2 208 0,0-3-64 0,2 1-16 0,0-2 0 16,-1-1-128-16,2 0 128 0,0 0-128 0,0-1 128 15,1-1-128-15,-3 1 0 0,0 1 0 0,-2 2 128 16,-2 3-128-16,-2-1 0 0,0 2 0 0,-3 2 0 16,-1 0-144-16,-1 1 144 0,-2 2 0 0,-3 1 0 15,-1 2 0-15,-1 2 0 0,-1 0 0 0,-3 3 0 16,-1-1-224-16,-1 4 64 0,-2-1 16 0,0 0 0 15,1 3-64-15,-1-3-16 0,0 2 0 0,0-1 0 16,3 0 224-16,0-2-144 0,3 0 144 0,-1-3-128 16,4 0 128-16,0-1 0 0,2-1 0 0,2-1 0 15,1-1 0-15,1-2 0 0,4-2 0 0,0 1 0 16,1-4 160-16,3 0-32 0,0 0-128 0,0-2 192 16,2 1-48-16,0-3-16 0,1 1 0 0,-2-1 0 15,0 1-128-15,0 0 0 0,0-1 0 0,1 0 0 0,-2 0 0 16,0-2 0-16,-2 2 0 0,0 0 0 0,-1 1 0 0,-1 0 0 15,0 3 0-15,-2-2 0 0,-2 3 0 0,0-1 0 16,0 2 0-16,-2 1 0 0,-1 3 0 0,0 0 0 16,-2-1 0-16,-2 3 0 0,2 0 0 0,-2 0 0 15,-1 3 0-15,-1-1 0 0,1 0 0 0,-2 3 0 16,0-2 0-16,1 1 0 0,1 1 0 0,-1-2 0 16,2 1 0-16,-1-2 128 0,2 3-128 0,0-4 0 15,0 3 0-15,3-4 128 0,-1 1-128 0,1 0 0 16,1-1 0-16,1 0 0 0,0-1 0 0,1 0 0 15,1-1 0-15,1-1 0 0,0 1 0 0,2-3 0 16,0 0 0-16,2-2 0 0,-1 3 0 0,3-5 0 16,0 1 0-16,2-3 0 0,-1 3 0 0,2-4 0 15,0 0 0-15,-1 0 0 0,1 0-240 0,-2-2-16 0,1 2-16 16,-2 1 0 0,1 1-192-16,-3 1-48 0,-1-1 0 0,-3 5 0 0,0 0 240 0,-3 2 32 0,-1 2 16 0,-2 1 0 15,-1 0 96-15,-1 1 128 0,0 2-208 0,-2 0 80 16,0-1-32-16,-1 2 0 0,1-1 0 0,-2 2 0 15,2 0 160-15,0-1 0 0,-2 0 128 0,2 1-128 16,-1-2 192-16,1 2-16 0,1-2-16 0,1-1 0 16,-1 0-16-16,3-1 0 0,0 1 0 0,1-2 0 15,1-2-144-15,1 1 0 0,1-1 0 0,1-2 128 16,1-1-128-16,0 0 128 0,3 0-128 0,0-2 128 16,0-2 0-16,1 1-128 0,2 0 192 0,-1-3-64 15,0 2-128-15,2-2 0 0,1-1 0 0,-1-1 128 16,2-1-128-16,-1 2 0 0,-1-1 0 0,2 0 0 0,-2 1-128 15,0-2 128-15,0 3 0 0,-2 1 0 0,1 0 0 0,-1 1-144 16,-1 2 144-16,-2-1 0 0,0 2 0 0,-2 1 0 16,-2 2 0-16,-1 1 0 0,-1 0 0 0,-3 2 0 15,0 0 0-15,-1 2 0 0,-1 0 0 0,-1 0 0 16,-2 2 0-16,0 0 0 0,0 0 0 0,0 1 0 16,-1 0 144-16,1 0-144 0,1 0 0 0,-1-2 128 15,2 1-128-15,0-1 0 0,2-1 0 0,1 0 0 16,2-1 128-16,2-1-128 0,0-1 0 0,2 1 0 15,0-3 144-15,3-1-144 0,-1 1 0 0,3-3 144 16,0 0-144-16,1 0 0 0,2-2 160 0,1 1-160 0,0 0 128 0,1-3-128 16,0 1 0-16,2-3 0 0,0 3 0 0,1-3 0 15,0 0 0-15,-1-1 0 0,0 0 0 0,-1 1 0 16,-1-2-160-16,-1 2 160 0,-2 0 0 16,-1 2-144-16,0 1 144 0,-2 0-128 0,0-1 128 0,-3 3-128 15,0 2 128-15,-2 1-128 0,0-1 128 0,-2 3-128 16,0 1 128-16,-1 1 0 0,0 0 0 0,-1 0 0 15,-1 3 0-15,0-1 0 0,0 1 0 0,-1-1 0 16,0 0 0-16,0 0 0 0,-1 1 0 0,1 2 0 16,-1-3 0-16,1 3 0 0,-2-3 0 0,1 1-128 15,-1 1 128-15,1-2 0 0,-1 2 0 0,1 0-128 16,-1-2 128-16,2 3 0 0,0-3 0 0,0-1 0 16,2 1 0-16,0-2 0 0,2 0 0 0,1 0 0 0,3-3 0 0,0 1 0 0,2-3 0 0,1 1 0 15,1-2 0-15,0 0 0 0,2-1 0 0,-1-1 0 16,2-1 0-16,1-3 0 0,2 2 0 0,-1-2 0 15,0 1 0-15,0-1 0 0,0 0 0 0,0 0 0 16,1 1 0-16,1-4 0 16,0 3 0-16,-1-2-128 0,-1 3 128 0,-1 1-208 15,0-2 80-15,-2 2 128 0,-1 3-128 0,-2 0 128 0,-1 0 0 0,-2 2 0 0,-2 3 0 0,-1 0 0 32,-1 0 0-32,-3 2 0 0,-2 2 0 0,-1-2 0 0,-2 2 0 0,-2 1 0 15,-2 1-176-15,-1 1 48 0,0-1 0 0,-1 1 0 0,-2 0 128 0,-1 0-160 16,1 2 160-16,-1-2-160 15,1 2 160-15,1-3 0 16,1 2 0-16,1-2 0 0,3 1 0 0,1-2 0 16,0-1 0-16,1 0-128 0,4 0 128 0,-1-2 0 15,3 0 0-15,1 0 0 0,0 0 0 0,2 0 0 0,0-1 0 0,2 0 0 16,0-1 0-16,2-1 0 16,0 1 0-16,1-3 0 0,1 3 0 0,1-3 0 0,2-1 0 0,1 0 0 15,1-1 128-15,1-3-128 0,-2 4 160 0,2-3-160 16,1-1 176-16,0 0-176 0,0 1 192 0,-2 0-192 15,0 1 144-15,-2 1-144 0,-1-1 0 0,-1 2 144 16,-3 1-144-16,-1 2 0 0,-1 1 0 0,-2 2 0 16,-2 0 0-16,-2 3 0 0,-1 1 0 0,-2 1 0 15,-2 2 0-15,-1 0-144 0,-2 0 144 0,0 2 0 16,-1 0-240-16,-3 2 64 0,-3-1 16 0,1 1 0 16,0-1 160-16,0 1-192 0,-2-1 192 0,2 0-192 15,1-1 192-15,3-1 0 0,3-2-144 0,2-1 144 16,3-3 0-16,2 0 0 0,3-2 0 0,3-2 0 15,1 1 0-15,3-3 0 0,3-3 0 0,2-2 0 16,2 2 0-16,2-3 0 0,3-2 0 0,4 0 0 0,2-3 128 0,1 0-128 16,2-4 128-16,-1 2-128 0,-1-2 0 15,-1 2 0-15,0-1 0 0,-4 3 0 0,0-2 0 0,-4 3 0 16,-2 2 0-16,-4 1 0 0,-2 2 0 0,-2 1 0 16,-3 2 0-16,-3 1 0 0,0 3 0 0,-4 1 0 15,-2 1 0-15,-3 2 0 0,-1 1 0 0,-2 4 0 16,0 0 0-16,-2 2 0 0,-1 3-224 0,0-2 80 0,1 0 16 0,-1 1 0 0,0 1-128 0,0 0-32 15,0 0 0-15,0 0 0 0,1 0 288 0,1-1-192 16,2 0 192-16,1-3-160 0,1 1 160 0,3-1 0 16,0-3 0-16,2 2 0 0,1-3 0 0,0-1 192 15,2 2-64-15,1-3 0 0,2-1 208 0,1-1 48 32,1-1 16-32,0-1 0 0,3-1 48 0,0-2 0 0,3-2 0 0,1 0 0 15,2-3-128-15,0 1 0 0,2-2-16 0,0-1 0 0,1 0-304 16,0-2 160-16,1 2-160 0,-1-3 128 15,0 2-128-15,0 0 0 0,-2 0 0 0,-1 1 0 0,-1 0 0 16,1 2 0-16,-2-2-160 0,-3 2 160 16,0 2-144-16,-2 0 144 0,-1 1-128 15,-3 0 128-15,-1 2 0 0,0 0 0 0,-2 1 0 0,0 1-128 16,-1 0 128-16,-1 1 0 0,-1 1 0 0,0 0 0 16,-1 1 0-16,-1 1-128 0,0 0 128 0,-2 2-128 15,0 2-16-15,0-2 0 0,-1 3 0 0,1-1 0 16,0 0 144-16,0 2-208 0,2-3 80 0,0 1 128 15,1 0-160-15,3-3 160 0,0 1 0 0,1-1-144 16,1-2 144-16,2 0 0 0,1 0 0 0,3-3 0 16,0 0 0-16,1-2 0 0,2-1 128 0,1 0-128 0,0 0 192 0,2-1-48 15,2-2 0-15,1-2 0 0,0 1-144 16,1 0 0-16,1-1 0 0,-1 1 128 0,-1 2-128 0,-1-1 0 16,0 2 0-16,-2 0 0 0,-2 1-224 0,-1 2 80 0,-2-1 16 0,-2 3 0 15,-2 0 0-15,-3 2 0 0,-1 1 0 0,-4 0 0 0,0 2-192 0,-3 1-16 16,-1 0-16-16,-2 2 0 0,-1-1 48 0,-1 1 16 15,0 0 0-15,-1 0 0 0,0 0 144 0,-1 0 144 16,1-1-208-16,1 1 80 0,3-3 128 16,2 2-192-1,0-4 192-15,3 1-192 0,1-2 192 0,2-2 0 16,2-1-144-16,2 0 144 0,1-1 0 0,1-1 0 16,3-2 192-16,0-3-64 0,2 1-128 0,2-2 160 0,-1 1-160 15,2-1 160-15,1-2-160 0,2 0 0 0,2-2 0 0,2-2 0 16,0 0 0-16,2-1-144 0,-1-1 144 0,-1 0 0 15,-1-1-192-15,-1 4 64 0,-1-3 128 0,-3 4-208 16,0 4 16-16,-3 1 16 0,-1 3 0 0,-1 3 0 16,-3 1 176-16,-1 4 0 0,-1 3 0 0,-3 0-128 0,-1 6 128 0,-3 2 128 15,-1 1-128-15,-1 2 176 0,-2 3 80 0,-1 0 0 0,1-2 16 0,-1 4 0 32,-3-2-16-32,1 2-16 0,-1-1 0 0,2-3 0 15,1-1 16-15,-1-4 0 0,3-1 0 0,1-1 0 16,0-2 80-16,2-2 32 0,2-3 0 0,2-2 0 15,0 0-32-15,1-2 0 0,2-2 0 0,3-2 0 16,0-3-96-16,3 0-32 0,1-3 0 0,1-4 0 0,2 1-464 0,0-2-80 0,1-1-32 0,0 1 0 16,-3 3-272-1,1-1-64-15,1-1-16 0,0-1 0 0,-1 1 80 0,0 1 32 0,-2 1 0 0,-1 1 0 0,0 2 240 0,-2 2 48 32,-2 0 16-32,-1 3 0 0,-3 2 304 0,0 2-160 15,-2 2 160-15,-1 3-128 0,-2 3 128 0,-3 1 0 16,0 5 0-16,-2 1 0 0,-1 2 320 0,-1-1 32 15,2-1 16-15,-1 1 0 0,0 0-112 0,-1 1 0 0,-1 1-16 16,2-2 0-16,1-2-240 0,1 0 0 0,2-3 128 0,0-3-128 0,3 0 224 0,-1-1 0 16,2-3 0-16,1-2 0 0,0 2 0 0,2-4 0 31,0 0 0-31,2-1 0 0,2-4-96 0,0 0-128 0,1-2 176 0,0-1-176 31,3 0-384-31,-1-3-192 0,1 1-48 0,1-1 0 16,1 0-336-16,-1-2-64 0,0 1 0 0,-1-2-16 15,0 1-96-15,-1 1-16 0,-1-3 0 0,0 3 0 16,-1 0 192-16,0 1 16 0,-2 2 16 0,-1 4 0 0,0 2 480 0,-2 1 112 0,0 1 16 0,-1 3 0 16,-1 0 512-16,-2 1 128 0,0 3 0 0,0 1 16 15,-2 2 176-15,0 2 16 0,-3 1 16 0,1 2 0 16,0 2-32-16,0-2 0 0,-1 2 0 0,1 0 0 16,0-1-144-16,0 0-48 0,1-3 0 0,-1-1 0 15,2-2-128-15,1 0-16 0,1-4-16 0,1 2 0 0,0-3 272 0,2-2 48 0,1 0 16 0,1 0 0 16,2-4-16-16,0 1 0 0,1-2 0 0,2-1 0 15,2-1-352-15,0-3-128 0,3 0 0 0,2-2 144 16,0-2-400 0,2 0-96-16,0-3-16 0,1 1 0 0,1-1-240 31,-2 2-48-31,2-1-16 0,0 0 0 0,-2 1 64 0,1-2 16 0,0 1 0 0,-1 2 0 16,-1-3-16-16,-2 3 0 0,-2 0 0 0,-3 5 0 0,-3 3 288 0,-1 2 64 0,-2 2 16 0,-2 4 0 0,-4 0 464 0,0 5 96 15,-4 1 0-15,-1 3 16 0,2-1 512 0,-4 2 112 16,-1 4 0-16,-2 4 16 15,-1 1-80-15,-2 2-32 16,1 1 0-16,2-2 0 0,1-1-128 0,2 0-32 16,3-5 0-16,1-4 0 0,4-1-256 0,0-5-64 15,2-1-16-15,1-3 0 0,3-2 0 0,-1 0 0 16,3-2 0-16,2-5 0 0,1 0-64 0,1-1-16 16,2-4 0-16,2 0 0 0,0-2-432 0,1-2-96 15,0 2-16-15,-1-1 0 16,0 2-496-16,-1 0-96 0,-1 0-32 0,-2 3 0 15,1-1 160-15,-2 0 16 0,0 0 16 0,-1 1 0 0,-1 1 240 0,-1 0 64 0,-1-2 0 0,-1 4 0 16,-2 0 128-16,-1 5 16 0,-2 0 16 0,-1 2 0 16,-3 3 224-16,1 0 0 0,-1 2 0 0,0 0 0 15,-3 2 512-15,-2 2 0 0,-1 3 0 0,-2 2 0 0,-1 1 64 0,0 2 0 0,-1-1 0 0,0 1 0 16,0 0-32 0,2-1 0-16,2 0 0 0,2-3 0 15,2 0-224-15,1-3-32 0,2-3-16 0,0 0 0 16,2-2 16-16,2-2 0 0,2-1 0 0,1-2 0 15,1-2-80-15,2-3-16 0,0 1 0 0,1-2 0 16,1-3-192-16,2-1 0 0,-1 1 0 0,1-1 0 16,0-1-864-1,1-1-160-15,0 0-48 0,-2 0 0 0,1 0-896 0,-3 2-176 0,0 2-32 0,-3 1-16 16,1 1-368-16,-2 1-80 0,0-1-16 0,-3 1-3184 16</inkml:trace>
  <inkml:trace contextRef="#ctx0" brushRef="#br2" timeOffset="153266.87">9673 6863 2751 0,'4'-2'256'0,"-2"-1"-256"31,1 1 0-31,-2 0 0 0,-1 2 1392 0,1-2 224 15,1 1 48-15,2-4 16 0,-1 1-896 0,1-1-176 16,0 0-32-16,-2 3-16 0,-1 2-560 0,-1 0 0 0,-2 2 0 0,-1 3 0 16,0 2 352-16,-2 3 16 0,0 2 0 15,-3 3 0-15,0 3 256 0,-1 3 48 0,-1 0 16 0,-1 0 0 16,-1 1-688-16,0 2-304 0,0-2 32 0,-1 1 0 16,2-3 80-16,-2-2 32 0,2 1 0 0,-1-3 0 15,2-4 160-15,1 0 128 0,1-4-128 0,1 0 176 16,1-3 400-16,1 0 96 0,1-2 16 0,0-1 0 0,2 0 80 0,1-4 0 15,1 2 16-15,1-3 0 0,1 0-160 0,2-1-48 0,0-1 0 0,2-1 0 16,1-1-416-16,2-1-160 0,2-4 0 0,0 1 144 16,2-4-304-1,0 1-64-15,0-2-16 0,0-1 0 0,3-5 0 0,0-3 0 0,-1 3 0 0,0-4 0 16,0 0 240 0,-2 0 0-16,-2 3 0 0,-1 1-144 0,1-2 144 0,-1 6 0 15,-2 3 0-15,-1 3 0 0,-2 5 144 0,0 3 112 0,-2 3 32 0,-2 4 0 0,-1-1 240 0,-1 6 48 31,-3 5 16-31,-3 2 0 0,0 3-224 0,-3 4-48 0,-1 5-16 0,-1 0 0 16,-1 2-304-16,0-1 0 16,1-3 0-16,-1 0 0 0,2-4 0 0,1-3 0 15,1 0 0-15,1-4 0 0,2-2 0 0,1 0 0 16,3-5 0-16,0-2 0 0,2-3 192 0,2-2-64 16,3-2 0-16,3-3-128 0,3-4 272 0,1-2-48 15,3-2-16-15,0 1 0 16,-1-2-784-16,5-3-144 0,3-4-48 0,3-3 0 15,2 0-704-15,0-2-160 0,1 0-32 0,-1-1 0 16,0 1 496-16,-3 1 80 0,0 3 32 0,-4 2 0 16,-1 0 496-16,-4 4 112 0,-3 2 0 0,0 2 16 0,-3 2 240 0,-3 3 64 0,0 2 0 0,-3 3 0 15,-2 3 736-15,-2 0 160 0,-2 4 16 0,-3 2 16 16,0 3 608-16,-2 2 112 0,-1 2 16 0,-1 2 16 0,-3 6-304 0,-1 0-64 16,0 3-16-16,1-1 0 0,1 0-496 0,1-1-96 0,1-4-32 0,1-1 0 15,1-3-368-15,3-1-176 16,0-4 160-16,2 0-160 15,2-5 256-15,1-1-64 0,2-3 0 0,1-1 0 16,1-1 128-16,2-4 0 0,2 1 16 0,3-6 0 16,1 0-336-16,1-1 0 0,1-4 0 0,1 0-128 15,0-3-656 1,-1 2-128-16,-1-1-32 0,-1 3 0 0,0-3 224 0,0 1 32 0,0-1 16 0,-1 1 0 16,0 1 352-16,-3-1 80 0,-1 2 16 0,1 1 0 0,-2-3 224 0,-1 4 0 0,-1 2 0 0,-3 4-144 15,0 3 368-15,-2 1 80 16,-1 5 16-16,-3 2 0 0,-1 4 608 0,-1 0 128 15,1 1 32-15,-3 4 0 0,-3 7-144 0,-1 3-32 16,0 2 0-16,1-2 0 0,0 0-272 0,2-1-48 16,2-2-16-16,0-2 0 0,4-4-288 0,2-4-64 0,0-3-16 0,3-1 0 0,1-3-16 0,0-2 0 15,2-2 0-15,1-2 0 0,0 0 0 0,3-3 0 16,1-2 0-16,2-5 0 16,0 0-192-16,1 0-160 15,2-2 32-15,0-2 0 16,2-3-704-16,0 2-144 0,0-1-32 0,-1 3 0 15,0 0 96-15,0-1 16 0,1 0 0 0,1-1 0 16,0 2 272-16,-3-1 64 0,-1 4 16 0,-3 5 0 0,-4 1 336 0,-2 3 64 0,-1 3 16 0,-3 2 0 16,-2 1 128-16,-1 4 224 0,-1 0-48 0,-3 4-16 15,0 0 656-15,-3 2 128 0,-2 3 16 0,-1 4 16 16,-1-2-96-16,0 4-32 0,1-3 0 0,1-2 0 16,2-1-272-16,3-2-64 0,0 0-16 0,4-4 0 15,1-3-96-15,1-2-16 0,3-3 0 0,1 0 0 16,1-4-64-16,3 0 0 0,2-5-16 0,0 1 0 15,2-3-304-15,2 0 160 0,3-3-160 0,-1-1 128 16,0 1-608 0,1 0-128-16,1-2-32 0,0-1 0 0,1 1-128 0,-4 0-16 0,0 4-16 0,-1-2 0 0,0 0 96 0,0 0 32 0,0-1 0 0,0 3 0 15,-2 0 320-15,-2 3 64 0,-4 2 16 0,-1 4 0 16,-2 1 272-16,-3 2 0 0,-2 3 0 0,-2 3 0 16,-1 0 384-16,-3 1 48 0,-1 3 0 0,-3 2 0 0,1 1 208 0,-2 0 32 31,-2 2 16-31,-2 1 0 0,1 0-144 0,-2 1-32 0,1-2 0 0,3-1 0 15,0-1-112-15,2-3-16 0,3-1-16 0,1-3 0 0,4-4 0 0,1 1 0 16,3-3 0-16,1-2 0 16,2 0-160-16,1-5-16 15,2 1-16-15,3-4 0 0,2 0-176 0,2-1-192 16,2-2 32-16,0-1 16 16,0 0-400-16,1-2-80 0,1 0-16 0,1 1 0 15,-2 0-64-15,0 1-32 0,-2 0 0 0,1 1 0 16,0 1 208-16,-1 1 32 0,-1-1 16 0,-1 3 0 0,-2 2 176 0,-3 0 48 0,1 1 0 0,-3 3 0 15,-2-1 256-15,0 4 0 0,-2-1 0 0,-2 3 0 16,0 1 528-16,-4 2 64 0,-1 2 16 0,-1 3 0 16,-2 3 160-16,-2 2 48 0,-1 1 0 0,0 1 0 15,0-1-448-15,2 0-96 0,0-1-16 0,1-2 0 16,4-2-256-16,0-1 0 0,3-3 0 0,0-2 0 16,2-2 128-16,1 0-128 0,3-3 0 0,-1-2 0 0,3-2 128 0,2-2-128 15,0 1 0-15,2-4 0 0,2-1 0 16,1 0 0-16,1-2 0 0,1-2-144 31,2 0-320-31,0-2-64 0,2-3-16 0,-2 3 0 0,1-3-176 16,1 3-48-16,1-2 0 0,-1 2 0 0,0 2 320 0,-3 3 48 0,-2 1 16 0,-2 3 0 15,-2 0 96-15,-1 3 32 0,-3 0 0 0,-2 4 0 16,-3 0 256-16,-3 3 0 0,-1 3 0 0,-4 1 0 16,-1 2 384-16,-2 3 128 0,-2 1 16 0,-3 2 16 0,0 1 48 15,-1 2 16-15,0 1 0 0,0-2 0 0,3-3-64 0,1-2-16 16,1-1 0-16,2-2 0 0,3-1-128 0,0-3-16 15,4 0-16-15,0-5 0 0,2 0-176 0,2-2-48 16,2-2 0-16,2 0 0 0,2-3-144 0,0-2 0 16,2 0-160-16,2-2 160 15,1-1-448-15,1-2 0 0,1 0 0 0,0 0 0 16,1 0-128-16,0-2 0 0,1 0-16 0,-1 2 0 16,-2 1 80-16,0 3 32 0,-1-1 0 0,-1 2 0 0,-2 2 160 0,-2 1 16 15,-1 3 16-15,-1 1 0 0,-3 0 288 0,-2 3-128 16,-1-1 128-16,-3 5 0 0,-1-1 0 0,-2 3 320 15,-1 3-32-15,-4 2-16 0,0 2 368 0,-1 0 80 0,-1 4 16 16,1-4 0-16,1-2-320 0,1 1-64 0,1-1-16 0,2-3 0 16,1-1-192-16,2 0-144 0,0-1 192 15,1-2-192-15,2-1 0 0,2-2 0 0,1-2 0 0,1 0 0 16,1-1 0-16,2-1 0 0,1-1 0 0,2-3 0 16,4-1 0-16,1-2 0 0,1 0-160 0,0 0 160 15,2-3-336-15,1-1 48 0,2 1 16 0,1-1 0 16,-1 1-48-16,0 0-16 0,-3 0 0 0,0 2 0 15,-1 1 80-15,-3 1 32 0,-1 1 0 0,-2 3 0 16,-1 1 224-16,-2 1 0 0,-2 1-160 0,-1 1 160 0,-1 1 0 0,-3 2 0 0,-1-2 0 0,-2 3 0 16,0 0 0-16,-2 2 256 0,-1 0 0 0,-2 3-16 15,1 1 144-15,-1 0 48 16,-1-2 0-16,1 2 0 0,0 0-256 0,0 0-48 16,1-1-128-16,0-2 192 0,1 1-192 0,1-1 176 0,1-2-176 0,2 1 160 15,-1-2-160 1,1-1 0-16,1 0 0 0,1 2 0 0,2-4 0 0,0-1 0 15,2 0 0-15,2-1 128 0,1-1-128 0,2-1 0 16,1-1 0-16,0 0 0 0,1-3-256 0,1-1 64 16,2-2 0-16,2 1 16 15,0-1-208-15,-1 1-32 0,1-1-16 0,-2 0 0 16,1 3-16-16,-3 0-16 0,-1 0 0 0,-2 2 0 0,-1 0 160 0,-3 2 48 16,0 2 0-16,-3 1 0 0,0 0 256 0,-3 1-160 15,-1 1 160-15,-3 3-128 0,-1 1 128 0,-1 1 0 16,0 1 0-16,-2 1 0 0,0 3 256 0,-2 1 64 0,-2 2 32 0,0 1 0 0,1 2-96 0,1-2 0 15,1 1-16-15,1-2 0 0,2-3-240 0,2 0 0 16,2-3 0-16,2-3 0 16,3-3 128-16,2-3-128 0,2 0 176 0,0-2-176 0,4-2 192 0,-1 0-192 0,2-3 192 15,1 0-192-15,1-2 0 16,2-1-224-16,0-2 16 0,1 2 0 16,-1-1 0-16,1-1 0 0,0-1 0 0,0 3 0 15,-2-1 80-15,1 0 128 0,1 1-208 0,-2 1 80 0,-3 3 128 0,1-1 0 0,-3 2 0 0,-1 1 0 31,-2 2 0-31,-1-2 0 0,-2 4 0 0,-3 0-128 0,-1 0 128 0,-1 2 0 0,-3 1 160 0,1 1-160 16,-3 1 288-16,1 0-32 0,-1 0-16 0,-2 3 0 16,0-1-64-16,1 0-16 0,1 1 0 0,0 0 0 15,2-1-32-15,0 0-128 0,2-1 192 0,2-1-64 16,0 1-128-16,1-2 0 0,2-1 0 0,0-1 128 16,1 1-128-16,0-1 0 0,2-3 0 0,1 1 0 15,0-1 144-15,2-1-144 16,-1-1 160-16,3-1-160 0,-1 1 144 0,1-2-144 15,0 0 128-15,2-2-128 0,-1 1 0 16,-1-3 0-16,2 4 0 0,-1-2 0 0,-1 0 0 16,-1 3 0-16,-1 0-160 0,-3-1 160 0,0 3-160 0,-3 1 160 15,-1 2-160-15,-2 0 160 0,-1 2-208 0,-2 2 48 16,-2 3 16-16,-1-1 0 0,-1 3 0 0,-2-3 0 16,0 1 0-16,-2 2 0 0,1 1 144 0,-1-1 0 15,1-1 0-15,0-1 128 0,1 3 32 0,0-3 16 16,1 1 0-16,0-2 0 0,2-1 112 0,2-1 32 0,1 1 0 15,1-4 0-15,2-1 704 0,1 1 128 0,2-3 48 0,1 1 0 16,3-4-960-16,0-1-240 0,4 0 0 0,1 0 0 31,2-3-960-31,1 1-224 0,3-2-48 0,1 0-16 0,2 2 704 0,0-2 144 0,-1 0 16 16,0 0 16-16,-1 2 160 0,-1 0 16 0,-1 1 16 0,-3-1 0 16,-2 2 176-16,-1 3 0 0,-2-2-144 0,-2 2 144 15,-2 2 0-15,-1 1 0 0,-2 2 0 0,-2-1 0 16,-1 4 0-16,-1-1-144 0,-1 0 144 0,-2 0 0 15,-1 2 0-15,0 1 0 0,0 0 0 0,-1-1 0 16,0 0 192-16,-1 2-64 0,2 0-128 0,-1-2 192 16,2 0-48-16,-2 1-16 0,3 0 0 0,0-1 0 15,3 0 64-15,1 0 0 0,0-3 0 0,3 1 0 16,1-2 112-16,1 0 16 0,2-1 16 0,2-2 0 16,2-1-96-16,1-2-32 0,0 1 0 0,0-2 0 15,2 0-208-15,-1-3 0 0,2 0 0 0,0 1 0 0,1-1 0 16,-2-1 0-16,0 2-144 0,-1-1 144 0,1 1-192 0,-2-1 48 15,1 0 16-15,-3 3 0 0,-2 2 128 0,0 0-128 16,-3 0 128-16,0 0-128 0,-2 3 128 0,-2 1 0 0,-1 1-144 0,-1 2 144 0,-2-1-256 31,-1 2 32-31,-1 1 0 0,0 1 0 0,-3 2 224 16,2 1-176-16,-1-1 176 0,0 1-160 0,1-1 160 0,0 0 144 16,1 0-16-16,2-3-128 0,1-2 176 0,1 0-176 15,1-2 160-15,2-1-160 0,1 0 192 0,0 0-64 16,2-3-128-16,1-1 192 0,-1 1-64 0,2-1 0 15,0-1-128-15,0 1 192 0,1-1-16 0,0-1-16 16,1 0 0-16,-2 1 0 0,2-2-160 0,-2 2 192 16,3 0-192-16,-2 1 192 0,1 0-192 0,-1 0 0 15,2 0 0-15,-2-2 0 0,1 2 0 0,-2 0 0 0,0 0 0 16,-1 2 0-16,0-2 0 0,-1 2 0 0,0-1 0 0,-2 1 0 16,0 1 0-16,-1 0 0 0,-2 0 0 0,0 0 0 15,-1 2 0-15,-1-1 0 0,1 2 0 0,-2 0 0 16,-1-1 0-16,0 2 0 0,-1 3 176 0,-2-1-176 0,2 0 224 0,-1 0-48 0,2 0-16 0,-2 0 0 15,2 0-160-15,0-1 128 0,2-1-128 16,-1 2 128-16,0-2-128 0,2 0 0 0,0 0 0 0,0 0 0 16,2-1 0-16,0-1 0 15,2-2 0-15,2 0 0 16,0-1 0-16,1-2 0 0,3 0 0 0,0-4 0 16,2 1 192-16,0-1-64 0,2-2 0 0,1 0 0 15,-1-1 16-15,2 0 0 0,0-1 0 0,1 1 0 16,1 0-144-16,-2 2 0 0,0-2 0 0,-2 3 0 15,-1 1 0-15,-1 0 0 0,-3 3 0 0,0-2 0 0,-3 4 0 16,-1-2 0-16,-1 3 0 0,-3 2 0 0,1-3 0 0,-3 3 0 16,-1 0 0-16,-1 0 0 0,-2 4 0 0,-2-2 0 15,0 2 0-15,-1 1 0 0,1 0 0 0,-1-1 0 16,0 0 0-16,1 1 0 0,2-3 176 0,0 0-48 16,2 1-128-16,0-2 192 0,2-3 0 0,3 2-16 0,1-3 0 0,1-2 0 0,1 1-176 15,3-2 0 1,1-1 0-16,0-1 0 0,2 0 0 0,2-1 0 15,1 0 128-15,1-2-128 0,1 2 0 0,1-4 192 16,1 2-192-16,0-1 192 0,2 2-192 0,-1 0 192 16,0 0-192-16,-1 1 192 0,-3 1-192 0,0 0 0 0,-1 2 0 15,-3 0 128-15,-2 2-128 0,-2 1 0 0,-3 1 0 0,-2 1 0 16,-2 0 0-16,-1 4 0 0,-5-1 0 0,-1 2 0 16,-3 2 0-16,-2 2 0 0,0 0 0 0,-2 0 0 15,-1 3 0-15,1 1 128 0,0 1-128 0,2-3 192 16,1-1-64-16,2-2 0 0,2 0 0 0,2-2 0 15,2-3 16-15,2-1 0 0,3-2 0 0,1 0 0 16,1-3-144-16,2 1 0 0,3-2 0 0,0-2 128 16,2 1-128-16,0-3 0 0,3 1 0 0,0-2 0 15,2 0 0-15,0 1 0 0,2-3 0 0,0 2 0 0,0-2 0 16,0 0 0-16,-1 2 0 0,-2 0 0 0,0 1 0 0,-2 1 0 16,-3 1 0-16,0-1 0 15,-2 3 0-15,-2 1 0 0,-1 1 0 0,-1 0 0 16,-2 3 0-16,-2-1 0 0,-1 2 0 0,-1 1 0 15,-3 2 0-15,0 1 0 0,-3 1 0 0,1 1 0 0,-1 0 144 0,-1 2-144 16,0 3 160-16,0-3-160 0,1 2 240 0,2-1-48 16,0-3-16-16,2 0 0 0,1-1 16 15,1-1 0-15,0 0 0 0,3-4 0 0,1 2 0 0,2-4 0 16,0 1 0-16,3-4 0 0,1 1-192 0,0-2 0 16,3-3 0-16,0-1 128 0,2 1-128 0,1-2 0 15,2-2 0-15,0 1-17664 16</inkml:trace>
  <inkml:trace contextRef="#ctx0" brushRef="#br2" timeOffset="156818.09">11268 8253 911 0,'-1'-1'0'0,"0"1"0"16,1-2 0-16,0 2 0 0,-1 2 1200 0,1-2 144 15,-1 0 48-15,0 0 0 0,0 0 464 0,-1 1 112 16,1 1 16-16,0 0 0 0,1 1 144 0,1-3 48 16,1 2 0-16,1-2 0 0,2 0-240 0,1 0-32 15,0-2-16-15,1 0 0 0,2 1-848 0,0-3-160 16,1 1-48-16,2-1 0 0,0 1-528 0,0-2-112 16,1 3-32-16,0-3 0 0,-1 3-160 0,-1-3 0 15,0 3 0-15,-1-3 0 0,-1 2 0 0,1 1 0 16,-3 0 0-16,-1 0 0 0,0 2 0 0,-1 2 0 0,-3-1 0 0,-1 0 0 15,0 1 0-15,-1 1 0 0,-2 0 0 0,0 1 0 16,-1 1-256-16,-1-2 0 0,-1 3 16 0,-1-1 0 31,1 0-144-31,-1-1-48 0,-1 4 0 0,-2-1 0 0,-1 2 160 0,0-1 16 0,0 1 16 0,1-2 0 16,1 0 112-16,0 0 128 0,3 0-208 0,-1 0 80 16,2-2 128-16,-1 0 0 0,3-1 0 0,1 1 128 15,2-2 0-15,1-2 16 0,2 0 0 0,0-1 0 16,3-1 160-16,1 0 16 0,2-2 16 0,0-2 0 15,0 2 80-15,1-2 16 0,0 1 0 0,0 0 0 16,0 0-144-16,0 1-32 0,-1 0 0 0,-2 1 0 16,1 0-64-16,-1 2 0 0,-2 1-16 0,-1 0 0 0,-1 1-176 0,-2 3 0 15,-1 0 0-15,-1-1 128 0,-1 4-128 0,-1-1 0 16,-2 0 0-16,-1 5 0 0,0-2 0 0,-3 1 0 16,1 1 0-16,0 2 0 0,-1-2-144 0,1-2 144 15,0-1-192-15,3 1 192 0,0-3-160 0,0 0 160 16,2-2-128-16,1 2 128 0,1-5 0 0,1 0 0 0,2 1 0 0,1-3 0 15,0 0 0-15,0-2 0 0,2 1 0 0,0-2 0 0,3-1 128 0,-1 0 0 32,1 0 0-32,0-1 0 0,1 2 0 0,-1-2 16 15,-1 1 0-15,1 1 0 0,-1 0-144 0,-1 1 0 16,-1 1 0-16,-1 0 128 0,-1 2-128 0,0 0 0 16,-2 1 0-16,-1 3 0 0,-1 0 0 0,-2 0 0 0,-1 3 0 15,-2 0 0-15,0 0 0 0,-2 2 0 0,0-1 0 0,-1 2 0 16,-3 1 0-16,0 0 0 0,-1 0-176 0,1 2 176 0,0-2-256 15,0-2 48-15,2 1 0 0,-1 0 0 0,2-2 208 0,2-1-176 16,1 0 176-16,0-3-160 0,3 0 160 0,1-1 0 0,2-1 0 0,2-1 0 16,1 0 0-16,2-2 128 15,1-2-128-15,2-1 128 16,1 0 112-16,1-1 16 0,-1-1 16 0,1 1 0 16,3-3-96-16,0 0-32 0,0 0 0 0,-1 2 0 0,0-2-144 0,0 2 0 0,-1 0 0 15,-2 0 0-15,0 2 0 16,-3 2 128-16,1-2-128 0,-4 3 0 0,-1 1 0 0,-1 1 0 0,-1 0 0 0,-2 1 0 15,-1 1 0-15,-1 1 0 16,-1 0 0-16,0 2 0 0,0-2 0 16,-2 4 0-16,0-2 0 0,-1 2 0 0,0 1-224 0,-2 2 80 0,0-2 16 0,1 1 0 15,-2-1-176 1,2 1-16-16,-1 1-16 0,-2-1 0 0,3 1 80 0,-1-1 32 16,1 1 0-16,0-1 0 0,2-1 64 0,0-2 16 15,1-1 0-15,3 1 0 0,1-3 144 0,1-2 0 16,1-1 0-16,1 0 128 0,2-2 64 0,3-2 32 15,2 0 0-15,1-3 0 0,3-2 192 0,1-1 32 0,1-1 16 16,1 1 0-16,0-1-272 0,0 0-48 0,1 0-16 0,0-1 0 16,1 0-128-16,0 2 0 15,-3 2 0-15,0 0 0 0,0 1 0 0,-3 2 0 16,-1 2 0-16,-2 0 0 0,-3 3 0 0,-3 0 0 16,-2 3 0-16,-5 2 0 0,-2 3-256 0,-2 0 64 15,-5 4 0-15,-2 1 16 16,-1 1-208-16,-2 3-64 0,-1-1 0 0,-1 0 0 15,2 0 224-15,0-2 32 0,0-1 16 0,2 0 0 0,2-2 176 0,1-1 0 0,2-2 0 0,4-2-128 16,1-2 128-16,5-1 0 0,1-3 0 0,2-4 0 16,3 0 0-16,2-1 0 0,4-3 0 0,1 0 0 0,3-3 0 0,-1-1-160 0,3 0 160 0,0 1-160 15,1-3 160 1,1 3 0-16,-1-1 0 0,1 1 0 16,-2 2 0-16,-2 2 0 0,-2 0 0 0,-2 3 128 15,-3 0-128-15,-3 2 0 0,-2 2 0 0,-3 0 0 16,-2 3 0-16,-5 2 0 0,-1 1 0 0,-3 1 0 15,-1 2 192-15,0 0-48 0,-2 1 0 0,1 1 0 16,-1 0-16-16,0 0-128 0,0 1 192 0,2 0-64 16,1-2-128-16,0 0 0 0,3-2 144 0,2-1-144 0,1 0 144 0,1-3-144 15,2-2 192-15,2 1-192 0,2-3 224 0,2-2-64 16,1 0-16-16,2-4 0 0,1 1 48 0,2 1 16 16,1-3 0-16,2-1 0 0,0 0-48 0,1 1-16 15,0-1 0-15,0 1 0 0,3 0-144 0,-2 0 0 16,-1 1 144-16,-2 3-144 0,0-1 0 0,-4 2 0 15,0 2 0-15,-4 1 0 0,-1-1 0 0,-2 3 0 0,-1-1 0 16,-2 1 0-16,-1 2 0 0,-3 1 0 0,-1 1 0 0,-3 0 0 0,-1 3 0 0,0 0 128 16,-2 0-128-16,0 0 176 0,1 1 32 0,0 0 16 31,1-1 0-31,1-2 0 0,1 1-80 0,2-4-16 0,1 1 0 0,2-2 0 0,2 0-128 0,1-2 0 16,2-1 0-16,1-1 128 0,1 0-128 0,2-2 0 31,1-2 0-31,2 2 0 0,0-3 0 0,1 1 0 0,2 1 0 0,-1-2 0 15,1 0 0-15,-1 1 0 0,1 1 0 0,-1 1 128 16,-1 0-128-16,-2 0 0 0,0 0 0 0,-2 1 0 16,1 1 0-16,-2 1 0 0,-2 0 0 0,-2 0 0 15,0 2 0-15,-1 0 0 0,-2 2 0 0,-3 0 0 16,1 0 0-16,-3 1 0 0,1 1 0 0,-2 0 0 16,1-2 0-16,-1 1 0 0,1-1 0 0,1 0 0 15,0 0 0-15,0 0 0 0,1-2 0 0,-1 2 0 0,2-3 0 0,1 1 0 0,0 0 0 0,1-2 0 16,2 1 0-16,0-1 0 0,0 0 0 0,1 0 0 31,0 0 0-31,1 2 0 0,0-4 0 0,2 2 128 16,0 0-128-16,0-1 0 0,0 1 0 0,1-1 0 15,1 0 0-15,-1-1 0 0,1 1 0 0,0 0 0 0,0 1 0 16,2-3 0-16,-1 0 0 0,2-2 0 0,-1 1 0 0,1 1 0 16,1-2 0-16,-1-1 0 0,1 1 0 0,-2 0 0 15,0-1 0-15,-1-1 0 0,-1 3 0 0,0-1 0 16,-2 2 0-16,-2 0 0 0,-1 2 0 0,-2 1 0 15,-2 0 0-15,0 3 0 0,-2-1 0 16,-1 1 0-16,-1 2 0 0,0-3 0 0,0 3 0 0,-1 0 0 16,-1 1 0-16,1 0 0 0,-1 2 0 0,1-2 0 15,1 0 0-15,0 0 0 0,2-1 0 0,0 1 0 16,1-1 144-16,1-1-144 0,1 1 0 0,1-2 0 0,2-2 0 0,0 0 0 0,1-2 0 0,2 0 0 31,2-2 0-31,-1-2 0 0,4 0 0 0,1-1 0 0,2-2 0 0,0 2 0 0,1-2 0 0,2-1 144 16,2 0-144-16,1 0 0 0,0 0 128 0,1-2-128 15,-1 1 0-15,-1-1 0 0,-1 2 0 0,-1 1 0 0,-1 1 0 0,0-1 0 32,-2 2 0-32,-1 1 0 0,-2 2 0 15,-3 0 0-15,-2 0 0 0,-1 2 0 0,-2 1 0 0,-3 2 0 16,-1 1 0-16,-3 2 0 0,0 1 0 0,-3 0 0 16,1 3 0-16,-2-2 0 0,1 0 0 0,0-1 0 15,0 0 0-15,2-1 0 0,0-1 0 0,0 0 0 16,2 0 0-16,1-2 0 0,1-1 0 0,2 1 0 15,0 0 128-15,1-3-128 0,1 3 0 0,1-3 0 16,1 1 0-16,0-3 0 0,2 1 0 0,0 0 0 16,1-1 0-16,1 2 0 0,0-4 0 0,0 2 0 15,1-1 0-15,1 0 0 0,-1 2 0 0,0-1 0 16,-1-1 0-16,0 1 0 0,-1 0 0 0,0 1 0 0,0 0 0 16,-2-1 0-16,1 2 0 0,-2-2 0 0,0 3 0 0,0 0 0 15,-2 1 0-15,-1-2 0 0,0 3 0 0,-2 0 0 16,0 0 0-16,-2 2 0 0,0 0 0 0,-1 0 0 15,-1 3 0-15,0-1 0 0,-1 0 0 0,0 2 0 16,0 0 0-16,-2 1 0 0,3 0 0 0,-1-1 0 0,-2-1 0 0,1 2 0 0,0 2 0 0,0-4 0 16,2 1 0-16,1 1 0 0,1-2 0 0,-1-1 0 15,3 0 0-15,2-3 0 0,0 0 0 0,2-1 0 16,0-2 128-16,2-3-128 0,3 0 0 0,0 0 0 16,2-3 128-16,1 0-128 0,1-1 0 0,2-1 128 15,0 0-128-15,1-2 0 16,-1 2 144-16,0-1-144 15,0 1 0-15,-1 0 144 0,0 0-144 0,-2 1 0 0,0 1 0 0,0 2 0 0,-1 0 0 0,-2 1 0 16,-2 1 0-16,-1 2 0 0,-2 2 0 0,-3 0 0 16,-1 2 0-16,0 0 0 0,-3 3 0 0,-1-1 0 0,-2 0 0 0,-1 3 0 15,1 0 0-15,-1-1 0 0,-1 1 0 0,1-1 0 16,1-1 0-16,1-1 0 16,1 0 0-16,2-1 0 15,-1 0 0-15,2 0 0 0,1-3 0 0,2 2 0 16,1-5 0-16,1 3 0 0,0-3 0 0,2 1 0 15,2-3 0-15,0 2 0 0,4-4 128 0,-2 2-128 16,2-3 0-16,2 1 0 0,1-1 0 0,0 1 0 16,-1 0 0-16,1-1 0 0,0-2 0 0,-1 3 0 15,0 0 0-15,-2-2 0 0,2 3 0 0,-4 1 0 0,1-2 0 16,-3 2 0-16,0 0 0 0,-2 2 0 0,0 1 0 16,-2 0 0-16,0 0 0 0,-2 3 0 0,-2 0 0 0,0-1 0 15,-1 2 0-15,-2 3 0 0,2-3 0 0,-3 1 0 16,1 1 0-16,-1 0 128 0,1 0-128 0,-1 1 0 15,0 0 0-15,-1-1 0 0,1 0 0 0,1 1 0 16,-2-1 0-16,3-2 0 0,-1 1 0 0,0-1 0 16,3 0 0-16,-1 0 0 0,0-2 0 0,2 0 0 15,2 0 0-15,-1-1 0 0,2 0 0 0,0-3 0 16,2 1 0-16,1 0 0 0,0-2 0 0,3-2 0 16,0-1 0-16,3 0 0 0,-1 0 0 0,1-2 0 0,0 0 0 0,1 0 0 0,2 0 0 0,0 1 0 15,0-1-144-15,0 0 144 0,0 1 0 0,-1 1 0 16,-1-1-128-16,-2 3 128 0,-1-1 0 0,-1 2 0 31,-3 0 0-31,-2 2 0 0,-1 1 0 0,-2 0 0 0,-2 1 0 0,-1 1 0 16,-3 2 0-16,-1 0 0 0,-1 0 0 0,-2 3 0 15,-1-1 0-15,1 0 0 0,0-1 0 0,0 1 0 16,0 0 128-16,0 1-128 0,0 0 0 0,1-1 0 16,2 0 0-16,2-1 128 0,-1-2-128 0,3 0 0 15,3-2 0-15,0-2 0 0,2 1 0 0,0-3 0 16,2 0 0-16,2-2 0 0,1 1 0 0,2-2 0 15,2-2 0-15,1-1 0 0,1-1 0 0,1 0 0 16,1 2 0-16,0-2 0 0,1 0 0 0,1 0 0 16,0 2 0-16,0 0 0 0,-1 1 0 0,-1-1 0 0,0 2 0 15,-1 3 0-15,-2-2 0 0,-2 2 0 0,-2 2 0 0,-4 1 0 0,0 2 0 0,-3-1 0 16,-3 4 0-16,-1 1 0 0,-4 0 0 0,-1 3 0 16,-1 0 0-1,-3 2 0-15,0-1 0 0,-1 1 0 0,-1 2 0 0,1-1 0 16,0-1 0-16,2-2 0 0,2 2 0 0,1-5 0 15,2 0 0-15,2-1 0 0,0-4 0 0,3 1 128 16,2-2-128-16,1-1 0 0,2 0 0 0,0-4 0 16,4 2 0-16,0-2 0 0,4-1 0 0,0-2 0 15,1 1 0-15,2 0 0 0,0 0 0 0,0 1 128 16,1 0-128-16,-1-2 0 0,-1 2 0 0,-1 1 0 16,-2 0 0-16,-1 2 0 0,-2 0 0 0,-2 1 0 15,-1 0 0-15,-4 2 0 0,0 2 0 0,-3 1 0 16,-2 2 0-16,-1 1 0 0,-3 0 0 0,0 3 0 0,-2 0 0 0,0 0 0 15,1-2 0-15,-2 2 0 0,-1 2 0 0,0 0 0 16,2 0-160-16,1-2-32 0,2 0 0 16,0-2-16128-16</inkml:trace>
  <inkml:trace contextRef="#ctx0" brushRef="#br2" timeOffset="161934.73">12074 10494 5519 0,'-2'0'496'0,"0"0"-496"0,0 0 0 0,2 0 0 0,0 0 976 0,-1 0 112 15,-2 0 0-15,0-1 16 16,-2 1 304-16,1-2 48 0,0 1 16 0,0-1 0 0,2 1-48 0,1-2 0 16,2 1 0-16,-1-1 0 0,0 0-208 0,3 0-32 15,0 0-16-15,2-2 0 0,1 2-368 0,2-3-80 16,0 0-16-16,1 2 0 0,3-4-384 0,1 1-64 16,1-1-32-16,2 0 0 0,0-1-96 0,0 1 0 15,1-2-128-15,0 1 192 16,-1 2 144-16,-2 1 32 0,-2 2 0 0,0 2 0 0,-2 2-16 0,-3 2 0 15,-1 1 0-15,-3 2 0 0,-2-1-352 0,-2 4 0 16,-1 2 0-16,-4 3 0 0,-2-1 0 0,-2 1-208 16,-2 3 16-16,0-4 16 0,2-1-128 0,-3 2-16 15,-2 1-16-15,-1 0 0 0,-2 1 336 0,0-2-176 0,3 1 176 16,0-2-128-16,0 0 128 0,1-2-192 0,2 1 192 16,2-3-192-16,2 1 192 0,3-4 0 0,1 0 0 0,3-2 0 15,2-2 0-15,2-1 0 0,2-2 0 0,1-3 0 16,3 0 0-16,2-2 0 0,1-1 128 0,1-1-128 15,1 3 192-15,0-4-16 0,1 3-16 0,1-2 0 16,0-1 16-16,-2 1 0 0,0 4 0 0,-2-3 0 16,0 4 80-16,-2-1 0 0,-3 1 16 0,0 3 0 15,-2-1-80-15,-3 4-32 0,-1 1 0 0,-3 2 0 16,-1-1 32-16,-1 4 16 0,-4 3 0 0,-1-1 0 16,-2 4 48-16,-1 0 16 0,-1 3 0 0,-1-2 0 15,0 1-272-15,1 1 160 0,1-1-160 0,1-1 128 16,2-2-128-16,0-1 0 0,3 0 0 0,1-5 0 15,3-2 0-15,1-1 0 0,3-1 0 0,2-1 0 0,2-2 0 16,2-2 0-16,1-3 0 0,3 1 128 0,0-2-128 0,2 0 0 16,1-2 144-16,0-1-144 0,2 0 0 15,-1-1 0-15,1 0 0 0,0 1 0 0,-3 2 0 16,0 0 0-16,-1 2 0 0,-2 1 0 0,0 3 0 0,-3-1 0 16,-1 4 0-16,-3-1 0 0,0 3 0 0,-3 1 0 15,-1 4 0-15,-3 1 0 0,-1-1 128 0,0 3-128 16,-4 0 128-16,0 2-128 0,0 0 224 0,-2 1-32 0,-1-1 0 15,-1 0 0-15,0 0-16 0,1 0-16 16,0-2 0-16,1 0 0 0,2-2-160 0,2-3 160 0,2-2-160 0,1-1 160 16,1-1-160-16,2-1 160 0,3-2-160 15,3-3 160-15,2 0-160 0,2-3 0 16,3-2 0-16,2-1 0 0,1 1 0 0,0 0 0 16,3-4 128-16,0 3-128 0,-1 0 0 0,0 1 0 0,-1 1 0 0,0 0 0 15,-1 2 0-15,-2 0 0 0,0 3 0 0,-3 2 0 16,-1 0 0-16,-3 2 0 0,-1 3 0 0,-1 0 0 15,-4-1 0-15,-1 4 0 0,-1-1 0 0,-2 2 0 16,-1 2 208-16,-1 0-32 0,-2-1-16 0,1 1 0 16,1 1 96-16,-1-3 32 0,2 1 0 0,-1-1 0 15,1 1-160-15,1-1-128 0,1-2 192 0,0-2-192 16,2 0 128-16,0 0-128 0,2-2 0 0,1 0 0 0,2-2 0 16,1 1 0-16,0-2 0 0,3 0 0 15,-1-2 0-15,2 1 0 0,1-2 0 0,0 2 0 0,1-3 0 16,-1 3 0-16,0-1 0 0,-1-1 0 0,-2 1 0 0,2 2 0 15,-1 0 0-15,0-1-144 0,-1 1 144 16,0 0 0-16,-1 0-144 0,1 0 144 0,-1 0-128 0,-1 0 128 16,-2 1-160-16,1-1 160 0,-1 2-144 0,-2 1 144 15,0 0-128-15,-1 1 128 0,0-2 0 0,-3 3 0 16,0 0 0-16,0 0 0 0,-2 2 0 0,-1-2 0 16,0 4 0-16,-2-2 0 0,0 2 0 0,-2 2 0 15,-1 0 0-15,1 1 0 0,-1 0 0 0,1-1 0 16,-1 2 128-16,1 1-128 0,2-3 128 0,-1 1-128 15,2-3 128-15,0 1-128 0,3-2 0 0,1-2 128 16,1 0-128-16,1-2 0 0,2 0 0 0,-1-1 128 0,2-1-128 0,1-2 0 0,0 0 0 0,2 0 0 16,1-2 0-16,-1 0 0 0,2-1 0 0,1 1 0 15,-1 0 0-15,1-3 0 0,0 2 0 0,-1-1 0 16,1 1 0-16,-1-1 0 0,-1 3 0 0,-1-1 0 0,-1 2 0 16,0-1 0-1,0 2 0-15,-3 1 0 0,1-1 0 0,-3 3 0 16,1-1 0-16,-2 1 0 0,-1 2 0 0,-1 0 0 15,0 2 0-15,-2 1 0 0,-1 0 0 0,-2 2 0 16,1 0 0-16,-1 1 0 0,0-1 0 0,1 1 0 16,-1 0 0-16,2-3 0 0,0 1 0 0,1-2 128 15,0 0-128-15,1 1 0 0,1-1 128 0,1-1-128 16,1-2 0-16,1 0 128 0,2-3-128 0,0 0 0 16,3-2 0-16,0 0 0 0,1-2 0 0,1 1 0 15,0-2 0-15,3-3 0 0,3 2 0 0,2-5 0 16,1 4 0-16,0-3 0 0,1 0 0 0,1 0 0 15,-3 3 0-15,0-2 0 0,-1 5 0 0,0 0 0 16,-1-1 0-16,-1 3 0 0,-1 1 0 0,-3 1 0 0,-8-2 0 16,0 0 0-16,0 0 0 0,0 0-128 0,0 0 128 0,0 0 0 15,30 36 0-15,-30-28 0 0,-1 2 0 0,-1-2 0 16,0 1 0-16,-1 2 0 0,-1-1 0 0,2 0 0 16,-2-1 0-16,0 0 128 0,2 1-128 0,1-1 0 15,-1-2 0-15,2 1 0 0,0-2 0 0,1-2 0 16,1 2 0-16,0-4 0 0,2 1 0 0,0-1 0 15,0 1 0-15,2-3 0 0,0 0 0 0,1-2 0 16,0 1 0-16,2-1 0 0,0 0 0 0,0 1 0 16,1-2 0-16,0 2 0 0,0-4 0 0,0 2 0 15,0 1 0-15,0 0 0 0,1 0 0 0,-1-1 0 0,-1 3 0 16,1-2 0-16,0 0 0 0,-2 1 0 0,-1 1 0 0,1 0 0 16,-3 0 0-16,0 3 0 0,-1-1 0 0,-2 1 0 0,1-1 0 0,-2 0 0 15,-1 3 0-15,-1 1 0 0,-1 0 0 0,1 1 0 0,-3 0 0 0,-1 2 0 16,1-1 0-16,0 1 0 0,-2 0 0 0,1 0 0 31,-1 0 192-31,1 0-16 0,-1 0-16 0,0-1 0 16,2 1 0-16,0-2 0 0,0 0 0 15,2 0 0-15,0 0-160 0,1-2 0 0,0-3 144 0,1 1-144 16,2 0 0-16,0-1 0 0,1-2 0 0,2 0 0 16,1-3 0-16,0 1 0 0,2-3 0 0,2 0 128 15,-1 0-128-15,2-1 0 0,0-2 0 0,0 2 0 0,-1 0 0 16,2 0-160-16,1-2 160 0,-2 4 0 0,0-3-176 0,-2 4 176 15,0-1-160-15,0 3 160 0,-2 1 0 0,0 0-144 16,-1 0 144-16,-1 3 0 0,-1-1 0 0,-2 1 0 16,0 4 0-16,-2-3 0 0,-1 3 0 0,0 0 0 15,-1 1 0-15,-1-1 0 0,-1 2 0 0,0-1 0 16,1 1 0-16,-2 0 0 0,2 1 144 0,-1-3-144 0,2 2 192 0,-2-1-192 0,2-1 144 0,0 0-144 31,2 0 0-31,-1-2 144 0,2-1-144 0,1-2 0 16,0 2 0-16,2-2 0 0,0 0 0 0,2-2 0 15,1-3 0-15,3 1 0 0,0-3 0 0,2 1 0 16,1-1 0-16,2-2 0 0,1-1 0 0,1 2 0 16,1-1 0-16,0 0 0 0,1 1 0 0,-2-2-144 15,0 2 144-15,-2 0 0 0,0 1-128 0,-1 2 128 16,-2-2 0-16,-2 3 0 0,-2 2 0 0,0 0-128 16,-2 2 128-16,-1 3 0 0,-1-3 0 0,-3 4 0 15,1 2 0-15,-1 0 0 0,-1-1 0 0,-1 2 0 0,-1 2 0 0,1-2 0 16,0 0 0-16,-1 0 0 0,0 1 0 0,0-1 0 15,0 1 0-15,0-1 0 0,1 1 0 0,0-3 0 16,1 1 0-16,0-2 128 0,2 1-128 0,0-2 0 16,1 0 0-16,0-1 0 0,0-1 0 0,2-3 0 15,0 2 0-15,1-4 0 0,2 2 0 0,0-3 0 16,2 1 0-16,-1 0 0 0,3-3 0 0,-1 0 0 16,1 1 0-16,1-2 0 0,0 2 0 0,0-1 0 15,-1 1 0-15,0 0 0 0,2 0 0 0,0-1 0 16,-2 3 0-16,0 0 0 0,0 0 0 0,-1 0 0 15,-2 2 0-15,-1 0 0 0,-2 2 0 0,0 0 0 0,-3 0 0 0,0 1 0 16,-1 2 0-16,-1 1 0 16,-1-1 0-16,-1 2 0 0,-2 1 0 0,0 3 0 15,-1-1 0-15,0 1 0 0,0 1 0 0,-1 0 0 16,0 0 192-16,2 0-48 0,-1 0-16 0,0-3 0 0,1 1-128 0,2-3 160 16,0-2-160-16,1 0 160 0,2-2-160 0,1-2 0 15,0 1 0-15,1-4 0 0,1 2 0 0,2-4 0 16,0 1 0-16,1-3 0 0,1 0 0 0,1-1 0 15,1 0 0-15,0 0 0 0,1-2 0 0,0 2 0 16,1-1 0-16,-1 2 0 0,0 0 0 0,-1 2 0 16,1-1 0-16,-2 0 0 0,-1 3 0 0,0-1 0 15,0-1 0-15,-1 3 0 0,-1-1 0 0,-2 2 0 16,1 2 0-16,-3 1 0 0,1-1 0 0,-2 1 0 0,-1 1 0 16,0 1 0-16,-1 1 0 0,0 0 0 15,1 1 0-15,-1 0 0 0,-1 0 0 0,1 1 0 0,1 1 0 0,-1-2 0 16,1 3 0-16,0-4 0 0,0 3 0 0,-1-9 0 0,0 0 0 0,0 0 0 0,0 0 0 15,0 0 0-15,0 0 0 0,20 37 0 0,-14-36 0 0,0-1 0 16,2-1 0-16,2-2 0 16,0 1 0-1,2-1 0-15,3-1 0 0,1-3 0 0,0 2 128 0,4-4-128 16,-1 2 0-16,1-2 0 0,0 1 0 0,0-1 0 16,-1 1 0-16,0 1 0 0,1 0 128 0,-2 0-128 15,-3 2 0-15,1-1 0 0,1 2 0 0,-2 0 0 0,-15 4 0 16,27-4 0-16,-27 4 0 0,0 0 0 0,0 0 0 15,37 11 0-15,-37-11 0 0,0 0 0 0,0 0 0 0,6 32 0 16,-6-32 0-16,-4 27 0 0,2-13 0 16,-3-1 0-16,1 0 0 0,-1 0 0 15,1 0 0-15,0 0 0 0,1-1 144 0,1-1-144 0,1-1 128 0,0-3-128 16,3 0 128-16,0-2-128 0,1-2 128 0,3-1-128 16,0-4 128-16,2-1-128 0,2-2 0 0,2 0 0 15,2-4 0-15,2-1 128 0,1-1-128 0,2-1 0 16,1 0 0-16,1 0 128 0,-2 2-128 0,1-4 0 15,0 3 0-15,0-1 0 0,-2 2 0 0,-1 1 0 16,-1 2 0-16,-3 1 0 0,0 3 0 0,-1 0 0 16,-12 3 0-16,0 0 0 0,30 0 0 0,-30 0 0 15,0 0 0-15,0 0 0 0,0 0 0 0,0 0 0 0,0 0 0 0,32 36 0 0,-32-36 0 0,0 0 0 16,0 0 0-16,0 0 0 0,3 35 0 0,-3-28 0 31,1-3 0-31,-1-1 128 0,2 2-128 0,0-3 128 16,1-1-128-16,1-1 128 0,0 0-128 0,2-1 0 15,2-1 0-15,1-1 128 0,2 1-128 0,0-3 0 0,3 3 128 0,-1-3-128 16,1 0 0-16,0 1 0 0,1-1 0 0,-2 0 0 16,-1 1 0-16,-2 1 0 0,1 0 0 0,-2 0 0 0,-1 2 0 0,0-1 0 0,-8 2 0 0,0 0 0 15,0 0 0-15,0 0 0 0,0 0 0 0,35 7 0 16,-35-7 0-16,0 0 0 0,0 0 0 0,0 0 0 31,0 0 0-31,0 0 0 0,0 0 0 0,30 30 0 16,-29-26 0-16,-1-4 0 0,0 0 0 0,0 0 0 15,0 0 0-15,0 0 0 0,0 0 0 0,0 0 0 16,0 0 0-16,0 0 0 0,33 32 0 0,-33-32 0 16,0 0 0-16,0 0 0 0,0 0 0 0,34 9 0 15,-34-9 0-15,0 0 0 0,33-2 0 0,-33 2 128 16,26-2-128-16,-26 2 0 0,26-3 0 0,-14-1 0 0,-12 4 0 16,0 0 0-16,29-4 0 0,-21 3 0 0,-8 1 0 0,0 0 0 15,0 0 0-15,0 0 0 0,0 0 0 0,0 0 0 16,0 0 0-16,0 0 0 0,0 0 0 0,0 0 0 15,0 0 0-15,0 0 0 0,0 0 0 0,14 35 0 16,-15-28 0-16,0-1 0 0,1-6 0 0,0 0 0 16,0 0 0-16,0 0 0 0,0 0 0 0,0 0 0 15,18 37 0-15,-18-37 0 0,0 0 0 0,0 0 0 16,0 0 0-16,0 0 0 0,41 9 0 0,-41-9 0 16,18-2 0-16,-8 0 0 0,1-3 0 0,1 0 0 15,1-1 0-15,0 0 0 0,0-2 0 0,-1 2 0 16,0-1 0-16,1 0 0 0,2-2 0 0,0 0 0 0,1 0 0 0,-1 0 0 0,0 0 0 0,-1 3 0 0,0 0 0 15,-2 1 0 1,-1 1 0-16,-11 4 0 0,19-5 0 0,-19 5 0 0,0 0 0 0,0 0 0 0,27 0 0 16,-27 0 0-16,0 0 0 0,0 0 0 15,0 0 0-15,0 0 0 0,0 0 0 0,9 33 0 0,-9-33 0 0,0 0 0 16,0 0 0-16,1 32 0 0,-1-32 0 0,0 0 0 31,0 0 0-31,0 0 0 0,0 0 0 0,0 0 0 16,24 34 0-16,-24-34 128 0,0 0-128 0,24-3 0 15,-15 0 0-15,1 0 0 0,0-2 0 0,1 1 0 16,2-3 0-16,0 0 0 0,1-1 0 0,1 1 0 16,-1-2 0-16,-1 1 0 0,1 2 0 0,-1-1 0 15,-1 2 0-15,-1-2 0 0,1 2 0 0,-1 0 0 0,-1 0 0 16,-1 3 0-16,-9 2 0 0,0 0 0 0,23-2 0 0,-23 2 0 16,0 0 0-16,0 0 0 0,0 0 0 0,0 0 0 15,0 0 0-15,0 0 0 0,33 14 0 16,-33-14 0-16,0 0 0 0,0 0 0 0,0 0 0 0,0 0 0 15,0 0 0-15,0 0 0 0,37 19 0 0,-37-19 0 16,0 0 0-16,0 0 0 0,0 0 0 0,38 16 0 16,-38-16 0-16,0 0 128 0,0 0-128 0,36 10 0 15,-36-10 0-15,0 0 0 0,29 0 0 0,-29 0 0 16,21-5 0-16,-9 3 0 0,0-3 0 0,1-2 0 16,-1 0 0-16,2 0 0 0,0-1 0 0,1 2 0 0,0-2 0 15,0 1 0-15,-1 0 0 0,2 0 0 0,-1 2 0 16,2-2 0-16,0 2 0 0,-2-1 0 0,1 1 0 0,-16 5 0 15,30-5 0-15,-30 5 0 0,26-3 0 0,-26 3 0 16,0 0 0-16,32 3 0 16,-32-3 0-16,0 0 0 0,0 0 0 0,0 0 0 0,36 15 0 0,-36-15 0 15,0 0 0-15,0 0 0 0,0 0 0 0,0 0 0 16,36 20 0-16,-36-20 0 0,0 0 128 0,0 0-128 16,46 10 208-16,-46-10-16 0,35 7-16 0,-35-7 0 15,40 4-176-15,-40-4 128 0,48 6-128 0,-48-6 128 16,55 9-128-16,-25-6 0 0,1 1 0 0,1-3 0 15,-1 0 0-15,1-1 0 0,-1 1 0 0,-2 0 0 16,-29-1 0-16,57 6 0 0,-57-6 0 0,60 6-18944 16</inkml:trace>
  <inkml:trace contextRef="#ctx0" brushRef="#br2" timeOffset="163351.31">13433 11235 4607 0,'-3'0'400'0,"0"0"-400"0,2 1 0 0,0-1 0 0,1 0 256 16,-1 2-16-16,-1-2-16 0,-2 2 0 0,-1-1 224 0,1 0 64 15,-2 1 0-15,1-2 0 0,2 1 544 0,0-1 112 16,0 0 32-16,1 0 0 16,1-1 384-16,0-1 80 0,2 0 0 0,1-2 16 15,0 1 32-15,3-4 0 0,1-1 0 0,4-3 0 0,3-1-496 0,5-6-80 16,5-4-32-16,8-4 0 0,8-5-240 0,8-7-48 16,8-10-16-16,5-1 0 0,4-2-48 0,5-3-16 15,3 0 0-15,7-3 0 0,3 0-32 0,2-2-16 16,-4 4 0-16,4-2 0 0,2 5-160 0,0-3-16 15,0 2-16-15,-4 1 0 0,-1 3-352 0,-5 4-144 16,-6 5 128-16,-6 4-128 0,-2 3 0 0,-5 5-320 0,0 3 48 16,-6 3 16-1,-6 5-704-15,-5 0-128 0,-5 3-16 0,-3 5-16 16,-7 0-16-16,-2 3 0 0,-3 4 0 0,-2 0-12320 0</inkml:trace>
  <inkml:trace contextRef="#ctx0" brushRef="#br2" timeOffset="165102.12">15923 9791 19343 0,'3'-2'1728'0,"0"0"-1392"15,-1 1-336-15,-1 1 0 0,0 0 1024 0,0 0 144 0,2-2 32 0,0 0 0 0,2-1-272 0,1 1-48 32,-2-1-16-32,-1 0 0 0,-1 0-288 0,-2 3-64 0,0-2-16 0,-3 1 0 15,0 1 16-15,-1 1 16 0,-2 1 0 0,-2 0 0 16,-2 0-272-16,-3 1-64 16,-1 2-16-16,-3 1 0 0,-2 2-32 0,0-1 0 15,-1 4 0-15,-1 1 0 0,2 2 688 0,-2-1 128 16,3 3 16-16,0-2 16 15,3 1-1664-15,3-3-336 0,4-1-64 0,1-3-16 0,5 1 1088 0,1-5 256 0,2 1 16 0,2-2 16 16,2-2-112-16,2-1-32 0,3-1 0 0,1 1 0 16,1-3 144-16,2 1 32 0,3 0 0 0,2 1 0 15,1-1 64-15,2 2 32 0,-22 0 0 0,46 5 0 16,-46-5-112-16,47 10-32 0,-47-10 0 0,39 13 0 16,-39-13 16-16,0 0 0 0,43 24 0 0,-43-24 0 15,0 0-288-15,0 0 160 0,19 43-160 0,-20-33 128 16,-5 2-128-16,-2-1 160 0,-3 0-160 0,-2 0 160 15,-1-2 48-15,-2 0 16 0,0-1 0 0,-3-1 0 16,-3 0-80-16,0-3-16 0,4-1 0 0,0 0 0 0,-2-1-128 16,3-2 0-16,2 0 144 0,3-4-144 0,4 1 0 0,3-2 0 15,3-2 0-15,3 0 0 16,4-4-368 0,4-2-144-16,3 1-16 0,5-2-16464 0</inkml:trace>
  <inkml:trace contextRef="#ctx0" brushRef="#br2" timeOffset="165434.51">16217 9734 12895 0,'-2'-4'576'0,"1"-1"112"0,0 2-560 0,0 1-128 16,1 0 0-16,0 2 0 0,-1-3 1408 0,0 1 240 16,0-1 48-16,0-1 16 0,0-1-688 0,-1 0-128 15,0 3-16-15,1 2-16 0,0 0-272 0,-1 0-48 16,1 2-16-16,-1 3 0 0,0 0 128 0,0 2 32 15,0 0 0-15,-3 3 0 0,2 2 96 0,-3 0 32 16,0 2 0-16,0 2 0 0,-1 0-240 0,0 4-64 0,0-1 0 16,1 2 0-16,0 1-48 0,2 1-16 0,-1-2 0 0,2 2 0 15,1-2 0-15,-1-1 0 0,2 0 0 0,1-20 0 16,1 32-128-16,-1-32-48 0,0 0 0 0,0 0 0 16,21 43-16-16,-21-43-16 0,0 0 0 0,0 0 0 15,43 12 112-15,-28-12 32 0,0-4 0 0,3 1 0 16,1-4-176-16,-2 0-16 0,4-3-16 0,-3 1 0 15,0-1-176-15,-2-1 0 0,-2 1 0 0,-1-2 128 32,-1 2-608-32,0-1-128 0,-1 2-32 0,-3 1-15840 0</inkml:trace>
  <inkml:trace contextRef="#ctx0" brushRef="#br2" timeOffset="166249.84">16460 9914 11967 0,'0'0'528'0,"-1"0"112"0,0 1-512 0,0 1-128 16,0-2 0-16,0 2 0 0,-1-1 1696 0,-1 3 304 16,0 1 64-16,-3 2 16 0,-1 2-448 0,-2 1-96 15,2 1 0-15,0 1-16 0,0 0-560 0,2 0-96 16,1-1-32-16,2 0 0 0,1-2 144 0,1-2 32 16,3 0 0-16,1-3 0 0,1-1-336 0,2 0-64 15,1-3-16-15,1 0 0 0,2-2-80 0,-1 1 0 16,0-2-16-16,1-1 0 0,2-3-192 0,0 0-48 15,0 0 0-15,0 0 0 0,-1 0-256 0,-1-1 160 16,-3 2-160-16,1-1 128 0,-3 2-128 0,-2-3 0 0,-1 4 0 0,-3-3 0 16,0 2 0-16,-4 0 0 0,-1 0 0 0,-1 2 0 15,-3-1-256-15,-3-1 0 0,0 2 16 0,-1 2 0 32,-2-1-352-32,-2 4-80 0,-2-1-16 0,0 2 0 0,0 2 176 15,3 0 48-15,0 2 0 0,1 0 0 0,3 1 464 0,2-2 0 0,2 0 0 0,1 0 0 16,2 2 128-16,2-4 112 0,1 3 16 0,2-3 16 15,2-1 96-15,0 0 16 0,5-1 0 0,1-2 0 16,3 0 16-16,0-4 16 0,2 1 0 0,1 1 0 16,3-5-192-16,1 2-32 0,0-2-16 0,0 2 0 0,0-4-176 15,0 4-224-15,2-3 48 0,0-1 16 16,-1 1-288 0,1 0-48-16,-1 3-16 0,-1-2 0 0,1 2 192 0,-4 0 16 0,-1 0 16 0,-2 3 0 0,-3 1 288 0,-3 0-192 15,-1 2 192-15,-3 0-160 0,-1 2 160 0,-2 1 0 16,-2 1 0-16,-1 2 0 0,0 0 144 0,-2 0-144 15,0 0 192-15,0 1-192 0,-1-1 416 0,1 1-32 16,0 0 0-16,1-1 0 0,1-1-48 0,0 0-16 16,2 2 0-16,0-2 0 0,0 2 64 0,2-4 16 15,1 2 0-15,0-1 0 0,2-2-208 0,-1 0-64 16,2-1 0-16,1-1 0 0,-1-1-128 0,3-1 0 16,0-1 0-16,2-1 128 0,0-1-128 0,0-4 0 0,0 2 0 15,2-2 128-15,-1-1-128 0,1 0 0 0,0-1 0 0,-1 0-176 16,0 1 48-16,1-2 0 0,0 1 0 0,-2-2 0 15,1 0 128-15,-2 0-192 16,0 3 192-16,-2 2-192 0,-1 0 192 0,-1 3-192 0,-2 3 192 0,-1 1-192 16,0 0 192-16,-1 1 0 0,0 2 0 0,0 2 0 15,-1 2 0-15,-1 1 0 0,0 3 0 0,-1-1 0 16,1 4 0-16,-1-2 0 0,3-12 0 0,0 28 128 16,0-28-128-16,0 0 176 0,5 33-176 0,-5-33 192 15,0 0-192-15,0 0 128 0,0 0-128 0,0 0 128 0,37 32-128 16,-28-32 0-16,3-1 144 0,0-3-144 0,1-1 256 0,1-2 0 15,-1 0-16-15,0-3 0 0,0 0 32 0,0-1 16 16,1-3 0-16,-2-1 0 0,0 0-160 0,-1-3-128 16,-3 1 192-16,-2-1-192 0,0 1 128 0,-2 0-128 15,-3 3 0-15,0 4 0 0,-2 1 0 0,-1 1-224 0,-1 4 32 0,1 0 16 16,0 3-1312-16,0-1-272 0,2 4-48 0,-1-1-13520 16</inkml:trace>
  <inkml:trace contextRef="#ctx0" brushRef="#br2" timeOffset="167052.87">17517 9820 7359 0,'-3'1'320'0,"0"0"80"0,1-1-400 0,-1 0 0 0,1 2 0 0,0-2 0 0,0 3 1136 16,-1-1 144-16,-4 3 16 0,-1-1 16 16,-2 5 336-16,-2 2 64 0,2-1 16 0,-1 3 0 15,2-1-528-15,0 3-112 0,0-1 0 0,2 1-16 16,-1-2-32-16,2 1 0 0,1-2 0 0,2 0 0 15,1-2 0-15,2-3 0 0,1 0 0 0,-1-7 0 16,0 0-256-16,0 0-48 0,0 0-16 0,0 0 0 16,36 12-256-16,-27-14-48 0,1-1-16 0,0-2 0 15,2 1-80-15,0-2-32 0,0-3 0 0,1 0 0 16,1-1-288-16,-1-2 0 0,0 1 128 0,-2 1-128 0,-1 1 0 0,0-1 0 16,1-2 0-16,-2 0 0 0,-1 3 0 0,-2-1 0 15,0 2 0-15,-2 0 0 0,-2-1 0 0,-2 1 0 16,-1 2 0-16,-3 0 0 0,-2 2 0 0,0-1 0 0,-3 3 0 0,-4 2-144 15,1 2 144-15,-2 1 0 0,-1 2 0 0,-2 1 0 0,0 1 192 0,2 1 32 16,-1 1 0 0,2 0 0-16,1 1-96 0,2-1 0 15,1 0-128-15,1-1 192 0,3-1-192 0,1-2 128 16,3-1-128-16,1-1 0 0,3-1 0 0,2-2 0 0,1-2 0 0,3-1 0 0,1 1 0 0,2-3 0 31,0-2-144-31,2 1 144 16,1 0-1104-16,1-1-128 0,0 0-32 0,0 2 0 15,0-2-1440-15,0 1-304 0,1 0-48 0,0-1-16 16,-1 0 832-16,0 0 176 0,-2 2 16 0,1-2 16 0,0 2 1376 0,0-2 272 0,0 2 48 0,-1 1 16 16,-2-1 1312-16,0 3 272 0,-1 0 48 0,-3 2 16 15,0 0 784-15,-2 1 176 0,0 2 16 0,-1-2 16 16,0 3-464-16,-4-4-80 0,0 0-32 0,0 0 0 16,0 0-576-16,0 0-112 0,0 0-32 0,0 0 0 15,0 0-496-15,20 40-96 0,-20-40-32 0,0 0 0 16,0 0-240-16,5 34-160 0,-5-34 192 0,0 0-192 15,0 30 144-15,-2-18-144 0,1 0 0 0,-3-3 144 16,1-1 16-16,0 1 0 0,0-2 0 0,-1 0 0 16,1-2 0-16,-1-2 0 0,1 1 0 0,0-4 0 15,0 0 16-15,1 0 0 0,1-2 0 0,0-3 0 16,1 0 96-16,1-1 32 0,1 0 0 0,0-3 0 16,3-1-176-16,-1-1-128 0,2-1 192 0,1-2-192 0,2-1 128 0,-1-1-128 15,2 2 0-15,1 1 0 0,-1 1 0 0,1 3 0 16,-1 0 0-16,0-1 0 0,-1 4 0 0,1 0 0 15,-1 2 0-15,-1 1 0 16,1-1-512-16,-2 1 0 16,0 2 0-16,1 0-10960 0,-2 1-2208 0</inkml:trace>
  <inkml:trace contextRef="#ctx0" brushRef="#br2" timeOffset="168187.6">18335 9680 6447 0,'3'-2'576'0,"-1"-1"-576"0,-1 0 0 0,-1 3 0 15,0 0 1248-15,1 0 144 0,0 0 16 0,1-2 16 0,0 1 496 0,0 1 80 0,-2 1 32 0,-2 1 0 31,0 4-272-31,-2 0-48 0,0 2-16 0,-2 2 0 16,1 1-112-16,-1 3-32 0,0-1 0 0,-2 3 0 16,2-1-400-16,-3 0-96 0,2 3-16 0,-1 0 0 15,0-1-400-15,0 2-64 0,0-1-32 0,0 0 0 16,1 0-240-16,-1 1-48 0,3-1-16 0,-2-3 0 16,3-3-240-16,0 0 176 0,0-2-176 0,1-4 160 0,1 0-160 0,0-2 0 0,1-2 0 0,1-1 0 0,0-1 0 15,1-3 0-15,0 1 0 0,1-3 0 0,1-2-128 0,0 0 128 16,0-2-160-16,0-1 160 0,3 0-272 0,-1-4 32 31,1-2 16-31,1-3 0 0,1-2-48 0,0-1-16 0,3-2 0 0,-2-2 0 31,1 2-224-31,1-2-64 0,2-2 0 0,-1-1 0 16,2 3 48-16,-1 5 0 0,-1 4 0 0,-2 3 0 0,0 5 528 0,-2 1 0 16,-1 4 0-16,-1 2 144 0,0 2 688 0,-3 2 128 15,1 2 16-15,-2 4 16 0,0-3-208 0,-1 5-32 16,-1 1-16-16,0-11 0 0,0 0-400 0,-3 40-80 15,3-40 0-15,-4 31-16 0,1-14-96 0,1-1-16 16,-1 3 0-16,0 0 0 0,-1-2 0 0,1 0-128 16,1 1 192-16,2-18-64 0,-4 28-128 0,4-28 128 0,-3 26-128 0,2-16 128 15,1-10-128-15,0 0 0 0,0 0 0 16,0 0 0-16,0 0 0 0,0 0 0 0,0 0 0 0,0 0 0 16,0 0 0-16,0 0 0 0,11-2 0 15,-7-8 0-15,1-2 0 0,0 0 0 0,2-4 0 0,0 0 0 16,2-1-240-16,0-1 80 0,0-2 16 0,0 1 0 31,1-3-240-31,0 1-32 0,1 1-16 0,0 2 0 0,1 1-80 0,0 1-32 0,1 2 0 16,0 2 0-16,-1 2 400 0,0-1 144 0,0 4 0 0,-1-1-144 0,-1 2 144 0,-1 3 0 15,-2 0 160-15,-1 3-160 0,-1 3 544 0,-5-3 16 0,0 0 0 0,0 0 0 16,0 0-128-16,10 48-32 0,-10-48 0 0,-3 37 0 31,3-37-192-31,-4 41-32 0,4-41-16 0,-4 46 0 0,4-46-160 0,-3 47 128 16,3-47-128-16,-2 44 128 0,2-44-128 0,1 40 128 15,-1-40-128-15,4 34 128 0,-4-34-128 16,0 0 0-16,0 0 0 0,13 38 0 0,-10-35-320 0,2-4-64 0,0-1 0 0,0-3-17024 16</inkml:trace>
  <inkml:trace contextRef="#ctx0" brushRef="#br2" timeOffset="168875.29">18725 9882 13823 0,'1'-1'1216'0,"0"1"-960"16,0 0-256-16,0 0 0 0,-1 0 1248 0,1 0 208 15,1 0 32-15,1 0 16 0,0 0 1120 0,2 0 208 16,1 1 48-16,-1-1 16 0,1 2-1136 0,-1 0-224 16,1 0-64-16,-6-2 0 0,0 0-832 0,0 0-160 15,30 3-32-15,-21-5-16 0,1 1-112 0,0-3 0 16,1-3-16-16,0 0 0 0,2-1-80 0,-2-1-16 15,0 0 0-15,-1-1 0 0,0 1-16 0,-1 1 0 16,-2-1 0-16,-1 0 0 0,-3 2-192 0,0-1 0 16,-1 2 128-16,-1 0-128 0,-1 2 0 0,-2 1 0 15,-1-1 0-15,-1 3 0 0,-2-1 0 0,-2 2 0 0,-3 0 0 16,1 3-160-16,-2 1-32 0,1 2 0 0,-1 0 0 0,0 1 0 16,1 3 0-16,0-1-16 0,0 0 0 0,0 1 0 15,2 2 208-15,0-2 0 0,0 2 0 0,2-1 0 16,1 1 0-16,1-3 0 0,-1 3 0 0,3-2 0 15,-1-1 192-15,1-2-32 0,2 1 0 0,1-2 0 16,0-6 96-16,0 0 0 0,0 0 16 0,0 0 0 16,0 0-80-16,0 0-32 0,0 0 0 0,39 15 0 15,-29-17 32-15,1 1 0 0,2-1 0 0,-1 0 0 0,1-1-192 0,0 1 160 0,1-1-160 16,1 0 160-16,1 2-160 0,-1-4 0 0,1 1 0 0,-1-1 0 31,1 0-400-31,-1-2-112 0,0 0-32 16,-1 0-11200-16,0-1-2240 0</inkml:trace>
  <inkml:trace contextRef="#ctx0" brushRef="#br2" timeOffset="169468.64">19197 9799 8287 0,'1'0'736'16,"0"0"-592"-16,0-1-144 0,-1 1 0 0,0 0 2016 0,1 0 368 31,0-2 80-31,1 2 16 0,0-2 784 0,1-1 144 16,0 1 48-16,0-3 0 0,1 3-1408 0,-1-3-256 15,0 0-64-15,0-1-16 0,0 0-1264 0,-1-1-240 16,0 0-48-16,-2 0-16 0,0 0-144 0,0-2 0 16,-2 2 0-16,-2 1-176 0,0 0 176 0,-1 1 0 15,-2 2 0-15,1 1-128 0,-2 2-144 0,0 3-32 16,-1 1 0-16,-1 2 0 0,1 0 160 0,0 1 144 16,1 3-208-16,-2 0 80 0,2 1 128 0,0-1 256 0,0 3-64 0,1 2-16 15,-1-3 144-15,3 2 16 0,0-2 16 0,2-1 0 16,3-11-32-16,0 0 0 0,-2 25 0 0,2-25 0 15,0 0-80-15,0 0-32 0,0 0 0 0,0 0 0 0,0 0-80 0,0 0-128 0,0 0 176 16,33 21-176 0,-28-24 144-16,0 1-144 0,2 0 0 0,-2-1 144 15,2 1-144-15,-2-3 0 0,1 1 0 0,-1 1 0 16,1-2 0-16,-1-2 0 0,2 1-160 0,-1 0 160 31,1-1-528-31,0-1-16 0,1-1 0 0,0 0 0 0,0 0-416 0,3-3-96 0,0-4-16 0,0-1 0 16,1 0-208-16,0-4-32 0,1-1-16 0,-2-1 0 15,0-3-144-15,0 0-16 0,-2-1-16 0,-2-1 0 16,0-1 256-16,-3 3 48 0,0 0 16 0,-2 8 0 0,-1 3 816 0,-1 6 176 16,-1 4 16-16,-1 2 16 0,-2 4 1184 0,1 3 224 15,-1 1 48-15,-2 2 16 0,1 2 464 0,-1 1 80 16,1 4 32-16,-2 3 0 0,2 0-752 0,-1 2-160 16,0 4-16-16,1 1-16 0,-1 0-144 0,0-1-32 15,-1 1 0-15,2 0 0 0,-1-1 0 0,1-1-16 16,0 0 0-16,1 1 0 0,4-23-192 0,-4 40-48 15,4-40 0-15,1 35 0 0,-1-35-272 0,0 0-64 16,14 39-16-16,-14-39 0 0,0 0-160 0,0 0 0 16,35 25 0-16,-35-25 0 0,23-2-336 0,-10-4-48 15,2-3-16-15,0-2-11344 16,1-3-2272-16</inkml:trace>
  <inkml:trace contextRef="#ctx0" brushRef="#br2" timeOffset="169657.46">19585 9564 13823 0,'-2'2'1216'16,"0"1"-960"-16,2-1-256 0,-1 0 0 16,1-1 1888-16,0 1 336 0,0 1 64 0,-1 1 16 15,1 3 288-15,0-2 64 0,0-5 16 0,0 0 0 16,0 0-1136-16,0 0-208 0,0 0-48 0,39 16-16 0,-27-16-720 0,-1-3-144 0,0 1-16 0,0 2-16 31,0-2-560-31,-11 2-128 0,17 0 0 0,-17 0-16 16,0 0-1712-1,0 0-320-15</inkml:trace>
  <inkml:trace contextRef="#ctx0" brushRef="#br2" timeOffset="169828.57">19591 9708 6447 0,'0'2'576'0,"0"-1"-576"16,1 1 0-16,-1-2 0 0,-1 2 2368 0,0 1 384 15,0-1 64-15,0 5 0 0,-1 1 848 0,-2 3 176 16,1 3 16-16,-2 0 16 0,-1 3-1728 0,1-2-352 15,-1-1-64-15,1 0 0 0,-1-1-1184 0,2-2-224 0,1 1-64 16,0-5 0-16,3-7-256 0,0 0 0 0,0 0-208 0,0 0 80 31,0 0-1744-31,0 0-352 0</inkml:trace>
  <inkml:trace contextRef="#ctx0" brushRef="#br2" timeOffset="170281.12">19814 9685 12895 0,'-1'2'1152'0,"0"-2"-928"0,0 2-224 0,0-2 0 16,1 1 1776-16,-1 1 304 0,-1 0 64 0,-2 0 16 15,-1 3 528-15,0 1 96 0,-1 0 32 0,1 1 0 16,1 1-1152-16,-1-1-240 0,3 2-32 0,2-9-16 16,-7 19-832-16,7-19-160 0,0 0-48 0,-5 33 0 15,5-33 16-15,0 0 0 0,0 0 0 0,5 40 0 16,-5-40-160-16,0 0-16 0,0 0-16 0,0 0 0 15,28 32-160-15,-28-32 0 0,0 0 0 0,24 4 0 0,-15-8 0 0,1 1 0 0,-1-2 0 0,1-2 0 32,-1 0-624-32,1-1-48 0,1-3-16 0,0 1 0 0,0-1-912 15,-1-3-176-15,1 1-32 0,-1-1-16 0,0 0 224 0,-2-2 32 0,0 1 16 0,-2 2 0 16,0 0 512-16,-3 3 96 0,0 4 32 0,-1-2 0 0,-1 6 704 0,-1 2 208 16,-1 0 0-16,0 0 0 0,-1 2 1232 0,0 3 368 31,-1 1 80-31,-2 2 16 0,1-1 208 0,1 4 32 15,-2 0 16-15,0 1 0 0,1 2-736 0,-2-2-160 16,1 3-32-16,5-15 0 0,-7 25-512 0,7-25-128 16,0 0 0-16,-5 33-16 0,5-33-176 0,0 0-48 15,0 0 0-15,0 0 0 0,0 0-144 0,8 36 0 0,-4-34 0 0,0-1 128 16,0-1-128-16,1-1 0 0,2-4 0 16,0 1 0-1,3-4-752-15,-1 0-128 0,1 0-16 0,1-4-16 0,1 2-1520 0,1-3-320 0,1 0-48 0,0 1-16 16,1-2-496-16,-1-1-96 0</inkml:trace>
  <inkml:trace contextRef="#ctx0" brushRef="#br2" timeOffset="170813.95">20171 9656 6447 0,'14'-13'272'0,"-11"10"80"0,-3 3-352 0,0 0 0 0,0 0 0 0,0 0 0 16,0 2 2144-16,-1-1 352 15,0 2 80-15,-3 2 16 16,1 2 704-16,-3 1 144 0,0 1 16 0,0 0 16 16,0 3-1264-16,-2-1-256 0,2 2-48 0,-2 1-16 15,0 0-800-15,0 1-144 0,3 1-48 0,-3 1 0 0,2-1-256 0,-1-1-64 16,0 0-16-16,2-2 0 15,5-13-304-15,-9 24-64 0,9-24-16 0,0 0 0 16,-4 24-176-16,4-24 0 0,0 0 0 0,0 0 128 16,0 0-128-16,0 0 0 0,11-5 0 0,-7-5 0 0,4-1 0 0,-1-1 0 15,2 0 0-15,2-5 0 16,-1 2-208-16,1-2-32 0,0-1 0 0,1 0 0 16,0-2-528-16,0 2-96 0,-1 3-32 0,0-1 0 15,-3 4 112-15,0 3 16 0,-1 1 0 0,-2 4 0 16,0-1 576-16,-1 3 192 0,-1 4 0 0,0-2 0 0,-1 2 160 0,-1 1 144 15,-1 1 16-15,0 1 16 0,-1 1 432 0,1-6 96 16,0 0 16-16,-4 27 0 0,2-17-384 0,2-10-80 16,-5 22-16-16,5-22 0 0,-6 21-240 0,6-21-160 15,-4 21 192-15,1-12-192 0,0-1 160 0,0 1-160 0,0-2 128 0,0-1-128 0,1 0 0 0,-1-1 0 32,1-1 128-32,1-2-128 0,0 1 0 0,1-3 128 0,-1 1-128 0,1-2 128 15,1 1-128-15,-1-3 128 0,2 0-128 0,-1 0 128 16,2-2-128-16,0 0 0 0,1 0 0 15,0-2 0-15,2 0 0 0,-2 0 0 0,2 0 0 0,0 0 0 16,1-1 0-16,0-1 0 0,2 0 0 0,0-1 0 16,-1 0-192-16,2 1 0 0,0 0-16 0,1-1 0 15,-1 1-96-15,1 0-16 0,-1 1 0 0,2 1 0 16,-2 1 128-16,0 1 32 0,0 2 0 0,-1 0 0 16,-9 3 160-16,0 0 0 0,0 0 160 0,0 0-160 15,0 0 480-15,33 24 0 0,-33-24 0 0,0 0 0 16,4 40-176-16,-4-40-48 0,-3 36 0 0,3-36 0 15,-7 42-16-15,7-42-16 0,-7 47 0 0,7-47 0 0,-5 46-96 16,5-46-128-16,2 43 176 0,-2-43-176 0,0 0 0 0</inkml:trace>
  <inkml:trace contextRef="#ctx0" brushRef="#br3" timeOffset="197391.67">5637 6714 911 0,'0'-2'0'0,"0"1"0"16,0-1 0-16,0 2 0 0,0-2 400 0,0 1 0 15,0 1 0-15,0-2 0 0,0 0 272 0,0-2 48 16,0-1 16-16,0 2 0 0,1-1-160 0,-1 1-48 0,0 1 0 0,1-1 0 15,0 3-144-15,0-1-16 16,-1 1-16-16,0 0 0 0,0 1-224 0,0-1-128 16,1 2 160-16,-1-2-160 0,1 3 256 0,0-3-64 0,0 2 0 0,0-1 0 15,0 1 16-15,1 0 0 0,1-2 0 0,-1 0 0 16,2 0-80-16,0 0-128 0,0-2 176 0,-1 0-176 16,2 1 208-16,0-1-64 0,-1 0-16 0,1 1 0 0,-1-2 272 15,2 2 48-15,0-1 16 0,-1-1 0 0,1 1-32 0,-2 1-16 16,2-1 0-16,-2 1 0 15,0 1-96-15,0-1-32 0,0-1 0 0,-2 0 0 0,0 1-144 0,1 1-16 0,-1 0-128 0,0 1 192 32,0 1-192-32,0-2 0 0,-1 2 0 0,0-2 0 15,1 2 0-15,-1-2 0 0,1 2 0 0,0-2 0 16,-1 0 0-16,0 0 0 0,0 0-128 0,0 0 128 16,0 0-144-16,0 0 144 0,0 0-208 0,-1 0 80 0,1 0-96 0,0 0-16 15,0 0 0-15,-1-2 0 0,1 2 240 0,-1-1-176 16,0 0 176-16,0 1-160 0,0 0 160 0,0 0 0 15,0-2 0-15,0 2 0 0,0 0 0 0,-1 0 0 16,1-2 0-16,1 2 128 0,-1 2-128 0,0-2 0 0,0 0 128 16,0 0-128-16,0 0 0 0,1 2 0 15,-1-2 0-15,0 0 0 0,1 1 0 0,-1 0 0 16,0-1 0-16,0 0 128 0,0 2-128 0,1-2 0 16,-1 1 0-16,0 1 0 0,0-1 0 0,1-1 0 15,-1 0 0-15,0 0 0 0,0 0 0 0,0 0 0 16,0 0 0-16,0 0 0 0,0 0 128 0,-1-1-128 0,1 1 128 15,0 0-128-15,0 0 0 0,-1 0 144 0,1 0-144 0,0 0 0 0,0-2 128 0,0 2-128 16,-1 0 0-16,1 2 0 0,0-2 0 0,-1 0 0 0,1 0 128 16,0 0-128-1,-1 0 0-15,1 0 0 0,0 1 0 0,0-1 0 0,0 0 0 0,0 0 0 0,0 0 0 0,0 0 0 32,0 0 0-32,1-1 0 0,-1 1 0 0,1-2 0 0,0 1 0 0,0 1 0 0,-1-2 0 15,1 1 0-15,0 1 224 0,-1-1-64 0,2 1-16 0,-1 0 0 16,-1-2-144-16,1 2 192 0,-1 0-192 0,1 0 192 15,-1 0-192 1,1 0 0-16,-1 2 144 0,0-2-144 16,0 1 0-16,0 0 144 0,0-1-144 0,0 2 0 15,0-1 0-15,0 1 0 0,0-2 0 0,0 1 0 16,0 1 128-16,0-2-128 0,0 2 0 0,-1-2 0 0,1 0 256 16,-1 0-64-16,1 0-16 0,0 0 0 0,0 1 64 15,0-1 16-15,0 1 0 0,0-1 0 0,-1 0-256 0,1 0 0 0,0 2 128 0,0-2-128 0,-1 0 0 0,1 1 128 31,0 1-128-31,-1-2 0 0,1 2 0 0,0-1 0 0,-1-1 0 0,1 0 0 16,-1 0 0-16,0 0 0 16,1 0 0-16,-1 0 0 0,0 0 0 0,0 0 128 15,0 0-128-15,1 0 0 0,-1-1 0 0,1 1 0 16,-1 0 0-16,1 0 0 0,0 0 160 0,0 0-16 16,0 0 0-16,0 0 0 0,1 0 224 0,-1 0 32 15,1 0 16-15,0 0 0 0,0 0-224 0,1 0-64 0,-1 0 0 16,0 1 0-16,1-1-128 0,0 0 0 0,0-1 0 0,0 1 0 15,1 0 128-15,-1-2-128 16,1 2 0-16,1-2 128 0,1 1-128 0,-2-1 160 0,2 2-160 0,0-2 160 16,0 2 32-16,1-2 16 0,-2 0 0 0,2 1 0 15,-1 1-208-15,1-3 176 0,0 3-176 0,0-2 160 16,1 2-160-16,-1 0 160 0,1 0-160 0,-1 0 160 16,0 0-160-16,-1 0 0 0,0 0 0 0,0 2 0 0,0-2 0 0,-1 0 0 0,0 0 0 0,0 0 0 15,1 0 0 1,-2 1 0-16,1-1 0 0,0 2 0 15,1-2 0-15,-2 0 0 0,2-2 0 0,-1 1 0 16,1 1 0-16,0-2 0 0,1 2 0 0,0 0 0 16,-2 0 0-16,2-1 0 0,1 2 0 0,-1-1 0 15,0 0 0-15,1 2 0 0,0-1 0 0,1 1-176 0,-2-2 176 0,1 0 0 0,-1 0 0 0,1 0 0 32,-1 0 0-32,2 0 0 0,-1-2 0 0,0 1 0 15,-1 1 0-15,1-2 0 0,-1 1-144 0,1 0 144 0,-2-1 0 0,1 0 0 16,-1 1 0-16,1-1 0 0,-1 2 0 0,0-2 0 15,0 2 0-15,-2 2 0 0,2-2 0 0,0 2 0 16,-1-1 0-16,2 1 0 0,-1-2 0 0,-1 2 0 16,1-2 0-16,-2 1 0 0,2 0 0 0,0 1-144 15,1-1 144-15,0-1-160 0,0 0 160 0,0-1-160 16,0 1 160-16,1 0-160 0,0 1 160 0,0-2 0 16,-2 1 0-16,1 0 0 0,-1 0 0 0,2 0 0 15,-1 0 0-15,0 0 0 0,1 0 0 0,-1 0 0 16,0 0 0-16,-1 1 0 0,2 1 0 0,-2-2 0 0,1 1 0 15,0 1 0-15,0-2 0 0,0 0 0 0,3 0 0 0,-2 0 0 16,1-3 0-16,1 1 0 16,-1 1 0-16,1-2 128 0,1 2-128 0,-1-4 0 0,0 3 0 15,1-3 0-15,1 3 0 0,-2-1 0 16,1 1 0-16,-1-1 0 0,2 1 0 0,-3 0 0 0,1-2 0 0,0 3 0 16,1-1 0-16,-1 0 0 0,-1-1 0 0,2 3 0 15,-2-2 0-15,0 2 0 0,0-3 0 0,-2 3 128 16,2-2-128-16,-2 2 0 0,1-2 0 0,-3 2 0 15,2 0 0-15,-2 0 0 0,2 0 0 0,0 2 0 16,-1-2 0-16,1 0 0 0,-2 2 0 0,1-2 0 0,0 1 0 0,-1 1 0 0,1-2 0 0,0 2 0 16,-1-2 0-16,1 0 0 0,0 0 0 15,0 0 0 1,1 0 0-16,-2 0 0 0,2 0 0 0,0 0 128 16,0 0-128-16,-1-2 0 0,2 2 0 0,-1 0 0 0,1 0 256 15,-1 0 0-15,1-2-16 0,-2 2 0 0,2 0 160 0,-2 0 48 16,1 2 0-16,0-2 0 0,-2 2-304 15,1-2-144-15,0 2 160 0,-1 1-160 0,1 0 0 0,-1 1 0 16,1-2 0-16,0 0 0 0,0 1 0 0,0-1 0 16,0 1 0-16,-1-2 0 0,3 2 0 0,-2-2 0 15,1 3 0-15,-2-3 0 0,2 1 0 0,-1-2 0 16,0 2 0-16,1-2 0 0,0 2 0 0,0-2 0 16,-2 2 0-16,1-2 0 0,0 1 0 0,-1 1 0 15,2 1 0-15,0-1 0 0,-2-2 0 0,1-2 0 0,-2 2 0 0,2 0 0 0,-1 0 0 0,0 0 0 31,1 0 0-31,-1-2 0 0,0 1 0 0,0 1 0 0,1-2 0 0,-1 1 0 0,-1-1 0 0,2 2 0 16,-1 0 0 0,0 0 0-16,2 0 0 0,-2 0 0 0,1 0 0 0,0 0 0 0,-1 2 0 0,2-2 0 15,-1 1 0-15,0-1-160 0,1 0 160 0,-2 0 0 0,2 0 0 0,-1 0 128 32,2 2-128-32,-2-2 0 0,1 0 0 0,1 0 0 0,-1 0 0 0,1 1 0 0,0-1 0 0,-1 2 0 15,-1-2 0-15,1 2 0 16,0-2 0-16,1 1 0 15,-1 0 0-15,1-1 0 0,-1 2 0 0,1-2 0 16,-1 1 0-16,1 1 0 0,0-2 0 0,-1 0 0 16,1 2 0-16,0-2 0 0,1 0 0 0,-1 0 0 15,1 3 0-15,0-3 0 0,0 0 0 0,0 0 0 16,-2-2 0-16,2 1 0 0,-1-1 0 0,2 0 0 16,0 1 0-16,-1-1 0 0,0 0 0 0,1 2 0 15,-2-2 0-15,1-1 0 0,-1 1 0 0,-1 1 0 0,0 1 0 0,1-2 0 16,0 2 0-16,-1 0 0 0,1 0 0 15,-1 0 0-15,-1 0 0 0,0 0 0 0,1 0 0 0,0 2 0 16,0-2 0-16,0 0 0 0,-1 0 0 0,1 0 0 16,0 0 0-16,-1 0 0 0,1-2 0 0,0 1 0 15,0 0 0-15,-1 1 0 0,1 0 0 0,-1 0 0 16,1 0 0-16,0 0 0 0,-1 1 0 0,1 0 0 16,-2-1 0-16,2 2 0 0,-1-1 0 0,1 1 0 15,0-1 0-15,1 1 128 0,-1-2-128 0,0 2 0 16,1-1 0-16,0 0 0 0,0 1 0 0,1-2 0 15,1 3 0-15,-1-1 0 0,0-2 0 0,0 1 0 16,1 1 0-16,1-2 0 0,-1 0 0 0,0 2 0 16,0-2 0-16,0 0-128 0,1 0 128 0,0 0 0 0,0 0 0 0,-1-2 0 0,-2 2 0 0,1 0 0 31,-1-2 0-31,1 1 0 0,1 1 0 0,-2 0 0 0,1-2 0 0,-1 2 128 16,0 2-128-16,0-2 0 0,-1 1 0 0,1 1 0 15,-1-2 0-15,0 0 0 0,0 2 0 0,-2-2 0 16,2 0 0-16,-2 2 0 0,2-1 0 0,0 1 128 15,-1 0-128-15,1-1 0 0,-1 1 0 0,2 0 0 16,-1-1 0-16,1 0 0 0,0 1 0 0,0-2 128 16,0 0-128-16,0 0 0 0,2 1 0 0,-1-2 0 15,0 1 0-15,0 0 0 0,0 0 0 0,-1-2 128 16,0 2 336-16,0 0 80 0,0 0 16 0,0 2 0 16,0-2-176-16,-1 0-48 0,2 1 0 0,-2 1 0 15,2-1-336-15,-2-1 0 0,1 1 0 0,0 0 128 16,0 1-128-16,-1-2 0 0,2 0 0 0,-2 0 0 0,1 0 0 0,0 0 0 15,1 0 0-15,1 0 0 0,-2 0 0 0,1 0 0 16,0 0 0-16,0-3 0 0,1 2 0 0,-1 0 0 16,1 1 0-16,0-2 0 0,1 1 0 0,-1-1 0 15,0 2 0-15,1-1 0 0,-2 0 0 0,0 1 0 16,2-2 0-16,-2 2 128 0,1 0-128 0,0 0 0 16,-1 0 0-16,1 0 0 0,-1 0 0 0,2 2 0 15,0-2 0-15,0 1 0 0,1 0 0 0,0-1 0 16,0 0 0-16,0 0 0 0,-1 0 320 0,-1 0 32 0,2 0 16 0,0 0 0 15,0-1 16-15,-1 0 0 0,1-1 0 16,0-1 0-16,0 1-384 0,-1-1 0 0,1 1 0 0,-2 2 0 16,1-2 0-16,-1-1 0 0,0 3 0 0,0 0 0 0,-1 0 0 0,0 0 0 15,-1-2 0-15,1 2 0 0,-1 0 0 16,0 0 0-16,0 0 0 0,-1 0 0 16,0 0 0-16,1 0 0 0,-2 0 0 0,1 0 0 15,-1 0 0-15,1 0 0 0,-1 0 0 0,1 0 0 16,-1 0 0-16,1-2 0 0,1 2 0 0,0-1 0 15,-1 1 0-15,1-2 128 0,-1 2-128 0,2-1 0 16,-1 1 0-16,0-1 0 0,-2 1 0 0,2 0 128 16,-1 0-128-16,1 0 0 0,-1 1 0 0,1 0 0 15,1-1 0-15,-2 0 0 0,-1 2 0 0,2-2 0 16,-2 1 0-16,1 1 0 0,0-2 0 0,0 0 0 0,0 0 0 16,-2 2 0-16,2-2 0 0,-1 0 0 0,1 0 0 15,0 0 0-15,-1 0 0 0,1 0 0 16,-1 0 0-16,1-2 144 0,-2 2-144 0,2 0 0 0,-1-2 368 15,0 1-48-15,2 1 0 0,-2 0 0 0,1-2-112 0,-1 2-16 16,0 0-16-16,0-1 0 0,-2 0-176 0,1 1 0 16,1-2 144-16,-1 2-144 0,1-2 0 0,-1 2 0 15,-2 0 0-15,2 0 0 0,0 0 0 0,-1 2 144 16,1-2-144-16,0 2 0 0,0-2 0 0,-2 0 0 16,2 1 0-16,0-1 0 0,0 1 0 0,2-1 0 15,-1 2 0-15,-1-2 0 0,1 0 0 0,0 0 0 16,-1 0 0-16,1 0 0 0,0-2 128 0,1 2-128 15,0-1 0-15,-1 1 0 0,2-1 0 0,-2 1 0 16,2 0 0-16,-1 0 0 0,1 0 0 0,-1 1 0 16,1 0 0-16,-1-1 0 0,1 0 128 0,-2 2-128 15,2-2 0-15,-1 3 0 0,1-3 0 0,-1 2 0 16,1-1 0-16,-1 1 0 0,2-2 0 0,-2 2 0 0,1-2 0 16,1 0 0-16,-1 0 128 0,1 0-128 0,-1 0 0 0,1 0 0 15,-2 0 0-15,1 0 0 0,0 0 0 0,-1 0 0 16,3-2 0-16,-2 2 0 0,2-2 0 0,-2 1 0 15,1 1 0-15,0 0 0 0,-1 0 0 0,0 0 0 16,-2 0 128-16,1 0-128 0,-1 0 0 0,1 0 0 16,-1 0 0-16,0 0 0 0,1 0 0 0,-2 0 0 15,0 0 128-15,1 1-128 0,0-1 0 0,1 2 0 16,-2-2 0-16,2 2 0 0,0-2 0 0,-2 0 0 16,1 2 0-16,-1-1 0 0,2 1 0 0,0 0 0 15,-1-2 0-15,1 1 0 0,0 1 0 0,0-2 0 16,0 2 0-16,0-2 0 0,0 1 0 0,1 0 0 15,-1-1 0-15,0 0 0 0,0 0 0 0,0 2 0 0,0-2 0 0,1 0 0 16,-1 0 0-16,1 1 0 0,1-1 128 16,-1 2-128-16,-1-2 0 0,1 1 0 0,0 0 0 15,1-1 128-15,-1 1-128 0,0 1 0 0,1-2 176 0,-1 2-176 16,0-2 160-16,0 2-160 0,0-2 160 0,-1 1-160 16,1-1 160-16,-1 2-160 0,1-2 128 0,-2 0-128 15,2 2 0-15,-1-2 144 0,0 0-144 0,-1 0 0 16,1 0 0-16,-1-2 128 0,2 4-128 0,-2-4 0 15,2 2 144-15,-1 0-144 0,-1 0 0 0,2 0 144 16,-3-2-144-16,2 2 0 0,-1 0 176 0,1 0-176 0,0 0 160 0,1 0-160 0,-2 0 192 16,1 0-48-16,0 2-16 0,0-2 0 15,0 0-128-15,0 2 192 16,1-2-192-16,-2 0 192 0,2 1-192 0,-1 1 0 0,1-2 0 16,-1 0 0-16,1 2 0 0,-1-2 0 0,1 0 0 0,-1 1 0 15,0-1 0-15,0 0 0 0,0 0 128 0,-1 0-128 16,1 0 0-16,-1-1 0 0,1 1 0 0,0 0 0 0,-1-2 0 0,0 2 0 0,0 0 0 0,0-2 0 15,0 1 0-15,-1 1 0 0,2-2 0 0,-2 2 0 32,3 0 0-32,-2-2 0 0,1 1 0 15,0 1 0-15,-1 0 0 0,1 0 128 0,0 0-128 0,0 0 0 16,-1 0 0-16,1 0 0 0,0 1 0 0,0 1 0 16,1-2 0-16,0 0 0 0,0 2 0 0,1-2 0 15,-1 0 0-15,1 0 0 0,0-2 0 0,0 2 0 16,1-2 0-16,-1 1 0 0,1-1 128 0,0 1-128 0,-1 0 0 0,0 1 0 0,1-2 0 0,0 1 0 31,0-1 176-31,0 2-48 0,1-2-128 0,-1 1 192 0,-1 1 192 0,1 0 48 16,0 0 0-16,-1 0 0 0,2 0-304 0,-2 0-128 15,0 0 0-15,0 1 128 0,-1-1-128 0,1 2 0 16,-1-2 0-16,-1 1 0 0,0 1 0 0,-1-2 0 16,0 2 0-16,0-2 0 0,-1 0 0 0,0 0 0 15,0 0 0-15,1 0 0 0,-1 0 0 0,2 1 0 16,-2 0 0-16,1 1-11552 15,0 1-2352-15</inkml:trace>
  <inkml:trace contextRef="#ctx0" brushRef="#br3" timeOffset="201034.42">10155 6731 3679 0,'0'-1'320'0,"0"0"-320"0,0 0 0 0,0 1 0 16,0 0 576-16,0 0 32 0,0-2 16 0,-1 2 0 15,1-2 32-15,-1 1 16 0,0 1 0 0,0 1 0 16,0 1-432-16,-1 0-96 0,1 0-16 0,-1 3 0 16,1-2-128-16,0 1 0 0,0-2 0 0,0 1-176 15,0-1 176-15,1 1 0 0,0-1 0 0,0-2 128 16,1 2 128-16,-1-2 48 0,1-2 0 0,0 1 0 0,0 0 400 0,0-1 64 0,1 1 32 0,-1-1 0 16,1-1-160-16,-1 1-16 15,0 2-16-15,0-2 0 0,1 2 64 0,-1 0 16 16,0 0 0-16,0 1 0 0,1 0-256 0,-1-1-48 15,0 2-16-15,0-1 0 0,0 1-240 0,0 0-128 16,0-1 128-16,0 1-128 0,0-1 0 0,-1 0 128 16,2-1-128-16,-1 2 0 0,0-1 0 0,0 1 0 15,0-2 0-15,0 2 128 0,0-2-128 0,0 0 0 16,-1 1 0-16,0-1 128 0,1 0 0 0,-1 2 0 16,1-2 0-16,0-2 0 0,1 2 320 0,-1 0 80 15,0 0 16-15,0-1 0 0,1 1-96 0,-1 0 0 0,0-2-16 16,0 2 0-16,1 0-256 0,-1 0-48 15,0 0-128-15,0-2 192 0,0 2-192 0,0 0 0 0,0 0 128 0,1 0-128 16,-1 0 0-16,0 0 176 16,0-1-176-16,1 1 160 0,-1 0 112 0,1 0 32 15,0 0 0-15,0 0 0 0,0 0 32 0,0 0 16 0,0 0 0 0,1-2 0 16,1 1-80-16,-1 0-16 0,1-2 0 0,0 1 0 16,0 0-16-16,0 1-16 0,0-1 0 0,0 0 0 15,-1 0-32-15,2 2-16 0,-1-2 0 0,-1 1 0 16,0 1-176-16,1 0 160 0,0 0-160 0,0-2 160 15,1 1-160-15,0 1 0 0,-1-2 0 0,2 2 0 16,-1-1 0-16,0 0 0 0,0-1 0 0,0 0 0 16,1 1 0-16,-2-1 0 0,1 2 0 0,-1-2 128 0,0 1-128 15,0 1 0-15,0-2 0 0,0 1 0 0,0 0 128 0,0 1-128 16,0-2 0-16,1 1 128 0,0 0-128 0,-2 0 0 16,3-2 0-16,0 3 128 0,-1-2-128 0,2 0 0 15,-3 2 144-15,2-2-144 0,-2 2 128 0,2-2-128 16,-1 2 128-16,-1-1-128 0,1 1 0 0,-1 0 0 15,-1 0 0-15,0 0 128 0,0 0-128 0,0 0 0 16,-1 1 0-16,-1 1 128 0,1 0-128 0,-1-2 0 16,-1 2 128-16,1 0-128 0,-1 1 0 0,0-1 0 15,1 1 0-15,-1-1 0 0,0 0 0 0,0 1 0 16,0 0 0-16,1-1 0 0,0 0 0 0,0-1 0 16,0 0 0-16,1-1 0 0,-2 0 0 0,2 0 0 15,0 0 0-15,0 0 0 0,1 0 0 0,-1-1 0 0,0 0 0 0,1-1 0 0,0 2 0 0,0-2 0 31,0 1 0-31,-1 1 128 0,2-2-128 0,-1 2 0 0,0-3 0 0,-1 3 0 16,1-2 0-16,-1 2 0 0,1 0 0 0,-1 0 0 16,1 0 0-16,-2 0 0 0,1 0 0 0,1 0 0 15,0 0 0-15,0 0 0 0,0 0 0 0,-1 0 0 16,1 0 0-16,-1 0 0 0,1 2 0 0,-2-2 0 16,0 1 0-16,1 1 0 0,-2 0 0 0,1-1 0 0,-1 3 0 0,-1-2 0 0,-1 0 0 0,0 2 0 15,1 0 0-15,-2 0 0 0,1-1 0 16,-1 0 0-1,0 0 0-15,1 0 0 0,-3 3 0 0,0-1 0 16,1 1 0-16,-2 1 0 0,1 0 0 0,0 0 0 16,-1-1 0-16,2 2 0 0,-1-2 0 0,0 0 0 15,2 0 0-15,-2 0 0 0,2-1 0 0,0 1 0 0,0 0 0 0,0-1 0 16,0-1 0-16,1 1 0 0,-1 0 0 16,0 0 0-16,1 2 0 0,-1-3 0 0,2 1 0 0,0 0 0 15,1-1 0-15,0-1 0 0,0 0 0 0,1-1 0 16,1-1 0-16,0 0 0 0,1-1 0 0,0 2 0 15,-1-2 0-15,2-2 0 0,2 2 0 16,-1-2 0-16,2-2 0 0,-1 0 0 0,2 1 0 0,-2-2 0 16,2 2 0-16,-1 0 0 0,0 0 0 0,-1 0 0 15,1 0 0-15,1 0 0 0,-2 0 0 0,0 0 0 16,0 0 0-16,-1 1 0 0,1 2 0 0,-2-3 0 16,1 3 0-16,-1-2 0 0,-1 2 0 0,0 0 0 15,1 0 0-15,-1 0 0 0,-1 2 0 0,1-2 0 16,0 3 0-16,0-1 0 0,-1-1 0 0,1 3 0 0,-1-2 0 0,0 0 0 15,0 1 0-15,-1 2 0 0,1-3 0 0,-1 5 0 16,-1-2 0-16,0 0 0 0,0 2 0 0,-2-2-128 16,1 4 128-16,-1-4 0 0,0 2 0 0,-1-3 0 15,1 2 0-15,1-2 0 0,-1 1 0 0,1-2 0 0,1 1 0 0,0-2 0 0,0 1 0 16,1 0 0-16,0 1 0 0,0-4 0 16,0 1 0-16,2-1 0 15,0 0 0-15,0 0 0 0,1-1 0 0,2-1 0 16,0-1 0-16,0 0 0 0,0 0 0 0,2 0 0 15,-1 0 0-15,0 1 0 0,-1-3 0 0,2 3 0 16,-2-1 0-16,2 1 0 0,-2 0 0 0,0 1 0 0,-1 1 0 0,-1 1 0 0,1 1 0 0,-3 0 0 16,1-1 0-16,-1 1 0 0,-1 2 0 0,-1-1 0 15,-1 4 0-15,-1-3 0 16,0 2 0-16,-1 0 0 0,0-1 0 0,-2 2 0 0,0 1 0 0,-1-1 0 0,0 2 0 16,1-2 0-16,-1 0 0 0,1 1 0 0,0-2 0 0,1 2 0 31,0-4 0-31,-1 2 0 0,1 0 0 0,1 1 0 15,-1 0 0-15,0-1 0 0,2 0 0 0,-1 2 0 0,1-4 0 0,1 1 128 0,-1 0-128 16,2-1 0-16,0 1 0 0,0 0 0 16,0-1 0-16,0-1 0 0,1 2 0 0,0-3 0 0,2 0 0 0,0 3 0 15,0-4 0-15,2 1 0 0,0-2 0 0,1 0 0 16,2-3 0-16,2 1-128 0,-3-1 128 0,2 0 0 16,3-2 0-16,0-1 0 15,1 2 0-15,0-1 0 16,0 0 0-16,-1 3 0 0,-1-1 736 0,-2 1 224 0,-1-1 64 15,0 3 0-15,-3 0-832 0,0 0-192 16,-1 0 0-16,-2 3 0 0,0-1 0 0,-2 1 0 0,0 1 0 0,-2 1 0 31,1-2-832-31,-2 1-144 0,-2 2-48 0,0 0 0 0,0 1 1664 16,0-2 320-16,0 2 64 0,-1 0 0 16,2 0-1616-16,0-2-336 0,0 2-64 0,1-2-16 0,1-1 800 0,0 0 208 0,1 0 0 0,1 0 0 15,0-1 0-15,1-1 0 0,1-1 0 0,-1 1 0 16,3-2 0-16,0 0 0 0,0-2 0 0,1 1-128 15,1 1 128-15,-1-2 0 0,2-1 0 0,0 1 0 16,1 0 0-16,-1 0 0 0,0-1 0 0,1 1 0 16,-1 1 0-16,2-1 0 0,-2 1 0 0,0 0 0 15,0 1 0-15,-1 0 0 0,2 0 0 0,-1 0 0 16,0 0 0-16,-1 0 0 0,0 2 0 0,-2 0 0 0,1-1 0 16,-2 2 0-16,0 1 0 0,-1-2 0 0,-1 3 0 0,0-2 0 15,-1 1 0-15,0 1 0 0,0-2 0 0,0 2 0 16,-2-2 0-16,1 2 0 0,1-2 0 0,0 1 0 15,-2 1 0-15,1-2 0 16,1 1 0-16,-1-1 0 0,1 0 0 0,0 1 0 0,0-2 0 0,0 0 0 16,0 1 0-16,2-1 128 0,-1-1-128 0,1 1 0 15,0 0 0-15,1-2 0 0,1 0 0 0,-1 0 0 16,1 0 0-16,0 0 0 0,1 0 0 0,-2-2 0 16,3 2 0-16,-2 0 0 0,1-2 0 0,0 1 0 15,-1 1 0-15,1 0 0 0,-1 0 0 0,-2 0 0 16,0 3 0-16,-1-3 0 0,1 2 0 0,-1 0 0 15,0 1 0-15,-2 0 0 0,1 2 0 0,-1-2 0 16,0 2 0-16,0 0-128 0,0 0 128 0,0 0 0 0,1-2 0 16,0 1 0-16,0 1 0 0,1-1 0 0,0-1 0 15,0 1 0-15,1-1 0 0,1-1 0 0,-1 1 0 16,0 1 0-16,-1-3 0 0,1 1 0 0,0 0 0 0,1 0 0 16,0 0 0-16,-1-1 0 0,1 1 0 0,0 0 0 15,0 1 0-15,0-1 0 0,-2 0 0 0,1 1 0 16,0 0 0-16,0-1 0 0,-1 0 0 0,0 0 0 15,0 3 0-15,0-2 0 0,0-1 0 0,0 0 0 16,-1 1 0-16,1 1 0 0,1 0 0 0,0-1 0 16,-1 0 0-16,1-1 0 0,1 1 0 0,-1-1 0 15,0 0 0-15,0-2 0 0,0 2 0 0,1-1 128 16,1 1-128-16,-2-4 0 0,3 2 0 0,0-1 0 16,0-1 0-16,1 1 0 0,1 0 0 0,1-3 0 0,0 1 736 15,0-2 224-15,2 1 64 0,0-1 0 0,0 2-832 16,-1-1-192-16,0 1 0 0,-1-1 0 0,-1 3 0 0,0-1 0 15,-3 2 0-15,-1 0 0 16,-1 2-768-16,-1-1-192 0,0 1-32 16,-3 1-16-16,0 1 1616 0,-2 1 320 0,-3 3 64 0,0 0 16 0,-2 1-784 0,-1 0-224 15,-1 2 0-15,-1 1 128 16,2-1-928-16,0-1-176 0,0-1-48 0,1 3 0 0,-1 0 816 0,1-2 208 16,3-1 0-16,0-2 0 0,2 3 0 0,1-4 0 15,1 0 0-15,2 0 0 0,2-1 0 0,0-2 0 16,2-1 0-16,0 0 0 0,2-2 0 0,-1 0 0 15,3 0 0-15,0 0-128 0,0-2 128 0,2 2 0 16,0-2 0-16,-1 0 0 0,0 1 0 0,1-1 0 0,-1 2 0 16,-1 0 0-16,0 0 0 0,-1 2 0 0,0-1 0 15,-2 1 0-15,0 0 0 0,-2 3 0 0,-2 0 0 0,-1 1 0 16,0 0 0-16,-3 3 0 0,-1-1 0 0,-1 1 0 16,0 2 0-16,-2 1 0 0,-1 0 0 0,0 0 0 15,-1-1 896-15,1 1 96 0,1 0 32 0,-1-1 0 31,2 0-1648-31,0-2-320 0,1-2-64 0,2 1-16 0,0-1 832 0,0 1 192 0,2-2 0 0,1 1 0 16,0-3 0-16,1-1 0 0,2 0 0 0,0-1 0 16,0 0 0-16,2-2 0 0,1 0 0 0,0 0 0 15,2-1 720-15,0 0 240 0,-1 1 64 0,2-2 0 16,-2 0-1648 0,1 1-320-16,-1 1-64 0,-1 0-16 0,0 0 832 0,-1 0 192 0,-2 0 0 0,1 1 0 15,-1 1 0-15,-1 0 0 0,-1 0 0 0,-1 1 0 0,-1 1 0 0,-1 1 0 16,0-3 0-16,-1 3 0 0,-1 0 0 0,0-1 0 15,0 1 0-15,0 0 0 0,0 0 848 0,0 2 176 16,0-3 16-16,1 2 16 0,-1-2-864 0,1 1-192 16,1 0 0-16,0-3 0 0,1 3 0 0,0 0 0 15,0-2 0-15,1 1 0 0,1 0 768 0,1 0 192 16,-1-1 32-16,3 0 16 16,0-1-1616-16,0-2-320 0,1 0-64 15,1 0-16-15,-1 0 0 0,1-2 0 0,0 2 0 0,1-2 0 16,-3 1 800-16,2 1 208 0,0 0 0 0,-2-2 0 0,0 2 0 0,0 0 0 15,-3 2 0-15,1-2 0 0,-2 3 0 0,0-1 0 16,-1 1 0-16,-1-1 0 0,-1 2 0 0,-2 2 0 16,0-2 0-16,-2 3 0 0,2 0 0 0,-2 1 0 0,1-1 0 0,0 1 0 15,0 0 0-15,2-3 0 0,-1 2 0 16,1-1 0-16,1-2 0 0,0 0 0 0,1-1 0 0,1-1 0 16,1 0 832-16,1 1 128 0,1-3 48 0,0 0 0 31,1 0-1632-31,0-3-320 0,2 3-64 0,0-2-16 0,1 0 784 0,0 2 240 0</inkml:trace>
  <inkml:trace contextRef="#ctx0" brushRef="#br3" timeOffset="205625.18">11287 7987 911 0,'0'-2'0'0,"-1"1"0"16,1 1 0-16,-1 0 0 0,1 0 848 0,-1 0 96 15,1 0 16-15,-1 1 0 0,0 1 160 0,0 0 32 16,-2-1 16-16,1 2 0 0,1 0-80 0,0 2-32 0,0-2 0 0,0 1 0 0,0 1-432 0,1-2-96 15,1 1-16-15,0-2 0 0,1 1-208 0,0-3-48 16,1 2-16-16,2-2 0 16,-1-2 112-16,3 2 32 15,-1-3 0-15,3 0 0 0,-1 0-64 0,0 0-16 16,2 0 0-16,-1-1 0 0,2-3-304 0,0 2 0 16,0 0 128-16,0 0-128 0,-2 2 0 0,-1 0 0 0,1 0 0 0,-2 0 0 15,-1 1 0-15,0 2 0 0,0 0 0 0,-3 0 0 0,1 0 0 0,-2 2 0 0,-2 2 0 0,-1 0 0 16,-2 3 0-16,-1 0 0 0,0 1 0 0,-2 0 0 31,0 2 0-31,-1 2 0 0,0-2 0 0,-1 1 0 0,1-1 0 16,0-1 0-16,-1 3 0 0,0-2 0 0,1-1 128 0,1-2-128 15,-1 3 0-15,1-3 0 0,1 0 0 0,1-2 0 16,1 2 0-16,0 0 0 16,1-2 0-16,1 0 0 0,1 0 0 0,0-1 0 0,2-2 0 0,0 0 0 15,1 1 0-15,1-1-144 0,1-2 144 0,1 0 0 16,0 0 0-16,2 0 0 15,2-2 0-15,-1-1 0 0,-1 1 0 0,2 0 0 16,1 0 0-16,-2-1 0 0,-1 1 0 0,0 0 0 0,-1 1 0 16,0 1 0-16,-2 0 0 0,-1 3 0 0,0-1 0 15,-2 1 0-15,-1 1 0 0,0 3 0 0,-2 0 0 16,-1 1 0-16,0 1 0 0,-3 3 0 0,-1 0 0 0,0 0 0 0,0-1 0 0,0-1 0 0,-1 2 0 0,1 0 0 31,0-2 0-31,1 1 0 0,0-1 0 0,1 1 0 0,0-1 0 0,2-3 0 0,1 0 0 0,0 0 0 16,1-2 0-16,0-1 0 15,2 0 0-15,0 0 0 16,1-2 0-16,0 0-128 0,2-2 128 0,1 0 0 16,0 0 0-16,1-2 0 0,0 0 0 0,1 0 0 15,-1-1 0-15,0 3 0 0,1-3 0 0,-2 1 0 16,2 0 0-16,-1 0 0 0,-1 0 0 0,0 1 0 16,0-1 0-16,-2 2 0 0,0 0 0 0,0 2 0 0,-1-2 0 15,0 3 0-15,0-1 0 0,-1-1 0 0,-1 2 0 0,-2 3 0 16,0-2 0-16,-2 3 128 0,0-2-128 0,0 3 0 15,-2 0 0-15,-1 2 0 0,0 2 0 0,-1-2 128 16,0 1-128-16,0 1 0 0,-1-2 0 0,1 1 0 16,0 0 304-16,2 0 32 0,0-2 16 0,1-2 0 0,2-1-16 0,1 0 0 0,1-1 0 0,1-3 0 15,3 1-336-15,2-3 0 0,1 0 0 0,1-3 0 16,4-1 0-16,-1 1 0 0,3-3 0 0,0 0 0 31,1 2 0-31,1-1 0 0,0 0 0 0,0 1 0 16,-2 1 0-16,1-2 0 0,1 5 0 0,-3-1 0 15,-2 2 0-15,-2-1 0 0,-1 3 0 0,-4 2 0 16,-1 1 0-16,-2 2 0 0,-3 1 0 0,-1 1 0 0,-3 1 0 16,0 1 0-16,-5 2 0 0,3-2 0 0,0-2 0 0,-2 2 0 15,-2 2 0-15,-2 3 128 0,-1 2-128 0,-1 0 0 16,0 0 0-16,3-3 0 0,2-2 0 0,2-2 0 16,2 0 0-16,4-5 0 0,1 0 0 0,2-2 0 15,2-3 0-15,1 1 0 0,3-3 0 0,1 0 0 16,3-3 0-16,1 1 0 0,1-1 0 0,0-1 0 15,2 0 0-15,0-1 0 0,0 2 0 0,0 1 0 16,0-3 0-16,-1 2 0 0,-2 1 0 0,0 1 0 16,-3 1 0-16,-2 1 128 0,-1 4-128 0,-3 0 0 15,-1 0 0-15,-3 4 0 0,-2 0 0 0,-1 3 0 16,-3 1 0-16,-1 3 128 0,0-2-128 0,-2 0 0 16,0 0 0-16,0 0 0 0,-1 1 0 0,1-1 0 0,0 0 0 0,0 1 128 15,1-1-128-15,1 0 144 0,1-2-144 0,1-3 160 16,3-1 96-16,1-1 32 0,1-1 0 0,2-1 0 15,2-2-128-15,0-2-32 0,3 0 0 0,-1-1 0 16,4-1-128-16,0 0 0 0,2-2 0 0,2-1 0 16,2 1 448-16,1 1 0 0,-1-2 0 0,0 1 0 15,0 1-256-15,-2 1-32 0,-1 1-16 0,-2 0 0 16,-1 3-144-16,-2 0 0 0,-2 1 0 0,-1 0 0 16,-2 1 0-16,-1 2 0 0,-1 1 0 0,-2 1 0 15,-1 0 0-15,-2 1 0 0,2 2 0 0,-2 0 0 0,1-2 0 0,-2 2 0 0,1-1 0 0,0 1 128 16,0-1-128-16,1-1 0 0,0 0 0 0,2-1 0 15,-1-2 0-15,1 1 0 0,2-2 0 0,0 2 0 16,0-2 0-16,0 0 0 0,1 0 0 0,1-1 0 16,0 0 0-1,1-3 0-15,2 1 0 0,0 0 0 16,0-1 0-16,1 0 0 0,0 0 0 0,2-2 0 0,-1 2 0 0,3-1 0 16,-2 1 0-16,1 0 0 0,-1-1 0 0,0 2 0 15,1 0 0-15,-3 2 0 0,0 0 0 0,-1-1 0 16,-1 0 0-16,-2 4 0 0,1-2 0 0,-3 1 0 15,1 2 0-15,-2-2 0 0,0 0 0 0,0 0 0 16,-2 2 0-16,2-1 0 0,0 1 0 0,1-2 0 16,0 1 0-16,1-2 0 0,2-1 0 0,-1 0 0 15,1 0 0-15,0-2 0 0,3 1 0 0,1 0 0 0,2-1 0 0,-8-3 0 16,0 0 0-16,0 0 0 16,37 9 0-16,-26-6 0 0,1-3 0 0,1 2 0 15,1-2 0-15,-1-2 0 0,0 2 0 0,-1 0 0 0,-1-2 0 16,0 2 0-16,0 2 0 0,-2 0 0 0,-2 1 0 0,-2 1 0 15,-5-4-128-15,0 0 128 0,0 0 0 0,0 36 0 16,-6-23 0-16,-2 0 0 0,-2 3 0 0,-1 1 0 16,-1 0 0-16,0 0 0 0,0 0 0 0,0 1 0 15,0-1 0-15,2-1 0 0,1-1 0 0,1-4 0 0,3 1 0 0,-1-3 0 0,2 0 0 16,1-3 0-16,3 1 0 0,0-3 0 0,0-1 0 0,2 0 0 16,2-1 0-16,0 0 0 0,0 0 0 0,2-2 0 15,0 1 0-15,2-1 0 0,1 2 0 0,1-2 0 16,0 0 0-16,-1-2 0 0,1 2 0 0,-1 2 128 15,1-2-128-15,-2 3 0 16,0 1 0-16,0 1 0 16,-8-5 0-16,0 0 0 0,0 0 0 0,0 0 0 15,19 37 0-15,-20-27 0 0,-1 2 0 0,0-2 0 0,-1 0 0 0,-2 3 128 16,0-1-128-16,-2 2 0 0,2-2 0 0,-2 1 0 16,2 0 0-16,-2-3 0 0,2 2 0 0,-1-1 0 15,1 0 0-15,1-2 0 0,1 0 0 0,0-2 0 16,1-4 0-16,1 1 0 0,1-1 0 0,1-1 128 15,1 0-128-15,1-2 128 0,1 2 16 0,1-4 0 16,2 2 0-16,1-2 0 0,1-2 336 0,2 1 64 0,1-2 16 0,1 1 0 0,-2 1-384 0,2 0-176 16,0 0 160-1,1 2-160-15,-14 1 0 0,26-2 0 0,-26 2 0 0,0 0 0 0,33 6 0 0,-33-6 0 32,0 0 0-32,0 0 0 0,0 0 0 0,0 0 0 15,0 0 0-15,23 43 0 0,-26-34 0 0,-1 1 0 16,-3 2 0-16,0 0 0 0,-1-3 0 0,0 3 128 0,-1-2-128 0,-1 1 0 15,0 1 0-15,1-1 0 0,1 0 128 0,0 1-128 16,3-3 0-16,1 0 0 0,0 1 128 16,2-2-128-16,2-2 0 0,1-1 0 0,1 0 0 0,-2-5 0 15,0 0 0-15,0 0 0 0,0 0 0 0,37 21 0 16,-37-21 0-16,0 0 0 0,41 6 0 0,-41-6 0 16,0 0 0-16,47 8 0 0,-47-8 0 0,0 0 0 15,45 5 0-15,-45-5 0 0,0 0 0 0,35 10 0 16,-35-10 0-16,0 0-128 0,0 0 128 0,0 0 0 15,29 40 0-15,-29-31 0 0,-2 1 0 0,-2 1 0 0,-2 1 0 0,-2 3 0 0,0-1 0 0,-1 3 0 32,-1-1 0-32,-2-1 128 0,-1 3-128 0,0-1 0 0,2-1 240 0,0-4-48 15,2 2-16-15,2-4 0 0,-1 2 224 0,3-2 48 0,1-1 16 0,2 0 0 0,1-3-320 32,1 0-144-32,2-1 128 0,-2-5-128 0,0 0 0 0,0 0 0 15,0 0 0-15,38 10 0 0,-38-10 400 16,23-3 0-16,-10 1 0 0,1-3 0 0,3 0 16 0,0 1 0 15,0-3 0-15,-2 3 0 0,-2 1-288 0,-13 3-128 16,25-3 128-16,-25 3-128 0,0 0 0 0,0 0 0 16,34 2 0-16,-29 1 0 0,-1-1 0 0,-3 3 0 15,0 2 0-15,-2 0 0 0,0 2 0 0,-3 3 128 16,-1 0-128-16,0 2 128 0,-2 1 64 0,0 1 0 16,-2 1 0-16,1-3 0 0,0 2-192 0,0-1 0 15,2-1 0-15,0-2 128 0,2-3-128 0,3 1 0 16,0-5 0-16,2 0 128 0,0-2-128 0,-1-3 0 0,0 0 0 15,0 0 0-15,0 0 0 0,32 1 0 0,-23-3 0 16,-9 2 0-16,24-5 0 0,-24 5 0 0,27-5 0 0,-27 5 0 16,29-4 0-16,-29 4 0 0,29-5 0 0,-29 5 0 15,0 0 0-15,35 0 0 0,-35 0 0 0,0 0 0 16,0 0-176-16,0 0 176 0,0 0-128 0,0 0 128 0,35 23 0 0,-35-23 0 0,-2 15 0 0,0-7 0 31,-2 1 0-31,-1 2 176 0,1-2-176 0,-1 3 192 0,1-3 16 0,0 0 16 0,-1 3 0 0,1-1 0 31,1 1-224-31,1-3 144 0,0 1-144 0,2-10 128 16,-2 16-128-16,2-8 0 0,0-8 0 0,0 0 0 16,0 0 0-16,0 0 0 0,12 32 0 0,-12-32 0 0,0 0 0 15,0 0 0-15,0 0 0 0,0 0 0 0,36 29 0 0,-36-29 0 0,0 0-144 16,0 0 144-16,39 5 0 0,-39-5 0 0,0 0 0 0,35-4 0 0,-35 4 0 16,0 0 0-16,32-4 0 0,-32 4 0 0,0 0 0 0,28-2 0 15,-28 2 0-15,0 0 0 0,0 0-160 0,0 0 32 16,0 0 0-16,0 0 0 0,0 0-96 0,28 29-16 15,-29-21 0-15,-2 0 0 0,1 2 240 0,-3-1 0 32,1 2 0-32,-2 0 0 0,0 1 0 0,-1-1 208 0,2 2-16 0,-1-1 0 15,0 2 16-15,1 0 0 0,0-4 0 0,2 1 0 0,0-4-208 0,3-7 176 32,0 0-176-32,-2 19 160 0,2-19-160 0,0 0 192 15,0 0-192-15,0 0 192 0,0 0-192 0,0 0 192 16,0 0-192-16,44 12 192 0,-44-12 80 0,0 0 32 0,31-5 0 15,-31 5 0-15,0 0-304 0,37-1 0 0,-37 1 0 16,0 0 0-16,36 3-224 0,-36-3 0 0,0 0 0 0,0 0 0 31,38 17-160-31,-38-17-16 0,0 0-16 0,0 0 0 0,20 29 224 0,-20-29 64 16,0 0 0-16,0 0 0 0,5 35 288 0,-5-35 64 0,-1 24 16 0,1-24 0 16,-2 21 112-16,2-21 32 0,-1 19 0 0,1-19 0 15,0 0-240-15,0 26-144 0,0-26 192 0,0 0-192 16,0 0 144-16,0 0-144 0,8 29 0 0,-8-29 144 15,0 0-144-15,0 0 0 0,0 0 0 0,0 0 0 16,0 0 0-16,32 23 0 0,-32-23 0 0,0 0 0 16,0 0 128-16,0 0-128 0,39 10 0 0,-39-10 128 0,0 0-128 15,0 0 0-15,42 9 0 0,-42-9 0 0,0 0-144 16,38 8-16-16,-38-8 0 0,0 0 0 0,37 4-32 0,-37-4 0 16,0 0 0-16,0 0 0 0,35 7-16 0,-35-7-16 15,0 0 0-15,0 0 0 0,0 0 64 0,0 0 16 16,0 0 0-16,24 31 0 0,-24-31 144 0,0 0 176 15,0 0-48-15,-1 20 0 0,1-20 352 0,0 0 64 16,0 0 16-16,0 0 0 0,0 0-176 0,0 0-16 16,0 0-16-16,0 0 0 0,0 0-352 0,0 0 128 15,0 0-128-15,0 0 0 0,33 20 144 0,-33-20-144 16,0 0 192-16,0 0-192 0,0 0 160 0,36 3-160 16,-36-3 128-16,0 0-128 0,0 0 0 0,0 0 0 15,39 11 0-15,-39-11 0 0,0 0 0 0,0 0 0 16,15 27 0-16,-15-27 0 0,0 0 0 0,3 26 0 0,-3-26 0 15,0 0 0-15,0 28 0 0,0-28 0 0,0 0 0 0,-1 21 0 16,1-21 0-16,0 0 0 0,0 0 0 0,0 0 0 16,0 0 0-16,0 0 0 0,0 0 128 15,0 0-128-15,41 3 0 0,-41-3 0 0,29-18 0 0,-29 18 0 16,35-22-256-16,-35 22 80 0,39-19 16 0,-39 19 0 16,37-17-32-16,-37 17-16 0,33-14 0 0,-33 14 0 31,29-9-176-31,-29 9-16 0,0 0-16 0,37-5 0 0,-37 5 224 0,0 0 64 0,0 0 0 0,0 0 0 15,26 28 128-15,-26-28 0 0,-1 24 0 0,-2-10 0 16,-1 3 400-16,-2-2 64 0,0 3 16 0,-1-2 0 16,0 1 112-16,-1-3 32 0,3-2 0 0,0 1 0 0,2-2-272 15,0-2-48-15,3-9-16 0,0 0 0 0,0 0-144 0,0 0-16 16,0 0-128-16,0 0 192 16,34 12-192-16,-34-12 0 0,26-12-144 0,-26 12 144 0,32-19-160 0,-32 19 160 0,37-19-160 0,-37 19 160 0,40-19-128 0,-40 19 128 15,39-16 0-15,-39 16-144 16,35-10 144-16,-35 10 0 15,0 0 0-15,40-9-128 0,-40 9 128 0,0 0 0 16,0 0 0-16,0 0 0 0,32 9 0 0,-32-9 0 16,0 0 0-16,0 0 0 0,5 26 0 0,-5-26 0 15,-1 19 0-15,1-19 128 0,-6 18-128 0,6-18 192 16,-7 18-64-16,7-18 0 0,-7 17 0 0,7-17 16 16,-5 14 0-16,5-14 0 0,-4 12-144 0,4-12 128 15,0 0-128-15,0 0 128 0,0 0-128 0,0 0 0 16,0 0 0-16,14 26 0 0,-14-26 0 0,0 0 0 0,0 0 0 15,0 0 0-15,28 24 0 0,-28-24 0 0,0 0 0 0,0 0 0 16,22 26 0-16,-22-26 0 0,0 0 0 0,0 0 0 16,20 28 0-16,-20-28 0 0,0 0 0 0,0 0 128 0,0 0 48 15,22 26 0-15,-22-26 0 0,0 0 0 0,0 0-176 16,0 0 0-16,0 0 144 0,33-4-144 0,-33 4 0 0,18-18 0 0,-18 18 0 0,26-26-19248 31</inkml:trace>
  <inkml:trace contextRef="#ctx0" brushRef="#br3" timeOffset="208285.59">13838 11833 7359 0,'-1'-1'656'0,"0"1"-528"0,0 0-128 0,1 0 0 16,0 0 1328-16,0 0 224 0,-1-2 48 0,0 2 16 15,-1-1 128-15,1 0 32 0,-1 1 0 0,1-2 0 16,0 2-512-16,1 0-112 0,-1 0 0 0,1 0-16 15,0 0-528-15,1 0-96 0,0 2-32 0,1-2 0 16,0 1-16-16,-1 0 0 0,1 2 0 0,0 1 0 16,1 1-112-16,0 2-32 0,-1 0 0 0,1 3 0 15,0-1-128-15,-1-1-48 0,1 5 0 0,-3-13 0 16,7 29 0-16,-7-29 0 0,0 0 0 0,14 40 0 16,-14-40 96-16,0 0 16 0,0 0 0 0,21 38 0 15,-21-38-64-15,0 0-16 0,0 0 0 0,0 0 0 0,41-2 0 0,-30-5 0 16,1-5 0-16,1-1 0 0,2-2 64 0,0-2 16 15,1 0 0-15,-1 1 0 0,1-3-256 0,-2 0 0 16,0 2 0-16,-1-2 0 0,-2 5 0 0,0-2-128 16,0 4 128-16,-1 2-160 0,-1 1 160 0,-1 4 0 15,-1 3 0-15,-3 2 0 0,0 2 0 0,-1 2 0 16,-1 4 0-16,-2 1 0 0,0 3 0 0,-1 0 0 16,-1 2 0-16,1 0 0 0,-1 1 0 0,0-1 0 15,1-2 0-15,0-2 128 0,1 1 192 0,-1-2 32 16,0 1 16-16,1 0 0 0,0-1-112 0,1-3-32 15,1-2 0-15,0 0 0 0,2-3-224 0,1-2 144 16,2-1-144-16,0-3 128 0,0 0 64 0,0-2 0 16,3 0 0-16,2-4 0 0,0-1-192 0,1-2 0 15,2-1 0-15,0 0 0 0,-1 1 0 0,1 0 0 16,1 0 0-16,-1 1 0 0,0 1 0 0,-2 1 0 0,0 2 0 0,0 4 0 16,-3 3 0-16,-2 3 0 0,-8-1 0 0,0 0 0 15,0 0 0-15,0 0 0 0,27 44 0 0,-24-30 0 16,-3-14 0-16,5 31 0 0,-2-14 0 0,-2 2 0 0,1-3 0 0,0 0 0 0,-2-1 0 0,1-3 0 15,1 0 128-15,-2-3-128 16,3 1 128-16,-1-3-128 0,2-2 192 0,-1-3-32 0,1 0-16 0,0-3 0 16,1 0-144-16,2-4 0 0,1 0 0 0,2-4 128 15,-1 0-128-15,2-3 0 0,0 0 0 0,0-2 0 16,-1 4 0-16,0-2 128 0,1-1-128 0,1 0 0 31,0 0 0-31,-1 2 0 0,1 2 0 0,-3 2 0 16,0 2 0-16,-1 0 0 0,0 3 0 0,-1 2 0 0,-1 0 0 0,0 0 0 0,0 2 0 0,-2 0 0 0,0 3 0 0,-1 0 0 15,0 2 0-15,-1 0 0 0,0 1 0 0,0-2 0 16,-1 3 0-16,0-1 128 0,1-1 0 0,-2 0-128 31,2 0 192-31,-2-2-64 0,2 0-128 0,-1 0 192 16,1 0-192-16,0-3 192 0,0 0-192 0,0-2 0 16,0 0 0-16,2-1 0 0,0 0 0 0,0-1 0 15,0-3 0-15,2 0 0 0,-1 0 0 0,1-2 0 16,0 0 0-16,1 0 0 0,0-2 0 0,1 1 0 15,0 0 0-15,0 0 0 0,1 1 0 0,0-3 0 16,-1 3 0-16,1 1 0 0,0 0 0 0,-1 1 0 0,1 1-144 0,-2-1 144 16,1 2 0-16,0 1 0 0,-2 1 0 0,1 1 0 15,-2 1 0-15,0 1 0 0,1 1 0 0,-3 2 0 16,1-1 0-16,-1 4 0 0,-1-4 0 0,0 3 0 16,-1 0 0-16,-1 1 0 0,0 1 0 0,0-2 0 0,0 1 192 0,-1-2-64 0,1 2-128 0,-1-2 192 15,0 2 0-15,0-4 0 0,1-1 0 0,0 0 0 16,1-1-192-16,1 0 144 0,-1-2-144 0,2 0 128 15,2-2-128-15,-1-3 0 0,2 2 0 16,0-1 0 0,2-3 0-16,2 0 128 0,1-3-128 0,1 0 0 15,3 1 0-15,-1 0 0 0,2-2 0 0,1 2 0 16,-2 0 0-16,1 2 0 0,0 0 0 0,0 1 0 16,-1 0 0-16,-1 1 0 0,-1 1 0 0,-1-1 0 15,1 2 0-15,-2 1 0 0,-11 2 0 0,0 0 0 0,0 0 0 16,38 0 0-16,-38 0 0 0,0 0 0 15,0 0 0-15,0 0 0 0,0 0 0 0,39 28 0 0,-39-28 0 0,0 0 0 16,0 0 0-16,21 34 0 0,-21-34 0 0,0 0 0 16,0 0 0-16,14 38 0 0,-14-38 128 0,0 0-128 15,0 0 128-15,0 0-128 0,0 0 128 0,22 33-128 16,-22-33 0-16,0 0 128 0,0 0-128 0,0 0 0 16,0 0 144-16,41-5-144 0,-31 0 0 0,1 0 128 15,1-3-128-15,1 0 0 0,2 1 0 0,0-2 0 16,2 0 0-16,0-1 0 0,1 2 0 0,-2-1 0 15,0-1 0-15,-1 1 0 0,-1 2 0 0,0-1 0 16,-1 2 0-16,-3-1 0 0,1 3 0 0,-2 1 0 16,1 2 0-16,-10 1 0 0,0 0 0 0,0 0 0 15,0 0 0-15,0 0 0 0,0 0 0 0,37 24 0 16,-37-24 0-16,0 0 0 0,5 26 0 0,-5-14 0 0,0 0 0 16,0-3 0-16,0 3 0 0,0-2 144 0,-1 2-144 0,0-2 0 15,0 1 272-15,0-1-48 0,2 0-16 0,0-2 0 16,0-1-208-16,1-2 0 0,1-2 0 0,1 0 0 15,0-2 0-15,3-1 0 0,-1 0 0 0,1-2 0 16,0 0 0-16,2 0 0 0,0-1 0 0,0 0 0 16,1-1 0-16,2 1 0 0,-1-2 0 0,1 1 0 15,-12 4 0-15,25-9 0 0,-25 9 0 0,26-8 0 16,-26 8 0-16,25-7 0 0,-25 7 0 0,24-7 0 16,-24 7 0-16,21-7 0 0,-21 7 0 0,18-7 0 15,-11 4 0-15,0 1 0 0,-1 0 0 0,-1-1 0 16,0 3 0-16,-3 0 0 0,1 0 0 0,0 0 0 0,-1 3 0 0,0-2 0 0,-1 2 0 0,-1 2 0 15,2 0 0 1,-1-1 0-16,0 4 0 0,0-1 0 0,-1-7 0 0,0 0 0 16,5 28 0-16,-5-28 0 0,0 0 0 0,4 29 128 15,-4-29-128-15,0 0 0 0,0 0 0 0,0 0 0 16,12 33 0-16,-9-30 0 0,1 0 0 0,0-2 0 16,0 1 0-16,1-2 0 0,1-2 0 0,0-2 0 15,0 1 0-15,3-4 0 0,2-3 0 0,1-1 176 0,1-1-176 0,1-2 160 0,1 1-160 0,0-1 128 16,-1-1-128-16,1 0 128 0,1 1-128 0,-1 2 0 31,0-2-160-31,-1 4 160 0,0 0-192 0,-2 4 192 16,-12 6-208-16,20-6 80 0,-20 6 128 0,0 0 0 15,0 0 0-15,0 0 0 0,0 0 0 0,34 31 176 16,-34-31-16-16,0 0 0 0,8 36 32 0,-8-36 0 16,3 26 0-16,-3-26 0 0,1 28-64 0,-1-28 0 0,3 25 0 0,-3-25 0 15,0 0-128-15,0 0 0 0,8 32 144 0,-8-32-144 16,0 0 0-16,0 0 0 0,0 0 0 0,0 0 0 15,0 0 0-15,46 10 0 0,-36-18 0 0,2 2 0 16,2-4 0-16,0-2 0 0,3 0 0 0,-2-2 0 16,1 4 0-16,2-2 0 0,0 1 0 0,0-1 0 15,1 0 0-15,-1 3 0 0,0 1 0 0,-2 2 0 16,-16 6 0-16,33-8 0 0,-33 8 0 0,29-2-128 16,-29 2 128-16,0 0 0 0,36 2 0 0,-36-2 0 15,0 0 0-15,0 0 0 0,36 12 0 0,-36-12 0 16,0 0 0-16,0 0 0 0,0 0 0 0,37 14 0 0,-37-14 0 15,0 0 0-15,0 0 0 0,0 0 0 0,42 10 0 0,-42-10 0 16,0 0 0-16,0 0 0 0,37 1 0 0,-37-1 0 16,0 0 0-16,30-3 0 0,-30 3 0 0,0 0 0 15,30-5 0-15,-30 5 0 0,0 0 0 0,32-5 0 0,-32 5 0 0,0 0 0 16,33-5 0-16,-33 5 0 0,0 0 0 0,34-5 0 0,-34 5 0 16,0 0 0-16,30-4 0 0,-30 4 0 0,0 0 0 0,0 0 0 15,33-8 0-15,-33 8 0 0,0 0 0 0,0 0 0 16,26-6 0-16,-26 6 0 0,0 0 0 0,0 0 0 15,0 0 0-15,0 0 0 0,36 0 0 0,-36 0 0 32,0 0 0-32,0 0 0 0,0 0 0 0,34 23 0 15,-34-23 0-15,0 0 0 0,0 0 0 0,22 31 144 0,-22-31-144 16,0 0 0-16,0 0 224 0,18 33-64 16,-18-33-16-16,0 0 0 0,0 0 16 0,0 0 0 0,0 0 0 0,40 21 0 15,-40-21-160-15,28-6 0 0,-9-2 144 16,4-1-144-16,3 0 0 0,4-5 0 0,3-1 0 0,3 1-19200 15</inkml:trace>
  <inkml:trace contextRef="#ctx0" brushRef="#br3" timeOffset="212518.51">10419 6726 3679 0,'0'2'320'0,"0"-2"-320"16,0 0 0-16,0 0 0 0,0 0 288 0,1 0-16 16,0-2 0-16,0 2 0 0,1 0-16 0,0 0 0 15,-1-2 0-15,1 1 0 0,-1 1-128 0,0 0-128 16,0-2 144-16,-1 2-144 0,1-2 512 0,0 1 0 16,-1 1 0-16,1-2 0 0,-1 2 528 0,1-1 112 0,0 0 32 0,0-3 0 0,0 1-96 0,1 0 0 31,1 1-16-31,-1-3 0 0,2 0-48 0,1 1 0 15,-2-1 0-15,4-2 0 0,1-3-96 0,4-1-32 16,4 1 0-16,5-7 0 0,6-1 32 0,8-6 0 16,5-5 0-16,4-4 0 0,1 3 192 0,11-9 32 15,11-6 16-15,11-5 0 0,9 0-176 0,4-5-32 0,0-1-16 16,5 0 0-16,5 3-496 0,-3 4-80 0,-9 4-32 0,5 1 0 16,6 4-336-16,-6 0 0 0,-6 1 0 0,-4 1 0 31,-5 3-896-31,-3 5-240 0,0 1-48 0,-5-1-13136 0</inkml:trace>
  <inkml:trace contextRef="#ctx0" brushRef="#br3" timeOffset="213611.31">12524 5539 3679 0,'0'-9'320'0,"0"3"-320"15,0-2 0-15,-1 4 0 0,2 1 960 0,-1-1 128 16,0 1 32-16,0-3 0 0,0-2 240 0,-1-4 48 16,2 0 16-16,-1 3 0 0,2 2-176 0,-2 0-32 0,0 3-16 0,1 1 0 15,0 3 16-15,-1-2 16 0,2 4 0 0,0 2 0 16,0 3-112-16,0 3-32 0,0 4 0 0,-1 0 0 15,0 3-416-15,-1 0-96 0,-1 4 0 0,-1 0-16 16,2 0-240-16,-3 1-64 0,1 0 0 0,-1-1 0 16,1 0-80-16,0-4-32 0,1 1 0 0,1-6 0 15,0 0-144-15,0-3 0 0,1-1 144 0,-1-4-144 0,0-1 0 0,0-1 128 16,0-2-128-16,-1-2 0 16,1 2 0-16,0-5 128 0,-1 1-128 0,1-4 0 15,-1 2 128-15,1-2-128 0,0-2 128 0,0 1-128 16,0 0 128-16,0-3-128 0,1-2 128 0,1-3-128 0,-1 2 160 15,1-3-32-15,1-2-128 0,2-3 192 0,0-1-16 0,0-2-16 16,2 1 0-16,-2 3 0 0,3 0-160 0,-2 6 192 16,1 0-192-16,-1 4 192 0,1 3 32 15,1 1 16-15,0 1 0 0,0 2 0 0,-1 0 64 16,0 3 16-16,1-2 0 0,-1 3 0 0,1-2-64 0,-1 3-16 16,1 0 0-16,0 1 0 0,-2 1-96 0,0 1-16 15,0 0 0-15,-2 3 0 0,2 1-128 0,-3 3 128 16,-3-10-128-16,0 0 128 0,8 40-128 0,-7-23 128 15,-1 2-128-15,-1-1 128 0,1-1-128 0,-2-2 0 16,1 2 144-16,-1-2-144 0,0 2 0 0,0-3 0 16,1-1 0-16,0 0 0 0,1-4 0 0,-1 0 0 15,1-1 0-15,0-4 0 0,1 0 0 0,-1 0 0 16,2-3 0-16,-1 1 0 16,3-2-1312-16,-1-3-176 0,2 1-48 0,-1-3-12464 0</inkml:trace>
  <inkml:trace contextRef="#ctx0" brushRef="#br3" timeOffset="213994.34">12875 5417 2751 0,'0'-2'256'0,"0"1"-256"0,0 1 0 0,-1 0 0 16,1 0 1472-16,-1 0 256 0,0 0 64 0,-1 0 0 16,-1 0-160-16,-2 1-32 0,1 1 0 0,-2 3 0 15,1-1-336-15,0 2-80 0,0 0-16 0,2-1 0 16,-1 2 80-16,0 0 16 0,2-1 0 0,0 0 0 15,2 1-496-15,-1-2-112 0,1 3-16 0,0-2 0 16,0 1-320-16,0 0-80 0,0 0-16 0,1 1 0 0,1-1 48 0,0 2 16 16,1 1 0-16,2-4 0 0,-2 2 32 0,3-1 0 15,-1 0 0-15,1 0 0 16,0-2 16-16,0-1 16 0,2 0 0 0,0-2 0 0,1 0-80 0,0-5-16 16,2 1 0-16,-1-4 0 0,0 0 80 0,0-3 16 15,1-1 0-15,0-2 0 0,0 0-160 0,-2 0-16 0,-1-1-16 0,0 1 0 16,-3 0-160-16,-2 2 0 15,-1-2 0-15,-3 1 128 0,-3-1-128 0,-1 1 0 16,-4 0 0-16,0-1 0 0,-2 1 0 0,-3 1 0 16,-2 3 0-16,0 0 0 0,2 4-176 0,-2 3 176 15,0 3-128-15,0 4 128 0,3 0 0 0,0 3 0 16,1 1 0-16,3 1 128 0,3 0-128 0,2-2-160 16,3 0 160-16,2-1-9808 15,3 0-1840-15</inkml:trace>
  <inkml:trace contextRef="#ctx0" brushRef="#br3" timeOffset="214548.75">13152 5343 4607 0,'1'-7'400'0,"-1"3"-400"15,1-1 0-15,-1 3 0 0,0 1 1472 0,1-3 192 16,0-1 64-16,1-6 0 0,1-2 640 0,-1 1 144 16,1-1 32-16,-2 3 0 0,0 2-896 0,0 4-176 31,0-1-48-31,-1 5 0 0,-1 0-480 0,-1 5-112 0,0-1 0 0,-1 6-16 0,0-2-80 0,0 5-16 15,0 2 0 1,-1 6 0-16,0 0-336 0,0 4-80 16,1 0-16-16,-1 3 0 0,1-2-144 0,0-2-16 15,2 0-128-15,0-3 192 0,2-4-192 0,0-1 144 0,-1-16-144 0,0 0 128 16,12 38-128-16,-12-38 0 0,0 0 0 0,0 0 0 16,0 0 0-16,46 14 128 0,-34-17-128 0,0-3 0 15,0 1 192-15,0-4-32 0,1 0-16 0,-2-1 0 16,0-2-320-16,0 2-64 0,-2-3-16 0,-2 3 0 15,-1-1-1088-15,-3 1-208 0,-1-1-48 0,-4 2-16 16,-2 0-768-16,-3 0-160 0</inkml:trace>
  <inkml:trace contextRef="#ctx0" brushRef="#br3" timeOffset="214707.05">13021 5434 3679 0,'-5'2'320'0,"2"-1"-320"15,2 0 0-15,2-2 0 0,-1 1 2368 0,1-1 384 16,0 1 96-16,1-2 16 0,3-1-80 0,2-3-16 0,3 0 0 0,3-3 0 0,6-3-784 0,4-2-144 15,3-2-48-15,3 1 0 16,1 0-720-16,0 2-160 16,0 3-16-16,-2 3-16 15,-2 2-1216-15,-3 0-240 0,-4 5-64 0,-19 0-13632 16</inkml:trace>
  <inkml:trace contextRef="#ctx0" brushRef="#br3" timeOffset="-214338.69">13678 5190 3679 0,'-7'-3'320'0,"2"3"-320"16,2-2 0-16,0 1 0 0,1 1 1216 0,1 0 160 15,0 0 32-15,0 0 16 0,-2 0 736 0,2 0 144 16,-1 0 16-16,3 0 16 0,2 0-128 0,4 0-32 16,2-2 0-16,4 0 0 0,4-1-624 0,0-4-128 15,2 1-16-15,0 0-16 0,3 0-432 0,-3 0-96 16,2 0-16-16,-2 0 0 0,-2 2-544 0,-1 0-112 16,-2 1-32-16,0-2 0 0,-2 3-160 0,-1-1-144 15,-3 1 144-15,-3 2-208 16,-4 0-848-16,-1 2-160 0,-3 1-48 0,-3-1 0 15,-1 3-1728-15,-3 0-336 0,-1 1-80 0,1-2-5936 0</inkml:trace>
  <inkml:trace contextRef="#ctx0" brushRef="#br3" timeOffset="-213995.6">13784 5172 3679 0,'-11'5'160'0,"7"-2"32"0,3-3-192 0,1 0 0 0,0 0 0 0,-1 1 0 0,1 0 1344 0,-2 4 208 0,0 0 48 0,0 2 16 16,0 2 384-16,1 3 80 0,-1 1 16 0,1 0 0 31,0 4-544-31,-2 2-96 0,1 2-32 0,-1 0 0 16,-1 3-496-16,1 0-96 0,0 0-32 0,-2-1 0 15,2 1-208-15,-2-3-32 0,2-1-16 0,0-3 0 16,2-4-288-16,1-1-64 0,0-5-16 0,1-1 0 16,1-3-336-16,1-3-64 0,0 0-16 0,0-3 0 15,0-2-912-15,1-1-176 0,1-1-32 0,-1-1-16 16,0-1-448-16,-1 0-96 0,0-3 0 0,-1 1-16 16,0-1 368-16,1 0 80 0,-1 0 16 15,-1 1 0-15,1 1 1024 0,-1 3 192 0,1 1 64 0,0 0 0 0,0 1 896 0,1 0 176 16,0 1 32-16,0 1 16 0,1 0 880 0,1-1 176 15,1 2 48-15,2-3 0 0,-1 2 432 0,1 1 96 0,2-3 0 0,0 0 16 0,2 1-896 16,2-1-176-16,0 0-32 0,-1-1-16 0,1 1-880 0,-1 0-160 16,4-2-32-16,0 2-16 15,-3 0-688-15,0-1-144 0,0 3-32 0,0-2 0 16,-2 2-2064-16,-2 1-400 0,-1 0-96 16,-1 2-8784-16</inkml:trace>
  <inkml:trace contextRef="#ctx0" brushRef="#br3" timeOffset="-213508.19">14088 5351 6447 0,'-1'4'272'0,"0"-4"80"0,1 1-352 0,0-1 0 0,0 0 0 0,1 0 0 16,0-1 1760-16,0 1 288 0,2-2 48 0,0-1 16 16,1 0-576-16,1-1-96 0,1-1-32 0,-2 1 0 15,1-1-992-15,-1 0-208 0,0-1-32 0,-1 0-16 16,-1 2-32-16,0-1 0 0,-1 0 0 0,-1 1 0 15,0-1 32-15,-2 0 0 0,0 0 0 0,-2 0 0 16,0 1 0-16,-2 2 0 0,-1 0 0 0,-1 4 0 16,2-2 96-16,-1 3 0 0,0 1 16 0,-2 3 0 15,0 0 16-15,1 2 0 0,-1 1 0 0,-1 2 0 16,1 2-64-16,1-1-16 0,-2 2 0 0,2 2 0 0,1-2 16 0,-1 1 0 16,3-2 0-16,1-2 0 0,2 0 224 0,1-3 32 15,1-2 16-15,2-2 0 0,1 0-112 0,1-1 0 16,2-3-16-16,0 1 0 0,0-4-16 0,2 1 0 15,1-3 0-15,-1-1 0 0,1 0-192 0,1-2-32 16,0 0-128-16,-1-2 192 0,0 2-192 0,1-2-240 16,-2-1 48-16,1 0 16 0,1 1-112 0,-2-3-32 15,-1 4 0-15,1-1 0 0,-2 0 176 0,0-1 144 16,-2 3-208-16,1 0 80 0,-1-1 128 0,-2 4-192 16,0 2 192-16,-2-1-192 0,1 3 192 0,-2 0 0 15,1 3 0-15,-2-1 0 0,0 0 0 0,0 3 0 16,-1 0 0-16,1-1 128 0,0 4 64 0,-1-1 0 15,0 2 16-15,1 2 0 0,0 0 240 0,2-2 64 0,1 0 0 0,1 0 0 16,2-3-192-16,-1 1-16 0,3-3-16 0,1-1 0 16,0-2-128-1,1-2-32-15,2-1 0 0,1-1 0 0,0-3 80 0,1 0 16 0,0-1 0 0,0-2 0 16,1-1-224-16,1-1-208 0,2-1 32 0,-1 0 16 31,2-2-1632-31,-1 0-336 0,-1 4-64 0,-1-2-9648 0</inkml:trace>
  <inkml:trace contextRef="#ctx0" brushRef="#br3" timeOffset="-213112.22">14478 5204 8287 0,'0'-2'368'0,"-1"2"80"0,0 0-448 0,-1 2 0 0,1-2 0 0,-1 0 0 15,1 2 1728-15,-2-1 272 0,-2 2 48 0,-2 2 16 16,-2 0-16-16,-1 0 0 0,1 2 0 0,-1 0 0 16,0-2-928-16,1 0-192 0,0 2-32 0,0-3-16 15,0 2-352-15,2 0-64 0,0-1-16 0,1 0 0 0,1-1 128 0,1 1 0 16,-1 1 16-16,1 0 0 0,1-1-208 0,1 0-64 15,0 2 0-15,-1-1 0 0,2 2-128 0,0-1-48 16,1-1 0-16,0 0 0 0,2-1-16 0,0-1 0 16,1 1 0-16,0-2 0 0,2 0 96 15,0-2 16-15,0 1 0 0,2-2 0 0,-1-2 144 0,1 2 16 16,0 0 16-16,0-1 0 0,-1 0-96 0,0 1-32 16,-2 0 0-16,1 1 0 0,-1 2-96 0,-2-2 0 15,1 3-16-15,-1-1 0 0,-1-1-176 0,0 1 128 16,0 1-128-16,-1 1 128 0,-1-1-128 15,0 1 192-15,-1 0-192 0,0 2 192 0,0-2-32 0,0 0 0 0,-2 2 0 0,0 0 0 0,0 0-160 0,1-4 192 0,-1 2-192 16,-1-1 192-16,1 0-192 16,-1-1 0-16,0 0 144 0,0-1-144 15,-2 0 0-15,1 0 128 0,-1-1-128 0,-1-1 0 16,1 2 0-16,-2-2 0 0,2 0 0 0,-1 2 0 31,2-2-656-31,1 0-48 0,3-2-16 0,1 0-15360 0</inkml:trace>
  <inkml:trace contextRef="#ctx0" brushRef="#br3" timeOffset="-212651.29">14708 5120 15487 0,'-1'-3'336'0,"0"0"80"15,1 0 16-15,-1 3 0 0,0 0-432 0,-1 0 0 0,0 2 0 0,0 1 0 0,-2-2 1440 0,-2 3 208 16,0 3 32-16,-2-1 16 0,-2 2-1312 0,2-1-256 15,0 0-128-15,0 1 128 0,1 0-128 0,0 0 0 16,2 1 144-16,-1 1-144 0,1 1 704 0,0-1 64 16,0 3 0-16,2-2 16 0,-1 1-128 0,0 2-16 15,1 0-16-15,0 2 0 0,0 1-128 0,-1 0-32 16,1 0 0-16,1 2 0 16,1-3-80-16,1-16-32 0,1 26 0 0,0-16 0 0,2-1 160 0,-3-9 48 15,0 0 0-15,0 0 0 0,0 0-64 0,0 0-16 16,38 19 0-16,-29-21 0 0,-1-3-128 0,1 0-32 15,0 1 0-15,1-4 0 0,0 1-176 0,-1-1-144 0,0 0 192 16,-1 1-192-16,0-3 0 0,-1 1 0 0,-2 2 0 16,0-1 0-1,-3 1-512-15,-1 0-96 0,-1 0-32 0,-2 0 0 16,-2-3-896-16,-1 1-192 0,-1 2-48 0,-1 0 0 16,-3 2-336-16,-2-2-80 0,-3 1-16 0,-1 2 0 0,-4 0-1120 0,-1 3-208 0,2 1-48 15,1 0-16-15,2 0 2256 16,1 1 464-16,0 1 96 0,1 0 16 0,1 1 1968 0,2-1 400 0,2 1 64 0,3-1 32 15,2 0 928-15,2-2 192 0,3-2 48 0,3 0 0 0,1-1-304 16,5 1-48-16,3-5-16 0,2 2 0 0,0-2-960 0,3 2-192 16,5-5-32-16,2 1-16 0,3 0-608 0,0 1-128 15,0 1-32-15,1 0 0 16,-1 3-656-16,1 1-144 0</inkml:trace>
  <inkml:trace contextRef="#ctx0" brushRef="#br3" timeOffset="-202635.94">5802 6581 2751 0,'1'-3'256'0,"0"1"-256"15,-1 0 0-15,0 2 0 0,1 0 544 0,-1 0 64 16,0-2 16-16,1-3 0 0,-1 2 48 0,0-1 16 15,0 2 0-15,-1 1 0 0,1 2-304 0,-2 1-64 16,1 0-16-16,0 1 0 0,-1 1-304 0,0 1 0 16,0-3 0-16,1 3 0 0,1 0 0 0,-1-1 0 0,0-1 0 0,1-1-144 0,-1 1 144 0,1-3-128 31,0 0 128-31,0 0-128 0,0-2 128 0,1 1 0 0,1-3 0 0,-1 3 0 16,1-2 0-16,-1 0 0 0,1 0 0 0,-1 0 0 15,1 0 0-15,-1 0 144 0,0 0-144 0,0 1 160 16,0 0-160-16,-1 1 0 0,1-1 0 0,-1 2 128 15,1 0-128-15,0 0 128 0,0 0-128 0,0 0 128 16,0 0-128-16,-1 0-176 0,1 0 48 0,0 2 0 16,0-1-256-1,-1 1-32-15,1-2-16 0,-1 2 0 0,1-2-128 16,-1 1-16-16,0 1-16 0,1-2 0 0,-1 0 128 0,1 0 16 0,-1 2 16 0,1-1 0 16</inkml:trace>
  <inkml:trace contextRef="#ctx0" brushRef="#br4" timeOffset="-195073.43">5767 6638 4607 0,'-1'-2'400'0,"0"0"-400"15,1 1 0-15,0 1 0 16,0-2 560-16,0-1 16 15,0-1 16-15,1-3 0 0,-1 0 320 16,1-3 64-16,1-2 16 0,0 2 0 0,0 2-336 0,1 0-64 16,0 3-16-16,-1 0 0 0,-1 1-256 0,1 2-48 15,0 0-16-15,-1 1 0 0,-1 1-64 0,1 1-32 16,0 1 0-16,-1 0 0 0,0-1 48 0,0 2 16 16,0-2 0-16,0 3 0 0,0-1 96 0,-1 1 0 15,0 1 16-15,-1 0 0 0,1 2 48 0,-1-2 16 16,0 2 0-16,-2-2 0 0,0 2-80 0,1 0 0 15,-1 2-16-15,0-2 0 0,0 3 32 0,0-1 16 0,1 1 0 0,-1 1 0 0,1-1-48 0,1 0-16 16,0-1 0-16,0-2 0 16,1 3-160-16,1-3-128 0,0 0 192 0,0 0-192 15,1-2 144-15,0-1-144 0,1-1 0 0,1-1 144 16,-1-2-144-16,1 0 0 0,1-2 0 0,0 0 0 16,0-1 0-16,2-1 0 0,0-2 0 0,1 2 128 15,-1-3-128-15,2 0 0 0,1-3 0 0,0 1 128 16,0-1-128-16,2-1 0 0,-2 1 0 0,0-2 0 15,0 2 0-15,1 1 0 0,-2 0-160 0,0-1 160 16,0 3-176-16,-2 1 176 0,1 1-192 0,-3 0 192 16,0 2-128-16,-1 1 128 0,0 2 0 0,-2 1 0 0,0 0 0 0,0 1-128 15,-1 1 128-15,0 0 0 0,-1 2 0 16,0-1 0-16,-1 1 0 0,1 1 0 0,-1 2 0 16,0-1 0-16,-1 0 0 0,2 0 0 0,-1 2 0 0,-1-3 0 15,1 2-128-15,-1-2 128 0,2 0 0 0,-1-1 0 16,2 0 0-16,-2-3 144 0,1 3-144 0,0-2 0 15,1-1 0-15,0-1 0 0,1-1 0 0,-1 0 0 16,2-1 0-16,-1 1 0 0,0-2 0 0,1-1 0 16,1 1 0-16,0-1 0 0,-1 1 0 0,0-2 0 15,2 1 0-15,0-2 0 0,0 1 0 0,0 1 0 16,1-3-128-16,1 0 128 0,2 1 0 0,-2-2 0 16,2 0-144-16,-1 0 144 0,1 0-288 0,2-2 0 15,-1 2 0-15,-1-1 0 0,1 2 64 0,-2 0 16 0,1 2 0 16,-3-1 0-16,0 3 208 0,-2 1 0 0,1 1-160 0,-2 3 160 15,-1-1 0-15,-2 1 0 0,1 2 0 0,-3 4 0 16,0-2 0-16,0 0 0 0,-2 5 0 0,0 0 0 16,-2 0 0-16,1 0 0 0,1 0 160 0,-1-1-160 15,3-3 256-15,-1 1-64 0,1-2-16 0,1-1 0 16,0-2-176-16,2 0 0 0,0 1 0 0,0-4 0 16,2 0 0-16,0-1 0 0,0 0 128 0,1 0-128 15,1-2 0-15,0-2 0 0,1-1 0 0,1 1 128 16,0 0-128-16,0-1 0 0,2-1 0 0,-2-1 0 15,2 2-208-15,-1-3 80 0,1 0 128 0,-1 1-208 16,1 1-48-16,0-1-16 0,-1 2 0 0,-1 0 0 0,-2 1 112 0,1 2 32 16,-2-1 0-16,0 1 0 0,-2 0 128 0,0 2 0 15,-1 0 0-15,0 2 0 0,0 0 0 16,-1 1 0-16,0-1 0 0,-1 0-128 0,1 1 128 0,-1 1 0 16,0 1 128-16,0-2-128 0,0 2 0 0,0 1 144 15,2-1-144-15,-1 1 0 0,0-2 144 0,0 0-144 16,0 1 0-16,1 0 144 0,0-2-144 0,-1 1 0 15,1-2 0-15,0 0 128 0,1-2-128 0,0 1 0 16,0 1 0-16,1-2 0 0,0 0 0 0,0-2 0 16,2 1 0-16,0-2 0 0,0 0 0 0,1 0 0 15,0-1 0-15,1 1 0 0,0 1 0 0,1-3 0 16,-1 2 0-16,0-1 0 0,1 0 0 0,-1 0 0 16,1 2-128-16,0-2 128 0,-1 1-320 0,2-2 16 15,-2 1 0-15,1-1 0 0,-1 2-16 0,1-1-16 0,-2 0 0 16,1 1 0-16,0 0 336 0,-1 1-176 0,0 0 176 0,-2 2-128 15,0-2 128-15,0 4 0 0,-2 0 0 0,0 0 0 0,-2 1 0 0,0 2 128 16,0-1-128-16,0 1 0 0,0 0 192 0,-1 0-16 0,0 2-16 0,-1-1 0 16,0 3 48-1,-1-1 16-15,2-3 0 0,0 2 0 0,1-1-16 0,0-2 0 0,1 0 0 16,0-1 0 0,1-1-16-16,1 0-16 0,-1-1 0 0,2-1 0 15,0 0-176-15,2-3 0 0,0 1 144 0,3-3-144 16,-1 0 0-16,1-1 0 0,1 0 0 0,0-1 0 15,0 0 0-15,1-2-128 0,1 2 128 0,-2-3-192 16,1 3 192-16,-1 0-128 0,1-2 128 0,-3 4-128 16,0 0 128-16,-3 2 0 0,1 1-144 0,-2 2 144 0,-1-1 0 15,-1 1 0-15,1 1 0 0,-1 1 0 16,-1 1 0-16,0-1 0 0,-1 3-144 0,1-3 144 0,-1 4 0 0,-1 0 0 16,2-1 0-16,-2 0 0 0,1 0 0 0,-2 2 176 15,2-3-176-15,0-1 160 0,0 2-160 0,0-1 0 0,0-1 0 0,0 2 0 0,0-1 0 0,1-1 0 16,0 1 0-16,0 1 0 0,0-3 0 0,0 1 128 15,1 0-128-15,0-1 0 16,1 0 0-16,1-2 0 0,0 1 0 0,1-2 0 0,1-1 0 0,1 0 0 16,1-1 0-16,1 0 0 0,3-1 0 0,-1-3 0 15,1 2 128-15,2-3-128 0,0 0 0 0,1 0-144 32,-3-1 144-32,0 2-208 0,0 1 0 0,0 0 0 0,0-2 0 0,-1 2 0 0,-1 1 208 0,-1 2-192 15,-1-1 192 1,-2 2-192-16,0 1 192 0,-2 1 0 0,-1 1 0 15,-1 1 0-15,-1 0 0 0,0-2 0 0,0 2 0 0,-1 0 0 16,0 3 0-16,-1-2 0 0,0 1 0 0,0-1 0 16,0 0 144-16,0 1-16 0,0 0-128 0,0 1 192 15,-1-1-192-15,0-1 176 0,1 2-176 0,0 0 160 16,0-1-160-16,-1-1 128 0,1 2-128 0,0-3 128 0,0 1-128 0,1 1 192 0,0-1-192 0,0-1 192 31,2 0-48-31,0 1 0 0,1-3 0 0,0 0 0 16,3 0-144-16,0-3 160 0,1 1-160 0,1 0 160 15,2-3-160-15,1-2 0 0,2-1 0 0,-1 2 128 16,2-4-128-16,-1 3 192 0,1-2-192 0,-1-1 192 16,2 1-192-16,-1 2 0 0,-1-3 0 0,0 3 0 15,-2 0 0-15,1 0 0 0,-2 2 0 0,-1 0 0 16,0 0 0-16,-2 3 0 0,-1 2 0 0,-3 0 0 0,0 0 0 16,-2 0 0-16,0 2 144 0,-1 3-144 0,-2 0 0 0,-1 0 0 15,-2 3 0-15,1 0 0 0,-1 1 0 0,1-3 0 16,1 0 0-16,-1 2 0 0,0-1 0 0,1-2 128 15,1-1-128-15,2 1 0 0,-1 0 0 0,1-3 144 16,2 0-144-16,-1 1 0 0,2-1 128 0,-1-2-128 16,2-2 0-16,0 2 0 0,1-2 0 0,0 1 0 15,1-1 0-15,0 1 0 0,1 0 0 0,0-2 0 16,1 1 0-16,0-1 0 0,0 1 0 0,1 1 0 16,0 0 0-16,-1-1 0 0,2-1 0 0,0 1 0 15,-2-1 0-15,0 1 0 0,0 2 0 0,0-2 0 0,0-1 0 0,-1 1 0 16,1-1 0-16,-1 1 0 0,-1 2 0 0,0-1-144 15,-1 1-112-15,-1 0 0 16,-1 0-16-16,0 1 0 0,0-1 96 0,-2 3 32 0,0 1 0 0,-1-1 0 16,-1 1 144-16,0 1 0 0,-1 2 0 15,0 0-128-15,0 0 128 0,0 3 0 0,0-3 0 0,0 0-128 16,2 0 128-16,-1 0 0 0,1-1 128 0,0 0-128 16,2-3 0-16,-1 1 128 0,2-1-128 0,0-2 0 15,-1 0 0-15,1 1 0 0,1-2 0 0,0-2 128 16,1 2-128-16,0-2 0 0,2 0 0 0,-1-1 128 15,1 0-128-15,0-1 0 0,3-1 128 0,-2 0-128 16,1 1 0-16,1-1 0 0,-1 0 0 0,1 1 0 16,0-2-144-16,-1 2-48 0,0-1-16 0,-1 0 0 15,0 3-80-15,1-2-16 0,-2 1 0 0,1-2 0 16,-3 4 304-16,1 0-160 0,-2-1 160 0,0 2-128 16,-2 0 128-16,1 0 0 0,-2 2 0 0,-1 0-128 0,0 1 128 0,-1 1 0 15,0 0 128-15,-1-1-128 0,-1 5 144 0,1-4-144 16,-1 2 192-16,-1 0-192 0,0 1 256 0,-1 0-64 0,2 1-16 0,-2-2 0 15,0 2 32-15,1-1 16 0,0-2 0 0,1 0 0 0,2 0-32 0,0-1 0 16,2-2 0-16,0 0 0 16,2 1-32-16,0-3-16 15,1 0 0-15,1 0 0 0,1-2-144 0,-1 1 192 16,3-1-192-16,-2 0 192 0,2 0-192 0,0-1 0 16,0-1 144-16,0 2-144 0,1-1 0 0,2 0 144 15,-2-1-144-15,0 1 0 0,2 1 0 0,-1-1 0 16,0 1 0-16,-1 2 0 0,-1-2 0 0,0 1 0 15,-3 2 0-15,0-1 0 0,0 2 0 0,-2 0 0 0,-2 1 0 16,0-1 0-16,0 1 0 0,-1 1 0 0,-2 1 0 0,-1 0 0 16,-1 2 0-16,1-3 0 0,1 1 0 0,-2 0 0 15,1 2 0-15,-1 0 0 0,0 0 0 0,0 0 0 16,1-1 0-16,0 0 0 0,3-1 0 0,-1 0 0 16,1-1 0-16,0-1 0 0,1-1 0 0,1 1 0 0,1-2 0 0,0 0 0 0,0-2 0 0,3 0-144 31,0 1 144-31,0-3 0 0,1 1 0 0,0 0 0 15,1 1 0-15,-1-2 0 0,1 2 0 0,0-1 0 0,1-1 0 0,-1 1 0 0,0 1 0 16,0 0 0 0,-1 1 0-16,0 0 0 0,0 1 0 0,-3 0 0 15,1 1 0-15,0 1 0 0,-2-1 0 0,0 0 0 16,0 1 0-16,-1 1 0 0,0-1 0 0,0 1 0 0,0 1 0 0,-1 0 0 0,0-3 0 0,-1 3 0 16,0 0 0-16,0-3 0 0,0 3 0 0,-1 0-128 0,0-1 128 15,1 1 0-15,-1 0 0 0,-1 0 0 0,1 0 0 0,-1 1 0 31,1 0 0-31,0 0-128 0,-1 2 128 0,0-2 0 16,1 2 0-16,0-4 0 0,1 1 0 0,1 0 0 16,1-3 0-16,1 0 0 0,2 1 0 0,0-3 0 15,0 0 0-15,3 0 0 0,1-3 0 0,1 0 0 16,2 0 0-16,-2-2 0 0,1 0 0 0,1 0 0 16,0-2 0-16,1 1 0 0,0 0 0 0,-1 0 0 15,-1 1 0-15,-1 1-128 0,1-2 128 0,-1 1 0 16,-2 3-144-16,1-3 144 0,-2 3 0 0,0-1 0 15,-1 3 0-15,-1-2 0 0,0 2 0 0,-2-2 0 0,1 2 0 16,-1 2 0-16,-1-2 0 0,-1 2 0 0,-1-1 0 0,-1 3 0 16,2-1 0-16,-2 1 0 0,-1 1 0 15,-1 0 0-15,-1 0 0 0,1 2 0 0,0-1 0 0,-1 2 0 16,1-3 128-16,0 2-128 0,0 0 192 0,1 0-64 16,0-2 32-16,0 0 0 0,1-1 0 0,1 1 0 15,1-2-160-15,1 1 160 0,0-3-160 0,2 0 160 16,0-2-160-16,3 0 0 0,1-3 0 0,1 1 0 15,1-2 128-15,-1 3-128 0,2-3 0 0,0-1 128 16,0 0-128-16,1-1 0 0,0 2 144 0,1-2-144 0,-2 3 0 16,1-2 144-16,0 3-144 0,-1-2 0 0,1 2 0 0,-1 0 0 15,-2 1 0-15,-2 2 0 0,1 0 0 0,-2 0 0 0,-2 3 0 0,-1 1 0 16,-2 1 0-16,-2 0 0 0,0 4 0 0,-4 1 0 16,0-1 0-1,-1 1 0-15,0 1 0 0,-3-1 0 0,1 2 0 0,0 0 0 16,-1 0 0-16,-1-1 0 0,2-1 0 0,1-1 128 15,-1 1-128-15,2-1 160 0,-1 1-160 0,1-1 192 16,1-1-192-16,0-2 192 0,3 2-192 0,1-4 160 16,2-2-160-16,1 1 160 0,2-2-160 0,1-1 0 15,0-1 0-15,2 1 128 0,1-4-128 0,2 1 0 16,2-2 144-16,2 0-144 0,1-1 192 0,1 0-16 16,-1 0-16-16,2 1 0 0,0 0-160 0,-1 3 192 15,-1-1-192-15,-2 1 192 0,-3 0-192 0,-1 2 0 16,-3 2 0-16,-2 0 0 0,-1 1 0 0,-4 2 0 15,-2 2 0-15,-1 2 0 0,-4 1 0 0,-1 2 0 16,-2 1 0-16,1-1 0 0,3-1 0 0,-1 0 128 0,-1 1-128 0,0 0 128 16,0 2-128-16,1-2 128 0,1-2-128 0,2 1 128 15,2-2-128-15,1-1 0 0,2-2 0 16,2-1 0-16,2 0 0 0,0-3 0 0,3-2 128 0,1 0-128 16,2 0 0-16,1-2 0 0,1-2 0 0,2 1 0 15,2-2 224-15,-1 1-32 0,1 1-16 0,-1-2 0 16,-1 3-16-16,0-2 0 0,-1 3 0 0,-3-1 0 15,-2 2-160-15,0 0 0 0,-3 3 0 0,-2 1 0 16,-1-1 0-16,-3 4 0 0,0-1 0 0,-2 4 0 16,-3 0 0-16,0 2 0 0,-1 2 0 0,-2 0 0 15,1 0 0-15,0 1 0 0,-1 1 128 0,2-4-128 16,2 0 0-16,-1-1 0 0,2-1 0 0,0 0 0 16,2-1 0-16,1-2 0 0,2 0 0 0,1-2 0 0,1-1 0 0,2-1 0 15,0 0 0-15,1 0 0 0,0-2 0 0,1-1 0 16,2 0-144-16,-1 0 144 0,1 0 0 0,1-1 0 15,0 0 0-15,0-2 0 0,1 1 0 0,-1 0 0 16,0 1 0-16,0-1 0 0,0 0 0 0,-1 0 0 16,1 0 0-16,0 1 0 0,-2-1 0 0,0-1 0 15,0 1 0-15,-1 2 0 0,1 0 0 0,-1-1-128 16,-2 1 128-16,1-1 0 0,-1 1 0 0,0 2 0 16,-1 0-128-16,-1-1 128 0,-1 3 0 0,-1 1 0 15,0-1 0-15,-1 1 0 0,0 0 0 0,-1 0 0 16,-2 2 0-16,2 0 0 0,-2 0 0 0,0 1 0 15,0 1 0-15,0-2 0 0,1 0 0 0,0-1 0 16,0 2 0-16,1-3 0 0,1 2 0 0,0-2 0 0,1-3 0 16,1 3 0-16,1-3 0 0,0-1 0 0,2-1 0 0,3-1 0 15,-2-1 0-15,3-1 0 0,2-1 0 0,1-1 0 16,3-4-128-16,1 1 128 0,2-3-192 0,2 2 192 16,-1 1-272-16,0-1 48 0,0 4 16 0,-1-2 0 15,-1 2 208-15,0 0-176 0,-2 1 176 0,-3 3-160 16,-1 1 160-16,-3 1 0 0,-1 3-144 0,-3-1 144 15,-2 2 0-15,-3 4 0 0,-2-2 0 0,-3 3 0 16,-2 1-192-16,0 0 192 0,1-2-160 0,-2 0 160 16,0 3 0-16,-2 0 0 0,-1 1 0 0,1-1 160 15,0 1-16-15,3-2 0 0,0 0 0 0,2-2 0 16,1-1-144-16,1 0 0 0,2-1 144 0,1-1-144 16,1-2 0-16,2 1 0 0,1-1 0 0,1-2 0 15,1 1 0-15,-1-1 0 0,3 0 0 0,-1-1 0 0,3-1 0 16,-1 0 0-16,2 0 128 0,0-1-128 0,0 0 176 0,0 0-48 15,1 1 0-15,-2-3 0 0,0 3-128 0,-1 0 192 16,-1 0-192-16,0 0 192 0,-1 3-192 0,-2 0 0 16,0 0 144-16,-2 0-144 0,-1 2 0 0,-1 2 0 15,-2-1 0-15,0 2 128 0,-2 2-128 0,-1 0 0 16,1 0 0-16,-1 1 0 0,1 0 0 0,-1 1 144 16,1-2-144-16,0 2 0 0,1-2 192 0,0 2-192 15,-1 2 192-15,-1-3-192 0,3 1 128 0,-1 0-128 16,1 0 0-16,0 0 0 0,2-1 0 0,0-1 0 15,1 2 0-15,1-4 0 0,0 0 128 0,2 0-128 16,2-3 0-16,0 2 0 0,2-3 128 0,0 1-128 16,4 0 0-16,-1-3 0 0,0 0 0 0,1-2 0 15,1-2 0-15,1 0 0 0,0-1 0 0,-1 1 0 16,0-3 0-16,-2 3 0 0,0 0 0 0,-1-1 0 0,-1 1 192 16,-1-1-192-16,-1 1 0 0,-1 2 0 0,-2 0 0 0,-1 3 0 15,-2 1 128-15,0-1-128 0,-2 1 0 0,-2 2 0 16,-1 0 0-16,-1 2 0 0,-2 0 0 0,0 2 0 15,0 2 128-15,-1 0-128 0,1 0 144 0,-1 0-144 16,0 0 0-16,2-1 0 0,0 1 0 0,0-2 0 16,2 1 0-16,0-3 0 0,1-1 0 0,1-2 0 15,2-1 0-15,0-1 0 0,1-1 0 0,1 0 0 16,2-2 0-16,1 0 0 0,1-2 0 0,0-1 0 16,2 1 0-16,-1 0 0 0,1-2-128 0,0 1 128 15,0 0 0-15,-1 1-192 0,1 0 192 0,-2-1-160 0,0 3 160 0,-1 0 0 16,0 0 0-16,-2 3 0 0,0-1 0 0,-1 3 0 15,-2 0 0-15,-1 1-128 0,-1 0 128 0,-1 1 0 0,-1 2 0 0,-2-2 0 0,1 2 0 0,-1 1-128 16,0 0 128-16,-1-1 0 0,0 0 0 16,1-1 0-16,0-2 0 0,3 0 0 15,-1-3 0-15,2 0 0 16,0 0 0-16,3-1 0 0,0-1 0 0,1-2 0 16,2 1 0-16,1-2 0 0,1-1 0 0,1 1 0 15,1-2 0-15,0 1 128 0,0-2-128 0,2 3 0 16,-1-3 0-16,0 0 0 0,1 3 0 0,-1 0 144 15,-1-1-144-15,1 3 160 0,-2 0-160 0,0 0 0 16,0 3 144-16,-2-1-144 0,0 3 0 0,-1 0 0 16,-1-1 0-16,-2 2 128 0,0 0-128 0,0 2 0 0,0-1 0 0,-2 2 0 15,1-4 0-15,-1 2 0 0,0-2 0 16,-2 2 0-16,2-1 0 0,-2 2 0 0,0-3 0 0,0 2 0 16,0-2 0-16,-1 2 0 0,0-1 0 0,2 0 0 15,-2 0 0-15,1 0 0 0,2 0 0 0,-1-1 0 16,2-2 0-16,0 1 0 0,0-1 128 0,1 1-128 15,2-1 0-15,0-2 0 0,1 0 0 0,0 1 128 16,2-1-128-16,0-1 0 0,2 0 0 0,1-1-11920 16</inkml:trace>
  <inkml:trace contextRef="#ctx0" brushRef="#br4" timeOffset="-191022.67">8144 8456 911 0,'-1'-2'0'0,"0"2"0"16,0 0 0-16,0 0 0 0,1 0 416 0,0-2 0 15,0 2 0-15,0-2 0 0,0 1 240 0,1-3 48 16,0 1 16-16,0 1 0 0,1-2-128 0,-2 1-16 16,1 0-16-16,1 1 0 0,0 0-32 0,1-1 0 15,0 1 0-15,0-1 0 0,0 0 192 0,1 2 48 16,0-2 0-16,-1 3 0 0,1-2-64 0,-1 2-16 16,1 0 0-16,0 2 0 0,0-2-368 0,0 3-64 15,0-1 0-15,0 0-16 0,-1 3-96 0,0 0-16 0,1-1 0 16,-1 0 0-16,0 1-128 0,-1-2 0 0,0 2 0 0,0-2 0 15,-1 1 0-15,-1-1 0 0,0 0 0 0,-1 1 0 16,1 0 0-16,-2-1 0 0,0 0 0 0,0 1 0 16,-1 3-160-16,-1-1 160 0,0 0 0 15,0 0-144-15,1-2 144 0,0 3 0 0,0-3 0 0,1 2 0 16,-1 0 128-16,0 1-128 0,1-2 160 0,1 2-160 16,2-2 192-16,0-3-64 0,0 1-128 0,0 0 192 15,2 1-48-15,1-3-16 0,-2 0 0 0,1-1 0 16,1 0-128-16,0-1 0 0,0 0 144 0,2-1-144 15,-2-1 176-15,2 0-48 0,0 1 0 0,-2 0 0 16,2 0-128-16,-2-1 128 0,1 1-128 0,-1 0 128 0,-1 1-128 0,0 1 0 16,0-2 0-16,-2 4 0 0,1-2 0 0,-1 3 0 15,0-1 128-15,-1-1-128 0,0 1 0 0,-1 1 0 16,0 1 0-16,-1 1 0 0,0 1 0 0,-2 2 0 16,1-1 0-16,-2 1 0 0,2-1 0 0,-1 1 0 15,1 2 0-15,-2-2 0 0,1 1 0 0,-1 0 0 16,1 3 0-16,0-2 0 0,1-3 0 0,0 2 192 0,0-2-192 0,2 0 192 0,0 0 0 0,1-3 0 31,1-1 0-31,1 0 0 0,1-1-48 0,0 1 0 16,0-3 0-16,1 0 0 0,1 0-144 0,-1 0 128 15,1 0-128-15,1 0 128 0,0 0-128 0,0-2 0 16,1 1 0-16,0-1 0 0,-1 2 0 0,0 0 0 0,-1-2 0 16,0 2 0-16,-1 0 0 0,0 0 0 0,-1 2 0 0,0-2 0 15,-1 2 0-15,-1 1 0 0,0-1 0 0,-1 2 0 16,0-1 0-16,-1 2 0 0,0 0 0 0,1 0 0 15,-2 1 0-15,0 0 128 0,-1 0-128 0,-1 1 0 16,2 0 0-16,-2 1 0 0,0 1 0 0,1-2 0 16,-1 0 0-16,0 0 0 0,1 1 0 0,0-1 128 15,1 2-128-15,-2-2 128 0,1-1-128 0,0 0 128 16,2 0 0-16,0-2 0 0,0 1 0 0,1-1 0 16,1 1 64-16,0-2 16 0,1-1 0 0,1 0 0 15,1-2 32-15,0 0 0 0,1 0 0 0,1-2 0 0,0 0-16 16,1-1 0-16,1 0 0 0,-1 0 0 0,2 0-32 0,-2 0 0 15,1 0 0-15,-3 1 0 0,2 2-192 0,-3-1 128 16,1 2-128-16,-2-1 0 16,-1 2 0-16,-1-1 0 0,1 3 0 0,-2-3 0 0,0 3 0 0,-1-1 0 15,-1 4 0-15,0-3 0 16,-1 2 0-16,-1 2 0 0,1 0 0 0,-3-1 0 0,0 2 0 16,1-1 0-16,-2 1 0 0,0 0 0 0,1-1 128 0,0-1-128 15,0 2 0-15,3-4 0 0,-1 2 192 0,0-3-64 16,1 2-128-16,1-2 192 0,0 3-64 0,1-2-128 15,1-3 176-15,0 3-176 0,2-2 160 0,0-1-160 16,0 0 128-16,1 0-128 0,3 1 0 0,-2-3 0 16,2 2 0-16,-1-1 0 0,3 1 0 0,-1-2 0 15,1 0 128-15,0 2-128 0,-1-2 0 0,1 0 0 16,-1 0 0-16,0 2 0 0,-1-2 0 0,0 1 0 16,-2 1 0-16,0 0 0 0,-1 1 0 0,-1-1 0 15,-2 0 0-15,0 3 0 0,-2 0 0 0,0-1 0 16,-1 1 0-16,0 1 0 0,-1 0 0 0,-1 1 0 0,1 0 0 0,-2 0 0 15,0-1 0-15,2 2 0 0,-3 0 0 16,3-3 0-16,-1 4 0 0,1-4 128 0,1 4-128 16,0-2 192-16,1-2-192 0,0 2 192 0,1-2-192 0,1-1 192 0,1-1-192 0,0 2 160 15,1-4-160-15,1 0 160 0,0 1-160 0,2-2 0 0,1 0 0 0,0-3 128 32,2 0-128-32,-1 0 0 0,1 0 0 0,0-1 128 15,0 0-128-15,0 1 192 0,0 0-192 0,-1 0 192 16,0 2-192-16,-1-2 0 0,0 1 0 0,-2 2 128 15,1 0-128-15,-1 0 0 0,0 2 0 0,-3 1 0 0,0-1 0 0,0 1 0 16,-2 1 0-16,0 1 0 0,0 2 0 0,-1 0 0 0,-2 0 0 0,0 0 0 16,0 3 0-1,0-1 0-15,0-1 0 0,0 1 0 16,2-1 0-16,-2 1 0 0,1 0 0 0,-1-1 0 0,2 0 0 0,-1-2 0 16,0 0 0-16,2-1 0 0,0 1 0 0,1-3 0 15,0 1 0-15,1 0 0 0,0-3 0 0,2 2 0 16,0-2 0-16,-1 1 128 0,2 0-128 0,0-1 0 15,1 1 0-15,-1 0 0 0,2 0 0 0,-1-2 0 16,0 1 0-16,1 1 0 0,0 0 0 0,1-2 0 16,0 3 0-16,-1-1 0 0,2-2 0 0,-2 1 0 0,3 0 0 0,-2-1 0 15,1 2 0-15,-1-2 0 0,-1 0 0 0,0 3 0 16,0-1 0-16,-3 1 0 0,1-1 0 0,-1 0 0 16,-1 3 0-16,-1 0 0 0,-1-1 0 0,0 2 0 15,-1 0 0-15,-2 2 0 0,1 1 0 0,-2-2 0 16,1 4 0-16,-1 0 0 0,-1-1 0 15,1 3 0-15,0-1 0 0,-1-2 0 0,2 2 0 16,0 0 0-16,0 1 0 0,1-3 0 0,1 0 0 0,1-1 0 16,1-3 0-16,0 0 0 0,2 1 0 15,1-2 0-15,-1 0 0 0,1-2 0 0,0-2 0 0,0 1 0 16,2-1 0-16,0-1 0 0,0-1 0 0,0 1 0 16,1-2 0-16,-1 1 0 0,2 0 0 0,-1-1 0 15,1 2 0-15,-1-2 0 0,0 2 0 0,0 2 0 16,-1-2 0-16,-1 2 128 0,0 0-128 0,-2 0 0 15,0 3 0-15,-1-1 0 0,0 0 0 0,-1 3 0 16,-1-3 0-16,0 4 0 0,-1-2 0 0,0 2 0 16,-1 1 0-16,0 0 0 0,0 3 0 0,-1-2 0 0,0 0 0 15,0-1 0-15,1 1 0 0,0 0 0 0,-1 1 0 16,1-2 0-16,0-2 0 0,1 3 0 0,0-3 0 0,0 2 0 16,1-1 0-16,0 1 0 0,1-2 0 0,0 0 0 15,0 0 0-15,1 1 0 0,0-4 0 0,1 3 0 16,-1 0 0-16,2-1 0 0,0 0 0 0,-1 1 0 15,1 0 0-15,0-1 0 0,0 1 0 0,0 0 0 16,1-1 0-16,-1-1 0 0,1-1 0 0,0 0 0 16,0 0 0-16,0 1 0 0,1-1 0 0,0-1 0 15,0 0 0-15,-1-1 0 0,2 0 0 0,-2 0 0 16,1-1 0-16,-2 3 0 0,1-1 0 0,-1-1 0 0,-1 3 0 0,-1 0 0 0,1-1 0 0,-1 1 0 16,-1 2 128-16,-1 0-128 0,0-1 0 0,-1 1 0 15,0 1 0-15,-1 0 0 0,0-1 0 0,0 2 0 16,1-1 0-16,-1-1 0 15,1 2 0-15,-1-2 128 0,0-1-128 0,2 0 0 16,0-1 128-16,1-1-128 0,1-1 128 0,-1 2-128 16,1-2 128-16,0-2-128 0,1 1 128 0,0 1-128 15,1-3 144-15,-1 1-144 0,1-1 160 0,1-1-160 16,-1 1 192-16,2-2-48 0,-1 1-16 0,0-1 0 16,2 0 48-16,-2-2 0 0,1 1 0 0,-2 0 0 15,2 1-176-15,-1 0 128 0,-1 0-128 0,0 1 128 16,-1 1-128-16,-1 0 0 0,-1 3 0 0,0-2 128 15,-1 0-128-15,0 4 0 0,-1 0 0 0,-2-1 0 16,0 2 0-16,-1 0 0 0,1 4 0 0,-1-5 0 16,1 2 0-16,-2 0 0 0,0 2 0 0,-3 3 0 0,1 0 0 15,-1-2 0-15,0 1 0 0,1-1 0 16,0-1 0-16,2 1 128 0,-2-3-128 0,3 2 0 0,0-2 128 0,1-2-128 16,0 0 128-16,2 0-128 0,1-3 0 0,1 0 128 15,2-2-128-15,1 0 0 0,0 0 0 0,0-1 128 16,1 0-128-16,0-1 0 0,3 0 128 0,-1-1-128 15,2 0 128-15,-2 1-128 0,1-3 128 0,2 0-128 16,-2 3 0-16,-1 0 128 16,1-2-128-16,-3 1 0 0,1 2 0 0,-1-1 128 0,-2 1-128 0,-1 0 0 15,-2 2 0-15,0 0 0 0,-2 1 0 0,-1 1 0 16,-2 3 0-16,-2 0 0 0,-2 3 0 0,-1 3 0 16,-1 0 0-16,-2 2 0 0,-2 1 128 0,-2 2-128 15,2 1 128-15,-2-2-128 0,1 1 208 0,3-5-32 16,2 0-16-16,2-3 0 0,1 1-160 0,3-2 160 0,1 0-160 0,2-3 160 15,1 0-160-15,3-3 0 0,2-1 0 0,1-1 0 16,5-1 0-16,2-3 0 0,4-4 0 0,2 0 0 16,5-4 0-16,1-1 0 0,0 0 144 0,0 0-144 15,-1 2 144-15,0-3-144 0,0 2 192 0,-2 2-192 16,-4 0 128-16,-1 1-128 0,0 3 0 0,-3 1 0 16,-1 4 0-16,-4 1 0 0,0 3 0 0,-5 1 0 15,-2 3 0-15,-2 3 0 0,-2 1 0 0,-4 1 0 16,-3 3 128-16,-1 2-128 0,-1 0 0 0,-2 1 0 0,-1-1 272 0,-3 2-48 0,0 2-16 0,4-5 0 15,3-4 0-15,-1 2 0 0,0 0 0 0,0-1 0 32,4-2-80-32,3-1-128 0,1-3 176 0,3-2-176 15,4-3 128-15,1-2-128 0,3 0 0 0,1-2 0 0,1-1 0 16,4-2 0-16,1-1 0 0,5-4 0 0,2-2 128 16,3 0-128-16,0 0 144 0,1 0-144 0,-2 3 160 0,-1 0-160 15,-1 2 160-15,-1 3-160 0,-3 0 0 0,-2 2 0 0,-3 2 0 0,-4 3 0 0,-3 1 0 0,-3 1 0 16,-3 4 0-16,-2 1 0 15,-3 2 0-15,-1 0 0 0,1-3 0 0,-2 3 0 0,-3 3 0 0,-1 1 176 16,0 0-176-16,0 1 160 0,1 0-32 0,0-2-128 16,2 0 192-16,0-1-64 0,3-2-128 0,1-1 160 15,2-2-160-15,1 0 160 0,2-2-160 0,1-5 0 32,1 3 0-32,2-2 128 0,1-1-128 0,1-2 0 15,2 0 0-15,0-2 0 0,1 2 0 0,1-3 0 16,1 3 0-16,-2-2 0 0,2 2 0 0,-1 0 0 0,0 2 0 15,-2-2 0-15,0 3 0 0,-1 1 0 0,-3 1 0 16,-1 0 0-16,0 0 0 0,-3 4 0 0,1-2 0 0,-2 0 0 16,-1 5 0-16,-1-2 0 0,0-1 0 0,-2 1 0 15,0 1 0-15,-1 0 0 0,0 0 0 0,0 1 0 16,0-1 0-16,0-1 0 0,0 1 0 0,1-2 0 16,2-1 0-16,-1-1 0 0,1 1 0 0,1-2 0 15,2 0 0-15,0-2 0 0,1-2 0 0,1-1 0 16,1 1 0-16,2-2 0 0,0-2 0 0,2 1 0 15,-2 1 0-15,3-2 0 0,1 0 0 0,1-1 0 16,0-1 0-16,0 3 0 0,0-1 0 0,-2 0 0 16,0 2 0-16,-2 0 0 0,1 0 0 0,-1 1 0 0,-1 2 0 15,-2 0 0-15,-1-1 0 0,0 2 0 16,-1 2 0-16,-1 1 0 0,-1 1 0 0,-1 0 0 16,0 4 0-16,0-2 0 0,-1-2 0 0,1 1 0 0,0 1 0 0,0-1 0 15,0-2 0-15,2 0 0 0,0 0 0 0,0-2 0 16,1-1 0-16,1-1 0 0,2 1 0 0,-1-1 0 15,0-1 0-15,0 0 0 0,2-1 0 0,0 1 0 16,-1-2 0-16,2 2 0 0,0-2 0 0,1-2 0 16,0 2 0-16,1 0 0 0,-1-2 0 0,0 1 0 0,2 1 0 0,-1-2 0 0,-1 4 0 0,1-2 0 31,-2 1 0-31,-1 1 0 0,1 1 0 0,-3 1 0 16,0-2 0-16,0 3 0 0,-2 1 0 0,0 0 0 15,-1-1 0-15,-1-1 0 0,-1 4 0 0,-2-1 0 16,1 2 0-16,0 1 0 0,-2-1 0 0,0-2 0 15,2 4 0-15,-2-2 0 0,0-1 0 0,2 0 0 0,0-1 0 0,0 0 0 16,1 3 0-16,2-6 0 0,-1 3 0 0,2-3 0 16,1 0 0-16,1 0 0 0,2 1 0 0,-2-3 0 0,1 0 0 0,1-2 0 0,0 0 0 31,3-2 0-31,-1 2 0 0,1-2 0 0,1-3 0 0,-1 0 0 16,1 2 0-16,2-1 0 0,-1-1 0 0,0 1 0 15,-1-1 0-15,1 1 0 0,-2 3 0 0,0-1 0 16,-1 2 0-16,-2 0 0 0,-1 0 0 0,0 2 0 15,-2 1 0-15,-1 2 0 0,-2-1 0 0,-1 3 0 16,-1 0 0-16,-3 1 0 0,2 1 0 0,-2 0 0 16,1 1 0-16,-2 0 0 0,0 0 0 0,-1 1 0 15,2-1 0-15,-1 1 0 0,1 0 0 0,0 0 128 16,2-2-128-16,1-2 0 0,0 0 0 0,2-2 0 16,1-1 0-16,2-1 0 0,0 0 0 0,2-3 0 0,0 0 0 0,3-2 0 15,0-1 0-15,1 0 0 0,1 1 0 16,0-3 0-16,1 0 0 0,0 1 0 0,1-1 0 0,0-1 0 0,1 1 128 0,0 0-128 0,-1 2 0 0,-2 2 0 31,0 1 144-31,-2 1-144 0,0 2 0 0,-3 2 0 16,0 1 0-16,-1 2 128 0,-2 1-128 0,-2 1 0 15,-1 3 0-15,-2-1 0 0,0 2 0 0,-1 3 0 16,-1-2 0-16,1 3-10576 16,-1 4-2192-16</inkml:trace>
  <inkml:trace contextRef="#ctx0" brushRef="#br4" timeOffset="-183418.46">9510 11415 911 0,'-3'-2'0'0,"1"-1"0"0,0 1 0 0,1 2 0 0,1-1 576 0,0 0 16 0,-1-1 16 15,0-1 0 1,0-1 496-16,0-1 112 0,0-2 0 0,-1 2 16 16,1-2 64-16,1 3 16 0,0 1 0 0,0-2 0 15,0 3-240-15,1 1-48 0,0-1-16 0,0 2 0 16,1 0-320-16,-2 2-64 0,1 1-16 0,0 2 0 16,0 1-144-16,0 2-16 0,-1-1-16 0,0 3 0 0,0 1-144 0,0 1-32 15,0 1 0-15,0-2 0 0,-1 1-112 0,1 0-16 16,0-1-128-16,-1 1 192 0,1 0 0 0,-1-3 0 0,0 3 0 0,1-2 0 15,0-2-192 1,-1 0 176-16,1 0-176 0,0-4 160 0,0 1-160 0,0 0 128 0,1-3-128 0,-1 0 128 31,0 1-128-31,1-1 0 0,0-2 0 0,1 0 128 16,1-2-128-16,1 0 128 0,0 1-128 0,1-3 128 0,1-1 16 0,1 0 0 16,0 1 0-16,0-1 0 0,0-1-144 0,0 0 0 15,-1 1 0-15,1 1 0 0,-2-1 0 0,1 2 0 16,-1 1 0-16,0 0 0 0,-1 0 0 0,0 1 0 15,-1 1 0-15,0 1 0 0,-1 1-128 0,1-2 128 16,-2 0 0-16,1 2 0 0,-1 0 0 0,-1 3 0 16,1 0 0-16,-2-1 0 0,1 1 0 0,-2 0 0 15,1 2 0-15,0-2 0 0,0 2 0 0,-1-2 0 16,0-1 160-16,1 2-160 0,-1-2 256 0,1 3-64 16,0-2-16-16,0-1 0 0,1 0 16 0,-1 0 16 15,1 0 0-15,1-1 0 0,-1 0-16 0,1-1 0 16,1 0 0-16,0-2 0 0,0 0-192 0,1 0 128 0,-1 0-128 15,2-2 0-15,1-1 0 0,-1-1 128 0,2 1-128 0,1-3 0 16,0 0 0-16,0 2 0 0,0-4 0 0,0 2 0 16,1 0 0-16,-3 2-128 0,2-3 128 15,-2 4-160-15,0 1 160 0,-1 0 0 0,-2 0 0 0,1 2 0 16,-1 2 0-16,-1 0-128 0,-1 0 128 0,0 3 0 16,0 0 0-16,-1 0 0 0,-1 3 0 0,-1 1 0 15,1 0 0-15,0 0 0 0,-1 3 0 0,0-2 0 16,0 1 0-16,1 1 0 0,-1 0 0 0,1-2 0 15,0 1 0-15,1-3 144 0,1 1-144 0,-1-3 0 0,2 0 0 0,0 1 0 16,0-5 0-16,0 1 0 0,1-1 128 0,0-1-128 0,1-1 0 0,0-1 0 16,0-1 0-16,1-1 0 0,1 1 0 0,0-2 0 15,-1 1 0-15,1-2 0 0,2 0 0 0,-2 0 0 0,1 2 0 16,-1 0 0-16,1-2 0 0,-1 2 0 0,0-1 0 0,0 1 0 16,-1 1 0-16,0 0 0 0,-1 1 0 0,0 1 0 15,-1 0 0-15,-1 0 0 0,1 1 0 0,-1 1 0 31,-1 0 0-31,1 1 0 0,-1-1 160 0,0 1-160 16,0 1 128-16,-1 1-128 0,1-3 208 16,-1 3-32-16,1 0-16 0,0-1 0 0,0 1-160 0,0 0 128 15,0-1-128-15,1 0 128 0,0 1-128 0,0-1 128 16,0 1-128-16,0-1 128 0,0-1-128 0,1 1 0 16,0-1 0-16,-1 0 0 0,2-2 0 0,0-1 0 15,0 2 128-15,0-2-128 0,0 0 0 0,1-2 0 0,1 2 0 16,-2-2 128-16,2 0-128 0,1-1 0 15,0-1 0-15,0 1 128 0,-1 1-128 0,1-3 0 0,0 2 144 0,0 1-144 0,0 0 0 0,0 0 128 0,-1-1-128 16,1 0 0-16,-1 1 0 0,-1 1 0 0,1 0 0 0,-1 1 0 31,-2 0 0-31,1 0 0 0,0 1 0 0,-2 0 0 16,0 2 0-16,-1 2 0 0,0-1 0 0,-1 1 0 16,-1 2 0-16,0 1 0 0,0 0 0 0,-1 2 128 15,1 0 0-15,-1-1 0 0,0 0 0 0,0 1 0 0,0 0 16 16,0-1 16-16,1-2 0 0,0 1 0 0,0-2 32 0,0 2 0 0,2-4 0 0,0 1 0 15,0-2 0-15,0 0 16 0,1-2 0 0,0-1 0 16,1 2-80-16,0-4-128 0,2 2 176 0,0-2-176 16,2-3 176-16,-1 0-176 15,3-1 160-15,-1 0-160 0,1 0 0 0,-1-2 0 16,2 3 0-16,0-4-160 0,1 4-32 16,-1-2 0-16,0 0 0 0,-1 1 0 0,0 1 192 0,0 1-208 15,-2 2 80-15,1 1 128 0,-1 1 0 0,-1 0 0 16,-1 3 0-16,0 0 0 0,0 0 0 0,-1 3 0 15,-1 2 0-15,-1-1 0 0,1 1 0 0,0 0 0 16,-1 2 0-16,0-1 0 0,0 1 0 0,0-3 0 16,-1 2 0-16,1 1 0 0,0-5 160 0,1 2-160 15,-2 0 192-15,2-2-192 0,1-1 160 0,-1-1-160 16,0 0 128-16,1-1-128 0,-1 0 0 0,1-2 128 0,2-2-128 0,-1 0 0 0,2-1 0 0,0 0 0 16,2-1 128-16,0-3-128 0,0 2 0 0,0 0 128 15,1-1-128-15,1 0 128 0,-1-1-128 0,0 2 0 16,1 0 0-16,0-1 0 0,0 0 0 0,-1 2 0 31,1 0 0-31,0 1 0 0,-1 0 0 0,-1 1 0 0,0 1 0 0,-1 0 0 0,0 1 0 0,0-2 0 0,-1 2 0 0,0 0 0 31,0 0 0-31,-2 0 0 0,2 2 144 0,-3-2-144 0,2 0 0 0,-1 1 0 0,-1 0 0 0,0-1 0 16,1 2 0-16,-1 1 128 16,0-1-128-16,0 1 0 15,0 1 176-15,0-1-48 0,0 0 0 0,-1 1 0 16,0-2 848-16,1 1 176 0,-1 1 16 0,0-1 16 31,0-2-1664-31,0 0-336 0,1 2-64 0,-1-1-16 0,2-2 896 0,-2 0 0 0,3 0 0 0,-1-2 192 16,0 1-192-16,2-1 128 0,-1-2-128 0,0 1 128 15,2-2-128-15,-1 1 0 0,1-1 144 0,-2 1-144 0,4 1 0 0,-3-2 0 16,1 2 0-16,-1-1 0 0,1-1 0 0,-1 2 0 16,1-1 0-16,-2 0 0 0,1 1 0 0,0 0 0 15,0 1 0-15,-1-3-128 0,0 3 128 0,0 0-128 16,-2-1 128-16,0 2-128 0,1 0 128 0,-1 1 0 15,-1-2 0-15,-1 0 0 0,1 2 0 0,-1-1 0 16,0 2 0-16,-1 1 0 0,1 0 0 0,-2 0 0 0,0 3 0 16,-1 0 0-16,1 0 0 0,-1 2 0 0,2-1 128 15,-2 3-128-15,1-1 272 0,-1 0-16 0,0 2 0 0,1-1 0 16,-1 0 0-16,2 0-16 16,-1 1 0-16,1-1 0 0,0-2-240 0,0-2 128 15,1 0-128-15,0-1 0 0,1 1 0 0,1-2 0 16,0-2 0-16,-1-1 0 0,3 0 0 0,0-3 128 15,-1 0-128-15,3 0 0 0,-2-1 0 0,3-4 0 0,1 0 0 0,1-1 0 0,1-2 0 0,0 0-192 16,-1 1 192-16,0 3-160 0,-2-2-32 0,1 4 0 16,-2-2 0-16,0 3 0 15,-2 0 192-15,0 4-160 0,-2-2 160 0,1 4-160 0,-1-2 160 0,-1 3 0 0,0-1-144 0,-1 1 144 16,0 2 0-16,-1-1 0 16,0-1 0-16,0 2 0 0,0 1 0 0,0 2 0 0,0-1 0 0,-1 2 0 31,1-2 128-31,0-1-128 0,0 2 0 0,1-3 128 15,-1 2-128-15,1-2 0 0,0-1 144 0,1 1-144 16,0-2 0-16,0-2 128 0,0 0-128 0,1-1 0 16,0-1 0-16,1 0 128 0,1-2-128 0,0-2 0 15,1 1 0-15,1-5 0 0,0 4 0 0,0-3 0 16,0-1 0-16,2 2 0 0,-1-3 0 0,0 3 0 16,0 0 0-16,-1 1 0 0,2 0 0 0,-3 2 0 0,0 1 0 15,-2 1-128-15,1-1 128 0,0 3 0 0,-2 0 0 0,1 1 0 16,-1 1 0-16,0 0 0 0,-2 3 0 0,0-3 0 15,1 3 0-15,-1 0 0 0,1-1 0 0,-1 1 0 16,0-1 0-16,1 0 128 0,-1 1-128 0,0 0 128 16,0 1-128-16,1-1 128 0,-1-1-128 0,1 1 0 15,0 0 0-15,0 0 128 0,0 0-128 0,0-1 128 16,-1 3-128-16,2-2 128 0,1 0-128 0,-1 0 0 0,0-1 0 0,2-2 128 16,-1 1-128-16,0-3 0 15,0 0 0-15,2 0 0 0,0-3 0 0,1-1 0 16,1-1 0-16,1-3 128 0,0 2-128 0,1-1 0 15,-1-2 0-15,2 1 0 0,1-1 0 0,0-1 0 16,1 1-144-16,-1 0 144 0,0 1-160 0,-1 1 160 16,-1 2-208-16,-2 1 80 0,0 1 128 0,-2 1 0 0,1 0 0 0,-2 2-128 15,0 2 128-15,-2 0 0 0,1 1 0 16,0 1 0-16,-1-1 0 0,-1 2 0 0,0-1 0 0,-1 1 128 16,1 2 32-16,0-2 16 0,-1 2 0 0,0-3 0 15,0 1 80-15,-1 0 0 0,1-2 16 0,0 1 0 16,-1-1-80-16,1-1-32 0,1-2 0 0,-1 2 0 15,1-2-160-15,0 0 0 0,0 0 0 0,1-2 128 0,0 0-128 16,1-3 0-16,1 2 0 0,-1-1 0 0,2 0 0 0,0-2 0 16,1 2 0-16,0-3 0 0,0 2 0 0,0-2 0 15,1 2 0-15,1-4 0 16,-1 4-176-16,1 0 176 0,0 0-128 0,-1 0 128 0,0 0 0 16,1 3-160-16,-2 0 160 0,1 0 0 0,-1 0 0 0,-1 2 0 15,-1 2 0-15,1-2 0 0,-1 3 0 0,1-2 0 16,-1 2 0-16,-1 1 0 0,2 0 0 0,-2-1 0 15,1 2 0-15,0 1 0 0,-1-2 0 0,0 1 0 16,1 1 0-16,-1-1 0 0,1-2 0 0,0 1 0 16,-1-1 0-16,0 0 0 0,1-1 0 0,0 0 0 15,1-1 0-15,-2-1 0 0,2 0 0 0,-2-1 128 16,1 2-128-16,1-2 0 0,0 1 0 0,1 0 0 16,-1-2 0-16,1-1 0 0,0 3 0 0,0-2 0 15,0 2 0-15,0-2 0 0,0 2 0 0,0-1 0 16,1 1 0-16,0-2 0 0,0 1 0 0,-1 0 0 0,0-2 0 15,2 1 0-15,-2-1 0 0,1 1 0 0,2 0 0 0,-2-3 0 16,-1 1 0-16,0 1-128 16,1-2 128-16,-1 1 0 0,-1 1 0 0,2 1 0 15,-1-3 0-15,-1 2 0 0,0-1 0 0,0 2 0 0,-1-1 0 0,0 1 0 16,0-1 0-16,-2 3 0 0,0 0 0 0,1 1 0 16,-1 1 0-16,-1 0 0 0,0 1 0 0,0 1 0 15,0-1 0-15,0 2 0 0,0 1 0 0,0 2 0 16,0-1 208-16,0 2-48 0,-2-9-16 0,0 0 0 15,0 0 128-15,8 36 32 0,-5-27 0 0,0 0 0 0,0 0-64 0,-3-9-16 0,0 0 0 0,0 0 0 16,0 0-224-16,0 0 128 0,0 0-128 0,0 0 0 16,42 25 0-16,-35-30 128 0,2 0-128 0,1-2 0 31,1 0 0-31,0-3 144 0,1 1-144 0,-1-3 128 16,0 1-128-16,1 0 0 0,0-2 0 0,0 1 0 15,0-1 0-15,-1 2 0 0,0 2 0 0,-1 0 0 0,-1 3 0 16,-1 2 0-16,0 0 0 0,-1 3 0 0,-1-1-128 0,-1 4 128 0,1-2 0 0,-1 3 0 0,-2 1 0 0,1 1 0 31,-4-5 0-31,0 0 0 0,0 0 0 0,0 0 0 16,0 0 0-16,15 36 0 0,-13-27 0 0,0-4 128 15,-2-5-128-15,0 0 0 0,0 0 144 0,0 0-144 16,12 34 160-16,-10-31-160 0,2 0 0 0,-1 0 128 16,1-1-128-16,0-2 0 0,2 0 0 0,-1-2 0 15,3-1 128-15,-1 0-128 0,0 1 0 0,0 0 0 0,3-5 0 0,1 2 0 0,0 0 0 0,-1 0 0 16,1 1 0-1,0 0 0-15,0 0 0 0,0 2 0 0,0 0 0 0,-2 0 0 16,0 0 0-16,0 1 0 16,-1-1 0-16,-1 2 0 0,1-2 0 0,-1 1 0 0,0 1 0 15,-2 0 0-15,1 0 0 0,0 0 0 0,0 0 0 16,-1 1 0-16,2-1 0 0,-2 2 0 0,1-2 0 0,0 0 0 16,1 0 0-16,-1 0 0 0,1-2 0 0,-1 4 0 0,-6-2 0 0,0 0 0 0,0 0 0 0,0 0 0 15,0 0 0-15,46 14 0 16,-46-14 0-16,0 0 0 15,0 0 0-15,0 0 0 0,38 18 0 0,-38-18 0 16,0 0 0-16,0 0 0 0,0 0 0 0,41 13 0 16,-41-13 0-16,0 0 0 0,0 0 0 0,35-2 0 15,-35 2 0-15,0 0 0 0,27-5 0 0,-20 2 0 16,1 3 0-16,-1-2 0 0,-7 2 0 0,0 0 0 16,0 0 0-16,30-1 0 0,-22 1 0 0,1-1 0 15,-1-1 128-15,0 1-128 0,1 1 0 0,-1-2 0 0,0 2 128 16,1-3-128-16,-1 3 0 0,-1-2 144 0,2 1-144 0,-2 0 0 15,1 1 0-15,-8 0 0 0,0 0 0 0,0 0 0 16,0 0 128-16,35 2-128 0,-30-2 0 0,1 0 0 16,-1 2 0-16,-2-1 0 0,2 1 0 0,-1-2 0 15,-1 0 0-15,0 2 0 0,2-2 0 0,-2 0 128 0,3 0-128 0,-2-2 0 16,-1 2 0-16,2 0 0 0,-1 0 128 0,0 0-128 0,1 0 0 0,-1 2 0 16,-4-2 0-16,0 0 128 0,0 0-128 0,0 0 0 15,0 0 0-15,0 0 128 0,40 18-128 0,-40-18 160 31,0 0-160-31,0 0 160 0,0 0-160 0,0 0 0 16,34 27 0-16,-34-27 0 0,0 0 0 0,0 0 0 16,0 0 0-16,0 0 0 0,36 8 0 0,-28-10 0 0,0-1 0 15,0 0 0-15,1 1 0 0,0-3 0 0,0 0 0 0,-1 1 0 16,1-1 0-16,-2 2 0 0,0 0 0 0,-2 0 0 16,1 1 0-16,-1 1 0 0,0-1 0 0,-1 2 0 15,0 0 0-15,0-2 0 0,0 2 0 0,-1-1 0 16,-1 1 0-16,2 0 0 0,1 0 0 0,-2 0 0 15,1-2 0-15,1 2 0 0,-1 0 0 0,1 0 0 16,0-1 0-16,0 0 0 0,1-1 0 0,-1 1 0 16,2-1 0-16,-2 2 0 0,2-2 0 0,-7 2 0 15,0 0 0-15,0 0 0 0,0 0 0 0,0 0 0 16,0 0 0-16,35 7 0 0,-32-5 128 0,0 0-128 16,-3-2 0-16,0 0 0 0,0 0 0 0,0 0 0 15,0 0 0-15,0 0 128 0,0 0-128 0,0 0 0 16,0 0 0-16,0 0 0 0,0 0 128 0,0 0-128 0,0 0 0 0,0 0 0 15,0 0 0-15,0 0 0 0,0 0 0 0,37 17 0 0,-33-20 0 0,-1 1 0 0,2 1 0 0,-1 0 0 16,0 1 0-16,1-2 0 16,0 2 0-16,-2-2 0 0,1 4 0 15,0-2 0-15,0 0 0 0,1 0 0 16,-5 0 0-16,0 0 0 0,0 0 0 0,0 0 0 16,0 0 0-16,0 0 0 0,0 0 0 0,38 9 0 15,-38-9 0-15,0 0 0 0,0 0 0 0,0 0 0 16,0 0 0-16,37 3 0 0,-37-3 0 0,0 0 0 15,0 0 0-15,0 0 0 0,36-1 0 0,-36 1 0 16,0 0 0-16,0 0 0 0,0 0 0 0,0 0 0 16,35 1 0-16,-29-1 0 0,0 0 0 0,-2 0 0 15,1 2 0-15,-1-2 0 0,1 0 0 0,-1 0 0 0,0 1 0 16,0-1 0-16,1 1 0 0,-1-1 0 0,1-1 0 0,1 1 0 16,-2-1 0-16,2 1 0 0,-1-2 0 0,2 0 0 15,-1-1 0-15,2 0 0 0,0 1 0 0,1-2 0 16,0-1 0-16,0 1 0 0,-9 4 0 0,16-6 0 0,-9 1 0 0,-1 3 0 0,-6 2 0 0,0 0 0 15,0 0 0-15,0 0 0 0,0 0 0 0,0 0 0 16,0 0 0-16,0 0 0 0,0 0 0 0,0 0 0 31,0 0 0-31,0 0 0 0,37 21 0 0,-36-18 0 16,0 0 0-16,1 0 0 0,-1-2 128 0,0 1-128 16,2-1 0-16,-3-1 0 0,0 0 0 0,0 0 0 0,0 0 0 0,0 0 0 15,29-4 128-15,-23 1-128 0,0 2 0 0,1-3 0 0,-7 4 0 0,0 0 128 31,0 0-128-31,0 0 0 0,33-3 0 0,-33 3 0 0,0 0 0 0,0 0 0 16,0 0 128-16,0 0-128 0,33-2 0 0,-33 2 0 16,0 0 0-16,0 0 0 0,0 0 0 15,0 0 0-15,0 0 0 0,30-3 0 0,-26 1 0 16,0-1 0-16,0-1 0 0,2 1 0 0,-1-1 0 0,1-1 0 16,0 1 0-16,2-2 0 0,-2 1 0 0,2-1 0 15,0 0 0-15,0 2 0 0,1-1 0 0,-1 0 0 16,-1 3 0-16,-7 2 0 0,0 0 0 0,0 0 0 15,30-5 0-15,-30 5 0 0,0 0 0 0,0 0 0 16,0 0 0-16,0 0 0 0,36 19 0 0,-36-19 0 0,0 0 0 0,0 0 0 16,0 0 0-16,0 0 0 0,30 31 0 15,-30-31 0-15,0 0 0 0,0 0 0 0,0 0 144 16,0 0-144-16,32 24 144 0,-32-24-144 0,0 0 192 16,0 0-192-16,0 0 144 0,40 2-144 15,-40-2 0-15,0 0 144 0,32-7-144 0,-32 7 0 0,24-9 0 0,-24 9 128 16,26-7-128-16,-26 7 0 0,27-8 0 0,-27 8 0 15,26-4 0-15,-26 4 0 0,0 0 0 0,38-5 0 16,-38 5 0-16,0 0 0 0,38-2 0 0,-38 2 0 16,0 0 0-16,39 10 0 0,-39-10 0 0,0 0 0 15,37 15 0-15,-37-15 0 0,0 0 0 0,0 0 0 16,43 20 0-16,-43-20 0 0,0 0 0 0,37 10 0 16,-37-10 0-16,0 0 0 0,44 8 0 0,-44-8 0 15,0 0 0-15,45-2 0 0,-45 2 0 0,34-4 0 16,-34 4 0-16,34-9 0 0,-34 9 0 0,34-11 0 0,-34 11 0 15,37-11 0-15,-37 11 0 0,35-7 0 0,-35 7 0 16,33-5 0-16,-33 5 0 0,38-1 0 0,-38 1 0 0,39 6 0 0,-39-6 0 16,43 4 0-16,-43-4 0 0,44 7-192 0,-44-7 32 0,43 1-18464 15</inkml:trace>
  <inkml:trace contextRef="#ctx0" brushRef="#br4" timeOffset="-179077.76">7807 7757 6447 0,'-2'2'576'0,"0"-1"-576"16,0 1 0-16,1-2 0 0,0 1 976 0,-1 0 96 15,-1 1 16-15,-3 1 0 0,-1 2-576 0,-2-1-128 16,-1 1 0-16,0-2-16 0,2 1-576 0,-1-2-112 16,0 1-32-16,-1 0 0 0,1 1 352 0,-1-2 0 0,-2 3 0 15,0 0 0-15,1-1 816 0,-3-1 176 0,0 2 32 0,-4-1 16 16,0 1-48-16,-1 0-16 0,-2-3 0 0,-1 3 0 15,-2-2-336-15,-1 1-64 16,2-1 0-16,-1 2-16 0,0-1-16 0,-3 3 0 0,-1-1 0 0,-2 2 0 16,0-1 288-16,-2 1 48 0,1-3 16 0,-5 4 0 15,-2 0-16-15,-3 1 0 0,2-1 0 0,-1-1 0 16,-2 1-336-16,-3-2-64 0,-6 3-16 0,-4-3 0 16,-3 4-192-16,0-3-32 0,-1 1-16 0,-4 1 0 0,-1 1-96 15,-4 0-128-15,-3 0 176 0,2-1-176 0,4 1 0 0,-5 1 0 16,-2 0 0-16,-3-3 0 0,0-1 128 0,6-1-128 15,5 3 0-15,-7-1 0 0,-9 2 320 0,2-4-32 16,10 1-16-16,-2-1 0 0,-3 2 64 0,-4-1 16 16,-2-2 0-16,2-1 0 0,5 0 256 0,-1 0 48 0,0 2 16 0,0-3 0 0,4-1-32 0,-2 2-16 15,2 1 0-15,5-2 0 0,12 0-96 0,-5-2-16 16,-4 3 0-16,-5-2 0 0,0 3-288 0,0-4-64 16,3 1-16-16,5-3 0 15,9 0-144-15,2 0 0 0,2-2 0 0,3 1-11968 16,4-1-2336-16</inkml:trace>
  <inkml:trace contextRef="#ctx0" brushRef="#br4" timeOffset="-177731.17">1836 8098 1839 0,'1'-2'160'0,"-1"2"-160"0,0-2 0 0,0 2 0 16,0 0 720-16,0-2 112 0,0 1 32 0,1-3 0 0,0 0 640 0,1-1 128 16,0 1 32-16,0 0 0 0,0-1 64 0,0 0 0 0,0 2 16 0,0 0 0 31,0 0-208-31,-1 0-64 0,0 0 0 0,0 0 0 16,0 0-112-16,-1 0-16 0,0 1-16 0,0 0 0 15,0 2-432-15,1-2-64 0,-1-1-32 0,1 1 0 16,0 2-352-16,-1-2-80 0,1 1-16 0,-1 1 0 15,1-2-128-15,0 2-32 0,0 0 0 0,0 0 0 0,0 0-64 0,-1 0-128 16,0 0 176-16,0 0-176 0,-2 2 144 0,0 1-144 16,-1-1 0-16,0 3 144 0,-2-1-144 0,-2 4 192 15,-1-3-192-15,-1 4 192 0,-1 1-192 0,-3-1 192 16,-1 1-192-16,0 1 192 0,0 0-192 0,-2 1 128 16,-1 1-128-16,-1 1 128 0,0 0-128 0,1 0 0 15,3-2 0-15,1 0 128 0,0 0-128 0,2-1 0 16,1 0 0-16,3-4 0 0,1 0 0 0,2-2 0 0,0 2 0 15,3-3 0-15,0-1 0 0,1 2 0 16,2-3 0-16,0 2 0 0,2-1 0 0,-1-1 0 16,2 1 0-16,1-1 0 0,-1 0 0 0,2 1 0 15,-1 0 0-15,2-1 0 0,-2 0 0 0,1 0 0 0,2 0 0 16,2 1 0-16,-11-3 0 0,0 0 0 0,0 0 0 0,50 7 0 16,-50-7 0-16,0 0 0 0,41 5 0 0,-41-5 0 15,0 0 0-15,41 7 128 0,-41-7-128 0,0 0 0 16,0 0 0-16,0 0 0 0,0 0 128 0,41 21-128 15,-41-17 0-15,-2 2 0 0,-2-1 0 0,-4 1 0 16,1 2 144-16,-1-1-144 0,-3 2 160 0,2-1-160 16,-2-1 176-16,0 1-176 0,1 0 192 0,0-2-192 15,-1 0 0-15,2 0 0 0,2-2 0 0,-1 0 0 16,2 1 0-16,0-2 0 0,2 1 0 0,2-1 0 16,1-1-512-1,2-2-64-15,1 1-16 0,-1-2 0 0,3 1-1920 0,1-2-384 0</inkml:trace>
  <inkml:trace contextRef="#ctx0" brushRef="#br4" timeOffset="-176418.7">2172 7866 9215 0,'1'-5'816'0,"0"-2"-656"0,-1 5-160 0,0 0 0 16,1 0 512-16,-1 1 80 0,1-4 16 0,-1-4 0 15,2 0 432-15,-2 0 96 16,1 1 16-16,0 3 0 0,-1 1-256 0,0 3-32 0,0 2-16 0,-2 3 0 31,2-1 112-31,-1 6 0 0,0 0 16 0,-1 3 0 16,0 3-80-16,1 1-32 0,0 3 0 0,-1 1 0 15,0 3-320-15,1 1-64 0,-1 2-16 0,0 0 0 0,0 2-144 16,0 0-16-16,-1 1-16 0,1-3 0 0,0-2 0 0,0-3 0 16,2 0 0-16,0-4 0 0,1-4-48 0,0-1-16 15,1-1 0-15,0-2 0 0,1 0-16 0,1-1 0 16,0-4 0-16,-1 1 0 0,2-2-32 0,0-3-16 15,-2 2 0-15,3-4 0 0,-2-1 96 0,2 0 32 16,1-1 0-16,-2-1 0 0,2-2-288 0,0 0 0 0,0-2 0 16,0-1 0-1,0 0-256-15,2 1-144 0,0-3-48 0,0-2 0 16,1 0-832-16,0-1-192 0,0 1-16 0,-2-2-16 16,1 0 320-16,-3 1 64 0,0 1 16 0,-3 2 0 0,1 3 720 0,-3 1 160 0,-1 6 32 0,-1 0 0 15,-1 2 192-15,-1 0 0 0,-1 3-160 0,-1 1 160 16,0 3 0-16,-1 2 0 0,1 0 0 0,0 3 128 15,-1 0 384-15,2 0 64 0,-1 2 0 0,1 0 16 16,2 1 336-16,-2 0 64 0,1 1 16 0,1-4 0 16,2 0-272-16,1-1-48 0,0-1-16 0,1-2 0 15,-1-2-336-15,3-1-64 0,-1-1-16 0,3 1 0 16,0-2-80-16,2-1-32 0,-1-2 0 0,1-2 0 16,1-1 48-16,-1-2 16 0,2-1 0 0,1-2 0 15,-1-1-48-15,0-1-16 0,-1-1 0 0,1-1 0 0,-2 1-144 0,-2-1 0 0,0-1 0 0,-2 1 0 31,-2 0-288-31,-1-2 64 0,-2 2 16 0,-1 0 0 0,-2 0 208 0,-3 1-144 0,0 1 144 0,-2 1-128 16,-1 1 128-16,-1 0-128 0,0 3 128 0,1 2-128 16,0 3 128-16,0 0-160 0,1 3 160 15,2 2-160-15,-1 1 160 16,2 2 0-16,-1 1 0 0,2 0 0 0,-1 2 0 0,3 0 192 16,0-2 0-16,1 0-16 0,1-1-48 0,1-1 0 15,2 0 0-15,1-3 0 0,1-1-128 0,2-2 0 16,1-1 144-16,2-1-144 0,1-4 384 0,0 1 0 15,0-1 0-15,1-2 0 0,1 0-96 0,0-2-16 16,0-1 0-16,0-1 0 0,1 0-272 0,0-1 0 16,0-2 0-16,-1 2 0 0,-1 3 0 0,0-1 0 15,-1 1 0-15,-1 0 0 0,0 4 0 0,-3-2 0 16,1 3 0-16,-4 3 0 0,1-1 128 0,-2 4-128 0,-1 0 0 0,-1 5 0 0,-1-2 0 0,-1 3 0 16,0 1 0-16,0 2 0 0,0-1 128 0,-1 0-128 15,1 2 0-15,0 0 0 0,1 0 0 0,0-1 160 16,0-1-160-16,1 0 128 15,0-1-128-15,1 0 128 0,0-2-128 0,0 0 128 16,1-1-128-16,-1-2 0 0,1 0 0 0,0-1 128 16,0-1-128-16,0-2 0 0,2 0 0 0,-1-4 128 15,0 1-128-15,2-2 160 0,0-1-160 0,0-2 160 0,3-1 0 0,-2-1 0 0,2-2 0 0,-1-2 0 16,1 0-160-16,0-1 128 16,-1-1-128-16,-1 0 128 15,0 2-128-15,-1 1 0 0,0-1 0 0,-3 2 0 16,1 3 0-16,0-2 0 0,-2 3 0 0,1 3 0 15,-2 3 0-15,1-1 0 0,-1 3 0 0,0 3 0 16,0 0-128-16,0 3 128 0,0 1 0 0,-1 3 0 0,2 2 0 16,0 2 0-16,0 1 0 0,2 1 0 0,0 0 160 15,1 1-160-15,-4-17 192 0,0 0-192 0,14 40 160 16,-14-40-160-16,0 0 128 0,0 0-128 0,0 0 128 0,0 0-128 16,0 0 0-16,44 24 128 0,-38-27 160 0,-2-1 32 15,2 1 0-15,-1-4 0 0,-1 0 112 0,1 0 16 16,-1-2 16-16,0-1 0 0,-1-2-208 0,0 0-64 15,0 0 0-15,0-2 0 0,-1 2-64 0,1 0-128 16,-1-2 176-16,0 0-176 0,0 1 0 0,0 0 0 0,0 1 0 0,1 3 0 31,0 2-704-31,-1 0-208 0,1 4-48 0,0 1-15792 0</inkml:trace>
  <inkml:trace contextRef="#ctx0" brushRef="#br4" timeOffset="-174542.83">3221 7949 8287 0,'1'0'736'0,"0"1"-592"0,0 0-144 0,0 0 0 16,-1-1 1728-16,0 2 304 0,1-1 64 0,0 2 16 0,1 0 368 0,0 2 80 16,0-3 0-16,0 1 16 0,0 1-912 0,0-4-176 15,-2 1-32-15,1-1-16 0,1 0-496 0,-1-1-112 16,0-2 0-16,0-1-16 0,0 2-288 0,0-3-48 15,0 0-16-15,0 0 0 0,0 0-272 0,-1-3-64 16,0 0-128-16,1 1 192 0,-1 0-192 16,0 0 0-16,-1 0 0 0,1-1 0 0,-1 4 0 0,0-3 0 15,-2 2 0-15,-1 0 0 0,1 0 0 0,-2 3 0 16,-1 0 0-16,1 0 0 0,-2 4 0 0,2 2 0 16,-1 1-160-16,1 1 160 0,-2 2-160 0,2 2 160 15,-2 1-192-15,1 1 192 0,1 3-224 0,0 0 64 0,0 3 16 0,1 1 0 0,0 0 144 0,1-3 0 16,1 2-144-16,1-2 144 15,0-1 0-15,1-3 0 0,2-3 0 16,0-2 0-16,1-2 0 0,1-1 0 0,1-3 0 0,-1-1 0 16,1 0 128-16,1-1-128 0,0-3 0 0,-1 1 128 15,0-2-128-15,1-4 128 0,-1 4-128 0,2-3 128 16,-1 0-128-16,0 2 0 0,-1-1 144 0,0 0-144 16,-1 3 0-16,0-4 0 0,-1 1 0 0,0 0-192 31,0 0-208-31,0 0-48 0,-1 0-16 0,1 0 0 0,-2-1 16 15,1 0 16-15,-1 0 0 0,0 1 0 0,0 1 256 0,-1 0 176 0,0 0-208 0,0 1 80 16,1 2 128-16,-1-2 0 0,0 3 0 0,-1 0-128 16,2 1 128-16,-1 1 0 0,0 0 0 0,1 3 128 15,0-1 896-15,0 3 192 0,0 0 48 0,2 2 0 16,0 2-1264-16,-1 1-368 0,1 0-16 0,0 1 0 16,0 1 576-16,-3-12 128 0,0 0 0 0,10 33 16 0,-6-26-144 15,0 0-16-15,0 0-16 0,0-4 0 0,1-1-160 0,-1-2 192 16,1-1-192-16,-1-3 192 0,2-1-192 0,0-1 0 15,-1-2 144-15,2-1-144 0,-1-2 0 0,0 1 0 16,0-2 0-16,2 0 128 0,-2 0-336 0,2 0-64 16,-1 0-16-16,-1 0 0 15,0 0-256-15,1-1-48 0,0 1-16 0,-1-1 0 0,1 0 320 0,-2 1 64 0,1 2 16 0,-1 1 0 0,-2 1 208 0,1 5 0 16,0 2 0-16,-1 1-144 0,-2 0 144 0,0 2 176 16,0 5-48-16,-1-1 0 0,0 0 480 0,-1 3 96 15,0 3 0-15,-1 2 16 0,0-2-240 0,-1 1-48 16,-1 3-16-1,1-2 0-15,0 1-224 0,-1-1-64 0,1 0 0 0,1-4 0 0,1 1-128 0,-1-4 0 16,0-1 144 0,2-1-144-16,-1-2 0 0,1-3 0 0,0 0 0 15,1 0 0-15,-1-2 0 0,1 0 0 0,0-3 0 16,1-1 128-16,-1 0-128 0,1-1 0 0,0 0 0 0,0-2 0 16,1-1 0-16,0-2 0 0,0 2 0 0,1-4-128 15,0 2 128-15,0-3-160 0,0 1 160 0,0-1-160 16,0-2 160-16,1 2-160 0,0-1 160 15,-2 3-160-15,1 0 160 0,0 4-128 0,0 2 128 0,-1 1-128 16,0 2 128-16,1 2 0 0,-1 4 0 0,-1 0 0 0,1 3 0 0,0 2 0 0,-1 1 0 0,1 3 0 16,-2 1 0-16,1 0 144 0,0 2-144 0,0-2 0 15,-1 2 128-15,0-2-128 0,0 0 0 0,0 0 0 16,1-1 128 0,-2-3-128-16,2 1 0 0,-1-3 0 15,2 0 128-15,0-4-128 0,-1 1 0 0,0-2 0 0,0 0 0 0,1-1 0 16,0-2 0-16,1-2 0 0,-1 0-256 0,2 0-128 15,0-1 0-15,-1 0-16 16,2-1-2544-16,0 1-512 0</inkml:trace>
  <inkml:trace contextRef="#ctx0" brushRef="#br4" timeOffset="-174012.25">3760 7868 3679 0,'2'0'320'0,"-1"0"-320"16,-1 0 0-16,1-2 0 0,0 2 2128 0,0 0 368 15,0-2 64-15,2-1 0 0,1-1 192 0,0 0 48 16,1-2 0-16,0-1 0 0,0 0-1392 0,0 0-288 16,-2-1-48-16,2 0-16 0,-1 0-384 0,0-2-80 15,0-1-16-15,0 1 0 0,0 1-32 0,-2-3-16 16,1 0 0-16,-2 0 0 0,0 0-320 0,-3 0-64 0,0 0-16 0,-1 1 0 16,-1 2-128-16,-2 1 0 0,1 2 0 0,-2 2 0 15,1 4-144-15,-1 0 144 0,1 3 0 0,-1 2 0 16,1 2-160-16,-1 2 160 0,0 3-128 0,0 2 128 15,2 0 0-15,-1 1-128 0,2 2 128 16,-1-1 0-16,1 0 0 0,1-1 0 0,0 0 0 0,0 1 128 16,1-2 64-16,0-2 32 0,3 0 0 0,-1-2 0 15,2-2 240-15,0-3 48 0,0-1 16 0,1-1 0 16,-1-2-192-16,2-1-32 0,0 0-16 0,0-3 0 16,1 1 48-16,0-3 16 0,0 0 0 0,1-2 0 0,0 0-128 15,1-3-32-15,0 1 0 0,1 0 0 0,0-3-192 0,1 0 0 16,1-2 128-16,-2-2-128 0,0 1 0 0,0-3 0 15,-1-2 0-15,0-1 0 16,1-3-448-16,-3-2 0 0,0 0 16 0,-1 0 0 16,-1 2-448-16,-2 0-80 0,0 3-32 0,0-5 0 15,1-1 192-15,0-1 32 0,0 4 16 0,-2 4 0 0,-1 5 400 0,-1 1 80 16,-1 4 16-16,1 3 0 0,-2 5 256 0,1-1 0 16,0 4 128-16,0 1-128 0,0 2 704 0,0 1 64 15,-1 2 0-15,1 1 0 0,-1 1-96 0,-1 1-16 16,2 3 0-16,1-1 0 0,0 3-96 0,0 1-32 15,2 3 0-15,-1 5 0 0,1 0 0 0,1 4 0 16,1 3 0-16,0 0 0 0,1 2-96 0,1-2-32 0,0-1 0 16,0-4 0-16,-4-26-192 0,12 46-32 0,-12-46-16 0,13 38 0 15,-13-38-160-15,0 0 0 0,0 0-160 0,32 42-11360 16,-32-42-2288 0</inkml:trace>
  <inkml:trace contextRef="#ctx0" brushRef="#br4" timeOffset="-173229.29">2251 8966 5519 0,'-4'-4'496'0,"2"-1"-496"0,1 2 0 0,1 1 0 15,0 0 1264-15,0 2 144 0,0-2 48 0,0 1 0 16,0-3 848-16,0 1 192 0,0 2 16 0,-1 0 16 16,1 1-672-16,-1 2-144 0,0 3-32 0,0 2 0 15,0 3-784-15,-1 1-176 0,1 2-16 0,1 3-16 16,0 2-256-16,-1 2-48 0,1 3-16 0,0 1 0 16,0 0-80-16,0-1-16 0,-1 3 0 0,0-4 0 15,0-5-32-15,0-3-16 0,1-2 0 0,0-3 0 16,0-2 32-16,1-2 0 0,-1-3 0 0,0-2 0 0,0-1-64 0,0 0 0 15,-1-4 0-15,1-2 0 0,0 0 0 0,0-2-16 16,0-3 0-16,1-2 0 0,0-1-176 0,0-1 128 16,0-1-128-16,0 0 128 0,0 1-128 0,0-3 0 15,1 0-160-15,0 0 160 0,-2 2-176 0,2-2 176 16,0 0-192-16,0-2 192 0,0 3 0 0,0 0 0 16,1 2 0-16,1 2 0 0,2 0 0 0,0 4 0 15,1 0 0-15,0 4 0 0,1 3 128 0,-2 3 64 16,1 2 32-16,0 5 0 0,-7-7 128 0,0 0 32 15,18 36 0-15,-14-19 0 0,0 4-256 0,0-4-128 16,-2 2 160-16,0-3-160 0,-1 6 128 0,0-3-128 16,-1 2 0-16,-1-2 0 0,0 0 0 0,0-3 0 15,0-2 0-15,0-2 0 0,1-2 0 0,-1-3 0 0,0-2 0 0,1-3 0 16,1-2 0-16,0 0 0 0,0-1 0 0,0-2 0 31,1 0-528-31,0-2-160 0,1-2-16 0,1 0-16 0,0-2-1984 16,1 1-400-16</inkml:trace>
  <inkml:trace contextRef="#ctx0" brushRef="#br4" timeOffset="-172870.47">2512 8902 10127 0,'2'-4'448'0,"-2"1"96"0,0 1-544 0,0 1 0 0,0 1 0 0,-1 0 0 16,1 1 1280-16,-1-1 128 15,0 2 48-15,-1 0 0 16,-1 2-128-16,-1 2-32 0,0 1 0 0,1 0 0 15,0 3-592-15,-1 1-112 0,1 3-16 0,-1 1-16 16,2-3 144-16,0 4 48 0,1 1 0 0,1 2 0 0,2 0 80 0,1-3 32 16,-3-16 0-16,0 0 0 15,16 41-304-15,-16-41-64 0,0 0-16 0,0 0 0 0,0 0-304 16,0 0-176-16,0 0 192 0,42 16-192 0,-34-23 352 0,-1-2-32 16,1-1-16-16,-1-3 0 0,1 0 48 0,0-1 16 15,0-2 0-15,-1 1 0 0,-2 1-208 0,0 0-32 16,-2-3-128-16,-1 3 192 0,-2-1-192 0,-2 2 128 15,0 1-128-15,-4 0 0 0,-2 2 0 0,-3 1 0 16,-1-1 0-16,-2 3 0 0,-2 0 0 0,1 5 0 0,0-1 0 0,1 3 0 16,3 1 320-16,0 2 0 0,1 3 16 0,2 1 0 0,2 0-80 0,1 0-32 15,3 0 0 1,2 0 0-16,0 1-224 0,3-2-128 0,3 2 128 16,-1-4-208-1,-5-4-1312-15,0 0-256 0,0 0-48 0,41 14-11680 0</inkml:trace>
  <inkml:trace contextRef="#ctx0" brushRef="#br4" timeOffset="-172557.13">2809 8727 2751 0,'-1'-7'256'0,"0"2"-256"0,1 0 0 0,-1 3 0 16,1-1 2448-16,-1 3 448 0,0-2 96 0,1-1 16 15,-2 1-96-15,0-2-16 0,0 1 0 0,-2-1 0 16,2 3-1104-16,-2 1-208 0,1 3-48 0,-1-1-16 0,1 3-624 0,0 0-112 0,0 3-16 0,0 0-16 15,0 2-240-15,2 2-32 0,-1 2-16 0,1 2 0 16,0 3-256-16,0 1-48 0,0 0-16 0,1 2 0 16,0-3-144-16,1 0 0 0,0 2 0 0,1-4 0 15,0 0 0-15,0-1 0 16,2-4 0-16,0-2 0 0,0 0 0 0,2-4 0 16,0-1 128-16,-1-3-128 0,1 0 0 0,0-2 0 15,2-2 0-15,-2 1 128 0,2-3-128 0,-1 0 0 0,0 0 0 0,0-2 0 16,0 1 0-16,1-2 128 0,-3 0-128 15,2 1 0-15,-1-1-272 0,1-1-144 0,-3-1-32 0,1 0 0 32,-1-1-1120-32,-1 2-224 0,-3-1-64 0,0-1-6848 0,-1 4-1392 15</inkml:trace>
  <inkml:trace contextRef="#ctx0" brushRef="#br4" timeOffset="-172371.11">2638 8902 8287 0,'0'0'736'0,"0"-1"-592"0,1 0-144 0,1-1 0 16,0 0 2480-16,1 1 464 0,2-4 80 0,4-2 32 16,3-4 208-16,3-3 64 0,1-1 0 0,2-3 0 15,0 0-1712-15,-1 1-336 0,1 1-64 0,-1 3 0 16,-1 0-848-16,0 3-176 0,0 1-16 0,-2 3-16 31,0 3-1184-31,-3 0-256 0</inkml:trace>
  <inkml:trace contextRef="#ctx0" brushRef="#br4" timeOffset="-170412.14">3271 8516 4607 0,'1'-2'400'31,"-1"1"-400"-31,0-1 0 0,0 2 0 0,0 0 1024 0,-1-2 112 0,0 1 16 0,0-2 16 16,-1 0 64-16,-1 0 16 0,0 0 0 16,-2 3 0-16,1 0-352 0,-2 0-80 15,0 1-16-15,0 2 0 0,0 2 272 0,0 1 48 0,-1 1 16 0,0 1 0 16,1 1-240-16,1 0-32 0,0 3-16 0,1 0 0 16,1 2-80-16,-1 5 0 0,1 0-16 0,1 3 0 15,1 2 0-15,1 1 0 0,2 1 0 0,1-2 0 16,-3-24-96-16,11 49-16 0,-11-49 0 0,13 43 0 0,-13-43-256 15,0 0-48-15,22 43-16 0,-22-43 0 0,0 0-320 0,0 0 0 16,0 0 0-16,36 31 0 0,-30-29 0 0,1-2 0 16,-1 0 0-16,0-4 0 15,-1 1-896-15,1-2-160 0,-1-2-32 0,-1 1-12080 16</inkml:trace>
  <inkml:trace contextRef="#ctx0" brushRef="#br4" timeOffset="-169511.33">3471 8506 1839 0,'1'-1'160'0,"0"0"-160"0,-1 1 0 0,0-2 0 16,1 2 640-16,0 0 80 0,0 0 32 0,0-3 0 15,2 1-320-15,-1 1-64 0,0-1-16 0,0 1 0 16,0 0 32-16,-1-1 0 0,1 2 0 0,-1-2 0 16,0 1 800-16,0 1 160 0,-1-2 48 0,0 0 0 15,1-1-112-15,0 2 0 0,-1 0-16 0,0-2 0 16,0 1-240-16,0-1-32 0,0 1-16 0,-1-2 0 0,0 1-272 15,1-1-64-15,-2 1-16 0,0-1 0 0,0 1-64 0,-1 0-16 16,0 0 0-16,-1 2 0 0,0-3-160 0,-1 3-16 16,0-2-16-16,-2 1 0 0,0 0-160 0,0 0-16 15,1 0-16-15,0 1 0 0,2 1 256 0,-1 0 48 16,2 3 16-16,1 1 0 0,0-1-16 0,-1 4 0 16,1 0 0-16,-1 2 0 0,2 1-144 0,0 0-16 15,1 4-16-15,0 1 0 0,0 0 128 0,2 2 32 16,0 2 0-16,2-2 0 0,-4-17-96 15,8 40-16-15,-4-23 0 0,-4-17 0 0,9 40 80 0,-4-16 16 0,-5-24 0 0,9 45 0 16,-9-45-272-16,9 45-160 0,-9-45 192 0,8 38-192 16,-8-38 0-16,6 30 0 0,-4-18 0 0,0-4 0 15,-1-1 0-15,-1 0 0 0,0-3 0 0,0-1 0 16,-1 0 0-16,-1-1 0 0,1 0 0 0,-2-1 0 0,1 0 0 0,-2-1 0 0,0 0 0 0,1 0 0 47,-1-2-784-47,-2-1-176 0,1-1-16 0,-2 0-16 15,1-2-1168-15,-2-1-224 0,2 0-48 0,-2-2-16 0,2-1-992 0,0-4-192 0,1-2-32 0,1 1-16 0,1-2 2928 32,0-2-5728-17,0-2 5248-15,1 2 1040 0,0 5 192 0,1 2 0 0,0 6 0 0,1 0 0 0,0 4 0 0,0 2 0 16,0 0 1984-16,-1 2 288 0,1-2 64 0,0 1 16 0,0 1 544 16,0 0 112-16,0-2 32 0,1 0 0 0,0 0-608 15,0 0-128-15,0 0-32 0,1-2 0 0,1 0-816 16,-1-1-176-16,1 0-16 0,2-1-16 0,-1-1-432 0,1 0-96 15,1 3-16-15,-1-5 0 0,2 4-352 0,0-1-80 16,2-1-16-16,-1 0 0 0,0 3-256 0,1-3 160 16,1 2-160-16,0-1 128 0,0 2-128 0,1-1 0 15,0-1 0-15,1 1 0 16,0 1-480-16,-2-1-80 0,-1-1-16 0,0 3-10496 16,1-1-2112-16</inkml:trace>
  <inkml:trace contextRef="#ctx0" brushRef="#br4" timeOffset="-168761.86">3666 8622 9615 0,'1'0'192'0,"0"0"64"0,0 0 0 0,0-2 32 0,-1 2-288 0,1 0 0 0,0 0 0 0,0-2 0 15,0 0 2688-15,1-1 496 0,1 0 80 0,0-1 32 16,0-1-1472-16,-2-1-288 0,1 0-64 0,0 1-16 16,-1-2-736-16,0 2-144 0,-1-1-16 0,-1-2-16 15,-1 4-128-15,0-3-32 0,-1 2 0 0,-1 1 0 16,-1 1-112-16,1 2-16 0,-3 1-16 0,1 1 0 15,-2 3-240-15,1 1 0 0,-1 0 0 0,2 2 0 16,-1 0 0-16,2 2 0 0,-1 1-128 0,3 0 128 16,-2 0 0-16,1 1-128 0,1 6 128 15,0-2 0-15,1 2 0 0,0 0 0 0,3 0 0 0,0-3 0 16,1-2 0-16,1 0 128 0,0-3-128 0,2-2 0 16,-1-2 128-16,0-2-128 0,1-1 0 0,0-2 144 0,1-2-144 0,-1-1 192 15,0-4-192-15,1 0 192 0,-1 0 64 0,1-1 32 16,0-1 0-16,-1 0 0 0,1-1-144 0,-2-2-16 0,1 1-128 0,-1 1 192 0,-2 1-192 0,1 1 0 31,-2-1 0-31,0 2 0 0,-1-3 0 0,0 3 0 0,0 0 0 0,-1 2 0 0,0 1 0 0,0 3 0 16,1-1 0-16,-1 2 0 0,2 2 0 0,-1 2 0 31,0 0 0-31,0 0 0 0,0 1 0 0,1 0 224 16,0 3-32-16,1 0-16 0,1 2 224 0,0-2 48 15,0 0 16-15,1-2 0 0,1 0-144 0,-1-3-48 16,2 0 0-16,-1-1 0 0,1 0-80 0,0-2-32 15,1-2 0-15,0-1 0 0,2-2-160 0,0-1 0 16,-2 0 0-16,3 0 128 0,-1-4-128 0,2-2 0 0,2 1 0 16,-1-1 0-1,-1 2-720-15,0-1-32 0,0-1 0 0,1 0 0 16,-1 0-224-16,0-2-48 0,0 0-16 0,-2 1 0 0,1 2 544 0,-3 1 112 0,-1 3 32 0,-1 1 0 16,-2 2 352-16,-1 0 0 0,-2 3-144 0,-2 1 144 15,0 1 0-15,-3 1 0 0,1 1 0 0,-4 1 0 16,1 1 240-16,-1 2 48 0,-2 0 16 0,1 0 0 15,-1 1 128-15,1 1 16 0,-1 0 16 0,1 1 0 16,2-3-208-16,-1 1-32 0,3-1-16 0,1-1 0 16,2-1-80-16,0-2 0 0,2 0-128 0,1 0 192 15,2-2 0-15,0 3 0 0,0-3 0 0,2 3 0 16,1-2-48-16,0 0-16 0,1 2 0 0,0 0 0 16,-1 0-128-16,0 1 0 0,0-2 144 0,0 1-144 15,1 1 0-15,-2 0 144 0,1 0-144 0,-1 0 0 16,0 1 128-16,-1-1-128 0,-2 0 0 0,1-1 0 0,-2 2 0 0,0-2 0 15,-1-1 0-15,0 1 0 0,-1 1 0 0,-1-3 0 16,0 1 0-16,1 0 0 0,-2 1 0 0,0-2 0 16,-1 0 0-16,1-1 0 0,-1 1 0 0,1-2 0 15,0 0 0-15,0-2-192 16,2 1-912 0,0-1-176-16,1 0-48 0,1-3-7920 0,0 0-1584 0</inkml:trace>
  <inkml:trace contextRef="#ctx0" brushRef="#br4" timeOffset="-168464.08">4049 8509 4607 0,'8'-5'192'0,"-4"0"64"0,0 2-256 0,-1 0 0 0,-2 2 0 0,0-1 0 16,0 2 1776-16,2-3 304 0,1-1 64 0,0 1 16 0,1-1 400 0,-2 3 64 15,-1-1 32-15,-1 4 0 0,-1-2-560 0,-1 4-112 16,0-1-32 0,0 3 0-16,-1 0-1024 0,0 4-208 0,-1-1-32 0,2 3-16 0,-1-3-448 0,0 3-96 0,-1 2 0 0,2 1-128 31,1-3 144-31,1 0-144 0,1 0 0 0,1 0 144 15,-1-1 48-15,-2-11 0 0,0 0 0 16,0 0 0-16,0 0-192 0,0 0 160 0,40 28-160 16,-31-28 160-16,-1-2-160 0,0 0 128 0,2 0-128 0,-2-3 128 15,0 0 64-15,2-2 16 0,-1 1 0 0,-1-2 0 16,1 1-208-16,-3-1 0 0,2 0 0 0,-4 0 0 16,1-1-688-16,-2 1-176 15,-2 1-32-15,-1-2-16 0,0 4-1248 0,-2-4-240 0,-2 2-48 0,-2-1-16 16,0 1-176-16,-2-1-48 0,-4 0 0 0,0 3-4288 15</inkml:trace>
  <inkml:trace contextRef="#ctx0" brushRef="#br4" timeOffset="-168292.11">4057 8542 10127 0,'-12'12'448'0,"9"-8"96"0,1-2-544 0,2-2 0 15,0 1 0-15,-1 1 0 0,-2 1 1552 0,-2 3 208 16,1 2 32-16,-1-3 16 0,1 2 304 0,2-4 64 16,0 0 16-16,2-2 0 0,1-1-208 15,2-1-32-15,0-2-16 0,2 0 0 0,1-2-752 0,2 0-160 16,0 0-16-16,1 0-16 0,1 1-624 0,0-3-128 0,1 2-32 0,0 0 0 0,0-2-208 0,-1 3 0 31,1-1 0-31,-1 1 0 0,1-2-192 0,-1 1-128 16,1-2-16-16,0 2-10096 15,1-1-2000-15</inkml:trace>
  <inkml:trace contextRef="#ctx0" brushRef="#br4" timeOffset="-168073.06">4310 8403 4607 0,'0'-1'400'0,"1"-1"-400"0,0-1 0 0,0 3 0 16,0-2 1856-16,0 0 304 0,1 1 48 0,2-1 16 15,1 0 16-15,3-3 16 0,0-1 0 0,1 1 0 16,1 1-1264-16,-1 2-256 0,1 2-48 0,-1 2-16 16,-9-2 640-16,0 0 128 0,0 0 32 0,39 36 0 15,-39-36 0-15,17 36 0 0,-17-36 0 0,12 40 0 16,-12-40-640-16,7 41-128 0,-7-20-32 0,-1-3 0 15,-3 2-480-15,-1 1-192 0,-2-2 176 0,-3 2-176 16,-1-2-192-16,-3 1-128 0,-1 0-16 0,-2 0-15520 16</inkml:trace>
  <inkml:trace contextRef="#ctx0" brushRef="#br4" timeOffset="-167197.72">1858 9834 5519 0,'0'0'496'15,"0"0"-496"-15,0 0 0 0,0 0 0 16,0 0 1024-16,0 0 128 0,0-2 0 0,0 2 16 15,0-2 512-15,1 2 112 0,-1-1 0 0,1 1 16 0,1-2-208 0,1 2-64 16,0 0 0-16,0 0 0 0,1 2-288 0,1-2-64 16,0 0-16-16,3-2 0 15,1 2-240-15,0-3-48 0,3 1-16 0,0 0 0 16,1-3-240-16,0 0-48 0,0-1-16 0,1 0 0 0,0 2 16 0,2-4 16 16,0 1 0-16,-1 0 0 15,-1 3-144-15,-1-3-48 0,0 3 0 0,-1-2 0 0,-1 1-400 0,-1 1 128 16,-1 1-128-16,-1-1 0 0,-2 2 0 0,-2 1 0 15,0 1 0-15,-4 1 0 16,0 1-1328-16,-1 2-240 0</inkml:trace>
  <inkml:trace contextRef="#ctx0" brushRef="#br4" timeOffset="-166928.4">1946 9953 16575 0,'-1'-1'736'0,"0"1"160"0,1-2-720 0,1 2-176 0,0-1 0 0,-1 0 0 16,2 1 1344-16,-1-2 256 0,2 1 32 0,1-1 16 15,0-1-240-15,0 1-64 0,0 2 0 0,1 0 0 16,-1 2-768-16,1-1-176 0,0 1-16 0,1 0-16 0,1-2-208 0,2 0-32 16,-9 0-128-16,0 0 192 15,0 0-192-15,42-7 144 0,-32 3-144 0,1-1 128 16,0 0-128-16,0 0 0 0,-1-2 0 0,0 0 128 15,0 0-128-15,-2-2 0 0,0 2 0 0,1-1 0 16,-3 1-432-16,1 0 48 0,-2 0 0 0,0 2 0 16,-1 1-1328-16,-2 2-256 0</inkml:trace>
  <inkml:trace contextRef="#ctx0" brushRef="#br4" timeOffset="-166715.1">2008 10080 3679 0,'-2'0'320'0,"1"-2"-320"0,0 2 0 0,1 0 0 0,0-1 2608 0,1 1 448 31,0 0 80-31,1-1 32 0,2-1 928 0,2-1 192 16,2 0 48-16,3-1 0 0,1 0-2272 0,1 1-448 16,0-2-80-16,0 3-32 0,-13 2-880 0,0 0-176 0,41-8-48 15,-41 8 0-15,0 0-400 0,41-4 128 16,-41 4-128-16,0 0-11088 0,37-5-2288 0</inkml:trace>
  <inkml:trace contextRef="#ctx0" brushRef="#br4" timeOffset="-164731.5">2614 9625 3679 0,'2'-5'320'0,"0"-1"-320"0,0 3 0 0,-1 0 0 16,0 3 896-16,1-4 128 0,0-3 0 0,3-3 16 15,2-4 672-15,1 0 128 0,0 0 16 0,-1 4 16 16,0 1 64-16,-1 1 16 0,0 4 0 0,-1-3 0 0,-1 4-192 0,-2 3-32 0,1 0-16 0,-2 0 0 16,0 2-400-16,-1 1-80 15,-1 2-16-15,-3 2 0 0,0 0-656 0,-4 3-144 16,0 0-32-16,-3 3 0 16,-1 0-128-16,-1 0-48 0,-1 2 0 0,-1-3 0 0,2-1-208 15,-1-1 128-15,1 1-128 0,0-2 0 0,2 0 0 0,0-1 0 16,2 1 0-16,0-1 0 0,3-3 0 0,1 2 0 15,1-2 0-15,3-3 0 0,0 1 0 0,1-1 0 16,1 0 0-16,0-1 0 0,2 1 0 0,2-2 0 16,0 0 0-16,1 0 0 0,0 0 0 0,3 0 0 15,1 0 0-15,1 0 0 0,-11 0 0 0,0 0 0 16,40 4 128-16,-40-4-128 0,0 0 0 0,47 12 128 16,-47-12-128-16,0 0 0 0,47 15 208 0,-47-15-48 15,0 0-16-15,45 21 0 0,-45-21 64 0,0 0 16 0,0 0 0 0,48 28 0 16,-48-28-64-16,0 0-16 15,0 0 0-15,11 34 0 0,-14-27-144 0,-3 2 192 0,-2 3-192 16,-3 0 192-16,0 0 0 0,-3 0 0 0,0 0 0 0,-4 2 0 16,0-2-192-16,-2 0 192 0,-1 0-192 0,0-3 192 15,3 0-192-15,-1-4 0 0,3-2 0 0,1 1 0 16,3-4 0-16,1 0 0 0,0 0 0 0,4-4 0 16,0 1-256-16,1 0 64 0,3-1 0 0,1-1 16 15,4 0-1488-15,2-2-288 0</inkml:trace>
  <inkml:trace contextRef="#ctx0" brushRef="#br4" timeOffset="-164378.22">2912 9500 10127 0,'-2'-8'448'0,"1"4"96"0,0-1-544 0,0 2 0 0,1 1 0 0,0 1 0 0,0 0 1808 0,0-1 256 15,-1-1 48-15,-1 1 16 0,0 0 48 0,-1 4 16 0,1 0 0 0,-1 3 0 16,2 0-1152-16,-2 3-224 16,1 0-48-16,0 1-16 0,1 3-128 0,-1 0-32 15,2 3 0-15,-2 1 0 0,2 1-112 0,-1-1-32 16,0 4 0-16,0-1 0 0,1 2-176 0,-2 0-32 16,1 3-16-16,0-1 0 0,-1 0-224 0,1 2 144 15,0-1-144-15,0-1 128 0,3-1-128 0,0-1 0 0,-2-21 0 16,8 28 128-16,-8-28 0 0,0 0-128 0,0 0 192 0,0 0-64 15,0 0 176-15,44 29 16 16,-34-32 16-16,1-1 0 0,1-4 32 0,1 0 0 16,-1-2 0-16,1 0 0 0,0-2-192 0,0 0-48 0,-1 0 0 15,1-2 0-15,-1 3-128 0,-1 1 0 0,-1-2 0 0,-1 3 0 32,0-2-640-32,-2 0-128 0,-1 4 0 0,-1-2-16 15,-1 1-2064-15,-1 2-416 0</inkml:trace>
  <inkml:trace contextRef="#ctx0" brushRef="#br4" timeOffset="-163510.12">3137 9681 8287 0,'-1'1'368'0,"-1"1"80"16,0-2-448-16,0 1 0 0,1 1 0 0,0-2 0 15,0 0 1600-15,-1 2 256 0,-1 1 32 0,-1-1 16 16,-1 3 240-16,1 0 48 0,0-1 16 0,0 1 0 16,1 0-800-16,1 0-144 0,0 4-48 0,1-2 0 0,1 2-336 0,1 1-80 15,0 2-16-15,1 0 0 0,0 0-176 0,2-3-32 16,-4-9-16-16,0 0 0 0,0 0-16 0,26 38 0 15,-26-38 0-15,0 0 0 0,0 0-176 0,0 0-48 16,47 12 0-16,-38-15 0 0,0-3 0 0,0 0-16 16,0-2 0-16,-3 0 0 0,2-2-48 0,-3 1-16 15,1-2 0-15,-3 1 0 0,0 0-240 0,-2-2 176 0,0 1-176 0,-1-1 160 0,0 0-160 0,-3 2 0 16,0-1 0-16,-3-1 0 0,-1 2 0 0,-2 0 0 16,0 1 0-16,-2 1 0 0,1-1 0 0,-2 5 0 15,-1-1-144-15,2 3 144 0,0 2 0 0,0 3 0 16,1 3-128-16,-1 1 128 15,1 0 0-15,1 1 0 0,1-1 0 0,0 2 0 0,1 1 0 0,1-3 0 16,1 2 0 0,1-1 0-16,1-2 0 0,2 2 0 0,1-3 0 0,2 0 0 15,1-1 0-15,1-3 0 0,0 0 0 0,1-1 0 0,3-1 0 0,1-2 0 0,0 0 0 16,0-2 0-16,2-1 0 0,-1 0 0 0,1 2 0 0,1-4 0 16,0 4 0-16,0-3 0 15,2 2 0-15,-1 0 0 0,0-2 0 0,0 3 0 16,-3-1 0-16,1 1 0 15,2-1 0-15,-1 0 0 0,0 2 0 0,0-2 0 16,-1 3 0-16,-1-3 0 0,-1 1 0 0,-1 1 0 0,0-2 0 0,-2 3 0 0,0-3 0 0,-2 1 0 16,-2 3 0-16,0-2 0 0,-1 2 0 0,-1-1 0 31,-1 2 0-31,0-2 0 0,0 4 0 0,-1-2 0 16,0 2 0-16,-1 2 0 0,1-1 0 0,-1 4 0 0,1-2 0 0,1 4 0 15,-1-1 128-15,0 1-128 0,1 2 0 0,-1 1 144 16,1 0-144-16,0 0 128 0,0 2-128 0,1-3 160 15,0-2-160-15,0 0 160 0,1-2-32 0,1 0-128 16,0-1 192-16,1-3-64 0,-1 1-128 0,0-2 0 16,2-2 144-16,0-1-144 0,0-1 128 0,0-1-128 15,2-1 128-15,-1-3-128 0,2 0 128 0,-1-1-128 16,3-3 128-16,-1 1-128 0,0-2 0 0,0 1 0 16,-1-1 0-16,2 0 0 0,-2-2 0 0,-1 0 0 15,2-1 0-15,-2-2 0 0,0 5 0 0,-2-2 0 16,0 0 0-16,-1 2 0 0,-1 1 0 0,0 3 0 0,0 3 0 0,-1 2-128 15,-1 2 128-15,0 1 0 0,0 2 0 0,1 3 0 16,0 0 0-16,0-1 0 0,0 6 0 16,0-2 0-16,1 3 0 0,-1 1 0 0,1-1 0 0,0 2 0 15,1-1 0-15,0 1 0 0,1-1 0 0,-1 0 0 16,-3-12 0-16,0 0 0 0,0 0 0 0,24 38 0 16,-24-38 0-16,0 0 0 0,0 0 0 0,0 0 128 15,0 0-128-15,42 22 0 0,-34-22 128 0,0-5-128 0,0 0 272 0,0 0-16 0,-1-3 0 0,1-2 0 16,-1 0 0-1,1-2-16-15,-1 0 0 0,-1-2 0 16,0-3-112-16,-1 2-128 0,-2 0 176 0,0-2-176 16,-2 1 160-16,-1 1-160 0,-1 1 128 0,-1 0-128 15,-2 0 0-15,-3 2 0 0,0 2 0 0,-3 3 0 16,-2 2-208-16,0 4-80 0</inkml:trace>
  <inkml:trace contextRef="#ctx0" brushRef="#br0" timeOffset="-127385.71">18025 5251 5519 0,'1'0'496'0,"-1"0"-496"16,0 0 0-16,0 0 0 0,0 0 336 0,0 0-16 16,0 0-16-16,0 2 0 0,0-2 64 0,1 0 16 15,-1 0 0-15,0 0 0 0,0 0 192 0,0-2 32 16,1 2 16-16,-1-2 0 0,0 1 336 0,0-1 64 15,-1 1 0-15,0 0 16 0,0-2-64 0,0 2-16 0,0 0 0 0,-1 1 0 16,1-2-240-16,-2 2-48 0,1 0-16 0,-1 0 0 16,1 0-288-16,0 2-64 0,-1-2-16 0,-1 1 0 15,1 0 0-15,0 2 0 0,-2-2 0 0,1 0 0 16,0 1 32-16,-2 1 16 0,0 0 0 0,1 1 0 16,0-2 112-16,0 1 0 0,-3 2 16 0,1 1 0 15,-1-1-80-15,0 2-32 0,0 1 0 16,-2-1 0-16,2 2-144 0,-1 1-16 0,1 0-16 0,-1 1 0 15,2 1-48-15,-1-1-128 0,1 1 192 0,1 0-64 16,1 2 128-16,0-1 0 0,1 0 16 0,1 2 0 0,0-3-16 16,2 2 0-16,1-2 0 0,0-12 0 0,0 0-256 0,0 0 128 15,11 40-128-15,-6-33 0 0,0-1 0 0,2 0 0 0,-1-1 0 0,1-2 0 0,0 1 0 32,1-1 0-32,-2 1 0 0,1-1 0 0,-1 0 0 0,0 0 0 15,-2 3 0-15,0 0 160 0,-2 0-160 0,-1 0 160 16,-1 4-160-16,-2-3 160 0,0 0-160 0,-1 1 0 15,1-2 144-15,-2 2-144 0,-2 1 0 0,0-1 128 16,-2 1-128-16,0-2 0 0,1 2 0 0,-1-2 128 16,2-2-128-16,-1-1 0 0,2 1 0 0,0-2 0 0,1-2 0 0,2-1 128 15,0 1-128-15,1-2 0 0,0 0 0 0,2-2 0 0,0 1 0 0,1-3 176 32,0 3-176-32,1-2 192 0,0 1 128 0,1-2 48 0,0 3 0 0,0-1 0 0,0-1-208 0,0 3-32 31,0-1-128-31,1 0 192 0,-2 2-64 0,0 0-128 0,1-2 176 0,-1 2-176 15,0 0 160-15,0 2-160 0,1-2 128 0,-1 1-128 16,-2 0 144-16,2 1-144 0,-1 1 160 0,-1 2-160 16,0-3 224-16,0 3-48 0,-1 0-16 0,0 1 0 15,0 2 0-15,0-1 0 0,-1 4 0 0,0-1 0 16,0 4-32-16,0 3 0 0,0 2 0 0,0 0 0 16,0 4 0-16,0 1-128 0,0 3 192 0,0 4-64 15,-1 1 0-15,0 2 0 0,1 1 0 0,-1 8 0 16,0 7 192-16,0 4 16 0,1 8 16 0,-1-3 0 15,0-6-160-15,0 10-48 0,1 8 0 0,0 5 0 0,3 2-144 0,0-4 0 0,1-5 0 0,1-3 128 32,3-4-128-32,0-5 0 0,1-5 0 0,-1-7 0 0,0-5 0 0,0-7 0 0,-7-33 0 0,16 53 0 15,-16-53 0 1,18 37 0-16,-18-37 0 0,0 0 0 16,28 31-496-16,-28-31-80 15,0 0 0-15,0 0-15376 0</inkml:trace>
  <inkml:trace contextRef="#ctx0" brushRef="#br0" timeOffset="-126317.41">18429 5308 4607 0,'1'-3'400'0,"-1"1"-400"0,1 2 0 0,-1-2 0 15,0 2 784-15,0-1 80 0,1-1 16 0,1 0 0 16,-1-3 736-16,1 0 160 0,0 1 16 0,0 1 16 16,-1-2-496-16,-1 2-96 0,1 0-32 0,-1 1 0 15,-1 1-368-15,1-1-80 0,-2 1-16 0,0 1 0 0,0 0-304 0,0 0-64 16,0 1-16-16,0 1 0 0,-1-2-128 0,0 1-16 15,0 1-16-15,0-2 0 0,0 2 0 0,0 0 0 0,0 0 0 0,0-1 0 0,1 1-48 16,-2 1 0-16,1 0 0 0,-1 0 0 0,2 2 0 16,-2 1-128-16,0 1 192 0,0 1-64 0,0 4 128 0,-1 0 0 15,1 2 16-15,-2 3 0 0,1 2 16 0,-1 2 0 16,-1 1 0-16,1 1 0 16,0 0-80-16,1-2-16 0,0 0 0 0,1-2 0 0,3-3-192 0,0-3 144 31,2 0-144-31,0-3 128 0,2-1-128 0,1-3 0 0,1 0 0 15,-1-4 0-15,3-1 0 0,-1-2 0 0,0-1-144 0,0-1 144 16,1-1 416-16,1-4 144 0,1-1 16 16,2-2 16-16,1-3-208 0,0-1-32 0,0-2-16 0,0 1 0 15,-2-1-336-15,-2-2 0 0,0 0 0 0,-4-1 0 16,0 0 0-16,-3 1 0 0,0 2 0 0,-3 0 128 16,0 3-128-16,-2 2 0 0,-2 3 0 0,0 2 0 15,0 2 0-15,-2 0 0 0,-1 1 0 0,0 2 0 0,2 2 0 0,-1 2 0 16,2 0 0-16,-1 1 128 0,2 4-128 0,1-3 0 15,0 2-128-15,1 0 128 0,2 1-320 0,-1 0 0 0,2-1 16 0,0 0-12944 32</inkml:trace>
  <inkml:trace contextRef="#ctx0" brushRef="#br0" timeOffset="-125651.5">18736 5218 13823 0,'1'0'1216'0,"-1"0"-960"16,0-2-256-16,0 2 0 0,0 2 704 0,0-2 80 15,-1 2 32-15,0 0 0 0,1 1 48 0,-2 4 16 16,0 2 0-16,0 1 0 0,-1 2-416 0,1 2-80 16,2 3 0-16,-1 1-16 0,0 4 64 0,0-1 16 15,-1 5 0-15,1-2 0 0,-1 2-128 0,0-2-32 16,0-1 0-16,1 0 0 0,-1-5-160 0,0 1-128 0,0-3 192 0,1-2-192 0,1-2 0 0,0-2 0 31,0-3 0-31,1-2 0 0,1-1 0 0,1-4 0 16,-2-2 0-16,1 0 0 0,1-3 0 0,-1-2 0 15,1-2 0-15,0-1 0 0,0-2 0 0,-1-2-192 16,-1 2 192-16,1-2-192 0,-1-1-80 0,-1 0-16 0,0-3 0 0,0 0 0 16,0-1 288-16,0-1 0 0,0-1 0 0,-1 1 0 15,1 2 144-15,0-1-144 0,0 3 128 0,1-1-128 16,0 0 336-16,1 5-16 0,-1 3 0 0,2 2 0 15,0 2 608-15,1 1 112 0,-1 3 32 0,2 1 0 16,1 0-224-16,0 0-32 0,2 1-16 0,0 1 0 16,1 0-160-16,-9-2-16 0,0 0-16 0,0 0 0 0,42 12-416 0,-42-12-64 15,0 0-128-15,35 12 176 0,-35-12-32 0,0 0 0 16,0 0 0-16,43 21 0 16,-43-21-144-16,0 0 0 0,0 0 0 0,0 0 128 15,0 0-128-15,14 40 0 0,-19-34 0 0,-1 1 0 0,-2 0 0 0,0-1 0 16,-2 2 0-16,-1-4 0 0,0 2 0 0,-1-2 0 15,-1 1 0-15,-3 0 0 0,1-2 0 0,-1-2 0 16,1 1 0-16,1 1-176 16,2-3-288-16,2 0-64 0,2-2-16 0,0 1 0 0,3-1 544 0,0 1-128 0,2 0 128 0,1-1 0 0,1 2 0 0,2-2 0 15,1 2 0-15,1 0 0 0,0-1 0 0,1 1 0 16,1 0 0-16,1 3 0 0,0-1 512 0,1 0 16 31,-1 0 0-31,1 1 0 0,-7-3 240 0,0 0 32 16,0 0 16-16,0 0 0 0,38 29-144 0,-38-29-32 15,0 0 0-15,0 0 0 0,40 38-192 0,-40-38-64 16,0 0 0-16,38 32 0 0,-38-32-224 0,0 0-160 0,38 32 192 0,-38-32-192 16,0 0 0-16,0 0 0 0,38 30 0 15,-38-30 0-15,0 0 0 0,0 0 0 0,0 0 0 0,0 0-18208 16</inkml:trace>
  <inkml:trace contextRef="#ctx0" brushRef="#br0" timeOffset="-124869.3">19263 5279 2751 0,'0'-2'256'0,"0"0"-256"16,0 1 0-16,0 1 0 0,0 0 1152 0,-1 0 176 0,1-2 32 0,-1 1 16 0,1 0 592 0,-1-1 112 15,0 2 32-15,0-2 0 0,-1 2-608 0,0 2-112 16,1-2-32-16,0 0 0 16,0 2-128-16,0-2-16 0,1 1-16 0,0 0 0 15,1 1-496-15,0-1-112 16,2 1-16-16,0-2 0 0,1 0-240 0,2 0-48 15,1 0-16-15,1 0 0 0,-1-2 272 0,2 1 48 16,4-1 16-16,0-2 0 0,3 1 48 0,-1-1 16 16,0 1 0-16,-1 1 0 0,-1 0-288 0,-1 1-64 15,-1 1-16-15,-1 0 0 0,-1 0-304 0,0 1 0 0,-2 1 0 0,0 0 0 16,-3-2 0-16,1 3-176 0,-2-1 176 0,0 1-208 31,-2-1-880-31,0 0-192 0,0 0-16 0,-1 0-11984 0</inkml:trace>
  <inkml:trace contextRef="#ctx0" brushRef="#br0" timeOffset="-124543.15">19312 5391 4607 0,'-3'2'400'0,"0"-2"-400"15,2 0 0-15,0 0 0 16,0 1 1152-16,0 1 160 0,-2-2 32 0,0 2 0 0,-2 0 384 0,0 0 64 0,1 1 32 0,1-1 0 31,0-1-592-31,2 1-112 0,0-2-32 0,2 1 0 0,0-1 80 0,2 0 16 16,0-1 0-16,1 1 0 0,2-3 224 0,1 1 32 15,2-1 16-15,-1 0 0 0,1 0-368 0,-1 0-64 16,2 1 0-16,-1-1-16 0,1 1-368 0,0 0-80 16,-1 0-16-16,0 1 0 0,2-1-352 0,-2 2-64 15,0-2 0-15,-1 2-128 0,-1 0 0 0,-1 0 0 16,0 2 0-16,-1-2 0 0,-1 0-576 0,-1 0 0 0,0 2-16 15,-2-1 0-15,-1 1-1040 16,-1 0-208-16,0-2-32 0,-1 2-6784 0,-1 1-1360 0</inkml:trace>
  <inkml:trace contextRef="#ctx0" brushRef="#br0" timeOffset="-124355.05">19267 5524 8287 0,'-2'0'368'0,"0"0"80"0,1 0-448 0,1 0 0 0,0 0 0 0,0 0 0 16,1 0 1712-16,-1 0 256 0,2 0 48 0,-1 0 16 16,2 0 16-16,0 0 0 0,1 0 0 0,1 0 0 15,1-2-512-15,2 2-112 0,0-1-16 0,1-1 0 16,0 2-448-16,1-2-112 0,0 1-16 0,0 1 0 0,2 0-432 0,-2-2-80 0,1 2-32 0,0-1 0 31,0 0-800-31,0 1-144 16,1-2-48-16,0 1-12848 0</inkml:trace>
  <inkml:trace contextRef="#ctx0" brushRef="#br0" timeOffset="-123680.36">19850 5206 8287 0,'0'0'736'0,"0"-2"-592"0,0 2-144 0,-1 0 0 16,1 0 1440-16,0 0 256 0,-1 2 48 0,-1-2 16 15,0 0-160-15,-1 2-48 0,-1 3 0 0,1 1 0 0,-2 2-912 16,1 2-176-16,-1 4-32 0,0 0-16 15,0 3 32-15,0-1 0 0,0 3 0 0,2 2 0 16,0-1-64-16,1-2-16 0,1 0 0 0,0-1 0 16,1-17-128-16,0 0-32 0,7 42 0 0,-7-42 0 0,0 0 112 0,0 0 32 15,0 0 0-15,26 37 0 0,-17-34 160 0,0-1 16 16,0-2 16-16,1 0 0 0,-3 0 144 0,0-3 16 16,3 0 16-16,-2 0 0 15,1-2-96-15,0 0-32 0,1 0 0 0,0-3 0 0,0 0-272 0,1-2-48 16,2-1-16-16,-1-1 0 0,0-3-128 0,-1 1-128 15,-1-3 192-15,-2 2-192 0,0-2 144 0,-2-2-144 16,0 2 0-16,-1-4 144 0,1 2-144 0,-2 2-176 16,-1 2 48-16,-1 4 0 0,0 4-32 0,0 2 0 15,-1 2 0-15,0 3 0 0,0 0 160 0,-1 3 0 16,0 0 0-16,0 1 0 0,0 3-224 0,-2 0 32 16,0 0 16-16,-1 0 0 0,2 1 176 0,-2-1 144 0,1 4-16 0,-2-1-128 15,1 3 208-15,0-2-64 0,1 1-16 16,0-2 0-16,0-1-128 0,1 0 192 0,1 1-192 0,0-3 192 15,1 1-64-15,1 0-128 0,1-3 192 0,-1 2-64 16,2-2-128-16,1-1 0 0,-1 1 0 0,1-2 0 16,1-1-688-16,-1 0-112 15</inkml:trace>
  <inkml:trace contextRef="#ctx0" brushRef="#br0" timeOffset="-123160.46">20210 5248 11743 0,'-3'-2'256'0,"1"2"48"0,0 0 16 0,1-1 16 0,0 1-336 0,0 0 0 15,1 0 0-15,-2 0 0 0,1 0 2320 0,-2 0 400 16,2 0 80-16,-1 0 16 0,0 0-1168 0,1 1-240 16,0-1-32-16,1 0-16 0,0 2-672 0,0-1-144 15,0 1-32-15,0 3 0 0,0-3 192 0,-1 5 48 16,0 0 0-16,-1 3 0 0,0 0-288 0,0 3-48 15,-2 2-16-15,-1 1 0 0,0 3-208 0,-1-1-32 16,1 2-16-16,-2-1 0 16,2 0-144-16,0 0 0 0,1-3 144 0,1 1-144 0,0-5 0 0,1 0 0 15,1-5 0-15,1 0 0 0,1-2 0 0,0-3 0 16,2-2 0-16,-1-2 0 0,2-3 0 0,1-2-128 16,-1 0 128-16,1-2 0 15,1-1-432-15,-1-4 0 0,1-2 0 0,-2 1 0 16,1-2-80-16,-1 1-32 0,-2-1 0 0,1-2 0 0,-1 0 544 0,1 0 0 0,-1 5 0 0,1-3 0 15,-1-1 0-15,2 1 176 0,0 3 0 0,-1 2 0 16,0 2 368-16,0 4 80 0,1 0 16 0,-1 3 0 16,1 2 96-16,1-2 32 0,-1 3 0 0,1 0 0 15,0 0-224-15,-1 0-32 0,2 0-16 0,-1 1 0 16,1 1-176-16,0-2-16 0,-1 1-16 0,1 0 0 16,0-1-160-16,0 2-128 0,1-2 192 0,0 1-192 15,-1 1 192-15,0 0-64 0,-1 3 0 0,1-1-128 16,-2 2 240-16,-2 1-64 0,0 2-16 0,-2 1 0 15,0-10-160-15,-3 23 192 0,1-6-192 0,-3-1 192 16,-2 3-192-16,2 0 0 0,-3 0 0 0,2-1 128 0,0 0-128 16,1-3 0-16,1-2 0 0,1-1 0 0,2-5 0 0,1 0-224 15,0-2 48-15,1 0-11568 16,0-3-2320-16</inkml:trace>
  <inkml:trace contextRef="#ctx0" brushRef="#br0" timeOffset="-122878.27">20471 5168 9215 0,'1'-5'816'0,"0"1"-656"15,0 3-160-15,0-1 0 0,-1 2 2144 0,0-2 400 0,1 2 80 0,0-2 0 16,2 1 576-16,1-1 96 0,-1 2 32 15,2-2 0-15,0 2-1840 0,-1 0-352 0,2 2-80 0,0-2-16 16,0 2-480-16,0 1-112 0,-1-1 0 0,1 1-16 16,-3 1-288-16,1-1-144 0,-1 1 160 0,0 1-160 15,-1 0 0-15,-1-1 0 0,0 1 0 0,-1 0 0 32,0 0-864-32,0 2-160 0,-2-2-48 0,1 2-13936 0</inkml:trace>
  <inkml:trace contextRef="#ctx0" brushRef="#br0" timeOffset="-122711.65">20507 5303 5519 0,'0'0'496'0,"0"0"-496"0,0 0 0 0,0 1 0 0,0-1 1824 0,0 1 272 15,0 0 48-15,-1 2 16 0,0 0 896 16,-1 2 176-16,0 2 32 0,1 1 16 0,-2 1-1200 0,0-2-240 16,1 3-48-16,-1-1-16 0,1 0-1056 0,1 1-208 15,-1 0-32-15,1-1-16 0,1-2-464 0,0 0 0 16,1 0 0-16,1-2 0 15,-1 0-1248-15,1-3-240 0</inkml:trace>
  <inkml:trace contextRef="#ctx0" brushRef="#br0" timeOffset="-122229.11">20656 5312 6447 0,'6'-7'272'0,"-3"3"80"16,0 0-352-16,0 1 0 0,0 0 0 0,-2 1 0 0,1-1 1856 0,0 1 288 0,2-3 64 0,1 0 16 16,0-1 64-16,-1 3 16 0,-1-1 0 0,-2 3 0 15,-2 3-624-15,-1 1-112 0,-1 2-32 0,-1 2 0 16,-1 0-736-16,-1 3-160 0,1-1-16 0,-1 3-16 16,0-2-384-16,0 3-80 0,1-3-16 0,0 2 0 15,2 0 32-15,1-3 0 0,1-2 0 0,1 1 0 16,0-1-160-16,2 0 160 0,1-3-160 0,1-1 160 15,2-1-160-15,1-2 0 0,0 0 0 0,2-2 0 16,2-3 384-16,-1 3 80 0,0-3 32 0,0 0 0 16,0-1-224-16,1 0-32 0,-2 2-16 0,-1-3 0 0,1 2-224 0,-2 0 0 15,0-1 0-15,-2 1 0 0,1 0 0 0,-3 1 0 16,0 0 0-16,-1-1 0 16,0 2 0-16,-2 0 0 0,-1-3 0 0,0 2 0 0,0-1 0 0,-2 0 0 15,1 1 0-15,-1-1 0 0,0 2-320 0,-1 0 32 16,1 0 16-16,1 0 0 0,-1-2 272 0,-1 2-128 15,1 0 128-15,0 0 0 0,0 0 0 0,0 1 0 16,0 0 0-16,1 0 0 0,-1 0 0 0,-1 1 0 16,1-1 0-16,1 0 0 0,-1 1 160 0,0 1-16 15,-1-2 0-15,1 2 0 0,1 0-144 0,-1-2 160 16,0 0-160-16,-1 1 160 0,2 1-160 0,-2-2 0 16,0 2 0-16,1 0 0 0,1 0 0 0,-2 0-144 15,2 2 144-15,0-2-208 16,0 3-768-16,1-1-160 0,1 0-16 0,0 0-12608 0</inkml:trace>
  <inkml:trace contextRef="#ctx0" brushRef="#br0" timeOffset="-121474.5">20966 5240 911 0,'1'-4'0'0,"0"1"0"0,-1 2 0 0,0-1 0 0,0 0 0 0,0 2 0 16,0 0 240-16,0-1-48 0,0 1 0 0,0 0 0 15,0 0 640-15,0 0 112 0,0 1 16 0,-1 1 16 0,1 0 624 16,0-1 128-16,0 0 32 0,0 1 0 16,0 1-112-16,0-1-32 0,0 1 0 0,0-1 0 0,-1 0-352 0,1-1-80 15,-1 1-16-15,1 0 0 0,-1 1-144 0,0-1-48 16,0 0 0-16,-1-1 0 0,2 1-16 0,-2 0-16 15,1-1 0-15,0 1 0 0,0 0-240 0,1-1-64 16,-1 0 0-16,1-1 0 0,0 2-144 0,0-2-48 16,0 0 0-16,1 0 0 0,-1 0-272 0,1 0-176 15,-1 0 192-15,1 0-192 0,-1 0 144 0,0-2-144 16,1 2 0-16,-1 0 144 0,-1 0-144 0,0 0 0 16,1 0 0-16,-2 0 0 0,1 0 0 0,0-1 0 15,-1 1 0-15,1 0 0 0,0 0 0 0,0-1 0 16,1 1 0-16,-1 0 128 0,0 0 128 0,0 0 32 15,1 0 0-15,-1 0 0 0,1-2-80 0,-1 2-16 16,1 0 0-16,0 0 0 0,0 0-192 0,0 0 0 0,0 0 0 0,0 0 0 16,-1 2 0-16,1-2 0 0,0 0 0 15,-1 0 0-15,1 0 128 0,0 0-128 0,-1 0 0 0,0 0 144 16,0 0 112-16,0 0 0 0,0 0 16 0,-1 0 0 16,1 0-48-16,0 0-16 0,-1 0 0 0,0 0 0 15,1 0-64-15,0 0-16 0,0 0 0 0,0 0 0 16,1 0-128-16,-1 0 0 0,1 0 0 0,0 0 0 15,0 0 0-15,0 0 0 0,0 0 0 0,0-2 0 16,1 2 0-16,-1 0 0 0,0 0 0 0,0 0 0 16,1 0 0-16,-1 0 0 0,0 0 0 0,0 0 0 15,0 0 0-15,0 0 0 0,0 2 0 0,0-2 0 16,0 0 0-16,-1 0 0 0,1 0 0 0,0 0 0 16,0 1 0-16,0-1 0 0,0 0 0 0,0 1 0 0,0-1 0 0,0 0 0 15,0 0 0-15,0 0 0 0,0 2 0 0,0-2 0 16,0 0 0-16,0 0 0 0,0 0 0 0,0 0 0 15,0-2 0-15,0 2 0 0,0 0 0 0,0 0 0 16,0 0 0-16,0 0 0 0,0 0 0 0,-1-1 0 16,1 1 0-16,0 0 0 0,0 0 0 0,0 0 0 15,0 0 0-15,-1 0 0 0,1 0-160 0,-1 0 160 16,0 0 0-16,1 1-144 0,0-1-16 0,-1 0 0 16,1 0 0-16,0 0 0 15,0 0-928-15,0 0-176 0,1 2-32 0,-1-2-13472 0</inkml:trace>
  <inkml:trace contextRef="#ctx0" brushRef="#br0" timeOffset="-119595.95">20950 5263 4607 0,'0'-2'400'0,"0"1"-400"15,0 1 0-15,0-2 0 0,0 2 944 0,0 0 96 16,0 0 32-16,0-2 0 0,0-1 816 0,-1-1 160 15,1 3 48-15,-1-1 0 0,0 1-496 0,1 1-80 16,-1 1-32-16,0-1 0 0,0 2-624 0,-1 1-128 16,1 0-32-16,0 1 0 0,-1 3-160 0,-1-2-32 15,1 4-16-15,-1-2 0 0,-1 4-64 0,1 0-16 16,0 3 0-16,-2-2 0 0,1 2-80 0,0 0-16 0,0 1 0 0,-1 1 0 0,1-2-160 0,-1 1-32 0,0-3-128 0,2 0 192 16,-1-1-192-16,0-2 176 0,2-1-176 15,1-1 160-15,0-2-160 0,0-3 0 0,1 0 144 0,1-2-144 31,0 0 0-31,1-2 0 0,1-3 0 0,1 0 0 16,0-2 0-16,0-1 0 0,2-2 0 0,-1 0-128 16,1-2-464-1,-1 0-96-15,0 0-16 0,0-2 0 0,-1 0 496 0,0-1 208 0,0 1-192 0,0-1 192 0,-1 0 384 0,0 3 208 0,0 0 48 0,0 2 0 16,-1-1-144-16,1 1-32 0,0 3 0 0,-1 0 0 16,0 2 112-16,0 1 32 0,0 1 0 0,0 1 0 15,0 1 16 1,1 1 0-16,0 0 0 0,-1 0 0 0,2 0-256 0,0 0-48 0,-1 0-16 0,2 0 0 0,-1 0-80 15,1 0-16 1,1 0 0-16,0 0 0 0,2 3 112 0,-1-2 0 16,1 3 16-16,-3-2 0 0,1 3-80 0,-6-5 0 15,0 0-16-15,0 0 0 0,21 40-80 0,-21-40-16 16,0 0 0-16,7 45 0 0,-7-45-144 0,0 31 128 16,0-31-128-16,-5 31 128 0,5-31-128 0,-4 28 0 15,1-14 0-15,0-2 0 16,0-2-576-16,0 0-128 15,0 1-48-15,1-2-15904 0</inkml:trace>
  <inkml:trace contextRef="#ctx0" brushRef="#br0" timeOffset="-117605.24">18247 6078 3679 0,'2'-2'320'16,"0"-2"-320"-16,-2 3 0 0,1-1 0 0,0 0 976 0,0 1 128 31,1-1 32-31,1-3 0 0,1-2 336 0,0 0 64 0,0 0 0 0,0 0 16 0,-2 1-336 0,1 0-80 32,-1 0-16-32,-1 3 0 0,1-2-320 0,-2 2-64 15,1 1-16-15,0 0 0 0,-1 2-256 0,0-2-48 16,0 2-16-16,-1 2 0 0,1-2-128 0,-1 2-16 15,-1 1-16-15,0 2 0 0,0 1-64 0,0 0-16 16,0 2 0-16,-1 2 0 0,-1 2 64 0,0 1 16 16,1 2 0-16,-2 4 0 0,0-1-80 0,-1 2-16 15,0 1 0-15,-2 1 0 0,2-1-144 0,-3 0 0 0,1 1 144 0,0-3-144 16,0 0 0-16,2-3 0 0,0-2 0 0,1-2 128 16,2-2-128-16,1 0 0 0,0-3 0 0,2-2 0 15,2-1-336-15,0-4 16 0,1-1 0 0,3-3-6720 16,0-3-1328-16</inkml:trace>
  <inkml:trace contextRef="#ctx0" brushRef="#br0" timeOffset="-117371.05">18301 6029 6447 0,'5'-16'272'0,"-1"5"80"0,0 2-352 0,-2 4 0 0,-1 3 0 0,0 0 0 16,0 2 1536-16,0-3 224 0,2 1 48 0,1-3 16 15,-1 5-32-15,2 0-16 0,-1 2 0 0,-1 3 0 0,1 2-624 0,-4-7-112 16,0 0-16-16,0 0-16 15,17 43-432-15,-17-43-64 0,0 0-32 0,19 47 0 16,-19-47-208-16,0 0-32 0,23 53-16 0,-23-53 0 0,13 40-48 0,-13-40-16 16,9 38 0-16,-9-38 0 0,5 35-160 0,-4-16 0 15,0-2 0-15,-2-3 0 0,0 2 0 0,-1-4 0 16,1 0-128-16,-2-2 128 0,0-1-240 0,-1-4 32 16,2 0 0-16,-2-2 0 15,0 1-1504-15,0-3-288 0</inkml:trace>
  <inkml:trace contextRef="#ctx0" brushRef="#br0" timeOffset="-117151.7">18256 6256 3679 0,'-7'-4'160'0,"2"1"32"0,0 0-192 0,3 1 0 0,1 2 0 0,1-1 0 16,0 0 1136-16,-1-1 176 0,0 0 32 0,0-1 16 16,1 0 816-16,2-1 144 15,1-1 48-15,1 2 0 0,3-1-384 0,0-1-80 16,2 0-16-16,1 1 0 0,0-1-592 0,1 2-112 0,1-1-32 15,1 1 0-15,0 2-464 0,-1 0-112 0,-1 1 0 0,-1 0-16 16,1 1-304-16,-11-1-64 0,0 0-16 0,0 0 0 16,41 9-176-16,-31-7 0 0,-10-2 0 0,0 0-176 31,0 0-848-31,32 2-160 0,-26-2-32 0,-1-2-11104 16</inkml:trace>
  <inkml:trace contextRef="#ctx0" brushRef="#br0" timeOffset="-116587.3">18567 6048 8287 0,'2'-3'368'0,"-2"3"80"0,1-2-448 0,-1 2 0 0,0 0 0 0,0 0 0 15,1 0 1200-15,-1 0 144 16,0 0 48-16,0 0 0 16,0 2-336-16,0-1-64 0,0 3-16 0,0-2 0 0,0 3-224 0,-1 0-48 15,0 2-16-15,0 2 0 0,0 1-16 0,-1 2 0 16,1 0 0-16,-1 2 0 0,0 0-96 0,0-1 0 15,0 2-16-15,0-1 0 0,-1 1-320 0,1-3-64 16,1 0-16-16,1-1 0 0,-1-3-160 0,2-2 0 16,0 0 0-16,0-2 0 0,1 1 0 0,0-3-176 15,1-2 176-15,-2 0-128 0,1-2-32 16,0-1 0-16,1 1 0 0,0-2 0 16,-1-2-640-16,-1 2-128 0,1-3-32 0,-1 0 0 15,0-1 64-15,-1-1 16 0,1-2 0 0,-2-1 0 0,1 0 576 0,-2-3 112 0,1 1 32 0,0-3 0 16,-2 1 304-16,1-1 64 0,-1 1 16 15,0 1 0-15,1 1 656 0,2 0 128 0,-1-2 16 0,0 4 16 0,2 2 16 0,0 1 0 16,0 5 0-16,2 1 0 16,0 0-208-16,0 3-32 0,0 3-16 15,1-1 0-15,0 3-96 0,-1 3-32 0,0 0 0 0,-3-8 0 16,0 0-224-16,12 41-64 0,-12-41 0 0,11 36 0 16,-11-36-256-16,12 39-128 0,-12-39 0 0,11 41 128 15,-11-41-128-15,12 36 0 0,-12-36 0 0,0 0 0 16,18 49 0-16,-18-49 0 0,0 0-144 0,0 0 144 0,23 43 0 0,-20-39 0 15,2 1-128-15,-1-4 128 0,-1-1 0 0,-1-1 0 0,1-1 0 0,0-1 0 32,-1-1 240-32,0-3 0 0,-1 0 0 0,1-1 0 0,-1-3 288 0,0-1 64 15,0 0 16-15,-1-5 0 0,0 1-32 0,0-4-16 16,1 0 0-16,0 0 0 0,0-1-112 0,1 2 0 16,0 3-16-16,-1-1 0 0,1 2-224 0,1 1-32 15,0-1-16-15,0 2 0 0,-1 0-160 0,1 2 0 16,-1 5 0-16,-1 3 0 15,0 1-656-15,-1 4-64 0,0 0-16 0,-1 3-15520 16</inkml:trace>
  <inkml:trace contextRef="#ctx0" brushRef="#br0" timeOffset="-116028.48">18892 5972 9215 0,'5'-8'400'0,"-2"4"96"0,0 0-496 0,-3 3 0 0,1-1 0 0,-1 2 0 16,1 0 1424-16,-1 0 192 0,1 0 48 0,0 2 0 15,-1 1-192-15,-2 1-16 0,0 3-16 0,0 5 0 16,-1 0-736-16,0 2-128 0,-1 4-48 0,2 2 0 16,-1 2-144-16,0 1-48 0,0 2 0 0,1 0 0 15,1 0-64-15,-1-2-16 0,1 0 0 0,1-23 0 16,0 38-128-16,0-38-128 0,1 29 192 0,-1-29-192 15,0 0 0-15,0 0 0 0,5 38 0 16,-4-34 0-16,1-1 0 0,0-1 0 0,0-2 0 0,-1 0 0 16,1-3 0-16,-2 0 0 0,2-3 0 0,0 0 0 15,0-2-464-15,-1-2-160 16,-1-1-16-16,-1-1-16 0,0-2-880 0,-2-1-192 0,1-2-16 0,-1-3-16 0,-2 0 1152 0,1-4 224 16,0-1 64-16,0 1 0 0,1 3 320 0,1 1 0 15,1 5 160-15,0-2-160 0,1 2 608 0,0 3 16 16,0 3 0-16,1 1 0 0,0 2 656 0,1 3 128 15,1 1 16-15,0 0 16 0,0 2-80 0,0 0-16 16,0 0 0-16,2 2 0 0,-1-2-384 0,2 2-64 16,1-1-32-16,2 1 0 0,0-2-288 0,1 2-48 15,1-2-16-15,0 0 0 0,1 0-192 0,-1 1-32 16,-11-1-16-16,0 0 0 0,37 8-16 0,-30-5 0 16,-1-1 0-16,-2 0 0 0,1 4 0 0,1 2-16 15,-6-8 0-15,0 0 0 0,18 48-112 0,-18-48-128 16,7 41 176-16,-7-41-176 0,-2 39 128 0,-3-19-128 0,-1-4 0 15,-4-1 0-15,0 1 128 0,-2-4-128 0,0 0 0 0,-2-1 0 16,-1-1 128-16,-1 0-128 0,-1-1 0 0,1-2 0 16,1 0 0-16,2-3 0 0,1-1 0 0,3-2 0 31,3-1-640-31,0-1-96 0,2-1-16 0,3 0-14368 0</inkml:trace>
  <inkml:trace contextRef="#ctx0" brushRef="#br0" timeOffset="-115561.68">19312 5998 10127 0,'-2'-3'448'0,"1"1"96"0,1 2-544 0,0-2 0 15,0 1 0-15,0 1 0 0,0 0 1488 0,0 0 192 0,1-2 48 0,-1 2 0 16,1-1 224-16,0 0 48 0,-1 1 16 0,2-2 0 16,-1 2-784-16,2 0-144 0,0 0-48 0,1 0 0 15,3-2-336-15,-1 2-80 0,3-1-16 0,1-1 0 16,1 0-96-16,2-1-32 0,2 1 0 0,1-1 0 16,0-2 32-16,0 2 16 0,1 0 0 0,-4 1 0 15,-1 1-336-15,-1-1-192 0,-1 2 192 0,-1 0-192 16,-1 0 0-16,-2 2 0 0,0-2 0 15,-2 3 0-15,-2-1-304 0,-2 2-64 0,0-1-16 0,-3 2-9280 16,-2-1-1856-16</inkml:trace>
  <inkml:trace contextRef="#ctx0" brushRef="#br0" timeOffset="-115311.41">19330 6124 4607 0,'-3'-1'400'0,"1"1"-400"0,2 0 0 0,-1-1 0 0,1 1 1920 0,0 0 320 16,0 1 48-16,1-2 16 0,0 1 1152 0,1-1 256 16,2-1 32-16,1 1 16 0,1-1-1392 0,1 1-256 15,2 0-64-15,0-1-16 0,1 0-976 0,1 1-192 16,1-1-32-16,-2 2-16 0,-2 0-400 0,0 0-80 16,4 0-16-16,-1 0 0 0,-11 0-320 0,0 0 0 15,34 2 0-15,-25-2 0 0,1 1 0 0,-2-2 0 16,-1 1 0-16,1 0 0 0,-1-2-160 0,-1 2 0 15,-1-3 0-15,0 3 0 16,-1-2-1376-16,-2 2-256 0,1-1-64 0,-1 1-8032 0,0-1-1600 0</inkml:trace>
  <inkml:trace contextRef="#ctx0" brushRef="#br0" timeOffset="-115089.8">19311 6278 8287 0,'-4'2'368'0,"1"-1"80"0,0 0-448 0,2-1 0 0,1 0 0 0,0 0 0 16,0 0 2272-16,0-1 368 0,1 0 80 0,0-1 16 15,2 0-208-15,2-1-32 0,0 0-16 0,3 1 0 16,0-3-896-16,1 0-176 0,2 1-48 0,1 0 0 16,1 0-336-16,0 0-64 0,2 0 0 0,-1 1-16 15,0 0-432-15,0 1-96 0,-1 2-16 0,-1-1 0 16,-2 1-400-16,0 0 0 0,1 0 0 0,-11 0-10944 15,0 0-2096-15</inkml:trace>
  <inkml:trace contextRef="#ctx0" brushRef="#br0" timeOffset="-113098.25">19798 5981 10127 0,'2'-2'896'0,"0"0"-704"16,-1 1-192-16,1-1 0 0,0 2 1040 0,0-2 176 0,2-1 48 0,4-2 0 0,2-1 432 0,3-2 96 15,4 1 0-15,0-1 16 16,1 0-528-16,0 1-96 16,3 1-32-16,-1 2 0 0,0-1-400 0,0 1-96 15,-1 1-16-15,-2 1 0 0,0-1-496 0,-3 1-144 16,-2-1 0-16,-2 1 0 0,-2 1 0 0,-2 0-208 15,-1-1 16-15,-3 2 16 16,0 2-384-16,-3-2-80 0,-1 1 0 0,-1 2-16 16,-2 0-768-16,0-1-160 0,-3 1-16 0,1 1-16 15,-1-1 224-15,1-1 48 0,-2 3 16 0,0-3 0 16,1-1 560-16,0 1 128 0,2 0 0 0,0-1 16 0,2 1 480 0,0 0 144 0,0-2 0 0,2 0 0 16,0 1 0-16,0 0 224 0,0-1-16 0,1 2 0 15,-1 1 496-15,1-1 112 0,-1 1 16 0,2 1 0 16,-2 1 272-16,1 2 64 0,-1 1 16 0,0 1 0 15,0 0-160-15,-1 3-16 0,1 2-16 0,-1 0 0 0,-1 3-400 16,0 0-80-16,1 0 0 0,0 0-16 0,-1-1-176 16,1 0-16-16,1-1-16 0,-1 1 0 0,0-4-288 0,1 0 0 15,1-1 0-15,0-3 0 0,0-1 0 0,1-2 0 0,0-3 0 0,0 0-144 32,0-2-288-17,-1 1-48-15,0-2-16 0,-1 1 0 0,-1-2-864 0,0 2-176 0,-1-4-48 16,-1 3 0-16,-1-1 304 0,0-1 64 0,-1 1 16 15,1 1 0-15,0 0 784 0,1 1 160 0,0 0 16 0,1 0 16 0,2 1 864 0,0 0 160 16,1 1 32-16,0-1 16 0,2 1 448 0,1 0 96 16,0-1 16-16,0 1 0 0,3 0 192 0,2-2 32 15,-1 0 16-15,1 0 0 0,2-2-176 0,1 0-48 16,0 1 0-16,2-4 0 0,1 1-528 0,0 0-128 16,2-2 0-16,-1 0-16 0,1 0-336 0,-1 2-64 15,0-1-16-15,-1 0 0 0,-2 3-528 0,-1-2-96 0,-1 1-32 0,0 0-10272 16,-1 2-2064-16</inkml:trace>
  <inkml:trace contextRef="#ctx0" brushRef="#br0" timeOffset="-112683.83">20249 6000 9215 0,'-2'2'816'0,"0"-1"-656"0,0 3-160 0,0 1 0 15,0-3 1136-15,1 0 192 0,-1 4 32 0,-1 0 16 16,-2 4 160-16,-2 6 48 0,0 4 0 0,-2 1 0 16,1 0-656-16,2-1-128 0,0-2-32 0,2-1 0 0,1-3-128 0,1 0-16 15,2-14-16-15,0 0 0 16,0 0-224-16,1 30-32 0,0-27-16 0,1-3 0 16,-1 0-48-16,0 0-16 0,1-4 0 0,0 1 0 15,0-2 208-15,0-1 32 0,0-2 16 0,0-1 0 16,0-2-368-16,0 1-160 0,1-1 128 0,-1-1-128 15,1 0 192-15,-1-2-32 0,1-1-16 0,0 0 0 16,1-1 176-16,-1 1 48 0,2 3 0 0,0 1 0 0,-1 1 208 0,1 2 64 16,-1 2 0-16,-1 3 0 0,2 0-160 0,0 2-32 15,-1 2 0-15,0 0 0 0,0 4 32 0,-1 1 0 16,-3-6 0-16,0 0 0 0,0 0-112 0,13 38-32 16,-13-38 0-16,0 0 0 0,8 37-208 0,-8-37-128 15,0 0 160-15,4 38-160 0,-4-38 0 0,0 0 0 16,2 33 0-16,-2-25 0 0,0 0 0 0,0-1 0 15,-2-1 0-15,1 0 0 0,1-3 0 0,0 0 0 16,0-1 0-16,0 0 0 16,0-4-544-16,1 0-160 0,2-2-16 0,2 0-15472 0</inkml:trace>
  <inkml:trace contextRef="#ctx0" brushRef="#br0" timeOffset="-112396.43">20547 5938 9215 0,'-1'0'816'0,"0"0"-656"0,0 1-160 0,0 1 0 16,1 0 1664-16,-1-1 288 0,1 1 64 0,-1 1 16 0,-1 1 32 0,0 4 16 0,-1 0 0 0,-1 4 0 16,1-3-1072-16,0 3-224 0,-2 0-32 0,1 2-16 15,0 1-288-15,-2 2-64 0,1 0-16 0,-1 1 0 16,0 1-240-16,1 0-128 0,0 0 160 0,1-3-160 31,1 1 0-31,3-17 0 0,-2 27 0 0,2-27 0 16,0 0 0-16,0 0 0 0,0 0 0 0,0 0 0 15,0 0 192-15,33 31 160 0,-24-34 32 0,0-2 0 16,1-2 400-16,0-1 96 0,2-1 16 0,0 0 0 16,0-2-896-16,-2 0-208 0,1 2-32 0,-2 0 0 15,-1 1-272-15,-1 1-64 0,-1 0-16 0,-3 2 0 16,1-2-976-16,-2 5-192 0,-2-3-32 0,-1 2-9600 16</inkml:trace>
  <inkml:trace contextRef="#ctx0" brushRef="#br0" timeOffset="-112196.38">20435 6100 7359 0,'-10'-3'320'0,"6"3"80"0,-1-2-400 0,1 0 0 16,3 1 0-16,0 1 0 0,0-2 1408 0,-1 1 208 15,0 0 48-15,-1-3 0 0,2 1 1072 0,1 0 208 16,2 1 64-16,3-2 0 0,0 1-576 0,4 0-96 16,0 0-32-16,2-1 0 0,1 0-1024 0,1 1-192 15,2 1-64-15,-1-3 0 0,0 1-800 0,1 1-224 16,1-1 0-16,0 1 0 0,-2 0 0 0,-1 0 0 15,1 0-224-15,-1 0 80 0,-1 1-912 16,-1 1-176-16,-1-1-48 0,-1 0-13328 0</inkml:trace>
  <inkml:trace contextRef="#ctx0" brushRef="#br0" timeOffset="-111827.18">20703 6059 7359 0,'3'1'656'0,"-1"1"-528"0,2-2-128 0,-2 0 0 31,0 1 1984-31,-1-1 352 0,1 0 80 0,3 1 16 0,1-1-80 0,4 0-16 15,2 0 0-15,1 0 0 16,1-1-1040-16,0 0-208 0,-1-2-32 0,1 1-16 16,-2-3-272-16,1 3-48 0,-2-3-16 0,0 0 0 0,-2 3-448 0,-1-3-80 15,2 0-32-15,-3 1 0 16,-1-3-144-16,-1 2 0 0,0-2 0 0,-2 0 0 16,-1 0-768-16,-2 0-48 0,0-1 0 0,-2 1 0 15,-1 0-624-15,-2 0-128 0,0 0-32 0,-1 0 0 16,0 1 480-16,-2 3 96 0,2 0 0 0,-1 3 16 0,1 2 1152 0,-1 1 240 15,1 1 32-15,0 2 16 0,1 0 368 0,-1 2 80 16,0 3 16-16,1 1 0 0,-1 0 128 0,1 2 16 16,-1 1 16-16,0 1 0 0,-1 3-224 0,1 2-64 15,0-1 0-15,2 0 0 0,1-3-256 0,3-17-48 16,-3 31-16-16,3-31 0 0,0 0-128 0,7 36-48 16,-7-36 0-16,0 0 0 0,0 0-64 0,0 0-16 15,0 0 0-15,40 23 0 0,-30-25 64 0,2-3 0 0,-1 1 0 0,1-4 0 31,1 1-912-31,-1-2-176 0,1-1-48 0,0-1-13520 0</inkml:trace>
  <inkml:trace contextRef="#ctx0" brushRef="#br0" timeOffset="-111418.21">21000 6025 9215 0,'0'0'400'0,"0"-1"96"0,0 1-496 0,0-2 0 0,1 2 0 0,0 0 0 15,0 0 1376-15,0-2 176 0,2 1 48 0,1-2 0 16,0 0-384-16,3 0-80 0,-1 0-16 0,1-2 0 0,0 2-80 0,1-1-16 16,0 2 0-16,0-1 0 0,1 1 160 15,-1 1 32-15,-1 1 0 0,0 1 0 0,-2 1-192 0,0 1-48 0,-5-3 0 0,0 0 0 16,0 0-512-16,0 0-96 0,0 0-32 0,15 40 0 16,-15-40-208-16,0 0-128 0,-4 31 128 0,1-19-128 0,0-2 0 15,-1 1 0-15,0-1-160 0,0-1 160 0,0-1-224 16,1-2 64-1,-1 2 16-15,2-4 0 0,-1 1 144 0,0 0 0 0,0-3 0 0,0 0 0 16,2 1 0-16,-1-3 0 0,0 2 0 0,0-2 0 0,0 0 0 0,1 0 0 31,-1 0 128-31,1 0-128 0,0 0 0 0,0-2 128 16,-1-1-128-16,1 1 0 0,1 0 432 0,-1-2 16 16,1 0 0-16,1 0 0 0,1-3 224 0,1 0 48 15,0-1 16-15,2-3 0 0,0 1-160 0,3-1-48 0,1-4 0 0,1 1 0 16,1 0-288-16,1 2-64 0,0-3-16 0,2 2 0 15,0 1-160-15,0 2 0 0,-1 3 0 0,-2 0 0 0,-1 1 0 0,-2 3 0 0,-1 1 0 0,-3 1 0 47,1 1-576-47,-1 1 16 0,-2 1 0 0,-1 1-15808 0</inkml:trace>
  <inkml:trace contextRef="#ctx0" brushRef="#br0" timeOffset="-110683.58">21476 5927 11967 0,'1'-1'1072'0,"0"-1"-864"0,1 2-208 0,-1 0 0 16,-1 0 1200-16,1-1 192 0,0 0 32 0,0-1 16 15,2-1 784-15,-1 0 144 0,-1 1 48 0,-2 0 0 16,0 2-1216-16,-2 0-240 0,0 0-64 0,-2 2 0 16,-1-1-448-16,-1 3-80 0,-1-1-32 0,-1 0 0 15,0 0-144-15,-1 2-48 0,-1-1 0 0,1 0 0 16,0 0-144-16,1 1 192 0,0-1-192 0,1 2 192 16,2-2 48-16,0 1 16 0,3-2 0 0,1 1 0 15,1-1-256-15,2 1 0 0,0 1 0 0,1-3 0 0,2 1 0 0,1 1 0 16,-1 0-144-16,1-1 144 0,0 2 0 0,-1 0-144 15,-4-5 144-15,0 0 0 0,0 0 0 16,0 0 0-16,32 31 0 0,-32-31-128 0,0 0 128 0,0 0 0 0,0 0-144 0,28 38 144 0,-28-38 0 0,0 0-144 16,0 0 144-16,0 0 0 0,0 0 0 0,0 0 0 31,0 0 0-31,0 0 0 0,15 38 0 0,-16-36 0 16,-1-2 0-16,0 1 0 0,-1 0 0 0,-1 0 0 15,0 1 0-15,-3-2 0 0,0 1 0 0,-2 0 128 0,-1-1-128 0,-1 2 0 16,-1-1 0-16,-1 1 0 0,0 0 0 0,2-1 0 15,0-1 0-15,2 0 0 0,0 0 0 0,3-1 0 16,0 1-336-16,3-2-16 0,2-1 0 0,2 1-13280 16</inkml:trace>
  <inkml:trace contextRef="#ctx0" brushRef="#br0" timeOffset="-110311.41">21568 6029 22111 0,'5'-1'976'0,"-4"1"208"0,2 0-944 0,-1 0-240 0,0 0 0 0,-1 0 0 32,1-2 1616-32,1 2 288 0,3-1 48 0,2 0 16 0,3-3-704 0,1 0-144 0,0 1-32 0,-1-2 0 31,0 2-608-31,0-2-128 0,-1 0-32 0,-1 0 0 16,1 1-192-16,-2-1-128 0,0-2 160 0,-1 2-160 0,-1-2 0 15,-2 1-240-15,0-1 32 0,-1-1 0 16,-2-1-528-16,0 1-96 0,-2-1-32 0,-1 2 0 0,-2 0-368 0,-2 4-80 0,0 1-16 0,-2 2 0 31,-2 1 496-31,1 2 80 0,-1 2 32 0,0 0 0 0,-1 2 720 0,2 2 0 16,-1 1 0-16,1 2 0 0,-2 1 880 0,2 0 64 15,1 1 16-15,-1 0 0 0,0 3-16 0,1 2 0 16,1-3 0-16,3 1 0 0,4-17-112 0,-4 27 0 16,4-27-16-16,0 0 0 0,0 0-336 0,0 0-64 15,21 42-16-15,-21-42 0 0,0 0-48 0,27 2-16 16,-15-3 0-16,-1-2 0 0,2-2-144 0,1-2-48 0,1-1 0 0,-1 0 0 15,1-1-368-15,0 0-80 0,-1-3-16 0,0 3-15616 16</inkml:trace>
  <inkml:trace contextRef="#ctx0" brushRef="#br0" timeOffset="-109978.28">21983 5908 11967 0,'5'-5'528'0,"-3"2"112"0,0 1-512 0,0 0-128 0,-1-1 0 0,0 2 0 16,1 0 1472-16,0-4 272 0,2 1 48 0,0-1 16 16,1-1-528-16,0 0-128 0,-2 3 0 0,-2 0-16 15,0 2 64-15,-1-1 16 0,-1 4 0 0,-1-2 0 16,-2 2-192-16,-2 3-48 0,1 0 0 0,-4 2 0 16,1 0-464-16,-2 2-80 0,-2 1-32 0,0 0 0 0,-1 3-208 0,1-3-64 15,1 3 0-15,-1-1 0 0,2 1 320 0,0-1 64 16,1 1 16-16,0 0 0 0,2-1-48 15,1 0-16-15,2 0 0 0,1-1 0 0,1-1-80 0,1-2-32 16,1-8 0-16,0 0 0 0,0 0-176 0,0 0-48 16,0 0 0-16,15 41 0 0,-15-41 80 0,0 0 16 0,0 0 0 0,0 0 0 15,0 0-224-15,33 15 0 0,-24-18 0 0,-1 1 0 0,0 0 0 0,2-3 0 16,-1 0 0-16,0 1 0 31,2-3-464-31,-2 2-48 0,-1-3 0 0,1 2 0 16,2-2-768-16,-2 2-176 0,1-2-16 0,-1 1-13280 0</inkml:trace>
  <inkml:trace contextRef="#ctx0" brushRef="#br0" timeOffset="-109528.86">22174 5820 14735 0,'6'-13'640'0,"-2"7"160"0,-1-1-640 0,0 2-160 16,-1 2 0-16,-1 1 0 0,1 1 1616 0,0-2 304 0,2 0 48 0,0-2 16 0,1 2 32 0,-3 2 16 31,0 3 0-31,-1 3 0 0,-2 3-880 0,-1 3-160 16,-2 2-32-16,-1 2-16 0,0 4-672 0,-2 0-128 15,1 1-16-15,-2 0-128 0,1 2 0 0,-2-1 0 16,0 1 0-16,1-1 0 0,0 0 0 0,1 0 0 16,1-1 0-16,2-4 0 0,4-16 0 0,-7 29 0 15,7-29 0-15,0 0 0 0,0 0 0 0,0 0 0 16,0 0 0-16,0 0 0 0,0 0 496 0,35 28-16 15,-26-33 0-15,1-2 0 0,1-1 64 0,-1-1 16 0,3-3 0 16,-1 1 0-16,1-3-560 0,-1 2-256 0,-3 0 32 0,-1 0 0 31,0 1-864-31,-3 1-160 0,0 0-32 0,-3 3-16 16,-1 0-1344-16,-2 0-272 0,-2 1-48 0,-1 0-7968 0</inkml:trace>
  <inkml:trace contextRef="#ctx0" brushRef="#br0" timeOffset="-109345.11">22084 5952 10127 0,'-14'4'448'0,"6"0"96"0,1-2-544 0,1 0 0 0,3-2 0 0,1 1 0 16,-1 1 1808-16,-1 0 256 0,-1 1 48 0,-2-1 16 16,1 1 208-16,3 1 32 0,2-4 16 0,3 1 0 15,2-2-400-15,3-1-64 0,2 0-32 0,2-1 0 16,2-1-688-16,3-2-144 0,1 2-32 0,1-4 0 16,0 2-496-16,0-1-96 0,2 2-32 0,0-2 0 15,0 2-400-15,0 0 0 0,-1 0 128 0,-1 1-128 16,-1 1-384-1,-3-2-96-15,0 3-32 0,-2 0-16016 0</inkml:trace>
  <inkml:trace contextRef="#ctx0" brushRef="#br0" timeOffset="-109160.85">22365 5882 12895 0,'2'-2'1152'0,"1"1"-928"15,-1-1-224-15,0 2 0 0,0 0 1744 0,0-2 304 16,4-1 64-16,2 1 16 0,5-3 432 0,1-2 96 15,2 2 16-15,-1-1 0 0,0 1-1456 0,-2 2-272 16,-1 0-64-16,-2 1-16 0,-2 2-544 0,-1 2-128 16,-1-1 0-16,-1 3-16 15,-1 1-1536-15,-2-1-304 0</inkml:trace>
  <inkml:trace contextRef="#ctx0" brushRef="#br0" timeOffset="-108978.3">22421 6002 14735 0,'0'0'640'0,"0"0"160"0,2 0-640 0,-2 0-160 0,0 0 0 0,1 0 0 16,-1 0 1904-16,1 1 336 0,1-1 80 0,0 2 16 16,-1-2 272-16,1 2 48 0,-1 1 16 0,0-1 0 15,-1 2-1264-15,-1-1-256 0,0 3-64 0,0 0 0 16,-1 3-752-16,0 1-144 0,-2-1-48 0,1-1 0 16,0 3-432-16,1-1-96 0,0-1 0 0,0-2-16 15,1 1-1392-15,2-4-288 16</inkml:trace>
  <inkml:trace contextRef="#ctx0" brushRef="#br0" timeOffset="-108292.48">22592 5936 13823 0,'0'0'1216'0,"0"0"-960"16,0 0-256-16,-1 2 0 0,0-2 1680 0,0 3 304 15,0-1 48-15,-2 3 16 0,0 2 80 0,-3 2 32 16,1 3 0-16,-1 0 0 0,1 0-784 0,5-12-160 15,-8 26-16-15,8-26-16 0,0 0-480 0,-3 34-112 16,3-34-16-16,0 0 0 0,0 0-432 0,0 0-144 16,16 38 0-16,-16-38 0 0,0 0 352 0,0 0-32 0,29 6-16 15,-20-9 0-15,0 0 176 0,1-2 32 0,1 0 16 16,0-3 0-16,1 0-384 0,-2-1-144 0,0-2 0 0,-1 2 144 16,0-1-144-16,-2-1-192 0,0 1 32 0,-3-2 16 15,0 2-64-15,-3-1-16 0,0-1 0 0,-4 1 0 31,-1 1-160-31,-1 0-48 0,-3 5 0 0,0 0 0 16,0 3 16-16,-2 1 0 0,1 2 0 0,0 1 0 0,-1 1 416 0,0 2 224 0,0 0-32 0,1 2 0 16,1-1 192-16,0 2 16 0,1-1 16 0,0 0 0 15,1 1-192-15,1-2-32 0,2 1-16 0,1-2 0 16,1-2-176-16,0 1 0 0,1-1 0 0,1-1 128 16,1-2-128-16,0 0 192 0,2 0-192 0,1-2 192 15,0-1 128-15,1-1 48 0,0 1 0 0,2-2 0 16,0 0-368-16,0 1 128 0,3-3-128 0,-1 0 0 0,1 0 0 0,2 0-160 15,0-1 16-15,1-1 0 0,0-1-112 0,1 1 0 16,-1-3-16-16,1 2 0 0,0 1 80 0,-1 0 0 16,0 1 16-16,-1 1 0 0,-1 2 176 0,-1 2-128 15,-1 2 128-15,-1-1-128 0,-2 4 128 0,-2 0 0 16,-1 1 0-16,-4-3 0 0,0 0 240 0,0 0-32 16,0 0 0-16,4 42 0 0,-4-42-80 0,-6 24-128 15,1-12 176-15,-1 2-176 0,0-2 176 0,-1 2-176 16,1-2 160-16,-1 0-160 0,1-1 128 0,0-1-128 0,2-2 0 15,1-1 144-15,0-2-144 0,1-1 160 16,2-2-160-16,0 0 160 0,2-2 112 0,0-2 32 16,2 0 0-16,-1 0 0 0,0-1-144 0,3-2-32 15,0-2 0-15,4-4 0 0,2-1-128 0,1 0 192 0,2-2-192 16,1-1 192-16,-1 1-192 0,0 2 0 0,0 0 0 16,0 1 0-16,0 1 0 0,-2 3 0 0,-1 2 0 0,-1 3 0 0,0 2 0 0,-4 2 0 15,-7-2 0-15,0 0 0 0,0 0 192 0,0 0-64 16,24 36 0-16,-24-36 0 0,0 0 0 0,7 40-128 15,-7-40 192-15,0 0-64 0,3 42-128 0,-3-42 0 16,0 0 0-16,-3 46 0 16,3-46 0-16,-5 30 0 0,5-30 0 0,-8 30-12224 0,8-30-2480 0</inkml:trace>
  <inkml:trace contextRef="#ctx0" brushRef="#br0" timeOffset="-102573.95">18472 6858 12895 0,'2'-2'1152'0,"0"-2"-928"0,-1 3-224 0,-1-1 0 31,0 2 1216-31,0-2 192 0,1 1 32 0,0-2 16 15,1 0 992-15,-2 0 208 0,0 1 32 0,0 2 16 16,-1 5-720-16,-2-1-160 0,0 3-32 0,-2 3 0 16,0 2-912-16,-2 4-192 0,-2 3-48 0,-1 3 0 15,0-1-256-15,-1 5-48 0,-1 2-16 0,-1 1 0 16,3-1-176-16,-1-1-144 0,1 3 192 0,1-1-192 16,0-3 192-16,3-4-192 0,2-2 192 15,3-8-192-15,1-12 192 0,0 0-192 0,0 0 192 0,0 0-192 0,0 0 0 0,0 0-176 16,38-7 0-16,-28-7 0 15,2-5-784-15,-1-3-176 16,2-1-16-16,-1-1-16 0,-1-2-384 0,-2 0-80 0,0 0-16 0,-2 0 0 16,-1-3 736-16,-1 1 144 0,-1 0 16 0,-2-1 16 0,1 0 608 15,-1 3 128-15,0 3 0 0,0 4 0 0,0 7 624 0,0 0 112 16,0 6 32-16,1 2 0 0,1 4 544 0,-1 1 112 16,-1 4 32-16,-2-5 0 0,0 0-432 0,0 0-64 15,13 45-32-15,-13-45 0 0,7 40-448 0,-7-40-96 16,8 49 0-16,-8-49-16 0,9 52-368 0,-9-52 0 15,8 48 0-15,-8-48 128 0,6 40-128 0,-6-40 0 16,5 36 0-16,-5-36 0 0,0 0 0 0,5 31 0 16,-3-24 0-16,-2-3 0 0,1-1 0 0,0-2 128 0,0-2-128 15,0-4 0-15,2 1 144 0,0-6-144 0,0 0 192 0,0-3-192 16,1 0 288-16,0-2-48 0,-1-3-16 0,2-3 0 16,0-3-32-16,0 0-16 0,2-4 0 0,0 2 0 15,1 0-48-15,-1 0 0 0,1 4 0 0,1 1 0 16,-1 2-128-16,-1 5 0 0,2 0 0 0,-3 3 0 0,1 3 0 0,-2 3 0 15,-2 3-192-15,-1 4-11792 16,-1 3-2368-16</inkml:trace>
  <inkml:trace contextRef="#ctx0" brushRef="#br0" timeOffset="-102120.96">18800 6896 7359 0,'1'-2'656'0,"-1"0"-528"16,0 2-128-16,0 0 0 0,-1 0 1008 0,1 0 160 0,-1 0 48 0,-1 0 0 15,0 0 448-15,0 2 80 0,-2 0 32 0,2 0 0 0,-1 1-784 0,-1 0-160 16,1 1-16-16,1 1-16 0,-2 2 224 0,0 0 64 31,0 0 0-31,1 3 0 0,0-3-64 0,0 2-16 0,0 1 0 0,0 0 0 16,0 1-288-16,0-1-48 0,0 1-16 0,1 1 0 15,0 0-192-15,0 0-32 16,1 0-16-16,1-2 0 0,1-1 0 0,1 0 0 0,0-1 0 0,-2-8 0 0,0 0-48 0,0 0-16 0,0 0 0 0,0 0 0 31,39 21-64-31,-27-24-16 0,0-1 0 0,1-4 0 16,1-3 48-16,0 1 0 0,1-4 0 0,-2 0 0 15,0-3-192-15,-2 1-128 0,-1-1 144 0,-3 0-144 16,-1-1 0-16,-5-2 128 0,-2 0-128 0,-3 0 0 16,-2 2 0-16,-3 1 0 0,-2 2 0 0,-2 3 0 15,0 3 208-15,-3 3-48 0,-2 3-16 0,1 3 0 0,0 2 16 0,2 2 0 0,1 2 0 0,3 0 0 16,1 0-160 0,3 1 0-16,2 4 0 0,2-3 0 15,3-1-768 1,0-7-176-16</inkml:trace>
  <inkml:trace contextRef="#ctx0" brushRef="#br0" timeOffset="-101516.93">18972 6861 9215 0,'-1'-3'816'0,"1"3"-656"0,0-2-160 0,-1 2 0 15,1 0 1392-15,0 0 240 0,1 0 48 0,0-2 16 16,0 2 992-16,0-3 208 0,1 3 48 0,1-2 0 16,0 0-1328-16,1 1-256 0,1-1-48 0,0 1-16 15,2 0-592-15,-1 1-128 0,3-2-32 0,0 0 0 16,1 1-288-16,1 1-48 0,2 0-16 0,-1-2 0 16,1 1 16-16,-2 1 0 0,0-2 0 0,0 2 0 15,-1-1-208-15,0 0 176 0,0-1-176 0,-1-1 160 16,-1-1-160-16,0 1 0 0,0 1 0 0,-2-1 0 15,-1 1-208-15,-1-1-32 0,-2 1 0 0,-1 2 0 0,-1 0-944 0,-2 0-192 16,0 0-32-16,-3 2-16 0,-1-1-16 0,0 1 0 0,-1 1 0 0,1-1 0 31,-1 2 384-31,0-1 80 0,1 2 16 0,1-3 0 0,0 2 448 0,2-1 112 16,0 0 16-16,1 1 0 0,0-2 1024 0,1 1 192 16,0 0 64-16,1-1 0 0,0 0 192 0,1 0 32 15,0-1 16-15,-1 1 0 0,1 0 256 0,0 1 48 16,-1-1 16-16,0 2 0 0,-1 1-240 0,0-1-64 15,-2 2 0-15,0 3 0 0,1 2-448 0,-2 2-80 16,-2 3-32-16,-1 2 0 0,0 0-288 0,-1 4-64 16,0-3-16-16,0 2 0 0,2-2-224 0,-1 0 0 15,3-3 0-15,-1-1 0 0,3-1-128 0,2-5-32 16,2-2 0-16,3-2-10944 16,0-2-2192-16</inkml:trace>
  <inkml:trace contextRef="#ctx0" brushRef="#br0" timeOffset="-101195.2">19430 6877 5519 0,'5'-4'240'0,"-2"1"64"0,0 1-304 0,-1 0 0 0,-1 2 0 0,0 0 0 15,-1 0 1920-15,2-3 320 0,0 3 64 0,1-2 0 0,-1-1 480 0,0 1 96 16,1 2 0-16,0-2 16 0,0 2-752 0,0 0-160 16,2 0-16-16,0-2-16 15,1 1-688-15,1-1-144 0,3 0-32 0,1 1 0 16,1-2-512-16,1 0-96 0,2 0-32 0,0-2 0 0,-1 3-224 16,0-3-48-16,0 3-16 0,-2-1 0 0,0 0-32 0,-1 2-128 15,-2-2 192-15,-2 3-64 0,-2 0-128 0,-1 0 0 16,-2 1 0-16,-3 1 0 15,0 0-400-15,-3 1-64 0,-2 1-16 0,-1 1-10432 16,-1-1-2080-16</inkml:trace>
  <inkml:trace contextRef="#ctx0" brushRef="#br0" timeOffset="-100960.96">19504 6944 2751 0,'-1'0'256'0,"1"-2"-256"16,0 2 0-16,-1-1 0 0,1 1 2304 0,0 0 432 0,0 0 80 0,0 0 0 15,0 0 1216-15,0 0 256 0,1 0 32 0,0 0 16 16,-1 0-1648-16,2 0-320 0,1 0-64 0,1 0 0 16,-1 0-1312-16,2-2-256 0,2 2-48 15,-1-2-16-15,2 1-400 0,-1-1-80 0,3 0 0 0,-1-2-16 16,2 1-176-16,-2 0 0 0,0 1 144 0,0 0-144 16,0-1 0-16,-2 1 0 0,1 2 0 0,-2 0 128 15,0 0-128-15,-3 2 0 0,0-1 0 0,-1 1 0 31,-1 2-896-31,0 1-80 0,0-2-32 0,-1 0-10224 0,-1 1-2048 0</inkml:trace>
  <inkml:trace contextRef="#ctx0" brushRef="#br0" timeOffset="-100731.36">19504 7048 12383 0,'-2'2'256'0,"0"-1"64"0,0 1 16 0,1 0 32 0,1-2-368 0,0 0 0 0,0 0 0 0,-1 0 0 0,1 0 3136 0,0 0 544 16,0 1 112-16,2-1 32 0,1 0-1360 0,1-1-272 16,2-1-48-16,0 0-16 0,4 1-880 0,0-2-176 15,3-1-48-15,1 2 0 0,1-3-400 0,1 1-96 16,2-1-16-16,0 0 0 0,0 3-288 0,0-3-64 16,-1 0-16-16,-1 3 0 0,-1-1-144 0,-2 1 0 0,-1 2 0 15,-2-2 0-15,-1 2-960 0,0 0-160 0</inkml:trace>
  <inkml:trace contextRef="#ctx0" brushRef="#br0" timeOffset="-96887.13">20269 6792 14735 0,'2'0'1312'0,"0"-2"-1056"15,-1 2-256-15,-1-2 0 0,0 2 640 0,1-1 80 16,0 1 16-16,1-4 0 0,1 1 320 0,-1 1 64 16,1-3 16-16,-1 2 0 0,0-1-240 0,0 0-32 15,-1 1-16-15,0 0 0 0,0-1-160 0,-1 1-48 0,-1-2 0 0,0 1 0 16,0 0-192-16,-1-1-64 16,-1 2 0-16,-1-1 0 0,1 1-192 0,-2 0-64 15,0 1 0-15,-2 0 0 0,-1 2-128 0,-3 1 192 16,-1 2-192-16,-1 2 192 0,0 1-192 0,-1 3 128 15,0 0-128-15,0 0 128 0,3 1-128 0,-2 2 0 16,-2 4-192-16,0 3 192 0,1 2 0 0,0 1 0 16,1-1 0-16,1 1 0 0,2 1 0 0,1 0 0 0,2-2 0 0,2-3 0 0,2-2 384 0,3-16 112 0,-3 26 16 15,3-26 0 1,0 0 48-16,0 0 16 0,0 0 0 0,16 39 0 0,-16-39-320 0,0 0-48 16,0 0-16-16,35 2 0 0,-22-7-192 0,0-2 176 15,1 0-176-15,1-3 160 16,1-1-160-16,1-1 0 0,2-2-192 0,-1-1 192 15,1 1-512 1,-2 1 32-16,-2 0 0 0,-1 3 0 0,0-1-112 16,-1 1-32-16,-2 1 0 0,-1 1 0 0,1 2 80 15,-3 1 16-15,-2-1 0 0,0 2 0 0,-1 0 336 0,-3 1 64 0,0 2 128 0,-2 0-208 16,-1 2 208-16,0 0 0 0,-2 1 144 0,0 1-144 16,-1 2 400-16,0-1-16 0,-1 2 0 0,-2 0 0 0,3 4 320 15,-3-3 48-15,3 3 16 0,-2 1 0 0,2-1-192 0,1-1-16 16,0 0-16-16,1-1 0 0,1-1-352 0,1 0-192 15,1-4 192-15,1 1-192 0,2-1 144 0,0-1-144 0,2-2 0 0,1 0 144 0,1-2 80 16,1-1 16-16,1-1 0 0,0 1 0 16,2-2-48-16,0 0-16 0,-1-1 0 0,1 0 0 15,-1 0-176-15,-1 1 0 0,-1-1 144 0,0 0-144 0,-2 1 0 0,0-1 0 16,-2 0 0-16,0-1 0 0,-1 0 0 0,-3 0-128 31,0 0 128-31,-2 0-192 16,-1 0-208-16,-3-3-48 0,-2 1-16 15,-2 2 0-15,-1-1 48 0,-1 2 16 0,-2 0 0 0,1 2 0 0,0 2 256 0,-1 2 144 16,1 0-160-16,1 2 160 0,-1 2 0 0,3 2 0 16,0 0 0-16,1 0 0 0,1 0 384 0,2 2-48 0,1-2 0 0,1 0 0 15,1 0 80-15,2-1 16 0,2 0 0 0,1-3 0 16,1 1-112-16,2-1 0 0,1-2-16 0,3 0 0 16,0-3-112-16,1 1-32 0,1-2 0 0,2-4 0 15,0 1-160-15,2 0 0 0,0 0 0 0,2 0 0 0,-2 0-256 0,0 0-96 0,1-1-16 0,0 2 0 47,-1-2-208-47,-1 2-64 0,0 0 0 0,-1 2 0 0,-2-1 96 0,-2 3 16 16,1 0 0-16,-4 2 0 0,-1 1 528 0,-2 0-128 0,0 4 128 0,-1-2 0 15,-2 3 0-15,-1-1 0 0,0 2 0 0,-3-2 0 16,0 1 240-16,0 2-48 0,0-3-16 0,-2 2 0 16,1-2 80-16,-1 4 0 0,-1-2 16 0,1 0 0 0,0 0 16 0,-1 0 0 15,3 1 0-15,-2-2 0 0,1 0 144 16,1 0 16-16,-1-1 16 0,1 0 0 0,1-3-16 0,1 1 0 15,1-1 0-15,0 0 0 0,1 1-144 0,1-5-48 16,0 1 0-16,2-4 0 0,-2 2-256 0,4-2 160 16,0-1-160-16,1-3 128 0,0 2-128 0,3-3 0 15,0-1 0-15,0 1 0 0,0 1-144 0,1-1-16 16,1-2 0-16,0 0 0 0,0 1-176 0,-1 1-48 16,1 1 0-16,-2 1 0 0,-1 4 208 0,0-1 48 15,-2 2 0-15,0 1 0 0,-2 2 128 0,0 0 0 16,-2 0 0-16,0 2 0 0,-2 1 0 0,0 2 144 15,-2 0-144-15,0 2 0 0,-2 0 416 0,0 2-32 16,-2 1 0-16,0-1 0 0,-1 3-112 0,-1-2-16 16,1 1-16-16,-1-1 0 0,1 0-240 0,0-1 144 0,1 0-144 0,0 1 128 15,2-3-128-15,1-2 160 0,0 1-160 0,1-1 160 16,1-2-160-16,1-3 0 0,1 0 0 0,1 0 0 0,0-3 0 0,2-1 0 0,1 0 0 0,1-2 0 16,1-1 0-16,2-2 0 15,1 0 0-15,0-1 0 16,1-1 0-16,1 0-144 0,0-1 144 0,0 0-208 15,0 0 32-15,0 3 16 0,-2-2 0 0,-1 3 0 16,-2 1 160-16,0 0-128 0,-2 3 128 0,0 1-128 16,-2 1 128-16,-2 1 0 0,0 1 0 0,-2 3-128 15,0-1 128-15,-2 3 0 0,0 0 0 0,-2 2 0 16,0 2 0-16,0-2 0 0,0 3 0 0,0 0 0 16,0 1 0-16,2-1 128 0,-1 1-128 0,3-11 0 15,0 0 128-15,0 0-128 0,0 0 160 0,8 36-160 16,-8-36 192-16,0 0-64 0,0 0-128 0,0 0 192 0,37 7-48 0,-27-11-16 15,2 1 0-15,0-3 0 0,1 2-128 0,0-2 160 16,0-2-160-16,1-1 160 0,0 2-160 0,-1-3 0 16,-2 1 0-16,1 2 0 0,-2-1 0 0,0-1 0 15,0 0 0-15,-1-2 0 16,0 0-640-16,-2 2 0 0,1-3 0 0,-3 1 0 16,1 1-272-16,-2 0-64 0,0 1-16 0,0 0 0 15,-1 1 464-15,1 1 80 0,0 0 32 0,-1 0 0 0,0 2 416 0,0-2 0 16,-1 4 0-16,0 0 0 0,0 2 0 0,-1 1 0 15,0 0 0-15,-1 1 176 0,0 0 320 0,0 1 64 16,-1 1 16-16,0 0 0 0,-1 1 192 0,0 1 32 16,0 0 16-16,-1 1 0 0,1 2-288 0,-1 1-48 0,-1 0-16 15,0 1 0-15,1 2-240 0,-2 2-48 0,0 0-16 0,0 3 0 16,-1 2 0-16,1 0 0 0,-2 2 0 0,1 1 0 16,0-1 32-16,1 1 0 0,-2 1 0 0,2 1 0 15,-1-3-64-15,1-2 0 0,1 3 0 0,0-4 0 16,4-18-128-16,-5 36 0 0,5-36 0 0,0 0 128 15,0 34-128-15,0-34 0 0,0 0 0 0,0 0 0 16,0 0 0-16,0 0 0 0,0 0 0 0,0 0 0 16,0 0-304-16,0 0 16 0,26-8 0 0,-23-2 0 15,1-2-928 1,-1-1-192-16,-2 0-48 0,0-4 0 0,-1-1-784 0,0-2-144 16,-1-2-48-16,1-3 0 0,-1-3-128 0,1 0-48 0,1-3 0 0,0 0 0 15,1 3 1536-15,2 0 304 0,0 6 64 0,-1 1 16 0,2 6 1024 0,-2 6 208 16,1 2 32-16,-1 2 16 15,1 2 816-15,-1 1 144 0,0 2 48 0,2 0 0 0,0 2 192 0,-1 1 32 0,3-2 16 0,-7-1 0 0,0 0-560 0,0 0-128 16,0 0 0-16,43 16-16 16,-43-16-784-16,0 0-160 0,32 6-16 0,-32-6-16 0,0 0-160 0,0 0 0 31,33 12 144-31,-33-12-144 0,0 0 128 0,0 0-128 16,0 0 128-16,0 0-128 0,0 0 240 0,0 0-32 0,0 0 0 0,0 0 0 0,2 38 32 0,-8-33 0 15,-2 0 0-15,-1 0 0 16,0 2-112-16,-2-2-128 0,-1 2 176 0,0 0-176 15,-1 0 128-15,1-2-128 0,0 2 0 16,2-3 0-16,3 2 0 0,-1-2 0 16,4-1 0-16,0 1 0 0,2-3 0 0,0 1-192 0,3 0 48 15,1-2 16 1,2-2-640-16,0-1-112 0,3-1-16 0,0 1-13872 0</inkml:trace>
  <inkml:trace contextRef="#ctx0" brushRef="#br0" timeOffset="-96605.29">21436 6548 1839 0,'3'-8'160'0,"-1"5"-160"0,0 0 0 0,0 0 0 16,-1 1 2000-16,0 0 368 0,1 1 80 0,1-3 16 16,2-1 480-16,0-1 80 0,3-2 32 0,0 1 0 15,-1 0-544-15,-1 3-96 0,-2 0-32 0,-2 2 0 16,0 0-848-16,-2 2-160 0,-1 2-32 0,-1 1-16 15,-2 3-624-15,-2 2-128 0,0 1-32 0,-3 3 0 16,1 2-128-16,-3 5-32 0,0 3 0 0,-1 1 0 16,1-2-192-16,-1 5-64 0,-1 3 0 0,-2 2 0 0,4-4-128 0,-2 1 128 0,1 3-128 0,1-1 128 15,2-2 32-15,3-5 0 0,6-23 0 16,-6 37 0-16,6-37-160 0,0 0 128 16,0 0-128-16,6 36 128 0,-6-36-128 0,0 0 0 15,0 0 0-15,20-1 0 16,-13-4-560-16,2-1-144 15,0-4-16-15,0 1-10672 0,-1 2-2112 0</inkml:trace>
  <inkml:trace contextRef="#ctx0" brushRef="#br0" timeOffset="-96229.02">21489 6782 1839 0,'0'0'160'0,"0"0"-160"0,0 0 0 16,0 0 0-16,0 0 2032 0,0 1 368 0,1 1 80 0,-1-2 16 15,0 2 1088-15,0-2 240 0,1 3 32 0,0-1 16 16,1 0-896-16,0-1-176 0,1 0-48 0,2 2 0 15,1-3-1360-15,1 1-288 0,2-1-48 0,0-1-16 16,4 1-736-16,-3-3-160 0,1 1-16 0,-1 0-128 16,1-2 0-16,-1 1 0 0,0-2 0 0,-2 3 0 15,0-3 0-15,0 0 0 0,-1-1 0 0,-1 0 0 16,-1 0-224-16,-1 0 0 0,0 0 0 0,-2-2 0 16,-2 1-400-16,-1 0-80 0,-2 0 0 0,-1 1-16 31,0 0 32-31,-4-1 16 0,1 2 0 0,-4 0 0 0,1 3 272 0,-1 2 48 0,0 2 16 15,-1 1 0-15,1 4 160 0,0 0 48 0,0-1 0 0,0 3 0 0,1 2 832 0,0 1 192 16,0 2 16-16,0 1 16 0,0 1-96 0,2 1 0 16,1-1-16-16,3 1 0 0,4-17-240 0,-3 26-32 15,3-26-16-15,0 0 0 0,0 0-208 16,16 39-32-16,-16-39-16 0,0 0 0 0,0 0-272 0,36 12 128 16,-36-12-128-16,25-3 0 0,-12-2 0 0,2 0 0 15,-1 0 0-15,1-2-144 16,-1 0-1312-16,-1 0-256 0,0 0-48 0</inkml:trace>
  <inkml:trace contextRef="#ctx0" brushRef="#br0" timeOffset="-95460.41">21793 6738 5519 0,'1'0'496'16,"-1"-2"-496"-16,0 1 0 0,0 1 0 0,0 0 2224 0,0 0 336 0,0 0 80 0,0 0 16 15,-1 0 592-15,0 1 112 0,0 3 32 0,-1-2 0 16,-2 5-1376-16,1-2-272 0,-1 3-48 0,0 0-16 16,0 2-864-16,-1 0-176 0,-1 2-48 0,0-1 0 15,0 2-256-15,0-2-48 0,1 1-16 0,-1-3 0 16,2 2-80-16,0-2 0 0,0-2-16 0,1 0 0 15,1-1-176-15,0-3 0 0,-1 0 0 0,2-1 128 16,-1-1-128-16,2-1 0 0,-1-1 0 0,1-1 0 16,2-1 0-16,0-2 0 0,1-1 0 0,0-2 0 0,2 1-240 0,2-4-16 15,-1 3-16-15,1-4 0 16,0 2 0-16,1-3 0 0,2 0 0 0,-1-3 0 16,2 2 80-16,0-2 32 0,0 3 0 0,-1 2 0 0,0 1 160 0,-2 3 0 15,0 1 0-15,0 1-128 0,-2 4 128 0,1-1 0 16,-2 2 0-16,-1 2 128 0,1 0 192 0,-2 2 32 15,-1-1 16-15,1 2 0 0,-3-5 144 0,0 0 16 16,0 0 16-16,0 0 0 0,0 0-384 0,7 41-160 16,-7-41 128-16,0 0-128 0,0 0 0 0,-6 32 0 15,6-32 128-15,-6 17-128 0,4-10 0 0,-2 1 0 16,0-2 0-16,1 2 0 0,-2-3 0 0,1 2 0 16,0-3 0-16,1-1 0 0,-1 0 0 0,2-1 0 0,0 0 128 0,1-2-128 15,1 1 0-15,0-2 0 0,0-1 0 16,2-1 0-16,1 1 0 0,0-3 0 0,1 0 0 0,2-2 0 15,1 0 0-15,1 0 0 0,0-3 0 0,2-1 0 16,-1 1-448-16,2-1 48 0,-1 1 0 0,1-2 0 31,0 0-384-31,1 2-80 0,-1 1-16 0,-1 0 0 0,-1 1 432 0,-1 2 64 0,2 0 32 0,-3 2 0 16,1-1 352-16,-1 1 0 0,-1 3 0 0,1-1 0 16,-1 2 0-16,-1 0 288 0,1-2-48 0,-2 4-16 15,2-2 512-15,-1 2 96 0,-1 1 32 0,-1-1 0 16,-3-2-288-16,0 0-64 0,0 0-16 0,0 0 0 15,0 0-160-15,0 0-16 0,7 39-16 0,-7-39 0 16,0 0-176-16,-6 25-128 0,2-16 192 0,0 3-192 16,4-12 160-16,-10 23-160 0,5-11 128 0,-1-1-128 0,1 1 144 0,5-12-144 15,-11 21 160-15,7-12-160 0,4-9 128 16,0 0-128-16,-7 25 0 0,7-25 0 0,0 0 0 0,0 0 0 16,0 0 0-16,0 0 0 0,0 0 0 0,0 0-256 15,0 0 48-15,0 0-11552 16,27 7-2304-16</inkml:trace>
  <inkml:trace contextRef="#ctx0" brushRef="#br0" timeOffset="-95081.43">22205 6796 13823 0,'-2'3'608'0,"0"-2"128"0,1 1-592 0,0-2-144 0,1 2 0 16,0-2 0-16,-1 0 2112 0,1 0 384 0,-1 2 64 0,0-2 32 0,1 2-352 0,1-1-80 0,0 1-16 0,0 0 0 15,3-2-912-15,0 0-176 0,1 0-32 0,0 0-16 32,1-2-528-32,1 2-96 0,1-2-32 15,-1-1 0-15,2 1-192 0,0-2-32 0,0 0-128 0,1 0 192 16,0-1-192-16,0-2 0 0,0 1 0 0,-1 0 0 16,-2-1 0-16,1 0 0 0,-2 2-160 0,-1-3 160 31,-1 0-672-31,-2 3-48 0,-1-2-16 0,-2 0 0 15,-1 0-128-15,-2 3-32 0,-2-1 0 0,-1 0 0 16,-1 2 384-16,-2 3 64 0,0-2 0 0,-1 2 16 0,2 2 32 0,-1 0 0 0,1 1 0 0,0 2 0 0,0 1 544 16,0 2 112-16,0 1 32 0,-1-1 0 0,2 3 784 0,0 1 144 15,0 2 48-15,0 0 0 0,3-2-320 0,0 0-64 16,5-12-16-16,-5 24 0 0,5-24-272 0,0 0-48 16,0 0-16-16,0 0 0 0,10 38-368 0,-10-38-160 15,0 0 128-15,0 0-128 0,0 0 0 0,34 12 0 16,-23-15 0-16,-1 1 0 15,2-3-672 1,1 3-112-16,0-3-32 0,2 0 0 0,1 1-2080 0,-1-3-432 0</inkml:trace>
  <inkml:trace contextRef="#ctx0" brushRef="#br0" timeOffset="-94661.88">22519 6693 8287 0,'1'-5'368'0,"0"2"80"0,0 1-448 0,-1 0 0 16,0 1 0-1,0 1 0-15,0 0 2176 0,0 0 336 0,0 1 80 0,-1 3 16 16,0-1 400-16,0 4 64 0,-2 1 32 0,-1 3 0 16,4-11-1632-16,-8 26-336 0,8-26-64 0,-10 27-16 15,10-27-608-15,-11 28-112 0,11-28-16 0,-11 28-16 16,11-28-304-16,-10 21 160 0,5-11-160 0,2-3 128 16,0-2-128-16,0-1 0 0,1-2 0 0,1-2 0 15,0 1 0-15,2-1 128 0,0-3-128 0,2 1 0 16,0-3 224-16,0 0-32 0,3-2-16 0,1-2 0 15,-1-1-176-15,2 1-192 0,2-3 32 0,-1 0 16 16,0 0-160-16,1-2-16 0,2 0-16 0,-2-1 0 0,-1 1 80 0,1-2 0 0,0 2 16 16,1 2 0-16,-2 0 240 0,0 2 0 15,1 3 0-15,-1 0 0 0,-2 3 0 16,0 1 0-16,-2 3 0 0,-1 0 160 0,0 2 480 0,-2 2 112 16,-2-4 16-16,0 0 0 0,0 0-16 0,0 0 0 15,1 44 0-15,-1-44 0 0,-5 28-464 0,5-28-96 16,-9 31 0-16,9-31-16 0,-10 33-176 0,10-33 128 15,-9 30-128-15,9-30 128 0,-7 27-128 0,7-27 0 16,0 0 0-16,0 0 0 0,-4 31 0 0,4-26-192 16,2-3 32-16,-1-2 16 15,2 0-976-15,2-2-192 0,0-3-32 0,0-1-14304 0</inkml:trace>
  <inkml:trace contextRef="#ctx0" brushRef="#br0" timeOffset="-94355.39">22909 6538 11967 0,'0'0'528'0,"0"0"112"0,0 0-512 0,0 2-128 0,0-2 0 0,-1 1 0 15,1 1 1856-15,-1 1 320 0,0 1 80 16,-2 3 16-16,3-7-80 0,0 0-16 0,-12 29 0 0,7-19 0 16,5-10-896-16,-12 23-192 0,4-13-48 0,1 3 0 15,-1 2-480-15,-2-1-112 0,0 1 0 0,0 1-16 16,0 0-144-16,0 1-32 0,1 1 0 0,9-18 0 15,-13 32 320-15,13-32 48 0,0 0 16 0,-6 40 0 0,6-40-240 0,0 0-32 16,0 0-16-16,0 0 0 0,23 36-176 0,-23-36-48 0,0 0 0 0,30 2 0 31,-19-4-128-31,0-1 128 0,1-3-128 0,0 0 128 0,-1 0-128 16,-1-2 0-16,0 1 0 0,0-2 0 16,-2-1-592-16,-1 0 0 0,0-1 0 0,-2 0 0 15,-2 1-1072-15,0-2-224 0,-1 0-32 0,-2-2-16 16,-1 3-1120-16,-1 0-208 0,-2 0-64 0,-1 3-6320 15</inkml:trace>
  <inkml:trace contextRef="#ctx0" brushRef="#br0" timeOffset="-94177.47">22781 6638 5519 0,'-2'1'496'0,"1"0"-496"15,2-1 0-15,-2 0 0 0,0 0 2336 0,-2 3 368 16,-2 1 80-16,0 1 16 0,2 0 544 0,1 0 112 16,2-2 32-16,0-3 0 0,0 0-960 0,0 0-192 0,21 4-32 0,-12-5-16 15,3-1-1168-15,0 0-224 16,2 0-64-16,1-3 0 0,1 0-576 0,1 0-128 15,-2 0-128-15,1 1 176 0,1-3-416 0,0 2-80 16,1 0 0-16,1-2-16 16,1 3-1584-16,0-1-320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22.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3:13:19.389"/>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FF0000"/>
    </inkml:brush>
  </inkml:definitions>
  <inkml:trace contextRef="#ctx0" brushRef="#br0">3405 13171 10127 0,'1'-3'896'0,"0"0"-704"0,0 3-192 0,0-2 0 15,1 1 848-15,-1-1 144 16,2 0 32-16,0-2 0 0,2-2-208 0,0 2-48 0,-2-1 0 0,0 3 0 47,-1 1-1440-47,-3 2-288 0,0 3-64 0,-2 1-16 0</inkml:trace>
  <inkml:trace contextRef="#ctx0" brushRef="#br0" timeOffset="5347.61">6261 11858 3679 0,'0'-2'320'0,"0"2"-320"0,0-1 0 0,0 0 0 0,0-1 672 0,0 2 64 16,-1 0 16-16,1 0 0 0,0-2 336 0,0 1 80 15,0-1 16-15,0-1 0 16,1 3-96-16,-1-2 0 0,1 2-16 0,-1-1 16 0,1 1-304 0,0 0-48 16,1 0-16-16,-1 0 0 0,1 1-112 0,0-1-32 15,0 0 0-15,1 2 0 0,-1-2-128 0,0 1-16 16,0 1-16-16,1 0 16 0,1-1-208 0,-1 3-32 15,-1-4-16-15,1 2 0 0,1-2-48 0,0 2-128 16,0 1 192-16,0-3-64 0,0 3-128 0,0-3 0 16,1 3 0-16,0-2 128 0,-1 1-128 0,1-1 128 0,-1 1-128 0,3-2 144 15,-2 2 64-15,-1-1 16 0,0 1 0 0,1-2 0 16,-1 0 16-16,1 0 0 0,-1 1 0 16,1-1 0-16,0 0 64 0,-1 0 16 0,0 0 0 0,0 0 0 15,0 0 128-15,1 0 32 0,0 0 0 0,-1 0 0 16,1-1-192-16,1 1-32 0,-1-2-16 0,1 2 0 15,0 0-64-15,0-1-16 0,1 1 0 0,0-2 0 16,0 0-32-16,0 1-128 0,0-1 192 0,-1 0-64 16,1 0 48-16,-1-1 0 0,2 1 0 0,-1-1 0 15,1 2 32-15,-1 0 16 0,1-3 0 0,0 3 0 0,-1-1-16 0,2-1 0 16,0 0 0-16,-1 0 0 0,1 0-32 0,0 0-16 16,1 1 0-16,-2-2 0 0,0 1 864 15,1 1 160-15,0-1 32 0,2-1 16 16,-1 1-1696-16,0-2-352 0,1 1-64 0,-1 0-16 0,1 0 896 0,0 0 0 15,0-1 0-15,0 0 0 0,0 1 0 0,0-3 192 16,1 3-192-16,-1-2 192 0,1 2-192 0,0 1 160 16,0-1-160-16,-2 1 160 0,1 0-160 0,-1 0 0 15,1 0 0-15,0 0 128 0,0 0-128 0,0 0 0 16,1 0 0-16,0-2 0 0,-2 2 0 0,1 0 0 0,2-1 0 0,0-1 0 16,-1 2 0-16,1-2 0 0,1 0 0 0,0 0 0 15,-1 0 0-15,0 0 0 0,3-1 0 0,-1 0 0 16,-2 0 0-16,2 0 0 0,1 2 0 0,-1-4 0 15,1 4 0-15,-1-3 0 0,2 2 0 0,-2 0 0 16,-1 0 0-16,0 1 160 0,0-1-160 0,1-1 160 16,-2 0-32-16,2 1 0 0,0-2 0 0,0 0 0 15,0 1-128-15,0-1 0 0,0-1 144 0,1 1-144 16,0 0 0-16,0 0 128 0,0-1-128 0,1 1 0 0,2-2 0 16,-1 1 0-16,0-1 0 0,0 2 0 0,0-2 0 0,0 2 0 15,1-1 0 1,0-1 0-16,-2 0 0 0,0 0 0 0,-1-1 0 0,0 2 0 0,-1-1 0 0,0-1 0 15,1 3 0-15,-1-2 0 0,-1 1 0 0,0 2 0 16,-2-4 0-16,2 3 0 0,-2-2 0 0,3-1 0 16,-1 1 0-16,1-1 0 0,-1 1 0 0,0-1 0 15,0 0 0-15,1-1 0 0,-1 1 0 0,1-2 0 16,2 1 0-16,-1-1 128 0,0 0-128 0,-2 0 0 16,1-1 0-16,0 1 0 0,-1-1 0 0,1 0 0 15,-1 0 0-15,-1-1 0 0,2 2 0 0,-2 0 0 16,1-1 0-16,-1 1 0 0,1-1 0 0,-2 3 0 0,2-2 0 15,-3 1 0-15,1-1 0 0,0 0 0 0,0 0 0 0,-2 1 0 16,0 1 0-16,1-3 0 0,0 0 0 0,0-1 0 16,1 0 0-16,-1 2 0 0,-3 2 0 0,1-2 0 15,1-2 0-15,3 0 0 0,-2-2 0 0,0 1 0 16,0 3 0-16,-1-2 0 0,-1 2 0 16,1-2 0-16,0 2 0 0,-1-2 0 0,0 2 0 0,0 0 0 15,-2 0 0-15,1 0 0 0,-1-2 0 0,0 2 0 16,-1-2 0-16,1 2 0 0,-2 0 0 0,0 1 0 15,0-1 0-15,0 0 0 0,0 0 0 0,-1 0 0 16,1-1 0-16,0 0 0 16,1-1 0-16,0 2 0 0,-1 0 0 0,2-4 0 0,1 1 0 0,0-2 0 0,2 3 0 15,-2-1 0 1,-1 0 0-16,2 1 0 0,-2 2 0 0,0-2 0 0,1 1 0 0,-1-1 0 0,0 2 0 0,0-2 0 16,0 2 0-16,-1-4-128 0,1 2 128 15,-2-1 0-15,1 3 0 0,-1-2 0 16,1 1 0-16,0 0 0 0,-1-1 0 0,1 2 0 0,-1-1 0 0,1 0 0 15,-1 1 0-15,2-2 0 0,-1 0 0 0,0 0 0 16,0 0 0 0,1-1 0-16,-1 1 0 0,1 0 0 0,-2 1 0 0,1-1 0 0,0 0 0 15,-2 2 0-15,1-2 0 0,-1 1 0 0,0 1 0 0,0-2 0 0,0 1 0 0,-2-3 0 16,1 1 0-16,-1 1 0 0,1 2 0 0,-1 0 0 16,0 1 0-1,0-1 0-15,1 0 128 0,1 0-128 16,-1 0 144-16,0-2-144 0,0 0 192 0,0 0-192 0,1 1 0 15,-2-1 0-15,2 0 0 0,-1-1 0 16,1 1 0-16,-1 0 0 0,1 2 0 0,0-2 0 16,-1 1 0-16,0 0 0 0,2-1 0 0,-2 2 0 15,0-2 0-15,1 0 0 0,0-1 0 0,-1 1 0 16,0 2 0-16,0-2 0 0,0 2 0 0,-1-2 0 16,0 2 128-16,1 0-128 0,-1-2 0 0,1 0 0 0,-1 4 0 0,0-3 0 15,-1 1 0-15,0-1 0 0,2-1 0 0,-1-2 0 16,1 1 0-16,0 1 0 0,0-2 0 0,0 1 160 15,1 1-160-15,-2 0 128 0,1-1-128 0,1 0 0 16,0 0 144-16,-1-2-144 0,2 3 0 0,-2-3 0 16,1 2 0-16,-2 0 0 0,2 1 0 0,0-1 0 15,-1 1 0-15,1-1 0 0,-1 3 0 0,1-1 0 16,-1 0 0-16,0-1 0 0,1 0 0 0,-1 0 0 16,0 0 0-16,0-2 0 0,0 1 0 0,0 0 0 15,0-1 0-15,0 2 0 0,0-2 0 0,0 1 0 0,-1 1 0 16,0-1 0-16,1 0 0 0,-1 0 0 0,0-1 0 15,1 1 0-15,-1-2 0 0,-1 2 0 0,1 0 0 0,0 0 0 16,1-2 0-16,0 1 0 0,-2 2 0 0,2 0 0 16,0-3 0-16,1 0 0 0,0 1 0 0,0-3 0 15,1 1 0-15,-1 0 0 0,2-1 0 0,0 0 0 16,-1 0 0-16,2-1 0 0,-1 0 0 0,1-1-128 16,-1-2 128-16,1 1 0 0,0 0 0 0,-1 1 0 15,0 2 0-15,0 0 0 0,0 0 0 0,0 0 0 16,-2 2 0-16,2-3 0 0,0-1 0 0,1-2 0 15,-1 2 0-15,1 0 0 0,-1-3 0 0,0 3 0 0,0 0 0 0,0-1 0 16,-1 1 0-16,0 0-128 0,1-1 128 0,-2 3 0 16,0 0-144-16,1 1 144 0,-1-2 0 15,2-1-176-15,-1 2 176 0,0-2-128 0,2 0 128 0,-1 0 0 16,1 1 0-16,-2 1-128 0,2-2 128 0,-2 2 0 16,2-1 0-16,-1 2 0 0,0-1 0 0,0 0 0 15,0-2 0-15,0 2 0 0,1 2 0 0,-2 0-160 16,2 1 160-16,0-1 0 0,0-2 0 0,-1 0 0 15,2 0 0-15,0-2 0 0,0 2 0 0,1 0-128 16,-2 0 128-16,1 2 0 0,1-1 0 0,-2 1 0 0,1-2 0 0,-1 0 0 16,1-2 0-16,0 2-128 0,-1-3 128 0,0 4 0 15,-1 1 0-15,1 0-160 0,0-2 160 0,1-1-128 16,-1 2 128-16,1-2 0 0,0 2 0 0,0-3-128 16,0-1 128-16,1 4 0 15,-1-4 0-15,0 3 0 0,0 0 0 0,0-1 0 0,0 2 0 0,-1 0 0 16,1-1 0-16,0 2 0 0,-1-2 0 0,1 2 0 15,-1 2 0-15,1 0 0 0,0-2 0 0,-2 2-128 16,2 1 128-16,-1 0 0 0,2-2 0 0,-1-1 0 16,2-3 0-16,-1 2 0 0,1 1 0 0,-1 2 0 0,-1 0 0 0,1 1 0 15,0-3 0-15,-1 2 0 0,2 1 0 0,-2 0 0 16,0 0 0-16,1 0 0 0,-1 0 0 0,1-1 0 16,0 1 0-16,-1-2 0 0,0 3 0 0,1 0 0 15,-1 3 0-15,-1-2-128 0,2 0 128 0,0 0 0 16,0 1 0-16,0-1 0 0,-2 2 0 0,2-2 0 15,1 1 0-15,2-2 0 0,0 1 0 0,0-2 0 16,0 2 0-16,0 1-128 0,0-1 128 0,1 1 0 16,0 1 0-16,0 0 0 0,0 0 0 0,-1 1 0 0,1 0 0 15,0 1 0-15,0-1 0 0,1 2 0 16,0 0 0-16,0 0 0 0,1-3 0 0,0 3 0 0,0-2 0 0,0 1 0 16,1-1 0-16,-2 2 0 0,1-3 0 0,1 1 0 15,0 0 0-15,0 0 0 0,-2 1 0 0,2 1 0 16,-1-1 0-16,2-1 0 0,1 0 0 0,0-1-128 15,-2 3 128-15,0 0 0 0,3-3 0 0,1 1 0 16,3-2 0-16,-1 1 0 0,0 0 0 0,0 3 0 16,0-2 0-16,0 1 0 0,0-1 0 0,0 0 0 15,1-1 0-15,-2 1 0 0,-1 0 0 0,1 1 0 16,0-2 0-16,0 1 0 0,1 2 0 0,-1-3 0 0,0 3 0 0,0-1 0 16,-1 0 0-16,1 3 0 0,-1-2 0 0,1 1 0 31,0 0 0-31,0 1 0 0,0 1 0 0,-1-2 0 0,-1 2 0 0,0-1 0 0,0-2 0 0,-1 3 0 15,1 1 0-15,-1 0 0 0,0 0 0 0,0 0 0 16,0 0 0-16,0 1 0 0,-1-1 0 0,1 1 0 16,-1 1 0-16,0 0 0 0,0 1 0 15,0-2 0-15,1 2 0 0,0 0 0 0,0 2 0 0,0-2 0 16,-1 0 0-16,1 0 0 0,1 0 0 0,-2 1 0 16,2 0 0-16,-2 1 0 0,-1-1 0 0,1 1 0 15,1 0 0-15,-1 3 0 0,0-3 0 0,0 3 0 16,-1-2 0-16,0 1 0 0,-16-4 0 0,32 10 0 0,-32-10 0 0,31 10 0 15,-31-10 0 1,0 0 0-16,45 17 0 0,-45-17 0 0,0 0 0 0,44 15 0 0,-44-15 0 0,0 0 0 16,39 12 0-16,-27-10 128 0,-12-2-128 0,0 0 0 15,39 13 128-15,-27-9-128 16,-12-4 128-16,0 0-128 0,34 14 0 0,-34-14 144 16,0 0-144-16,34 17 0 0,-34-17 144 0,0 0-144 0,0 0 0 0,38 21 144 31,-38-21-144-31,0 0 128 0,33 19-128 0,-33-19 128 0,0 0-128 0,0 0 0 0,0 0 144 0,40 29-144 0,-40-29 0 15,0 0 128-15,0 0-128 0,40 29 0 16,-40-29 0-16,0 0 128 16,0 0-128-16,41 28 0 0,-41-28 144 0,0 0-144 15,0 0 192-15,38 26-192 0,-38-26 144 0,0 0-144 16,0 0 0-16,38 24 144 0,-38-24-144 0,0 0 0 16,0 0 144-16,40 24-144 0,-40-24 0 0,0 0 144 15,0 0-144-15,41 20 0 0,-41-20 128 0,0 0-128 16,0 0 0-16,41 23 0 0,-41-23 0 0,0 0 0 15,0 0 0-15,38 25 0 0,-38-25 0 0,0 0 0 16,0 0 0-16,38 26 0 0,-38-26 128 0,0 0-128 0,0 0 0 16,40 33 0-16,-40-33 0 0,0 0 0 0,0 0 0 0,35 41 0 15,-35-41 128-15,0 0-128 0,0 0 0 0,34 38 0 16,-34-38 0-16,0 0 0 0,29 32 0 0,-29-32 0 16,0 0 0-16,0 0 0 0,41 41 0 0,-41-41 0 15,0 0 128-15,40 40-128 0,-40-40 0 0,0 0 0 16,43 41 128-16,-43-41-128 0,0 0 0 0,38 42 0 15,-38-42 0-15,0 0 0 0,39 50 128 0,-39-50-128 16,0 0 0-16,39 50 160 0,-39-50-160 0,27 36 128 16,-27-36-128-16,24 37 160 0,-24-37-160 0,0 0 160 15,29 47-160-15,-29-47 160 0,26 41-160 0,-26-41 160 16,28 41-160-16,-28-41 0 0,28 42 144 0,-28-42-144 0,29 42 128 0,-29-42-128 16,28 38 160-16,-28-38-160 0,0 0 240 0,42 50-48 15,-42-50-16-15,30 37 0 0,-30-37-48 16,28 37-128-16,-28-37 192 0,0 0-64 0,34 48-128 0,-34-48 128 15,30 42-128-15,-30-42 128 0,32 47-128 0,-32-47 0 16,32 48 0-16,-32-48 0 0,28 49 0 0,-28-49 0 16,26 48 0-16,-26-48 0 0,22 40 0 0,-22-40 0 15,22 45 128-15,-22-45-128 0,20 39 0 0,-20-39 128 16,20 44-128-16,-20-44 128 0,22 49-128 0,-22-49 0 0,23 49 144 0,-23-49-144 16,24 49 0-16,-24-49 144 0,24 43-144 0,-24-43 0 15,21 40 176-15,-21-40-176 0,21 45 160 16,-21-45-160-16,20 41 192 0,-20-41-48 0,18 45-16 0,-18-45 0 15,20 52-128-15,-20-52 0 0,19 57 0 0,-19-57 0 16,18 54 0-16,-18-54 0 0,17 50 0 0,-17-50 0 16,14 48 0-16,-14-48 0 0,16 45 128 0,-16-45-128 15,15 47 0-15,-15-47 0 0,16 45 0 0,-16-45 0 16,16 45 0-16,-16-45 0 0,18 45 0 0,-18-45 0 16,20 45 0-16,-20-45 0 0,19 40 0 0,-19-40 0 0,0 0 0 0,29 56 0 15,-29-56 0-15,0 0 0 0,32 56 128 0,-32-56-128 16,0 0 0-16,30 55 128 0,-30-55-128 0,0 0 0 15,30 57 144-15,-30-57-144 0,21 40 0 0,-21-40 0 16,0 0 0-16,30 54 128 0,-30-54-128 0,0 0 0 16,27 52 0-16,-27-52 0 0,0 0 0 0,26 49 0 15,-26-49 0-15,0 0 0 0,25 51 0 0,-25-51 0 16,0 0 0-16,20 42 0 0,-20-42 0 0,0 0 0 16,24 50 0-16,-24-50 128 0,0 0-128 0,25 55 0 15,-25-55 0-15,0 0 0 0,27 52 0 0,-27-52 0 16,0 0 0-16,28 53 0 0,-28-53 0 0,0 0 0 0,27 46 0 15,-27-46 0-15,0 0 0 0,24 46 0 0,-24-46 0 0,0 0 0 16,26 50 0-16,-26-50 0 0,0 0 0 0,23 52 0 16,-23-52 0-16,0 0 0 0,23 56 0 15,-23-56 0-15,15 38 0 0,-15-38 0 0,0 0 0 0,20 55 0 16,-20-55 0-16,0 0 0 0,17 52 0 0,-17-52 0 16,0 0 0-16,18 50 0 0,-18-50 0 0,0 0 0 15,16 52 0-15,-16-52 0 0,0 0 0 0,15 47 0 16,-15-47 0-16,0 0 0 0,21 55 0 0,-21-55 0 0,0 0 0 15,20 50 0-15,-20-50 0 0,0 0 0 0,22 52 0 0,-22-52 0 32,0 0 0-32,24 48 0 0,-24-48 0 0,0 0 0 0,22 42 0 15,-22-42 0-15,0 0 0 0,0 0 0 16,28 48 0-16,-28-48 0 0,0 0 0 0,22 37 0 0,-22-37 0 0,0 0 0 0,0 0 0 0,25 46 0 16,-25-46 0-16,0 0 0 0,24 38 0 0,-24-38 0 15,0 0 0-15,26 41 128 0,-26-41-128 0,0 0 0 16,25 39 0-16,-25-39 0 0,0 0 0 0,0 0 0 15,30 45 0-15,-30-45 0 0,0 0 0 0,0 0 0 16,30 41 0-16,-30-41 0 0,0 0 0 0,0 0 0 16,32 40 0-16,-32-40 0 0,0 0 0 0,0 0 0 0,30 35 0 0,-30-35 0 15,0 0 0-15,0 0 0 0,28 41 0 0,-28-41 0 16,0 0 0-16,0 0 0 16,26 36 0-16,-26-36 0 0,0 0 0 0,0 0 0 0,28 38 0 0,-28-38 0 15,0 0 0-15,0 0 0 0,33 42 0 0,-33-42 0 16,0 0 0-16,26 30 0 0,-26-30 0 0,0 0 0 15,29 29 0-15,-29-29 0 0,0 0 0 0,29 27 0 16,-29-27 0-16,0 0 0 0,0 0 0 0,37 35 0 16,-37-35 0-16,0 0 0 0,0 0 0 0,34 35 0 0,-34-35 0 0,0 0 0 15,0 0 0-15,36 36 0 0,-36-36 192 0,0 0-16 16,0 0-16-16,37 38 0 0,-37-38-160 16,0 0 0-1,0 0 0-15,34 35 128 0,-34-35-128 0,0 0 0 16,0 0 0-16,33 33 0 0,-33-33 0 0,0 0 0 0,0 0 0 0,37 36 0 0,-37-36 0 0,0 0 0 31,0 0 0-31,38 34 0 0,-38-34 0 0,0 0 0 0,31 28 0 0,-31-28 0 0,0 0 0 0,32 24 0 16,-32-24 0-16,0 0 0 0,34 29 0 0,-34-29 0 15,0 0 0-15,31 27 0 0,-31-27 0 0,0 0 0 16,32 29 0-16,-32-29 0 0,0 0 0 0,32 31 0 16,-32-31 0-16,0 0 0 0,35 30 0 0,-35-30 0 0,0 0 0 0,34 32 0 15,-34-32 0-15,0 0 0 0,35 30 0 0,-35-30 0 31,0 0 0-31,37 29 0 0,-37-29 0 16,0 0 0-16,35 25 192 0,-35-25-32 0,0 0-16 0,39 24 0 16,-39-24-144-16,0 0 160 0,40 24-160 0,-40-24 160 15,0 0-160-15,41 28 0 0,-41-28 0 0,0 0 0 16,39 27 0-16,-39-27 0 0,0 0 0 0,37 28 0 16,-37-28 0-16,0 0 0 0,39 31 0 0,-39-31 0 15,0 0 0-15,36 27 0 0,-36-27 0 0,0 0 0 0,39 25 0 16,-39-25 0-16,0 0 0 0,36 21 0 0,-36-21 0 0,0 0 0 15,38 19 0-15,-38-19 0 0,0 0 0 0,39 17 0 16,-39-17 0-16,0 0 0 0,40 14 0 0,-40-14 0 16,0 0 0-16,40 15 0 0,-40-15 0 0,0 0 0 15,38 16 0-15,-38-16 0 0,0 0 0 0,35 14 0 16,-35-14 0-16,0 0 0 0,39 17 0 0,-39-17 0 16,0 0 0-16,37 17 0 0,-37-17 0 0,0 0 0 15,34 18 0-15,-34-18 0 0,0 0 0 0,31 15 0 16,-31-15 0-16,0 0 0 0,31 17 0 0,-31-17 0 15,0 0 0-15,34 16 0 0,-34-16 0 0,0 0 0 16,37 16 0-16,-37-16 0 0,0 0 0 0,37 14 0 0,-37-14 0 16,0 0 0-16,37 15 0 0,-37-15 0 0,0 0 0 0,34 14 0 15,-34-14 0-15,0 0 0 0,32 15 0 16,-32-15 0-16,0 0 0 0,30 18 0 0,-30-18 0 0,0 0 0 16,31 19 0-16,-31-19 0 0,0 0 0 0,31 19 0 15,-31-19 0-15,0 0 0 0,32 19 0 0,-32-19 0 16,0 0 0-16,33 12 0 0,-33-12 0 0,26 5 0 15,-26-5 0-15,27 4 0 0,-27-4 0 0,24 1 0 16,-24-1 0-16,30 4 0 0,-30-4 0 0,28 3 0 0,-28-3 0 16</inkml:trace>
  <inkml:trace contextRef="#ctx0" brushRef="#br1" timeOffset="15671.59">7265 11923 3743 0,'2'0'320'0,"-2"0"-320"16,1 0 0-16,0-1 0 0,-1 2 0 0,0-1 0 16,0 0 0-16,1 2 0 0,-1-2 0 0,1 0 0 15,0 1 0-15,-1 1 0 0,1-2 0 0,-1 2 0 16,0-1 0-16,0 0 0 0,0-1 0 15,0 0 0-15,-1 2 0 0,1-2 0 0,-1 0 0 0,1 0 0 16,-1 0 0-16,0 0 0 0,0 1 0 0,1-2 0 16,-1 1 0-16,0 0 0 0,1 0 0 0,0 0 0 15,0 0 0-15,0-2 0 0,1 2 0 0,-1 0 0 16,1-1 0-16,0 0 0 0,-1 1 0 0,1 0 0 16,-1-2 0-16,0 2 0 0,0-2 0 0,0 2 0 15,-1-1 0-15,0 1 0 0,1 0 0 0,-1 0 0 0,0 0 0 0,0 0 0 0,0 0 0 0,1 0 0 16,-1 0 0-16,0 0 0 0,0 0 0 0,0 0 0 15,-1-2 0-15,1 2 0 0,0 0 0 0,0 0 0 16,0-1 0-16,0 1 0 0,0 0 0 0,0 0 0 16,1-1 0-16,-1 1 0 0,0-1 0 15,0 1 0-15,1 0 0 0,-1 0 0 0,1-2 0 0,0 2 0 16,0 0 0-16,0 0 0 0,0-2 0 0,-1 2 0 16,1 0 0-16,0-2 0 0,0 1 0 0,0 1 0 15,-2-2 0-15,1 2 0 0,0-2 0 0,0 1 0 16,-1 1 0-16,1-2 0 0,-1 2 0 0,-1 0 0 15,1 0 0-15,-1 0 0 0,0 2 0 0,0-2 0 16,0 1 0-16,0 1 0 0,0 0 0 0,0-1 0 31,0 1 0-31,1 0 0 0,-1 0 0 0,1-1 0 16,0 0 0-16,1 2 0 0,0 0 0 0,0-1 0 16,1-2 0-16,0 1 0 0,0 0 0 0,-1-1 0 0,1 0 0 0,-1 0 0 0,1 2 0 0,0-2 0 15,-1 1 0-15,0-1 0 0,0 0 0 0</inkml:trace>
  <inkml:trace contextRef="#ctx0" brushRef="#br1" timeOffset="30949.14">11236 5822 5519 0,'-1'0'496'0,"0"-1"-496"15,1 0 0-15,0 1 0 0,0 0 960 0,-1 0 112 16,0 0 16-16,0-2 0 0,1 2 128 0,-1-2 48 15,1 2 0-15,1 2 0 16,0-2-400-16,1 0-80 0,1 0-16 0,0 2 0 0,2-2 288 0,0-2 48 0,1 0 16 0,0 1 0 16,-1 1 96-16,2-2 0 15,-1 0 16-15,0 1 0 16,-1-1-320-16,1 0-64 0,-1-1-16 0,1 1 0 0,-1-1-80 0,-1 1-32 16,2 1 0-16,-2 0 0 0,0-1-128 0,1 0-16 0,0 1-16 0,0 1 0 15,0 0-48-15,-1 1-16 16,0 1 0-16,1 0 0 15,-1 0-176-15,2 0-16 0,-1 1-16 0,0 0 0 16,1-1-48-16,-1 0-16 0,0 0 0 0,0 1 0 16,-1-1-32-16,1 1-16 0,0-1 0 0,1-1 0 0,-1 0 48 15,1 1 16-15,0-1 0 0,-1 1 0 0,2-2 16 0,-1 1 0 16,1 0 0-16,0-1 0 0,-1 1 0 0,1 1 16 16,-1-1 0-16,2 0 0 0,-2 2-112 0,1 1-32 15,-2-1 0-15,2-1 0 0,-1 0-128 0,1 3 0 16,-1-2 0-16,1 0 128 0,-1 1-128 0,1 0 0 15,-2-1 144-15,2 1-144 0,-2-1 0 0,2 2 128 16,-1-2-128-16,0 0 0 0,1 2 0 0,-2-1 0 16,2-1 0-16,-2 0 128 0,2 2-128 0,-1-3 0 15,2 3 0-15,-2 0 0 0,1-1 0 0,-1 1 128 0,-6-5-128 16,0 0 0-16,0 0 0 0,0 0 128 0,32 27-128 0,-32-27 0 16,0 0 0-16,0 0 0 0,0 0 0 0,0 0 128 15,36 35-128-15,-32-28 0 0,-4-7 0 16,0 0 0-16,0 0 0 0,0 0 0 0,30 35 0 0,-30-35 0 15,0 0 0-15,0 0 0 0,0 0 0 0,32 34 0 16,-32-34 0-16,0 0 0 0,0 0 0 0,0 0 128 16,35 30-128-16,-35-30 0 0,0 0 0 0,0 0 0 15,0 0 0-15,35 27 0 0,-35-27 0 0,0 0 128 16,0 0-128-16,0 0 0 0,32 30 0 0,-32-30 128 16,0 0-128-16,0 0 0 0,0 0 0 0,34 38 0 15,-34-38 0-15,0 0 0 0,0 0 0 0,0 0 128 0,34 38-128 0,-34-38 0 16,0 0 0-16,0 0 0 0,0 0 0 0,34 38 0 15,-34-38 0-15,0 0 0 0,0 0 0 0,31 36 0 16,-31-36 0-16,0 0 0 0,0 0 0 0,34 38 0 16,-34-38 0-16,0 0 0 0,0 0 0 0,33 38 0 15,-33-38 0-15,0 0 0 0,0 0 0 0,36 40 0 16,-36-40 0-16,0 0 0 0,0 0 0 0,33 45 0 16,-33-45 0-16,0 0 0 0,0 0 0 0,28 46 0 15,-28-46 0-15,0 0 0 0,0 0 0 0,25 49 0 0,-25-49 0 16,0 0 0-16,0 0 0 0,22 52 0 0,-22-52 0 0,0 0 0 15,0 0 0-15,16 45 0 0,-16-45 0 16,0 0 0-16,0 0 0 0,15 45 0 16,-15-45 0-16,0 0 0 0,0 0 0 0,16 45 0 0,-16-45 0 0,0 0 0 15,0 0 0-15,17 45 0 0,-17-45 0 0,0 0 0 16,0 0 0-16,20 50 0 0,-20-50 0 0,0 0 0 16,0 0 0-16,20 52 0 0,-20-52 0 15,0 0 0-15,0 0 0 0,22 51 0 0,-22-51 0 0,0 0 0 16,0 0 0-16,23 47 0 0,-23-47 0 0,0 0 0 15,0 0 0-15,22 51 0 0,-22-51 0 0,0 0 0 16,0 0 0-16,24 55 0 0,-24-55 0 0,0 0 0 0,18 40 0 0,-18-40 0 16,0 0 0-16,18 43 0 0,-18-43 0 0,0 0 0 15,24 50 0-15,-24-50 0 0,0 0 0 16,24 52 0-16,-24-52 0 0,0 0 0 0,23 54 0 0,-23-54 0 16,0 0 0-16,22 46 0 0,-22-46 0 0,0 0 0 15,20 45 0-15,-20-45 0 0,0 0 0 0,18 42 0 16,-18-42 0-16,0 0 0 0,16 43 0 0,-16-43 0 15,0 0 0-15,19 49 0 16,-19-49 0-16,0 0 0 0,18 55 0 0,-18-55 0 0,0 0 0 0,20 59 0 16,-20-59 0-16,0 0 0 0,20 57 0 0,-20-57 0 15,0 0 0-15,17 47 0 0,-17-47 0 0,0 0 0 0,17 48 0 16,-17-48 0-16,0 0 0 16,16 50 0-16,-16-50 0 0,0 0 0 0,16 50 0 0,-16-50 0 0,0 0 0 0,17 54 0 15,-17-54 0-15,0 0 0 0,15 58 0 0,-15-58 0 16,9 42 0-16,-9-42 0 0,0 0 0 0,13 56 0 15,-13-56 0-15,0 0 0 0,14 53 0 16,-14-53 0-16,0 0 0 0,14 50 0 0,-14-50 0 0,0 0 0 16,18 49 0-16,-18-49 0 0,0 0 0 0,22 55 0 15,-22-55 0-15,0 0 0 0,27 55 0 0,-27-55 0 16,0 0 0-16,25 54 0 0,-25-54 0 0,0 0 0 0,22 51 0 16,-22-51 0-16,0 0 0 0,17 52 0 0,-17-52 0 15,0 0 0-15,15 53 0 0,-15-53 0 0,0 0 0 0,14 56 0 16,-14-56 0-16,9 44 0 0,-9-44 0 0,11 46 0 15,-11-46 0-15,12 46 0 0,-12-46 0 0,14 43 0 16,-14-43 0-16,0 0 0 0,21 53 0 0,-21-53 0 16,0 0 0-1,22 54 0-15,-22-54 0 0,0 0 0 0,23 54 0 0,-23-54 0 0,0 0 0 0,22 52 0 16,-22-52 0-16,0 0 0 0,22 53 0 0,-22-53 0 16,0 0 0-16,18 54 0 15,-18-54 0-15,0 0 0 0,16 55 0 0,-16-55 0 0,0 0 0 0,15 54 0 0,-15-54 0 0,0 0 0 16,15 53 0-16,-15-53 0 0,0 0 0 0,15 49 0 15,-15-49 0-15,0 0 0 0,18 52 0 0,-18-52 0 16,0 0 0-16,19 46 0 0,-19-46 0 0,0 0 0 16,22 52 0-16,-22-52 0 0,0 0 0 0,22 47 0 15,-22-47 0-15,0 0 0 0,21 39 0 16,-21-39 0-16,0 0 0 0,0 0 0 0,30 46 0 0,-30-46 0 16,0 0 0-16,0 0 0 0,27 46 0 0,-27-46 0 15,0 0 0-15,0 0 0 0,25 44 0 0,-25-44 128 16,0 0-128-16,20 38 0 0,-20-38 0 0,0 0 128 0,22 41-128 0,-22-41 0 15,0 0 0-15,20 41 128 0,-20-41-128 16,0 0 0-16,22 44 0 0,-22-44 128 16,0 0-128-16,21 45 0 15,-21-45 0-15,0 0 0 0,23 41 0 0,-23-41 0 0,0 0 0 0,24 41 0 0,-24-41 0 0,0 0 0 32,24 39 0-32,-24-39 0 0,0 0 0 0,0 0 0 15,26 43 0-15,-26-43 128 0,0 0-128 0,25 43 0 16,-25-43 128-16,0 0-128 0,24 44 0 0,-24-44 128 15,0 0-128-15,23 44 0 0,-23-44 0 0,0 0 0 0,23 46 0 16,-23-46 0-16,0 0 0 0,25 41 0 0,-25-41 0 0,0 0 0 16,25 36 0-16,-25-36 0 0,0 0 0 0,0 0 128 15,31 47-128-15,-31-47 0 0,0 0 0 0,25 36 0 16,-25-36 0-16,0 0 0 0,22 35 0 0,-22-35 0 16,0 0 0-16,22 38 0 0,-22-38 0 0,0 0 0 15,22 41 0-15,-22-41 0 0,0 0 0 0,20 42 0 16,-20-42 0-16,0 0 0 0,17 42 0 0,-17-42 0 15,0 0 0-15,18 39 0 0,-18-39 0 0,0 0 0 16,0 0 0-16,24 47 0 0,-24-47 0 0,0 0 0 0,0 0 0 0,29 40 0 16,-29-40 0-16,0 0 128 0,0 0-128 0,31 36 0 15,-31-36 0-15,0 0 0 0,0 0 0 0,34 28 128 16,-34-28-128-16,0 0 0 0,0 0 0 0,30 29 0 16,-30-29 0-16,0 0 128 0,0 0-128 0,31 37 0 15,-31-37 0-15,0 0 0 0,0 0 0 0,25 47 0 16,-25-47 0-16,0 0 0 0,0 0 0 0,20 49 0 15,-20-49 0-15,0 0 0 0,0 0 0 0,20 47 0 16,-20-47 0-16,0 0 0 0,0 0 0 0,0 0 0 16,26 43 0-16,-26-43 0 0,0 0 0 0,0 0 0 15,32 31 0-15,-32-31 0 0,0 0 0 0,33 22 0 16,-33-22 0-16,0 0 0 0,38 21 0 0,-38-21 0 16,0 0 0-16,41 20 0 0,-41-20 0 0,0 0 128 0,41 17-128 15,-41-17 0-15,0 0 0 0,42 19 144 0,-42-19-144 0,0 0 0 16,38 14 0-16,-38-14 0 0,0 0 0 0,38 17 0 15,-38-17 128-15,0 0-128 0,41 17 0 0,-41-17 0 16,0 0 0-16,38 16 0 0,-38-16 0 0,0 0 0 16,33 16 0-16,-33-16 0 0,0 0 0 0,35 13 0 15,-35-13 0-15,0 0 0 0,30 12 0 0,-30-12 0 16,0 0 0-16,0 0 0 0,38 21 0 0,-38-21 0 16,0 0 0-16,0 0 0 0,34 22 0 0,-34-22 0 0,0 0 0 0,0 0 0 15,31 25 0-15,-31-25 0 0,0 0 0 0,0 0 0 16,33 22 0-16,-33-22 0 0,0 0 0 0,0 0 0 15,34 19 0-15,-34-19 0 0,0 0 0 0,29 11 0 16,-29-11 0-16,0 0 0 0,28 7 0 0,-28-7 0 16,0 0 0-16,31 10 0 0,-31-10 0 0,0 0 0 15,34 9 0-15,-34-9 0 0,0 0 0 0,32 10 0 16,-32-10 0-16,0 0 0 0,36 12 0 0,-36-12 0 16,0 0 0-16,38 16 0 0,-38-16 0 0,0 0 0 15,40 17 0-15,-40-17 0 0,0 0 0 0,39 12 0 16,-39-12 0-16,0 0 0 0,36 14 0 0,-36-14 0 0,0 0 0 0,36 12 0 15,-36-12 0-15,0 0 0 0,34 9 0 0,-34-9 0 16,0 0 0-16,35 10 0 16,-35-10 0-16,27 7 0 0,-27-7 0 0,0 0 0 0,35 9 0 0,-35-9 0 15,0 0 0-15,34 8 0 0,-34-8 0 0,26 7 0 16,-26-7 0-16,0 0 0 0,34 9 0 0,-34-9 0 16,0 0 0-16,28 7 0 0,-28-7 0 0,0 0 0 15,33 12 0-15,-33-12 0 0,0 0 0 0,31 10 0 16,-31-10 0-16,0 0 0 0,30 9 0 0,-30-9 0 15,0 0 0-15,29 7 0 0,-29-7 0 0,0 0 0 0,30 7 128 0,-30-7-128 16,0 0 0-16,30 1 0 0,-30-1 0 0,22 2 0 16,-13-2 0-16,1 0 0 0,0 0 1712 0,0 0 272 15,1 0 64-15,-1 0 16 16,0 0-3280-16,-1 0-672 0,2 0-128 16,-2 2-32-16,0-2 1648 0,0 0 400 0,-9 0 0 0,0 0 0 0,0 0 0 0,33 10 0 15,-33-10 0-15,0 0 0 0,0 0 0 0,31 12 0 16,-31-12 0-16,0 0 0 0,0 0 0 0,35 12 0 15,-35-12 0-15,0 0 0 0,28 9 0 0,-28-9 0 16,0 0 0-16,31 9 0 0,-31-9 0 0,0 0 0 16,34 7 0-16,-34-7 0 15,24 5 0-15,-24-5 0 0,0 0 0 0,36 7 0 0,-36-7 0 0,0 0 0 0,34 7 0 0,-34-7 0 16,0 0 0-16,34 10 0 0,-34-10 0 0,0 0 0 16,35 9 0-16,-35-9 128 0,0 0-128 0,35 9 0 15,-35-9 0-15,0 0 0 0,40 10 0 0,-40-10 0 16,0 0 0-16,39 10 0 0,-39-10 0 0,26 4 0 15,-26-4 0-15,27 3 0 0,-27-3 0 0,26 5 128 16,-26-5-128-16,26 3 0 0,-26-3 0 0,26 3 0 16,-26-3 0-16,26 5 0 0,-26-5 0 0,28 7 0 15,-28-7 0-15,27 6 0 0,-27-6 0 16,28 7 0-16,-28-7 0 0,31 9 0 0,-31-9 0 0,30 9 0 0,-30-9 0 16,33 10 0-16,-33-10 0 0,33 7 0 0,-33-7 0 0,32 7 0 15,-32-7 0 1,30 5 0-16,-30-5 0 0,32 2 0 0,-32-2 0 0,33 5 0 0,-33-5-128 0,32 3 0 15,-32-3 0-15,29 6-19184 16</inkml:trace>
  <inkml:trace contextRef="#ctx0" brushRef="#br1" timeOffset="42572.03">11317 5841 5519 0,'1'-2'496'0,"-1"0"-496"0,0 1 0 0,0-1 0 16,0 2 1072-16,0 0 112 0,0-2 32 0,-1-2 0 15,1 0 448-15,-2 1 80 0,1 2 32 0,-2-1 0 16,-1 4-816-16,-1-2-144 0,2 2-48 0,-1 0 0 15,-1-1-336-15,1 2-80 0,0 1-16 0,-1-3 0 16,2 0-32-16,-1 1-16 0,0-1 0 0,1 1 0 0,-1-2 288 16,0 2 48-16,0-2 16 0,-1 0 0 0,0 0-144 15,0 0-32-15,-2 0 0 0,1 0 0 16,0 1-64-16,0 1-16 0,-1 0 0 0,1-2 0 0,-1 2-48 16,0 0-16-16,1 1 0 0,0 0 0 0,-1 1-192 15,0-1-128-15,-1 2 160 0,1-1-160 0,0 1 128 0,1 0-128 16,0-1 0-16,0 1 0 0,0-2 0 0,0 1 0 15,-1 1 0-15,0 0 0 0,0-1 0 0,0-1 0 16,0 2 0-16,0-1 0 0,0 1 128 0,-1-2-128 16,-1 1 0-16,1-1 144 0,-2 1 0 0,1 1 0 15,0-3 0-15,-1 3 0 0,0 0 112 0,1-3 0 16,2 3 16-16,-2-2 0 0,3 1-128 0,-2-1-16 16,1 2-128-16,-1 0 192 0,1 1-192 0,0-1 0 0,1-1 0 0,0 1 0 15,0 1 0-15,0 0 0 0,-1 1 0 0,0 0 0 16,-1 0 880-16,1 1 128 0,-1-2 16 0,0 2 16 15,1-1-784-15,-2 1-256 0,1-2 128 0,-1 1-128 16,0 1 128-16,0-1-128 0,0 0 192 0,-1 0-192 31,1 1-528-31,1 0-224 0,0-2-32 0,0 1-16 0,1-1 800 0,-1 2 320 0,2-2 0 0,0 2-16 16,0-2-304-16,0 2 0 0,1-1 128 0,0 0-128 16,0 0 0-16,1-1 0 15,-2 2 0-15,1-3 0 16,1 2 0-16,-2 0 0 15,0 1 0-15,0 1 0 16,0-2 0-16,-1 3 0 0,1-1 0 0,-1 0 0 0,1 1 128 0,-1 0-128 16,2 1 0-16,-2-1 0 0,2-1 0 0,-2-1 0 0,2 1 0 0,1-1 0 0,-1-1 0 0,1 1 0 0,-1 0 0 0,0-1 0 0,2 1 0 0,-2-1 0 15,1 1 0-15,0 0 0 0,-1-1 0 16,0 2 0-16,1-1 0 0,-1 1 0 0,0 0 0 0,-1 1 0 16,1 0 0-16,0-1 0 0,0 2 0 0,0-1 0 15,1 0 0-15,-2-1 0 0,2 1 0 0,-1 1 0 16,0-1 0-16,1-1 0 0,0 1 0 0,-1-1 0 0,2 2 0 15,-1 0 0-15,0-1 0 0,1 1 0 0,-1 1 0 0,-1-3 0 16,1 3 0-16,0 0 0 0,0 0 0 0,-1 0 0 16,1-2 0-16,-1 1 0 0,1 1 0 0,-1-2 0 15,0 1 0-15,1 1 0 0,-1 0 128 0,1-2-128 16,0 2 0-16,0-1 0 0,0 1 0 0,1-2 0 16,-1 2 0-16,-1-1 0 0,1 1 0 0,-1 1 0 15,0 0 0-15,1-1 0 0,-2 2 0 0,1 0 0 16,2 0 192-16,-1-1-192 0,-1 1 192 0,2-2-192 15,0 2 256-15,0-5-48 0,0 1-16 0,1 0 0 16,-3 4-16-16,2 0-16 0,0 0 0 0,1 0 0 0,0-4-160 0,1-1 0 16,-1 3 144-16,-1 0-144 0,1 0 0 0,0 0 0 15,0 2 0-15,-1-3 128 0,0 1-128 0,1 0 144 16,-1 0-144-16,2 0 160 0,1-12-32 0,-3 24 0 16,2-12 0-16,-1 0 0 0,2-12-128 0,-2 28 160 15,2-28-160-15,-3 24 160 0,2-12-160 0,1-1 0 16,-1 1 0-16,-1 0 128 0,0 0-128 0,-1 0 0 15,0 0 144-15,0 2-144 16,0 0 0-16,-1-2 0 0,1 0 0 0,0-3 128 0,1 2-128 16,-1 0 0-16,-1 1 128 0,1 0-128 15,0 2 192-15,-1-2-48 0,1-1 0 0,0 1 0 0,0-2 64 0,0 1 16 16,0 1 0-16,0-1 0 16,-1 0-224-16,1 1 128 0,0-1-128 0,1 1 0 15,-2 0 0-15,1 0 0 0,0 2 0 0,0-2 0 0,0-2 0 0,0 1 128 0,-1 1-128 0,1-1 0 16,0 0 0-16,-1 1 0 0,1-3 0 0,-1 3 0 15,0 2 0-15,-2 0 0 0,2-2 0 0,-1 2 0 16,1-4 0-16,0 2 128 0,-1 2-128 0,0 0 0 16,0 0 0-16,-1 1 0 0,1 0 0 0,-1-2 0 15,1 3 192-15,-1-4-48 0,1 2-16 0,-1 1 0 16,0-1 16-16,2 0 0 0,-1-1 0 0,0 1 0 0,-1 0-144 0,0 0 0 16,1-2 0-16,0 0 0 15,0 0 0-15,0 2 0 0,-1-2 128 16,1 2-128-16,-1-4 0 0,2 4 0 0,-2 0 0 0,1 0 0 0,0-2 0 0,-1 2 0 15,2-1 0-15,-2 0 0 0,2 3 0 0,-2-1 0 16,0 0 0-16,2 1 0 0,-2-1 0 0,1 1 0 16,-2 1 0-16,2 0 0 0,-2 0 0 0,2-2 0 15,-1 0 0-15,1 1 0 0,1-2 0 0,-1 0 0 16,-1 0 128-16,2 0-128 0,-1-1 0 0,0 1 0 16,0 0 0-16,-1 0 0 0,1 1 0 0,-1-1 0 15,3-2 0-15,-3 0 0 0,0 2 0 0,1 2 0 0,-2-1 128 31,1 1-128-31,-2 1 0 0,1-1 0 0,1-1 0 0,-3 3 0 0,3-3 160 16,-2 0-160-16,2 0 192 0,-2-1-192 0,1 1 240 0,0 0-64 0,0 1-16 0,0-2 0 16,0-1-160-16,1 0 0 15,0 0 0-15,0 0 0 0,-1 1 0 0,1-2 0 0,0 0 0 0,0 2 0 16,-1 0 0-16,0 3 0 16,0-2 0-16,0 1 0 0,-1 0 0 0,1-1 0 0,-1 1 0 0,1 1 0 15,1-1 0-15,-3 1 0 0,2 0 0 0,-2 1 0 16,2 2 0-16,-1-2 0 0,-1-1 0 0,2 0 0 0,0-1 0 0,0-1 0 31,0 1 0-31,0 1 0 0,1-3 0 0,0-1 0 0,1-1 0 0,0 1 0 0,-1-1 0 0,0 2 0 16,0 2 0-16,0-3 0 0,-1 3 0 0,1-2 0 15,0 3 128-15,0-3-128 0,-1 1 0 0,1 1 0 16,0-1 0-16,1 1 0 0,-2 0 0 0,1 1 0 31,-2-2 0-31,2 1 0 0,-1-2 0 0,2 0 0 16,-2 0 0-16,1 1 0 0,-1-1 0 0,1 3 0 15,-1-2 0-15,1 0 0 0,0-1 0 0,0 1 0 16,0 1 0-16,1-1 0 0,-1-1 0 0,1 0 0 16,1 0 0-16,-1 0 0 0,0-2 0 0,0 0 0 0,0 0 0 0,1 1 0 15,0-2 0-15,-1 1 0 0,1 0 0 0,-1-3 0 16,-1 3 0-16,2-1 0 0,-1-1 128 0,0 2-128 16,1 0 0-16,-3-2 0 0,3 4 0 0,-3-2 128 15,1 2-128-15,-1 0 160 0,0 0-160 0,0 0 160 16,2-3-160-16,-2 2 0 0,-1 4 0 0,0 2 128 15,-2-3-128-15,2 1 0 0,-1 0 0 0,0-3 0 16,2 1 0-16,-1 0 0 0,-2-1 0 0,2-1 0 16,-1 1 0-16,-1 0 0 0,1 0 0 0,1-1 0 15,-1 0 0-15,1-3 0 0,1 1 128 0,-1-2-128 16,0 2 0-16,0 1 0 0,-1-1 0 0,1-1 0 0,0 1 0 16,0 1 0-16,1-2 0 0,-1 2 0 0,2-3 0 0,-1 1 0 15,-1 2 0-15,0 2 0 0,-1 0 0 0,0 0 0 16,1-1 0-16,-2 1 0 0,0 0 0 0,0 0 0 15,-1 0 0-15,0 2 0 0,0-1 0 0,-2-1 0 16,1 3 128-16,-1-2-128 0,1 3 0 0,0-3 0 16,-1 1 144-16,0-2-144 0,0 0 128 0,0 0-128 15,-1-2 128-15,1 2-128 0,0 1 0 0,-2-3 0 16,1 2 0-16,1 0 0 0,0-2 0 0,0 2 0 16,1 0 0-16,-2 3 0 0,-1-3 0 0,1 1 0 0,-1 1 0 15,0 1 0-15,2-1 0 0,-1-2 0 0,0 3 0 0,-1-2 0 16,0 1 0-16,1 0 0 0,0-2 0 0,0 1 0 15,2-1 0-15,-1-2 0 0,2 0 0 0,-1-3 0 16,0 3 0-16,0-2 0 0,0-1 0 0,0 0 0 16,-1 1 0-16,1 0 0 0,0-3 0 0,1 2 0 15,0-2 0-15,0 0 0 0,0 3 0 0,-2-1 0 16,2 1 0-16,-1-1 0 0,0 2 0 0,-1 0 0 16,-1-2 0-16,2 3 0 0,0-3 0 0,0 1 0 15,1 2 0-15,-1-3 0 0,0-1 0 0,1 2 0 16,-2 1 0-16,1-4 0 0,1 2 0 0,-1 1 0 0,2-3 0 0,-1 2 0 15,1-1 0-15,-1-2 0 0,0 3 0 0,0-1 0 16,0-1 0-16,0-1 0 0,0 0 0 0,0 1 0 16,0-2 0-16,-1 2 0 0,1-1 0 15,0 0 0-15,-1 0 0 0,0 0 0 0,2 1 0 0,0-2 0 16,-1 0 0-16,-1-1 0 16,2 2 0-16,0 0 0 0,-1-1 0 0,1 0 0 0,0-2 0 0,-2 1 0 15,2 1 0-15,0-3 0 0,0 2 0 0,0-1 0 16,0 0 0-16,0 0 0 0,0 0 0 0,1 2 0 15,-2 0 0-15,1-3 0 0,2 1 0 0,-1 1 0 16,-2 1 0-16,0 0 0 0,2 0 0 0,-2-1 0 0,-1 1 0 0,0 1 0 16,-1 0 0-16,1-1 0 0,0 0 0 0,0 2 0 15,0-3 0-15,0 1 0 0,-1 1 0 0,1 0 0 16,0-1 0-16,-1-1 0 0,1 1 0 0,-1 0 0 16,2-1 0-16,0 1 0 0,-1-1 0 0,-1-1 0 15,2 2 0-15,-1 0 0 0,0-1 0 0,-1 0 0 16,-1 1 0-16,1-2 0 0,0 2 0 0,-1 0 0 15,2-2 0-15,-1 2 0 0,0-1 0 0,0 0 0 16,-1 1 0-16,1-1 0 0,-1 0 0 0,-1 0 0 16,1-1 0-16,1 1 0 0,-2-2 0 0,0 1 0 0,0 2 0 0,1-3 0 15,-1 3 0-15,-1 0 128 0,2-1-128 0,-2 1 0 16,-1 0 0-16,0-1 0 0,0 4 192 0,-2-3 32 16,1 4 0-16,-2-2 0 0,1 0-224 0,-2 1 0 15,2 1 0-15,-1-2 0 0,1-2 0 0,-1 2 0 16,-2-3 0-16,0 1 0 15,1 0 0-15,0-3 0 0,1 3 0 0,1-2 0 0,2-3-144 0,1 0-80 16</inkml:trace>
  <inkml:trace contextRef="#ctx0" brushRef="#br2" timeOffset="49437.75">11323 6076 3839 0,'-2'-7'0'15,"1"2"0"1,1 3 0-16,-1 0 0 0,1 1 0 0,0 1 0 0,0-5 0 0,-2-1 0 0,1-4 0 0,-1-2 0 31,2 2 0-31,-2 1 0 0,1 0 0 0,0 1 0 0,1 0 0 0,2 0 0 0</inkml:trace>
  <inkml:trace contextRef="#ctx0" brushRef="#br2" timeOffset="52271.68">11341 5813 3711 0,'-1'-3'0'0,"1"3"0"16,0-2 0-16,1 2 0 0,-1-1 384 0,0 1 80 16,-1-1 16-16,0-2 0 0,1 1 448 0,-2-1 96 15,0 0 0-15,0 2 64 0,-1 1-192 0,0 0-16 16,1 0-16-16,-2 1 32 0,1 0-416 0,-1 2-96 15,2 1 0-15,-2-1-16 0,0 1-240 0,1-1-128 0,0 2 128 16,0-1-128-16,0 1 144 0,0 0-144 0,1-1 0 0,-1 1 144 16,0-2-144-16,0 1 0 0,0-1 0 0,-1 2 0 15,0-1 0-15,0-1 144 0,0 4-144 0,0-3 144 16,-1 1 32-16,0 0 0 0,0-1 0 0,1 0 0 16,-2 2-16-16,0 2 0 0,0-2 0 0,0 2 32 15,2-1 0-15,-1 1 0 0,1-2 0 0,1 1 48 16,0-2-240-16,-1 2 0 0,1 0 0 0,0 0 0 15,0 0 0-15,0-2 0 0,0 2 0 0,1 0 0 16,1 0 0-16,-1-1-128 0,0 3 128 0,-2-2 0 16,1 2 0-16,0-1 0 0,-1 1 0 0,0 2 0 0,1 0 128 15,-2 0-128-15,0-2 128 0,1 3-128 0,-1-2 224 0,0 1-32 16,-1 1 0-16,0 0 0 0,1 0-16 0,-1 0-16 16,1 1 0-16,0 0 0 0,0-1 48 0,0-2 16 15,1 1 0-15,0-1 0 0,0 1 192 0,-1 1 32 16,1-1 16-16,1 0 0 0,-1-1-48 15,0 1-16-15,1-1 0 0,-1 1 0 0,0 1-128 0,0 0-16 16,0 1-16-16,1-2 0 0,-1-2 16 0,1 1 16 16,-1 1 0-16,-1 1 0 0,2 2-16 0,-2 1-16 15,0-1 0-15,1 1 0 0,0 1-112 0,-1-2 0 16,2 1-128-16,-2 1 192 0,0 1-192 0,2-2 144 0,-2 0-144 0,1 2 128 16,1-2-128-16,-1-1 192 0,1 0-192 0,-2 0 192 15,2 0 80-15,-1 0 32 0,1-2 0 0,0 2 0 16,-1 1-16-16,-1 1 0 0,1-1 0 0,-1 0 0 15,0 0-160-15,1 0-128 0,-1 2 144 0,-1-1-144 16,2 0 0-16,-1 1 0 0,1-2 0 0,-1 2 0 16,0-2 192-16,1 2-64 0,-1-2-128 0,0 1 192 15,1 0 48-15,0-2 0 0,-1 1 0 0,2 0 0 16,-2 1 32-16,0-2 16 0,2 0 0 0,-2 0 0 16,0 1 704-16,1 1 144 0,0-4 16 0,-1 3 16 0,3-1-912 15,-2 2-256-15,0-2 0 0,1 1 128 16,-1 1-880-16,0-2-176 0,0 3-32 15,1-3-16-15,-1 1 784 0,-1-1 192 0,2 2 0 0,-1-3 0 0,-1 0 0 0,2 0 0 16,-2 1 128-16,0 0-128 0,1-2 272 0,-1 2 0 16,0-2 0-16,2 2 0 0,-2-2-80 0,0 2 0 15,1 0-16-15,0-2 0 0,1-2-176 0,0 1 0 16,0 1 0-16,-1 2 128 0,0-1-128 0,1 1 0 16,0 2 0-16,0-4 128 0,0 2-128 0,1-1 0 0,-1 0 144 15,0 1-144-15,0 1 0 0,1 1 144 0,0 1-144 16,0-3 0-16,0 0 144 0,-1 0-144 0,1 0 0 0,-1 1 144 15,1-1-144-15,-1 1 0 0,-1-3 144 0,1 2-144 16,0 0 176-16,-1 0-48 0,0 0 0 0,1-2 0 16,0 1-128-1,0 0 128-15,-1 1-128 0,1 0 128 0,1-2-128 0,-1 0 0 0,0 2 0 0,-1-1 128 16,3 0-128-16,-2 0 0 0,0 1 144 0,0 2-144 16,0-1 0-16,0 1 144 0,-1 0-144 0,1-1 0 15,0-1 128-15,1 0-128 0,-1 1 0 0,0-1 0 16,0 0 0-16,1-2 0 0,-1 2 0 0,-1-1 0 0,1-2 0 15,0-1 0-15,-1 2 0 0,0 1 0 0,0-1 0 0,2-2 160 16,-2 4-160-16,0-2 128 16,1-1 80-16,-2 1 16 0,1 2 0 0,0-1 0 0,1 1-64 0,-1 0-16 15,0 0 0-15,1-2 0 0,-1 2-144 0,0-2 0 16,0 0 144-16,-1 0-144 0,1-2 0 0,0 1 0 31,1-1 0-31,0 0 128 0,0 1-128 0,0 1 0 0,0-3 0 0,0 3 0 16,0 0 0-16,0 2 0 0,1-2 0 0,-2 2 0 0,0-2 0 0,1 0 0 15,1 0 0-15,-2 0 0 0,1 0 0 0,-1 2 0 0,1-2 0 16,0 0 0-16,0 0 0 0,-1-1 0 0,2-1 0 0,-1 2 0 31,0 0 0-31,1-1 0 0,-1 1 0 0,1 0 0 16,-1 0 0-16,0-2 0 0,0-1 0 0,1 0 0 16,0 2 0-16,-1 0 0 0,0-2 0 0,-1 1 128 15,2 1-128-15,-1-1 0 0,0 2 0 0,0 0 0 16,0 2 0-16,0-2 0 0,-1 0 0 0,0 0 0 15,1 0 0-15,0-1 0 0,-1-1 0 0,0 1 128 16,1 4-128-16,-1-3 0 0,-1 0 0 0,2 2 0 16,-1-3 128-16,0 1-128 0,1 0 128 0,-2 2-128 0,1-2 176 15,1 0-48-15,0 0 0 0,-1 2 0 0,1 0-128 0,0-1 128 16,1 0-128-16,-1 0 128 0,-1-1-128 0,0 1 0 16,1-1 0-16,0-1 0 0,-1 0 128 0,1 1-128 15,0 0 0-15,-1-1 128 0,-1 4-128 0,2-3 0 16,-2 0 0-16,0 0 128 0,1 1-128 0,-2-1 0 15,1 1 0-15,-1-2 0 0,1 1 0 0,-1-3 0 16,1 3 144-16,0 0-144 0,-2 1 0 0,1 0 144 16,-1 1-144-16,0 0 0 0,0 0 160 0,0-2-160 15,0 1 128-15,1-2-128 0,1 1 0 0,0-2 128 0,-1-1-128 16,1 3 0-16,-2 0 0 0,1 2 128 0,0-2-128 0,1 2 0 16,-1 0 0-16,0-2 128 0,0 3-128 0,0-4 0 15,1 1 0-15,-1 2 0 0,-1 1 128 16,-1-1-128-16,2-1 0 0,-2 1 0 0,1 1 0 0,1-2 0 15,-1 0 0-15,0 2 128 0,0-3-128 0,0 2 0 16,0-2 128-16,1-1-128 0,-1-1 0 0,1 2 128 16,-1 0-128-16,2-3 0 0,-1 1 0 0,1-1 0 15,-1 1 0-15,0-1 0 0,2 0 128 0,-2 0-128 16,1-1 0-16,0 0 0 0,0 1 0 0,-1 0 0 16,-1 1 0-16,1-1 128 0,0 1-128 0,-1-1 0 0,0 1 128 0,-1-1-128 15,1 2 0-15,-1-3 128 0,2 1-128 0,-2 1 0 16,1 0 144-16,-2-1-144 0,0 0 0 0,1 3 144 15,-1-2-144-15,-1 2 0 0,1 0 128 0,-1-2-128 16,0 1 0-16,0 1 0 0,-1 0 0 0,0-1 0 16,2 1 0-16,-1-1 0 0,0 0 128 0,1-1-128 15,-1 1 0-15,0 1 0 0,0-2 0 16,-2 1 0-16,3 1 0 0,-1-1 0 0,0 0 128 0,1 0-128 0,-1 1 0 0,1 0 0 16,1 0 0-16,-2 0 0 0,2-1 0 0,1-1 0 15,0 2 0-15,-1-2 0 16,1-1 0-16,0 0 0 0,-1 1 0 0,1 0 0 15,0 1 0-15,-2-1 0 0,1 1 0 0,0-1 0 0,-2 2 0 0,2-2 0 16,1 1 0-16,-2-3 0 0,2 3 0 0,-2-1 0 16,1-3 0-16,0 2 0 0,-1 1 0 0,0-1 0 15,1-2 0-15,-1 3 0 0,0-1 0 0,1 1 0 16,0-3 0-16,0 1 0 0,0 3 0 0,-2-2 0 16,3 1 0-16,-2-2 0 0,0 3 0 0,0-1 0 15,2 1 0-15,-2-1 0 0,1-1 0 0,0 0 0 0,0 1 0 0,1 0 0 16,-2-1 0-16,2-2 0 0,1 1 0 0,-2 1 0 15,1 0 0-15,0-1 0 0,2-1 0 16,-2 2 0-16,1 1 0 0,-1-1 0 0,1 0 0 0,-1 1 0 16,1-2 0-16,-1 1 0 0,1 2 0 0,-2-1 0 15,1 0 0-15,-1-1 0 0,1 0 0 0,0 1 0 16,-1-1 0-16,0-1 0 0,-1 2 0 0,1-2 0 16,1 2 0-16,-2 0 0 0,1 0 0 0,0-1 0 15,-1 0 0-15,0-1 0 0,1-2 0 0,0 1 0 0,3-2 0 16,-3 2 0-16,0-2 0 0,-1 2 0 0,0 0 0 0,1-1 0 15,1 0 0-15,1 1 0 0,-1 0 0 0,-1 0 0 16,0 0 0-16,-1 0 0 16,2 1 0-16,-1-1 0 0,0 2 0 0,0-1 0 0,1 0 0 0,-1 1 0 15,1 0 0-15,-1-2 0 0,3 0 0 0,-1-1 0 16,1 0 0-16,-1 1 0 0,0 2 0 0,-2 1 0 16,3-3 0-16,-2 2 0 15,1-2 0-15,1 0 0 0,-2 1 0 0,1-1 0 0,-1 2 0 0,2-2 0 16,-2 0 0-16,2 0 0 0,-2-2 0 0,1 0 0 15,-1 0 0-15,1 1 0 0,-1 0 0 0,1-2 0 16,-1 1 0-16,2-3 0 0,-1 1 0 0,1-1 0 0,-1 3 0 16,1-2 0-16,-1 1 0 0,-1-2 0 0,2 3 128 0,-1-3-128 15,0 2 0-15,-1-1 0 16,2 0 0-16,-1 0 0 0,1 1 0 0,-2-2 0 0,2 0 0 0,-1 2 0 16,0 1 0-16,0-2 0 0,0 0 0 0,1 2 0 15,-1-3 0-15,1 0 0 16,-1 3 0-16,1-2 0 0,0 1 0 0,-2 1 0 15,2 0 0-15,-2-1 0 0,1 1 0 0,-1 0 0 16,1-3 0-16,-1 3 0 0,1-2 0 0,-1 1 0 0,2-1 0 0,-1 1 0 16,0 1 0-16,-1 0 0 0,2-2 0 0,-2 2 0 0,1-1 0 0,-1 1 0 15,2 1 0 1,-2-1 0-16,1 0 0 0,0-1 0 0,1 2 0 0,-2-2 0 16,2 1 0-16,-2 1 0 0,2-2 0 0,-2 0 0 0,1 1 0 0,-1-1 0 31,1-1 0-31,0 2 0 0,0-3 0 0,1 0 0 0,0 1 0 0,1-1 0 15,-2-1 0-15,-1 3 0 16,-1-2 0-16,0 1 0 0,-1 2 0 0,2-3 0 16,1 2 0-16,-1-1 0 0,0 0 0 0,-1 0 0 15,0 0 0-15,0 2 0 0,-1-2 0 0,3-1 0 16,0 0 0-16,0 1 0 0,-2 1 0 0,1 0 0 16,-1-1 0-16,2 0 0 0,-2 2 0 0,1-3 0 0,1 1 0 15,-2-1 0-15,2 0 0 0,-2 1 0 0,2-1 0 16,-2-2 0-16,2 2 0 0,0-2 0 0,0 2 0 0,-1-1 0 15,0-1 0-15,-1 2 0 0,2-2 0 0,-1 2 0 16,1 1 0-16,-1-1 0 0,0 1 0 0,1-1 0 16,-1 1 0-16,0 1 0 0,1-2 0 0,0 3 0 15,0-4 0-15,0 1 0 0,2 1 0 0,-2-2 0 16,1 1 0-16,-2 1 0 0,1-1 0 0,-2-2 0 16,2 1 0-16,-2 1 0 0,2 0 0 0,-1 1 0 15,1-1 0-15,-1 0 0 0,1 1 0 0,-1-1 0 16,1-1 0-16,0 0 0 0,1 1 0 0,0 1 0 0,0-1 0 15,-1 1 0-15,1-2 0 0,-1 0 0 16,1-1 0-16,1 0 0 0,-2 2 0 0,1 1 0 16,2-1 0-16,-2 1 0 0,0 0 0 0,0-2 0 0,1 1 0 15,0-2 0-15,-1 1 0 0,-1-1 0 0,2 2 0 0,-1-2 0 16,0 0 0-16,0 0 0 0,-1 0 0 16,0 0 0-16,-1 3 0 0,1-1 0 0,-1 0 0 0,1 0 0 15,-2 1 0-15,2 2 0 0,-1 0 0 0,-2 0 0 16,1-1 0-16,-1 0 0 0,2 1 0 0,-1 0 0 15,0 0 0-15,0 0 0 0,1-1 0 0,-1 1 0 0,2 0 0 0,0-3 0 16,1 1 0-16,0-1 0 0,1 0 0 0,1-2 0 16,1 0 0-16,-1-2 0 0,2 0 0 0,-1 1 0 15,1-1 0-15,1 0 0 16,0 0-496-16,0-3-208 0,0 2-32 0,0-1-10800 16,1 2-2160-16</inkml:trace>
  <inkml:trace contextRef="#ctx0" brushRef="#br2" timeOffset="56605.67">11167 6102 1839 0,'0'0'160'0,"-1"0"-160"15,0 0 0-15,0-1 0 16,1 1 800-16,0-1 128 0,-1 1 32 0,0-3 0 0,0 1 144 0,0-3 48 16,1 1 0-16,0-2 0 0,0 2-560 0,0-1-96 15,1-2-32-15,1 2 0 16,0-2-176-16,0 3-32 15,1-3-16-15,0 2 0 0,2-3 96 0,1 0 32 16,-1 0 0-16,0-1 0 0,1 1-48 0,0 0-16 0,0-2 0 0,-1 2 0 16,0 0 224-16,-1-1 48 15,1 3 16-15,-1-4 0 0,-1 3 96 0,1 0 16 0,-1-1 0 0,0 2 0 16,-1-2-32-16,1 2 0 0,0-2 0 16,0 2 0-16,0 0-160 0,-2 2-48 0,2-1 0 0,-1 0 0 15,1 1-48-15,-1 1-16 0,0-1 0 0,0 2 0 16,0-1-160-16,1 1-48 0,0-1 0 0,0 0 0 15,0 1 16-15,1 0 0 0,-1-1 0 0,0 1 0 16,-1 0-48-16,1 1-16 0,0-1 0 0,-1 1 0 16,1 0 128-16,-2 1 32 0,1-2 0 0,0 2 0 15,0-2 32-15,0 1 16 0,0-1 0 0,0 2 0 16,-1-3 96-16,1 1 32 0,1 2 0 0,-1-1 0 16,0 0-128-16,0-2-32 0,0 3 0 0,0-2 0 15,1 2-64-15,0-2-32 0,-1 2 0 0,0 0 0 0,0 0 16 0,0 0 0 16,0 2 0-16,1 0 0 0,-1 1-80 0,-1 1-16 15,1 1 0-15,1 0 0 0,-1 0-144 0,0 2 192 16,1-3-192-16,-2 4 192 0,2-1-192 0,1 2 128 16,0-1-128-16,-1 1 128 0,2-1-128 0,-1-1 0 15,1 1 144-15,1-2-144 0,-1 0 128 0,1 0-128 16,-1 0 128-16,0-1-128 0,1-2 128 0,-1 1-128 16,0 1 128-16,0-3-128 0,0 3 208 0,0-3-16 15,-1 3-16-15,1 0 0 0,-1-1 112 0,-1 2 32 16,0 0 0-16,0 2 0 0,0-2-128 0,-1 2-32 0,-1-3 0 0,0 4 0 15,1-2-32-15,0 2-128 16,0 1 192-16,1 2-64 0,0 0-128 0,-1 0 0 0,1-3 0 0,0 3 128 16,1-2-128-16,-1 1 0 0,1-1 0 0,0 0 0 15,0-2 0-15,0 1 0 0,-1-1 0 0,1-3 0 16,-1 2 128-16,0 0-128 0,1-1 0 0,-1 0 128 16,-1 1-128-16,0-2 192 0,1 2-192 0,0 0 192 15,0 0-192-15,-2-2 160 0,2 2-160 0,0 0 160 16,0 1-160-16,-1-2 0 0,0 2 0 0,1 1 0 0,-1-2 0 15,0 3 128-15,1-1-128 0,-1 0 0 0,0 1 0 16,1 2 0-16,-1-2 0 0,0 2 0 0,1 2 0 0,-1-2 0 16,1-1 0-16,-1-1 0 0,0 1 0 0,1-1 0 15,-2 2 0-15,2-2 0 0,0 1 0 0,-1-1 0 16,0 1 0-16,0-2 0 0,-1 2 0 0,1-4 0 16,0 2 128-16,-1 1-128 0,1-3 0 0,0 0 0 15,0 0 0-15,-1 0 0 0,0 0 0 0,1 0 0 16,0 1 0-16,0-2 0 0,0 2-176 15,-1-3 176-15,1 4-128 0,0-4 128 0,0 3 0 0,-1 0-160 0,1 0 160 0,0 2 0 16,0-2 0-16,0 0 0 0,-1 1 0 0,0-2 0 16,1 0 0-16,-1 3-128 0,1-3 128 0,-1 1 0 15,0-1 0-15,0-1 0 16,1 2 0-16,-1-1 0 0,0 2 0 0,1-4 0 0,0 2 0 0,0 0 0 16,0 0 0-16,0-2 0 0,1 2 0 0,-2-3 0 15,2 2 0-15,-1 0 0 0,1 0 0 0,0 2 0 16,-1 0 0-16,1-1 0 0,0 0 0 15,0 0 0-15,0 0 0 0,-1 3 0 0,2-3 0 0,-1 1 0 16,0 0 0-16,-1 0 0 0,1 1 0 0,1-1 0 0,-1 1 0 16,-1 0 0-16,2-1 0 0,-1 0 0 0,0 1 0 0,-1-1 0 15,1-1 0-15,-1 1 0 0,1-2 0 0,0 0 0 16,-1 1 0-16,1-2 0 0,0 0 0 0,0-1 128 16,-1 1-128-16,-1-1 0 0,1 3 0 0,1-2 0 15,-1 0 0-15,0 2 0 0,0-2 0 16,-1 2 0-16,0-3 0 0,1 4 0 0,-1-4 0 0,0 2 0 15,1 0 0-15,-1-1 0 16,1 2 0-16,0-4 0 0,-1 2 0 0,0 0 0 0,0-2 0 0,0 2 128 16,0-2-128-16,0-1 0 0,0 3 0 0,0-3 0 0,-1 1 0 15,1-1 0-15,0 0 0 0,0 0 0 0,0 1 0 0,-1-3 0 16,1 2 0-16,0 1 0 0,0-2 0 0,-1 0 0 16,0 1 0-16,1 1 0 15,-1 0 0-15,0-1 0 0,1 0 0 0,-1 0 0 16,0 1 0-16,0 0 0 0,0 1 0 0,1-2 0 0,-1 0 0 15,0 1 0-15,0-1 0 0,0 1 128 0,0-1-128 0,1 1 0 16,-1 1 0-16,0-1 0 0,1-1 0 16,0 0 0-16,-1 1 0 0,1 2 0 0,0-2 0 0,0 0 0 15,0 2 0-15,0 0 0 0,0-2 0 0,0 2 0 16,0 0 0-16,0-2 0 0,0 2 0 0,1 0 0 16,-1 0 0-16,0 2 0 0,1-3 0 0,-1 2 0 0,0-2 0 0,0 1 0 15,-1 0 0-15,1-1 0 0,1 2 0 16,-1-1 0-16,1 1 0 0,-1 0 0 0,2 0 0 15,-2 1 0-15,1-2 0 0,-1 2 0 0,0-2 0 0,1 2 0 16,0-2 0-16,-1 2 0 0,1-1 0 0,-1 2 0 16,1-3 0-16,-1 2 0 0,1-2 0 0,0 2 0 15,1 0 0-15,-2 1 0 16,1-2 0-16,-1 1 0 0,1 0 0 0,-1-1 0 0,1 0 0 0,0 1 0 16,1-2 0-16,0 2 0 0,-2 0 0 0,2 0 128 15,0 0-128 1,0 0 0-16,0 1 0 0,-1-2 0 0,1 2 0 0,-1-1 0 0,0 0 0 0,0 0 0 0,1 0 0 0,0 3 0 15,0-4 0-15,1 3 0 16,-1-1 0-16,0 2 0 16,1-1 0-16,-1 1 0 0,0-1 0 0,1 1 0 15,-1 1 0-15,0-1 0 0,0 0 0 0,0 0 0 16,0 1 0-16,0-2 0 0,0 1 0 0,-1-3 0 16,1 2 0-16,0-1 128 0,0 1-128 0,-1-2 0 15,1 3 208-15,1-3-48 0,-1 2-16 0,0-1 0 16,-1-1-16-16,1 2 0 0,0 1 0 0,0-3 0 15,-2 2-128-15,2 3 0 0,0-3 144 0,0 3-144 0,0-3 0 0,-1 3 128 16,1 0-128-16,1 0 0 0,-1 0 0 0,0 1 0 16,2 0 0-16,-1 2 128 0,0-1-128 0,1 2 0 15,0-1 0-15,0 1 0 0,1 0 0 0,-2 1 0 16,2 1 0-16,-1 0 128 0,-5-18-128 0,11 35 0 16,-6-16 0-16,1-2 0 0,-1-1 0 0,-1 2 128 15,3 2-128-15,-3-2 0 0,2 2 0 0,-2-3 0 16,0 0 0-16,0-1 128 0,0 1-128 0,0 2 0 15,2 0 0-15,-1 2 0 0,0-1 0 0,1 0 0 16,-1 2 0-16,1-1 0 0,-1 0 0 0,1-1 0 0,-1-2 0 0,0 1 0 16,1 0 0-16,-2 0 0 0,1 0 0 0,0 0 128 15,-2-2-128-15,2 1 0 0,-1 2 0 0,1 1 0 16,0-2 0-16,-1 2 0 0,1 0 0 0,0 1 0 16,-1-3 0-16,0 0 0 0,2 0 0 0,-3 0 0 15,1-3 0-15,0 1 0 0,-1-3 0 0,0 1 0 16,0 1 0-16,-1-1 128 0,1 1-128 0,-1-2 0 15,1 1 128-15,0 1-128 0,0-2 160 0,-1 3-160 16,1-2 128-16,0 3-128 0,1-2 0 0,-1-1 0 0,0 2 0 16,1-1 0-16,-1 0 0 0,1-1 0 0,-1 2 0 0,0-3 128 15,1 2-128-15,-2-2 0 0,2-1 0 0,-1 3 0 16,1-2 0-16,-1 1 0 0,1 1 0 0,1-2 128 16,-2 3-128-16,1-2 0 15,0-1 128-15,0 0-128 0,0 2 0 0,1-2 0 16,-1 1 0-16,-1 1 0 0,2-2 0 0,-1 3 0 0,-1-4 0 0,1 2 0 15,1-1 0-15,-2 1 0 0,2-1 0 0,-1-2 128 16,-1 2-128-16,1-1 0 0,1 0 0 16,-1-1 0-16,0 2 0 0,0-2 0 0,0 0 0 0,1 0 0 15,0 2 0-15,-2-2 0 0,2 0 0 0,0-1 0 0,-1 1 0 16,1 0 0-16,0 0 0 0,-2 0 0 0,2 1 0 0,0-1 0 16,-2 1 0-16,2 0 128 0,1 0-128 0,-2-1 0 15,0 0 0-15,1 0 0 0,-1 0 0 0,1 2 0 16,-1 0 0-16,1-2 0 0,0-2 0 0,-2 2 0 15,3 2 0-15,0 0 0 16,-6-14 0-16,0 0 0 0,17 38 0 0,-11-26 0 16,-1-1 0-16,1 1 0 0,-1-3 0 15,0 3 0-15,1-1 0 0,-1 0 0 0,1 1 0 0,-1 0 0 16,1-1 0-16,-1-1 0 0,0-1 0 0,0 2 0 0,-5-11 0 16,0 0 0-16,19 32 0 0,-19-32 128 0,0 0-128 15,23 33 0-15,-23-33 0 0,0 0 0 0,25 34 0 0,-25-34 0 16,0 0 0-16,26 33 128 0,-26-33-128 0,0 0 0 0,28 34 0 0,-28-34 0 15,0 0 0-15,27 34 0 0,-27-34 0 0,0 0 0 16,26 38 0-16,-26-38 0 0,0 0 0 0,26 38 0 16,-26-38 0-16,19 29 0 0,-19-29 0 0,0 0 128 15,27 42-128-15,-27-42 0 0,0 0 0 0,22 40 0 16,-22-40 0-16,17 30 0 0,-17-30 0 0,21 34 0 16,-21-34 0-16,22 34 0 15,-22-34 0-15,22 33 0 0,-22-33 0 0,0 0 0 0,35 38 0 0,-35-38 0 0,0 0 0 0,33 35 0 16,-33-35 0-16,0 0 0 0,34 32 0 15,-34-32 0-15,0 0 0 16,36 30 0-16,-36-30 0 0,0 0 0 0,0 0 0 0,40 36 0 16,-40-36 0-16,0 0 0 0,34 30 0 0,-34-30 0 0,0 0 0 0,31 30 0 15,-31-30 0 1,0 0 128-16,0 0-128 0,36 32 0 0,-36-32 0 0,0 0 0 0,0 0 0 0,37 36 0 16,-37-36 0-16,0 0 0 0,0 0 0 0,37 33 0 15,-37-33 0-15,0 0 0 0,0 0 0 0,34 29 0 0,-34-29 0 0,0 0 0 16,0 0 0-16,34 30 0 0,-34-30 0 0,0 0 0 15,0 0 0-15,38 28 0 0,-38-28 0 0,0 0 0 16,0 0 0-16,37 27 0 0,-37-27 0 0,0 0 0 16,0 0 0-16,44 28 0 0,-44-28 0 0,0 0 0 15,0 0 0-15,42 31 0 0,-42-31 0 0,0 0 0 16,0 0 0-16,41 31 0 0,-41-31 0 0,0 0 0 16,0 0 0-16,38 31 0 0,-38-31 0 0,0 0 0 15,0 0 0-15,37 26 0 0,-37-26 0 0,0 0 0 16,0 0 0-16,0 0 0 0,47 26 0 0,-47-26 0 15,0 0 0-15,0 0 0 16,43 19 0-16,-43-19 0 0,0 0 0 0,0 0 0 0,44 19 128 0,-44-19-128 0,0 0 0 0,0 0 0 16,47 12 0-16,-47-12 128 0,0 0-128 0,0 0 0 15,45 10 0-15,-45-10 0 16,0 0 0-16,0 0 0 16,0 0 0-16,45 12 0 0,-45-12 0 0,0 0 0 0,0 0 0 0,0 0 0 0,0 0 0 0,46 14 0 31,-40-10 0-31,1-2 0 0,-2-1 0 0,1 1 0 15,0 0 0-15,0 1 128 0,1-3-128 0,-2 2 0 16,1-1 0-16,-1 0 0 0,2-1 0 0,-2 0 0 16,2 2 0-16,-2-2 0 0,2 1 0 0,-1 1 0 0,0 0 0 0,0-2 0 15,0 3 0-15,0-2 0 0,0 0 0 0,0 1 0 16,-1 1 0-16,-5-3 0 0,0 0 0 0,0 0 0 16,0 0 0-16,0 0 0 0,0 0 0 0,0 0 0 15,46 17 0-15,-41-14 0 0,1-2 0 0,-1 2 0 16,2 1 0-16,-2-1 0 0,-5-3 0 0,0 0 0 15,0 0 0-15,0 0 0 0,0 0 0 0,41 18 0 16,-34-15 0-16,-7-3 0 0,0 0 0 0,0 0 0 16,0 0 0-16,0 0 0 0,0 0 0 0,44 24 0 15,-38-19 0-15,-6-5 0 0,0 0 0 0,0 0 0 16,0 0 0-16,0 0 0 0,41 28 0 0,-41-28 0 16,0 0 0-16,0 0 0 0,0 0 0 0,35 24 0 0,-35-24 0 0,0 0 0 15,0 0 0-15,0 0 0 0,0 0 0 16,38 26 0-16,-38-26 0 0,0 0 0 0,0 0 0 0,0 0 0 15,0 0 0-15,0 0 0 0,41 27 0 0,-41-27 0 16,0 0 0-16,0 0 128 0,0 0-128 0,0 0 0 16,0 0 0-16,39 20 0 0,-39-20 0 0,0 0 0 15,0 0 0-15,0 0 0 0,0 0 0 0,0 0 0 16,43 14 128-16,-43-14-128 0,0 0 0 0,0 0 0 16,0 0 0-16,0 0 0 0,0 0 0 0,47 12 0 15,-47-12 0-15,0 0 0 0,0 0 0 0,0 0 0 16,0 0 0-16,0 0 0 0,45 15 0 0,-45-15 0 0,0 0 0 0,0 0 0 15,0 0 0-15,0 0 0 0,0 0 0 0,44 16 0 16,-44-16 0-16,0 0 0 0,0 0 0 0,0 0 0 16,0 0 0-16,44 14 0 0,-44-14 0 0,0 0 0 15,0 0 0-15,0 0 0 0,0 0 0 0,43 14 0 16,-43-14 0-16,0 0 0 0,0 0 0 16,0 0 0-16,0 0 0 0,48 14 0 0,-48-14 0 0,0 0 0 15,0 0 0-15,0 0 0 0,41 15 0 0,-41-15 0 16,0 0 0-16,0 0 0 0,0 0 0 0,41 17 128 15,-41-17-128-15,0 0 0 0,0 0 0 0,0 0 0 16,43 14 0-16,-43-14 0 0,0 0 0 0,0 0 0 0,0 0 0 0,47 12 0 16,-47-12 0-16,0 0 0 15,0 0 0-15,0 0 0 0,48 12 0 0,-48-12 0 16,0 0 0-16,0 0 0 0,0 0 0 0,44 16 0 0,-44-16 0 0,0 0 0 16,0 0 0-16,0 0 0 15,44 14 0-15,-44-14 0 0,0 0 0 0,0 0 0 0,0 0 0 0,0 0 0 16,45 19 0-16,-45-19 0 0,0 0 0 0,0 0 0 15,0 0 0-15,0 0 0 0,42 13 0 0,-42-13 0 16,0 0 0-16,0 0 0 0,0 0 0 0,0 0 0 16,0 0 0-16,47 16 0 0,-47-16 0 0,0 0 0 0,0 0 0 15,0 0 0-15,0 0 0 0,0 0 0 0,0 0 0 0,48 9 0 16,-48-9 0-16,0 0 0 0,0 0 0 0,0 0 0 16,0 0 0-16,0 0 0 0,0 0 0 0,45 10 0 15,-39-8 0-15,-1 0 0 0,1 1 0 0,-6-3 0 16,0 0 0-16,0 0 0 0,0 0 0 0,0 0 0 15,0 0 0-15,41 15 0 0,-41-15 0 0,0 0 0 16,0 0 0-16,0 0 0 0,0 0 0 0,0 0 0 16,49 9 0-16,-49-9 0 0,0 0 0 0,0 0 0 0,0 0 0 15,0 0 0-15,43 2 0 0,-35-4 0 16,-1 2 0-16,1 0 0 0,0-2 0 0,-1 1 0 0,-7 1 0 16,0 0 0-16,0 0 0 0,0 0 0 0,43-5 0 0,-43 5 0 15,0 0 0-15,0 0 0 0,39-2 0 16,-39 2 0-16,0 0 0 0,0 0 0 0,0 0 0 0,48 0 0 15,-48 0 0-15,0 0 0 0,0 0 0 0,51 2 0 16,-51-2 0-16,0 0 0 0,51-1 0 0,-51 1-19232 16</inkml:trace>
  <inkml:trace contextRef="#ctx0" brushRef="#br2" timeOffset="61121.55">10627 8194 3679 0,'-2'2'320'0,"1"-2"-320"0,0 0 0 0,0 0 0 0,1 0 704 0,0 0 80 15,-2 2 16-15,0-2 0 0,-1 1 352 0,1 0 64 16,0-1 0-16,-1 0 16 0,1 0-16 0,0 0 0 16,0 0 0-16,1 0 0 0,0 0-176 0,-1 0-32 15,2-1-16-15,0 1 0 16,0 0-288-16,0 1-48 0,0-1-16 0,2 0 0 0,0-1-112 0,0 1-16 15,2 0-16-15,-1 0 0 16,3-1-80-16,-1 1-16 0,1 0 0 0,1 0 0 0,0-2-208 0,0 2-32 16,2 0-16-16,0 0 0 0,0-2-144 0,2 1 0 15,0 1 144-15,-1 0-144 0,1-2 256 0,0 2-32 16,0 0 0-16,0 0 0 0,1-2-32 0,-1 1 0 0,2 1 0 16,0-2 0-16,0 2 48 0,0-1 0 0,1 0 0 0,-1 1 0 15,2 0 112-15,0 0 32 0,1 0 0 0,1 0 0 16,1 1 0-16,1-1 16 0,-1-1 0 0,1 1 0 15,0 0-112-15,0-3-32 0,0 1 0 0,1-1 0 16,-1 1-80-16,1 0-32 0,-2-3 0 16,1 1 0-16,-2 1-16 0,2 1-128 0,0-1 192 0,-1 1-64 15,0-1 80-15,0 1 16 0,1 2 0 0,0-1 0 16,1 0-32-16,-1 1 0 0,2 0 0 0,-1-2 0 16,0 0 0-16,1 1 0 0,-1-2 0 15,0 1 0-15,-2 0-192 0,0-2 144 0,-1 1-144 0,0 1 128 16,1 1-128-16,-2-1 0 0,0 0 0 0,-1-1 0 0,0 1 128 0,0 2-128 15,1-2 128-15,-1 1-128 0,0 1 0 0,1 0 0 16,0 0 0-16,-1 0 0 0,2 1 0 0,-2-2 0 16,1 1 0-16,-2 0 0 0,0 0 0 0,-1 0 0 15,0 0 0-15,0-2 0 0,-1 2 0 0,-2 0 0 16,0 0 0-16,-1 0 0 0,0 0 0 0,-2 0 0 16,0 0 0-16,-1 2 0 0,0-2 0 0,-2 1 0 15,1 1 0-15,-3 0 0 0,0 1 0 16,-1-1 0-16,0 0-144 0,0 1 144 15,0 2-640-15,0-3-80 0,0 2-16 0,-1-1 0 32,1 0-336-32,0 1-64 0,0-2-16 0,0 1 0 0,1 0 144 0,-1-1 32 0,1 0 0 0,0 0 0 15,0 1-176-15,0-3-48 0,1 0 0 0,-1 0-8400 0</inkml:trace>
  <inkml:trace contextRef="#ctx0" brushRef="#br2" timeOffset="61611.42">11876 8034 3679 0,'-4'-2'320'0,"1"0"-320"0,0-1 0 0,1 3 0 16,1-2 848-16,1 2 112 0,-1 0 0 0,-1 0 16 16,-1-2 400-16,-1 1 80 0,1 1 16 0,0 0 0 0,0 0-224 0,0 0-32 15,1 3-16-15,1-3 0 0,0 2-112 0,0 1 0 0,1-1-16 0,0-2 0 31,1 2 0-31,0-2 0 0,1 2 0 0,1-2 0 16,0 1 16-16,1 1 0 0,0-2 0 0,1 0 0 16,0 0-176-16,2 0-16 0,0-2-16 0,1 2 0 0,0 0-256 15,1 2-48-15,1-2-16 0,0 3 0 0,-2 0-160 0,-8-3-16 16,0 0-16-16,0 0 0 0,36 25-112 0,-36-25 0 16,0 0-16-16,0 0 0 0,32 33-48 0,-32-33 0 15,0 0 0-15,0 0 0 0,0 0 0 0,28 39 0 16,-26-33 0-16,0 1 0 0,-2 0-48 0,-1 1-16 15,0-2 0-15,-1 0 0 0,-2 0 0 0,-1 0-128 16,0 0 192-16,-2-1-64 0,1 0-128 0,-1-1 160 16,1 1-160-16,-2-1 160 0,1-1-160 0,-1 2 0 15,0-2 0-15,-2-1 0 16,-2 2-944-16,-3-1-208 0</inkml:trace>
  <inkml:trace contextRef="#ctx0" brushRef="#br2" timeOffset="62354.89">10994 8034 2751 0,'3'-2'256'0,"0"0"-256"0,-1-1 0 0,-1 3 0 16,0-2 1152-16,0 2 192 0,-1 0 48 0,1-2 0 16,0 1 592-16,0-2 128 0,0 0 32 0,0 0 0 15,-1 1-368-15,-1 1-80 0,0 1-16 0,-1 0 0 16,-1 0-512-16,-2 1-96 0,0 1-32 0,-3 3 0 0,1-1-400 0,-3 1-64 31,-2 2-32-31,0-1 0 0,-2 2-160 0,1-2-16 0,-3 0-16 0,-2 2 0 16,1-2 928-16,-3 2 192 0,2-1 48 0,0-2 0 15,-1 0-1520-15,-1 2-496 0,0-3 0 0,0 1 0 16,2 0 672-16,1-1 128 0,2-1 16 0,1 2 16 0,2-2 48 0,0 0 0 16,1 1 0-16,1 0 0 0,0 0-256 0,3-1-128 15,0 2 160-15,0-3-160 0,1 1 0 0,1 1 0 16,1-1 0-16,1-1 0 0,1 0 0 0,0 0 128 15,0 1-128-15,1-1 0 0,1 1 240 0,-1-2-48 16,2 2-16-16,-1-2 0 16,1 3-16-16,0-1 0 0,0-1 0 0,0 0 0 0,2 0 32 0,-2 1 16 0,2-2 0 0,0 1 0 15,0 0 48-15,0 0 16 0,1 1 0 0,1-1 0 16,0 0 16-16,2 1 0 0,-1-1 0 0,2 1 0 16,0 1-32-16,0-1-16 0,-8-3 0 0,0 0 0 15,0 0-96-15,44 18-16 0,-44-18 0 0,0 0 0 16,45 22-128-16,-45-22 0 0,0 0 0 0,50 21 0 15,-50-21 0-15,0 0 0 0,50 24 0 0,-50-24 0 16,37 10 0-16,-37-10 0 0,37 9-176 0,-19-8-17744 16</inkml:trace>
  <inkml:trace contextRef="#ctx0" brushRef="#br2" timeOffset="71640.22">11550 8219 6447 0,'1'-4'576'0,"0"1"-576"16,0 2 0-16,-1 0 0 0,1 1 1312 0,-1 0 160 16,0-2 16-16,1-3 16 0,0 2 288 0,-1-1 48 15,1 1 16-15,0 3 0 0,-1-2-544 0,-1 4-96 16,0 1-32-16,0 1 0 0,0 1-240 0,-1 2-48 16,0 3-16-16,-1-1 0 0,0 1-288 15,0 2-48-15,-2 4-16 0,0 3 0 0,1 0-384 0,-1 3-144 0,0 3 0 0,-1 1 144 16,0 3-144-16,0 2 0 0,0-3 0 15,2 0 0-15,1-1 192 0,0-3 0 0,3-24 0 0,1 42 0 16,-1-42 256-16,0 0 64 16,17 52 16-16,-17-52 0 0,0 0 512 0,45 33 112 15,-45-33 0-15,52 8 16 0,-18-11-1168 0,6-2-384 0,8-4 0 0,5-5 0 16,2-4 1008-16,7-5 192 0,7-5 32 0,8-2 16 16,8-2-336-16,5-5-64 0,6-4-16 0,1 1 0 0,-2 2-192 0,6-2-32 15,10-1-16-15,9-4 0 0,8 0-64 0,1-1-16 16,1 0 0-16,-5 1 0 0,-8-1-128 0,-4 2 0 15,1 3 144-15,0-2-144 0,-1-1 0 0,-1-1 0 16,1 2 0-16,-5-2 0 16,-4 1 0-16,-10 6 0 0,-10 6 0 15,-8 3 0-15,-4 3 0 0,-4 5-128 0,-5 2 128 16,-8 5 0-16,-12 1-1152 0,-7 4-128 0</inkml:trace>
  <inkml:trace contextRef="#ctx0" brushRef="#br2" timeOffset="73015.89">15499 7402 8287 0,'7'-8'736'16,"0"1"-592"-16,-3 3-144 0,-2 3 0 15,-1-1 1264-15,1-2 208 0,3-2 64 0,2-3 0 16,2-3 128-16,-4 3 16 0,-2 1 16 0,-5 4 0 16,-2 4-656-16,-3 0-128 0,-1 2-16 0,-4 3-16 0,0 1-240 0,-1 0-64 15,-1 2 0-15,0-1 0 16,-2 1-64-16,0 2-32 0,0 2 0 0,-1 1 0 0,0 2-96 0,-1 2 0 15,0 3-16-15,0 0 0 16,1 1-224-16,-1 3-144 0,-1 5 192 0,3 2-192 0,1 0 192 16,3-1-64-16,4 1 0 0,4-6-128 0,4-25 432 15,2 42-32-15,-2-42 0 0,0 0 0 0,0 0-400 0,29 47 0 16,-29-47 0-16,0 0 0 0,33 12-208 0,-22-14-80 16,2-1-16-16,0-2 0 0,2-4 304 0,0-1-192 0,2-2 192 0,1-4-160 15,0 1 160-15,1-1 0 0,-1-1 160 0,-2-1-160 16,-1 3 0-16,-4 1 0 15,-1 0 0-15,-1 3 0 0,-5 3 0 0,0 3 0 0,-2 1 0 0,-2 3 0 16,-1 1 128-16,0 0-128 0,-1 3 0 0,-2 1 0 16,0 4 416-16,-3-1-16 0,1 4 0 0,-2 1 0 15,1 2 688-15,0-1 144 0,1 1 32 0,1 0 0 32,3 0-1728-32,-1-2-352 0,3-12-64 0,0 0-16 0,0 0 896 0,0 0 0 0,11 41 176 0,-5-36-32 15,0-1 96-15,2-2 16 0,2-2 0 0,1-3 0 16,1-1-48-16,2-3 0 0,1 0 0 0,0-4 0 15,2 0-208-15,-1-3 176 0,0 2-176 0,-3-2 160 0,-2 4-160 0,0-4 0 16,-1 0 0-16,-1 2 0 0,-1-2 0 0,-3 2 0 16,-2 2 0-16,-2 2 0 0,-2 0-176 0,-2 4 48 15,-2 1 0-15,-3 0 0 0,1 3-192 0,-4 1-16 16,-1 6-16-16,-3-3 0 16,0 2-96-16,0 0 0 0,-1 4-16 0,0-3 0 0,-1 0 464 0,1 3-144 15,1-4 144-15,2 2 0 0,3-4 0 0,1-1-160 16,3 0 160-16,3-3 0 0,1-1 0 15,2-1 0-15,2-3 0 0,1-2 144 0,2 0 176 0,2-3 48 0,-1 3 0 0,1-2 0 16,-2 1-96-16,2 2-16 16,2-4 0-16,0 3 0 0,0-2-96 15,2 1-32-15,-2 1 0 0,1 0 0 0,-1 3-128 0,2-2 0 0,-2 3 0 0,1 0 0 16,-1-2 0-16,2 2 0 16,1 0 0-16,1-1 0 0,-1 0 0 0,2 1 0 0,1-1 0 0,3-3 0 15,1 2 0-15,1-3 0 0,0 2 0 0,1 0 0 16,-1 0 0-16,-1 1 0 0,-2 2 128 0,-3 1-128 15,-2 0 0-15,-1 2 128 0,-2 1-128 0,-3 0 128 16,-1 2-128-16,-3 2 0 0,-1 1 0 0,-3 0 128 0,-1 2-128 0,-2 2 0 16,-2 2 0-16,-2-2 0 0,-1 2 0 0,0 0 128 15,0 2-128-15,-1 0 128 0,-1 0-128 0,1-2 160 16,0-2-160-16,3 1 160 0,1-4-32 0,0 1 0 16,3-2 0-16,1-3 0 15,1 0 0-15,0-2 0 0,2-1 0 0,0-1 0 0,1 0-128 0,1-2 160 16,2-1-160-16,-1-3 160 15,3 2-160-15,-1-2 128 0,3-2-128 0,-1 1 128 0,2-1-128 0,-1-1 0 16,1 1 0 0,0-1 0-16,2-1 0 0,0 1-144 0,-1-1 144 0,2 1-160 0,-1 0 160 0,2 1 0 0,1-1 0 0,1 1 0 15,-1 1 0-15,-1 0 0 0,0 0 0 0,0 3 0 16,-2 0 256-16,-1 1 64 0,-1 0 32 0,-1 3 0 16,-2-1-32-16,-1 4 0 15,-1 3 0-15,-2-1 0 0,-2 4-160 0,-1 1-32 0,1-2-128 0,-4 5 192 16,-1 0-192-16,-1 4 176 0,-3 1-176 0,2 2 160 31,-1 0-160-31,-1 0 0 0,2 0 0 0,-1-2 0 16,2-1 0-16,1-2 0 0,2-2 0 0,2-2 0 15,0-3 0-15,1-2 0 0,1-3 0 0,0 0 0 16,0-2-224-16,2 0-80 0,2-3-16 0,-1-1-16688 16</inkml:trace>
  <inkml:trace contextRef="#ctx0" brushRef="#br2" timeOffset="73586.42">16391 7468 7359 0,'3'-7'656'0,"0"2"-528"16,-1 1-128-16,-1 1 0 0,0 0 1360 0,0 1 240 16,0 2 64-16,1-5 0 0,1 0 1088 0,1-3 240 15,-1 1 32-15,-1-1 16 0,-1 1-1312 0,-1 0-272 16,-2 4-48-16,-1-1-16 0,1 2-512 0,-4 1-112 0,0-2 0 0,-1 3-16 15,0 1-176-15,-4 2-48 0,1 1 0 0,-3 0 0 16,-1 1-208-16,-1 0-64 0,-2 2 0 0,-2-1 0 16,2 2-256-16,-2 2 0 15,1 0 0-15,0 3 0 0,2-3 0 0,2 4-256 0,0 3 80 16,3 0 16-16,2-1 32 0,1 4 0 0,1 1 0 0,7-21 0 16,-5 42 128-16,5-42 0 0,0 0 128 0,11 50-128 15,-11-50 288-15,0 0-16 0,35 29 0 0,-18-25 0 16,2-2-144-16,2-2-128 0,2-3 192 0,0-3-192 15,1-1-192-15,-3-3-160 0,0-1-32 0,0 1 0 16,2-2-1440-16,-2 0-288 16</inkml:trace>
  <inkml:trace contextRef="#ctx0" brushRef="#br2" timeOffset="73964.78">16448 7534 10127 0,'-6'2'448'0,"2"-1"96"0,2 1-544 0,-1 0 0 16,2-2 0-16,1 1 0 0,0 1 2112 0,-1 0 304 15,1 0 64-15,-1 1 16 0,2 2 160 0,2-2 32 16,1-2 16-16,3 1 0 0,1-2-1152 0,2-2-224 16,-2 1-48-16,2-2-16 0,3 0-720 0,3-3-144 15,1 0-16-15,-1-2-16 0,0 0-176 0,0 1-48 16,-1-1 0-16,1-1 0 0,-2 2-144 0,-2-3 0 0,-1 3 0 0,-2-2 0 31,-2 1 0-31,-2 2 0 0,-2-2-144 0,-3 1 144 0,0-1-384 0,-4 2 0 0,-2 0-16 0,-1 1 0 31,-2 0-144-31,-3 4-32 0,0-1 0 0,-1 4 0 16,-2 1 80-16,-1 2 16 0,-1-1 0 0,0 6 0 0,0-1 80 0,1 1 16 0,0 1 0 0,2-1 0 16,1 3 384-16,0-1 192 0,3-1 0 0,1 1-16 15,0-1 544-15,1 1 112 16,2 0 32-16,1-2 0 0,3 1-96 0,2-3-32 0,0-8 0 0,0 0 0 0,0 0-32 0,0 0 0 16,40 18 0-16,-25-20 0 15,3 2-256-15,-1-2-48 0,3-1-16 0,0-2 0 0,1 1-384 0,3-3 0 16,0 2 0-16,0 0 0 15,1-2-832-15,-2 3-208 0,-1-1-48 0,2 1-14992 16</inkml:trace>
  <inkml:trace contextRef="#ctx0" brushRef="#br2" timeOffset="74366.67">16907 7399 9903 0,'-2'-3'208'0,"1"1"48"0,0 2 16 0,0-1 16 0,0 1-288 0,0 0 0 0,0 1 0 0,-1 1 0 0,1 1 2880 0,-4 3 528 0,-1 0 112 0,-1 2 0 16,1 1-1504-16,-3 2-304 15,1 1-64-15,-1 0-16 0,0 2-864 0,-1 1-160 16,0 1-32-16,-1 0-16 0,-1 1-48 0,0 0 0 0,1-3 0 0,2-1 0 31,3-2-64-31,0-2 0 0,2-4-16 0,2-3 0 0,2 0-112 0,0-3-32 0,2-1 0 0,3-1 0 16,1-4-32-16,0 0-16 0,2-1 0 0,2-3 0 0,0-1-240 15,1-1 0-15,1-1 0 0,2-1 0 16,1-2-192-16,-1-1-16 0,1 1-16 0,-2 0 0 0,0 2 224 0,-1 1-192 16,1 2 192-16,-1 2-192 0,-1 1 192 0,-1 2 0 15,-1 2 0-15,-1 5 0 0,-2-2 0 0,-1 4 0 16,-1 0 0-16,-1 3 0 0,-3-5 448 0,0 0 0 16,0 0-16-16,0 0 0 0,3 48-64 0,-3-48-16 31,-7 30 0-31,7-30 0 0,-9 33-176 0,3-16-48 15,-3 2 0-15,2 0 0 0,-1 0-128 0,1-3 192 16,1-1-192-16,1-3 192 0,2-1-192 0,0-2 0 16,2-3 144-16,1-1-144 0,1-2 0 0,1-3 0 0,1-1 0 15,2-1 0 1,0-3-816-16,1 0-176 0</inkml:trace>
  <inkml:trace contextRef="#ctx0" brushRef="#br2" timeOffset="74993.42">17388 7342 7359 0,'5'-7'656'0,"-3"2"-528"0,0 3-128 0,0-2 0 0,-1 1 1424 0,0 1 256 0,0 1 48 0,1-3 16 16,1-1 1120-16,-1 0 208 0,1-1 64 0,-2 2 0 16,0 1-1104-16,-2 2-224 0,0 1-32 0,-1 0-16 0,0 2-784 0,-3 1-144 15,1 2-48-15,-1 1 0 0,-1 2-224 0,0-1-48 16,-2 4-16-16,1-1 0 0,-2 3-176 0,0 0-16 15,-1 3-16-15,0 1 0 0,-1 2-80 0,-1 1-16 16,1 1 0-16,1 0 0 0,0 1 16 0,1 1 0 16,-1 1 0-16,1 0 0 0,1-1-32 0,0 1-16 15,8-24 0-15,-12 42 0 0,12-42-160 0,-5 34 0 16,5-34 0-16,0 0 128 0,0 0-128 0,0 0 0 16,3 38 0-16,0-36 0 0,1 0 0 0,1-2 0 15,0-2 0-15,2 0 0 0,-1-3 0 0,2 0 0 0,1-2 0 16,0-2 0-16,2 1-160 0,-1-3-64 0,2 1-16 0,-1-2 0 31,-1 0-672-31,-1 1-144 0,1-1-32 0,-2 1 0 16,0 1-640-16,-2 0-144 0,-2 3-32 0,0-1 0 15,-3 2-560-15,-1-2-112 0,-2 4-32 0,-2-3-6976 0</inkml:trace>
  <inkml:trace contextRef="#ctx0" brushRef="#br2" timeOffset="75203">17196 7510 6447 0,'-8'5'272'0,"2"-4"80"0,1 3-352 0,1-3 0 15,3 0 0-15,0-1 0 16,0 2 1648-16,-1-1 256 0,0 3 48 0,0-1 16 0,0-1 384 16,2 3 80-16,1-3 0 0,2-1 16 0,2 1-400 15,1-2-96-15,2-2-16 16,1-1 0-16,2 0-592 0,2-1-128 0,3-3-32 0,1 0 0 0,0-1-368 0,3-1-80 16,0 2-16-16,2-1 0 0,0 2-352 0,0-2-80 15,2 2-16-15,-1 0 0 0,0 2-272 0,-2-1 0 16,0 0 0-16,-2 1 0 0,-2 1 0 0,-2-2-352 15,-2 3 48-15,0 0-10544 16,-2 2-2112-16</inkml:trace>
  <inkml:trace contextRef="#ctx0" brushRef="#br2" timeOffset="75579.55">17550 7484 6447 0,'1'-4'576'0,"0"1"-576"15,1 1 0-15,-1 0 0 0,1 1 1216 0,-1-1 144 0,1 1 32 0,1-2 0 16,3 0 416-16,2-3 96 0,2 0 16 0,1-1 0 16,1 2-880-1,-1 0-160-15,-1 1-48 0,1-1 0 0,-1 3 192 0,1 1 16 16,0 1 16-16,0 0 0 0,0 1-208 0,-1 2-32 0,-1 1-16 0,-9-4 0 0,0 0-224 0,0 0-64 31,34 30 0-31,-34-30 0 0,0 0-192 0,0 0-64 0,14 48 0 0,-14-48 0 0,-3 36-64 0,3-36 0 16,-11 38-16-16,3-20 0 0,0 0-176 0,0-1 0 15,-1-2 0 1,1-3 128-16,1 0-128 0,-1-5 0 0,3-2 0 16,-1-1 0-16,2-3 288 0,2-1-32 0,0-1 0 0,1-3 0 0,2-3 480 0,1-2 96 15,1-1 0 1,1-2 16-16,1 0-272 0,0-2-48 0,3 0-16 0,-1-3 0 16,2 1-320-16,2 1-64 0,0 1 0 0,1-3-128 15,2 3 0-15,0-3 0 0,1 3 0 0,0 2 0 16,0 0-256-16,0 3-96 0,0 0-32 0,-1 1 0 31,0 2-752-31,-1 1-144 0,0 2-48 0,-2 1-8656 0,-1 2-1744 0</inkml:trace>
  <inkml:trace contextRef="#ctx0" brushRef="#br2" timeOffset="76274.14">17989 7541 8399 0,'4'1'176'0,"-2"1"32"0,0-2 16 0,1 0 32 0,-1 0-256 0,0-2 0 0,0 1 0 0,2-1 0 0,4-1 2832 0,1-1 512 15,3-1 112-15,0-2 0 0,0 0-1280 0,0-2-272 16,-1 1-48-16,0-1-16 0,-2 2-752 0,-3-1-160 16,1 1-32-16,-2-1 0 0,-3 0-512 0,-1 3-128 15,-2-2 0-15,-2 1-16 0,-3 1-240 0,-1 1 0 16,-3 2 0-16,-1 2-160 16,-1 0-320-16,-1 3-64 0,-2 1-16 0,0 3 0 15,0 1-272-15,0 1-48 0,1 0-16 0,1 1 0 0,4 0 464 0,-2 2 96 16,-1 2 16-16,-1 0 0 0,0 2 320 0,1 2 0 0,0 0 0 15,2-2 0-15,0 1 384 0,3-2 112 0,7-15 16 0,0 0 0 16,-7 30 704-16,7-30 160 0,0 0 32 0,0 0 0 16,0 0-768-16,33 14-128 0,-21-17-48 0,2-3 0 15,0 0-272-15,2-4-64 0,1 2-128 0,-1-3 192 32,3 1-704-32,-2-3-128 0,0 1-48 0,0-1 0 0,-1 1-480 0,-2 0-112 15,0 0 0-15,-4 1-16 0,-2 4 768 0,0-3 144 0,-3 3 48 0,-1 0 0 16,-3 0 208-16,-2 4 128 0,0 1-160 0,-3 0 160 15,1 2 0-15,-2 3 256 0,-1 0-16 0,1 3-16 0,-1-2 432 16,0 4 96-16,-2 1 16 0,1 2 0 0,0 1-32 0,2 0 0 16,-1 0 0-16,6-12 0 15,0 0-16-15,-6 33 0 0,6-33 0 0,0 0 0 0,0 0 0 0,0 0 0 16,0 0 0-16,35 24 0 0,-23-26-336 16,2-1-80-16,3-1-16 0,0-4 0 0,3 4-288 0,-1-6 0 15,2 3-128-15,1-4 128 16,2 1-1408-16,-1-2-192 0,-1 0-48 0,0-1 0 15,1 0-1552-15,-2-3-304 0,1 2-64 0,-3-1-16 16,-1 1 192-16,-1-1 16 0,-1 0 16 0,0 0 0 16,-3-4 1424-16,0 2 272 0,-3-1 64 0,0 0 16 0,-1 0 1584 0,-2-1 224 0,-1 4 96 0,-1 3 0 15,-2 1 1920-15,-1 6 368 0,-2 0 80 0,-1 0 0 16,-1 5 544-16,-2 0 96 0,1 3 32 0,-3 2 0 16,0 2-1008-16,-2 2-208 15,0 3-32-15,-2 0-16 0,0 0-688 0,-2 4-144 0,0 1-32 0,-2 0 0 16,1 1-656-16,-1 2-144 0,0 1-32 0,0 0 0 15,0 1-208-15,2 1-64 0,0-2 0 0,1 1 0 16,3-3 32-16,8-19 0 16,-10 38 0-16,10-38 0 0,0 0-160 0,-2 38 160 0,2-38-160 0,0 0 160 15,0 0-160-15,0 0 0 0,30 26 0 0,-23-26 0 16,0-3-704 0,1 0 0-16,0-3-16 0,1 0 0 0,0-2-1936 0,-2 1-384 0</inkml:trace>
  <inkml:trace contextRef="#ctx0" brushRef="#br2" timeOffset="76478.93">18272 7385 13823 0,'-8'2'608'0,"4"-2"128"0,1 3-592 0,2-3-144 0,1 2 0 0,1-2 0 0,1 1 2720 0,1 0 512 16,2 4 96-16,-5-5 32 0,0 0-592 0,38 14-112 15,-19-11-32-15,0-1 0 16,2-1-1328-16,0-1-272 0,3 0-48 0,0-1-16 0,2-1-528 0,1-1-112 15,-1-2-32-15,0 1 0 0,-1 1-288 0,-2-4 0 0,0 3 0 0,-3-3 0 32,-1 2-288-32,-1 0-160 0,0-1-48 0,-3 0-11024 0,-1 1-2224 0</inkml:trace>
  <inkml:trace contextRef="#ctx0" brushRef="#br2" timeOffset="76652.09">18757 7330 10127 0,'0'2'896'0,"0"-2"-704"0,1 0-192 0,0 0 0 16,0 0 1952-16,0 0 352 0,1 1 80 0,0 1 16 0,4-2 240 0,1 0 48 16,3 2 16-16,0-2 0 15,0 0-1616-15,0 0-336 0,0 0-64 0,0 1-16 0,-2 1-672 0,-1-1 0 16,0 2-208-16,-2-2-8880 31,-1 3-1792-31</inkml:trace>
  <inkml:trace contextRef="#ctx0" brushRef="#br2" timeOffset="76832.3">18722 7472 9215 0,'-2'3'400'0,"0"-1"96"0,1 1-496 0,0-1 0 0,0-1 0 0,-1 0 0 0,1 2 2080 0,-1 2 320 16,-1 1 64-16,-4 4 16 0,0 0 528 0,-2 4 128 15,-1-2 0-15,1 0 16 0,0 2-864 0,1-4-176 0,2 1-48 0,0-2 0 16,6-9-1344-16,0 0-272 15,0 0-48-15,0 0-16 0,0 0-912 16,0 0-192-16,0 0-48 0,0 0-15488 16</inkml:trace>
  <inkml:trace contextRef="#ctx0" brushRef="#br2" timeOffset="77526.55">18970 7472 14111 0,'2'-3'304'0,"-2"2"64"0,1-1 16 0,-1 2 16 0,0 0-400 0,-2 2 0 16,0-2 0-16,0 2 0 0,-4 3 2576 0,-3 3 432 16,-2 1 96-16,-3 2 16 0,-2 2-1216 0,-1 3-240 15,0-1-64-15,0 1 0 0,2 0-544 0,2 1-112 16,2-2-32-16,3-2 0 0,8-13-80 0,0 0-32 16,-8 33 0-16,8-33 0 0,0 0-528 0,0 0-96 0,0 0-32 0,34 17 0 15,-21-21-144-15,2-2 0 0,4-2 0 0,0-2 0 16,2-1 0-16,-1-2 0 0,1 1 0 0,-1-1 0 15,-2 1-256-15,-2-1 32 0,1 0 0 0,-2 1 0 16,-4 1-64-16,-2-1-16 0,0 1 0 0,-5-1 0 16,0 3 0-16,-4 0 0 0,-2 1 0 0,-3 3 0 15,-1 1-16-15,-4 1 0 0,-3 3 0 0,-4 2 0 16,-1 1 112-16,-1-1 16 0,-1 3 0 0,0 0 0 0,2-1 32 0,2 1 16 16,2 0 0-16,2-1 0 0,2 1 432 0,3-2 96 15,1-1 0-15,1 0 16 0,2-1-16 0,2 1 0 16,2-2 0-16,2 0 0 0,2 0 0 0,1-3-16 15,3 1 0-15,2 0 0 0,3-3-128 16,1 0-32-16,2 1 0 0,0-2 0 16,-1 2-208-16,0-3 0 0,1 2 128 0,0 0-128 0,3-2 0 0,-2 0 0 15,2 0 0-15,-2 0 0 0,2 1-272 0,-2 0 48 16,1 1 16-16,-1 3 0 0,0-2 208 0,0 3 0 16,-1-1-160-16,0 2 160 0,-1 2 0 0,-2 1 0 15,-1 1 0-15,-13-4 0 0,0 0 0 0,0 0 0 0,31 26 128 0,-31-26-128 16,0 0 192-16,0 0-64 0,0 0 0 15,-1 49 0-15,1-49 0 0,-14 27 0 0,3-12 0 0,0 1 0 16,-2 1 0-16,1-3-128 0,-1-1 192 0,1 0-64 16,1-1 128-16,1-2 32 0,1-1 0 0,2-2 0 15,1-3-32-15,3-1 0 0,1-1 0 0,1-2 0 16,3-2-64-16,0-1-32 0,2-1 0 0,3-3 0 16,1-2-160-16,3-1 0 0,2-1 0 0,2-2 0 0,3-1 0 0,0 0-176 15,4 0 48 1,-2-3 0-16,-1 5-192 0,3-2-48 0,-1-3 0 0,0 3 0 0,0 2 144 0,-3 2 32 15,0 2 0-15,-3 2 0 0,0 4 192 0,-3 2 0 16,0 0 0-16,-4 2 0 0,-8-2 144 0,0 0 32 16,0 0 0-16,0 0 0 0,30 41 208 0,-30-41 32 15,0 0 16-15,1 54 0 0,-1-54-240 0,-9 47-32 16,9-47-16-16,-14 56 0 16,14-56-144-16,-16 54 0 0,16-54 0 0,-16 52-11984 15,16-52-2480-15</inkml:trace>
  <inkml:trace contextRef="#ctx0" brushRef="#br0" timeOffset="84270.3">8676 10275 2751 0,'-1'0'256'0,"0"-2"-256"0,1 2 0 0,-1-1 0 0,1 1 656 0,0 0 96 15,0 0 16-15,0 0 0 16,0 0 0-16,0-2 16 0,0 2 0 0,1-2 0 16,1 2-80-16,-1-2-32 0,0 0 0 0,1 1 0 0,0 1 32 0,1-2 16 31,0 1 0-31,0 1 0 0,1-2-240 0,-1 2-48 0,2 0-16 0,-1-1 0 0,0 1-144 0,1-1-16 31,0 1-16-31,0 0 0 0,2-2 80 0,-2 2 0 16,2 0 16-16,-1-2 0 0,1 1 176 0,-1 1 16 0,1 0 16 0,-1 0 0 15,0 0-32-15,0 0 0 16,2 0 0-16,-2 3 0 0,1-3-96 0,0 2-32 0,0-1 0 0,1 0 0 0,-1 1-32 0,1-2-16 16,0 3 0-16,1-3 0 15,0 3-80-15,-1-1-32 0,2-1 0 0,0 0 0 16,0 1-224-16,0-1 0 0,-10-1 128 0,0 0-128 16,34 4 0-16,-23-3 0 0,1 1 0 0,1-4 0 15,0 1 0-15,1 1 0 0,0-2 0 0,1-1 0 16,0 1 128-16,-1 0 128 0,0-2 16 0,-1 1 16 15,1 2 112-15,0-3 32 0,1 2 0 0,-1-1 0 16,0 1-128-16,1-1-32 0,-1 1 0 0,0 1 0 0,-1 0-112 0,0-1-32 16,1 1 0-16,2-1 0 0,0 0-128 0,-1 1 0 15,0-1 0-15,-1 1 128 0,-1 1-128 0,2-1 0 16,0 1 0-16,0-2 128 0,0 2-128 0,0-2 0 16,0 2 0-16,-2-1 128 0,2 1-128 15,-1 0 0-15,1 0 0 0,-1 0 128 0,0 0-128 0,-14 0 0 16,29 3 0-16,-16-3 0 0,1 0 0 0,1 0 128 15,-15 0-128-15,32 0 0 0,-17 0 0 0,-1 0 0 16,2-2 0-16,1 1 0 0,0-1 0 0,-1 0 0 16,1-1 0-16,0 3 0 0,-2-2 128 0,2-1-128 0,0 1 0 0,0-1 128 15,-1 0-128-15,-1 0 0 0,1 1 144 0,0-1-144 16,-2 2 160-16,0-1-32 0,-2 1-128 0,1 0 192 16,0 1-16-16,0-2-16 0,1 2 0 0,-1 0 0 15,0-2-160-15,1 2 0 0,0-1 0 0,1 1 0 16,-1-2 848-16,1 2 144 0,-2-2 32 0,1 1 0 31,0 1-1648-31,1-2-320 0,-1 2-64 0,1-1-16 0,0 0 832 0,0-2 192 0,-1 1 0 0,0 0 0 16,1 1 0-16,-1-1 0 0,1 0 0 0,-1 0 0 0,-2-1 0 0,1 1 0 15,1-1 0-15,0 1 0 0,-2 0 0 16,1-1 0-16,1-1 0 0,0 1 0 0,-1 2 0 0,0-2 0 16,0 0 0-16,0 1 0 0,1 1 0 0,0-1 0 15,1 1 0-15,-1 0 0 0,0-1 0 0,-1 2 0 16,0 0 0-16,0-2 0 0,1 2 0 0,1 0 0 15,0 0 0-15,0 0 0 16,-1 0 0-16,0 0 0 0,-14 0 0 0,28 2 0 0,-13-4 0 0,-2 2 0 16,1-1 0-16,0 1 0 0,-1-2 0 0,3 2 0 15,2-3 0-15,-1 3 0 0,-3-2 944 0,1 1 128 16,1 0 16-16,0 1 16 0,1 0-656 0,1-2-144 16,0 2-32-16,-1 0 0 15,-17 0-976-15,37 2-208 0,-37-2-48 0,41 0 0 0,-41 0 800 0,34 1 160 0,-15 0 0 16,0-1 0-16,1-1 0 0,0 1 0 0,-4 0 0 0,0 0 0 15,2 0 864-15,0 0 128 0,-1 0 32 0,0 0 0 32,2 0-1648-32,0 0-320 0,3 0-64 0,-1 0-16 0,0 0 1024 0,-21 0 0 15,41 1 0-15,-20-1 160 0,-21 0 112 0,35 0 32 0,-17 0 0 0,0 0 0 16,-1 0-112-16,-2 0 0 0,1-1-16 0,1 1 0 16,0-1-176-16,-1 1 0 0,1 1 0 0,-1-1 0 15,1 1 0-15,1-1 0 0,-18 0 128 0,37 3-128 0,-37-3 0 16,37 4 0-16,-37-4 0 0,38 5 0 0,-38-5 0 0,37 2 0 15,-37-2 0-15,38 0 0 0,-21 0 0 0,1 0 160 16,1-1-160-16,1 0 160 0,-2-1 16 0,3 0 0 16,-1-1 0-16,1 0 0 0,2 1-176 0,0 0 160 15,0 0-160-15,-1-1 160 16,0 1-160-16,-1 1 0 0,0-1 0 0,0 2 0 0,-2-2 0 0,1 0 0 16,0-1 128-16,0-2-128 0,0 3 0 0,-1-2 0 15,2-1 0-15,-2 2 128 0,1 1-128 0,-1-2 0 16,1 1 0-16,1 0 128 0,-1 1 0 0,2 0-128 0,-2 2 192 15,0-2-64-15,1 2-128 0,-1 0 128 16,0 0-128-16,0-1 128 0,-1 1-128 0,0-2 128 0,0 0-128 0,1 1 128 16,0-1-128-16,-1 0 0 0,1 0 144 0,-2 1-144 15,1-1 0-15,1 0 128 0,0 1-128 0,1 1 0 16,0 0 0-16,1 0 144 16,1 1-144-16,-1-1 0 0,0 2 160 0,0-2-160 0,-1 0 128 0,-1-2-128 15,1 1 176-15,-2 1-48 0,2-2-128 0,0 0 192 16,-1 0-192-16,2 0 0 0,-3 1 128 0,1-1-128 15,-1 1 0-15,0 0 128 16,1 1-128-16,-1 0 0 0,2 0 0 0,-2 0 0 0,2 0 0 0,-3 0 0 16,0 0 128-16,0 0-128 0,-1-1 0 0,1 1 0 15,-2-1 0-15,2 0 0 0,1-1 0 0,-1 0 0 0,1 1 0 0,-1 1 0 16,1-2 0-16,0 2 0 0,1 0 0 0,-1-2 128 16,1 1-128-16,0 1 0 0,0 0 0 0,-1 0 0 15,1 0 0-15,-1 0 0 16,0 0 0-16,-2-2 0 0,0 1 0 0,0 0 0 0,-2-2 0 0,1 1 0 15,1-3 128-15,-2 3-128 0,0 0 0 0,-1-1 0 16,2-1 0-16,-2 3 0 0,0-1 0 0,-1 2 0 16,0-2 0-16,1 2 0 15,-3 0 0-15,1 0 0 0,1 0 0 0,0 0 0 0,0 2 0 0,0-2 0 0,0 2 0 0,0-2 0 32,-13 0 0-32,27 3 0 0,-14-1 0 0,-1-2 0 0,-12 0 128 0,25 3-128 0,-11-3 0 0,-2 0 144 15,0 0 80-15,0 0 16 0,1-2 0 0,-1 1 0 16,0 1-96-16,-1-2-16 15,0 2 0-15,0-2 0 16,0 1-128-16,-1 1 0 0,-1-2 0 0,0 2 128 16,0 0-128-16,-1 0 0 0,-1 0 0 0,-1 0 0 15,-1-2 0-15,-1 2 0 0,0 0 0 0,-1-2 0 0,-1 2 0 16,-1 0 0-16,0-1 0 0,-1 1 0 0,0 0 0 0,-1 0 0 16,1 0 0-16,0 0 0 0,0 0 0 0,1 0 0 15,-1-2 0-15,2 2 0 0,1-2-160 0,1 1-16 16,1-1 0-16,1 1 0 0,0 0-160 0,2-1-48 15,0 0 0-15,1-1 0 0,2 0 192 0,1 2 16 16,-1 0 16-16,0-1 0 0,1-1 160 0,0 1 0 16,0-1 0-16,-1 0 0 0,0 2 0 0,-1-2 0 15,-1 1 0-15,-2-1 0 0,0 3 0 0,-2-2 144 16,-3 2-144-16,-2 0 0 0,-1 0 128 0,0 0-128 0,-4 2 0 0,-2-2 0 31,0 1-304-31,-3-1-112 0,0 2-32 0,-2 0-15760 0</inkml:trace>
  <inkml:trace contextRef="#ctx0" brushRef="#br0" timeOffset="84886.3">14302 9870 12895 0,'-2'-2'1152'0,"0"1"-928"0,1 1-224 0,0 0 0 16,0 0 1440-16,-1-2 240 0,-1 2 48 0,-3-2 16 15,0 1 48-15,-2-1 16 0,1 2 0 0,0 0 0 16,2 0-432-16,-1 0-96 0,2 2 0 0,1-1-16 0,0 1-224 0,1 0-32 15,1 1-16-15,0-1 0 16,2-1-240-16,0 0-48 0,1 1-16 0,1 1 0 0,0-1 0 0,2-1 0 16,1 1 0-16,2-1 0 0,1 0-112 0,2-1 0 15,0 2-16-15,2-1 0 0,-13-1-256 0,27 4-48 16,-27-4-16-16,0 0 0 0,41 15-112 0,-41-15-128 16,0 0 176-16,36 21-176 0,-36-21 128 0,0 0-128 15,0 0 0-15,36 31 0 0,-36-31 0 0,0 0 0 16,0 0 0-16,0 0 0 0,39 28 128 0,-30-28-128 15,-9 0 0-15,0 0 0 16,24 5 0-16,-18-5 0 0,1 0 128 0,-2 0-128 0,-1 0 0 16,-1 0 160-16,-2 0-160 0,-1 0 128 0,-3 2-128 0,-2 1 0 0,-3 0 0 15,-4 1 0-15,-5 3 0 0,-6 0 0 0,-6 2-192 0,-9 3-18624 16</inkml:trace>
  <inkml:trace contextRef="#ctx0" brushRef="#br0" timeOffset="85819.82">8912 10136 9215 0,'2'-1'816'0,"0"-2"-656"0,-1 3-160 0,0-2 0 16,-1 2 1536-16,1 0 256 0,0-2 64 0,2 0 16 15,-1-1 288-15,1 1 48 0,0-1 16 0,-1 1 0 16,-1 0-560-16,-1 2-96 0,-1 0-32 0,-2 1 0 16,0 2-656-16,0-2-144 0,-1 3-32 0,-1-1 0 0,2 0-448 0,-3 0-112 15,0 0-16-15,1 2 0 16,-2-3-128-16,0 1 0 0,-1-1 144 0,0 0-144 0,0 1 176 0,-2-1-48 16,0-2 0-16,0 2 0 0,-1-2 96 0,0 2 16 15,-2 1 0-15,0 0 0 0,-1 0-240 0,-1 0 144 16,-1 2-144-16,1 0 128 0,1 0-128 0,1 2 0 15,1-2 0-15,0 3 128 0,1 0 0 0,3-1-128 16,-1 1 192-16,2-2-64 0,3 0-128 0,2-2 0 16,1 1 0-16,1-3 0 0,3 1 0 0,0-3 0 15,3 0 0-15,0-2 0 0,3 1 272 0,0-1 32 0,1-1 0 0,0 1 0 16,0 0 272-16,-1 2 64 0,1 0 16 0,-1 0 0 16,-9 0-384-16,0 0-80 15,0 0 0-15,0 0-16 0,44 33-176 0,-44-33 0 0,0 0 0 16,23 41 0-16,-23-41 0 0,0 0 0 0,21 44 0 0,-21-44 0 15,0 0 0-15,0 0 0 0,26 45 0 0,-26-45 0 16,0 0-160-16</inkml:trace>
  <inkml:trace contextRef="#ctx0" brushRef="#br0" timeOffset="87053.04">14455 10019 4783 0,'0'-2'432'0,"0"1"-432"16,1 1 0-16,-1 0 0 0,0-2 1072 0,1 2 128 15,-1-2 16-15,0-1 48 0,1-1 480 0,1 0 112 16,0-1 0-16,0 0 32 0,0 2-64 0,-1-2-16 0,1 0 0 0,-1 3 32 15,1 0-496-15,-1-2-80 0,0 3-32 0,-1-2 32 16,0 3-496-16,-1 0-80 0,1-2-32 0,-1 2 16 16,1 0-400-16,0 0-80 0,-1 2 0 0,1-2 0 15,-1 0-192-15,1 0 176 0,-1 3-176 0,0-3 192 16,-1 3 64-16,-1-1 32 16,-1 2 0-16,-1-1 16 0,-2 2 208 0,-1 0 32 0,-1 4 16 0,-3-2 16 15,-1 2-288-15,-1 1-64 0,-2-2-16 0,0 0 32 16,0 1-240-16,1-1 0 0,0-1 0 0,0-1-15216 15</inkml:trace>
  <inkml:trace contextRef="#ctx0" brushRef="#br0" timeOffset="95284.48">14032 10038 7359 0,'-2'-4'656'0,"0"3"-528"15,1-1-128-15,1 2 0 16,-1-1 752-16,0 0 112 0,-2-1 32 0,0-1 0 0,-2-4 64 0,1 2 0 16,-2 0 16-16,1 0 0 0,0 3 64 0,0-3 16 15,2 1 0-15,0 1 0 16,1 1-144-16,0-1-16 15,0-1-16-15,2 0 0 0,0 1-320 0,0-2-64 16,2 1-16-16,1-1 0 0,0-1-96 0,2-1 0 0,1-2-16 0,1-1 0 16,2-2-96-16,1 0-16 0,2-1 0 0,2 0 0 15,0-1-32-15,2-1-16 16,3 0 0-16,-1-2 0 0,2 1 224 0,-1 1 32 0,1-1 16 0,6-3 0 16,5-3 32-16,5-1 16 0,5-1 0 0,2-1 0 15,1 0 16-15,2 1 0 0,1 0 0 0,0 1 0 16,0 2-112-16,1-2-32 0,2 3 0 0,-1-1 0 15,0 4-400-15,-1 1 0 0,-2 3 0 0,-3 1 0 16,-4 3 128-16,2 2-128 0,3-2 0 0,0 4 128 0,0 0-128 16,-1 0 0-16,-6 3 144 0,1-3-144 0,4 0 0 15,-1 1 0-15,-1-1 0 0,-1 3 0 0,-1 1 0 0,-2 1 144 16,-1-2-144-16,-3 2 0 0,-2-2 0 0,-1 0 0 16,-3-1 0-16,-1-1 0 0,-2 1 0 0,-4 3-224 15,-1-2 32-15,-3 0-9568 16,-1 1-1920-16</inkml:trace>
  <inkml:trace contextRef="#ctx0" brushRef="#br0" timeOffset="97595.9">16117 9590 8287 0,'0'0'736'0,"0"0"-592"31,1 0-144-31,-1 0 0 0,0 1 1280 0,0-1 240 0,1 0 32 0,1 0 16 0,0 0 608 0,0 0 112 16,0 0 16-16,0 0 16 0,1-1-256 0,-1 1-48 31,0-2-16-31,0 1 0 0,0-1-272 0,0-1-64 0,0 0-16 0,0-2 0 0,1 0-624 0,-1 2-128 15,1-2-32-15,0 0 0 16,0 1-528-16,-1-4-96 0,1 2-32 0,-1-4 0 0,0 3-208 16,-2-2 0-16,0 1 0 0,0-1 0 0,-2 0 0 0,-1 0 0 15,-1-2 0-15,0 2 0 0,-1 2 0 16,-2-3 0-16,-1 3 0 0,0 0 0 0,-2 3 0 0,-1 1 0 0,-1 3 0 0,0-2 0 31,0 4 0-31,-1-1 0 0,-1 3-128 0,-1 0 128 0,2 4 0 0,0-4 0 16,0 4 0-16,1-1 0 0,2 0-128 0,0 2 128 15,1-2 0-15,-1 4 0 0,3 2 0 0,0-1 0 0,0-2 0 0,2 1 0 16,-1-1 0 0,0 1 0-16,1 2 0 0,1-2 0 0,0 0 0 0,2-3 0 0,1 1 0 0,0-1 0 0,2-3 0 15,0 2-128-15,1-3 128 0,1 1 0 16,1 0 0-16,0-3 0 0,1 1 0 0,-5-3 0 0,0 0 0 0,0 0 0 16,0 0 0-16,38 11 0 0,-29-11 0 0,1-2 0 15,1 1 0-15,0 0 0 0,2-4 0 0,0-1 0 31,2 0 0-31,0-3 0 0,0-1 0 0,1 0-128 0,1-3 128 0,-2 0 0 0,0-1 0 0,-1 0 0 32,0-2-128-32,-1-3 128 0,0 2-496 0,-2-2-32 0,1 2-16 0,-3-1 0 15,-1-2 64-15,0 2 16 0,-2-2 0 0,1 2 0 0,-3-2 288 0,0 0 176 0,0 0-192 16,-2 1 192 0,0-2 0-16,0 0 0 0,0 2 0 0,1-2 0 15,-1 0 0-15,-1 0 128 0,1-1-128 0,1 5 0 16,-1 0 144-16,-1 5-144 0,0 3 128 0,0-1-128 15,0 6 256-15,0-1-48 0,0 2 0 0,-1 3 0 16,1-2 112-16,0 2 0 0,-1 2 16 0,1 1 0 16,-1 2-112-16,0-1-32 0,0-4 0 0,0 0 0 15,-1 36-32-15,1-36-16 0,-2 36 0 0,2-36 0 16,-4 44-144-16,0-20 0 0,0 2 0 0,-1 3 0 16,0-1 0-16,-1-1 0 0,0 1 128 0,-1 2-128 15,-3 4 0-15,0-1 0 0,1 0 0 0,0-2 0 0,2-3 0 16,3-6 0-16,0-2 0 0,4-20 0 0,-2 29 0 0,2-29 0 15,0 0 0-15,0 0 0 0,0 0 0 0,0 0 0 16,0 0 0-16,0 0 0 0,42 15-128 0,-31-22-16 16,2-1 0-16,-1-4-16800 15</inkml:trace>
  <inkml:trace contextRef="#ctx0" brushRef="#br0" timeOffset="99096.57">16457 9324 4063 0,'0'0'368'0,"0"0"-368"0,1 0 0 0,-1 0 0 15,0 0 1328-15,0-1 192 0,1 0 32 0,0 1 32 16,1-2 96-16,-1 2 32 0,0-2 0 0,0 1 0 16,0 1-224-16,0 0-32 0,0 0-16 0,-1 0 0 15,1 3-320-15,-1-1-64 0,1 2-16 0,-1 1 0 16,0 0-272-16,0 2-48 0,0-1-16 0,0 2 0 15,0-8-384-15,0 0-96 0,0 0-16 0,0 34 0 16,0-34-208-16,0 0 0 0,0 0 0 0,0 0-8336 16,5 37-1648-16</inkml:trace>
  <inkml:trace contextRef="#ctx0" brushRef="#br0" timeOffset="99318.3">16407 9516 9215 0,'-1'2'816'0,"0"-1"-656"16,0 3-160-16,0-3 0 0,0 1 816 0,0 0 128 0,0 0 16 15,0 3 16-15,-2 2 432 0,-2 3 64 0,0 4 32 16,-1-2 0-16,0 2-128 0,1 0-32 0,0-2 0 0,1 0 0 16,0 0-384-16,1-2-64 0,3-10-32 0,0 0 0 15,-4 26-576-15,5-20-112 0,0-1-32 0,1-2 0 16,0-1-144-16,1-2-176 0,0 2 48 0,0-4-11584 15</inkml:trace>
  <inkml:trace contextRef="#ctx0" brushRef="#br0" timeOffset="99680.28">16817 9156 10127 0,'-3'-5'896'0,"1"3"-704"0,1 0-192 0,0 1 0 16,0 1 1600-16,0 0 304 0,1 1 48 15,-3 0 16-15,0 2 336 0,-2 0 80 0,1 0 16 0,0 1 0 16,1 1-576-16,-1-1-112 0,2 3-32 0,-1-1 0 15,1 1-736-15,-1 1-160 16,0 2-16-16,3-10-16 0,-6 26-496 0,6-26-112 0,-9 33-16 0,2-14 0 16,0 5-128-16,-2 0 0 0,2-3 0 0,-1 3 0 15,-2 2 0-15,0 0 0 0,0 2 0 0,0-2 0 16,0 1-144-16,1-4 144 0,2 1 0 0,7-24 0 16,-9 33-128-16,9-33 128 0,0 0 0 15,0 0 0-15,0 0-608 0,0 0-16 16,0 0 0-16,0 0-9280 0,32 33-1856 0</inkml:trace>
  <inkml:trace contextRef="#ctx0" brushRef="#br0" timeOffset="100408.62">16880 9509 9215 0,'3'-2'400'0,"-2"1"96"0,1 0-496 0,-1 0 0 15,1 1 0-15,-1 0 0 0,1-2 1792 0,0 2 256 16,2-2 48-16,2-3 16 0,1 0-256 0,0 1-32 15,1-2-16-15,0 2 0 0,-1-3-848 0,0 1-192 16,2 0-16-16,-1-1-16 0,0-2-288 0,4-6 304 16,-7 8-384-1,-1-2-224-15,-1 1-144 0,-1 2 192 0,-2 1-192 0,0 1 272 0,-2 1-48 0,-2 0-16 0,-2 0 0 16,-1 3 112-16,-2 0 32 0,-2 3 0 0,-2-2 0 16,0 3-352-16,-1 1 0 0,-1 2 0 0,0 0 0 15,1 2 0-15,1-1 0 0,0 3 0 0,1-3 0 16,1 3 0-16,2-1 0 0,0-1 0 0,3 0 0 15,0 1 0-15,3 0 0 0,1-4 0 0,0 2 0 16,2-8 0-16,0 0 0 0,0 0 0 0,0 0 0 0,0 0 0 0,0 0 128 16,30 28-128-16,-21-28 0 0,-2 0 0 0,2-2 0 15,2 0 0 1,0-3 0-16,0 0 0 0,0 0 0 0,2-2 0 0,-1 0 0 31,1 0-768-31,-1-3-64 0,-1 1 0 0,0 2-16 0,-3 0-176 0,-1 2-16 0,-1 0-16 0,-1-2 0 0,-3 5 800 0,0 0 256 16,-2 0-160-16,-1 2 160 15,-1 2 192-15,0 1 112 0,-2 0 16 0,0 2 16 0,0 0 80 0,-1 3 16 16,0 0 0-16,1 2 0 0,-1 2 208 0,0-2 32 0,1 1 16 0,0 1 0 16,4-12 16-16,0 0 0 0,0 0 0 0,0 0 0 15,6 36 560-15,-2-33 112 0,4-1 32 16,-1-2 0 0,3 0-1744-1,1-3-352-15,1-1-64 0,1 1-16 0,0-4 640 0,1 1 128 0,0-2 0 0,-1 1 0 16,1-3-832-16,0 1-192 0,0 2-16 0,0-3-16 0,-1 0-832 15,1-1-160-15,0-1-48 0,0 0 0 0,-1 0 752 0,1-4 128 16,0 3 48-16,-1-3 0 0,1-2 672 0,-1 0 144 0,-1 2 32 0,-2-3 0 31,1 2 192-31,-3 1 128 0,-1 0-160 0,0 3 160 0,-2-1 0 0,-1 3 0 16,0 1 128-16,-2 0-128 0,1 3 848 16,-3 2 64-16,1 1 16 0,-1 1 0 0,0 1 272 15,-1 2 48-15,1 0 16 0,-1 2 0 0,-1-1-368 16,0 3-64-16,-1-2 0 0,-1 3-16 0,1 2-160 0,-1 1-16 15,-1 3-16-15,0-1 0 0,-1 4-240 0,1 0-32 16,-2 3-16-16,1 2 0 0,-2 2-208 0,1 0-128 16,0 0 160-16,1-1-160 0,6-20 0 0,-10 35 0 15,3-14 0-15,2 1 0 0,5-22 0 0,-9 40 0 16,9-40 0-16,-3 31 0 0,3-31 768 0,0 0 176 16,0 0 16-16,1 33 16 15,1-28-2016-15,-1-3-416 0,1-1-80 0,-1-1 0 16,3-1-1024-16,-2-3-192 0</inkml:trace>
  <inkml:trace contextRef="#ctx0" brushRef="#br0" timeOffset="100707.14">17142 9350 8287 0,'-1'-2'736'0,"1"2"-592"0,0-2-144 0,1 2 0 15,0 0 1680-15,0 0 304 0,1 0 64 0,2 0 16 16,1 0 1008-16,4-2 208 0,2 2 48 0,2 0 0 15,0-1-704-15,2 1-128 0,1-2-16 0,0 0-16 0,2 1-1424 0,-1-1-272 16,2-2-64-16,-2 1-16 16,2 0-448-16,-2-1-96 0,0 0-16 0,1 0 0 0,-1 0-128 0,-3-1 0 15,0 0 0-15,-1 1-176 16,-1-1-960-16,0 0-192 0,-1 1-32 0,-2-1-9456 31,0 2-1872-31</inkml:trace>
  <inkml:trace contextRef="#ctx0" brushRef="#br0" timeOffset="100786.18">17587 9248 16575 0,'3'0'736'0,"-1"-1"160"0,0 1-720 0,0-1-176 0,-1 1 0 0,1 0 0 0,-1 0 1696 0,2-2 304 0,3 2 64 0,1-3 16 0,2 3-208 0,0-2-32 0,-1-1-16 0,1 3 0 16,-3 0-1120-16,1 0-208 0,-2 0-48 0,1 1-16 31,-2 1-1008-31,0 0-192 0</inkml:trace>
  <inkml:trace contextRef="#ctx0" brushRef="#br0" timeOffset="100992.5">17563 9390 11967 0,'0'0'1072'0,"0"1"-864"16,0 1-208-16,-1-2 0 0,1 0 1456 0,0 2 240 15,-1 1 48-15,0-1 16 0,-2 5 544 0,3-7 96 16,-8 17 32-16,4-8 0 0,-1-1-768 0,0 2-128 15,-2 1-48-15,1-1 0 0,-1 1-736 0,0 1-160 16,0-3-16-16,1 1-16 0,0-1-560 0,2-1 0 16,0 1 0-16,4-9 0 0,0 0-128 0,0 0-96 15,0 0-16-15,0 0-9808 16,0 0-1952-16</inkml:trace>
  <inkml:trace contextRef="#ctx0" brushRef="#br0" timeOffset="101751.13">17739 9384 7359 0,'1'-2'656'16,"-1"1"-528"-16,0 1-128 0,0 0 0 0,0 1 1840 0,-1-1 336 0,0 2 64 15,-2-2 0-15,-1 3-304 0,-1 0-64 0,-2 3-16 0,-1 1 0 16,-1 3-480-16,-1 1-96 0,0-1-32 0,2 1 0 16,0 1-576-16,3-2-112 0,0 1-32 0,5-11 0 15,0 0-336-15,-4 29-192 0,4-29 192 0,0 0-192 0,0 0 0 0,0 0 0 16,0 0 0-16,35 26 0 0,-25-28 0 0,1-1 0 31,1-2 0-31,1 0 0 0,0-1 0 0,-1-2 0 0,0 1 0 16,-1-2 0-16,0-2 0 0,-2 1 0 0,-2 3 0 0,-1-1 0 0,-3 2 0 0,0-1 0 15,-2 1 0-15,-1-2 0 0,-1 0 0 0,-2 1 0 16,0 0-128-16,-3 2 128 0,1-3 0 0,-2 4 0 16,0-1 0-16,-2 0 0 0,-1 3 0 0,-1 0 0 0,-2 2 0 15,0 2 0-15,1 0 0 0,1 0 0 0,1 2 0 0,1 0 0 16,1 0 0-16,1 1 0 0,1 0 160 0,0-2-160 15,3 2 352-15,1-1-16 0,2-2 0 0,1 1 0 16,1-1 176-16,0-1 48 0,2-1 0 16,1 0 0-16,0-1-160 15,2 1-16-15,0-3-16 0,2 0 0 0,-1 0 16 0,1 0 16 0,1 1 0 0,1-3 0 16,0 3-400-16,-2-1 128 0,0 1-128 0,0-1 0 16,0 1 0-1,0 1 0-15,3-2 0 0,0 1 0 0,-1-1 0 0,1 2 0 0,-2-1 0 0,0 2 0 16,0 0 0-16,-1-1 0 0,0 1 0 0,-1 0 0 15,0 0-128-15,-3 0 128 0,0 0 0 0,-2 1 0 16,1-1 0-16,-1 2 0 0,0 1 0 0,-2 0 0 16,-1 0 0-16,-1 0 0 0,1-3 0 0,0 0 0 0,0 0 0 0,-11 24 0 31,7-18 0-31,-2 0 0 0,2 2 0 0,-2-1 128 0,2 2-128 0,-2 0 0 0,0-2 160 0,0 1-160 16,0-2 192-16,0 2-192 0,1 1 208 0,0-4-64 15,1 0-16-15,0 0 0 0,2-3 48 0,2-1 0 16,0-1 0-16,1-1 0 0,2-1 80 0,2-1 32 31,0-2 0-31,3 1 0 0,1-3-288 0,0 0 0 0,3-1 0 0,0-1 0 0,0-1 0 0,0-1 0 16,1 1 0-16,1-2 0 0,-1 0-160 0,1 0 160 0,-1 3-160 0,-1-2 160 15,-1 1 0-15,1 2 0 0,-2 1-128 0,-1 2 128 32,-2 2 0-32,1 2 0 0,-3 1 0 15,-1 1 0-15,-4-1 0 0,0 0 0 0,0 0 0 0,0 0 0 16,0 0 368-16,10 44 16 0,-10-44 0 15,-3 32 0-15,3-32-96 0,-8 34-16 0,8-34 0 0,-9 38 0 16,9-38-272-16,-12 34 160 0,12-34-160 0,-9 30 128 16,9-30-128-16,-9 19 0 0,6-12 0 0,0-2 0 15,0-2 0-15,1-1 0 0,0 0 0 0,0-2-17600 16</inkml:trace>
  <inkml:trace contextRef="#ctx0" brushRef="#br1" timeOffset="108765.89">12386 6916 5519 0,'1'-1'496'0,"-1"-3"-496"16,0 3 0-16,0-1 0 0,0 2 592 0,0-2 32 15,1 0 0-15,-1-4 0 0,1 2 96 0,-1-3 32 16,1 1 0-16,-1 2 0 0,1 0 208 0,-1 1 32 15,1 1 16-15,-1 0 0 16,0-1 288-16,1-1 64 0,-1 1 16 0,1 1 0 0,0-3-16 0,0 0 0 16,2 1 0-16,-2-4 0 0,3 1-192 0,0-1-32 15,1-1-16-15,-1 0 0 0,3-3-352 0,1-5-80 16,1 0-16-16,2-5 0 16,2-3-48-16,3-4-16 0,2-5 0 0,0-5 0 0,3-3 176 0,-2-1 48 0,1-2 0 0,2-5 0 15,4-4-128-15,3-6-32 16,1-4 0-16,0 0 0 0,-1 5-320 0,2-4-64 0,4-2-16 0,4-4 0 15,4-1-272-15,0 3 0 0,-7 12 0 0,4-1 0 16,3-4 0-16,3 1 0 0,-1 1 0 0,3 3 0 16,1 2 0-16,-3 7-176 0,-1 4 176 0,5-2-160 15,2 1-64-15,-2 2-16 0,-3 4 0 0,-3 5 0 32,-3 3-1664-32,-1 3-336 0</inkml:trace>
  <inkml:trace contextRef="#ctx0" brushRef="#br1" timeOffset="109682.49">14022 4913 3679 0,'0'-3'320'0,"0"1"-320"0,0 1 0 0,1-1 0 16,-1 1 768-16,0-1 96 0,1 0 16 0,0-3 0 0,1-2 704 0,0 0 144 16,0 0 16-16,-1 0 16 0,0 2 0 0,-2 3 0 15,1-1 0-15,-3 3 0 16,0 0-512-16,-1 3-96 0,-2 1-32 0,0 1 0 0,-2 2-608 0,1 4-128 15,-1 0-32-15,1-1 0 0,0 3-352 0,1 0 144 16,-3 5-144-16,2 1 0 16,1 0 160-16,1 0-160 0,1 2 128 0,3-4-128 0,1-17 192 0,0 0-64 0,0 0 0 0,0 0 0 15,25 40 80-15,-14-40 16 0,1-5 0 0,1-1 0 16,2-3 224-16,0-4 32 0,1 0 16 0,-1-2 0 16,-1 0-256-16,-1 1-48 0,-1 0-16 0,-2 2 0 15,-2-2-176-15,1 2 0 0,-3 0 0 16,-1-2 0-16,-2 2 0 0,-3 0 0 0,-2 3-192 0,-3 1 192 15,-1 0-160-15,-3 2 160 0,-1 4 0 0,-2 0-144 16,-1 2 144-16,-1 2-160 0,0 0 160 0,0 1-160 16,0 4 160-16,3-3-160 0,2 2 160 0,0 0-160 15,1 2 160-15,3-2 0 0,0 3 0 0,1-1 0 16,3-3 0-16,1 2 0 0,3-2 0 0,2-3-128 16,0 1-704-16,3-3-144 0,1-1-32 0,1-1 0 31,2-2-816-31,1-1-160 0,2 0-48 0,-2-2-6640 0</inkml:trace>
  <inkml:trace contextRef="#ctx0" brushRef="#br1" timeOffset="109997.6">14169 4848 4607 0,'4'-5'192'0,"-1"0"64"0,-1 3-256 0,1 0 0 15,-1-1 0-15,0 1 0 0,0-1 1440 0,1 1 240 16,3-3 48-16,3-4 16 0,1-1 816 0,2-1 176 16,1 1 16-16,-2 1 16 0,1 1-848 0,-1 1-192 15,-1 0-16-15,-1 0-16 0,1 2-896 0,-2 3-176 0,-2 0-48 0,0 4 0 16,-2 0-112-16,-2 3-16 0,1 2-16 0,-2 1 0 15,-1 3-32-15,-2 2 0 0,0 5 0 0,-2 1 0 16,-2 1-240-16,1-2-160 0,0 1 192 0,-2-2-192 16,0 5 0-16,0-2 0 0,-1 1-192 15,2-4 48-15,0-2 144 16,3-3-160-16,-1-1 160 0,3-4-160 0,0-2 160 0,1-2 0 0,1-3 0 0,1-1 0 16,1-4 0-16,0-1 144 0,2-2-144 0,0-3 160 15,2-1-16-15,-1-1 0 0,1 2 0 0,1-6 0 0,2 1-144 0,2-6 160 16,0 2-160-16,0 0 160 0,1-2-160 15,0 2 0-15,0 0 0 0,-1 2 0 0,-1 1 0 16,-1 2 0-16,-1 4 0 0,-1 1 0 16,-1 3 0-16,-1 2 0 0,-2 3 0 0,0 0 0 15,-2 4-944-15,1-1-112 0,-1 4-32 0,-1 1-12336 16</inkml:trace>
  <inkml:trace contextRef="#ctx0" brushRef="#br1" timeOffset="110171.6">14629 4672 8287 0,'2'-4'368'0,"0"-1"80"0,1 2-448 0,-2 1 0 0,0 2 0 0,-1 0 0 0,0 0 1920 0,1 0 320 0,1 0 48 0,0 0 16 16,-1 0-912-16,1 0-176 0,0 2-48 0,-2 1 0 31,1 2-928-31,-1-3-240 0,1 3 0 0,0 2 0 31,-1-3-1072-31,1 4-256 0,-1-1-48 0,1 0-6480 0</inkml:trace>
  <inkml:trace contextRef="#ctx0" brushRef="#br1" timeOffset="110364.85">14619 4810 1839 0,'-3'2'0'0,"1"0"160"0,1 1-160 0,-1-1 0 15,1-1 0-15,1 1 0 0,-1 0 1216 0,-2 1 224 16,0 4 32-16,-2 2 16 0,0 3 48 0,-3 2 16 15,-1 3 0-15,0-2 0 0,1 0-320 0,-1 2-64 16,3 0-16-16,0-3 0 0,2-1-368 0,3-2-80 16,1-1 0-16,0-2-16 15,3-2-912-15,1-2-176 0,0-2-48 0,0-2-7728 0</inkml:trace>
  <inkml:trace contextRef="#ctx0" brushRef="#br1" timeOffset="110898.89">14818 4826 8287 0,'6'-3'368'0,"-3"0"80"0,1 0-448 0,-1 1 0 0,-1 1 0 0,0 1 0 0,0-2 1616 0,-1 1 240 16,4-2 64-16,1 0 0 0,1-1-128 0,-1 1-32 15,0 1 0-15,-1-1 0 0,0-1-928 0,1 1-176 16,-2-1-32-16,2 1-16 0,0 0 0 0,-1-1 0 16,0-1 0-16,-1 0 0 0,1 2-288 0,-2-1-64 15,-1-1-16-15,-1 1 0 0,-1-1-240 0,-1-2 128 16,-2 2-128-16,0 0 0 0,-1-1 128 0,-1 0-128 16,-1 3 0-16,0 2 0 0,-2-1 128 0,-1 2-128 15,-1 2 0-15,0 0 144 0,-1 1 80 0,-1 4 16 16,0 0 0-16,1 0 0 0,2 1-240 0,1 0 176 0,1 0-176 0,3-1 160 15,1 1-160-15,1-2 128 0,1 1-128 0,1 0 128 16,3-2-128-16,0 2 0 0,1-4 0 0,2 0 128 16,1-2-128-16,2-1 0 0,0 2 144 0,0-2-144 15,0 0 272-15,0 0-16 0,-1 1 0 0,0 1 0 16,1 3-64-16,-3-1-32 0,0 2 0 0,-6-6 0 16,0 0-160-16,0 0 160 0,0 0-160 0,9 49 160 15,-10-40-160-15,-1 2 160 0,-2 2-160 0,-2 4 160 16,-1-1-160-16,-2 1 160 0,-2-1-160 0,0 1 160 15,-2 0-160-15,-1-3 160 0,-2 2-160 0,0-3 160 0,-3 0 48 0,2-1 16 16,0-2 0-16,1-2 0 0,3 0-32 0,1-3-16 16,1-1 0-16,1-1 0 0,1 0-176 15,2-1 0-15,2-2 0 0,1-2 0 16,1 0 0-16,1-1 0 0,3-2-192 0,1-2 192 16,2-2-1952-16,2-3-272 0</inkml:trace>
  <inkml:trace contextRef="#ctx0" brushRef="#br1" timeOffset="111120.71">15048 4748 8287 0,'7'-9'736'0,"-3"2"-592"0,2 0-144 0,-2 3 0 16,-2 1 1056-16,0 2 176 0,1-1 48 0,2-3 0 15,3 1-48-15,0-3 0 0,3 2 0 0,-2-2 0 16,-1 4-640-16,-1 3-128 0,-3 0-16 0,0 3-16 15,0 1 448-15,-2 1 80 16,0 0 32-16,0-2 0 0,0 2-304 0,0-2-64 0,0 2-16 0,-1-1 0 16,1-1-608-16,-1 2-240 0,1 0 16 0,0-3-10512 15</inkml:trace>
  <inkml:trace contextRef="#ctx0" brushRef="#br1" timeOffset="111284.02">15131 4805 6447 0,'-1'0'272'0,"0"-2"80"0,1 2-352 0,-1 0 0 15,1 0 0-15,-1 2 0 16,0-2 1744-16,0 1 288 0,-1 3 48 0,-1-2 16 0,-1 5 32 0,-2 0 16 16,1 3 0-16,-3-2 0 15,2 3-560-15,-2-1-112 0,2 3-32 0,-1-1 0 16,0 0-608-16,1 0-112 0,0 2-16 0,2-3-16 0,2 0-688 0,1-2 0 0,2-4-176 0,1 0 48 47,2 0-1472-47,2-5-272 0</inkml:trace>
  <inkml:trace contextRef="#ctx0" brushRef="#br1" timeOffset="111691.77">15303 4758 12895 0,'2'0'576'0,"-1"0"112"0,0 0-560 0,-1 0-128 0,-1 1 0 0,0 0 0 31,0 1 1184-31,0 1 208 0,0 2 32 0,-1 2 16 0,-2 1 64 0,-1 1 16 0,1 2 0 0,-1-1 0 16,0-1-480-16,2 1-80 15,-1-1-32-15,0 0 0 0,0-1-336 16,0-1-64-16,1 0-16 0,0-2 0 0,0-1-256 0,2 0-64 16,0-3-16-16,1 1 0 0,-1-2-32 0,2 0 0 15,0-2 0-15,0 0 0 0,1-1-144 0,1-2 0 16,0 2 0-16,0-2 0 0,0 0 0 0,1 0 0 16,1-3 0-16,-1 0-176 0,3 0-144 0,-1-4-48 15,1 2 0-15,0-1 0 16,2-1-80-16,-1 3 0 0,0-1-16 0,1-2 0 0,0 5 224 0,-1-2 48 0,1 1 16 0,-1 1 0 15,0 0 176-15,0 1 0 0,0 2 0 0,-1 1 0 16,1 0 192-16,-2 1-16 0,0 4-16 0,0-2 0 16,-3 4 416-16,1 1 64 0,-2 1 32 0,-1 2 0 15,-1 2-112-15,-1 1-32 0,-1-1 0 0,-2 3 0 16,1 0-208-16,-3 1-32 0,1-2-16 0,-1 0 0 16,-1 2-80-16,1-2 0 0,0 0-16 0,2-4 0 15,1-2-176-15,1 0 0 0,1-2 0 0,2-2 128 0,1-2-128 16,1 0 0-16,0-2 0 0,3-1 0 15,1-1-1344-15,1-1-128 0,0 0-48 16,2-2-11456-16</inkml:trace>
  <inkml:trace contextRef="#ctx0" brushRef="#br1" timeOffset="112164.47">15619 4762 10127 0,'3'0'448'0,"-2"0"96"0,1 0-544 0,0 0 0 15,-1 0 0-15,0 0 0 0,0-2 1952 0,1 2 288 16,2-2 48-16,2-1 16 0,0-1-64 0,2-1 0 15,0 0 0-15,-1-2 0 0,2 0-1408 0,-2 0-272 0,0 0-64 16,-1 0-16-16,-1-1-480 0,-1-1 0 0,-2 2 0 0,0-1 0 16,-1 2-144-16,-1-1 144 0,-2 2 0 0,-1 0-144 15,-1 2-112-15,-3 3-32 0,1 1 0 0,-3 3 0 32,-1 1-352-32,0 3-80 0,0 1-16 0,1 2 0 0,-2-1 480 0,2 4 112 0,-2 3 16 0,1-2 0 15,1 1 416-15,-2-1 96 0,3-2 0 0,-1 2 16 16,-1 3 160-16,2-3 16 0,2-1 16 0,1-2 0 15,3-5 144-15,2 0 32 0,2-2 0 0,2 0 0 0,-1-3-336 16,3-1-64-16,1-1-16 0,2-3 0 0,1 0-128 0,0-3-32 16,1 0 0-16,0-1 0 0,1-2-192 0,0 0-240 15,1 1 48-15,0-4 16 32,-1 2-608-32,-2-1-128 0,1 1-32 0,-1-1 0 0,-2 1 176 0,0 0 16 0,-2 3 16 0,0-2 0 0,-1-1 416 0,-3 1 64 15,1 2 32-15,-1-1 0 0,-1 5 64 0,-2 2 16 16,1 1 0-16,-2 0 0 0,0 4 144 0,-1-1 0 15,1 4 0-15,-1 0 0 16,0 1 464-16,-1 3 32 0,1 0 0 0,-1 0 0 16,1 1 160-16,2-3 48 0,0-2 0 0,1 0 0 15,1 0 768-15,2 0 176 0,1-4 16 0,1-1 16 16,2-2-1680-16,1 0-448 0,1-2-48 0,1-1 0 0,0-2 496 0,2 1 208 0,1-1-16 0,1-2 0 31,1 0-992-31,-1 0-208 0,-1 0-32 0,1 2-12720 0</inkml:trace>
  <inkml:trace contextRef="#ctx0" brushRef="#br1" timeOffset="112499.57">16122 4328 10127 0,'-3'0'896'0,"2"0"-704"15,1 0-192-15,-1 0 0 0,1 1 1472 0,-3 1 272 16,0 0 48-16,-2 1 16 0,0 4-400 0,-3 2-64 16,0 1-32-16,0 2 0 0,-1 0-528 0,1 4-96 31,0 0-32-31,-3 4 0 0,1 1 400 0,-1 2 80 0,0-1 16 0,-1 3 0 16,-1 2-448-16,0 1-64 0,0 1-32 0,0 0 0 0,1 2-96 0,0-1 0 15,3-1-16-15,1-5 0 0,8-24 0 0,-6 40 0 0,6-40 0 0,0 0 0 31,0 0-224-31,15 41-32 0,-15-41-16 0,0 0 0 0,29 9-80 0,-17-9-16 16,3 0 0-16,-2-3 0 0,0 0-128 0,1 0 128 16,1 0-128-16,0-2 128 15,-1 0-544 1,-1 1-112-16,0 1-32 0,-1 0-14496 0</inkml:trace>
  <inkml:trace contextRef="#ctx0" brushRef="#br1" timeOffset="113233.14">16796 4440 11967 0,'-1'-2'1072'0,"0"0"-864"0,-1 1-208 0,1 1 0 0,0 0 752 0,-1 0 96 16,-2 0 32-16,-1 0 0 0,-3 0-160 0,0 0-16 16,-1 3-16-16,0-1 0 15,3 0-416-15,-1 1-80 0,2 2 0 0,1-1-16 0,0 1 128 0,1 0 16 16,0 2 16-16,-1 1 0 0,0 3 32 0,4-11 0 15,0 0 0-15,-5 38 0 0,5-38 80 0,0 0 0 16,-3 53 16-16,3-53 0 0,0 46-176 0,0-46-32 0,0 51-16 0,0-51 0 16,0 54-112-16,0-54-128 0,-3 50 176 0,3-50-176 15,-3 40 128-15,3-40-128 0,-7 35 0 0,7-35 0 16,-6 31 304-16,6-31 0 0,-9 26 0 0,4-14 0 16,-1 2 80-16,0-2 0 0,-1 0 16 15,0 0 0-15,0-3-272 0,0 1-128 0,-1-1 0 0,0-1 128 16,1-1-128-16,-1-2 0 0,0-1 0 0,1-2 0 15,-1-2 0-15,0-2 0 0,0 0 0 0,0-5 0 16,1 2-128-16,1-3-64 0,0-1-16 0,0 0 0 16,1-1-736-1,2-1-144-15,-2-1-16 0,1-1-16 0,1-3 368 0,1 0 80 0,1-1 16 0,2 2 0 0,0-1 800 16,0 3 176-16,3 0 16 0,1 1 16 0,0 0 464 0,2 1 80 16,1 3 32-16,1-1 0 0,1 2 96 0,0 2 32 15,1 0 0-15,0 0 0 0,2 3 128 0,1 0 32 16,0 2 0-16,2-2 0 0,0 2-384 0,1-1-64 15,0-1 0-15,1 0-16 0,1 1-464 0,0-2-96 16,1 0 0-16,-2 0-16 0,-2 1-368 0,-1-1-80 16,-2 3-16-16,-1-2-15168 15</inkml:trace>
  <inkml:trace contextRef="#ctx0" brushRef="#br1" timeOffset="113656.78">16992 4611 7359 0,'0'-1'656'0,"-1"1"-528"0,1 0-128 0,-1 1 0 16,0 1 1408-16,0-2 256 0,0 3 64 0,-3-1 0 16,-2 2 816-16,0 2 160 0,-1 3 48 0,1 0 0 15,-2 1-1264-15,1-1-240 0,0 3-48 0,1 0-16 16,0 0 528-16,1-1 96 0,0 2 32 0,1-1 0 16,1-1-1184-1,1 1-224-15,2-2-48 0,1-1-16 0,2-2-1008 0,-1 0-208 0,3-2-48 0,1-2 0 16,0 1 768-16,1-4 128 0,1 0 0 0,2-2 0 0,0-1 0 0,2-1-192 15,1-1 0-15,0-2 16 16,2-1-880-16,-1 0-176 0,1 0-48 0,-1-2 0 16,0-1-192-16,-2-1-64 0,1 0 0 0,-2-2 0 15,-1 2 880-15,-1-3 160 0,0 1 48 0,-3 0 0 0,0 2 448 0,-2 3-144 16,-1 2 144-16,-1 0 0 0,-2 4 256 0,0 2 144 16,-1 1 32-16,-2 1 0 0,0 4 848 0,-2 1 160 0,-1 3 32 0,-2 2 16 15,1 2-224 1,-3 3-48-16,0 2-16 0,0 2 0 0,2-2-496 0,-1 2-112 0,4-2-16 0,1-4 0 31,4-14-160-31,0 0-32 0,0 0-16 0,6 43 0 0,-6-43-96 0,0 0-16 0,0 0 0 0,36 17 0 16,-23-17-96-16,-1-5-32 0,0 1 0 0,1 0 0 15,0-2-128-15,1-1 0 0,0-2 0 0,-1 1 0 32,-1 0-928-32,0-1-160 0,-2 0-48 0,0 2-13776 0</inkml:trace>
  <inkml:trace contextRef="#ctx0" brushRef="#br1" timeOffset="114020.02">17339 4529 7359 0,'0'1'656'0,"0"-1"-528"16,0 2-128-16,0-2 0 0,0 1 1584 0,0 1 272 16,1 0 64-16,1 1 16 0,0 1-560 0,1 1-112 15,2 0-32-15,0-1 0 0,1-1-656 0,1 2-128 16,0-3-16-16,0 0-16 0,3 1 432 0,-2-1 96 15,0-1 16-15,0 1 0 0,-1 1-256 0,0 0-64 16,-1 0 0-16,-1 2 0 0,-1-1-400 0,-2 4-96 0,-1-2-16 0,-2 2 0 16,-1 1-128-16,0 1 0 15,-4 1 0-15,0 1 128 0,-2 1-128 0,0 0 192 16,-1-3-192-16,0 2 192 0,-1 0 112 0,-2 0 16 0,1 0 16 0,0-3 0 16,1 0-80-16,3-1-32 0,1-2 0 0,3 0 0 15,1 0 80-15,2-1 16 0,1 0 0 0,1 0 0 16,0 0 160-16,2-1 32 0,1 1 16 0,0 0 0 15,2 0-256-15,-1 0-48 0,-6-5-16 0,0 0 0 16,0 0-80-16,36 18-128 0,-27-13 176 0,0-5-176 16,-1 2 0-16,1-2 0 0,-1-2-160 0,0-1 160 15,-1 1-1216-15,-1 0-128 16,-3 0-32-16,0-3 0 0,-1 2-1024 0,-3-1-208 0,0-1-32 0,-3 0-16 16,0 0-272-16,-2-2-48 0</inkml:trace>
  <inkml:trace contextRef="#ctx0" brushRef="#br1" timeOffset="114178.08">17231 4721 9215 0,'-2'-1'400'0,"0"1"96"0,1 0-496 0,0 0 0 16,2 0 0-16,0-2 0 0,1 2 2192 0,1 0 352 15,3-1 64-15,2 0 16 0,3 0 224 0,3-2 48 16,2 1 16-16,1 1 0 0,0-2-1648 0,2 1-336 0,0-1-64 0,1 1-16 16,-3 1-592-16,1 1-112 0,0-2-16 0,-3 2-128 31,-1 0-864-31,-1-1-288 0,-1 0-48 0,-1 1-7728 0,-2 0-1552 0</inkml:trace>
  <inkml:trace contextRef="#ctx0" brushRef="#br1" timeOffset="114558.13">17599 4594 3679 0,'-2'0'320'0,"1"0"-320"0,0 0 0 0,-1 0 0 15,1 0 1760-15,1 0 288 0,0 0 48 0,0 2 16 0,0-1 1008 0,1 1 208 16,2 0 32-16,1-2 16 15,1 0-1360-15,2 0-272 0,1 0-48 0,0-2-16 0,2 2-864 16,-1-3-176-16,2 3-48 0,0-2 0 0,-1 2-432 0,0 0-160 16,0 2 0-16,-2 1 144 0,-1 0-144 0,-1 1 0 15,0-1 144-15,-3 2-144 0,0 1 0 0,-2-1 0 16,-2 2 0-16,-1 0 0 0,0 2 0 0,-4-1 0 16,-1 4 0-16,-1-3 0 0,-1 3 0 0,-1-2 0 15,-2 1 0-15,0 1 0 0,0-2 0 0,1 0 0 16,-2 1 0-16,2-2-128 0,1-1 128 0,2-1-128 0,1 0 128 0,2-3-128 15,4 1 128 1,1-2 0-16,1-1 0 0,0-2 0 0,4 0 0 0,1 0 144 0,0 0-144 0,2 0 0 16,1 0 192-16,1-2-64 0,-2-1 0 0,3 3-128 15,0-2 176-15,0 2-176 0,0 0 160 0,0 0-160 16,0 2 0-16,-1-2 0 0,1 0 0 0,-3 0 0 31,0 1-672-31,-1-1-128 0,-2-1-32 0,0 1 0 16,-1 0-1136-16,-2 0-224 0,0 0-48 0,0-2-16 0,-2 0-624 0,-1-1-112 0</inkml:trace>
  <inkml:trace contextRef="#ctx0" brushRef="#br1" timeOffset="114761.83">17587 4692 3679 0,'-4'2'320'0,"2"-1"-320"16,0 0 0-16,0-1 0 16,1 0 2288-16,1 2 384 0,0-2 80 0,-1 1 0 15,1 1 592-15,0 0 112 0,2 1 32 0,1 0 0 0,1-2-1216 0,1 1-240 16,3-1-48-16,0-1-16 0,1 0-864 0,2-1-160 15,2 1-48-15,0-3 0 0,2 0-480 0,0 0-96 16,2-2-32-16,-1 2 0 0,0-1-288 0,0-3 0 16,1 3 0-16,-1-3 0 31,1 2-912-31,-1-2-240 0,0 2-64 0,-2 0 0 16,-1 0-1744-16,-1 1-368 0</inkml:trace>
  <inkml:trace contextRef="#ctx0" brushRef="#br1" timeOffset="115142.27">17943 4578 1839 0,'0'0'160'0,"0"0"-160"0,0 0 0 0,-1 0 0 15,1 0 1648-15,-1 2 288 0,0-2 64 0,-1 2 16 16,-1 3 688-16,0 2 144 16,-1 0 32-16,1 2 0 0,0 3-848 0,3-12-176 0,0 0-16 0,-3 34-16 31,3-34-1136-31,0 0-240 0,0 0-32 0,0 0-16 0,13 47-400 0,-8-42 0 0,2-1 0 0,0-1 0 16,1-1-592-16,2-3-48 15,-1 0-16-15,0-2 0 0,0-1-1376 0,1-3-272 0,0 1-48 0,-1-3-16 16,0 1-384-16,0 0-64 0,-1-4-32 0,0 2 0 15,-1-1 1232-15,0 1 240 0,-1 1 48 16,0-1 16-16,-1 1 1520 0,0-3 304 0,-1 1 64 0,-1 1 16 0,-1-1 1248 0,-1 2 240 16,0 3 48-16,-1-1 16 0,-1 4 128 0,-1 2 32 15,0 2 0-15,-1 1 0 0,-1 3-384 0,0 2-80 16,-1 3-16-16,-1 4 0 0,0 3-464 0,0 4-80 16,-1 1-32-1,1 3 0-15,0 0-592 0,1 3-112 0,-1 0-32 0,1 3 0 0,-1 0 0 0,6-31-16 16,-9 61 0-16,9-61 0 0,-8 56-256 0,8-56-48 0,-6 53-16 0,6-53 0 31,-6 50-176-31,6-50 0 0,-5 43 0 0,5-43 0 16,-7 28 0-16,5-20 0 0,-1 1 0 0,0-5 0 15,0-1 0-15,-1-1 0 0,1-2 0 0,-3 0 128 16,1-2-128-16,-3-3 0 0,1 1 0 0,-3-1 0 31,-3-2-448-31,-2 0-128 0,-3 2-32 0,-2-5-14352 0</inkml:trace>
  <inkml:trace contextRef="#ctx0" brushRef="#br1" timeOffset="115695.05">18637 4499 1839 0,'-8'3'160'0,"1"-1"-160"0,0 0 0 0,3-2 0 16,2 1 1088-16,1 1 176 0,-4 0 32 0,-2 3 16 15,-6 2 448-15,-5 2 96 0,-3 3 0 0,-1-1 16 16,3 0-448-16,2-2-80 0,2-2-32 0,3 0 0 16,3-2 192-16,2 0 32 0,1 0 16 0,2-3 0 15,1 0-336-15,3-1-64 0,0 1 0 0,1 0-16 16,2-2-624-16,2 0-112 0,0 1-16 0,1-1-16 0,2 2-192 0,0-2-48 16,0 2 0-16,1-1 0 15,2 0-128-15,0 2 128 0,0 1-128 0,0 1 128 16,-1 0-128-16,-10-5 0 0,0 0 144 0,0 0-144 0,37 35 0 0,-37-35 0 15,0 0 0-15,0 0 0 0,0 0-128 0,26 46 0 16,-26-46 0-16,0 0 0 16,0 0-256-16,0 0-64 0,0 0 0 0,0 0 0 15,0 0 256-15,-4 41 32 0,-1-40 16 0,-2 1 0 0,-3 1 144 0,0-3 0 16,-2 2 0-16,-3 1 128 0,0-3-128 0,0 2 0 0,-4-1 0 0,0 0 0 16,1 1-240-16,1 1 48 0,1 0 0 0,3 0 0 15,2 0 64-15,2 2 128 0,1-2-208 0,1-1 80 16,3 3 256-16,3-3 48 0,2-2 16 0,1 0-8064 15,5-2-1600-15</inkml:trace>
  <inkml:trace contextRef="#ctx0" brushRef="#br1" timeOffset="116076.12">18744 4639 15663 0,'0'0'1392'0,"0"0"-1120"15,1 0-272-15,0 0 0 0,0 0 1824 0,1 0 304 16,0-2 64-16,4 2 16 0,1-3-864 0,4 1-160 16,0 0-32-16,0-3-16 0,1 2-864 0,1 0-272 15,-1 0 160-15,1 0-160 0,-1-1 272 0,-1 2-16 16,0-1-16-16,-1 0 0 0,1-1-96 0,-3 1-16 16,-1-2 0-16,0 0 0 0,-2 1-128 0,-1-3 0 15,0 0 0-15,-3-1 0 0,-1 4 0 0,-1-4 0 16,-2 2-128-16,-2-2 128 0,-3 2-128 0,-1 1 128 0,-1 2-160 0,-1 3 160 15,4 0-288-15,-2 0 32 0,-2 5 16 0,-1 0 0 16,-1 2 240-16,0 2 192 0,-1 2-48 0,1 2 0 16,1 1 400-16,0 1 80 15,1 1 16-15,2 1 0 0,1-1-32 0,1 1 0 16,1 2 0-16,6-19 0 0,0 0 16 0,-5 36 0 0,5-36 0 0,0 0 0 16,0 0-224-16,0 0-32 0,0 0-16 0,29 37 0 15,-21-36-352-15,1 1 144 0,2-2-144 0,0-2 0 16,1 1 0-16,1-3 0 0,2 1 0 0,0-1 0 31,3-1-1280-31,1-2-224 0,1-1-32 0,1-1-13104 0</inkml:trace>
  <inkml:trace contextRef="#ctx0" brushRef="#br1" timeOffset="116411.59">19227 4428 13183 0,'-4'-4'288'0,"3"1"64"0,0 1 16 0,0 1 0 0,0 1-368 0,0 0 0 0,0 0 0 0,-1 0 0 0,-1 0 2624 0,0 0 448 16,-1 1 80-16,-1 1 32 0,2 1-1536 0,-2 0-304 16,1 1-64-16,0 1-16 0,0 1-800 0,-1-1-144 15,1 2-48-15,0 0 0 16,-1 3-16-16,1-1-16 0,0 3 0 0,-1 0 0 0,5-12-112 0,-12 33 0 16,12-33-128-16,-14 43 192 15,14-43 0-15,-12 43 0 0,12-43 0 0,-6 43 0 16,6-43 80-16,0 0 16 0,1 49 0 0,-1-49 0 15,0 0-96-15,0 0 0 0,0 0-16 0,0 0 0 16,27 40 48-16,-20-40 16 0,-1 0 0 0,1 0 0 16,-1-2-64-16,0-1-16 0,0 0 0 0,1-2 0 0,-1-1-160 15,0 0 0-15,0-2 0 0,-1 1 0 0,-1 0 0 0,0-3-192 16,-1-1 32-16,-1 1 16 16,1 1-752-16,-2-2-160 0,-1 0-32 0,-2 4 0 15,0-1-608-15,-2-1-128 0,0 3-32 0,-3-2-9984 16</inkml:trace>
  <inkml:trace contextRef="#ctx0" brushRef="#br1" timeOffset="116571.25">19016 4556 5519 0,'-4'0'496'0,"-1"0"-496"15,3 0 0-15,3 0 0 0,-1 0 2048 0,0 2 320 16,-1-2 64-16,-1 0 16 0,0 3 1184 0,2-3 224 0,3 0 48 16,1 0 16-16,3 0-1488 0,2-2-288 15,4 1-64-15,4-1-16 0,-1 0-1008 0,3-3-208 16,0 2-32-16,3-1-16 0,2 0-608 0,4 1-192 0,0-2 128 0,4 1-128 31,2-1-448-31,2 1-128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30.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3:18:04.884"/>
    </inkml:context>
    <inkml:brush xml:id="br0">
      <inkml:brushProperty name="width" value="0.05292" units="cm"/>
      <inkml:brushProperty name="height" value="0.05292" units="cm"/>
      <inkml:brushProperty name="color" value="#FF0000"/>
    </inkml:brush>
  </inkml:definitions>
  <inkml:trace contextRef="#ctx0" brushRef="#br0">5471 8369 3679 0,'-22'9'320'0</inkml:trace>
  <inkml:trace contextRef="#ctx0" brushRef="#br0" timeOffset="727.22">5034 8078 1839 0,'1'-4'160'0,"-1"0"-160"0,1 2 0 0,-1-1 0 32,1 3 512-32,0-4 80 0,0 0 16 0,0-4 0 0,2-1-64 0,-1-1-16 15,1 0 0-15,-1 3 0 16,-1 0 304-16,0 2 48 0,0-2 16 0,-1 3 0 15,0 1 272-15,0 0 64 0,0 0 16 0,0 2 0 16,0-1 224-16,0 0 64 0,0 1 0 0,0 1 0 16,0 0-432-16,-1 0-80 0,1 0 0 0,0 3-16 15,0-3-288-15,1 2-48 0,-1 0-16 0,0 0 0 0,0 3-208 0,0-2-64 16,0 1 0-16,0 1 0 16,1 2-64-16,-1 0 0 0,1 3-16 0,0-1 0 0,0 3-304 0,0 2 160 15,1 3-160-15,0 2 128 0,0 0-128 0,0 2 160 16,0 3-160-16,1 4 160 0,0 1-160 0,1 2 160 15,-1-3-160-15,1 3 160 0,1-2-160 0,0-3 0 16,-5-26 144-16,13 42-144 0,-13-42 0 0,0 0 0 16,23 37 0-16,-23-37 128 0,0 0 16 0,0 0 16 15,0 0 0-15,41-1 0 0,-32-10 416 0,1-4 64 16,0-4 32-16,0-2 0 0,1-2 224 0,-1-2 32 0,1 1 16 16,0-4 0-16,0-3-416 0,1-2-80 0,-1 2 0 0,-1 0-16 15,0 3-432-15,-4-1 128 0,1 3-128 16,-4 0 0-16,1 7 0 0,-3 3 0 0,0 5 0 0,-1 3 0 31,0 5-992-31,-1 3-80 0,-1 3-16 0,-1 4 0 0,1 3-1584 16,0 2-320-16,-2 4-64 0,1 0-8352 0</inkml:trace>
  <inkml:trace contextRef="#ctx0" brushRef="#br0" timeOffset="1106.78">5305 8202 3679 0,'4'0'160'0,"-2"-2"32"15,1 1-192-15,0 0 0 0,-1 1 0 0,0-2 0 0,0 0 1200 0,2 1 192 16,3-1 32-16,2-3 16 15,2 3 480-15,0-1 80 0,1 1 32 0,-1 2 0 0,1-3-496 0,0 3-112 16,0-2-16-16,0 1 0 0,0 0-592 0,-1-1-128 16,-1 0-32-16,0 1 0 0,-1-3-208 0,0 1-64 15,-2 1 0-15,-1-3 0 0,-2 0-256 0,1-1-128 16,-1 0 0-16,-1-1 128 0,-1 0-128 0,-1 0 0 16,-2 0 0-16,-1-3 128 0,-2 4-128 0,-2 0 0 15,-1-2 0-15,-2 2 0 0,-1 2 0 0,-1-1 0 16,-1 0 0-16,-1 3 0 0,0 0-352 0,-1 2 48 0,1 3 16 0,-1 0 0 15,1 3 160-15,0 0 128 0,1 4-192 0,1-1 192 16,2-1 0-16,1 2 176 0,2 1 0 0,1-1 0 16,3 2 272-16,0 1 48 0,3 2 16 0,0-3 0 15,3 0 224-15,-4-12 48 0,0 0 16 0,0 0 0 16,29 42 128-16,-29-42 32 0,0 0 0 16,0 0 0-16,43 19-208 0,-43-19-48 0,0 0 0 0,41 0 0 15,-26-3-128-15,-1 0-48 0,0-2 0 0,-2-1 0 16,0 0-288-16,-2 0-64 0,1-1-16 0,-1 0 0 15,-1 0-400-15,-1 0-80 0,1 0 0 0,-2 0-16 32,0-1-2400-32,-1 2-464 0</inkml:trace>
  <inkml:trace contextRef="#ctx0" brushRef="#br0" timeOffset="1487.68">5600 8091 3679 0,'-1'0'320'0,"0"-2"-320"16,1 2 0-16,0 0 0 15,-1 0 1472-15,1-2 240 0,-1 1 32 0,0-1 16 0,1-2 448 0,0 1 96 0,1-2 0 0,2-1 16 32,1 0-1024-32,-1 2-208 0,4-3-32 0,-2 2-16 0,3 0-432 0,0 0-96 0,0 3 0 0,1 0-16 15,-1 2 48-15,-8 0 16 0,0 0 0 0,0 0 0 16,0 0-16-16,39 31 0 15,-39-31 0-15,0 0 0 0,15 43-352 0,-13-27-192 0,-1 0 192 0,-2 1-192 16,-1 0 0-16,-1-2 0 0,-1-1-160 0,1-2 160 16,-2-1-400-16,-1-2 32 0,2-2 16 0,-2-1 0 15,2-2 352-15,0-2 0 0,0-2 0 0,1-2 128 16,2-2 784-16,-1-2 160 0,0-3 16 0,2-1 16 0,0-1 0 16,1-3 0-16,2-1 0 0,-1-2 0 0,3 1-384 15,0-5-80-15,1 2 0 0,2-3-16 0,0 1-336 0,0 2-64 16,1 0-16-16,0 2 0 0,0 3-208 0,-1 4 0 15,1 1 0-15,-1 2 0 0,1 0 0 0,-2 2-192 16,0 4 192-16,-1 1-208 16,-1 1-1056-16,0 4-208 0,0 0-32 0,-2-1-8624 15,0 4-1728-15</inkml:trace>
  <inkml:trace contextRef="#ctx0" brushRef="#br0" timeOffset="2164.75">5912 7942 9215 0,'1'-9'400'0,"0"4"96"0,0-2-496 0,0 4 0 15,0 1 0-15,-1 2 0 16,0-2 1536-16,0 0 192 16,1-1 64-16,0 0 0 0,0 3 544 0,-1 0 112 0,0 5 32 0,0 4 0 0,0 1-688 0,0 4-128 15,0 1-16-15,0 4-16 0,1-1-848 0,0 1-160 16,-1-19-48-16,4 38 0 0,-4-38-384 0,7 29-192 31,-7-29 160-31,0 0-160 0,0 0 0 0,0 0 128 0,0 0-128 0,0 0 0 0,0 0 0 0,39 21 0 16,-32-30 128-16,0-1-128 15,0-2 0-15,-1 0 176 0,2-2-176 0,-2 0 160 16,1-3-160-16,-1 3-256 0,0-3 64 0,-1 1 16 0,0 2 0 0,0-3 0 0,-1 0 0 0,0 1 0 31,0-1 176-31,-1 1 0 0,-1 1 0 0,-1 3 0 16,1 3 0-16,-1 2 0 0,0 5 0 0,-2 0 0 15,1 4 304-15,-1 2 32 0,0 4 16 0,-2 2 0 16,3 1 336-16,-2 3 64 0,-1 7 16 0,0 5 0 16,-1 8-384-16,2 4-80 0,-1 7-16 0,-1 4 0 15,2-1-160-15,1-3-128 0,0-2 144 0,1 7-144 0,-1 2 0 16,1 0 0-16,1 0 0 0,-1-7 0 0,0-5 0 16,-1-9 0-16,-1-3 0 0,-2-4 0 0,0 0 0 0,-1-5 0 15,-1 0 0-15,0-5 0 0,-1-2 304 0,1 0 16 16,-2-5 0-16,1-2 0 0,-1-3-64 0,1-2 0 15,0-1 0-15,0-3 0 0,1-3-256 0,-1-2 0 16,2-1 128-16,-1-3-128 0,0-2 0 0,0-3 128 16,0-5-128-16,1-3 0 0,1-1 0 0,1-4 0 15,1-2 0-15,1-4 0 0,3 2 0 0,2 2-272 16,2 2 48-16,2 3 16 16,1 1-624-16,4 1-112 0,6 2-16 0,1 1-16 15,3 6-944-15,2 4-192 0,2 5-48 0,0 1-11424 0</inkml:trace>
  <inkml:trace contextRef="#ctx0" brushRef="#br0" timeOffset="3415.39">6409 7914 7359 0,'0'-3'656'0,"0"0"-528"15,1 2-128-15,-1 1 0 0,-1 0 688 0,0-1 96 16,1 1 32-16,-1-2 0 0,0 0 496 0,-1-1 96 16,-1 1 32-16,-1 0 0 0,1 1-320 0,-1 1-64 15,-1 0-16-15,2 1 0 0,-2 1-112 0,0 1-32 16,1 2 0-16,-2-1 0 0,0 3-160 0,-2 2-32 15,1-2-16-15,0 5 0 0,1-1-112 0,-1 4 0 0,0 4-16 16,-1 2 0-16,3 3 0 0,-1 3 0 0,3 1 0 0,-1 0 0 16,1 1-48-16,1-5 0 0,1 0 0 0,2-3 0 15,1-2-112-15,-2-19-16 0,8 35-16 0,-8-35 0 16,0 0-368-16,0 0 0 0,33 40 0 0,-33-40 0 31,0 0-832-31,42 1-224 0,-30-4-48 0,0-2-16 0,1 1-160 0,1-6-48 0,1 1 0 0,1-1-9840 16</inkml:trace>
  <inkml:trace contextRef="#ctx0" brushRef="#br0" timeOffset="3958.65">6601 7929 4479 0,'-2'-4'0'0,"0"2"192"0,1 0-48 0,0 1-16 0,1 1-128 0,0 0 0 15,0 0 0-15,-1-2 0 0,0 2 1472 0,-1 0 272 16,0 2 48-16,0-2 16 0,0 5-336 0,-1-1-80 16,-1 2-16-16,0 3 0 0,0 3-416 0,-1 3-64 0,1 3-32 0,-1 3 0 15,1 1-176-15,0 2-48 16,4 0 0-16,-2-3 0 0,1-2-112 0,0-3-16 0,1-1-16 0,1-1 0 16,0-3-208-16,1-2-32 0,1-3-16 0,0-1 0 15,1-2-240-15,-1-2 144 0,2-2-144 0,0 0 128 16,-1-3-128-16,1 1 0 0,0-2 0 0,0 0 0 15,0 0-240-15,0-1-16 0,0-1-16 0,0 2 0 32,-1-3-144-32,1 2-32 0,0 0 0 0,-1-3 0 0,1 1 0 0,-1-1 0 0,0-2 0 0,0 1 0 15,1-4 16 1,-2 2 0-16,2-2 0 0,-1 0 0 0,0 2 128 0,0 0 32 0,0 0 0 0,-1 0 0 16,0 3 272-16,0 0 0 0,-1 4 0 0,0 0 0 0,-1 2 256 15,-1 1 96-15,-1 1 32 0,0 1 0 0,-1 0 304 0,0 1 64 16,0 1 16-16,-1-1 0 0,1 3-192 0,-1 1-16 15,-1-3-16-15,0 3 0 0,2 0 32 0,-1-1 16 16,0 4 0-16,-1-4 0 0,2 4 96 0,-1-2 16 16,1 2 0-16,-1-1 0 0,1 3 0 0,0 1 16 15,1-1 0-15,0 0 0 0,1 1-336 0,1-2-64 16,0-1 0-16,1 1-16 0,-2-9-160 0,0 0-16 16,0 0-128-16,0 0 192 0,0 0-192 0,27 33 0 15,-21-30 0-15,-2 0 0 0,2-1-256 0,0 0-80 16,-1-2-32-16,2-2 0 15,0-3-1328-15,0 2-272 0</inkml:trace>
  <inkml:trace contextRef="#ctx0" brushRef="#br0" timeOffset="4279.89">6840 7899 4607 0,'-3'-4'192'0,"1"1"64"0,2 1-256 0,0 0 0 0,0 1 0 0,0 1 0 16,0 0 1376-16,0 0 224 0,1-2 64 0,0 2 0 16,0-3 320-16,1 3 80 0,0-2 16 0,-1 2 0 15,2 2-576-15,1-1-112 0,0 3-32 0,0-1 0 16,1 4 128-16,-5-7 32 0,0 0 0 0,0 0 0 0,26 38-544 0,-26-38-96 16,0 0-32-16,21 43 0 15,-21-43-80-15,0 0 0 0,20 47-16 0,-20-47 0 0,0 0-208 0,14 43-32 16,-14-43-16-16,0 0 0 0,7 35-240 0,-7-25-64 15,-2 1 0-15,-2 0 0 0,0-2-64 0,-3 2-128 16,0-1 176-16,-2-1-176 0,-2 2 0 0,0 0 0 16,-3 1 0-16,-1-1 0 0,0 1 0 0,-2 0 0 15,-2 0 0-15,2-1 0 16,0-1-528-16,3 0-176 16,3-3-16-16,4-2-9792 0,2-1-1968 0</inkml:trace>
  <inkml:trace contextRef="#ctx0" brushRef="#br0" timeOffset="4785.53">7123 7984 7359 0,'-1'-2'656'0,"-1"2"-528"0,2 0-128 0,0 0 0 0,0 0 1216 0,-1 0 192 16,0 0 64-16,-1 0 0 0,0 0 864 0,-1-1 176 0,2 0 48 0,1 1 0 15,0-2-896-15,0 2-192 0,3-2-16 0,1 1-16 16,0 1-464-16,1 0-80 0,2-2-32 0,1 1 0 31,1-1-352-31,2 2-80 0,1-2-16 0,1 0 0 16,0 0-144-16,0 1-16 0,0-1-16 0,-1 0 0 0,-1 1-112 15,-1-2 0-15,-2 2-128 0,0-2 192 16,-2 2-192-16,0 0 0 0,-1-1 0 0,-1 2 0 16,-1-1-496-16,-1 1-80 0,0 1-32 0,-2 1-8768 15,0-1-1760-15</inkml:trace>
  <inkml:trace contextRef="#ctx0" brushRef="#br0" timeOffset="5022">7145 8051 5519 0,'-4'2'240'0,"2"-2"64"0,0 0-304 0,1 0 0 16,1 0 0-16,0 1 0 0,0-1 1648 0,-1 2 272 15,1-2 48-15,-1 2 16 0,1 0 320 0,1-1 64 16,1 1 0-16,1 0 16 0,1 1-912 0,1-1-176 0,-1-2-32 0,3 1-16 15,1-1-256-15,0 0-48 0,3-1-16 0,1-1 0 16,0-1 32-16,0 1 0 0,0-1 0 0,1 0 0 16,-2-1-352-16,0 2-64 0,-1-1-16 0,-1 1 0 15,2 0-336-15,-3 0-64 0,0-1 0 0,0-1-128 16,-2 1 0-16,0 3 0 0,-2-4 0 0,1 3-144 16,-1-3-976-1,0 3-192-15</inkml:trace>
  <inkml:trace contextRef="#ctx0" brushRef="#br0" timeOffset="5558.1">7593 7844 4607 0,'4'-8'192'0,"-1"2"64"0,-1 2-256 0,-1 1 0 0,0 1 0 16,0 2 0-16,-1-3 1184 0,1 1 192 0,1-2 32 16,-2-1 16-16,2 0 144 0,-1 3 32 15,-1 0 0-15,-1 4 0 0,0 0-64 0,0 3 0 0,-1 2 0 0,-1 0 0 16,0 2-624-16,0 3-128 0,1 2-16 0,-1 3-16 16,1 0-208-16,0 1-32 0,2 3-16 0,-1-1 0 15,1 1-48-15,0 1-16 0,1-1 0 0,0-2 0 16,-1-19-80-16,7 34-16 0,-7-34 0 0,0 0 0 15,0 0-64-15,0 0-16 0,30 35 0 0,-23-37 0 16,0-1 0-16,0-1 0 0,0-2 0 0,0-3 0 16,1 0 112-16,0-2 16 0,1-2 0 0,1-1 0 0,-1 2-384 15,-1-2 128-15,1 2-128 0,-2 0 0 0,1-2-176 0,0-1-96 16,-1 2-32-16,0 0 0 16,-2-1-144-16,1 0-48 15,-1 0 0-15,1-1 0 0,-1 1 192 0,-1 0 48 0,0 2 0 0,-1 2 0 0,-1 2 256 0,-1 2 0 16,0 4 0-16,-1 2 0 0,0 0 0 0,-1 2 0 15,1 3 0-15,-3 1 144 0,1 0 160 0,-2 3 16 16,1 1 16-16,0 0 0 0,-1 4 64 16,0 0 16-16,1 2 0 0,0 1 0 0,1 0 112 0,0 1 32 15,2 2 0-15,0-2 0 0,0-18 128 0,3 34 16 16,-3-34 16-16,0 0 0 0,11 39-384 0,-11-39-80 16,0 0 0-16,0 0-16 0,0 0-240 0,0 0 0 0,41 27 0 15,-33-27 0 1,1-4-368-16,1-1-64 0,0 0-16 0,0-5-9984 0,1 1-2016 0</inkml:trace>
  <inkml:trace contextRef="#ctx0" brushRef="#br0" timeOffset="6000.8">8033 7579 11967 0,'-5'0'528'0,"0"0"112"0,1-2-512 0,2 2-128 15,2 0 0-15,-1-2 0 0,-1 2 1440 0,-1-1 256 16,0-1 48-16,-1-2 16 0,-2 1-480 0,1-2-80 16,2 3-32-16,2 0 0 15,-1-1-448-15,2 0-80 0,2 1-32 0,0 0 0 0,0 0 288 0,1 2 64 16,2 0 16-16,-1-2 0 16,2 2-144-16,0 0-48 0,2 2 0 0,-1-2 0 0,2 2-256 0,-2 0-48 15,1 0-16-15,1 1 0 0,-9-3-272 0,0 0-48 16,0 0-16-16,0 0 0 0,41 17-128 0,-36-13 0 0,1-1 0 15,-2 2 128-15,0-2-128 0,-1 0 0 0,-2 0 0 16,-2 0 0-16,0 0 0 0,-1-2 0 0,-1 4 0 0,0-3 0 16,-2 3 128-16,-1-3-128 0,-1 3 128 0,0 0-128 15,-2-1 224-15,0 2-32 0,0 0-16 0,-1 2 0 16,3-2-176-16,1 0 192 0,3 0-192 0,0-1 192 16,2 0 208-16,2-2 48 0,1 1 16 0,1-3 0 15,0 1 80-15,3-2 16 0,0-2 0 16,2-1 0-16,1 0-160 0,-1-1-16 0,2-3-16 0,0 2 0 15,-1 0-176-15,1-2-16 0,1 2-16 0,1-3 0 16,-2 2-160-16,-1 1 128 16,2-2-128-16,-2 2 128 0,2 1-128 0,-2-1 0 0,0 2 0 0,0-1-11936 15,0 2-2416-15</inkml:trace>
  <inkml:trace contextRef="#ctx0" brushRef="#br0" timeOffset="9505.34">5481 9666 9215 0,'3'-5'816'0,"0"0"-656"0,-2 3-160 0,0 0 0 15,-1 1 736-15,1-4 112 0,2-1 32 0,2-4 0 16,1-3 272-16,0 0 48 0,0 0 16 0,0 2 0 16,-2 2 0-16,-1 4 16 0,0 0 0 0,-1 3 0 15,-1 0-64-15,1 2-16 0,-1 2 0 0,0 1 0 16,-1 3-288-16,0 4-64 0,2 3-16 15,0 4 0-15,1 3-304 0,-1 3-64 0,1 4-16 0,1 2 0 16,-1 3-240-16,2 3-160 0,-1 0 192 0,1-1-192 16,1-1 128-16,0-1-128 0,0-4 0 0,-6-28 0 0,15 43 128 0,-15-43-128 31,0 0 0-31,0 0 0 0,34 35 128 0,-34-35-128 0,0 0 0 0,0 0 0 16,34-7 336-16,-27 0 16 0,2-5 0 0,0-2 0 0,0-5 224 0,1-2 32 15,-2-3 16-15,0-2 0 0,0 2-208 16,-2-4-32-1,2 2-16-15,-2-3 0 0,1 0-160 0,-2 3-16 0,1-2-16 0,-3 3 0 0,1 2-176 0,-1 0 128 16,-1 4-128 0,-1 5 128-16,0 3-128 0,0 5 0 15,-1 1-192-15,2 5 192 16,-1 1-1200-16,0 4-112 0,-1 1-32 0,1 2-13120 0</inkml:trace>
  <inkml:trace contextRef="#ctx0" brushRef="#br0" timeOffset="9868.67">5916 9716 6447 0,'5'-5'272'0,"-2"2"80"0,2 1-352 0,-1 0 0 0,-2-1 0 0,0 3 0 15,1-2 1680-15,2 0 272 0,3-1 48 0,3 1 16 16,2-1-144-16,-1 1-16 0,-1-1-16 0,0 1 0 16,-2 2-720-16,0-2-144 0,-1 0-16 0,0-1-16 0,0-2-304 0,-1 1-48 15,-1-3-16-15,0 2 0 0,-2-3-160 16,-1 2-32-16,0-2-16 0,-3 1 0 0,0 0-368 0,-3 3 128 15,0-2-128-15,-1 2 0 0,-2-1 0 0,-2 0 0 16,0 2 0-16,-4 0-192 0,2 2-16 0,-3-1-16 16,-1 2 0-16,-1 2 0 15,1 1-176-15,0-1-48 0,1 3 0 0,1 2 0 0,1-2 448 0,2 2 0 16,1 2 0-16,-1 1 0 0,3 2 672 0,0 2 160 16,0-2 48-16,1 4 0 0,3-1-208 0,0 1-32 15,2 3-16-15,2-2 0 0,-1-2-112 0,-1-15 0 0,0 0-16 16,17 41 0-16,-17-41 176 0,0 0 32 0,0 0 16 0,37 26 0 15,-37-26-160-15,0 0-48 0,0 0 0 0,45-2 0 16,-33 0-320-16,0-3-192 0,1-2 192 16,-1-2-192-1,2 0-432-15,0 1-192 0,-1-4-32 0,1 3-16 16,0 0-1568-16,0 1-320 0,0-1-64 0,-2 4-5920 0,0-3-1184 0</inkml:trace>
  <inkml:trace contextRef="#ctx0" brushRef="#br0" timeOffset="10217.7">6203 9661 4607 0,'-1'-2'400'0,"-1"1"-400"16,1-1 0-16,1 2 0 0,0 0 1712 0,-1 0 256 16,-1-2 48-16,-1-1 16 0,0-2 304 0,1 1 64 15,0-3 16-15,1 2 0 0,2-2-592 0,1 1-112 16,1-2-32-16,2 1 0 0,2-1-720 0,0-1-128 16,1 2-48-16,1-3 0 0,0 4-496 0,0 0-96 15,0 2-32-15,0 0 0 0,0 3 112 0,-9 1 32 16,0 0 0-16,0 0 0 0,0 0 16 0,39 27 16 15,-39-27 0-15,0 0 0 16,20 40-336-16,-20-40 0 0,6 30 0 0,-4-13 128 0,-1-2-128 0,-1 1 0 0,-2-4 0 0,-1 0 0 16,0-1 0-16,1-4 128 0,-1 1-128 0,-1-4 128 15,1 1 160-15,1-2 32 0,1-1 16 0,0-4 0 16,1-1 288-16,0-2 48 0,2-2 16 0,-1-4 0 16,3-2-96-16,1-1-16 0,0-3 0 0,1 1 0 15,1-3-320-15,3 0-64 0,-2-2 0 16,0 0-16-16,2 1-176 0,-1-1 0 0,2 0 0 0,-1 1 0 15,2 2 0-15,-1 4-272 0,0 2 32 0,-2 1 16 16,0 2-1536-16,-1 3-304 16,1 3-64-16,-1 1-12752 0</inkml:trace>
  <inkml:trace contextRef="#ctx0" brushRef="#br0" timeOffset="10709.01">6548 9474 5519 0,'2'-5'240'0,"-1"2"64"0,1 1-304 0,-1 0 0 15,-1 2 0-15,1 0 0 0,-1 0 1408 0,1 0 240 16,0-2 32-16,0 4 16 0,1-1 688 0,-1 3 144 16,1 3 32-16,0 2 0 0,1 3-304 0,0 0-48 15,-3-12-16-15,7 33 0 16,-7-33-1056-16,10 31-224 0,-10-31-32 0,0 0-16 0,0 0-544 0,27 35-96 0,-27-35-32 0,0 0 0 31,0 0-192-31,0 0 0 0,38-2 0 0,-30-3 0 0,-2-2 0 0,0 0 0 16,0-4 0-16,0 1-160 15,-1-2-208-15,1-2-32 0,-1 2-16 0,-1-2 0 0,1 0-768 16,-1 0-160-16,-1-1-16 0,1-2-16 16,0 3 544-16,-2-2 96 0,0 1 32 0,-1 1 0 0,0 0 528 0,-1 2 176 15,0 0 0-15,0 0 0 0,0 5 0 0,1 0 256 0,0 2-32 0,0 5 0 0,1 0 800 16,-1 3 176-16,0 1 16 0,0 3 16 0,0 3 144 0,-1 2 32 31,1 0 0-31,0 6 0 0,1 6-496 0,0 4-80 0,1 6-32 0,0 0 0 0,0 3-288 0,2-2-48 31,0 0-16-31,-2-3 0 0,3 0-128 0,-2-2-16 16,0 1-16-16,-1-3 0 0,-1-2-144 0,0-1-16 16,-1 1-128-16,-2-1 192 0,-1-4-192 0,-2-2 0 15,-1 1 128-15,0-3-128 0,0-2 160 0,-2-3-16 16,0 0 0-16,-2 0 0 0,-1-3-16 0,-2 1 0 16,-1 0 0-16,-1-1 0 0,-1-4-128 0,0 2 0 0,-1-3 0 15,0-1 0-15,-1-3 0 0,-1 0 0 0,2-2 0 0,-1-2 0 16,2-2-256-16,-1-5 32 0,0-4 0 0,-2-2 0 31,0-2-1344-31,-2-4-272 0,2-3-48 0,2-3-13824 0</inkml:trace>
  <inkml:trace contextRef="#ctx0" brushRef="#br0" timeOffset="11720.35">7133 9293 8287 0,'1'-4'736'0,"-1"3"-592"0,0 1-144 0,-1 0 0 15,0 0 960 1,-1 0 176-16,0 0 16 0,-3 0 16 0,0 0-16 16,-3 3 0-16,-1 2 0 0,-1 0 0 0,0 5-80 0,-1 1-32 0,0 3 0 0,-1-1 0 31,3 3-192-31,0 3-32 0,0 4-16 0,1-1 0 0,3 3 32 0,0 1 16 0,2 1 0 0,1 1 0 16,1 3 48-16,1-5 0 0,2 0 0 0,0-2 0 31,-2-24-176-31,8 36-16 0,-8-36-16 0,0 0 0 0,24 35-304 0,-24-35-64 0,0 0-16 0,0 0 0 15,46 17-304-15,-46-17-144 0,32-5 16 0,-16 0 0 16,2-2-1056-16,-1-2-208 0,3-1-32 0,-1-4-11648 16</inkml:trace>
  <inkml:trace contextRef="#ctx0" brushRef="#br0" timeOffset="12131.89">7280 9352 6447 0,'-2'-4'272'16,"1"0"80"-16,1 1-352 0,0 0 0 0,0 3 0 0,0 0 0 0,0-2 1664 0,0 2 256 0,1-2 48 0,0 0 16 16,0 1 496-16,1 1 96 15,0 0 32-15,0 1 0 16,1 3-640-16,-2 1-128 0,3 4-32 0,-1 1 0 15,-3-10-736-15,6 26-160 0,-6-26-16 0,8 28-16 16,-8-28-560-16,7 36-128 0,-7-36 0 0,7 33-16 16,-7-33-176-16,7 31 0 0,-7-31 0 0,0 0 0 15,10 33 0-15,-10-33 0 0,0 0 0 0,0 0 0 16,0 0 0-16,0 0 0 0,0 0 0 0,0 0 0 16,0 0 0-16,0 0 0 0,0 0 128 0,0 0-128 0,0 0 0 0,0 0 160 15,40 1-160-15,-37-7 160 0,-1 2-160 0,1-4 128 16,-1 1-128-16,1-4 128 15,0 1-128-15,0-4 0 0,0 0 0 0,-1-1 0 0,1 2 0 0,0 0 0 16,0-1 128-16,0-3-128 0,0 2 0 0,1 0 0 16,-1 1 0-16,-1 2 128 0,1 2-128 0,0 1 0 15,0 4 0-15,-1-2 0 16,-1 3-624-16,0 1-48 0,1 0-16 0,-1 1-13760 0</inkml:trace>
  <inkml:trace contextRef="#ctx0" brushRef="#br0" timeOffset="12480.16">7526 9407 3679 0,'3'6'320'0,"0"-3"-320"0,-1 1 0 0,1-3 0 15,1 0 1760-15,-2-1 288 0,0 0 48 0,4-1 16 16,2 1 384-16,4-2 64 0,3-3 32 0,0-1 0 16,-1-2-624-16,0-2-128 0,-1-2-32 0,0 1 0 15,-2-1-704-15,0-2-144 0,0 2-16 0,-1 0-16 16,-1-2-512-16,-2 0-96 0,0 2-32 0,-3 0 0 0,0 0-160 0,-2 1-128 15,-2 1 144-15,-2-1-144 16,-2 1 0-16,0 3 0 0,-3 1 0 0,-1 3 0 0,0 3 0 0,-2 1 0 16,0 1 0-16,0 4 0 15,-1 1 0-15,0 3 0 0,1 1 0 0,1 1 0 0,1 2 0 0,0 0 0 16,1 2-192-16,0 1 192 0,3 0 0 0,1-1 0 16,1 1 0-16,1-2 0 0,4 1 256 0,-3-16-64 15,0 0 0-15,14 36 0 0,-14-36 224 0,0 0 32 16,0 0 16-16,0 0 0 0,45 21-64 0,-45-21-16 0,0 0 0 15,36-9 0-15,-23 4-240 0,-1 0-144 0,1-5 160 0,0 1-160 32,1-3-384-32,0 0-160 0,-1 0-32 0,0 0-9632 0,-1 1-1920 0</inkml:trace>
  <inkml:trace contextRef="#ctx0" brushRef="#br0" timeOffset="12829.65">7875 9208 8287 0,'-3'0'368'0,"1"0"80"0,0 0-448 15,1 0 0-15,1 0 0 0,0 0 0 16,0 0 1712-16,0-2 256 0,0-1 48 0,2-1 16 0,0 0-128 0,1-2-32 16,0 0 0-16,3-2 0 0,0 1-736 0,0-3-160 15,1 1-16-15,2 2-16 0,-1-3-288 0,1 3-48 16,1 2-16-16,-2-1 0 0,1 3-144 0,0 0-48 16,-2 3 0-16,-7 0 0 15,0 0 112-15,0 0 0 0,0 0 16 0,33 36 0 16,-33-36-368-16,6 26-160 0,-4-10 128 0,-2-1-128 0,0 2 0 0,-2-3 0 15,1 1 0-15,-1-2 0 0,0-1-320 0,0 0 48 0,-1-5 16 0,2 0 0 16,1-2 256-16,-1-3 0 0,2-1 0 0,-1-1 0 16,1-1 320-16,0-1 192 0,0-3 16 15,1 0 16-15,-1-2 288 0,2-2 48 0,1-1 16 0,1-3 0 16,-1 0-320 0,1 1-64-16,0-2-16 0,1-2 0 0,0 3-304 0,-1-1-64 15,2 0-128-15,-1 1 192 0,1 0-192 0,1 1 0 16,0 0 0-16,0 0 0 0,-1 3-624 15,1-2-112-15,-2 2-32 16,1 0-15152-16</inkml:trace>
  <inkml:trace contextRef="#ctx0" brushRef="#br0" timeOffset="13321.24">8191 9029 9215 0,'3'-3'400'0,"-1"0"96"0,-1 1-496 0,0 1 0 15,0-1 0-15,-1 2 0 0,1 0 1408 0,0-1 192 16,0 0 48-16,1-1 0 15,2 2 208-15,-3 2 64 0,0 0 0 0,0 4 0 16,-1 3-176-16,1 2-16 0,-1 1-16 0,-1 2 0 0,2 3-864 0,0 0-160 31,0-2-48-31,-1-15 0 0,4 29-448 0,-4-29-192 0,0 0 176 0,0 0-176 0,19 35 176 0,-19-35-176 16,0 0 192 0,0 0-192-16,0 0 128 0,38-5-128 0,-29-1 0 0,0-3 0 0,0 0 0 0,0-1-304 0,2 0 48 31,-2-2 0-16,2-2-1072-15,-1 0-208 0,0 1-32 0,0-1-16 16,-1 1-640-16,-2 1-128 0,0 0-16 0,-1-1-16 0,1 0 976 0,-2-1 192 16,0 2 32-16,-2-2 16 0,0 2 144 0,-2-2 48 0,-1 4 0 15,0 0 0-15,-2 2 976 0,1 2 288 0,0 3 16 0,-1 2 0 0,0 3 1216 16,0 3 240-16,0 0 48 0,1 4 16 0,-2 0 304 0,0 1 64 16,0 4 16-16,1-2 0 0,1 0-288 0,0 0-48 15,1 4-16-15,1 4 0 0,0-1-624 0,2 4-128 16,-3-23-16-16,9 51-16 0,-9-51-336 0,12 54-64 15,-12-54-16-15,14 54 0 0,-14-54-272 0,13 53-64 16,-13-53-16-16,14 54 0 0,-14-54-64 0,12 52-16 16,-7-26 0-16,-1 0 0 0,-1-2-224 0,-2 2 0 15,-1-2 0-15,-2-1 0 0,-2-4 0 0,-1 0 0 16,1-5 0-16,-3-2 0 0,2-2 0 0,-5-1 0 16,-1 1 128-16,-4-1-128 0,-4-2 0 0,-3-2 0 15,-4 0 0-15,-3-4 0 16,-1-1-480-16,2-4-192 0,4-1-32 0,2-1-16 15,3-2-1056-15,1-1-208 0,1-2-32 0,3 1-12112 0</inkml:trace>
  <inkml:trace contextRef="#ctx0" brushRef="#br0" timeOffset="13670.71">8837 8930 6447 0,'-8'5'272'0,"1"-2"80"0,2-1-352 0,1 0 0 15,1-1 0-15,2 1 0 0,-2-2 1888 0,-2 2 304 16,-2 1 64-16,-3 1 16 0,-1-1 496 0,2 2 112 15,1-1 0-15,0 1 16 16,2 0-960-16,0 2-192 0,3 0-32 0,-1 0-16 0,1 3-752 0,1 3-160 16,2 2-16-16,0 4-16 0,3 3-272 0,1 3-48 0,1 0-16 0,-5-25 0 15,18 56-48-15,-18-56-16 0,21 50 0 0,-21-50 0 16,22 33-160-16,-22-33-48 0,0 0 0 16,41 32 0-16,-41-32-144 0,0 0 0 0,46 11-160 0,-46-11 160 15,28-5-1152 1,-13-1-144-16,0-2-32 0,0-1-8784 0,0-1-1776 0</inkml:trace>
  <inkml:trace contextRef="#ctx0" brushRef="#br0" timeOffset="14129.5">9114 8954 3679 0,'-2'-1'320'0,"0"0"-320"16,1 1 0-16,0 0 0 15,1 0 1872-15,-1 0 304 0,-1 0 64 0,-1 0 16 0,-2 1 672 0,-1 0 128 16,1 1 16-16,-1-1 16 0,2 2-720 0,-1 1-128 15,1-2-48-15,1 3 0 0,0 0-848 0,0 2-192 16,0 0-16-16,0 0-16 0,2 2-496 0,0 1-112 16,-1 3 0-16,2 2-16 15,2 2-256-15,0-2-48 0,-2-15-16 0,9 32 0 0,-9-32-176 0,0 0 0 16,22 38 0-16,-22-38 128 0,0 0-128 0,0 0 0 0,40 26 0 0,-40-26 0 16,0 0-256-16,31 0 32 0,-20-4 0 0,-1-3 0 31,1 0-624-31,-1-2-128 0,1-2-32 15,0-3 0-15,1 0-1520 0,-2 0-304 0,-2 0-64 0,1 0-16 0,-3 0-256 0,0-1-48 0,0 0-16 0,-1 1 0 16,-2-2 1696-16,0-1 352 0,-1 3 64 0,-1 0 16 0,-2 2 1296 0,0 3 272 16,0 1 48-16,-1 4 16 0,0 1 1216 0,2 3 240 15,-1 1 64-15,-1 3 0 0,0 3 224 16,-1 2 48-16,0 1 16 0,1 3 0 0,-1 0-128 0,-1 1-32 16,1 3 0-16,1 2 0 0,0 0-800 0,1-2-160 31,1 1-48-31,1-4 0 0,-1-14-464 0,0 0-80 0,11 36-32 0,-11-36 0 0,0 0-336 0,0 0-64 15,0 0 0 1,0 0-16-16,39 22-176 0,-32-22 0 16,1-3 0-16,-1 1 0 0,1-3-144 0,0 3-16 15,-1-3 0-15,2 0 0 16,-2-1-720-16,2 0-144 0,0-3-16 0,0 2-9760 0,0-1-1936 0</inkml:trace>
  <inkml:trace contextRef="#ctx0" brushRef="#br0" timeOffset="14477.76">9489 8884 4799 0,'1'-3'0'0,"-1"0"192"0,1 0-48 0,-1 0 16 0,1 2-160 0,-1-1 0 16,1 0 0-16,0-1 0 0,0-4 880 0,1 0 144 15,0-2 16-15,0 2 48 0,0 1 800 16,1 2 160-16,-1 0 48 0,1 1 16 0,-1 1 256 0,0-1 64 16,1 3 0-16,0-2 16 0,1 2-176 0,0-2-32 15,0 1-16-15,1 1 16 0,0 0-608 0,-5 0-128 16,0 0-32-16,0 0 32 0,0 0-608 0,43 22-112 16,-43-22-16-16,0 0 0 0,35 33-400 0,-35-33-96 0,0 0-16 15,37 50 16-15,-37-50-272 0,22 41 160 0,-22-41-160 16,20 49 160-16,-20-49-160 0,15 52 0 0,-15-52 0 0,7 52-144 15,-6-28 144-15,-3-2-208 0,-1 1 80 0,-2-2 128 16,-2-2-240-16,0-4 48 0,-1-1 16 0,0-7-18176 16</inkml:trace>
  <inkml:trace contextRef="#ctx0" brushRef="#br0" timeOffset="14953.34">9879 8753 11967 0,'0'-3'528'0,"0"1"112"0,1 0-512 0,0-1-128 0,0 3 0 0,-1-2 0 16,1 0 1648-16,0-1 288 0,3 1 64 0,1-3 16 15,0-1 384-15,1 1 80 0,0 2 16 0,2 0 0 16,-1 3-704-16,-7 0-144 0,0 0-32 0,0 0 0 16,42 20-608-16,-42-20-128 0,0 0-32 0,36 38 0 15,-36-38-336-15,23 41-80 0,-23-41-16 0,21 46 0 0,-21-46-192 0,15 50-32 16,-15-50-16-16,9 47 0 16,-9-47-176-16,3 45 0 0,-3-21 0 0,-3-2 0 0,-2 1 0 0,-2-1 0 15,-3-1 0-15,-3 2 0 0,1-1 0 0,-2-1 0 16,-1 0 0-16,-2 1 0 15,0-3-352-15,2-2-48 0,0-1-16 0,1-3-10944 16,2-2-2192-16</inkml:trace>
  <inkml:trace contextRef="#ctx0" brushRef="#br0" timeOffset="15510.95">10337 8881 7359 0,'-2'2'656'16,"1"-2"-528"-16,1 0-128 0,0 0 0 16,0 0 1408-16,0 0 240 0,0 0 48 0,0 0 16 15,2 1 688-15,1-1 144 0,1-1 16 0,2-1 16 16,2 2-480-16,2-5-112 0,0 3 0 0,0-3-16 0,3 0-304 0,0-1-64 15,1 0-16-15,-1 2 0 0,1-1-624 0,-2 0-112 16,-2 3-16-16,-1-2-16 0,1 3-528 16,-3-2-96-16,0 1-32 0,0 1 0 0,-1 0-160 0,-2-1 0 15,1 2 0-15,-2 0 0 16,-1 0-1024-16,-2 0-144 0,1 2-32 0,-2-1-14928 16</inkml:trace>
  <inkml:trace contextRef="#ctx0" brushRef="#br0" timeOffset="15765.44">10384 8995 7359 0,'-4'5'320'0,"0"-2"80"0,0 0-400 0,2-2 0 0,1 1 0 0,0-2 0 16,1 0 2032-16,0 2 320 0,-1-1 64 0,-1 1 16 15,0 0 224-15,2-1 48 0,0 0 16 0,2-1 0 16,1-1-544-16,0 0-128 0,1-1 0 0,2-1-16 15,1-2-560-15,0 3-96 0,3-3-32 0,-1 1 0 16,1 1-592-16,1-1-128 0,-1-1-32 0,1 2 0 16,-1 1-336-16,1 0-80 0,-1-1-16 0,-1 1 0 0,0 2-160 0,0-2 0 15,-1 1 0-15,2 1 0 0,-4 0 0 16,3-2 0-16,-1 1-192 0,1 0-17856 16</inkml:trace>
  <inkml:trace contextRef="#ctx0" brushRef="#br0" timeOffset="20069.12">11215 8641 10127 0,'2'-7'896'0,"0"3"-704"0,0-1-192 0,0 2 0 0,-1 1 464 0,0 2 64 16,1 0 16-16,1-2 0 15,3 0 1184-15,0 1 256 0,2-1 32 0,1 2 16 0,-1 0-672 0,0 2-128 16,-8-2-16-16,0 0-16 0,0 0-304 0,0 0-64 15,38 26-16-15,-38-26 0 0,0 0-384 0,0 0-80 32,28 50-16-32,-28-50 0 0,12 38-208 0,-12-38-128 15,12 50 160-15,-9-22-160 0,1 1 0 0,0-2 0 16,-2-2 0-16,-2-1 0 16,0-3-816-16,0-2-48 0,-1-2-16 0,0-3 0 15,1-5 112-15,-1 1 0 0,1-3 16 0,-1 0 0 0,2-5 752 0,-1 0 0 0,0 1 128 0,0-3-128 16,1 0 704-16,-1-3 16 0,2 0 16 0,-2-2 0 15,2 0 224-15,1 0 32 0,1-5 16 0,-1 1 0 16,2-1-64-16,0 1-16 0,0-3 0 0,2 0 0 16,0-1-288-16,0-2-48 0,1 0-16 0,0-1 0 15,2-1-336-15,-1 1-80 0,0-1-16 0,1-2 0 16,-1 3-144-16,-1-1 0 0,0 0 144 0,-1 3-144 16,-1 0 0-16,0-2 0 0,1 3 0 0,-3-1 128 0,1 2-128 0,-3 1 0 15,0 3 0-15,-2 1-128 16,0 2-416-16,0 1-80 0,0 2-16 0,-1 1 0 15,0 1-1744-15,0 1-368 0,1 1-64 0,-1-1-8768 16</inkml:trace>
  <inkml:trace contextRef="#ctx0" brushRef="#br0" timeOffset="22788.6">11681 8824 4607 0,'-1'0'400'0,"0"-2"-400"0,0 2 0 0,0 0 0 0,0 0 1136 0,1 0 144 0,-1 0 16 0,0 0 16 0,-1 0 928 0,0 0 192 31,-1 0 48-31,0 0 0 0,1 0-400 0,-1 0-80 0,3 0-16 0,-2 2 0 0,2-2-464 0,-1 0-112 16,2 2 0-16,0-2-16 15,0 2-480-15,0-1-80 16,2 2-32-16,2 1 0 0,-5-4-32 0,0 0 0 16,0 0 0-16,0 0 0 0,41 9-288 0,-41-9-64 0,25-2-16 0,-12-3 0 0,0 3-208 0,0-3-64 31,0-2 0-31,-1-2 0 0,0 1-128 0,0-3 0 15,-2-1 0-15,0 0 128 0,0 2-128 0,1-2 0 0,-1-2 0 16,-2 1 0-16,-1 2-432 0,-3-1 48 0,0 1 0 0,-1-1 0 31,-2 1-176-31,-2 1-16 0,0 0-16 0,-1 3 0 0,0 1 256 0,-2 0 48 0,0 1 16 0,-4 3 0 16,2 0-48-16,-3 2-16 0,2 2 0 0,0 0 0 16,-2 4 112-16,0 2 32 0,-1 1 0 0,-1 2 0 15,0 3 192-15,-1 0 0 0,1 7 0 0,-1 0 160 16,0 3 80-16,1 2 16 0,0 0 0 0,2 0 0 15,1-2 224-15,3-2 48 0,3-6 16 0,1 1 0 16,2-6-32-16,-1-11-16 0,0 0 0 0,0 0 0 0,0 0-144 0,30 32-32 16,-30-32 0-16,0 0 0 0,0 0-128 0,38 2-48 15,-27-6 0-15,-1 1 0 0,0-2-144 0,0-2 0 16,0 2 0-16,1-2 128 0,-1 0-304 0,0 0-64 16,0-2-16-16,0 1 0 15,1-1-1296-15,-1-1-272 0,0 1-48 0,-1-1-12800 16</inkml:trace>
  <inkml:trace contextRef="#ctx0" brushRef="#br0" timeOffset="23327.07">12034 8679 6783 0,'-2'-2'144'0,"1"2"48"0,0 0 0 16,0 0 0-16,1 0-192 0,0 0 0 0,0-2 0 0,0 2 0 0,0-1 2464 0,0-1 464 15,0 1 80-15,0-2 32 0,1 0-800 0,0-2-144 16,2 3-48-16,0-3 0 0,2 0-896 0,-1-1-192 15,2 0-48-15,0 0 0 16,2 0-304-16,-1 2-64 0,0-1-16 0,1 0 0 16,-1 2-16-16,2 0-16 0,-2 0 0 0,1 3 0 0,-2 0 16 0,0 0 0 15,-6 0 0-15,0 0 0 0,0 0-320 0,0 0-64 16,0 0-128-16,22 38 192 0,-22-38-192 0,4 29 0 0,-4-11 0 0,-2 1 0 16,1 0-176-16,-3 3-16 15,2 1-16-15,-2 1 0 16,0-3-608-16,0-1-112 0,0-4-32 0,2-3 0 15,1-4 320-15,0-3 64 0,0-1 16 0,1-2 0 0,1-3 560 0,0 0 0 0,0-3 128 0,0-1-128 16,2 1 640-16,0-4 48 0,1 0 0 0,-1-3 0 16,3-4-64-16,1 0-16 0,-1-3 0 0,1-2 0 15,2 3-80-15,-2-3-16 0,1 1 0 0,-1 0 0 16,0-1-304-16,2 0-64 0,-1 0-16 0,1 0 0 16,0 0-128-16,-1 0 0 0,-1 5 0 0,-1 0 0 0,0 5 0 15,-1 0-192-15,0 3 64 0,-1 1 128 16,-1 3-1232-16,1 0-128 0,0 2-32 15,-1 0-8112-15,0 0-1632 0</inkml:trace>
  <inkml:trace contextRef="#ctx0" brushRef="#br0" timeOffset="23817.02">12355 8569 11967 0,'1'-1'528'0,"-1"1"112"0,1 0-512 0,-1 0-128 15,0 0 0-15,0 0 0 0,0 0 1712 0,0 0 304 16,0 1 64-16,0 0 16 0,0 2 112 0,0 2 32 0,-1 1 0 0,1 2 0 15,1 1-400-15,-1-9-80 0,0 0-16 16,4 38 0-16,-4-38-1024 0,0 0-208 0,13 45-32 16,-13-45-16-16,0 0-336 0,13 38-128 0,-13-38 0 0,0 0 0 15,0 0 0-15,0 0 0 0,24 34 0 0,-20-32 0 16,2-4 0-16,-1-1 0 0,2-2 0 0,-2 0 0 16,2-3-256-16,-1-1 48 0,1 0 16 0,-1-3 0 31,1 1-400-31,-1-3-80 0,0 2-16 0,0 0 0 0,-1-3 48 0,1 1 16 0,-3 0 0 15,1 0 0-15,1-1 448 0,-2 1 176 16,0 1-128-16,0-2 128 0,1 1 0 0,-1-1 0 16,-1 6 0-16,-1 1 0 0,1 4 144 0,-1 2 64 0,0 2 16 0,-1 2 0 0,1 0 560 15,-1 3 112-15,-1 0 32 0,1 0 0 0,-1 3-192 0,0 1-32 16,1-9-16-16,-1 25 0 0,1-25-320 0,0 29-64 16,0-11-16-16,0-1 0 0,0-17 16 0,0 36 0 15,-1-13 0-15,0 3 0 0,0 4-48 0,0 5-16 16,0 5 0-16,-2 0 0 0,0-2-240 15,-2-3 144-15,0 1-144 0,-2 0 128 0,1-2-128 0,-1-2 0 16,0-1 0-16,0-5 0 0,1 0 0 0,-1-5 0 16,2-3 0-16,-2-2 0 0,2-4 0 0,-2-3 0 15,1-2 0-15,-2 0 0 0,1-3 0 0,0-3 0 16,-2-1 0-16,-1-2 0 0,-3-1 0 0,-2-4 0 0,0 0 0 0,0-2 0 31,-2-2-128-31,0-2 128 0,1-1-160 0,-1-3 160 16,1 0-720-16,1-3-48 0,0-1-16 0,1-2 0 31,1 2-592-31,1-7-112 0,3 1-32 0,3 1-13168 0</inkml:trace>
  <inkml:trace contextRef="#ctx0" brushRef="#br0" timeOffset="24211.98">12780 8504 7359 0,'-4'0'656'0,"2"0"-528"0,0 0-128 0,0 1 0 16,1 0 2080-16,0 1 384 0,-1-1 80 0,0 3 16 16,-2 3-240-16,-2 3-32 0,-2 4-16 15,1 1 0-15,-1 3-1200 0,0 1-240 0,1 1-64 0,0 1 0 16,2 2 48-16,-1 1 0 0,2 4 0 0,1-2 0 16,2-3 64-16,0 2 16 0,0-1 0 0,1-24 0 15,3 41-448-15,-3-41-64 0,0 0-32 0,16 37 0 16,-16-37-352-16,0 0 0 0,0 0 0 0,0 0 0 15,45 7 0-15,-34-14 128 0,1-2-128 0,2-3-10320 16,0-1-2144-16</inkml:trace>
  <inkml:trace contextRef="#ctx0" brushRef="#br0" timeOffset="24621.4">12994 8476 15663 0,'-1'2'688'0,"0"-2"144"0,0 2-656 0,0 0-176 0,1 1 0 0,-1-1 0 0,0 3 2144 0,0 2 400 15,-2 5 80-15,-1 2 0 0,-1 5-256 0,0 1-64 16,-1 0-16-16,1 0 0 0,0 0-1008 0,0 1-192 16,1 0-32-16,0 0-16 0,1 1-464 0,2-2-112 15,0-1-16-15,1-3 0 0,0-16-304 0,5 29-144 16,-5-29 128-16,0 0-128 0,0 0 0 0,15 36 0 0,-15-36 0 0,0 0 0 31,0 0-384-31,0 0-64 0,27-4-16 0,-21-4 0 16,1-2-704-16,1-4-144 0,1 0-32 0,-1-1 0 15,0-1-608-15,1 0-128 0,-1-1-32 0,0-2 0 0,2 0 176 0,-3-2 16 16,1-1 16-16,0 1 0 0,-1-3 752 0,0 5 160 16,-2 5 32-16,1 0 0 0,-2 0 960 0,0 3 160 0,-1 2 48 0,-2 6 16 15,1 2 1056-15,-3 1 224 0,1 1 32 0,-3 2 16 0,0 5 48 16,-1-1 0-16,-1 4 0 0,-1 2 0 0,2 1-96 0,-2 3-16 16,2 3 0-16,-2-2 0 0,1-1-336 0,1 1-80 15,0 2-16-15,0 0 0 0,2-2-432 0,1-1-96 16,1-17-16-16,2 27 0 0,-2-27-224 0,0 0-48 15,0 0-16-15,0 0 0 0,0 0-224 0,27 33 144 16,-20-35-144-16,0-1 128 0,1-2-128 16,1 1 0-16,0-3 0 0,0 2 0 15,1-4-320-15,-1 2-128 0,0-1-48 0,0 1-16208 0</inkml:trace>
  <inkml:trace contextRef="#ctx0" brushRef="#br0" timeOffset="25032.53">13371 8338 9215 0,'2'-9'400'0,"0"6"96"0,0-2-496 0,0 0 0 16,0 3 0-16,1 0 0 0,-2 0 1936 0,3-1 304 16,2 0 48-16,0-1 16 0,3 0 320 0,0 3 80 15,-9 1 16-15,0 0 0 0,0 0-608 0,37 29-112 16,-37-29-16-16,18 35-16 0,-18-35-752 0,20 44-160 15,-20-44-32-15,17 51 0 0,-17-51-352 0,14 52-80 16,-14-52-16-16,12 53 0 0,-12-53-320 0,8 54-64 16,-8-54 0-16,5 50-16 0,-3-22-176 0,-2-2 0 0,-1 0 0 15,0-2 0-15,-2 2 0 0,-2-2 0 0,0-1 0 0,-2 0 0 16,0 0 0 0,-4 0 0-16,-1-2 0 0,-2 3 0 15,0 0-1024-15,-4 0-176 0,-1 4-32 0,-4-2-15616 0</inkml:trace>
  <inkml:trace contextRef="#ctx0" brushRef="#br0" timeOffset="25874.12">13795 8267 19343 0,'3'-2'1728'0,"1"1"-1392"0,-1 0-336 0,-1 1 0 0,0 0 976 0,2 1 128 16,1-1 32-16,-5 0 0 0,0 0 0 0,42 12 0 16,-42-12 0-16,38 28 0 0,-38-28-240 0,41 46-64 15,-41-46 0-15,39 66 0 16,-22-28 80-16,-2 2 16 0,-4-3 0 0,-4-2 0 0,-1 0-336 0,-5-2-64 15,1 1-16-15,-4-4 0 0,-2 1-256 0,-3-2-48 16,-1-1-16-16,-2 0 0 0,-1-1 192 0,-2-1 48 16,0-3 0-16,-2-1 0 0,-2 1-432 0,0-2 128 0,-3 1-128 0,2 0 0 31,1-4-448-31,-3 2-160 0</inkml:trace>
  <inkml:trace contextRef="#ctx0" brushRef="#br0" timeOffset="26474.33">11041 8523 4607 0,'-2'-3'400'0,"0"-1"-400"16,1 2 0-16,1 1 0 0,-1-1 880 0,1 0 80 16,-2-1 32-16,-2-4 0 0,-1 0 1296 0,-1 2 256 15,-1 0 48-15,0 5 16 0,-1 5-208 0,1 2-32 16,-2 5-16-16,-1 7 0 16,0 2-432-16,0 8-64 15,-1 6-32-15,-2 8 0 0,-1 12-528 0,0 4-96 0,2 2-32 0,2-5 0 16,2-7-496-16,4 8-96 0,1 7-32 15,5 0 0-15,3-7-208 0,6-8-32 0,3-3-16 0,6-10 0 16,-20-36-288-16,48 56 0 0,-48-56 128 0,60 38-128 31,-60-38-400-31,72 25-144 0,-33-19-32 0,2-4-16576 0</inkml:trace>
  <inkml:trace contextRef="#ctx0" brushRef="#br0" timeOffset="27392.14">14002 8037 9215 0,'-1'0'816'0,"1"-1"-656"0,0 0-160 0,0 0 0 15,0 1 1008-15,0 0 160 0,0-2 48 0,0 0 0 16,1-1 16-16,-1-1 16 16,1 0 0-16,1 0 0 0,0 2 64 0,1-3 16 0,-2 3 0 0,3 0 0 15,0 0-144-15,1-1-32 0,1 3 0 0,0-2 0 0,2 1-48 0,1 1-16 16,0 0 0-16,2-2 0 15,2 2-160-15,-13 0-32 0,0 0-16 0,36 3 0 16,-36-3-416-16,0 0-80 0,0 0 0 0,39 18-16 0,-39-18-368 0,0 0 144 16,0 0-144-16,14 36 0 0,-14-24 0 0,-2-3 0 15,-1 3 0-15,-3 0 0 0,0 0 0 0,-2 0 0 16,-2 0 0-16,-1 0 0 0,-1 0 0 0,-1-1-256 16,0 1 80-16,-1 0 16 0,1-3-32 0,-1-1-16 0,1 1 0 0,1-4 0 15,2-1 32-15,3-1 16 16,1-3 0-16,2 0 0 0,3 0 160 0,1-2-128 0,0 1 128 0,5-1-128 15,3 0 320-15,1-3 64 0,4 0 0 0,3-2 16 16,1 1 496-16,2-2 112 16,-2 1 16-16,1-1 0 0,2 2-256 0,1-1-32 0,0 2-16 0,1 0 0 15,0 2-368-15,-1 1-80 0,-1 1-16 0,-20 1-11968 16,41 6-2384-16</inkml:trace>
  <inkml:trace contextRef="#ctx0" brushRef="#br0" timeOffset="33264.37">14561 8525 3679 0,'-1'1'320'0,"0"-1"-320"16,0 0 0-16,1 0 0 0,-1 0 848 0,1 2 112 15,-1-2 0-15,-2 0 16 0,0 2 272 0,0-2 48 16,1 0 16-16,0 0 0 0,1 1-128 0,1-1-32 16,1-1 0-16,1 1 0 0,1-2-192 0,2-1-64 15,1 1 0-15,3-1 0 0,0-1 256 0,1-1 64 16,3 0 0-16,2-2 0 0,2 2 128 0,-1 1 48 0,1 1 0 0,-1-2 0 15,1 2-496-15,-2 0-80 0,1 2-32 16,-2-1 0-16,0-1-256 0,-1 1-48 0,-13 2-16 0,0 0 0 16,32-1-272-16,-23 1-64 0,0-1-128 0,-2-1 192 15,1 0-192-15,-3 1 0 0,1 1-192 0,-2-2 192 32,-1 4-1680-32,0-2-240 0</inkml:trace>
  <inkml:trace contextRef="#ctx0" brushRef="#br0" timeOffset="33577.21">14580 8675 3679 0,'-1'2'0'0,"1"-2"144"0,0 0-144 0,-1 0 208 0,1 0-208 0,0 0 0 16,1 0 0-16,-1 0 0 0,1 0 1024 0,0 0 144 16,0 2 48-16,1-2 0 0,-1 0 592 0,2 0 128 15,0 1 32-15,2 1 0 0,-1-2-80 0,2 0-16 16,1-2 0-16,2 1 0 16,1-1-80-16,1-1-32 0,1 1 0 0,2 0 0 0,0-3-496 0,2 0-112 0,-1 3 0 0,1-3-16 15,0 1-512-15,-1 1-112 16,0-1 0-16,-2 1-16 0,0 0-368 0,0-1-128 0,-1 0 0 0,1-1 144 15,0 2-384-15,0-4-80 0,0 2 0 0,0-1-14592 16</inkml:trace>
  <inkml:trace contextRef="#ctx0" brushRef="#br0" timeOffset="34457.15">15763 8286 911 0,'1'-10'0'0,"-1"3"0"15,1 0 0-15,0 0 0 0,0 4 1344 0,0 0 176 16,1-1 32-16,0-3 16 0,1-2-16 0,1-6 0 0,1 0 0 0,-1 0 0 16,-1 3-144-16,0 2-16 0,-1 1-16 0,-2 4 0 15,0 1 0-15,0 2 0 0,-1 1 0 0,-2 4 0 16,1-1-176-16,-2 3-48 0,1 2 0 0,-2 5 0 16,0 2-144-16,-1 2-48 0,0 6 0 0,0 4 0 15,-2 4-128-15,1 6-48 0,1 4 0 0,-2 1 0 16,3-7-208-16,-1 1-64 0,1 0 0 0,2 0 0 15,1-3-112-15,2-4-16 0,0-28-16 0,4 45 0 16,-4-45-192-16,0 0-48 0,19 43 0 0,-19-43 0 0,0 0-128 0,0 0 0 16,0 0 0-16,44 21 128 0,-33-24 32 0,-1-3 0 15,2-1 0-15,0-1 0 0,1-3-32 0,2-1-128 16,0-2 192-16,2-1-64 0,-1-2-128 0,1-1 0 16,-1-2 0-16,-1-3 0 0,0-1-320 15,-1-2-64-15,-2-5 0 0,-2 1 0 16,1-1-96-16,-4 2-32 0,-1 2 0 0,-2 2 0 0,0 3 192 0,-2 4 48 15,0 1 0-15,-2 3 0 0,0 4 272 0,0 5 0 16,0 3 0-16,-1 2 0 0,-1 3 272 0,-2 4 16 16,-1 5 0-16,0 2 0 0,-2 5 240 0,2 2 48 0,-2 5 16 0,3 0 0 15,-1 1-80-15,1 1-32 0,2 0 0 16,1-2 0-16,1-4-176 0,0-22-48 0,3 40 0 0,-3-40 0 16,0 0-128-16,11 44-128 0,-11-44 192 0,0 0-192 15,0 0 128-15,27 37-128 0,-27-37 0 0,0 0 0 16,0 0 0-16,40 2 0 0,-28-7-208 0,0 0 80 31,-1 1-832-31,1-1-144 0,-1-1-48 0,-1 1-9664 0,0-1-1952 16</inkml:trace>
  <inkml:trace contextRef="#ctx0" brushRef="#br0" timeOffset="34878.53">16142 7997 4607 0,'-6'-1'192'0,"3"1"64"0,1 0-256 0,0 1 0 0,1-1 0 0,0 2 0 0,0-2 1488 0,0 2 256 16,-1 1 48-16,-1 0 16 0,1 1 640 0,2 0 128 16,0 0 32-16,2-3 0 0,2 2-240 0,3-1-32 0,1-2-16 0,1-2 0 15,2 1-736-15,2-1-160 0,1 0-16 0,1-2-16 31,0 1-624-31,-1 2-112 0,1-1-16 0,-15 2-16 0,0 0-304 0,36 5-64 0,-36-5-16 0,0 0 0 16,0 0-240-16,0 0 0 0,29 33 128 0,-29-33-128 16,0 0 0-16,-1 31 0 0,-3-22 0 0,-2 1 0 15,-2 0 0-15,-1-1 0 0,-1-2 0 0,-1 3-160 16,1-4-32-16,0 2 0 0,-1-3 0 0,1 2 0 16,-1-3-128-16,2 1-16 0,3-2-16 0,0 1 0 15,2-2 0-15,2-1 0 0,3 1 0 0,0 0 0 0,2-1 352 0,2-1 0 16,1 0 0-16,3 0 0 15,1-1 336-15,1 1 48 0,2-2 0 0,1-1 0 0,1 1 128 0,-1 0 16 16,0-2 16-16,-1 1 0 0,1-2-384 0,-2 3-160 16,1-3 128-16,-2 2-128 15,1-1-592-15,-2 2-208 0,1-3-32 0,0 2-14912 16</inkml:trace>
  <inkml:trace contextRef="#ctx0" brushRef="#br0" timeOffset="35305.93">16566 7950 7423 0,'1'-6'160'0,"0"4"32"0,-1 0 16 0,0 0 0 0,1 2-208 0,-1 0 0 16,0-3 0-16,0-2 0 0,1 0 2192 0,-1 0 400 0,1 2 80 0,0 2 16 0,0 1-144 0,1 0-32 31,1 4 0-31,-3-4 0 0,0 0-208 0,0 0-32 16,0 0-16-16,30 48 0 0,-30-48-1152 0,22 36-224 15,-22-36-48-15,26 49-16 0,-26-49-352 0,28 55-64 16,-28-55-16-16,25 57 0 0,-25-57-80 0,20 57-32 16,-20-57 0-16,15 59 0 0,-15-59-272 0,11 64 160 0,-7-31-160 0,-1 3 128 15,-2-1-128-15,0-1 0 16,-3 0 0-16,-3-2 0 0,1-3 0 0,-4 0 0 0,-2-2 0 0,-2 1 0 16,-3-1-336-16,-2-4 0 0,-3-1 0 0,-1-3 0 31,0 0-688-31,-2-4-128 0</inkml:trace>
  <inkml:trace contextRef="#ctx0" brushRef="#br0" timeOffset="35763.05">15399 8144 1839 0,'-4'2'160'16,"0"-2"-160"-16,2 1 0 0,0 0 0 16,0 1 1088-16,-1 1 176 0,-2 0 32 0,-4 3 16 0,-3 4 736 0,-2 0 160 15,0 4 32-15,1 0 0 16,3 0 80-16,2 2 32 0,0 1 0 0,2 2 0 0,0 1-576 0,2 5-112 15,1 1-32-15,2 5 0 0,0 7-368 0,2 0-80 16,2 2-16-16,1 1 0 16,1-1-160-16,1 0-48 0,5 4 0 0,3-3 0 0,4 0-384 0,5-5-64 15,3-1-32-15,-26-35 0 0,64 54-320 0,-25-32-160 16,3-5 160-16,2-6-160 16,-2-5-976-16,-1-6-304 0</inkml:trace>
  <inkml:trace contextRef="#ctx0" brushRef="#br0" timeOffset="36365.07">16742 7786 7359 0,'-2'-3'656'0,"1"0"-528"0,1 0-128 16,0 2 0-16,1 1 1216 0,-1-2 224 15,0-3 32-15,-1-1 16 0,2 0 592 0,0-3 112 0,0 2 32 0,1 2 0 16,1 0-272-16,2 0-48 0,0 3-16 0,3-3 0 16,0 3-336-16,3 1-64 0,2 1-16 0,2 0 0 15,-15 0-640-15,30 3-144 0,-30-3-32 0,37 5 0 16,-37-5-416-16,37 9-96 0,-37-9-16 0,0 0 0 15,44 17-128 1,-44-17 0-16,0 0 0 0,0 0 0 0,0 0 0 0,0 0 0 0,31 36 0 0,-34-30 0 16,-2-1-128-16,-3 2 128 0,-1-1-160 0,-3 0 160 31,0 1-560-31,0 0-16 0,0-2 0 0,0 0 0 0,-1-1 192 0,0 2 48 16,-1-2 0-16,1 1 0 0,2 2 336 0,2-5 0 0,2 3 0 0,2-2 0 15,2 0 0-15,2-2 208 16,2 1-16-16,2-1-16 0,3 1 272 0,2-2 64 15,3 0 16-15,2 0 0 0,0-2 128 0,3 1 32 16,2-1 0-16,2 2 0 0,0-1-496 0,-20 1-192 16,42-1 176-16,-19 1-176 15,-23 0-272-15,40 0-160 0,-40 0-16 0,37 2-10320 0,-37-2-2064 0</inkml:trace>
  <inkml:trace contextRef="#ctx0" brushRef="#br0" timeOffset="36744.28">17014 8340 8287 0,'-3'0'368'0,"0"2"80"0,1-2-448 0,1 0 0 15,1 0 0-15,-1 0 0 0,1 1 1632 0,-1-1 240 16,0 2 48-16,1-2 16 0,0 0-16 0,0-2 0 16,2 1 0-16,0-1 0 0,1 1-304 0,1-2-64 15,2 0-16-15,1 0 0 0,4 1-64 0,0-2 0 0,0 1-16 0,2-2 0 16,4 2-304-16,0-1-64 15,3 0-16-15,-1 1 0 0,1-1-560 0,1 1-96 16,-2 1-32-16,-1-1 0 0,0 1-240 0,-3 0-144 0,-15 2 160 0,29 0-160 16,-29 0 0-16,26-2-320 0,-26 2 64 0,0 0 0 31,29 2-1728-31,-24-1-352 0</inkml:trace>
  <inkml:trace contextRef="#ctx0" brushRef="#br0" timeOffset="36968.46">17161 8432 5519 0,'-5'3'496'0,"2"-3"-496"0,2 3 0 0,0-3 0 0,1 2 1648 0,0-2 224 15,0 1 48-15,1 0 16 0,0 1 1040 0,0-2 208 16,3 3 32-16,1-3 16 0,1 0-544 0,2-2-96 16,0 1-32-16,2-2 0 0,1 0-1088 15,0 0-240-15,1-2-32 0,1 1-16 0,0-1-624 0,0-1-128 16,2 0-32-16,-1 1 0 0,1 3-400 0,-2-3 128 15,-1 0-128-15,0 3 0 16,0-3-448-16,-1 1-160 0,-11 4-32 0,24-5-16128 0</inkml:trace>
  <inkml:trace contextRef="#ctx0" brushRef="#br0" timeOffset="37648.44">17911 8020 6447 0,'-2'-6'576'0,"1"2"-576"0,1 0 0 0,0 0 0 0,1 3 2416 0,-1 1 368 16,0-2 80-16,1 2 16 0,-1-3-1216 0,0 0-256 0,0 2-32 0,-2 1-16 16,0 1-464-16,-2 2-112 15,-2 5-16-15,0 1 0 0,-2 5 192 0,0 3 16 16,-1 5 16-16,-1 1 0 0,2 3-32 0,0 0 0 15,1 1 0-15,1 1 0 0,1 0-384 0,1-2-64 16,1-2-32-16,3-24 0 16,1 45 32-16,-1-45 16 0,4 38 0 0,-4-38 0 0,0 0-240 0,18 38-48 15,-18-38-16-15,0 0 0 0,0 0-224 0,32 23 144 16,-32-23-144-16,0 0 128 0,0 0-128 0,35 1 192 0,-35-1-192 16,19-5 192-16,-9 0-192 0,1 0 0 15,-2-2 0-15,0 0 0 16,-1 0-304-16,2 0-80 0,-1-3-32 0,0-1 0 15,0-1-512-15,0-1-96 0,-2-1-32 0,2 0 0 16,-2-1-32-16,0-3 0 0,0-1 0 0,0-2 0 0,-3 0 768 0,-1-3 160 16,1 0 32-16,-1-2 0 0,1 0 320 0,-1 2 64 15,0 3 0-15,-1 4 16 0,1 3 576 0,-1 7 112 0,-1 2 32 0,0 5 0 16,-1 0 128-16,0 3 32 0,-1 4 0 0,1-7 0 16,-5 23-368-16,3-8-64 0,-3 1-16 0,1 1 0 15,1 0-192-15,-2 3-64 0,0 2 0 0,1 0 0 16,-1 2-192-16,1-1-32 0,1 0-16 0,1-1 0 15,2-22-48-15,-2 38-16 0,2-38 0 0,4 31 0 16,-4-31-144-16,0 0 0 0,13 35 0 0,-13-35 0 16,0 0 0-16,0 0 0 0,33 28 0 0,-33-28 0 15,0 0 0-15,33 6 0 0,-33-6 0 0,26-1 0 16,-13-4-944 0,-1 1-64-16,1-1-16 0,-2-2-16064 0</inkml:trace>
  <inkml:trace contextRef="#ctx0" brushRef="#br0" timeOffset="38060.78">18432 7672 1839 0,'2'-5'160'0,"-1"0"-160"0,0 3 0 0,1-3 0 16,-1 5 1664-16,0-3 288 0,1-1 64 0,-1-1 16 16,2-3 576-16,-2 2 112 0,0 1 32 0,-1 3 0 15,-2 0-192-15,-1 4-48 0,-1 2 0 0,-2 2 0 16,0 1-464-16,-3 4-112 0,1 3-16 0,-2 3 0 16,0 0-704-16,-2 1-160 0,0 4-32 0,-1 2 0 0,-1-2-512 0,2 1-96 15,0 0-32-15,3-1 0 0,2-3-192 0,1-2-32 16,3-1-16-16,3-16 0 0,0 0-144 0,1 33 192 15,-1-33-192-15,0 0 192 0,0 0-192 0,0 0 0 16,39 29 0-16,-39-29 0 0,0 0 160 0,36 2-160 16,-20-4 192-16,2-1-192 0,0-2 176 0,1 2-176 15,0-2 160-15,1-1-160 0,0 4 128 0,0-5-128 16,-2 1 0-16,-1 0 0 0,-1 1 0 0,-2-2 0 16,-1 2 0-16,-2-2 0 15,-3 2-512-15,1 1-112 0,-2-3-16 0,-1 2 0 16,-3-2-1984-16,0 2-416 0,-2 0-80 0,-2-2-11216 0</inkml:trace>
  <inkml:trace contextRef="#ctx0" brushRef="#br0" timeOffset="38219.08">18586 7784 5519 0,'-2'-7'240'0,"2"2"64"0,-1 0-304 0,0 2 0 0,1 1 0 0,-1-3 0 16,0 2 1792-16,0 0 288 0,-1-3 64 0,0-1 16 16,-2 2 960-16,1 3 192 0,-3 2 32 0,0 2 16 15,-1 3-576-15,-2 7-112 0,0 0-32 0,-2 4 0 16,0 6-976-16,0 2-208 0,1 0-48 0,-1 6 0 15,0 3-928-15,-1 2-192 0,1 1-32 0,0 0-16 16,3-3-240-16,1-2 0 0,2-3 0 16,2-2-18128-16</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37.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4:31:39.629"/>
    </inkml:context>
    <inkml:brush xml:id="br0">
      <inkml:brushProperty name="width" value="0.05292" units="cm"/>
      <inkml:brushProperty name="height" value="0.05292" units="cm"/>
      <inkml:brushProperty name="color" value="#FF0000"/>
    </inkml:brush>
  </inkml:definitions>
  <inkml:trace contextRef="#ctx0" brushRef="#br0">4617 7466 911 0,'1'-3'0'0,"-1"0"0"0,1 1 0 0,-1 1 0 0,0 0 1136 0,0 1 144 0,0-2 16 0,0 0 16 16,0-1 288-16,0-2 48 0,0 3 16 0,0-3 0 16,0 2-160-16,-1 1-32 0,0 1 0 15,0 1 0 1,1 0-480-16,-1 1-96 0,0 1-32 0,1 1 0 16,-1-1-368-16,1 3-80 0,0 0-16 0,0 0 0 15,1 1-160-15,0 3-48 0,1-1 0 0,0 2 0 16,-1 1 0-16,1-1-16 0,1 2 0 0,0-2 0 15,0 2-176-15,-3-12 128 0,9 30-128 0,-9-30 128 16,10 39-128-16,-10-39 0 0,11 38 0 0,-11-38 128 16,12 38-128-16,-12-38 0 0,12 32 0 0,-12-32 0 0,0 0 0 0,18 35 0 15,-18-35 128-15,0 0-128 0,0 0 0 0,0 0 0 16,0 0 0-16,0 0 0 0,0 0 624 0,0 0 32 16,0 0 16-16,40 20 0 0,-37-27 352 0,-1 0 80 15,3-2 16-15,-1-2 0 0,0-1-400 0,1 0-80 16,0-4 0-16,-1 0-16 0,2 1-368 0,-1 1-80 15,1-3-16-15,0 2 0 0,-2 2-160 0,2-3 0 16,0 4 0-16,-1 2 0 0,-1 0 0 0,0 4 0 0,0 0-176 16,-2 2 176-1,0 2-640-15,-1 2-64 0,-1 0 0 0,-1 3-12944 0</inkml:trace>
  <inkml:trace contextRef="#ctx0" brushRef="#br0" timeOffset="460.17">4893 7601 5519 0,'2'0'496'0,"0"0"-496"0,0 0 0 0,-1-1 0 16,0 1 1072-16,1 0 112 0,0 0 32 0,2-2 0 0,1 2 368 0,4-2 80 16,1-1 0-16,0 1 16 0,0-1-400 0,-1 0-64 15,0 0-32-15,-1 0 0 0,1-2-240 0,-2 1-48 16,0-1-16-16,0 0 0 15,0-1-128-15,0 0-32 0,-1 0 0 0,0 0 0 0,-1-1-384 0,-1-1-80 16,2 0 0-16,-2-2-16 0,0 1-240 0,-1-2 0 16,0 1 0-16,-1 0 0 0,-2 1 0 0,1-1-128 15,-1 0 128-15,-1 2 0 0,-1 1-176 0,-2 1 32 16,0-1 0-16,-1 3 0 16,-2 1-304-16,0 3-48 0,-1 2-16 0,1 1 0 0,-1 1 208 0,-1 4 48 0,0-1 0 0,-1 2 0 15,1 1 256-15,-1-1 192 0,1 3-16 0,0 0-16 16,-1 0 96-16,3 2 32 0,0-2 0 0,0-1 0 15,1 4 96-15,1-3 32 0,0 2 0 0,3 0 0 16,-1 0 176-16,2-2 48 0,2 0 0 0,0-2 0 16,1 1 48-16,-2-11 16 0,0 0 0 0,0 0 0 15,0 0-32-15,36 34 0 0,-36-34 0 0,0 0 0 16,39 2 96-16,-26-2 0 0,1-5 16 0,-1 0 0 16,1-1-528-16,-1-2-96 0,0 4-32 0,-2-4 0 15,0-1-128-15,0 2 0 0,-1-3 0 0,-1 1 0 0,0 2 0 0,-1-3-144 16,-1 3 144-16,1 2-10992 15,-2 1-2064 1</inkml:trace>
  <inkml:trace contextRef="#ctx0" brushRef="#br0" timeOffset="934.34">5196 7518 4607 0,'-1'0'192'0,"0"0"64"0,1 0-256 0,-1 0 0 0,0 0 0 0,1 0 0 15,0 2 1632-15,-1-2 288 0,-1 0 48 16,1-2 16 0,0 2 192-16,0-3 64 0,2 1 0 0,0-3 0 0,2 0-1040 0,0 0-208 0,1 1-32 0,1-1-16 15,0 0-272-15,1-1-48 0,0 0-16 0,0 2 0 16,0-1-256-16,1 0-48 15,-1 3-16-15,1 0 0 0,-1 0 80 16,1 1 16-16,-2 1 0 0,1 3 0 0,-1-1-192 0,-1 0-16 16,1 3-16-16,-1 1 0 0,-2 2-160 0,-1-1 0 15,1 3 0-15,-1 0 0 0,-1 1 0 0,0-1 0 16,-1 1 0-16,0 1 0 0,0-2 0 0,0-1 0 16,-1-2 0-16,1 1 0 0,-1-4 0 0,1 3 0 15,0-3 0-15,-1-1 0 0,1 0 0 0,0 0 0 16,-1-1 0-16,2 1 0 0,0-2 0 0,-1 0 0 0,0-1 144 15,1 0-144-15,0-1 128 0,0 0-128 0,1-2 160 16,0-2-160-16,1 0 192 0,1 0-64 0,0-3-128 0,2-3 192 16,-2 0 256-16,2-1 32 0,0-2 16 0,0-1 0 15,0-1-304-15,0-1-48 0,2-2-16 0,-2 5 0 16,0-2-128-16,0 4 0 0,-1 3 0 0,0 1 0 16,-1 3 0-16,0 3-144 0,-2 2 144 0,1 1 0 15,-1 0-1088 1,0 4-128-16,0-2 0 0,0 3-11440 0</inkml:trace>
  <inkml:trace contextRef="#ctx0" brushRef="#br0" timeOffset="1425.05">5428 7430 8927 0,'2'-3'192'0,"-1"1"32"0,0 0 16 0,-1 1 16 0,1-1-256 0,-1 2 0 16,0 0 0-16,0 0 0 0,1 0 2304 0,0-2 384 15,0 2 96-15,0-2 16 0,0 2-1312 0,0 0-256 16,1 0-48-16,-1 0-16 0,1 2-16 0,0 0-16 15,1 0 0-15,-2 3 0 0,1 0-176 0,0 3-16 16,1 3-16-16,-1-1 0 0,0 4-240 0,0 0-48 16,0 0-16-16,1 1 0 0,-3-15-256 0,7 32-48 0,-7-32-16 0,0 0 0 15,14 38-304-15,-14-38 128 0,0 0-128 0,0 0 0 16,0 0 0-16,0 0 0 0,0 0 0 0,45 10 0 16,-38-15 0-16,1-6 0 15,-2 1 0-15,2-3 0 0,-3 2 0 0,2-3 0 0,-1-2-192 0,1-1 192 31,-1-1-1152-31,0 0-144 0,-1-1-32 0,-1 3 0 0,-1-3 720 0,0 2 144 16,-2-1 16-16,1 3 16 0,-1 1 432 0,1 2 0 0,-1 5 0 0,-1 0 0 16,1 4 160-16,-1 3 64 0,-1 1 16 0,0 3 0 15,-1 3 496-15,0 1 96 0,0 3 32 0,1 1 0 16,-2 2-304-16,0 4-64 0,1 2-16 0,0 1 0 0,1 1-112 16,0-1-32-16,0 1 0 0,0 3 0 0,2 1-80 15,0-2 0-15,1 2-16 0,1-2 0 0,1 2-80 0,-4-26-16 16,9 45 0-16,-9-45 0 0,7 38-144 15,-7-38 0-15,3 36 0 0,-3-17 0 16,-1-5 128-16,-1 0-128 0,-3 1 192 0,-1-1-64 0,2 0 400 0,-3 0 80 16,0-2 16-16,-1-3 0 0,-1 1-304 0,-1-2-64 15,-1-2-16-15,-2 1 0 0,-2-4-240 0,-1-1 0 16,0-2 0-16,0 0 0 0,-2-2 0 0,1-3 0 16,0-1 0-16,1-2 0 0,0 1-144 0,1-3-80 15,3 0-16-15,0-1-11248 0,2 2-2256 0</inkml:trace>
  <inkml:trace contextRef="#ctx0" brushRef="#br0" timeOffset="2057.48">6052 7409 5519 0,'2'-1'496'0,"0"-1"-496"15,0 0 0-15,-1 0 0 0,0 1 448 0,0-1 0 16,1-1 0-16,2-1 0 0,2-1 608 0,-1-2 112 0,0 2 32 0,0-2 0 16,-3 5 80-16,1-3 0 15,-2 3 16-15,0 1 0 0,-1 1 176 0,-1-2 48 16,-1 2 0-16,-1 2 0 0,1-1-560 16,-3 2-96-16,-2-1-32 0,0 2 0 15,-1 1-192-15,-2 0-32 0,1 1-16 0,-1 0 0 0,1 0-128 0,-1 2-16 0,0-1-16 0,1 1 0 16,1-1 272-16,0-1 48 0,1 2 16 0,1-2 0 15,1 0-320-15,-1 0-48 0,3 1-16 0,1-2 0 16,0 0-192-16,1 0-32 16,1-1-16-16,0-2 0 0,2 2-144 0,-1-2 0 15,2 1 0-15,1-2 0 0,1 2 0 0,-1-1 0 0,1 0 0 0,0 1 0 16,2-1 304-16,-7-2 128 0,0 0 16 0,0 0 16 0,0 0 0 0,0 0 0 16,44 14 0-16,-37-11 0 15,-7-3-304-15,0 0-160 0,0 0 160 0,0 0-160 0,0 0 0 0,43 14 0 16,-38-11 0-16,0-1 0 0,-2 0 0 0,0-1 0 31,0 2 0-31,-2-2 0 0,-1 4 0 0,-2-2 0 0,0 0 0 0,-1 2 0 16,0 0 0-16,-2 0 0 0,0 2 0 0,-1 0 0 15,-2 0 0-15,-3 3 0 0,1 0 0 0,0 1 0 0,-1-1 0 0,0 1 0 0,1-1 0 0,-2 0 0 16,3-2 0-16,2 0 0 0,2-4 0 31,2-1 0-31,1-3 0 0,2-3-192 0,2 0 192 0,2-3-208 31,2-1-2000-31,1-5-400 0</inkml:trace>
  <inkml:trace contextRef="#ctx0" brushRef="#br0" timeOffset="2502.07">6248 7212 15663 0,'4'-2'688'0,"-2"1"144"15,-2-1-656-15,1 2-176 0,-1 0 0 0,0 2 0 0,0-2 1408 16,0 3 240-16,0-1 48 0,0 3 16 0,-1 2 0 0,1 2 0 15,0 1 0-15,1 2 0 0,-1 0-496 0,1 2-80 16,-1-14-32-16,4 31 0 0,-4-31-528 0,4 35-128 16,-3-17 0-16,0 0-16 0,-1 1-160 0,0-1-16 15,-1 0-16-15,-1 2 0 0,0 2-48 0,0-3-16 16,-1 0 0-16,1-3 0 0,-1 2-48 0,0-2 0 16,0-2 0-16,0-2 0 0,0-3 0 0,0-2 0 15,1 1 0-15,0-4 0 0,1-2-128 0,0-1 128 0,1-1-128 0,1-1 128 16,1-3-128-16,0-3 0 0,1 2 0 0,0-4 0 15,0 2 0-15,1-2 0 0,0-2 128 0,-1 0-128 16,2 1 144-16,1-2 0 0,-2 3 0 0,1-1 0 16,0 1 32-16,2-1 0 15,-1 1 0-15,1-1 0 0,-1 4-176 0,1 0 0 0,-2 2 0 0,1 1 0 16,0-1 0-16,-2 3 0 0,1 1 0 0,-1 0 0 16,-1 3 0-16,2-1 0 0,-2 2 128 0,-1 2-128 15,1 1 0-15,-1 0 128 0,0 0-128 0,0 3 128 16,-2-10-128-16,0 0 160 0,3 35-160 0,-2-23 160 0,-1-3-160 0,2 1 128 15,-1 0-128-15,1-4 128 0,0-1-128 0,0 0 0 16,1-3 0-16,-1-1 128 0,1 1-128 0,1-4 0 16,-1 1 0-16,1-2 0 15,1-1-384-15,0-3-48 0,2 0-16 0,1 0-16144 16</inkml:trace>
  <inkml:trace contextRef="#ctx0" brushRef="#br0" timeOffset="3179.49">6578 7425 6447 0,'0'0'576'0,"0"0"-576"0,0 0 0 16,-1 0 0-16,1 0 2640 0,-1 0 432 0,-1 1 64 0,1 1 32 16,-3 1-416-16,-1 0-64 0,1 2-32 0,-1 0 0 15,0 2-1312-15,1 0-256 0,-1 3-48 0,1 0-16 16,2 1-320-16,-1-2-64 0,1 1 0 0,1 2-16 16,1-3-240-16,0 1-64 15,2 1 0-15,0-2 0 0,0-1-144 0,2-1-48 0,1-2 0 0,0 0 0 16,1-3-128-16,0-2 128 0,1 0-128 0,0-2 128 15,1-2 128-15,0-2 0 0,1-1 16 0,0-1 0 16,-2 0-80-16,0-1 0 0,0-1-16 0,0-2 0 16,-1 0-176-16,0-2 0 0,-3 2 0 0,0-2 0 15,-2 2 0-15,-2 0 0 0,-1 0-128 0,-1 0 128 0,-1 1 0 0,-2 1 0 32,-1 1 0-32,-1 1 0 0,0 4-256 0,-1 1 80 0,0 3 16 0,-2 3 0 0,3 1-32 0,0 2-16 15,0 0 0-15,2 1 0 0,-1 0 208 0,2 1 0 16,-1 1 0-16,2-2-144 0,1 1 144 0,0-2 0 15,1 0 0-15,1 0 0 0,1-3 0 0,1 1 0 16,1-3 0-16,1-1 0 0,1-1 0 0,2-1 0 16,1-1 0-16,1-3 0 15,0 1 0-15,0-2 0 0,3-1 0 0,-1 0 0 0,0 0 0 0,0-1 0 16,1 2 0-16,0-1 0 0,0 2 0 0,-1 0 0 0,0 2 0 16,-1-1 0-16,1 0 0 0,-1 3 128 15,-1 2-128-15,0 0 0 0,-8 0 128 0,0 0-128 16,0 0 160-16,0 0-160 0,0 0 144 0,39 21-144 0,-39-21 128 0,0 0-128 15,0 0 128-15,0 0-128 16,22 35 0-16,-22-35 128 0,0 0 128 0,0 0 0 0,13 36 16 0,-13-36 0 16,0 0-32-16,5 31-16 15,-5-22 0-15,0-1 0 0,0 1-224 0,0 0 176 0,-1 0-176 0,-1-1 160 16,0-1-32-16,-1-1 0 0,1-1 0 0,0-2 0 16,1-2 96-16,0-1 16 0,0-1 0 0,1-1 0 15,-1-2 16-15,1-1 0 16,0 0 0-16,0-2 0 0,1 0-128 0,0-1 0 0,1-3-128 0,1-1 192 0,2-3-192 0,-1 1 144 15,1 0-144-15,2-2 128 0,-1 1-128 0,1 1 0 16,1-2 0-16,0 2 0 0,1 2 0 0,-1 2 0 16,-1-1 0-16,1 3 0 0,-2 3 0 0,1 1 0 15,-2 1-128-15,-1 3 128 0,1 0-368 0,-1 0 0 16,0 2 0-16,-1-1 0 31,1 1-1424-31,-1 0-272 0,2 1-64 0,-1-1-13232 0</inkml:trace>
  <inkml:trace contextRef="#ctx0" brushRef="#br0" timeOffset="3511.39">7035 7302 5871 0,'0'-4'128'0,"1"1"16"0,0 2 16 0,0-1 16 0,-1 0-176 0,0 2 0 0,1-2 0 0,0-1 0 0,1-1 1600 0,1-1 272 0,0-2 64 0,1 2 16 15,0-2-864-15,-1 3-192 0,0 1-16 0,0-2-16 31,0 3 448-31,-1 1 96 0,0-1 0 0,-1 2 16 0,0 2-432 0,0 1-96 0,0 2 0 0,-1 1-16 32,1 3-48-32,-1 2 0 0,-1 4 0 0,0 0 0 0,0 5-176 0,-1-1-32 15,2 0-16-15,-2 1 0 0,1 2-272 0,0 2-48 16,-1-2-16-16,1 1 0 0,0-4 16 0,1 0 0 16,0 2 0-16,0-21 0 0,2 38 16 0,-2-38 0 15,5 33 0-15,-5-33 0 0,0 0-128 0,7 34-32 16,-5-27 0-16,1-3 0 0,-1 1-144 0,1-5 160 15,1 1-160-15,1-2 160 0,-1-2 160 0,1-1 16 16,0-1 16-16,1-3 0 0,0 0-352 0,0-2 128 16,1-1-128-16,1-1 0 15,-2 0-256-15,1 2-128 0,-1-2-32 0,1 0 0 16,-2 1-976-16,2 1-192 0,-2-1-32 0,0 1-7280 16,0 0-1440-16</inkml:trace>
  <inkml:trace contextRef="#ctx0" brushRef="#br0" timeOffset="3704.38">6971 7492 9087 0,'-6'4'192'0,"1"-2"64"0,2 1 0 0,2-3 0 0,1 2-256 0,1-2 0 0,-1 0 0 0,2 0 0 16,2 0 3568-16,2-2 656 0,3 0 144 0,2-3 32 16,4 0-1104-16,0-4-224 0,1-1-32 0,2 0-16 15,1 1-1680-15,1-2-352 0,0 1-64 0,0-1-16 0,-1 0-656 0,0 2-128 16,1 2-128-16,0-3 192 15,-1 4-832-15,0 0-176 0</inkml:trace>
  <inkml:trace contextRef="#ctx0" brushRef="#br0" timeOffset="4356.92">7703 7371 13823 0,'1'-3'1216'0,"0"1"-960"0,-1 0-256 0,0 1 0 16,1 0 1280-16,-1 0 224 0,1-2 32 0,1-3 16 15,0-1 288-15,0 2 48 0,0-2 16 0,0 3 0 16,1 1-432-16,-1 3-64 0,0 2-32 0,0 0 0 16,1 3-416-16,0 4-64 0,-3-9-32 0,0 0 0 15,7 40-496-15,-5-23-112 0,0 2 0 0,-1 3-16 16,0 1-240-16,-1 4 0 0,-1 3 0 0,0 2 0 16,1 0 0-16,-1-4 0 0,1-3 0 0,2-3 0 15,-1-4 0-15,0-2 0 0,-1-16 0 0,0 0 0 0,0 0 0 0,7 29 0 16,-5-27 0-16,1-3-160 15,-1 0-800-15,0-6-144 0,0 2-48 16,1-4 0-16,-1 1-1808 0,0-3-368 0</inkml:trace>
  <inkml:trace contextRef="#ctx0" brushRef="#br0" timeOffset="4636.66">7725 7363 6847 0,'-3'-4'144'0,"0"3"48"0,1-1 0 0,0 2 0 0,1 2-192 0,0-2 0 16,0 0 0-16,0 1 0 0,-1 2 2048 0,0-1 368 0,-1 0 80 0,3 0 0 15,1-2 0-15,1 0 0 16,2-2 0-16,0-1 0 0,3-1-464 0,1-1-112 16,2-2 0-16,1 0-16 0,2-1-560 0,1-1-96 15,1 2-32-15,0-2 0 0,0 4-576 0,0-3-112 0,-1 4-16 0,0-1-16 16,-1 3-352-16,-13 2-144 0,0 0 128 0,33-3-128 16,-33 3 0-16,0 0 0 0,0 0 128 0,0 0-128 15,0 0 0-15,0 0 0 0,31 32 0 0,-33-23 0 16,-2 0 0-1,-3 3 0-15,1-2 0 0,-3 1 0 0,2-1 0 0,-1-1 0 0,-2 1 0 0,0 0 0 0,-2 1 0 16,0-2 0-16,0 1 0 0,1 0 0 0,0-3-208 0,2 1 16 16,2-2 16-16,1-1 0 15,2-3-544-15,2 0-112 0,1-1-32 0,2-1-14912 16</inkml:trace>
  <inkml:trace contextRef="#ctx0" brushRef="#br0" timeOffset="4996.79">7998 7376 19343 0,'1'-1'848'0,"0"1"192"0,0 0-832 0,0 0-208 16,-1 0 0-16,1 1 0 15,-1 1 1808-15,2-2 320 0,-1 2 64 0,3-2 16 0,1 2-176 0,-1-2-48 16,2 1 0-16,0-2 0 0,2-1-1120 0,-1 0-224 16,3-1-64-16,0-4 0 0,0 2-176 0,1-2-32 0,-1 0-16 0,1-2 0 31,1 1-352-31,-2-1 128 0,-1 0-128 0,-1 1 0 15,-1-1 0-15,-2 0 0 0,0 1 0 0,-1-1 0 16,-2 2 0-16,-1-1 0 0,-1 2 0 0,-3 1-128 16,1 0-128-16,-2 3-32 0,-1-1 0 0,-3 1 0 0,1 2-64 0,-3 0-16 15,0 3 0-15,-1 1 0 0,0 3 48 0,0 0 0 16,0 4 0-16,-1 0 0 0,1 1 320 0,-1 2-144 16,2 0 144-16,1 0 0 0,2 0 0 0,-1 1 0 15,1 1 128-15,1-1-128 0,2-1 384 0,2-2-32 16,1 2 0-16,0-2 0 0,2 0 224 0,-1-12 32 15,0 0 16-15,0 0 0 0,19 35-144 0,-19-35-32 16,0 0 0-16,0 0 0 0,0 0-256 0,48 9-48 16,-36-11-16-16,1 0 0 0,1-3-128 0,2-1 0 15,0-2-192-15,0 1-11600 16,-1-3-2320-16</inkml:trace>
  <inkml:trace contextRef="#ctx0" brushRef="#br0" timeOffset="5457.69">8308 7306 20271 0,'-2'0'896'0,"0"0"192"0,1 0-880 0,0-2-208 0,0 2 0 0,1 0 0 15,0 2 1488-15,-1-2 256 0,0 0 48 0,0 1 16 16,1 3-528-16,0-1-96 0,0 0-32 0,0 3 0 16,0 0-320-16,1 0-64 0,-1-6 0 0,0 0-16 15,4 28-240-15,-4-28-32 0,0 0-16 0,3 29 0 0,-3-20-320 0,0-1-144 16,0 2 128-16,-1-3-128 0,0 1 0 0,0-2 0 15,0-2 0-15,0-1 0 0,1 1 0 0,-1-4 0 16,2 0 0-16,0-2 0 0,1-1 0 0,0-1 0 16,1-3 0-16,-1 2 0 0,2-5 0 0,-1 1 0 15,1-1 0-15,-1 1 0 0,2-3-336 0,-1 0-48 16,-1-1-16-16,1-1 0 0,-1 1 16 0,1-3 16 16,-2 2 0-16,1 1 0 0,-1 4 368 0,1-1 0 15,-1 3 0-15,0 1 0 0,0 3 0 0,0 0 0 0,1-1 0 16,-1 3 128-16,2-1 288 0,-2 2 48 15,2 0 16-15,0 2 0 0,-1-1 96 0,1 3 0 0,1-1 16 0,-1 1 0 16,-4-4-48-16,0 0-16 0,0 0 0 0,0 0 0 16,22 38-320-16,-22-38-64 0,0 0-16 15,10 36 0-15,-10-36-128 0,4 26 0 0,-4-26 0 0,2 26 0 16,-1-12 0-16,-1-3 0 0,1 0 0 0,-1-1 0 16,0-1 0-16,1 0 0 0,0-2 0 0,1-4 0 15,0 1 0-15,-1-4 0 0,1 2 0 0,-1-4 0 16,1 1-704-16,0-2-64 15,0-2 0-15,1 0-15792 0</inkml:trace>
  <inkml:trace contextRef="#ctx0" brushRef="#br0" timeOffset="5799.72">8638 7269 4607 0,'8'-4'192'0,"-2"1"64"0,-1-2-256 0,0 2 0 16,-2 2 0-16,-1 0 0 0,0-3 1760 0,3 1 304 15,3-4 64-15,0-1 16 0,2 0 416 0,-1 0 64 16,-2 3 32-16,-3 0 0 0,1 1-480 0,-3 0-80 16,-1 3-32-16,-1-2 0 0,-2 3-720 0,-1 0-128 15,-1 3-48-15,-1-2 0 0,-2 3-352 0,-2 0-80 16,-1 2-16-16,0 0 0 0,-1 4-352 0,0-1-80 0,-2 3-16 0,3 0 0 15,0 0-272-15,2 2 0 0,1-1 0 0,2 0 0 16,1 2 176-16,2-3-176 0,2 0 160 0,0-12-160 16,0 0 224-16,6 32-48 0,-6-32-16 0,0 0 0 15,0 0 32-15,0 0 16 0,32 34 0 0,-32-34 0 16,0 0-80-16,0 0-128 0,45 6 176 0,-45-6-176 16,25-3 128-16,-13 0-128 0,0-2 0 0,0 0 0 15,-2 0-304-15,0-2-112 0,0 1-32 0,-2-2-10880 16,1 3-2192-16</inkml:trace>
  <inkml:trace contextRef="#ctx0" brushRef="#br0" timeOffset="6005.39">8898 7145 18431 0,'0'3'1632'0,"0"-3"-1312"15,0 2-320-15,0-2 0 0,0 0 2416 0,0 2 400 16,1-1 96-16,0 1 16 0,1 1-336 0,2-1-64 15,1 0-16-15,0-1 0 0,2-1-1808 0,-1 0-352 16,1-1-80-16,-1 1-16 0,1-2-256 0,-1 2 0 0,1 0 0 0,-3 0 0 31,3 0-640-31,-4 2-144 0,1-1-32 0,-2 0-15648 0</inkml:trace>
  <inkml:trace contextRef="#ctx0" brushRef="#br0" timeOffset="6178.99">8930 7280 15663 0,'-2'3'688'0,"0"-1"144"0,1 1-656 0,0 0-176 0,1-2 0 0,-1 1 0 16,0 2 2560-16,-2 1 496 0,0 3 80 0,-1 4 32 0,1 2-32 15,-1 1-16-15,0-1 0 0,2-2 0 0,2-2-2096 0,0 1-432 16,0-11-80-16,0 0 0 0,0 0-512 0,0 0 0 16,13 36 0-16,-7-34 0 15,0 0-1216-15,1-4-256 0,1-1-32 0,2-1-14752 16</inkml:trace>
  <inkml:trace contextRef="#ctx0" brushRef="#br0" timeOffset="6462.52">9113 7060 15199 0,'-5'-4'320'0,"2"3"80"0,1-1 16 0,1 0 32 0,0 2-448 0,1 2 0 0,-1-2 0 0,0 2 0 31,-1-2 1792-31,0 3 288 0,0 0 48 0,0 0 16 0,0 2-448 0,-1-1-96 0,2 2 0 0,-1-1-16 32,2 1-64-32,-1 0-16 0,1 1 0 0,0 0 0 0,0 0-416 0,0 2-96 15,0-9-16-15,0 0 0 16,1 40-576-16,-1-40-112 0,1 38-32 0,-1-38 0 0,2 44-256 0,-2-44 128 0,-1 47-128 0,1-47 0 16,2 46 0-16,-2-46 0 0,4 39 0 0,-4-39 0 15,7 31 0-15,-7-31 0 0,0 0 0 0,0 0 0 0,14 40-320 0,-14-40 0 16,0 0-16-16,0 0 0 15,0 0-1472-15,0 0-304 16</inkml:trace>
  <inkml:trace contextRef="#ctx0" brushRef="#br0" timeOffset="6890.42">9372 7212 3679 0,'2'-3'320'0,"0"1"-320"0,0 2 0 0,-1 0 0 15,0-2 1232-15,0 1 176 0,1-1 48 0,1 1 0 16,2-2 464-16,0-2 80 0,-2 2 32 0,1 1 0 16,-2-2-192-16,-1 3-48 0,0-1 0 0,-3 2 0 15,0 0 16-15,-3 2 0 0,0 1 0 0,-3 0 0 16,1 1-752-16,-3 3-160 0,0-2-16 0,-2 2-16 15,2 0-464-15,-1 1-80 0,2 0-32 0,1-3 0 16,0 3 288-16,2-2 48 0,0 2 16 0,0-2 0 16,3 0-48-16,0 0 0 0,1-1 0 0,1 0 0 0,1 0-176 0,2 0-32 15,1-1-16-15,-3-4 0 0,0 0-80 0,0 0-16 16,0 0 0-16,0 0 0 16,39 26-80-16,-39-26 0 0,0 0-16 0,0 0 0 0,35 17-176 0,-35-17 128 15,0 0-128-15,0 0 128 0,0 0-128 0,33 28 0 16,-33-28 0-16,0 0 0 0,0 0 0 0,0 0 0 15,0 0 0-15,13 34 0 0,-13-29 0 0,-1 0 0 16,-2-2 0-16,-1 2 0 0,-1 0 0 0,0-2 0 16,-1 1 0-16,-2 1 0 0,-2-3 0 0,-2 1 0 15,-2 0 0-15,-2 1 0 16,-1-2-320-16,2 0-128 0,0-1-48 0,4 1-11344 0,3-2-2288 0</inkml:trace>
  <inkml:trace contextRef="#ctx0" brushRef="#br0" timeOffset="7332.41">9679 7320 3679 0,'-2'0'320'0,"0"0"-320"0,1 0 0 0,0 0 0 16,1 0 1536-16,-1-1 224 0,-2 1 48 0,0 0 16 15,0 0 1136-15,-1 0 240 0,1 0 32 0,1 0 16 16,1-1-816-16,1 1-176 0,1-1-16 0,1 0-16 16,-1-1-688-16,2 2-128 0,0-3-16 0,0 1-16 15,2 0-528-15,0-1-96 16,-1 2-32-16,2 0 0 0,-1-1-112 0,3 0-32 16,1 1 0-16,1-2 0 0,-10 3-272 0,24-4-64 0,-24 4-16 0,26-7 0 15,-13 2-224-15,1 3 128 0,-14 2-128 0,24-5 0 16,-24 5 0-16,21-3-192 0,-12 1 16 0,-1 1 0 15,-1 0-816 1,-2 1-160-16,-2 0-48 0,-1 1-9904 0,-2 2-1984 0</inkml:trace>
  <inkml:trace contextRef="#ctx0" brushRef="#br0" timeOffset="7520.75">9627 7434 27647 0,'0'0'1216'0,"1"0"256"0,1 0-1168 0,-1 0-304 15,1 0 0-15,-1 0 0 0,2 0 1568 0,0 0 256 16,4 0 48-16,2-2 16 0,-9 2-352 0,26-2-64 16,-12-1 0-16,1 1-16 0,-15 2-960 0,30-5-192 15,-30 5-48-15,27-2 0 0,-27 2-256 0,0 0 0 0,38-2 0 0,-38 2-11952 16,0 0-2480-16</inkml:trace>
  <inkml:trace contextRef="#ctx0" brushRef="#br0" timeOffset="8690.69">10449 7034 9215 0,'3'-4'816'0,"-1"3"-656"0,0-1-160 0,-2 2 0 16,0 0 800-16,0-1 128 0,1-1 32 0,0 1 0 16,-1 0 64-16,0-3 0 0,0 1 16 0,-1 3 0 15,-2-3-80-15,-1 3-32 0,-1 0 0 0,0 1 0 16,-1 1-144-16,-1-2-16 0,-1 2-16 0,0 1 0 15,-1 1-320-15,-1-1-64 0,-1 2-16 0,0 1 0 16,2-1-160-16,-1 0-16 0,2 2-16 0,-1 0 0 16,1-1-32-16,-1 2 0 0,4-2 0 0,-1 0 0 0,2 2 208 0,-1-2 48 15,2 2 0-15,1-1 0 16,-1-2 64-16,1 1 0 0,0 2 16 0,0 1 0 16,1-2-80-16,0 3 0 0,0-3-16 0,1 2 0 0,0-1 32 0,1-1 16 15,0 2 0-15,2-2 0 0,-3-7-144 0,0 0-16 16,0 0-16-16,0 0 0 0,28 36-240 0,-28-36 0 15,0 0 128-15,0 0-128 0,44 21 256 16,-44-21 16-16,0 0 0 0,0 0 0 0,39 15-112 0,-39-15-32 16,0 0 0-16,0 0 0 0,0 0-128 0,0 0 128 15,0 0-128-15,0 0 128 0,0 0 16 0,0 0 0 0,7 36 0 0,-18-27 0 16,0-2-144-16,-3 2 0 0,1-1 144 16,-2 0-144-16,0 0 0 0,1-1 0 0,0 0 0 0,0 0 0 15,2-1 0-15,1-2 0 0,1 1 0 0,1-1 0 16,3-2 0-16,0 3 0 0,0-2 0 0,2 0-128 15,1 0 128-15,2-2 0 0,2 1 0 0,-1-1 0 16,2 0 0-16,1-1 0 0,1 1 0 0,0-1 0 16,3 2 0-16,-2-2 224 0,2 0-48 0,-1-2-16 15,0 4 416-15,1-2 96 0,-2 0 16 0,2 2 0 16,-2 0-240-16,0-1-32 0,-1 3-16 0,0-1 0 16,-1 1-160-16,-1-1-48 0,0 2 0 0,-1-1 0 15,-1 3-192-15,0-2 128 0,-1 2-128 0,-1 0 0 0,1 1 144 0,-2 1-144 16,1 0 128-16,-1 3-128 15,1-1 160-15,-1 3-160 0,-1 1 192 0,0 5-192 0,1 1 144 0,0 2-144 16,-1 1 0-16,2 2 144 0,1 0 32 0,0-2 0 16,1 0 0-16,0-24 0 0,5 36-48 0,-5-36 0 15,0 0 0-15,24 40 0 0,-24-40 0 0,0 0-128 16,0 0 192-16,45 36-64 0,-45-36-128 0,0 0 0 16,38 11 144-16,-38-11-144 0,0 0 0 0,30 0 0 15,-30 0 0-15,27-9-12304 16,-12 1-2416-16</inkml:trace>
  <inkml:trace contextRef="#ctx0" brushRef="#br0" timeOffset="9892.02">10973 7086 2751 0,'-1'0'256'0,"0"0"-256"16,0 0 0-16,1 0 0 0,0 0 624 0,0 0 80 0,-1 0 0 0,0 0 16 16,-1 2 480-16,0-2 80 0,-1 1 32 0,1 0 0 15,0 0-208-15,0-1-32 0,1 2-16 0,-2-1 0 16,1 1-160-16,-2 0-48 0,2-1 0 0,-2 2 0 16,0 0-80-16,-1 0-32 0,1 1 0 0,-1 1 0 15,1 2-80-15,0-3-16 0,-1 4 0 0,0-1 0 16,0 2-240-16,1-1-48 0,0 1-16 0,0 1 0 15,0 1 48-15,1-1 0 0,1 0 0 0,0-1 0 16,1-1-32-16,1 0 0 0,1-3 0 0,1 2 0 16,1-1 160-16,-3-6 16 0,0 0 16 0,0 0 0 15,0 0-224-15,0 0-32 0,0 0-16 0,44 23 0 16,-35-23 144-16,1-2 32 0,0 1 0 0,0-4 0 16,0 1-64-16,0-3 0 0,1 2 0 0,0-5 0 0,-3 3-128 0,0-4-48 15,1 1 0-15,-3-2 0 16,-1 2-208-16,-1 1 0 0,-2-2 0 0,0-1 0 0,-1 2 0 0,-3-4 0 15,-1 2 0-15,-2 0 0 0,-2 0-144 16,0 1 144-16,-2 3 0 0,-1 1-144 0,2 1 144 0,-2 0-160 16,0 2 160-16,0 1-160 0,0 1-16 0,3 2 0 15,1 0 0-15,3 2 0 16,1-1-544-16,1 1-112 0,2 2-32 0,1 1-12128 0</inkml:trace>
  <inkml:trace contextRef="#ctx0" brushRef="#br0" timeOffset="10141.45">11160 7192 3679 0,'1'-2'320'0,"-1"0"-320"0,1 0 0 0,0-1 0 16,-1 3 2256-16,0 0 384 0,1 0 80 0,0-2 16 15,0 2-112-15,0 0-32 0,0-2 0 0,1 4 0 16,-1-2-1440-16,-1 2-304 0,1 3-48 0,-1-3-16 15,1 6-208-15,-1-2-32 0,3-1-16 0,-1 2 0 0,-2-7-96 0,0 0-32 16,0 0 0-16,0 0 0 16,0 0-400-16,25 34 0 0,-25-34 128 0,0 0-128 15,0 0-1088-15,0 0-240 0</inkml:trace>
  <inkml:trace contextRef="#ctx0" brushRef="#br0" timeOffset="10666.97">11444 7086 11967 0,'-1'0'528'0,"1"0"112"0,0 0-512 0,0 0-128 0,0 0 0 0,0 0 0 0,0-2 1600 0,-1 2 272 16,1-3 64-16,0 1 16 0,0 0 288 0,0-1 48 16,-1 2 16-16,0-2 0 15,0 2-704-15,0-1-128 0,-1 2-16 0,0-2-16 0,0 4-416 0,-1 0-96 31,1 1-16-31,0-1 0 0,-1 0-448 0,0 3-80 0,-1 2-32 0,-2 3 0 0,0 3-224 0,0 0-128 32,1-1 128-32,0 0-128 0,-1 3 0 0,2 0 0 0,0-1 0 0,1-2 0 0,2 0 0 0,1-1 0 0,0-11 0 15,0 0 0-15,0 0 0 0,0 0 0 0,0 0 0 0,0 0 0 16,0 0 0-16,37 23 0 0,-28-31 0 0,-2 1 0 16,1 0 0-16,1-2 0 0,0-1 0 0,0 1 128 15,1-2-128-15,-1-2 0 0,-1 1 128 0,1 0-128 16,-3 0 0-16,0 1 0 15,-3 1 0-15,0-2 0 0,-1 3 0 0,-2-1 0 0,-1 3 0 0,-3-2 0 16,0 2 0-16,-3 2 0 0,0 0 0 0,-2 0 0 16,0 2 0-16,0 2 0 0,0-1 0 0,1 4 0 31,0-2 0-31,1 1 0 0,2 0 0 0,-1 1-128 16,2-1-320-16,1 3-48 0,1-1-16 0,1-1 0 15,1 0-1232-15,2 0-256 0</inkml:trace>
  <inkml:trace contextRef="#ctx0" brushRef="#br0" timeOffset="11092.67">11772 6994 7359 0,'1'-3'320'0,"0"3"80"0,-1-2-400 0,0 2 0 0,1 0 0 0,-1 0 0 16,0 0 1456-16,0 0 208 0,0 0 32 0,1 0 16 15,-2 0-240-15,1 0-64 0,-1 0 0 0,0 0 0 16,0 2-400-16,-2 1-96 0,-1 0-16 0,0 0 0 16,1 2 0-16,-3 0 0 0,0 2 0 0,-2 2 0 0,0 1-208 0,0 2-48 15,-1 1-16-15,1-1 0 0,1 1-304 0,1-1-64 16,0 1-16-16,3-2 0 0,0-1-96 0,0 1-16 15,1-2 0-15,2 2 0 0,0 0 64 0,1-4 0 16,-1-7 0-16,0 0 0 0,0 0 256 0,0 0 48 16,0 0 16-16,0 0 0 0,37 31 496 0,-27-31 96 15,-10 0 32-15,0 0 0 0,33-3-304 16,-21 1-48-16,1 0-16 0,-1-1 0 0,-1 2-336 0,0-2-80 16,1 1-16-16,0-1 0 0,0 0-336 0,0 2 144 15,-1-2-144-15,-1 1 0 0,-1 1 0 0,-1-1 0 0,1-1 0 0,-3 0 0 31,2 0-352-31,-3 0-128 0,1 0-32 0,-1 1 0 16,-1 0-1360-16,0 0-288 0</inkml:trace>
  <inkml:trace contextRef="#ctx0" brushRef="#br0" timeOffset="11270.42">11933 7053 1839 0,'-4'-5'160'0,"2"3"-160"16,0-3 0-16,0 3 0 0,1 2 2624 0,-1 0 512 0,0 0 80 15,-1 0 32-15,0-1 912 0,-3 1 192 0,0 3 48 0,-2-1 0 0,1 2-1904 0,-1 2-368 16,0 2-80-16,1 3 0 0,-1 3-1088 0,0 2-192 16,0 4-64-16,0 3 0 0,1-4-528 0,-1 5-176 15,2 2 0-15,0 0 0 0,2-1 0 0,-1 0 0 16,2-4 0-16,-1 1-17440 16</inkml:trace>
  <inkml:trace contextRef="#ctx0" brushRef="#br0" timeOffset="15087.48">10682 7520 4607 0,'1'0'400'0,"-1"-2"-400"16,0 2 0-16,0 0 0 0,0 0 960 0,1 0 96 15,-1 0 32-15,1-2 0 16,0 1 128-16,1-1 48 0,-1-1 0 0,0 1 0 0,1 2-256 0,-1-2-48 16,1 2-16-16,1-3 0 0,-1 3-112 0,0-2 0 0,1 2-16 0,0-2 0 15,0 1-64-15,0 1-16 16,1-2 0-16,0 2 0 0,0 0-32 0,1 0 0 16,2 0 0-16,-1 0 0 0,2 0-176 0,2 0-32 0,0 0-16 0,3 0 0 15,-13 0 160-15,30-1 16 0,-12 0 16 0,1 1 0 16,-1-2 736-16,3 2 128 0,1-3 48 0,2 1 0 15,2 1-1904 1,-1-1-384-16,1 0-80 0,0-3-16 0,0 0 800 0,0 1 176 0,0-1 16 0,-1-1 16 16,2 1-64-16,2-1-16 0,3 2 0 0,1-1 0 0,1 0-128 15,1 3 0-15,0-3 144 16,0 0-144-16,1 1 240 0,-2-1-32 0,0 0 0 0,2 1 0 0,-2 1-64 0,0 0-16 16,0 0 0-16,-2 0 0 0,1 3-128 0,-3-3 0 15,1 3 0-15,-3-3 128 0,-1 1-128 0,-1 0 0 16,-1 0 0-16,1 0-176 15,-1 1-1008-15,-25 1-208 0,46-2-32 0,-46 2-7792 16,39 2-1568-16</inkml:trace>
  <inkml:trace contextRef="#ctx0" brushRef="#br0" timeOffset="16203.78">10846 7783 3679 0,'0'-3'320'0,"0"0"-320"16,1 2 0-16,-1-1 0 0,0 0 928 0,0 1 112 0,0 1 32 0,1 0 0 15,0-4 720-15,-1 1 128 0,1 1 48 0,0 0 0 16,0 1-320-16,-1-1-64 0,1 4-16 0,-1-2 0 16,1 3-576-16,-1-1-112 0,0 3-32 0,0 2 0 15,0 0-352-15,0 2-80 16,-1 1-16-16,1 0 0 0,-1 1-192 0,0 1-32 0,0 1-16 0,-1 1 0 15,1 0 0-15,-1 1 0 0,0 0 0 0,0 2 0 16,-1 0-32-16,-1-1-128 0,0 3 192 0,0-2-64 16,1-1-128-16,-2-1 192 0,1 1-192 0,-1-4 192 15,1 0-192-15,2-1 0 0,0-2 0 0,0-3 0 16,2-1 0-16,0-1-224 0,1-4 80 0,0 0 16 16,1-2-1360-16,0 0-272 15,0-3-48-15,1-2-16 0,0-1-480 0,-1-1-112 0,1 0-16 0,0-3 0 16,0 0 528-16,-1-2 112 0,0 2 0 0,-2-2 16 15,1-2 880-15,-1 1 160 0,-1 0 32 0,1 1 16 0,-1 0 816 0,-1 0 176 16,0-2 16-16,0 4 16 0,1 0 816 0,-1 1 176 16,0 2 16-16,1 1 16 0,1 2 416 0,0 0 80 15,0 1 0-15,0 2 16 0,1-1-544 0,1 1-112 0,0-1-32 0,0 1 0 16,0-1-224-16,1 1-64 0,0-2 0 0,2 3 0 16,1-3 96-16,0 0 16 0,2 1 0 0,0-1 0 15,1 0-144-15,1 3-32 0,0-3 0 0,1 2 0 16,1 1 0-16,0 1-16 0,0 0 0 15,-12 1 0-15,0 0-448 0,38 2-96 16,-38-2-16-16,0 0 0 0,0 0-256 0,40 17 0 0,-40-17 0 0,0 0 0 16,0 0 0-16,0 0 0 0,0 0 0 0,0 0 0 15,29 36 0-15,-30-29 0 16,-2-1 0-16,-2 2 0 0,-1-3 0 0,-3 4 0 16,0-2 0-16,-3 2 0 0,-1-1 0 0,0 1 0 15,1-2 0-15,-1 0 0 0,-2 0 0 0,-2 3-144 16,0-3 144-16,0 0-128 0,1 1 640 0,2-2 144 0,3 0 32 0,2-2 0 31,3 0-2192-31,2-1-432 0</inkml:trace>
  <inkml:trace contextRef="#ctx0" brushRef="#br0" timeOffset="16656.81">11015 7946 5519 0,'-1'0'496'0,"0"0"-496"0,0 0 0 0,1-2 0 16,0 2 1264-16,0 0 144 0,1 0 48 0,-1-1 0 0,2 0 528 0,-1-1 128 16,2 0 0-16,0-1 16 0,2 0-432 0,1 1-96 15,-1 0 0-15,2-1-16 0,1 1 64 0,-1 2 16 16,3-2 0-16,-1 1 0 0,2-1-832 0,0 1-144 0,2 0-48 0,-1-1 0 31,1-1-256-31,-1 0-64 0,0 1-16 0,1-2 0 0,-1-1-128 0,0 0-32 16,0 0 0-16,-1-2 0 0,0 1-144 0,-1-2 0 15,0-1 0-15,-1 2 128 0,-1-1-128 0,-3 1 0 0,-1-1 0 0,0-1 0 0,-1 3-320 0,-3-1 64 16,0 2 16-16,-2 0 0 16,-2-1-160-16,-2 0-48 0,0 1 0 0,-3 1 0 31,-1-1-208-31,-1 2-48 0,1 1-16 0,-1 4 0 0,1-1 416 0,0 3 96 16,0 3 16-16,2 1 0 0,0-2 192 0,0 4 208 0,1 0-32 15,-1 1-16-15,1 2 160 0,0 1 16 0,2-3 16 0,0 2 0 0,1 4 96 0,-2 0 32 16,2 3 0-16,2-1 0 0,0 0 0 0,1-1 0 15,1-3 0-15,0-15 0 16,0 0-32-16,9 36-16 0,-9-36 0 0,0 0 0 16,0 0-192-16,0 0-48 0,36 23 0 0,-25-25 0 15,1-1-64-15,0-2 0 0,1-3-128 0,0 0 192 32,0-1-816-32,0-1-160 0,2 1-48 0,0-3-14400 0</inkml:trace>
  <inkml:trace contextRef="#ctx0" brushRef="#br0" timeOffset="17112.09">11452 7789 15663 0,'-4'3'688'0,"1"0"144"0,1 2-656 0,0-3-176 0,1 0 0 0,0-1 0 0,-1 3 960 15,-1 1 176-15,-1 2 16 0,-1 2 16 0,-2 3 0 0,2 0 0 16,-1 0 0-16,2-2 0 0,-1 1-240 0,1-1-48 15,0-1-16-15,0 1 0 0,1-3-240 0,-1 0-48 16,2 0-16-16,0-2 0 0,0-1-320 0,0-1-64 16,0 0-16-16,2-1 0 0,-1-2-160 0,1-2 0 15,1 1 0-15,-1-1 0 0,1 0 0 0,0-1 0 0,1-1 0 0,-1-1 0 16,0 2 0-16,1-1 0 0,-1-3-144 0,0 2 144 16,2-3 0-16,0 2-160 0,-1-2 160 0,1 2-128 15,0-2-48-15,1 1 0 0,1 0 0 0,-1-2 0 16,1 2 176-16,0-1 0 0,1 1 0 0,0 0-128 15,0 0 128-15,0 1 224 0,0 0-48 0,1 1-16 16,-2 1 528-16,2 1 96 0,-2-1 32 0,2 1 0 16,-3 2 128-16,1 0 16 0,-1 1 16 0,-1 0 0 15,0 1-304-15,0 2-64 0,-1 0-16 0,0 2 0 0,0-1-384 0,-2 2-80 16,0 2 0-16,0 0-128 0,1 1 0 0,-2 0 0 16,1 0 0-16,0 0 0 0,0 0 0 0,-1 0 0 15,0 1 0-15,0-1 0 0,0 1 0 0,0 1 0 16,0-2 0-16,0-1 0 0,0-1 0 0,0-1-144 15,1-1 144-15,0-2 0 16,0 0-272-16,0-1 16 0,1-2 16 0,0 0 0 16,1-2-912-16,1-1-192 0,0-1-48 0,1-1-13632 0</inkml:trace>
  <inkml:trace contextRef="#ctx0" brushRef="#br0" timeOffset="17460.25">11721 7821 9215 0,'2'0'816'0,"-2"-3"-656"16,1 3-160-16,-1 0 0 0,0-2 2112 0,0 2 384 15,0-1 64-15,1-2 32 0,0 0-288 0,-1-2-64 0,0 3-16 0,-1-2 0 16,-1 3-1136-16,1-1-240 0,-1-1-32 0,-1 3-16 16,0 0-224-16,-1 0-32 15,2 0-16-15,-2 1 0 0,2 1-224 0,-1 1-48 16,1-1-16-16,0 0 0 0,0 1 176 0,-1 1 32 15,-1 1 16-15,1-1 0 0,-2 2 80 0,-1 0 16 16,2 0 0-16,-2 2 0 0,1 0-144 0,-1 1-32 0,1-1 0 16,1 2 0-16,-1-1-192 0,1 0-32 15,1 0-16-15,0 2 0 0,1-2-144 0,1 0 0 0,1-9 0 0,0 0 128 16,0 0-128-16,0 0 0 0,0 0 0 0,0 0 0 0,31 29 0 0,-24-30 0 16,2-1 0-16,0-3 0 0,0 1 0 0,0-2-224 15,2 0 32-15,0-2 0 16,0-1-1600-16,-1 2-320 0,0-3-64 15,0 1-12208-15</inkml:trace>
  <inkml:trace contextRef="#ctx0" brushRef="#br0" timeOffset="17620">11857 7716 9215 0,'-1'0'816'0,"0"0"-656"0,1 0-160 0,0 0 0 16,1 1 2304-16,-1-1 416 15,0 2 96-15,1-2 0 0,1 2 880 0,1 1 160 0,0-1 48 0,1 0 0 0,1 1-2048 16,-1-1-384-16,2-1-96 0,-1 1-16 0,-5-2-880 0,0 0-176 31,0 0-48-31,0 0 0 0,33 2-448 0,-28 0-80 16,0-2-32-16,-1 1 0 15,0 0-2112-15,-3 2-416 0</inkml:trace>
  <inkml:trace contextRef="#ctx0" brushRef="#br0" timeOffset="17778.66">11895 7833 9215 0,'0'0'816'0,"-1"2"-656"0,1-2-160 0,0 1 0 16,0 1 2240-16,-1-2 432 0,0 3 80 0,-1 0 0 16,1 3 320-16,-2 0 48 0,-1 2 16 0,0-1 0 15,2 2-1680-15,-2 1-336 0,0-1-64 0,1 1-16 16,1 1-704-16,0-2-144 0,0 0-16 0,2-1-16 16,1-2-352-16,0-2-80 0,1 1-16 0,1-3-9840 15,1-2-1968-15</inkml:trace>
  <inkml:trace contextRef="#ctx0" brushRef="#br0" timeOffset="18079.87">12058 7764 4607 0,'2'-2'400'0,"0"0"-400"16,-1 1 0-16,0 1 0 0,-1 0 2304 0,1-2 384 15,0 2 80-15,1-3 16 0,0 1 672 0,-1 0 144 16,1 0 32-16,-2 2 0 0,0 0-1680 0,-1 2-336 15,-1-1-64-15,0 2-16 0,0 0-880 0,-1 2-176 16,0-3-32-16,0 5-16 0,1-2-80 0,-1 0-16 16,0 2 0-16,0 2 0 0,-1 1 48 0,1 1 16 0,0 1 0 15,-1 0 0-15,1 0-144 0,-2 2-16 0,1 0-16 0,0 1 0 16,0 2 32-16,0-2 0 0,1 0 0 0,3-15 0 16,-1 26-48-16,1-26 0 0,0 0 0 0,0 0 0 15,10 37-208-15,-10-37 128 0,0 0-128 0,0 0 0 16,0 0 0-16,0 0 0 0,0 0 0 0,41 16 0 31,-35-19-400-31,0 1-128 0,1-2-32 0,-1 0-16672 0</inkml:trace>
  <inkml:trace contextRef="#ctx0" brushRef="#br0" timeOffset="18460.81">12333 7712 5519 0,'0'-5'496'0,"0"1"-496"16,0 3 0-16,0-1 0 0,0 2 1744 0,0 0 256 0,-1 0 48 0,1 0 16 15,-1 0 1632-15,-1 0 320 0,0 2 64 0,-2 3 16 16,1 0-1152-16,-1 4-240 16,-1 3-32-16,1 3-16 0,-1 1-1568 0,-1 6-320 0,0-1-64 0,0 2-16 0,-1 3-496 0,1 0-192 15,0 3 176-15,0-2-176 0,3-2 0 0,1-3 0 31,2-22 0-31,1 37 0 0,-1-37-592 0,0 0-224 0</inkml:trace>
  <inkml:trace contextRef="#ctx0" brushRef="#br0" timeOffset="19080.57">11934 7416 1839 0,'-1'-3'160'0,"1"1"-160"0,0 2 0 0,-1-2 0 16,1 2 448-16,0-1 48 0,0-1 16 0,-2 0 0 15,1-3 208-15,-1 2 48 0,0-1 16 0,-1 2 0 16,0-1 32-16,0 1 0 0,0 1 0 0,-1 1 0 16,0 1 432-16,0 1 96 0,0-1 0 0,0 1 16 15,0 0 0-15,1 0 0 0,-1 0 0 0,1 1 0 16,1-3-80-16,1 2-32 0,1-1 0 0,0-1 0 15,2 0-80-15,1 0-16 0,1-1 0 0,1-1 0 16,2 0 16-16,1-1 0 0,2 1 0 0,2 0 0 0,2-1-80 0,0 0-32 16,1 1 0-16,1 0 0 0,-16 2-288 0,32 2-64 15,-32-2-16-15,36 5 0 0,-36-5-320 0,34 7-64 16,-34-7-16-16,0 0 0 0,46 12-288 16,-46-12 0-16,0 0 0 0,42 7 0 0,-42-7 0 0,25 0 0 15,-13-2 0-15,-1 0 0 16,1-1-688-16,1-2-80 0,0 0-32 0,1 1 0 15,0-3-1488-15,0 2-288 0,-1 0-64 0,-2-2-10880 0</inkml:trace>
  <inkml:trace contextRef="#ctx0" brushRef="#br0" timeOffset="22305.35">12898 7646 11967 0,'1'0'1072'16,"0"0"-864"-16,-1 0-208 0,0 0 0 0,0 2 1280 0,0-2 224 16,1 2 32-16,0 1 16 15,-1 4-320-15,0 0-64 0,0 2-16 0,-1 2 0 16,0 1-432-16,-1 1-80 0,-1 0-32 0,-1 0 0 0,0 1-112 0,1 0-32 16,-2 0 0-16,0-4 0 15,3 2-336-15,-3-2-128 0,1-3 0 0,0 4-11328 0</inkml:trace>
  <inkml:trace contextRef="#ctx0" brushRef="#br0" timeOffset="23280.95">13818 7086 2751 0,'0'0'256'0,"0"-2"-256"16,0 2 0-16,0 0 0 0,0 0 816 0,0 0 112 15,0-2 32-15,0 1 0 0,0-1 64 0,0 2 32 16,-2-2 0-16,0 1 0 0,2 1-32 0,-2 0 0 16,0-2 0-16,-1 2 0 0,1 0-64 0,1 0 0 15,-1 2-16-15,-1-2 0 0,1 1 0 0,-1-1 0 0,1 2 0 16,0 0 0-16,0-2-320 0,-1 3-64 0,1-1-16 0,-1 0 0 16,1 1-144-16,-2 2-16 0,-1 1-16 0,2 0 0 15,0-2-48-15,-1 4 0 0,0 1 0 0,0 2 0 16,-1 4-32-16,0-1-16 15,1 3 0-15,1-1 0 0,0 1-112 0,1-1-32 0,1 1 0 0,1-17 0 16,0 26-128-16,0-26 160 0,0 0-160 0,0 0 160 16,0 0-160-16,17 38 0 0,-12-36 0 0,-1-2 0 15,2 0 0-15,0-1 0 0,0-4 0 0,1-1 0 0,0-1 336 0,0 0-16 16,1 0 0-16,-1 0 0 0,1 0-160 0,-1-2-32 16,0-1-128-16,-1 0 192 0,0 1-192 0,-1-2 0 15,-1 1 0-15,0 0 0 0,-2-2 0 0,0 1 0 16,-1 1 0-16,-1-1 0 0,0 3 0 0,-2-4 0 15,0 0 0-15,-2-2 0 0,-2 2 0 0,1 0 0 16,-1 1 0-16,0 1 0 0,0 3 0 0,1-2 0 16,0 5 0-16,0 0 0 0,1 4 0 0,0 0 0 15,0 1 0-15,0 2 0 0,1 0 0 0,0 3 0 0,2 0-128 0,0 0-8224 32,0 0-1632-32</inkml:trace>
  <inkml:trace contextRef="#ctx0" brushRef="#br0" timeOffset="25025.45">14039 7245 4607 0,'1'0'400'0,"-1"-2"-400"0,1 2 0 0,-1-1 0 0,1 1 1744 0,-1 0 272 15,0 0 48-15,1 0 16 0,0-2 832 0,0 2 160 16,1 0 48-1,-1 0 0-15,0 0-1088 0,1 2-224 0,0-1-32 0,-1 3-16 0,1-1-704 0,1 1-144 16,-1-1-16 0,-1 2-16-16,0-1-592 0,1 1-112 0,0-2-32 0,-1 1 0 15,1-2-144-15,0 1 0 16,-1-1 0-16,1-2-9904 16,0 1-1936-16</inkml:trace>
  <inkml:trace contextRef="#ctx0" brushRef="#br0" timeOffset="25516.79">14198 7089 4607 0,'2'-1'400'0,"-1"-1"-400"16,0 2 0-16,-1 0 0 0,1 0 1504 15,0-2 224-15,1 2 32 0,1-3 16 0,1-1 544 0,0 1 112 16,2 1 32-16,-1-2 0 0,0 1-464 0,1 0-80 16,-2 2-32-16,2 0 0 0,-1-1-480 0,1 0-112 15,0 1-16-15,1-1 0 0,0 2-512 0,0 0-128 16,0 0 0-16,1 2-16 0,-2-2-320 0,2 1-64 16,-2 1-16-16,0 0 0 0,0 0-48 0,-1 1-16 15,-1 0 0-15,-1 1 0 0,0-2-32 0,0 0-128 16,-2 3 192-16,0-2-64 0,0 2-128 0,-1 0 0 15,-1 0 0-15,0 1 0 0,-2 0 0 0,-1 0 0 16,0 1 0-16,0-2 0 0,0 2 0 0,-1-2 0 0,-1 2 0 0,-1 0 0 16,-1 0 0-16,0 0 0 0,-1-1-128 15,0 0 128-15,1 1-144 0,0-3 144 0,1 2-192 0,0-2 192 16,3 1-176-16,0-2 176 0,1 1-160 0,1-2 160 16,0 1 0-16,1-1 0 0,1 1-128 0,0 0 128 15,1 0 0-15,1-2 0 0,0 3 0 0,2-3 0 16,0 1 192-16,1-1-32 0,1 0 0 0,2-1 0 15,1-1 336-15,-1 0 64 0,1-1 16 0,0-1 0 16,1 3-256-16,0-3-32 0,0-1-16 0,-1 2 0 16,1-1-112-16,-2-1-32 0,0 3 0 0,0-1 0 0,-1 0-128 15,0 0 0-15,0 1 0 0,0-1 0 32,-1 0-992-32,0 1-128 0,-1-1-32 0,1 1-9552 0,-2 0-1920 0</inkml:trace>
  <inkml:trace contextRef="#ctx0" brushRef="#br0" timeOffset="25961.23">14551 7038 1839 0,'-2'-2'160'0,"0"2"-160"0,1 0 0 16,1 0 0-16,-1 0 2944 0,1 0 544 0,-1 0 112 0,0 0 32 16,-1 2-768-16,-1-1-160 0,0 3-16 0,1-1-16 15,-1-1-1392-15,1 1-288 0,0-1-48 0,0 1-16 16,0 1-160-16,1-2-16 15,1 1-16-15,-1 0 0 0,0 1 0 0,0 0 0 0,0-1 0 0,0 0 0 16,-1 1-96-16,1 0-32 0,1 2 0 0,-1 0 0 16,0 2-160-16,1-1-16 0,0 0-16 0,0 0 0 15,0 0-288-15,0 3-128 0,0-3 0 0,0-7 128 16,0 0-128-16,0 0 0 0,6 35 0 16,-6-35 0-16,0 0 0 0,0 0 0 0,0 0 0 0,0 0 128 0,27 36 160 15,-27-36 32-15,0 0 0 0,0 0 0 0,0 0-96 0,0 0-16 16,36 13 0-16,-31-12 0 0,0 1-208 0,0 1 144 15,0-1-144-15,-1-1 128 0,-1 3-128 0,0-2 0 16,-2 0 0-16,0 1 0 0,-1 2 0 0,-1-3 0 16,0 1 0-16,0 1 0 0,-2 1 0 15,-1-3 0-15,0 3 0 0,0-2 0 0,-2 0 0 0,1 0 0 16,-2 1 0-16,1 0 0 0,-1-2 0 0,0 0 0 0,-1 1 0 0,0-1 0 31,0-1 0-31,0 1 0 0,-1 0 0 0,1-1 0 0,-2 0 0 0,1-1 0 0,0 0 0 0,0 0 0 31,-1 0-304-31,1-1-80 0,1 0-32 0,-1-1 0 0,2-1-1472 16,1-1-288-16,1 0-64 0,0-4-12304 0</inkml:trace>
  <inkml:trace contextRef="#ctx0" brushRef="#br0" timeOffset="26184.98">14481 7060 11967 0,'2'-2'528'0,"0"-1"112"0,1 1-512 0,-2 0-128 31,0 1 0-31,0 1 0 0,1-2 2272 0,0 2 416 0,3-2 96 16,2-3 16-16,1 0 624 0,1 1 128 0,0-2 32 0,1 2 0 0,1 0-2448 0,0 1-496 31,1-2-80-31,0 3-32 0,2-1 32 0,1 1 0 16,-1-1 0-16,-1 1 0 0,-13 2-416 0,22 0-144 16,-9-1 0-16,2 0 144 0,-15 1-144 0,28 0 0 0,-28 0 0 15,26 0 0 1,-14 0-464-16,-2-2-32 0,-2 2 0 0,-1-2 0 15,-2 2-1872-15,0 0-384 0</inkml:trace>
  <inkml:trace contextRef="#ctx0" brushRef="#br0" timeOffset="26961.72">13780 7489 1839 0,'-2'0'160'0,"1"-2"-160"16,0 2 0-16,0 0 0 16,0 0 160-16,-1 0 0 0,-1 0 0 0,0 0 0 0,-2 0-160 0,-2 0-224 15,1 2 48-15,0-2 16 0,2 1 160 0,-1 1 0 16,1 0 0-16,2-2 0 0,0 1 336 0,-1-1 48 15,2 1 16-15,0-1 0 0,1 0 496 0,-1-1 112 0,2 1 16 0,-1-1 0 16,1 1 464-16,1-2 112 0,0 2 0 0,1-3 16 16,-1 1 32-1,2-1 0-15,0 1 0 0,0 0 0 0,2-1-48 0,0-2 0 16,-1 3 0-16,1 0 0 0,0-1-256 0,2-1-48 0,-1 3-16 0,1-2 0 16,2 2-400-16,-1-1-96 0,0-1-16 15,2 1 0-15,1-1-80 0,1 1-32 0,2 0 0 0,1 0 0 16,-16 2-16-16,35-1 0 0,-15-1 0 0,1-1 0 15,-21 3-336-15,45-2-80 0,-45 2-16 0,45-2 0 16,-22-1-208-16,0 1 128 0,1 0-128 0,-1 1 0 0,-1-1 0 0,1 1 128 16,2 0-128-16,1 1 0 0,1 0 0 15,1 0 0-15,0 1 128 0,-1 0-128 0,0 1 0 0,-27-2 0 32,53 0 128-32,-27 0-128 0,-1-2 0 0,1 2 0 0,2-2 0 0,-1 2 0 0,1-2-192 15,-1 2-64-15,0-2-32 0,0 2 0 16,3 0-928-16,-2 0-176 0,-1-1-32 0,-2-1-16 15,-1-1-288-15,-3 0-48 0,0-1-16 0,-5 0-6480 16,0 1-1312-16</inkml:trace>
  <inkml:trace contextRef="#ctx0" brushRef="#br0" timeOffset="27724.47">13767 7716 5519 0,'0'-4'496'0,"0"0"-496"15,1 1 0-15,-1 1 0 0,0 1 912 0,0 1 96 16,1 0 16-16,-1-2 0 0,0 0 448 0,0-1 80 0,1 1 32 0,-1-1 0 15,-1 1-336-15,1 2-64 0,0 0-16 0,-1 0 0 16,0 2-128-16,1 1-16 0,0 0-16 0,-1 3 0 16,1 2 80-16,-1 1 0 0,0 1 16 0,1 2 0 15,-1 1-512-15,0 2-96 16,0-1-32-16,-1 0 0 0,0 3-144 0,-1 2-16 16,1-2-16-16,-2-1 0 0,0 0-96 0,0-3 0 15,-1 3-16-15,0-2 0 0,2-2 48 0,-1 0 16 16,1-2 0-16,0-1 0 0,2-2-240 0,1-2 0 0,-1-3 0 15,1-2 0-15,0 2 0 0,1-2-288 0,-1-2 64 0,0 0 16 32,2-2-2160-32,0-1-448 0</inkml:trace>
  <inkml:trace contextRef="#ctx0" brushRef="#br0" timeOffset="28039.17">13725 7762 3679 0,'-2'-5'160'0,"0"2"32"0,1 0-192 0,0 2 0 0,1 1 0 0,0 0 0 15,0-2 1536-15,0 2 256 0,1-2 48 0,-1-1 16 16,0 1 176-16,1-1 32 0,1 3 16 0,1-4 0 16,0 1-800-16,2-2-176 0,2 0-16 0,1 0-16 0,2-3-64 0,2 0-16 0,2-1 0 0,0 0 0 15,0 1-272-15,1-2-48 0,0 1-16 0,-2 2 0 16,0 0-464-16,0 2-192 16,-13 5 176-16,24-2-176 0,-24 2 384 0,0 0-32 0,0 0 0 0,0 0 0 15,0 0-64-15,36 30-16 0,-36-30 0 0,0 23 0 16,-3-11-272-16,-2 1 0 0,0-1 0 0,-3-2 0 15,-1 1 160-15,-1-1-160 16,1-1 128-16,-2-1-128 0,1 0 0 0,-1 0 128 0,0-1-128 0,-1 0 0 16,2-2 0-16,-1 0 0 0,-1-1 0 0,3 1 0 15,1-3 0-15,0-1 0 0,2 1 0 0,-1-2 0 16,3 0-160-16,0 0-16 0,1-2 0 16,1 1 0-1,2 1-1664-15,0 0-336 0</inkml:trace>
  <inkml:trace contextRef="#ctx0" brushRef="#br0" timeOffset="28486.18">13926 7818 5519 0,'3'0'240'0,"-1"0"64"0,1 0-304 0,-1 1 0 0,-1-1 0 15,0 2 0 1,0-2 2048-16,1 0 336 0,2 0 80 0,1 2 16 0,2-2 624 0,0 0 128 15,1 0 32-15,1 0 0 0,-1 0-1536 0,0-2-320 0,1 2-48 0,-1-3-16 16,0 1-688 0,1 0-144-16,-1-3-16 0,0 0-16 0,-1 1 0 0,0-3 0 0,-1 2 0 0,0 0 0 31,-2-1-288-31,1 0-48 0,-1-1-16 0,-1 2 0 16,0-2-128-16,-2 1 0 0,-1 0 0 0,0 0 0 15,0 0-320-15,-1 2 48 0,-1-1 16 0,-2 0 0 16,1 3-240-16,-3 0-32 0,1 2-16 0,-3 0 0 15,1 2-32-15,-1 2-16 0,0 2 0 0,0 0 0 0,-2 2 400 0,1 1 192 16,0 0-160-16,-1 3 160 0,0-2 128 0,2 2 128 16,1-3 32-16,0 1 0 0,1-1 0 0,0 2 0 15,1 0 0-15,0-2 0 0,2 0 16 0,0-1 0 16,2-1 0-16,1 0 0 0,1-3 208 0,-1-4 32 16,0 0 16-16,0 0 0 0,0 0-224 0,0 0-32 15,0 0-16-15,36 15 0 0,-28-15-80 0,1-3-16 0,1 0 0 0,1-1 0 31,0-1-528-31,0-1-112 0,1-2-32 0,-1 1 0 16,0 0-1824-16,-1-2-352 0,1 2-80 0,0-3-9920 0</inkml:trace>
  <inkml:trace contextRef="#ctx0" brushRef="#br0" timeOffset="28911.06">14219 7698 3679 0,'1'0'320'0,"0"-2"-320"0,0 2 0 0,-1 0 0 0,-1 0 2336 0,1 2 400 15,-1-2 80-15,0 2 0 0,0 1 336 0,-2 2 64 16,1 1 16-16,-3 4 0 0,0-1-608 0,0 1-128 15,-1 1-32-15,1-1 0 0,-1 3-2272 0,1-2-448 16,-1 1-80-16,0-2-32 16,1 1 528-16,-1-2 96 0,2 1 32 0,0-3 0 0,0-2-80 0,1-1-16 15,2 1 0-15,0-4 0 0,0 1-192 0,1-2 0 16,0 0 128-16,0 0-128 16,1-2 0-16,0-1-128 0,0 0 128 0,0 0-208 15,1 0-816-15,0-3-144 0,1 0-48 0,1-1 0 16,-1 2-256-16,1-3-48 0,0-1-16 0,-1 2 0 15,2-3 128-15,-1 1 32 0,0 0 0 0,0-1 0 16,2 3 672-16,-3 0 144 0,2 2 32 0,0 0 0 0,0 1 528 0,0 1 176 0,-1-1 0 0,1 1 0 16,0 2 960-16,-1 0 192 0,2-2 32 0,-1 2 16 15,0 0 160-15,0 1 48 0,0 0 0 0,1 1 0 16,-6-1-240-16,0 0-32 0,0 0-16 16,0 0 0-16,0 0-832 0,35 16-160 0,-35-16-48 0,0 0 0 15,0 0-256-15,0 0 0 0,0 0 0 0,0 0 0 16,21 38 0-16,-21-34 0 15,-1 4 0-15,-2-1 0 0,0 0 160 0,-1 0-160 16,0 0 128-16,-2 2-128 0,1-2 0 0,-2 1 128 0,2-2-128 0,0 0 0 0,0-2 0 0,2 3 0 16,-1-2 0-16,1-3 0 0,1 1 0 0,1-1 0 15,1-2-192-15,0 1 192 16,0-1-1280-16,1-1-144 0,0 1-32 0,0-2-12480 16</inkml:trace>
  <inkml:trace contextRef="#ctx0" brushRef="#br0" timeOffset="29351.87">14572 7752 5519 0,'0'0'496'16,"0"0"-496"0,0 0 0-16,-1 0 0 0,0 0 1296 0,0 0 176 0,0 0 16 0,-1 0 16 0,-2 0 832 15,1 2 160-15,-2-2 48 0,-1 1 0 0,2 1-496 0,-1 0-80 16,0-2-32-16,1 3 0 15,-1-2 288-15,1 0 48 0,-2 2 16 0,0 1 0 16,1 1-2160-16,-2-3-448 0,0 4-64 0,-1 0-32 0,0 1 416 0,0-2 304 16,0 5-48-16,0-4-16 0,0 3-96 0,-1-1-16 15,2 1 0-15,-1-1 0 0,2 1 128 0,1-2 32 16,2-1 0-16,0 0 0 0,2 1 240 0,1-2 48 16,1 2 16-16,-1-7 0 0,0 0-256 0,0 0-48 15,0 0-16-15,0 0 0 0,32 27 80 0,-32-27 16 0,0 0 0 16,0 0 0-16,44 4-368 0,-44-4 144 15,26-2-144-15,-26 2 0 0,29-5 0 0,-15 0-144 16,1 1-16-16,-1-3 0 16,-1 2-1296-16,-2-2-256 0</inkml:trace>
  <inkml:trace contextRef="#ctx0" brushRef="#br0" timeOffset="30018.76">14665 7698 14735 0,'2'-2'1312'0,"0"1"-1056"0,0 1-256 0,0 0 0 16,-1 1 2112-16,1-1 352 0,2 0 80 0,-4 0 16 15,0 0 320-15,27 0 64 0,-27 0 0 0,0 0 16 16,35 2-1680-16,-35-2-352 0,0 0-64 0,0 0-16 16,31 2-848-16,-31-2-192 0,0 0-16 0,0 0-16 31,0 0-1808-31,0 0-352 0,0 0-80 0,0 0-11440 0</inkml:trace>
  <inkml:trace contextRef="#ctx0" brushRef="#br0" timeOffset="30159.11">14683 7795 10367 0,'-2'5'224'0,"1"-3"48"0,0 1 16 0,0-1 0 0,1 0-288 0,0 1 0 0,0-1 0 0,0 0 0 16,0 5 2624-16,0-7 448 0,0 0 112 0,0 27 16 15,0-27-880-15,0 0-160 0,0 0-48 0,6 35 0 0,-6-35-1344 0,0 0-256 16,0 0-64-16,0 0-16 16,0 0-1200-16,0 0-256 0,0 0-32 0,0 0-11680 0</inkml:trace>
  <inkml:trace contextRef="#ctx0" brushRef="#br0" timeOffset="30412.12">14935 7589 15663 0,'-1'0'688'0,"0"2"144"0,0-2-656 0,0 2-176 0,0 1 0 0,0-1 0 16,-1 0 1728-16,-1 4 304 0,-2 2 64 0,-1 4 16 15,-3 3-32-15,-2 2 0 0,1-1 0 0,0 3 0 16,1-2-704-16,-1-1-144 0,2 0-16 0,1 1-16 15,-1 0-416-15,3-3-80 16,-1 1 0-16,1-1-16 0,5-14-208 0,-2 26-32 0,2-26-16 0,0 0 0 0,0 0-176 0,6 37-48 16,-6-37 0-16,0 0 0 0,0 0-80 0,0 0-128 15,0 0 176-15,40 22-176 16,-40-22 0-16,0 0-176 0,28-5 0 0,-18 3 0 16,1-3-1104-16,1 1-208 0,-1-1-48 0,0 1-16 15,0-2-1232-15,-2 1-240 0</inkml:trace>
  <inkml:trace contextRef="#ctx0" brushRef="#br0" timeOffset="30869.29">15106 7656 18431 0,'-3'-1'816'0,"1"1"160"0,2-2-784 0,0 1-192 0,0 1 0 0,0 0 0 16,0 0 1792-16,1 0 304 16,1 0 64-16,0-2 16 0,1 2-768 0,2-1-128 0,0 0-48 0,-1 1 0 15,-4 0-512-15,0 0-96 0,0 0-32 0,0 0 0 16,30 0 320-16,-30 0 64 0,0 0 16 0,0 0 0 16,0 0-352-16,0 0-80 0,34 16-16 0,-34-16 0 0,0 0-224 0,0 0-64 15,0 0 0-15,0 0 0 0,16 38-256 0,-16-38 0 16,0 0 128-16,-2 23-128 15,-1-15 0-15,0-1 0 0,-2 1 0 0,-1-1 0 0,-2 1 0 0,0 0-256 16,-2-1 80-16,-2 1 16 0,-2-1-144 0,-1 2-16 16,0-2-16-16,2-1 0 15,2 0-96-15,-1 1-16 0,3-2 0 0,0 2 0 0,3-3 448 0,1 2 144 16,1-2 0-16,3 1 0 16,0 0 400-16,1-5 80 0,0 0 16 0,0 0 0 0,0 0-160 0,0 0-32 15,41 16 0 1,-41-16 0-16,30 0-192 0,-30 0-32 0,38 2-16 0,-38-2 0 15,45-2-208-15,-45 2 176 0,44-6-176 0,-22 3 160 0,1-2-160 0,-1 0 0 0,-3-2 0 0,1 1 0 16,-2 0 0-16,1-1-192 0,-2-1 32 0,-3-1-18112 16</inkml:trace>
  <inkml:trace contextRef="#ctx0" brushRef="#br0" timeOffset="31470.44">14836 7461 4895 0,'1'-3'208'0,"-1"2"64"0,0 0-272 0,0-1 0 0,0 2 0 0,0 0 0 15,0-2 720-15,0 1 96 0,0 1 16 0,0-2 0 16,0 0 656-16,0 1 144 0,1 1 32 0,-1-2 0 16,0 2 512-16,0 0 96 0,1-2 32 0,0 0 0 15,-1 1-352-15,1 1-64 0,1-2-16 0,-1-1 48 0,2 1-1088 0,-1 1-192 16,0 0-64-16,0-2 0 0,-2 1-576 0,1 2 0 16,0-3 0-16,0 3 0 0,0-2 0 0,0 2-160 15,0-2 160-15,-1 2-160 16,1-2 160-16,0 2-160 0,0-2 160 0,0 1-160 0,0 1 160 0,1 0 0 15,-2-2 160-15,2 2-32 0,-1 0 416 0,1-2 80 16,1 1 16-16,0 1 0 0,1-2 192 0,0 2 32 16,2-1 16-16,-1 0 0 15,3-1-176-15,0-1-16 0,1 1-16 0,2 1 0 0,1-1-96 0,1 1-32 16,3 0 0-16,-16 1 16 0,34 0-272 0,-34 0-48 16,39 4-16-16,-39-4 0 0,43 3-64 0,-43-3-16 0,46 2 0 15,-46-2 0-15,50 1-144 0,-27-2 0 0,0-1 0 0,-1-3 128 16,1 3-128-16,-1-3 0 0,0 0 0 0,-1 1 0 31,0 1-832-31,-3-1-32 0,0 3-16 0,-3-2-16800 0</inkml:trace>
  <inkml:trace contextRef="#ctx0" brushRef="#br0" timeOffset="32435.02">16043 7812 9215 0,'0'-3'816'0,"0"1"-656"0,0-1-160 0,0 3 0 16,0-2 2320-16,1 2 432 0,0 0 96 0,0-2 16 16,2-1 80-16,0 1 32 0,0-1 0 0,0 1 0 15,1 2-1056-15,-1 3-192 0,-1 1-64 0,-1 1 0 16,0 3-976-16,-1 1-208 0,-1 2-32 0,0 1-16 16,0 0-240-16,-3 0-32 0,0 4-16 0,-1-1 0 15,-2 0-144-15,2-1 0 0,-2 0 0 0,0-3 0 16,0 1-352-16,1-3-48 0</inkml:trace>
  <inkml:trace contextRef="#ctx0" brushRef="#br0" timeOffset="34334.29">17147 6977 4607 0,'1'-2'400'0,"-1"1"-400"0,1 1 0 0,-1-2 0 16,0 2 960-16,1-1 128 0,0 0 0 0,0-1 16 16,0-1 624-16,0-2 112 0,0 1 16 0,0 1 16 15,-1 1-144-15,1-1-48 0,-1 3 0 0,1 0 0 16,-1-2-208-16,0 2-32 0,0 0-16 0,0 0 0 15,1 0-320-15,-1 2-64 0,1-2-16 0,-1 0 0 16,1 1-304-16,0-1-64 0,0 0-16 0,0 0 0 16,0 0-48-16,1-1-16 0,-1 1 0 0,1 0 0 15,-1 0-64-15,0 0-32 0,0 0 0 0,0 0 0 16,-1 3 64-16,0-1 16 0,0 3 0 0,0-1 0 16,-1 4-176-16,0-1-48 0,0 3 0 0,-1 3 0 0,2-13-160 0,-3 34-48 15,2-18 0-15,1-16 0 16,-2 31-128-16,2-31 0 0,-2 38 0 0,2-38 0 0,-1 38 0 0,1-38 0 15,3 35 0-15,-3-35-17776 16</inkml:trace>
  <inkml:trace contextRef="#ctx0" brushRef="#br0" timeOffset="35169.24">16461 7444 2751 0,'1'-2'256'0,"-1"2"-256"32,0 0 0-32,0 0 0 0,0 0 832 0,0 0 112 0,1-2 16 0,-1 1 16 0,0 1 464 0,1-2 96 31,1 0 0-31,0 1 16 0,0 1-64 0,0-2-16 0,1 0 0 0,-2 2 0 16,3-3-224-16,0 1-48 15,0 0-16-15,-1-1 0 0,2 2-96 0,0 0-32 16,1-1 0-16,1-1 0 0,1 3-192 0,1-2-32 15,2 0-16-15,2 1 0 0,1 1-304 0,3-2-48 16,1 1-16-16,2 0 0 0,1 1-192 0,3-3-64 16,0 3 0-16,2-2 0 0,-1-1 336 0,3 3 64 0,2-2 16 0,1 2 0 15,-2 0-128-15,2 0-32 0,2 0 0 0,1 2 0 16,1-1 80-16,-1 1 16 0,1 0 0 0,1-2 0 16,0 0-96-16,-1-2 0 0,0 0-16 15,1-1 0-15,3 1-144 0,0 0-32 0,1-1 0 0,-1 1 0 16,0 1-256-16,-1-3 160 0,0 0-160 0,-1-1 128 15,0 1-128-15,0 1 0 0,1 0 0 0,-1 0 128 16,0 3-128-16,-2 0 0 0,0-2 0 0,-1 2 0 16,-4 0 0-16,2-1 0 0,1 1 0 0,0 0 0 15,-2 1-352-15,-2-1 0 0,-1 2 0 0,-28-2 0 16,47 4-496-16,-47-4-112 0,40 4 0 0,-40-4-16 16,33 4-848-16,-33-4-160 0,0 0-48 0,36 5-11120 15</inkml:trace>
  <inkml:trace contextRef="#ctx0" brushRef="#br0" timeOffset="36152.15">16659 7714 12895 0,'2'-1'1152'16,"-1"0"-928"-16,0-1-224 0,0 0 0 0,0 1 1024 0,0 1 176 0,0-2 16 0,1-3 16 16,2 1 368-16,-1-1 80 0,1 2 16 0,-3 1 0 0,1 0-368 0,-1 0-80 15,-1 4-16-15,-1 0 0 0,-1 2-496 0,1 4-96 16,-2 1-32-1,-1 5 0-15,-1 3-224 0,1-1-32 0,-2 6-16 0,1 0 0 16,-1 1-192-16,0 0-144 0,-1 2 192 0,1 0-192 16,0-2 128-16,1 0-128 0,1-5 0 0,1 2 0 0,1-5 0 0,0-2 0 15,2-13 0-15,-3 21 0 16,3-14-768 0,-1-2-48-16,1 0-16 0,0-4-8000 0,1 0-1600 15</inkml:trace>
  <inkml:trace contextRef="#ctx0" brushRef="#br0" timeOffset="36451.21">16602 7721 11055 0,'2'-11'480'0,"1"3"112"0,2 1-464 0,-2 2-128 0,-2 2 0 0,1 2 0 16,1-3 1488-16,2-1 288 0,3-2 48 0,2-3 16 15,3 0-112-15,0-1 0 0,0 3-16 0,0 0 0 16,0 0-512-16,1 3-112 0,-1 0 0 0,0 1-16 15,0 3-240-15,-1-1-64 0,-1 2 0 0,-11 0 0 0,0 0-192 0,0 0-32 16,42 15-16-16,-42-15 0 0,0 0-352 0,0 0-176 16,23 39 160-16,-23-39-160 0,0 0 128 0,3 41-128 15,-6-26 0-15,-2 1 0 0,-5-2 0 0,1 0 0 16,0 0 0-16,-2-3 0 0,0 0 0 0,0-2 128 16,0 1-128-16,0-2 0 0,0 0 0 0,1-3 0 15,0 0 0-15,1 0 0 0,2-3 0 0,0-1 0 16,1-1 0-16,1-1 0 15,2-3-832-15,1 1-48 0,1 0-16 0,2-1-8240 0,0-1-1648 0</inkml:trace>
  <inkml:trace contextRef="#ctx0" brushRef="#br0" timeOffset="36863.87">16833 7815 9215 0,'3'-1'400'0,"-2"1"96"0,1 0-496 0,-1 0 0 0,0 0 0 0,0 0 0 16,0 0 1616-16,1 1 240 0,-1 0 32 0,2-1 16 15,1 2-48-15,0 1 0 0,-1-1 0 0,0 1 0 16,1-1-848-16,-1 0-176 0,0-1-48 0,2 1 0 0,0-2-240 16,0-2-48-16,2 1-16 0,0-2 0 15,2-1 448-15,2-1 96 0,-1 1 0 0,1-3 16 0,0 2-464 0,0-2-112 16,-1 0-16-16,1 2 0 0,-2-1-256 0,0 0-64 16,-1 1-128-16,0-1 192 0,-3 1-192 0,0 2 0 15,-1-1 0-15,-2 1 0 0,-2-2 0 0,-1 1 0 16,-1 1-128-16,-2-2 128 0,0 2-320 0,0-1-16 15,-2 2 0-15,1-3 0 16,-2 3-112-16,1 0-32 0,-1-1 0 0,0 3 0 0,-1 0 480 16,1 3-144-16,0-1 144 0,1 0 0 0,0 3 0 0,1 0 0 15,0-1 0-15,1 2 128 0,-1 1 176 0,0 3 32 0,1 1 16 0,0 1 0 16,0 0 96-16,1 2 32 0,0-2 0 0,0 2 0 16,0 0-128-16,0 0-32 0,2 0 0 0,-1-2 0 15,0 0-96-15,0-2-32 0,2-1 0 0,1-2 0 16,1 0-192-16,0-4 128 0,1-1-128 0,1 0 0 15,1-2 0-15,0-2 128 0,2 0-128 0,0-3 0 16,1 0 0-16,2 1 0 0,-1-2 0 0,0 2 0 16,1-3-896-16,1 2-240 0,2-2-32 0,1-2-13232 15</inkml:trace>
  <inkml:trace contextRef="#ctx0" brushRef="#br0" timeOffset="37259.56">17174 7734 12895 0,'1'-3'576'0,"0"1"112"0,0 1-560 0,-1-1-128 15,0 4 0-15,0-2 0 0,0 1 2128 0,-1 1 400 16,1 0 80-16,-1 3 16 0,-1 0-448 0,-1 3-64 16,0 1-32-16,0 0 0 0,-1 2-1184 0,-1-1-224 15,2 2-48-15,-3 2-16 16,1-2-224-16,0 0-64 0,0 0 0 0,1-3 0 0,1 1-192 0,-1-2-128 0,0 0 160 0,2-1-160 16,-1-2 0-16,1 0 128 0,1-3-128 0,0-2 0 31,1 1 0-31,0-1 0 0,1-1 0 0,0-1 0 15,1 0 0-15,0-3 0 0,-1 0 0 0,1 1 0 0,0-2 0 0,1 0-128 0,0-2 128 0,0 1 0 16,-1-2-208-16,2-1 64 0,1 1 16 0,-2-3 0 31,2 1-416-31,1 1-80 0,-1-2-16 16,1 1 0-16,-1 0 432 0,1 4 80 0,0-2 128 0,1 2-208 0,0 2 208 0,0 0 128 0,-1 1 0 0,1 3-128 16,-2-1 672-16,1 1 32 0,-1 2 0 0,2 1 0 15,-7-2 32-15,0 0 16 0,0 0 0 0,0 0 0 0,0 0-480 0,24 38-80 16,-24-38-32-16,0 0 0 0,0 0-160 15,5 41 0 1,-5-30 0-16,-1-1 0 0,0 0 0 0,0-1 0 0,0 0 0 0,0-1 0 16,0-4 0-16,-1 2 0 0,1-2 0 0,0 0 0 15,0-3-320-15,1 1-128 0,0-4-48 0,2 1 0 16,1-3-1936-16,1-1-400 0</inkml:trace>
  <inkml:trace contextRef="#ctx0" brushRef="#br0" timeOffset="37544.14">17504 7710 13823 0,'1'-2'1216'0,"-1"2"-960"0,0 0-256 0,0 0 0 15,-1 2 1968-15,0-2 336 0,0 2 80 0,-1-2 16 16,0 2-416-16,-2 0-64 0,0 1-32 0,-1-2 0 16,0 1-768-16,-1 0-160 0,1 0-16 0,-1 0-16 15,1-1-464-15,-2 3-80 0,0 1-32 0,-2-2 0 16,1 4-352-16,-1-3 0 0,-1 4 0 0,0-1 0 15,2 2 0-15,1-1 0 0,3 1 0 0,0 0 0 0,1 3 0 0,1-3 0 16,2-9 0-16,0 24 128 0,0-24 32 0,0 0 16 16,8 33 0-16,-8-33 0 0,0 0 352 0,0 0 80 15,30 34 16-15,-30-34 0 0,0 0-384 0,0 0-80 16,45 18-16-16,-45-18 0 0,0 0-144 0,32 1 0 16,-23-2 0-16,1-2 0 0,-1-1 0 0,1-3 0 15,0 0-144-15,-1 0-10880 16,0-3-2176-16</inkml:trace>
  <inkml:trace contextRef="#ctx0" brushRef="#br0" timeOffset="37735.39">17648 7657 15663 0,'-1'1'1392'0,"1"1"-1120"0,0-2-272 0,0 1 0 16,0 0 2288-16,0-1 400 0,1 2 64 15,0 1 32-15,1 2 224 0,-2-5 32 16,0 0 16-16,0 0 0 0,0 0-1776 0,0 0-368 0,34 14-64 0,-27-14-16 15,-7 0-576-15,0 0-128 0,0 0-128 0,0 0 176 16,33 7-688-16,-29-5-144 0,-4-2-32 0,0 0-16416 16</inkml:trace>
  <inkml:trace contextRef="#ctx0" brushRef="#br0" timeOffset="37907.71">17676 7802 15663 0,'-1'0'688'0,"1"0"144"0,0 0-656 0,-1 2-176 0,0-2 0 0,0 1 0 0,0 1 2480 16,0 1 464-16,-1 1 80 0,0 3 32 0,0 0-496 0,-2 3-112 16,0 0-16-16,1 1 0 0,1-2-1536 0,1 1-304 15,-1-3-64-15,2 0-16 0,1 0-512 0,0-2-224 16,0-3 16-16,2 0-10720 16,-3-2-2128-16</inkml:trace>
  <inkml:trace contextRef="#ctx0" brushRef="#br0" timeOffset="38242.92">17857 7656 6447 0,'2'-4'576'0,"-1"2"-576"0,0 0 0 0,-1 3 0 16,0-1 2304-16,1-1 336 0,0-1 80 0,1-1 16 15,0-2-48-15,0 1-16 0,0 1 0 0,-1 1 0 16,0 2-1648-16,-1-2-336 0,0 4-64 0,0-2-16 15,0 2 160-15,-1 1 16 0,0-1 16 0,0 3 0 0,-1 0 32 0,2 1 16 16,-2 0 0-16,0 3 0 0,-1 1-96 0,0 3-32 16,0 2 0-16,1 2 0 0,-2 1-384 0,-1 2-80 15,1 1 0-15,-1 0-16 0,0 3-240 0,-1-3 0 16,0 1 0-16,1 1 0 0,-1 1 0 16,3-3 0-16,3-21 0 0,-5 35 0 0,5-35 0 0,0 0 0 15,6 38 0-15,-6-38 0 0,0 0 0 0,0 0 0 16,0 0 0-16,0 0 0 0,0 0 0 0,41 13 0 15,-32-17 0-15,-1-2 0 16,0 0-720-16,2-2-144 0,0-1-32 0,-2 1-14848 0</inkml:trace>
  <inkml:trace contextRef="#ctx0" brushRef="#br0" timeOffset="39173.69">18137 7707 3679 0,'-2'-5'320'0,"0"3"-320"15,1 0 0-15,0 0 0 0,1 1 1728 0,0 1 256 16,0 0 64-16,-1-2 16 0,1 0 592 0,0-1 112 16,1 1 32-16,1-2 0 0,0 1-928 0,0 0-176 15,0 1-32-15,2-2-16 0,0 1 16 0,0 0 16 16,2 0 0-16,0 0 0 0,1 0-528 0,1 1-128 15,2-1 0-15,-1 1-16 0,0 0-480 0,1 0-80 0,1-1-32 0,1 1 0 16,0 1-272-16,-2 1-144 16,0-2 160-16,-1 2-160 0,-9 0 0 0,0 0 0 0,0 0 0 0,0 0 0 15,0 0 0-15,0 0 0 0,0 0 0 0,0 0 0 16,0 0 0-16,0 0 0 0,16 40 0 0,-25-32-160 16,-2 1-128-16,-1 1-32 0,-1 1 0 0,-1 0 0 15,0-2-16-15,0-1-16 0,1 1 0 0,1-3 0 16,-1 1 64-16,1 0 16 0,2-2 0 0,0-1 0 15,3-1 80-15,1 0 0 0,3-1 16 0,0-2 0 0,2 0 176 0,0 0 0 16,2 0 0-16,1 0 0 0,1-2 0 0,0 2 0 16,2-3 0-16,0 1 0 0,2 1 128 0,0-1-128 15,2 0 128-15,-1 2-128 0,1 0 544 0,-9 0 32 16,0 0 16-16,0 0 0 0,40 8-224 0,-40-8-48 16,0 0-16-16,0 0 0 0,38 16-176 0,-38-16-128 15,0 0 192-15,42 23-192 0,-42-23 176 16,0 0-176-16,0 0 160 0,41 29-160 0,-41-29 0 0,0 0 0 15,0 0 0-15,0 0 0 0,0 0 0 0,0 0 0 0,0 36 0 0,-8-32 0 16,-2 3 128-16,-2 0-128 0,-3-1 0 16,-1 0 0-16,-1 1 0 0,-3-3 0 0,1 0 0 0,-2 0 0 15,2-1 0-15,0-1 0 0,4-2-208 0,0-2 64 32,4 0-768-32,1-1-160 0,3 0-16 0,1 1-14768 0</inkml:trace>
  <inkml:trace contextRef="#ctx0" brushRef="#br0" timeOffset="40107.26">18921 7751 15663 0,'2'0'1392'0,"0"-1"-1120"0,-1 1-272 0,0-2 0 16,-1 2 1648-16,0 0 272 0,1 0 48 0,0 0 16 16,1 0-464-16,0 0-96 0,-2 4-16 0,0 1 0 15,-2 0-480-15,0 2-96 0,0 1-32 0,-1 1 0 16,0 0-384-16,0 3-80 0,0-1-16 0,-2-1 0 15,1 2-176-15,0-2-144 0,-1 1 192 0,1-3-192 16,1-1 0-16,0 0-224 0,0 0 16 0,-1 0-13936 16</inkml:trace>
  <inkml:trace contextRef="#ctx0" brushRef="#br0" timeOffset="40962.3">19722 7105 6447 0,'1'-3'576'0,"0"0"-576"0,0 2 0 0,-1 1 0 0,0 0 864 0,0-2 64 15,1 0 16-15,0-2 0 0,0 0 336 0,1-1 80 16,-1-2 16-16,-1 1 0 0,2 0-608 0,-2 2-112 15,0-1-16-15,-1 2-16 16,0 1 80-16,0 0 0 0,0-1 16 0,0 3 0 0,0-2 224 0,0 2 32 0,0 2 16 0,0-2 0 16,-1 3-32-16,1-1-16 15,1 1 0-15,-2 2 0 0,0 1 144 0,-1 4 16 16,3-10 16-16,-5 24 0 0,5-24-352 0,-5 29-64 0,5-29 0 0,-6 35-16 31,6-35-352-31,-3 38-64 0,3-38-16 0,-1 37 0 0,1-37-256 0,1 31 0 0,-1-31 0 0,0 0 0 31,5 41 0-31,-5-41 0 0,0 0 0 0,0 0-10144 0,8 40-1920 0</inkml:trace>
  <inkml:trace contextRef="#ctx0" brushRef="#br0" timeOffset="41502.98">19215 7458 4607 0,'1'-1'400'0,"0"0"-400"0,0-1 0 0,0 2 0 15,0 0 512-15,-1 0 0 0,0 0 16 0,0 0 0 16,1 0 880-16,0 0 160 0,-1 0 32 0,0 0 16 16,0 0-304-16,0 0-64 0,0 2-16 0,0-2 0 0,0 0-64 0,0 0-16 15,2 0 0-15,0 0 0 16,2 0-320-16,1-2-80 0,0 0-16 0,2 1 0 15,1 1 144-15,2 0 16 0,-10 0 16 0,28-2 0 0,-11 0-48 0,0 1-16 16,4-1 0-16,0 2 0 0,3-4 144 0,3 1 32 16,4-2 0-16,0 1 0 0,3-1-288 0,1 2-48 15,4-1-16-15,1-1 0 0,0 0-272 0,0 0-48 16,-1-2-16-16,0 1 0 0,3-2-64 0,2 1-16 16,6 0 0-16,0-1 0 0,1 4-128 0,-1-1-128 15,-3 0 192-15,0 1-192 0,1 1 0 0,-1-1 0 0,0 3 0 0,0-1 0 16,-1 2 0-16,-3 2 0 0,-4-2 0 0,-3 0 0 15,-1-2-240-15,-2 1-48 0,0 0-16 0,-3-1 0 32,-3-1-192-32,-1-2-32 0,-1 3-16 0,0-2 0 15,-2 1-960-15,-1-2-192 0,-1 3-32 0,-21 2-12224 0</inkml:trace>
  <inkml:trace contextRef="#ctx0" brushRef="#br0" timeOffset="42069.06">19397 7669 4607 0,'-1'-5'400'0,"1"3"-400"0,0 0 0 0,-1-1 0 0,1 2 640 0,0 0 64 16,0 1 0-16,1-3 0 15,-1 1 1408-15,1 0 272 0,0-2 64 0,-1 1 16 0,1 1-96 0,1 1 0 16,-2-1-16-16,1 2 0 0,0 0-560 0,0 0-96 15,0 2-32-15,0 1 0 0,0 4-848 0,-1-7-176 16,0 0-48-16,0 28 0 0,0-28-368 0,-2 31-80 16,0-12-16-16,0 1 0 0,1 3-128 0,-3-2 0 15,1 3 0-15,0-5 128 0,1 1-128 0,-2 0 0 16,1 1 0-16,-1-1 0 0,2-2 0 0,-1-1 0 0,0-2 0 0,3-15 0 16,-4 23 0-16,4-23 0 0,0 0-128 0,0 0 128 31,0 0-912-31,0 0-112 0,0 0-32 0,0 0-12528 0</inkml:trace>
  <inkml:trace contextRef="#ctx0" brushRef="#br0" timeOffset="42336.92">19334 7754 4607 0,'-2'-14'192'0,"1"5"64"0,0 2-256 0,0 2 0 0,1 2 0 0,0 1 0 16,0 1 1456-16,1-2 240 0,0-2 48 0,2 0 16 15,0 0 384-15,1 0 80 0,3 1 16 0,0 2 0 0,2 0-64 0,1 1-16 16,1-1 0-16,2 0 0 0,-13 2-608 15,28-3-112-15,-14 1-32 0,1 0 0 16,-1-1-496-16,0 1-96 0,-14 2-32 0,27-1 0 0,-27 1-400 16,0 0-64-1,0 0-32-15,0 0 0 0,34 18-288 0,-34-18 0 0,0 0 0 0,0 0 0 0,2 32-208 0,-5-22 48 16,0 0 16-16,-2-1 0 0,-1 0 144 0,-1-2-208 16,-1 1 80-16,-2 1 128 0,-1-2-224 0,0 0 80 31,-1 1 16-31,-1-1 0 0,2 0-80 0,1-1-16 0,0 0 0 0,1-2 0 15,2 1-592-15,0-2-112 0,4 1-32 0,-1-3-12896 0</inkml:trace>
  <inkml:trace contextRef="#ctx0" brushRef="#br0" timeOffset="42732.62">19488 7874 12895 0,'0'0'1152'0,"0"0"-928"0,1 0-224 0,0 0 0 16,0-1 1568-16,0 1 272 15,1 0 48-15,2-2 16 0,0 0 880 0,1-1 176 16,3 1 48-16,-1-1 0 16,0-2-1344-16,2 2-256 0,2 0-48 0,-1-3-16 0,2 2-656 0,1-3-144 15,1 2-32-15,0-2 0 0,1 2-368 0,-1-1-144 16,-1 0 0-16,0 2 144 0,-2-3-144 0,0 2 0 16,-2-2 0-16,0 2 0 0,-3 0-192 0,-1-2 0 15,-1 3-16-15,0-2 0 16,-2 0-368-16,-1 0-64 0,0 2 0 0,-2-3-16 15,-1 0-112-15,-2 0-32 0,1 0 0 0,-3 0 0 16,0 2-144-16,-1 0-16 0,0 0-16 0,-1 3 0 0,1 0 720 0,-2 2 256 16,2 0-192-16,-1 2 192 0,0 0 224 0,1 3 144 15,-2 0 16-15,2 2 16 0,-1 1 48 0,-1 0 16 16,2 2 0-16,-1 2 0 0,-1 2 224 0,1-2 32 0,0 2 16 0,0 0 0 16,1-2-384-16,0 2-80 0,3-2-16 0,0 0 0 15,1 0 32-15,1 0 0 0,1-4 0 0,1-8 0 16,0 0 96-16,0 0 32 0,0 0 0 0,0 0 0 15,0 0-144-15,24 37-16 0,-24-37-16 0,0 0 0 16,0 0-240-16,36 1 0 0,-27-2 0 0,2-1 0 16,-11 2-816-1,22-7-256-15,-9 4-48 0,1-2-14512 0</inkml:trace>
  <inkml:trace contextRef="#ctx0" brushRef="#br0" timeOffset="43160.04">19855 7748 1839 0,'0'-3'160'0,"-1"3"-160"0,1-2 0 0,0 1 0 0,0 1 3136 0,0 0 576 16,0 0 128-16,1 0 32 0,-1 0-272 0,1 1-48 15,0 1-16-15,-2 1 0 0,1 1-1344 0,-2 3-272 16,1-2-48-16,-2 5-16 0,1-1-992 0,-1 3-208 16,-1 0-32-16,-1-1-16 0,2 2-368 0,-2 0-80 15,0 0-16-15,0-1 0 0,0 1-144 0,0-3 0 16,1 0 0-16,-1-1 0 0,3-3 0 0,-1-3 0 0,1 2 0 0,0-4 0 15,1 1 0-15,0-2 0 0,1 0 0 0,-1-2 0 16,1 1 0-16,1-4 0 0,-1 2 0 0,2-2 0 31,0-1-832-31,0-1-112 0,1-1-16 0,0-1 0 16,2-2-176-16,0-1-32 0,1 0-16 0,1-2 0 0,-1-1 448 0,1-1 96 16,2 0 0-16,-1-1 16 0,0 5 224 0,-2-2 32 0,2 4 16 0,1-1 0 15,-1 2 352-15,0 1 0 0,-1 2 0 0,0 2 0 16,1 0 1024-16,-3 3 128 0,1 1 32 0,-6 0 0 15,0 0 304-15,0 0 64 0,0 0 16 0,0 0 0 0,22 35-704 0,-22-35-144 16,0 0-16-16,0 0-16 0,7 44-432 0,-7-44-96 16,0 0-16-16,0 36 0 15,0-36-144-15,-3 23 0 0,3-23 0 0,-4 22 0 0,1-13 0 0,2 0 0 16,-1 1 0-16,1-3 0 16,0-1-496-16,1-6-80 0,0 0 0 0,0 0-10800 15,0 0-2144-15</inkml:trace>
  <inkml:trace contextRef="#ctx0" brushRef="#br0" timeOffset="43493.24">20216 7698 12895 0,'0'-2'1152'0,"-1"1"-928"0,1 1-224 0,-1 0 0 15,0 0 1120-15,0 0 176 0,-1-2 48 0,-1 0 0 16,0-1 784-16,-1 2 176 0,-2 0 16 0,2-1 16 15,-1 2-1056-15,1 0-192 0,-2 0-64 0,1 0 0 16,0 2-480-16,-2 0-96 16,2 1-32-16,-2 1 0 0,2-1-224 0,-2 1-64 0,2 1 0 0,-2 0 0 0,1 2 256 0,0-1 64 15,0 2 0-15,-1 0 0 0,1 3-16 0,1-1 0 16,0 2 0-16,2 0 0 16,3-12-256-16,-5 23-48 15,5-23-128-15,0 0 192 0,1 35-16 0,-1-35-16 0,0 0 0 0,0 0 0 0,0 0 160 0,17 36 48 16,-17-36 0-16,0 0 0 0,0 0-48 0,0 0 0 15,36 5 0-15,-27-8 0 0,1-3-320 0,0 1-320 16,2-2 64-16,-2-1 16 16,-1 0-1168-1,0 0-256-15,1-2-32 0,-2 1-8400 0,0 0-1680 0</inkml:trace>
  <inkml:trace contextRef="#ctx0" brushRef="#br0" timeOffset="43667.03">20308 7613 15663 0,'0'-1'688'0,"1"0"144"0,0 1-656 0,0 0-176 0,-1 0 0 0,0 1 0 0,1-1 2624 0,-1 1 480 0,2 1 96 0,-2-2 32 16,0 0-528-16,0 0-96 0,0 0-32 0,0 0 0 31,0 0-1280-31,0 0-256 0,34 23-48 0,-34-23-16 16,0 0-656-16,0 0-128 0,32 3-16 0,-32-3-16 0,0 0-160 0,0 0-256 16,0 0 64-16,29 5 16 15,-29-5-1632-15,0 0-336 0</inkml:trace>
  <inkml:trace contextRef="#ctx0" brushRef="#br0" timeOffset="43857.92">20357 7740 9215 0,'-2'1'816'0,"1"-1"-656"16,1 1-160-16,0-1 0 0,0 1 1888 0,-1 1 352 16,1-2 64-16,0 3 0 0,-1-1 1184 0,0 2 224 0,0 4 64 0,1-8 0 15,0 0-1552-15,-3 22-304 0,3-22-64 16,0 0-16-16,-3 26-1136 0,3-26-240 0,0 0-32 0,0 0-16 15,-3 30-416-15,3-26 0 0,0 2 0 0,1-3 0 32,-1 0-1264-32,1-2-224 0,0 1-48 0,1-2-14336 0</inkml:trace>
  <inkml:trace contextRef="#ctx0" brushRef="#br0" timeOffset="44144.58">20548 7617 11055 0,'2'-4'480'0,"-1"3"112"16,-1 0-464-16,1 0-128 0,-1 1 0 0,0 0 0 0,0 1 2352 0,0 0 448 15,0 0 80-15,-1 3 32 0,1-4-352 0,0 0-80 16,-6 17-16-16,1-10 0 0,5-7-1184 0,-11 21-224 16,5-7-48-16,-2 0-16 0,0 3-288 0,0 1-48 15,-2-1-16-15,2 3 0 0,1-1-288 0,-1 2-64 16,2-2-16-16,0 2 0 0,6-21-128 0,-7 36-16 15,7-36-128-15,-4 40 192 0,4-40-192 0,3 40 0 16,-3-40 0-16,0 0 0 0,13 44 0 0,-13-44 0 0,0 0 0 0,0 0-160 31,24 33-352-31,-24-33-80 0,0 0-16 0,0 0 0 0,28 2 160 0,-21-5 48 0,1-3 0 0,2-2 0 32,-1-2-1008-32,0-1-208 0</inkml:trace>
  <inkml:trace contextRef="#ctx0" brushRef="#br0" timeOffset="44777.01">20741 7646 9215 0,'1'0'816'0,"-1"0"-656"0,0-2-160 0,0 2 0 0,0-1 1776 0,0 1 320 16,1-2 64-16,-1 0 16 15,1-1 448-15,-1 1 80 0,1-1 32 0,-1 1 0 0,0-1-688 0,0 1-128 16,-1 2-16 0,0 0-16-16,-2 0-960 0,0 2-192 0,-1 1-32 0,0 0-16 15,-1 1-480-15,-2 1-80 0,1 2-128 0,-1 0 176 0,-2 2-176 0,1 1 0 16,0 3 0-16,-1-1 0 16,1 1 0-16,0 0 0 0,1 2 0 0,1-1 0 0,0-2 0 0,1 0 0 0,5-12 0 0,-3 22 0 15,3-22 0-15,0 0 0 0,0 0 0 16,0 0 0-16,0 0 0 0,14 38 0 0,-14-38 0 0,0 0 0 15,0 0 336-15,31 4 96 16,-21-6 16-16,2 0 0 0,1-1-128 0,0-1-32 16,2 1 0-16,0-2 0 0,1 0-288 0,-1 1 128 15,2-1-128-15,-2 0 0 16,-1-1-256 0,-1 1-176-16,-2 2-16 0,-1-1-16 0,-2 1-1424 0,-2 0-288 0,0 1-48 0,-4 0-12240 15</inkml:trace>
  <inkml:trace contextRef="#ctx0" brushRef="#br0" timeOffset="44984.28">20812 7676 7359 0,'-1'-9'320'0,"0"6"80"0,1-1-400 0,0 2 0 16,0 1 0-16,0 1 0 0,0 0 2624 0,-1 1 448 16,0 2 96-16,1-3 16 0,0 0 352 0,-8 26 80 15,2-11 16-15,0 2 0 0,-1 2-1968 0,0 0-384 0,-1 2-64 0,-1 1-32 16,1 1-528-16,-1-2-96 0,1 1-32 0,1 0 0 15,0-2-320-15,2 0-64 0,5-20-16 0,-7 30 0 16,7-30-320-16,0 0-80 0,0 35-16 0,0-35-16544 16</inkml:trace>
  <inkml:trace contextRef="#ctx0" brushRef="#br0" timeOffset="45697.02">21415 7767 12895 0,'1'-1'1152'16,"0"-1"-928"-16,0 2-224 0,0-1 0 15,0 1 1520-15,-1-1 256 16,2-1 48-16,1 1 16 0,2-4 736 0,0 1 160 0,1-1 16 0,-1 1 16 0,0 1-768 0,0 3-144 31,-2-2-48-31,0 4 0 0,1 0-976 0,-2 1-192 0,-2-3-32 0,0 0-16 0,0 0-320 0,-1 35-64 16,-3-23-16-16,-1 2 0 0,1-2-192 0,-3 3 128 31,-1 1-128-31,-1 3 0 0,-1-3 0 0,-2 2 0 0,2-1 0 0,-1-2 0 16,2 0-816-16,0-3-208 0</inkml:trace>
  <inkml:trace contextRef="#ctx0" brushRef="#br0" timeOffset="47595.02">22302 7089 911 0,'0'-1'0'0,"0"-1"0"15,0 2 0-15,1-2 0 0,-1 2 912 0,0-2 112 16,0 1 0-16,1 1 16 0,-1-2 560 0,1-1 96 16,0 0 32-16,-1 0 0 0,0 0-128 0,0 1-32 0,0 1 0 0,-1-1 0 15,0 2-224-15,0 0-64 0,0 0 0 0,-2 0 0 16,1 2-528-16,-2 1-112 0,1-1-32 0,-1 1 0 15,-1-1-320-15,0 1-64 0,1 1-16 0,-2 1 0 16,1-3-32-16,-2 3-16 0,1 1 0 0,-1 0 0 16,0 3 160-16,0 1 48 0,0 0 0 0,-1 4 0 15,2 0 144-15,-1 2 48 0,-1 2 0 0,1 2 0 16,0-1-80-16,2 0-16 0,5-19 0 0,-6 34 0 0,6-34-48 0,0 0-16 16,6 36 0-16,-6-36 0 0,0 0-400 0,0 0 0 15,0 0 128-15,37 16-128 0,-26-19 288 0,3-2 32 16,0-1 0-16,0-2 0 0,0-1-192 0,1-2-128 15,0 1 144-15,-2-2-144 0,-1 0 0 0,-2 1-160 16,0 1 0-16,-2 0 0 0,-1-1-32 16,-2 1-16-16,0-1 0 0,-3 0 0 0,0 2 208 0,-1-1 0 15,-2-1 0-15,-1-1 0 0,0 0 0 0,-2 0 0 16,-1 0 0-16,0 0 0 0,-2-2 256 0,-1 0-64 16,-1 0-16-16,0 2 0 0,0 1 80 0,1 1 32 15,0 3 0-15,2 1 0 0,0 0-288 0,2 1 0 0,0 4-176 0,1 1 176 31,1 1-704-31,1 1-48 0,0 3 0 0,2-1 0 16,0 1-464-16,-1-5-112 0,0 0-16 0,0 0-10672 0</inkml:trace>
  <inkml:trace contextRef="#ctx0" brushRef="#br0" timeOffset="47809.99">22467 7178 17503 0,'1'0'768'0,"0"0"176"0,0 0-752 16,0 1-192-16,-1 1 0 0,0-2 0 0,0 2 1728 0,1 3 304 16,-1-5 64-16,0 0 16 0,0 0-816 0,4 33-144 15,-4-33-48-15,0 0 0 16,0 0-784-16,5 39-176 0,-5-39-16 0,0 0-128 16,0 0-736-16,0 0-256 0</inkml:trace>
  <inkml:trace contextRef="#ctx0" brushRef="#br0" timeOffset="48410.55">22784 7003 19343 0,'-3'0'848'0,"1"0"192"0,0 0-832 0,1 0-208 0,0 0 0 0,0 0 0 16,1 1 1280-16,-2 0 224 15,0 2 32-15,-2-1 16 0,0 0-272 0,-1 3-48 0,-2 0-16 0,2-1 0 16,-1 2-496-16,1-2-96 16,-1 1-32-16,1 0 0 0,3-1 144 0,-1-1 32 15,1 2 0-15,1-1 0 0,1 1-384 0,1-2-64 0,1 1 0 0,-2-4-16 16,0 0 80-16,0 0 0 16,0 0 16-16,0 0 0 0,36 24-96 0,-36-24-32 15,0 0 0-15,0 0 0 0,40 24-272 0,-40-24 0 0,0 0 0 0,30 26 0 16,-30-26 0-16,0 0 0 0,0 0 0 0,29 35 0 15,-29-35 0-15,0 0 0 0,0 0 0 0,0 0 0 16,19 38 0-16,-19-38 0 0,0 0 0 0,0 0 0 16,0 0 0-16,0 0 0 0,0 0 0 0,0 0 0 15,-8 19 128-15,5-17-128 0,-2-2 0 0,0 1 0 16,-1 1 0-16,-1 0 0 0,-1-2 0 0,0 1 0 16,-1 1 0-16,0-2 0 0,1 0 0 0,-1 2 0 15,-1-2 0-15,2 0 160 0,0 1-160 0,0-2 128 16,2 1 144-16,1 0 32 0,2-2 0 0,1-1 0 0,1-1-112 15,1 1 0-15,0-1-16 0,2-1 0 0,0 0-176 16,0 0 0-16,2-2 0 0,-1 0 0 0,2 0 0 0,0-1 0 16,0-1 0-16,0 0 0 0,0-1-192 0,-1 1-64 15,0-1 0-15,1-1-16 0,-1 1 80 0,1-2 32 16,-1 3 0-16,0-1 0 0,-1 3 32 0,1-2 0 16,-1 4 0-16,1-3 0 0,1 2 128 0,-2-2-160 15,2 2 160-15,-1 0-160 0,-1 0 160 0,0 0 0 16,0 2 0-16,-1-3 0 0,-1 0 0 0,0 0 0 15,-1 2 0-15,0-2 0 0,-1 0 0 0,0 0 0 0,0 2 0 0,-1-3 0 16,0 2 0-16,-1 1 0 0,0-1 0 0,-2 2 0 16,0 2 0-16,-2 0 128 0,1 1-128 0,-2 2 0 15,2 3 0-15,-1-1 0 16,2-1 0-16,-1 3-128 16,2 0-288-16,0-1-48 0,1 1-16 0,1-2 0 0,1 1-1280 15,1-2-256-15</inkml:trace>
  <inkml:trace contextRef="#ctx0" brushRef="#br0" timeOffset="48711.28">23146 6915 11055 0,'6'-2'480'0,"-3"0"112"0,0 1-464 0,-1 1-128 15,-1 0 0-15,0 0 0 0,0 0 1920 0,0 0 384 16,1 0 64-16,0 0 0 0,0 1 688 0,-1 1 128 16,0 0 16-16,0-1 16 0,-1 1-1264 0,0 0-256 15,1 0-48-15,-1 3-16 0,0-5-848 0,0 0-160 0,0 0-48 0,0 0 0 16,0 0-352-16,1 44-80 0,-1-44-16 0,0 0 0 16,-2 41-128-16,2-41 160 0,-3 35-160 0,3-35 160 15,-4 37 16-15,4-37 0 0,-6 40 0 0,6-40 0 16,-6 38-176-16,6-38 0 0,-5 33 144 0,5-33-144 31,0 0-336-31,-4 41-144 0</inkml:trace>
  <inkml:trace contextRef="#ctx0" brushRef="#br0" timeOffset="49392.35">21931 7454 9215 0,'0'-3'816'0,"0"3"-656"32,0 0-160-32,0 0 0 0,0 0 736 0,1-2 112 0,-1 2 32 0,1-2 0 15,0 1 688-15,0-1 144 0,1 2 16 0,0 0 16 0,1-2-800 0,-1 2-176 16,1-2-16-16,1 2-16 0,0 0 176 0,0 0 48 31,2 0 0-31,0-1 0 0,1 2 176 0,-1-1 32 0,2 0 16 0,-1-1 0 16,2 1-352-16,1 0-80 0,2 0-16 0,1 0 0 15,3-2-96-15,1 2 0 0,4-3-16 0,2 3 0 16,2-2 80-16,-2 2 32 0,-1 0 0 0,6 0 0 16,9 0-208-16,3 0-32 0,2 0-16 0,-1 0 0 15,3-1-160-15,2 0-16 0,-1-2-16 0,2 1 0 16,2 2-160-16,1-3-128 0,-1 3 192 0,0-4-192 15,1-1 0-15,-1-2 0 0,1 2 0 0,1-2 0 16,1 1 0-16,-1 0 0 0,-4 2 0 0,0-4 0 16,2 0-448-16,-3 1-80 0,-2-1-32 0,-2 3 0 15,-2 0-656-15,-2-2-128 0,-2 5-16 0,-6-3-16 16,-4 2-960-16,-3 1-192 0</inkml:trace>
  <inkml:trace contextRef="#ctx0" brushRef="#br0" timeOffset="49958.14">22129 7696 8287 0,'0'-3'736'0,"0"1"-592"0,1 1-144 0,-1-1 0 16,0 2 1200-16,0 0 208 15,0-1 32-15,0-2 16 0,0 0 800 0,0 0 176 0,0 1 16 0,0 0 16 16,1 2-368-16,-2 0-80 16,1 2-16-16,0 3 0 0,0-5-784 0,0 0-176 0,0 0-16 0,-2 41-16 15,2-41-480-15,-1 33-80 0,1-33-32 0,-1 40 0 16,1-40-160-16,-1 43-48 0,1-43 0 0,-2 44 0 16,2-44-16-16,-3 46-16 0,3-46 0 0,-2 40 0 0,2-40-176 0,-1 36 0 15,1-36 0-15,0 0 0 16,1 33 0-16,-1-33-176 0,0 0 16 0,0 0 0 15,0 0-1280-15,0 0-256 0,0 0-48 0,0 0-12320 16</inkml:trace>
  <inkml:trace contextRef="#ctx0" brushRef="#br0" timeOffset="50260.62">22071 7728 9215 0,'-3'-4'400'0,"1"1"96"0,1 1-496 0,1 0 0 0,0 2 0 0,0 0 0 16,1 2 1424-1,0-2 192-15,1-2 48 0,0 2 0 0,1-1 640 0,1 1 128 0,2 0 16 0,-1-2 16 16,2 1-688-16,1-2-144 0,1 1-32 0,1-1 0 16,2 0-656-16,0 0-144 15,1-1-32-15,1-1 0 0,-1 1-96 0,2 0-32 0,1 0 0 0,-1 2 0 16,-15 2-64-16,26 0 0 0,-26 0-16 0,0 0 0 31,0 0-336-31,36 23-64 0,-36-23-16 0,0 0 0 0,0 0-144 0,4 41 0 0,-4-41 0 0,-11 23 0 16,3-12 0-16,-2 1-144 0,-1-3 144 0,-2 1-160 15,-1 0 160-15,-3-1-192 16,2 0 192-16,2-2-192 0,1-2 0 0,1 0-16 0,2 1 0 0,1-3 0 16,1-1-880-16,2-1-192 0,1-1-16 0,1-1-16 15,1 1-1520-15,2-2-304 0</inkml:trace>
  <inkml:trace contextRef="#ctx0" brushRef="#br0" timeOffset="50624.68">22251 7840 4607 0,'0'0'192'0,"0"0"64"0,0 0-256 0,0 0 0 16,0 0 0-16,0 0 0 0,0 0 1776 0,0 0 304 0,0 0 64 0,30 2 16 16,-30-2 688-16,0 0 144 0,25-2 16 0,-15 0 16 15,1-1-912-15,1 1-192 0,1-3-48 0,-1 3 0 16,1-3-832-16,1 0-160 0,-1-1-48 0,0 1 0 16,-2 0-272-16,1 0-64 0,0-1-16 0,0 0 0 15,-1-1-240-15,-1 0-48 0,-2 2-16 0,-1 0 0 16,-1-2-176-16,-3 3 0 0,0-2-192 0,-3 2 192 31,-1 0-928-31,-2 1-64 0,-1 0-16 0,-2 0 0 0,0 2-384 0,-2 1-80 0,-1 0 0 0,-1 0-16 16,-1 2 576-16,-1 1 112 0,2 1 32 0,0 1 0 15,0 0 768-15,1 2 304 0,0-2-16 0,2 2 0 0,-2 0 688 0,3 0 144 16,0 0 32-16,-1 0 0 0,1 1 0 0,1-2 0 16,0 2 0-16,2-2 0 0,0 0-192 0,1 0-48 15,1 0 0-15,1-6 0 0,0 0-272 0,0 0-48 16,0 0-16-16,0 0 0 0,13 38-64 0,-13-38 0 15,0 0-16-15,0 0 0 0,0 0-272 0,37 30-48 16,-37-30-16-16,0 0 0 0,32 10-320 0,-32-10-64 16,0 0-16-16,34 2 0 15,-22-4-1744-15,1-1-368 0</inkml:trace>
  <inkml:trace contextRef="#ctx0" brushRef="#br0" timeOffset="51037.78">22672 7682 20271 0,'-1'2'896'0,"0"0"192"0,0 0-880 0,0 1-208 0,0 1 0 0,0-1 0 15,0-1 1472-15,1-2 240 0,0 0 48 0,-9 31 16 0,3-14-448 0,1 1-96 16,-1-1-16-16,1 0 0 16,5-17-256-16,-9 30-48 0,9-30-16 0,-7 29 0 15,7-29-448-15,-8 23-112 0,8-23-16 0,-6 17 0 0,6-17-192 0,0 0-128 16,-7 17 128-16,6-15-128 0,1-2 0 0,0 0 0 15,-1 0 0-15,2-2 0 16,-1-2-480-16,2-2-16 0,1 2 0 0,0-6 0 16,1 3-640-16,0-4-128 0,1 1-16 0,-1-2-16 15,2-2 336-15,1 2 64 0,-1-4 0 0,1 1 16 0,0-2 624 0,0 2 112 16,0 0 144-16,0-2-208 0,1 2 208 0,-1 2 0 0,0 3 192 0,-1 1-192 16,1 4 704-16,-2 2 48 15,1 1 0-15,-6 2 0 0,0 0 400 0,0 0 64 0,0 0 32 0,0 0 0 16,0 0-112-16,30 31-32 15,-30-31 0-15,0 0 0 0,0 0-384 0,9 46-80 0,-9-46 0 0,0 0-16 16,1 44-400-16,-1-44-80 0,-4 28-16 0,4-28 0 16,-6 27-128-16,6-27 128 0,-7 26-128 0,7-26 128 15,-8 19-128-15,5-10 0 0,3-9 0 0,-7 13 0 32,5-9-960-32,1 0-80 0,1-4-16 0,0 0-10080 0,2 0-2032 0</inkml:trace>
  <inkml:trace contextRef="#ctx0" brushRef="#br0" timeOffset="51339.77">22957 7754 9215 0,'1'-2'816'0,"0"2"-656"15,0 0-160-15,-1 0 0 0,0 0 1536 0,0 0 256 16,1 0 64-16,0 0 16 0,2-2 496 16,-2 2 80-16,-1-4 32 0,0 3 0 15,0-4-896-15,0 3-176 0,-1 0-48 0,0-1 0 16,-2-1-400-16,0 3-64 0,-1-1-32 0,-1 2 0 0,-1-1 0 0,-2 2 0 15,0-1 0-15,-2 2 0 0,-1 3-432 0,-1 0-96 0,1-1-16 0,0 4 0 32,0 1 16-32,1-2 0 0,3 1 0 0,0 1 0 0,-2 3 80 0,1 2 16 0,0 0 0 0,0 3 0 15,8-17-160-15,-8 28-16 0,8-28-16 0,0 0 0 32,4 38-96-32,-4-38-16 0,0 0 0 0,0 0 0 15,30 31-128-15,-30-31 0 0,0 0 0 0,34 7 128 0,-34-7-128 0,22-2 0 16,-13 0-160-16,0-1 160 15,0-1-832-15,0-1-80 0,-1-2-16 0,2 2 0 16,-2-5-1712-16,-1 3-352 0</inkml:trace>
  <inkml:trace contextRef="#ctx0" brushRef="#br0" timeOffset="51533.62">23114 7638 19343 0,'-2'0'848'0,"1"0"192"0,0 0-832 0,1 0-208 0,-1 0 0 16,1 1 0-16,0 1 2640 0,0 0 496 0,0-2 80 0,0 0 32 15,0 0-736-15,0 0-144 16,0 0-16-16,0 0-16 0,25 29-1520 0,-25-29-304 0,0 0-64 0,0 0-16 16,28 7-304-16,-28-7-128 0,0 0 128 0,0 0-128 15,0 0 0-15,28 5 0 0,-28-5-224 0,0 0 80 32,0 0-1168-32,0 0-224 0</inkml:trace>
  <inkml:trace contextRef="#ctx0" brushRef="#br0" timeOffset="51704.79">23107 7783 14735 0,'-1'0'640'0,"0"0"160"15,1 0-640-15,0 0-160 0,-1 1 0 0,0 1 0 0,0 0 2992 0,1-2 560 16,0 0 112-16,0 0 32 0,-9 26-656 0,9-26-128 16,-9 22-32-16,9-22 0 0,-8 23-1920 0,8-23-384 15,-8 21-64-15,8-21-32 0,0 0-480 0,-8 27-160 16,8-27 0-16,0 0 0 15,0 0-1392-15,0 0-288 0,0 0-48 0,0 0-13792 0</inkml:trace>
  <inkml:trace contextRef="#ctx0" brushRef="#br0" timeOffset="52038.4">23298 7631 24191 0,'4'-5'528'0,"-2"3"112"0,0 0 32 0,0 2 0 0,-1-2-544 0,0 2-128 0,0 0 0 0,0 0 0 16,-1 0 2496-16,0 0 448 0,0 0 112 0,0 0 16 0,0 0-2224 0,0 0-432 15,0 0-96-15,0 0 0 0,0 0-320 0,0 0 128 16,0 0-128-16,0 0 0 0,0 0 352 0,0 0-32 16,2 36-16-16,-2-36 0 0,-8 16 16 15,8-16 16-15,-10 21 0 0,10-21 0 0,-14 33-48 0,14-33-16 16,-14 38 0-16,14-38 0 0,-13 40-96 0,13-40-32 15,-11 38 0-15,11-38 0 0,-5 36-16 0,5-36 0 16,0 0 0-16,5 40 0 0,-5-40-128 0,0 0 0 16,0 0 0-16,18 33 0 0,-18-33 0 15,0 0 0-15,0 0 128 0,25 5-128 0,-16-7 0 0,0-2 0 16,0 0-160-16,1-2 160 16,0 1-1296-16,-1 0-176 0,0 0-16 0,0-2-15056 0</inkml:trace>
  <inkml:trace contextRef="#ctx0" brushRef="#br0" timeOffset="52813.55">23551 7713 1839 0,'-3'-3'160'0,"0"1"-160"0,1 1 0 0,1-1 0 16,1 0 1408-16,0 1 240 0,-1-1 48 0,1 1 16 0,0-3 960 0,0-1 192 16,-1-3 32-16,1 0 16 0,1 1-528 0,-1 0-96 15,1 0-32-15,0 2 0 0,0 1-256 0,0 1-48 16,-1 0-16-16,0 1 0 0,0 1-336 0,0 0-80 16,-2 2-16-16,2-1 0 0,0 0-752 0,-7 8-160 15,7-8-16-15,-9 10-16 0,9-10-288 0,-11 17-48 16,11-17-16-16,-12 23 0 0,12-23-208 0,-13 24 176 15,13-24-176-15,-12 26 160 0,12-26-160 0,-9 24 0 16,9-24 0-16,0 0 0 0,-6 33 128 0,6-33-128 0,0 0 0 16,0 0 128-16,0 0-128 0,0 0 0 0,22 38 0 0,-22-38 0 15,0 0 0-15,0 0 0 0,30 16 0 0,-30-16 0 16,0 0 0-16,0 0 0 0,34 15 0 0,-34-15 128 16,0 0-128-16,0 0 0 0,0 0 0 0,32 23 0 15,-32-23 0-15,0 0 0 0,0 0 128 0,0 0-128 16,0 0 0-16,0 0 0 0,16 36 0 0,-16-36 0 15,0 0 0-15,0 0 0 0,0 0 0 0,0 0 0 16,-11 18 0-16,7-15 0 0,0-1 0 0,0 1 0 16,-1-1 0-16,0 0 0 0,-2 1 0 0,0-1 0 0,-2-1 0 15,1 1 0-15,-1 0 0 0,-1 0 0 0,-1-1 0 0,1 0 0 16,0 0 0-16,0 1 0 0,0-2 0 0,1 0-144 16,2 0 144-16,-1-3-160 15,2 1-432-15,0-2-96 0,2-1-16 0,0-2 0 16,0 0-2000-16,2 0-416 0</inkml:trace>
  <inkml:trace contextRef="#ctx0" brushRef="#br0" timeOffset="53018.79">23489 7672 2751 0,'0'-2'256'0,"0"1"-256"15,1 1 0-15,-1 0 0 0,0 0 2448 0,1 0 448 16,1-2 96-16,1 0 16 0,1-1 912 0,1 1 192 0,4-1 48 0,-1-1 0 15,1 1-1840-15,2 1-352 0,1-2-80 0,1 1-16 16,-1 0-1152-16,1 1-224 0,-13 2-48 0,26-4-16 16,-26 4 16-16,25-3 0 0,-25 3 0 0,18-2 0 15,-18 2-128-15,0 0 0 0,22-1-16 0,-22 1 0 16,0 0-496-16,0 0-112 0,0 0-16 0,0 0-16944 16</inkml:trace>
  <inkml:trace contextRef="#ctx0" brushRef="#br0" timeOffset="53761.55">23846 7088 3679 0,'2'-6'160'0,"-2"3"32"0,1 1-192 0,0 1 0 0,-1-1 0 0,0 2 0 0,1-1 2752 0,0 0 496 0,1-1 96 0,0 0 32 16,1 1 416-16,-1-1 96 16,2 1 16-16,-1 1 0 0,1 0-1632 0,-1-2-320 0,1 2-64 0,1 2-16 15,-1-2-816-15,-4 0-160 0,0 0-48 0,0 0 0 0,0 0-496 0,0 0-96 16,0 0-32-16,0 0 0 15,31 24-224-15,-31-24 128 0,0 0-128 0,0 0 0 0,0 0 0 0,6 37 0 16,-6-37 0-16,0 0 0 0,0 0 0 0,-7 37 0 16,7-37 0-16,0 0 0 0,-10 24 0 0,10-24 0 15,-10 18 0-15,10-18 0 0,-12 18 0 16,12-18 0-16,-13 20 0 0,13-20 0 16,-12 20 0-16,12-20 0 0,-11 23 0 0,11-23 0 0,-10 21 0 0,10-21 0 31,0 0 0-31,-10 29 0 0,10-29 0 0,0 0 0 0,0 0 0 0,0 0 0 0,0 0 0 0,0 0 0 15,0 0 0-15,0 0 0 16,0 0 0-16,24 33 0 0,-16-35 0 0,2-1 0 0,-1-1 128 0,0 1-128 0,0 1 0 0,1-3 0 31,-2 3 0-31,0-3 0 0,0 3 0 0,0-1 0 0,0-1 0 0,-2 1 0 0,1 2 0 0,-7 1 0 16,8-1 0-16,-5-1 0 16,-1 2 0-16,-2 0 0 0,0 0 0 0,-1 2 0 0,-1-2 0 0,-1 2 0 31,-1 0 0-31,-1 3 0 0,-1-2 128 0,0 1-128 15,0 1 0-15,-1 1 144 0,0 1-144 0,1 1 128 16,-1 0-128-16,7-8 128 0,-10 18-128 0,10-18 128 0,0 0-128 0,-7 26 0 0,7-26 0 0,0 0 0 0,0 0 0 16,2 38 128-16,-2-38-128 0,0 0 0 15,0 0 0-15,14 46 128 16,-14-46-128-16,0 0 0 0,14 44 0 0,-14-44 0 16,10 36 0-16,-10-36 0 0,11 40 128 0,-11-40-128 15,9 43 0-15,-9-43 128 0,7 45 64 0,-7-45 0 16,6 43 0-16,-6-43 0 0,1 40-48 0,-1-40 0 15,-2 41 0-15,2-41 0 0,-6 35-144 0,6-35 128 16,-7 33-128-16,7-33 128 0,-11 27-128 0,11-27 0 16,-19 25 144-16,8-13-144 0,-2-2 0 0,-2-3 0 15,0 0 0-15,0 0 0 16,0-1-576-16,-1-2-192 0,-1 1-48 0,0-1-17648 0</inkml:trace>
  <inkml:trace contextRef="#ctx0" brushRef="#br0" timeOffset="65428.34">4759 8575 4607 0,'1'-3'400'0,"0"0"-400"15,0 2 0-15,0-1 0 0,0 2 1264 0,0-3 160 16,0 0 48-16,2-1 0 0,0-3 288 0,0 0 64 16,1-1 16-16,-1 4 0 0,0-1-496 0,-2 3-80 15,1-1-32-15,-1 3 0 16,0 0-272-16,-1 0-64 0,1 3-16 0,-1 2 0 0,0-1-192 0,0 2-48 15,0 2 0-15,0 2 0 0,0 0-128 0,1 4-16 16,-1 0-16-16,1 0 0 0,0 1-160 0,0 4-48 16,0 4 0-16,0 3 0 0,0 1-16 0,-1 5 0 15,0 2 0-15,0 1 0 0,-1-1-64 0,0-1-32 16,0-3 0-16,-1 4 0 0,0 1-160 0,0 0 0 16,2-3 144-16,-1-4-144 0,0-2 0 0,0-5 0 0,1-2 0 0,0-5 0 15,0-2 0-15,0-2 0 0,1-2 0 0,0-3 0 16,0-1 128-16,-1 0-128 0,0-4 128 0,0 0-128 15,-1-2 464-15,1-1 32 0,1-1 0 0,-1-1 0 16,1-2 96-16,0-2 32 0,0 1 0 0,0-3 0 16,1 1-464-16,1-4-160 0,-1-2 0 0,1 1 144 15,0 1-144-15,1 0 0 0,0 1 0 0,1 0 0 16,-1 3 0-16,1-1 0 0,1 1 0 0,-1-1 0 0,3 2 0 16,-1 3 0-16,1 1 0 0,-1 2 0 0,-1 1 0 0,1 2 0 15,-2 3 0-15,0 1 0 0,0-1 0 0,-2 1 0 16,1 1 0-16,0 2 0 0,-1 0 0 0,-3-7 0 15,0 0 0-15,0 0 0 0,0 0 128 0,16 41-128 16,-16-41 0-16,0 0 128 16,0 0-128-16,13 32 0 0,-13-32 0 0,0 0 0 0,0 0 0 0,0 0 0 15,12 38 0-15,-10-30 0 0,-1-1 0 0,0 1 0 16,-2 1 0-16,1-3 0 0,-1 2 0 0,-1-4 0 16,2 2 0-16,-1-2 0 0,1 0 0 0,0-3-192 0,0-1 32 0,1 2-15472 15</inkml:trace>
  <inkml:trace contextRef="#ctx0" brushRef="#br0" timeOffset="65970.07">5148 9002 10127 0,'0'0'896'0,"0"0"-704"15,1 0-192-15,-1 0 0 16,0 0 320-16,0 0 48 0,0 0 0 0,0 0 0 0,1 0 528 0,-1 0 96 16,1 1 32-16,0 0 0 15,0 1-64-15,1-2 0 0,-1 0 0 0,2 1 0 0,0 1 448 0,1-2 96 32,-1 2 16-32,2-2 0 0,0 0-560 0,-1 0-96 0,3-2-32 0,-1 0 0 0,0 1-224 0,0-2-48 31,2 0-16-31,-1 0 0 0,2-2-160 0,-1-1-16 15,0 0-16-15,1 2 0 0,-2-4-352 0,0 2 144 0,1 0-144 0,-2 0 0 16,-1 1 0-16,0-1 0 0,-3 0 0 0,1 1 0 0,-2 1-128 0,-1-1 128 0,0 2-208 0,-2 1 80 31,-1-2-352-31,1 1-64 0,-2 0-16 0,-1 1 0 32,1 1-192-32,-2 0-32 0,0 1-16 0,-2 0 0 0,0 0 416 0,-1 1 96 0,0 0 16 0,0 1 0 15,0 1 272-15,1-1 0 0,2 1 0 0,-1-1 0 16,3 3 256-16,-1 0 0 0,1 1 0 0,0-1 0 15,0 0 384-15,0 2 64 0,1 0 32 0,0 3 0 16,1-1 96-16,0-1 32 0,1 2 0 0,0-2 0 16,1 2-176-16,0 1-48 0,1-1 0 0,0 2 0 15,0-2-224-15,1-1-48 0,-2-9-16 0,0 0 0 0,0 0 80 0,0 0 16 16,0 0 0-16,0 0 0 0,30 31 112 0,-24-30 16 16,0-1 16-16,0 0 0 0,0 0-256 0,0 1-48 15,1-1-16-15,-1 0 0 0,0 2-272 0,1-2 0 16,0 0 0-16,-1 0 0 0,0 0 0 0,0-2 0 15,1 1 0-15,-1 0 0 0,1-3-176 0,-1 0-32 16,1 0-16-16,0 0-16912 0</inkml:trace>
  <inkml:trace contextRef="#ctx0" brushRef="#br0" timeOffset="67661.39">5559 8892 13823 0,'0'0'1216'0,"0"1"-960"15,1 1-256-15,-1-2 0 0,0 1 928 0,1 0 144 16,0 2 16-16,0-2 16 0,0 2 336 0,1 2 64 16,0 0 16-16,1-3 0 0,-1 1-528 0,1 0-96 0,-2-1-32 0,2 0 0 15,1-2-160-15,-1-2-48 0,0 2 0 16,-1-3 0-16,0 1 96 0,1-1 16 15,0 1 0-15,-1-3 0 0,0 0-240 0,1 1-32 0,-1-3-16 0,0 2 0 16,0-2-336-16,-1 1-144 0,0 0 128 0,-1-1-128 16,1-2 0-16,-1 2 0 15,-1-1 128-15,1-1-128 0,-2 2 0 0,0-3 0 0,-2 3 0 0,0 0 0 16,1-1 0-16,-2 2 0 0,0 3 0 0,-1-1 0 16,0 3 0-16,0 2 0 0,-1 3 0 0,0 1 0 0,0 2 0 0,-1 0 0 15,1 3 0-15,-2 2 0 0,1-2 0 0,2 3 0 16,0-1 0-16,1 0 0 0,3 2 0 0,-1 1 0 15,-1 1 0-15,2-2 0 0,0 0 0 0,1 0 160 16,0 3-160-16,0 0 160 0,2-1-32 0,0-2 0 16,-1-14 0-16,0 0 0 0,6 29 144 15,-6-29 32-15,0 0 0 0,0 0 0 0,0 0-112 0,0 0 0 16,38 12-16-16,-31-17 0 0,2-2 336 0,0 0 64 16,-1-3 0-16,2 1 16 0,0-3-304 0,1-4-64 15,1 1-16-15,0-1 0 0,0-1-208 0,0 0 0 0,-1-1 0 16,0-1 0-16,0 1 0 0,-2-3 0 0,-2 0 0 0,0-1 0 15,-2-2-192-15,-2-1-48 0,-1 2 0 0,-1 1 0 32,-2 1-576-32,-1-3-112 0,-1-2-32 0,-1 0 0 15,-1 1 32-15,1 2 0 0,-1 5 0 0,0 1 0 0,2 3 496 0,-1 4 112 0,2 2 0 0,0 2 16 16,1 3 576-16,0 1 112 0,0 2 32 0,1 2 0 16,0 4 64-16,-1 0 16 0,1 4 0 0,0 2 0 15,0 0-80-15,0 3-16 0,1 5 0 0,1 1 0 16,-1 1-16-16,2 4-16 0,-1 7 0 0,1 0 0 15,-1 3-160-15,0-2-16 0,1 3-16 0,-1-5 0 0,1-2 16 0,0-4 16 16,-3-26 0-16,9 45 0 16,-9-45-208-16,12 33 0 0,-12-33 0 0,0 0 0 0,0 0 0 0,23 41 0 15,-23-41 0-15,0 0 0 0,0 0-224 0,0 0 16 16,0 0 0-16,0 0-10736 16,38 4-2160-16</inkml:trace>
  <inkml:trace contextRef="#ctx0" brushRef="#br0" timeOffset="68153.66">5925 8892 13823 0,'1'0'608'0,"0"-2"128"0,1 2-592 16,-1 0-144-16,0 0 0 0,-1 0 0 0,1 0 2240 0,0 0 400 0,1-1 96 0,2 0 16 16,0-1-304-16,0 0-48 15,0 1-16-15,1-3 0 0,0 1-1136 0,0 1-224 0,1-1-64 0,0-4 0 16,1 3-640-16,-2-2-144 0,2 0-32 0,-2-1 0 15,1 0-144-15,-2-1 0 0,1-1 144 0,-1 0-144 16,-1 0 128-16,-2-2-128 0,0 2 128 0,-1-1-128 16,0 3 0-16,-1-2 0 0,-1 2 0 0,-2 0 128 15,-1 3-128-15,1 1 0 0,-3 1 0 0,0 4 0 16,-2 2 0-16,-1 3-208 0,-1 1 80 0,-1 3 128 16,0 3-512-16,1-2 32 0,1 3 0 0,2-1 0 0,3 0 96 0,0-2 32 15,2 2 0-15,0-2 0 0,1 0 352 0,0-1 0 16,1-1 0-16,1 0 0 0,1-1 0 0,1-3 0 15,-2-6 128-15,0 0-128 0,0 0 352 0,0 0-16 32,0 0 0-32,0 0 0 0,43 15 368 0,-34-15 80 0,0-2 16 0,-1 0 0 0,1-1-368 0,0 1-80 31,-1 0-16-31,1 1 0 0,-9 1-80 0,0 0-32 0,0 0 0 0,0 0 0 0,37 15-96 16,-37-15-128-16,0 0 176 0,0 0-176 0,19 43 128 0,-19-43-128 0,3 32 0 0,-3-32 0 31,-1 43 0-31,-1-19 0 0,-2 2 0 0,-1 0 0 15,-2 3 128-15,0-3-128 0,-2-2 0 0,-2-3 0 16,1 0 0-16,-1-4 0 0,2-3 0 0,0-2 0 16,-1-1 160-16,0-1-160 0,0 2 128 0,-1-4-128 15,0 1 128-15,-1-1-128 0,3-2 128 0,-1-1-128 16,0-3 0-16,0-1 0 0,-1-1 0 0,2-1 0 16,2-1-1472-16,-1-3-240 15,2 0-32-15,0-2-14512 0</inkml:trace>
  <inkml:trace contextRef="#ctx0" brushRef="#br0" timeOffset="70056.22">6279 8523 6447 0,'1'-7'576'0,"0"2"-576"0,1 0 0 0,-1 3 0 15,0 2 1344-15,-1-2 144 0,0 2 48 16,1-3 0-16,1 0 1072 0,1-1 208 0,-1 2 64 0,-2-1 0 15,1 3-1008-15,0 3-192 0,-1 0-32 0,0 3-16 16,0 3-656-16,0 1-128 0,-1 6-16 0,1 2-16 0,-1 0-304 0,1 6-64 16,-1 2-16-16,-1 5 0 0,1 2 80 0,0 5 0 15,1 1 16-15,0 0 0 16,0-1 0-16,1-2 0 0,0-3 0 0,0-2 0 0,1-4-336 0,-2-27-192 16,5 42 192-16,-5-42-192 0,7 35 0 0,-7-35 0 15,0 0 0-15,0 0 0 16,0 0-544-16,0 0-112 0</inkml:trace>
  <inkml:trace contextRef="#ctx0" brushRef="#br0" timeOffset="71596.61">6659 8607 4607 0,'0'-1'400'0,"-1"1"-400"0,0-2 0 0,0 2 0 16,1 0 1040-16,-1 0 128 0,-1 0 32 0,0-1 0 16,0 0 192-16,-2 1 32 0,0 1 16 0,0-1 0 15,1 3-352-15,-2-3-64 16,1 2 0-16,2 0-16 0,-2-1 192 0,0 1 32 0,1 1 16 0,-1 1 0 15,0-1-320-15,0 1-64 0,0 3-16 0,-1 0 0 16,0 0-224-16,-1 1-48 0,0-1-16 0,1 2 0 0,-1 1 96 0,2-1 32 16,0 0 0-16,1 0 0 0,1 2 0 0,1 1 0 15,1 2 0-15,1 0 0 0,-1-14-112 0,4 36-32 16,-4-36 0-16,7 38 0 0,-7-38 128 0,11 35 32 16,-11-35 0-16,0 0 0 0,21 45-224 0,-21-45-32 15,0 0-16-15,24 33 0 0,-24-33-432 0,0 0 128 16,0 0-128-16,33 31 0 0,-33-31 0 0,0 0 0 15,0 0 0-15,0 0 0 16,0 0-784-16,0 0-96 0,40 19-16 0,-36-21-15200 16</inkml:trace>
  <inkml:trace contextRef="#ctx0" brushRef="#br0" timeOffset="72337.7">6854 8726 8287 0,'0'-3'368'0,"0"0"80"0,1 1-448 0,-1 1 0 16,0 1 0-16,0-2 0 0,0 2 1344 0,0-2 192 15,1 1 48-15,-1-2 0 0,1 0 544 0,-1 2 112 16,1-1 32-16,-1-1 0 0,0 1-736 0,0 2-128 15,0 0-48-15,-1 0 0 0,1 0-368 0,-1 0-80 16,1 2-16-16,-1-2 0 0,1 1-304 0,0 1-64 16,0 1-16-16,0 1 0 0,-1 1-112 0,1 2-16 0,-1 0-16 0,1 2 0 15,-1 1-48-15,1 2-16 0,-1 0 0 0,0 2 0 16,0 0-80-16,0 1-16 0,0 1 0 0,0-1 0 16,0 1-64-16,0-3-16 0,1 0 0 0,0-3 0 15,0-10-128-15,0 0 0 0,4 28 0 0,-1-24 128 16,-1 1-128-1,0-1 0-15,2-1 0 0,-1-2 0 0,1 1 0 0,-2-4 0 0,2 1 0 0,0-1 0 16,0 0 0-16,0-1 0 0,1-2 0 0,-1-1 0 0,3-1 0 0,-2 0 0 31,1-1 0-31,-1-1 0 0,0 2-256 0,1-3 80 0,-1-2 16 0,1 0 0 16,0-2-352-16,1 0-80 0,-1-2-16 0,-1-2 0 31,1 2 32-31,-1 0 16 0,0-3 0 0,-1 4 0 0,2-17-128 0,-3 19 368 0,0 2 0 0,-2 1 192 0,-1 1 128 16,1 4-160-16,0 0 160 0,-1 2 0 0,0 1 208 15,-1 2-16-15,0 2 0 0,1 3 512 0,-1 0 80 16,0 2 32-16,-1 2 0 0,0 1-256 0,0 4-48 16,1 0-16-16,-1 3 0 0,1 0-48 0,1 2-16 0,-1 0 0 15,1 0 0-15,0 1-32 0,0 0 0 16,0-3 0-16,0-17 0 0,3 31-80 0,-3-31 0 0,0 0-16 0,10 35 0 16,-10-35-304-16,0 0 128 0,0 0-128 0,0 0 0 15,0 0 0-15,0 0 0 0,36 28 0 0,-31-28 0 16,0-3-192-16,0 0-80 0,0 0-32 0,0-2-16784 15</inkml:trace>
  <inkml:trace contextRef="#ctx0" brushRef="#br0" timeOffset="73887.1">7236 8630 4607 0,'0'-3'400'0,"0"-1"-400"0,1 3 0 0,0-1 0 15,-1 2 960-15,0-2 128 16,0 2 0-16,1-2 16 0,1 1 944 0,0-3 192 0,1 1 48 0,0 1 0 15,0 0-496-15,1 0-80 0,0 1-32 0,0 1 0 0,-1 0 48 0,2 1 0 32,0 3 0-32,-5-4 0 0,0 0-352 0,0 0-64 0,0 0-16 0,39 24 0 0,-39-24-608 0,0 0-128 31,0 0-32-31,33 30 0 0,-33-30-128 0,0 0-16 0,26 34-16 0,-26-34 0 0,0 0-48 0,27 40-16 16,-27-40 0-16,0 0 0 0,23 45-176 15,-23-45-128-15,0 0 192 0,16 45-192 0,-16-45 224 0,0 0-64 16,7 40-16-16,-7-40 0 15,-2 24 48-15,-1-12 0 0,0 2 0 0,-3 0 0 16,-1 0-192-16,-2 3 160 0,-1-2-160 0,-2 3 160 16,-1 1-160-16,-2-1 0 0,0 2 144 0,0-1-144 15,0-2 0-15,2-1 0 0,2-3 0 0,2-2 0 16,3-4 0-16,0-2-288 0,3 0 48 0,0-5-17360 16</inkml:trace>
  <inkml:trace contextRef="#ctx0" brushRef="#br0" timeOffset="74376.49">7590 8845 14735 0,'-3'0'1312'16,"2"-2"-1056"-16,1 2-256 0,0 0 0 0,0 0 992 0,-1-2 144 15,0 1 16-15,0-1 16 16,0 0 128-16,0 0 32 0,1-1 0 0,1 0 0 0,0 1 128 0,3 0 16 16,2 0 16-16,-1-1 0 0,4-1 64 0,-1 3 16 15,-8 1 0-15,0 0 0 0,37-4-560 0,-37 4-112 16,30-5-32-16,-30 5 0 0,29-3-416 0,-29 3-64 15,28-3-32-15,-28 3 0 16,0 0-352-16,36-1 128 0,-36 1-128 0,0 0 0 16,0 0 0-16,0 0 0 0,34 0-160 0,-30 0 160 15,-2 1-1472-15,-1 0-192 0,0-1-48 0,-1 2-13856 0</inkml:trace>
  <inkml:trace contextRef="#ctx0" brushRef="#br0" timeOffset="74638.88">7649 8914 11967 0,'-4'0'528'0,"1"0"112"0,0 2-512 0,1-2-128 0,1 0 0 0,1 0 0 15,0 0 2032-15,-1-2 368 0,0 2 80 0,0 0 16 16,0 0 128-16,0 0 48 0,1 0 0 0,0 0 0 0,1 0-1008 0,1 0-192 16,-1-2-32-16,2 2-16 0,2 0-448 0,-1-2-80 15,2 2-32-15,1-1 0 0,1-1-352 0,0 0-80 16,1 1-16-16,1-1 0 0,0 1-208 0,0 0-32 15,-1-2-16-15,1 1 0 0,-10 2-160 0,0 0 128 16,30-5-128-16,-30 5 128 0,0 0-128 0,30-4 0 16,-21 1 0-16,0 1 128 0,-2-1-128 0,1 1-176 15,0 0 48-15,-1-1-12032 16,1 1-2384-16</inkml:trace>
  <inkml:trace contextRef="#ctx0" brushRef="#br0" timeOffset="75325.77">8202 8748 5519 0,'-2'-4'496'0,"0"3"-496"16,2-1 0-16,-1 2 0 0,1 0 1344 0,-1-2 192 15,0 1 16-15,-2-2 16 16,-1 0 672-16,0-2 128 15,1 2 16-15,0 2 16 0,-1 0-368 0,2 1-80 0,0 2-16 0,0 0 0 0,0 1-432 0,0 2-96 16,-1 2 0-16,1 0-16 0,0 3-688 0,-1 1-128 0,0 1-16 0,1 1-16 31,0 0-288-31,0 2-64 0,1-3-16 0,0 2 0 0,1-2-176 0,0 0 0 16,0-1 144-16,0-11-144 0,0 0 160 0,5 31-32 0,-5-31-128 0,0 0 192 31,0 0-192-31,0 0 176 0,18 33-176 0,-18-33 160 0,0 0-160 0,0 0 0 0,0 0 0 0,0 0 0 31,0 0 0-31,0 0 0 0,37 17 0 0,-32-17 0 16,-2-2 0-16,2-1 0 0,0-2-176 0,0 1 176 16,1-1-704-16,-1-2-64 0,1-1-16 0,0 0 0 15,1-2-560-15,-1 0-96 0,2-2-32 0,-1-2 0 16,1 1 496-16,-1-4 80 0,0-1 32 0,0 0 0 16,-2-4 352-16,2 1 80 0,-1 2 16 0,-2 1 0 0,1 3 144 0,-1 3 16 15,-2 0 16-15,0 3 0 0,0 2 432 0,-1 3 64 16,0 1 32-16,0 3 0 0,-1 0 800 0,0 0 144 15,-1 3 48-15,0 0 0 0,-1 2 160 0,0 2 32 16,0 3 16-16,0 2 0 0,-1 0-464 0,-1 2-112 16,1 2-16-16,1 1 0 0,1 0-352 0,-1-1-80 15,1 3-16-15,-1-1 0 0,2-18-160 0,0 35-32 0,0-35-16 0,1 35 0 16,-1-35 16-16,5 35 16 0,-5-35 0 16,9 32 0-16,-9-32-112 0,0 0-32 0,15 37 0 0,-15-37 0 15,0 0-128-15,0 0 0 0,0 0 0 0,32 29 0 16,-32-29-192-16,0 0 48 0,0 0 0 0,23-7 0 31,-16 3-1584-31,-1-2-304 0</inkml:trace>
  <inkml:trace contextRef="#ctx0" brushRef="#br0" timeOffset="76058.22">8628 8283 15663 0,'1'-2'1392'0,"0"2"-1120"0,0 0-272 0,-1 0 0 16,0 0 1392-16,0 0 208 0,0 0 64 0,0-2 0 16,0 2 0-16,1 2 16 0,-2-2 0 0,1 3 0 15,0 0-720-15,-2 3-128 0,0 1-48 0,0 2 0 16,-1 3-112-16,0 3-32 0,1 1 0 0,-2 0 0 0,0 4-272 0,0-2-64 16,2 2-16-16,-1-2 0 0,1-1-288 15,0-2 0-15,2-15 0 0,-1 28-15040 16</inkml:trace>
  <inkml:trace contextRef="#ctx0" brushRef="#br0" timeOffset="76358.91">8415 8580 8287 0,'-2'1'736'0,"0"-1"-592"0,2 0-144 0,0 0 0 15,0 0 1232-15,0 0 224 0,-1 0 32 0,-1 1 16 16,0-1 288-16,1 0 64 0,1 0 16 0,1 0 0 31,1-1 160-31,2 0 16 0,-1-1 16 0,3 1 0 0,0-1-240 0,3 0-48 0,1 1-16 0,2 1 0 32,-12 0-928-32,27-2-176 0,-27 2-32 0,31 0-16 0,-31 0-416 0,32 0-64 15,-32 0-128-15,32 0 176 0,-32 0-176 0,32 0 0 0,-32 0 0 0,31 2 0 16,-31-2 0-16,0 0 0 0,39 3-176 0,-39-3 176 31,0 0-944-31,0 0-96 0,37-2-32 0,-31 1 0 0,-1-1-1424 0,-1 0-272 0</inkml:trace>
  <inkml:trace contextRef="#ctx0" brushRef="#br0" timeOffset="76818.78">8540 8668 8287 0,'0'0'368'0,"0"-2"80"0,0 1-448 0,-1 1 0 0,1 0 0 0,0 0 0 16,0-2 1968-16,0 2 304 0,-1-1 64 0,0 1 16 16,0-2 160-16,1 2 48 0,-1 0 0 0,1 0 0 15,0 0-960-15,0 2-176 0,2-2-32 0,-1 1-16 16,1 1-528-16,0-1-96 0,2 1-32 0,0 0 0 15,0-1 16-15,2 0 0 0,1-1 0 0,-1 2 0 16,-6-2-448-16,0 0-96 0,0 0 0 0,0 0-16 16,38 8-176-16,-38-8 0 0,0 0 0 0,0 0 128 0,0 0-128 0,0 0 0 15,0 0 0-15,0 0 0 0,0 0 0 0,0 0 0 16,30 28 0-16,-33-23 0 16,-2 0-224-16,0 1 80 0,-2 0 16 0,-1 1 0 15,-1 0-448-15,-1 0-96 0,-1 1-16 0,0 0 0 16,-1 0 0-16,-1 1 0 0,0-2 0 0,1 0 0 15,2 1-496-15,1-2-96 0,2-1-32 0,1 0 0 0,2-3 960 0,1 1 192 16,0 0 160-16,2-1-208 0,1 0 688 0,2-2 144 16,1 1 16-16,2-1 16 0,1-1 640 0,2 1 128 15,-8 0 32-15,0 0 0 0,34-5 16 0,-34 5 0 16,26-6 0-16,-26 6 0 0,29-6-816 0,-29 6-144 0,31-5-48 0,-31 5 0 16,35-7-272-16,-35 7-64 0,35-7-128 0,-35 7 192 15,31-6-192-15,-31 6 0 0,29-6 0 0,-29 6 0 31,25-6-1264-31,-25 6-144 0</inkml:trace>
  <inkml:trace contextRef="#ctx0" brushRef="#br0" timeOffset="77401.69">9160 8779 8287 0,'-3'-3'736'0,"1"1"-592"0,1 1-144 0,0 0 0 0,0-1 1312 0,1 2 224 15,-1-1 64-15,0 1 0 0,0-2 1232 0,0-1 256 16,-1 1 48-16,0 0 16 16,1 2-912-16,0-2-176 0,1 2-32 0,0 0-16 0,1-2-944 0,1 2-192 15,1 0-48-15,1 0 0 0,-1 2-256 0,3-2-64 16,-6 0-16-16,0 0 0 0,0 0-64 0,35 2-16 15,-35-2 0-15,0 0 0 0,35 0-288 0,-35 0-128 0,0 0 128 0,40-4-128 16,-40 4 0-16,0 0 0 16,38-3 0-16,-38 3 0 0,0 0 0 0,29-2-176 15,-29 2 48-15,0 0 0 16,0 0-832-16,25-3-176 0,-21 3-16 0,-3 2-16 16,-1-2-1136-16,-1 1-240 0</inkml:trace>
  <inkml:trace contextRef="#ctx0" brushRef="#br0" timeOffset="77638.81">9218 8872 7359 0,'-1'2'656'0,"-1"-2"-528"31,2 0-128-31,0 0 0 0,0 0 2496 0,0 0 480 0,0 0 96 0,-1 1 0 16,0 0 752-16,0-1 144 0,1 2 16 0,1-2 16 0,1 1-1888 0,0-1-368 15,0 2-80-15,2-2 0 0,1 0-960 0,0-2-192 16,-5 2-48-16,0 0 0 15,0 0-208-15,32-3-64 0,-32 3 0 0,20-4 0 0,-20 4-64 0,23-5-128 16,-23 5 176 0,0 0-176-16,33-4 128 0,-33 4-128 0,0 0 0 0,27-3 0 0,-27 3 0 0,0 0-304 15,0 0 64-15,0 0-18016 0</inkml:trace>
  <inkml:trace contextRef="#ctx0" brushRef="#br0" timeOffset="79961.95">10013 8559 3679 0,'1'-2'320'0,"-1"-1"-320"0,1 0 0 0,0 1 0 16,-1-1 640-16,0 3 64 0,1-2 16 0,-1 1 0 15,1-3 80-15,0-1 16 0,1 1 0 0,-1-1 0 16,0 0-176-16,0 2-16 0,-1 0-16 0,0 2 0 15,0-1-16-15,-1 2 0 0,1 0 0 0,-1 0 0 16,0 0-32-16,-2 0-16 16,1 2 0-16,-2-1 0 0,1 1-64 0,-2 0-16 0,0 0 0 0,-1 1 0 15,0 2 0-15,-1-2 0 0,-1 0 0 0,1 2 0 16,-1 0-16-16,0 2-16 0,0-1 0 0,0 0 0 16,1 1 16-16,1 0 0 0,0-2 0 0,1 2 0 15,2-1 448-15,-1 0 112 0,1 3 16 0,0-1 0 16,2-3-96-16,-2 4-16 0,2 0 0 0,-1 1 0 0,2 1-464 15,-1-1-80-15,1-10-32 0,0 0 0 0,2 36 48 16,-2-36 0-16,0 0 0 0,9 35 0 0,-9-35-128 16,0 0 0-16,0 0-16 0,0 0 0 0,22 44-240 0,-22-44 144 15,0 0-144-15,0 0 128 0,0 0-128 0,19 37 0 16,-17-30 0-16,0-1 128 0,0 0-128 0,-1-1 0 16,-1 0 0-16,-1 0 0 0,0 1 0 0,-2-1 0 15,1-2 0-15,-1 1 0 0,0 1 0 0,-2-2 0 16,0 1 0-16,0 0 0 0,0-1 0 0,-1 2 0 15,2-3 0-15,-1 0 0 0,2 1 0 0,-1-3 0 0,1 0 0 16,0 0 0-16,1-2 0 0,1 1 0 0,0-1 0 0,-1 1 0 16,1 0 0-16,0-1 0 0,1 2 0 0,-1-1 0 15,2 1 0-15,-1 1 0 0,1 1 0 0,0-1 0 16,0 2 0-16,1 0 0 16,-1 0 0-16,1 1 0 0,1 0 0 0,-1 2 0 0,0-2 0 0,0 3 0 15,-1-3 0-15,0 2 0 0,0-1 0 0,0 1 0 16,0 0 0-16,-1 0 0 0,0 0 0 0,-1 0 0 15,1 0 0-15,-1 2 128 0,-1-2-128 0,1 1 128 16,-1 2-128-16,0-1 160 0,0 3-160 16,-1-1 160-16,1 4 64 0,1 0 16 0,-1 3 0 0,1 1 0 15,1-18-16-15,2 39 0 0,-2-39 0 0,6 45 0 0,-6-45 32 0,8 41 16 16,-8-41 0-16,11 39 0 0,-11-39-272 0,9 36 160 16,-9-36-160-1,0 0 128-15,16 44-128 0,-16-44 0 0,0 0 0 0,0 0 0 0,19 44 0 0,-19-44 0 16,0 0 0-16,0 0 0 15,0 0-416-15,21 38-16 0,-19-33 0 0,1-2-15168 16</inkml:trace>
  <inkml:trace contextRef="#ctx0" brushRef="#br0" timeOffset="112751.32">11017 8521 3679 0,'-1'-1'320'0,"1"-1"-320"0,0 2 0 15,-1 0 0-15,1 0 1280 0,-1 0 176 0,0-1 32 0,0 0 16 16,-1 1 544-16,-1-2 96 0,1 2 32 0,0 0 0 16,0 0-512-16,-1 2-112 15,0-2-16-15,2 2 0 0,-2 0-544 0,1 1-112 0,-1-1-32 0,0 1 0 16,2 0-384-16,-2 0-80 0,-1 1 0 0,0 1-16 16,1 1-48-16,-3 1-16 0,0 1 0 0,-1 3 0 15,-1 3-48-15,0-1-16 0,1 3 0 0,0 0 0 16,1 3-16-16,0 0 0 0,3 0 0 0,0 0 0 15,1 0 96-15,2-19 0 0,0 35 16 0,0-35 0 0,0 0 672 0,9 38 128 16,-9-38 16-16,0 0 16 0,0 0-928 0,0 0-240 16,0 0 0-16,40 27 0 0,-31-28 0 0,1-3 0 15,-1-3 0-15,1 0 0 16,0-3-336 0,1 0-176-16,-1-1-16 0,0-1-16 0,0 0 544 0,0-2 224 0,1 0-16 0,-2-1 0 0,-1-1-208 0,1-1 0 15,-3 0 0-15,1 0 0 0,-3 0 0 0,-1-1 0 16,-1 2 0-16,-3-1 0 0,-2 3-128 0,-2 2 128 15,-2 1 0-15,-2 3 0 0,-2 4 0 0,-1 2-128 16,-1 4 128-16,-1 0 0 0,-1 3-192 0,1 3 32 16,1 1 0-16,1 0 0 15,3 2-240-15,0-1-48 0,5 0-16 0,0-1-9024 0,3 0-1808 16</inkml:trace>
  <inkml:trace contextRef="#ctx0" brushRef="#br0" timeOffset="113136.82">11269 8700 18431 0,'1'0'816'0,"0"-2"160"0,0 2-784 0,0-1-192 16,0 1 0-16,-1-1 0 0,1 1 1792 0,0 0 320 0,1-2 64 0,1 2 16 15,1 0-16-15,0 0 0 0,0 2 0 0,1 0 0 16,-5-2-864-16,0 0-176 0,0 0-48 0,0 0 0 31,0 0-624-31,18 41-128 0,-18-41-16 0,0 0-16 0,0 0-304 0,0 0 0 0,18 35 0 0,-18-35 0 16,0 0 0-16,0 0 0 15,0 0-176-15,0 0-17152 0</inkml:trace>
  <inkml:trace contextRef="#ctx0" brushRef="#br0" timeOffset="114267.43">11665 8459 13823 0,'0'-7'1216'0,"0"2"-960"0,0 2-256 0,0 0 0 15,0 2 896-15,0 1 128 0,0 0 16 0,0-2 16 16,0-1-160-16,0 1-16 0,-1 1-16 0,0 1 0 15,-1 3-480-15,0-2-80 0,0 4-32 0,-2-1 0 16,0 3-48-16,1 2-16 0,-2 0 0 0,-1 1 0 16,0 2 32-16,-2 1 0 0,1 0 0 0,0 1 0 15,0-2-48-15,1 0 0 0,0 0 0 0,0 0 0 16,3-3 128-16,0 0 32 0,3-1 0 0,0-1 0 16,2-2 64-16,0-3 16 0,0 1 0 0,2-1 0 0,2 0-160 0,0-2-16 15,2 0-16-15,1-2 0 0,2-1 688 0,0 1 144 16,1 0 16-16,1-1 16 0,0 1-336 0,-1-1-64 15,1 1 0-15,-1 0-16 0,0 0-480 0,-1 0-80 16,0 1-128-16,-2 1 176 0,0-2-176 0,1 1 0 16,-3 1 0-16,0 0 0 0,0-2 0 0,-1 2-144 15,0-2 144-15,-1 0 0 16,1 0-1728-16,0-1-224 0,-2 1-48 0,-1 1-11184 0</inkml:trace>
  <inkml:trace contextRef="#ctx0" brushRef="#br0" timeOffset="114487.55">11799 8496 11055 0,'-1'0'976'0,"1"-2"-784"0,0 2-192 0,0 0 0 15,0 0 1552-15,-1 0 272 0,1 2 48 0,-1-2 16 16,-1 3 672-16,0 0 144 0,-1 3 32 0,0 2 0 16,0 2-1200-16,-2 1-256 0,0 3-32 0,-1 1-16 15,-1 0-352-15,0 2-80 0,0-2-16 0,-1 2 0 16,1 1-496-16,-1 0-96 0,-1 0-32 0,2 1 0 15,1-4-160-15,4-1 0 0,1-5 0 0,1-9 0 16,0 0-464-16,0 0-80 0,0 0-16 0,0 0-14656 16</inkml:trace>
  <inkml:trace contextRef="#ctx0" brushRef="#br0" timeOffset="114885.39">11962 8476 23951 0,'2'-1'1056'0,"-1"-1"224"0,-1 2-1024 0,0 0-256 0,0 0 0 0,0 0 0 16,0 2 1296-16,-1-1 208 0,1 2 32 0,-1 1 16 15,-1 3 144-15,0 0 32 0,-1 2 0 0,0 1 0 32,1 0-2144-32,-1 1-416 0,0-1-96 0,0 1-16 0,1-1 944 0,1 0 0 0,-1 1 0 0,1-1 128 15,0-1-128-15,1 1 0 0,1-1 128 0,0 0-128 16,1-1 0-16,-2-8 0 0,0 0 0 0,0 0 0 15,0 0 0-15,0 0 0 0,24 38 0 0,-24-38 0 16,0 0 0-16,0 0 0 0,0 0 0 0,0 0 0 16,40 28 0-16,-40-28 0 0,0 0 0 0,0 0 128 15,0 0 176-15,0 0 32 0,0 0 16 0,39 24 0 16,-39-24-48-16,0 0-16 0,0 0 0 0,0 0 0 0,0 0-160 0,0 0-128 16,0 0 192-16,0 0-192 0,0 0 176 0,16 38-176 15,-18-34 160-15,-1 2-160 0,-1 0 144 0,-2 2-144 16,-1-1 128-16,-2 1-128 15,-2 1 0-15,0-1 0 0,-1 1 0 0,-1-1 0 0,1-1 0 0,-1 1 0 16,0-2 0-16,1 2 0 16,1-4 0-16,1-3 0 0,2-1 0 0,2-1 0 15,0-1-432 1,2-2-16-16,-1-4 0 0,1-1-15072 0</inkml:trace>
  <inkml:trace contextRef="#ctx0" brushRef="#br0" timeOffset="115086.63">11964 8454 14735 0,'2'-2'1312'0,"2"0"-1056"16,0 2-256-16,-2 0 0 0,1 0 2096 0,1-1 352 0,3-1 80 0,3-3 16 15,5 3 512-15,2-5 96 16,1 2 32-16,0 0 0 0,-1 0-1968 0,0 1-400 0,0-1-80 0,-1 2-16 16,2-1-544-16,-2 2-176 0,-1-1 0 0,-15 3 0 31,29 0 0-31,-29 0 0 0,0 0 0 0,33 3 0 0,-33-3-1664 0,0 0-224 0</inkml:trace>
  <inkml:trace contextRef="#ctx0" brushRef="#br0" timeOffset="115734.77">10639 9066 5519 0,'-2'0'496'0,"0"0"-496"16,2 0 0-16,0-2 0 0,0 2 608 0,-1 0 32 15,0-1 0-15,0-1 0 0,-1 0 624 0,0-1 128 16,1 1 16-16,1-2 16 0,0 1 384 0,1 1 80 16,0-1 16-16,1 1 0 0,0 0-240 0,0 1-32 15,0-1-16-15,0 0 0 0,0 2-784 0,1-1-176 16,1 1-16-16,-1-2-16 0,2 2-144 0,0-1-32 16,0 0 0-16,3-1 0 0,1 0 304 0,2 1 48 15,1-2 16-15,3-1 0 0,2-1-96 0,2 0-16 0,5 1 0 0,4-3 0 16,1 2-128-16,1 0-16 0,3 3-16 0,0-1 0 15,2 1-320-15,1 0-64 0,0-1-16 0,-1-2 0 16,1 2-144-16,3-2 0 0,2 1 0 0,2 1 128 16,1 2-128-16,2-1 160 0,1 2-160 0,-1-3 160 15,-2 1 112-15,0-1 32 0,4 1 0 0,3 2 0 16,3 2-160-16,2-1-16 0,0 3-128 0,0-1 192 16,-6-3-192-16,5 2 0 0,4 2 0 0,0-1 0 0,-1 2 0 15,0-3 0-15,-2-2 0 0,2-2 0 0,-1-3 0 16,1 0 0-16,-1 3 0 0,-4-3 0 0,-4-2 0 0,-3 2 0 15,-4 0 0-15,-3-1 0 0,-4 1-336 0,-3 2 32 16,-2 1 16-16,-30 2 0 16,47 2-1040-16,-47-2-208 0</inkml:trace>
  <inkml:trace contextRef="#ctx0" brushRef="#br0" timeOffset="116318.78">10910 9230 16575 0,'0'-1'1472'0,"-1"1"-1168"0,1 0-304 0,-1 0 0 15,1 0 1232-15,0 0 192 0,0-2 48 0,-1 2 0 16,0 2-160-16,0-2-32 0,1 3 0 0,-1 1 0 15,1 4-736-15,1-1-160 0,-1 4-16 0,0 1-16 16,1 2-80-16,-1 1-16 0,1 2 0 0,-1-1 0 16,1 3-32-16,-1 0-16 0,0-5 0 0,0 3 0 15,0-1-208-15,-1 1 144 0,1-1-144 0,-1-1 128 16,1 0-128-16,0-1 0 16,0-2 0-16,0-1 0 0,-1-2 0 0,1-1-144 0,-1-4 144 0,1 1-208 15,-1-2-1408-15,1-1-288 0,-1-2-48 0,0 0-9088 16</inkml:trace>
  <inkml:trace contextRef="#ctx0" brushRef="#br0" timeOffset="116605.95">10898 9310 6847 0,'-2'-9'144'0,"1"4"48"0,1 0 0 0,0 2 0 0,0 3-192 0,0 0 0 0,0-2 0 0,1 2 0 0,0-2 2432 0,0 0 448 0,2-3 80 15,0 2 32-15,1 1-912 0,3 0-176 0,-1-3-48 0,3 2 0 16,2-3-592-16,0 0-128 15,2 0-32-15,1-1 0 0,0 2-368 0,-1-2-80 0,0 2-16 0,-1 0 0 16,-1 2 0-16,-1 1 0 0,-1 2 0 0,-9 0 0 16,0 0-320-16,0 0-64 0,0 0 0 0,0 0-16 15,42 24-240-15,-38-17 0 0,-4-7 0 0,0 0 0 32,0 0 0-32,0 0 0 0,4 36 0 0,-7-28 0 0,-4 0 0 0,0 0 0 0,-3 2 0 0,-1 1 0 31,0-1-128-31,-3 1 128 0,0-1-192 0,0-1 192 0,2-1 320 15,1-2 192-15,1 0 16 0,0-1 16 16,1-1-1632-16,-1 0-320 0,3-1-64 0,1-1-12704 0</inkml:trace>
  <inkml:trace contextRef="#ctx0" brushRef="#br0" timeOffset="117014.27">11189 9402 7359 0,'2'6'320'0,"-2"-2"80"0,0-2-400 0,0 0 0 0,0 1 0 0,0-3 0 16,0 1 1792-16,0 1 256 0,0 1 64 0,1 1 16 15,-1 1 144-15,1-1 32 0,1 0 0 0,1 0 0 16,-1 0-800-16,3-2-160 0,1-2-16 0,0 0-16 16,-6 0-256-16,0 0-48 0,27-1-16 0,-16-2 0 15,1 0-320-15,0-2-64 0,0 3-16 0,0-2 0 16,-1-1-416-16,0 1-176 0,-2 0 128 0,-1-1-128 15,1 1 0-15,-2-1 0 0,0 0 0 0,-3 3 0 16,0-2 0-16,-1 1 0 0,-1-2-192 0,0 3 192 16,-2-3-768-16,-2 0-48 0,1 1 0 0,-4-1 0 15,-1-1-272-15,-1 2-48 0,-2-3-16 0,-2 3 0 16,-1-1 224-16,-3 2 32 0,-1 1 16 0,-1 2 0 16,1 5 176-16,0 0 16 0,2 1 16 0,2 2 0 0,2 1 512 0,-1 0 160 15,3 1 0-15,1 2 0 0,0 0 256 0,3 0 144 16,2 0 48-16,1 0 0 0,1-12 704 0,0 0 128 15,6 36 48-15,-6-36 0 0,0 0 80 0,0 0 32 16,28 39 0-16,-28-39 0 0,0 0-416 0,0 0-96 16,44 18-16-16,-44-18 0 0,0 0-672 0,41 4-240 15,-41-4 144-15,29-1-144 16,-29 1-608-16,27-4-208 0,-14 0-32 0,0 1-14240 0</inkml:trace>
  <inkml:trace contextRef="#ctx0" brushRef="#br0" timeOffset="117391.39">11505 9381 18431 0,'-5'6'816'0,"1"-2"160"0,1 1-784 0,2-1-192 0,-1-2 0 0,1 1 0 16,0-1 1472-16,-1 3 256 0,-2 3 64 0,0 5 0 16,-1 2-592-16,-1-1-112 0,3-2-32 0,-1-1 0 15,1-1-496-15,1-1-112 0,1 1 0 0,-1-3-16 16,1 0-176-16,-1 0-16 0,2-1-16 0,-1-3 0 15,1 1-224-15,-1 0 0 0,1-3 0 0,-1-1 0 0,1 1 0 0,0-2 0 16,1 0-128-16,-1-1 128 16,0 0-960-16,1-2-128 0,0-2-16 0,1-1-16 15,0 2-944 1,0-5-192-16,1 0-48 0,1-1 0 0,1-1 1088 0,-1-2 224 0,2 2 32 0,-2-2 16 0,2 2 944 0,0 0 0 16,0 0 160-16,1 0-16 0,3 1 992 0,-1 1 192 15,0 0 32-15,1 3 16 0,-1 0 672 0,0 3 128 16,0-1 16-16,1 2 16 0,-2 1-400 0,-1 4-80 15,-7-2 0-15,0 0-16 0,0 0-768 0,0 0-160 16,0 0-16-16,33 32-16 0,-33-32-432 0,0 0-96 16,11 42-16-16,-11-42 0 0,4 34-208 0,-4-34 128 0,1 34-128 0,-2-17 0 15,0-2 0-15,0-1 0 0,-1-2 0 0,1-2 0 16,0-2 0-16,0-2 0 16,0-2-176-16,1-2-11120 0,1-1-2224 0</inkml:trace>
  <inkml:trace contextRef="#ctx0" brushRef="#br0" timeOffset="117727.43">11843 9405 15663 0,'1'-3'688'0,"-1"1"144"0,1 2-656 0,0-2-176 0,0 0 0 0,-1 1 0 16,1-1 1696-16,0 0 304 0,0-1 64 0,1 1 16 0,0-3-800 0,0 0-144 15,-2 1-48-15,0 1 0 16,-2-1-512-16,-1 3-128 0,0-1 0 0,-2 2-16 0,-1 0-48 0,-2 2 0 16,0 1 0-16,-2 0 0 0,-1 3-384 0,0 0 0 15,0 2-144-15,-1 2 144 0,2 0-320 0,1 1 32 16,1-1 16-16,3 0 0 0,0 6 272 0,1-4 0 16,3 2-128-16,1-14 128 0,2 27 192 0,-2-27 80 0,0 0 32 0,16 34 0 15,-16-34 624-15,0 0 128 0,0 0 32 16,44 25 0-16,-44-25-176 0,0 0-16 15,36 4-16-15,-36-4 0 0,25-5-656 0,-25 5-224 0,23-4 144 0,-12 1-144 32,-1-1-656-32,1 1-224 0,0-2-32 0,-1 0-14592 0</inkml:trace>
  <inkml:trace contextRef="#ctx0" brushRef="#br0" timeOffset="117929.63">12066 9350 18431 0,'-1'2'816'0,"1"-2"160"16,0 1-784-16,0 1-192 0,1-2 0 0,0 0 0 16,0 2 2800-16,0-2 512 15,2 0 96-15,3 0 32 0,0 0-1232 0,2 0-240 0,-1-2-48 0,0 0-16 0,2 1-1328 0,-1-1-272 16,0 1-48-16,0 0-16 0,0 1-240 0,-1-2 0 31,-2 4 0-31,1-2 0 0,-2 2-1072 0,-1 0-256 0,-1 1-48 0,0 0-9200 16,-1 1-1840-16</inkml:trace>
  <inkml:trace contextRef="#ctx0" brushRef="#br0" timeOffset="118103.14">12112 9433 5519 0,'0'-2'496'0,"0"2"-496"0,0 0 0 16,-1 0 0-16,1 0 2384 0,-1 0 384 0,0 2 80 0,0-2 16 16,0 3 896-16,0 1 176 15,-1 2 32-15,0 2 16 0,0 0-1840 0,0-1-368 16,0 0-80-16,0 0-16 0,1 2-1264 0,1-1-256 0,0-3-160 0,0 2 192 15,0-7-432-15,0 0-80 0,0 0 0 0,0 0-15616 16</inkml:trace>
  <inkml:trace contextRef="#ctx0" brushRef="#br0" timeOffset="118405.01">12287 9248 24879 0,'0'-2'1088'0,"0"0"256"0,1 2-1088 0,-1-2-256 15,0 2 0-15,0 0 0 0,0 0 1680 0,0 0 288 16,1 0 48-16,-1 2 16 0,1-2-1152 0,-1 2-240 0,1 0-32 0,-1 0-16 16,-1 1-400-16,1 2-64 0,0-1-128 0,-1 4 176 15,0-1 16-15,-1 1 16 0,1 3 0 0,-2-2 0 16,0 4-64-16,-1 1-16 0,1 2 0 0,0 0 0 15,-1 1-128-15,0 2 160 0,1 1-160 0,0 0 160 16,1 2-160-16,1-4 160 0,1-18-160 0,2 36 160 16,-2-36-160-16,0 0 0 0,11 38 0 0,-11-38 128 15,0 0-128-15,0 0 0 0,0 0 0 0,0 0 0 16,36 31-384-16,-29-31-48 0,-7 0-16 0,0 0-15328 16</inkml:trace>
  <inkml:trace contextRef="#ctx0" brushRef="#br0" timeOffset="118813.94">12536 9320 22111 0,'1'-5'976'0,"0"4"208"16,0-1-944-16,-1 1-240 0,1 1 0 0,-1 1 0 0,0 1 1792 0,0 1 320 15,0 2 64-15,0 4 16 16,0 1-880-16,-2 4-176 0,0 5-48 0,-2 0 0 16,0 4-816-16,-1 1-272 0,0 5 160 0,-1 2-160 0,0-3 0 0,2 0 0 15,-1-2 0-15,3-4 0 0,0-5 0 0,2-17-304 16</inkml:trace>
  <inkml:trace contextRef="#ctx0" brushRef="#br0" timeOffset="119335.03">13265 9232 18431 0,'1'-5'1632'0,"0"2"-1312"0,1 0-320 0,-1 2 0 16,1 1 1664-16,0-2 272 0,1-3 48 0,2 0 16 31,2 0 624-31,0 1 112 0,2 3 16 0,-4 1 16 0,-5 0-1408 0,0 0-272 0,0 0-64 0,0 0-16 16,14 39-624-16,-16-26-112 0,0 2-16 0,-2 0-16 15,-2 1-240-15,-1 0 0 0,-2 1 128 0,-1-3-128 16,-2 3 0-16,1-3 0 0,0-4 0 0,1 1-11952 15,0-3-2320-15</inkml:trace>
  <inkml:trace contextRef="#ctx0" brushRef="#br0" timeOffset="121274.89">14008 8532 18431 0,'2'-2'1632'0,"-2"0"-1312"15,1 2-320-15,-2 0 0 0,1 0 1072 0,0 0 144 16,0 0 16-16,-1-2 16 0,0 4-160 0,-3 0-16 16,-1 0-16-16,-1 3 0 0,-2 2-736 0,-1 3-128 15,0-1-48-15,-2 5 0 0,0-1-16 0,-1 4-128 16,2-1 192-16,1 2-64 0,1 1-128 0,-1 3 128 0,1-1-128 0,1-1 128 15,4-2 112-15,0-1 16 16,3-17 0-16,0 26 0 0,0-26-48 0,0 0 0 16,0 0 0-16,0 0 0 0,24 38-208 0,-24-38 0 0,0 0 0 0,0 0 0 15,38-3 384-15,-27-2 48 0,1 1 0 0,0-6 0 16,0 1 144-16,0-1 16 0,1-1 16 0,-1 1 0 16,0-2-240-16,-2 0-48 15,0 2-16-15,1-4 0 0,-1 0-64 0,-1 0-16 0,-1 1 0 0,-2 0 0 16,-2-1-224-16,-1 0 0 0,-1 0 0 0,-4-1 0 15,-2 3-128-15,-1 0-32 0,-4 4 0 0,-1 2 0 16,-3 1-256-16,-2 3-48 0,0 3-16 0,-1 1 0 16,-1 3-192-16,2 3-32 0,2 1-16 0,3 2 0 0,1-1 432 0,1 3 96 15,2-1 0 1,1 0 16-16,3-3-256 0,0 1-48 0,2 0-16 0,0-10-12176 16</inkml:trace>
  <inkml:trace contextRef="#ctx0" brushRef="#br0" timeOffset="121510.89">14230 8767 9215 0,'1'-2'816'0,"0"1"-656"0,0 1-160 0,-1 0 0 31,1 0 1968-31,-1 0 352 0,0 0 80 0,0 0 16 0,0 3 496 0,1-1 96 0,0 1 32 0,1 1 0 16,-2-4-960-16,0 0-192 0,0 0-32 0,0 0-16 47,0 0-1840-47,14 39-320 0,-14-39-96 0,0 0-16 0,0 0 432 0,0 0 272 0,0 0-32 0,0 0-16 15,33 30-704-15,-29-29-144 0,-1 1-16 0,1-2-14144 16</inkml:trace>
  <inkml:trace contextRef="#ctx0" brushRef="#br0" timeOffset="122096.72">14450 8585 11967 0,'-5'-1'528'0,"3"1"112"0,-1 0-512 0,2 0-128 0,1 0 0 0,0 0 0 15,0 1 640-15,-1 1 80 0,1-2 32 0,0 2 0 16,1-2-128-16,1 1-32 0,1 1 0 0,-1-4 0 15,3 2 368-15,0-1 80 0,-1 1 16 0,3 0 0 0,-1-2 176 0,2 0 48 16,0 1 0-16,0-1 0 0,1 0-464 0,-1-1-96 16,1 1-16-16,0-1 0 0,-1 1 64 0,0 1 16 15,2 0 0-15,-1-3 0 0,0 3-96 0,0-3-32 16,0 3 0-16,-1-1 0 0,0 0-272 0,-2 0-64 16,1 1-16-16,-2-1 0 0,0 2-96 0,-2-2-16 15,1 1 0-15,-1 1 0 0,0 0 64 0,-2 1 0 16,0 1 0-16,-1 0 0 0,0 1 32 0,0-1 16 15,-2 1 0-15,0 2 0 0,0 0-48 0,-1 1-16 16,0 1 0-16,-1 0 0 0,-1 2-48 0,1 1-16 0,0 0 0 0,-1 2 0 16,1-1-48-16,0 4-128 0,-1 1 192 0,1 1-64 15,-3 2 16-15,0 2 0 0,0 0 0 16,0 3 0-16,-1 0 32 0,1-3 0 0,0-2 0 0,1 0 0 16,0-2-176-16,1-2 0 0,-1 0 0 0,2-2 128 15,-2 0-128-15,1-3 0 16,1 2 0-16,0-5 0 0,0-1-1040 15,2 0-96-15,-1-1-16 0,0-3 0 0,0 0-1536 16,1-2-320-16</inkml:trace>
  <inkml:trace contextRef="#ctx0" brushRef="#br0" timeOffset="122302.74">14432 8814 14735 0,'-1'0'640'0,"-1"1"160"0,1 1-640 0,1-2-160 15,0 0 0-15,0 0 0 0,1 0 1840 0,0 2 336 16,0-2 64-16,2 0 0 0,2 0 256 0,1-2 32 16,3 0 16-16,0-1 0 0,2 1-512 0,1-3-112 15,3-1 0-15,0 0-16 0,0-1-1152 16,0 0-240-16,1 0-32 0,-1-1-16 0,1 2-320 0,-1-1-144 0,0 2 128 16,-2-2-128-16,0 3 0 0,-1-1 0 0,-2 1 0 0,0 1 0 31,-1 0-992-31,-1 0-224 0</inkml:trace>
  <inkml:trace contextRef="#ctx0" brushRef="#br0" timeOffset="122638.05">14936 8502 23039 0,'2'-6'1024'0,"-1"3"192"0,2 0-960 0,-3 1-256 0,1 1 0 0,-1 1 0 15,1 0 2448-15,0-2 448 0,1 2 96 0,0 0 16 0,0 0-1424 0,-1 2-288 16,-2 1-48-16,0 1-16 15,-1 4-720-15,0 1-128 0,-2 1-48 0,2 3 0 16,-2 2-160-16,0 4-48 0,0 0 0 0,-1 2 0 16,0 1-128-16,0 1 0 0,0 3 0 0,0 1 0 15,0-1 0-15,1 0 0 0,1-3 0 0,1-2 0 16,2-21-704-16,-3 43-192 0</inkml:trace>
  <inkml:trace contextRef="#ctx0" brushRef="#br0" timeOffset="123430.4">13714 9075 5519 0,'-2'1'496'0,"0"-1"-496"0,2 2 0 0,0-2 0 16,0 0 768-16,0-2 64 15,0 2 16-15,1 0 0 0,-1-1 432 0,2 1 96 0,1-4 16 0,1 1 0 16,2 1 352-16,-1-3 80 0,3 2 16 0,-1-1 0 15,1-1-224-15,1 0-32 0,1 1-16 0,1 1 0 16,2-2 160-16,1 3 48 0,0 0 0 0,-14 2 0 16,33-2-480-16,-33 2-80 0,37 0-32 0,-37 0 0 0,34 3-480 0,-34-3-112 15,40 6-16-15,-40-6 0 16,43 7-336-16,-43-7-80 0,45 10-16 0,-45-10 0 0,45 7-144 0,-45-7 0 16,49 9 144-16,-49-9-144 0,58 7 0 0,-27-4 0 15,1-1 0-15,1-2 0 0,2 0 0 0,0 1 0 16,1 0 0-16,1-1 0 15,-1 2 0-15,1-2 0 0,1 0 0 0,3 0 0 0,2-2 128 0,1 1-128 16,3-2 128-16,-3 0-128 0,-1-1 256 0,0 1-32 16,-1-2 0-16,3 0 0 0,0-1-224 0,1-2 0 0,1 4 128 15,0-3-128-15,-3 2 0 0,-2 0-240 0,-3 2 48 0,-1 1 16 32,1 1-464-17,-1 1-112-15,-2 1-16 0,-2 1 0 0,-2-1-384 0,-32-1-96 0,51 5-16 0,-51-5 0 16,36 3-240-16,-36-3-48 0</inkml:trace>
  <inkml:trace contextRef="#ctx0" brushRef="#br0" timeOffset="125291.25">13925 9311 13823 0,'0'-1'1216'0,"0"-1"-960"16,1 0-256-16,-1 2 0 0,0 2 832 0,0-2 128 31,0-2 32-31,0 1 0 0,1 1-144 0,0 1-16 0,-1 1-16 0,1 2 0 0,0 2-320 0,0 2-64 16,-1-8-16-16,0 0 0 0,3 31 192 0,-3-16 32 15,0-15 16-15,1 38 0 0,-2-15-240 0,0 3-48 16,-2 3-16-16,-1-1 0 0,0 3 16 0,0-2 0 0,0-1 0 0,-1-4 0 16,2-3-176-16,0-2-16 0,1-5-16 0,1-2 0 15,0-2-160-15,2-4 0 16,0-1 0-16,1-4 0 16,-1-1-352-16,2-1-48 0,-2-4-16 0,1 1-11296 0</inkml:trace>
  <inkml:trace contextRef="#ctx0" brushRef="#br0" timeOffset="125575.78">13933 9348 9215 0,'-1'-5'816'0,"0"0"-656"0,2 3-160 0,0 0 0 0,-1 2 944 0,0 0 144 16,1-2 48-16,1 1 0 0,2-1 448 0,1-3 80 15,2 3 32-15,1-3 0 0,2 0-320 0,0 1-64 16,0-1-16-16,0 2 0 0,1-1-416 0,0 2-96 15,0 1-16-15,-2 1 0 0,1 1 0 0,-10-1 0 16,0 0 0-16,0 0 0 0,0 0-256 0,32 42-64 16,-32-42-16-16,0 0 0 0,7 38-288 0,-7-24-144 15,-2 3 160-15,-1 0-160 0,-1 1 0 0,-2-3 128 16,0-3-128-16,-1 1 0 0,1-1 0 0,-2-2 128 0,2-3-128 16,-2 0 0-16,-2 3 0 0,0-1 0 0,1-2 0 0,0-1 0 15,0 0 0-15,2-1 0 0,1-3 0 0,2-1 0 31,1 1-320-31,0-2-176 0,1-3-16 0,2 1-13056 0</inkml:trace>
  <inkml:trace contextRef="#ctx0" brushRef="#br0" timeOffset="125986.43">14118 9554 21183 0,'4'0'944'0,"-1"0"192"0,1 0-912 16,-1 0-224-16,-1 0 0 0,0 0 0 0,0 2 1888 0,4-2 336 15,-6 0 64-15,0 0 16 0,32-2-800 0,-32 2-160 16,27-2-16-16,-27 2-16 0,0 0-800 0,37-5-176 16,-26 0-16-16,1 1-16 0,-1-1-304 15,-1 0 160-15,0 0-160 0,-1-2 128 0,1 0-128 0,-3 0 0 16,0 2-192-16,-1-2 192 16,-1 1-896-16,-2 0-64 0,-2-1-16 0,-1 2 0 15,0-1-48-15,-1 1-16 0,-2 0 0 0,-1 0 0 16,-2 0-272-16,-2 3-48 0,1-3-16 0,-3 0 0 15,-2 1 416-15,0-1 64 0,0 0 32 0,1 3 0 0,1 0 624 0,1 2 240 16,-1 2-176-16,1 2 176 0,1 2 528 0,-1 1 208 0,3 3 32 0,-1 1 16 16,1 3 192-16,0 2 48 15,2 1 0-15,1 1 0 0,0 2-64 0,2-3-16 0,0 0 0 0,1-1 0 16,0-16-160-16,5 29-16 0,-5-29-16 0,0 0 0 16,0 0-144-16,23 37-32 0,-23-37 0 0,0 0 0 15,0 0-384-15,0 0-192 0,47 15 160 0,-37-17-160 16,-10 2 0-16,23-6 0 0,-10 2 0 0,-2-4 0 31,1 2-1584-31,0-2-304 0,0 1-64 0,0-2-11392 0</inkml:trace>
  <inkml:trace contextRef="#ctx0" brushRef="#br0" timeOffset="126335.19">14471 9384 6447 0,'1'-3'576'0,"0"1"-576"16,-1 2 0-16,0 2 0 0,-1-1 2688 0,0 1 416 15,1 0 96-15,-1 2 0 0,0 4-288 0,-2 4-64 16,0 2-16-16,-1 2 0 0,1 4-1104 0,-1 0-240 15,1 0-32-15,0-1-16 0,1 2-768 0,1-4-160 16,0 0-16-16,1-1-16 0,0-4-480 0,0-12 0 0,0 0 0 0,3 26 0 16,-2-22 0-16,1-1 0 0,-1-1 0 0,0-1 0 15,-1-2 0-15,1-1 0 0,1-1 0 0,-1 1 0 16,0-3-256-16,0-2 48 0,-1 0 16 0,1 0 0 31,0-2-704-31,1-1-128 0,0-2-16 0,0 0-16 0,0-2 688 0,1 0 144 0,-2-1 32 0,1 1 0 16,1 0 192-16,0-2 0 0,1-1 0 15,-1 0 160-15,1 3 608 0,1 1 112 0,-1 3 16 0,2 2 16 16,1 1-256-16,0 3-48 0,0 1-16 0,0 1 0 16,-1 2-128-16,-6 0-16 0,0 0-16 0,0 0 0 0,0 0-48 0,33 41-16 15,-33-41 0-15,0 0 0 16,14 43-224-16,-14-43-144 0,7 30 192 0,-7-30-192 0,3 31 128 0,-3-31-128 16,0 25 0-16,-1-13 0 0,-1-2 0 0,0-1 0 15,0-2 0-15,-1 0 0 0,1-1 0 0,0-2 0 16,0-2 0-16,1 0 0 15,2-2-560-15,0-2-112 0,2 1-32 0,0-2-15744 0</inkml:trace>
  <inkml:trace contextRef="#ctx0" brushRef="#br0" timeOffset="126666.55">14747 9474 4607 0,'2'-2'400'0,"-1"-1"-400"0,0 1 0 0,0 1 0 16,0-1 1920-16,0 2 320 15,-1-2 48-15,1-1 16 16,2-2 256-16,-1-1 48 0,1-2 16 0,-2 1 0 0,1 0-960 0,-1 0-192 16,0 2-48-16,-1-1 0 15,-1 1-464-15,0 2-112 0,0-1-16 0,-1 1 0 0,-1 3-480 0,-2 2-96 0,0 1-32 0,-4 1 0 16,1 4-224-16,-2 1 0 0,-1 1 0 0,0 2 0 31,3-1 0-31,1 1 0 0,1 2 0 0,0 3-160 0,3 0 400 0,1-1 80 0,2-16 0 0,-1 31 16 16,1-31 528-16,0 0 96 0,6 40 32 0,-6-40 0 0,0 0-224 0,0 0-32 15,26 34-16-15,-26-34 0 0,0 0-304 0,0 0-64 16,40 16-16-16,-40-16 0 0,0 0-208 0,34 0-128 16,-34 0 160-16,0 0-160 0,30-7 0 0,-20 2 128 15,-2 0-128-15,0 1 0 16,0-4-448-16,-1 4-144 0,1-4-32 0,-3 0-10832 16,1 0-2176-16</inkml:trace>
  <inkml:trace contextRef="#ctx0" brushRef="#br0" timeOffset="126848.7">14944 9357 21183 0,'-1'1'944'0,"1"1"192"0,0-2-912 0,-1 0-224 0,1 1 0 0,0-1 0 16,0 1 2128-16,0-1 384 0,0 2 80 0,1-1 16 16,0 3-432-16,2-3-96 0,0 1-16 0,1 0 0 15,1-2-1360-15,2 0-256 0,-1 1-64 0,2-1-16 16,0 0-368-16,-1 0 128 0,0 1-128 0,0-1 0 15,0 2-176-15,0-2-96 0,-7 0-32 0,0 0-11200 16,0 0-2240-16</inkml:trace>
  <inkml:trace contextRef="#ctx0" brushRef="#br0" timeOffset="127034.59">15021 9480 10127 0,'-1'3'896'0,"0"-2"-704"16,1 1-192-16,-1 0 0 0,1-1 2176 0,-1 0 416 15,1 1 80-15,-1 1 16 0,-1 2 1152 0,-1 2 224 16,0 4 48-16,0-1 16 0,0 0-2096 0,1 1-432 16,-1 1-64-16,3-12-32 0,-2 21-1072 0,2-21-224 15,0 0-32-15,4 29-16 0,-4-29-160 0,0 0 0 16,0 0 0-16,0 0 0 16,0 0-1200-16,0 0-160 0</inkml:trace>
  <inkml:trace contextRef="#ctx0" brushRef="#br0" timeOffset="127363.39">15187 9352 21183 0,'1'-3'1888'16,"0"2"-1504"-16,0-1-384 0,-1 2 0 15,0 0 1856-15,0-2 288 0,1 1 64 0,-1-3 16 0,1 1-1184 0,0 1-224 16,-1-1-48-16,0 1-16 0,0 2-432 0,0 0-64 15,0 2-32-15,-1-1 0 0,1 3 112 0,-1-2 32 16,1 1 0-16,-1 2 0 0,1-1-48 0,-1 1-16 16,1 2 0-16,0 0 0 0,-1 2 112 0,0 1 32 15,-1 2 0-15,1 2 0 0,-1 1 48 0,-1 4 16 16,1-1 0-16,-1 1 0 0,0 3-48 0,-2 1 0 16,1 1 0-16,1 0 0 0,-1-3-208 0,2-2-64 15,2-19 0-15,1 28 0 0,-1-28-192 0,0 0 0 16,0 0 0-16,17 36 0 0,-17-36 0 0,0 0 0 15,0 0 0-15,0 0 0 0,0 0 0 0,42 7-128 0,-32-11 128 0,2 0-160 32,0-2-1456-32,0-1-304 0,1-2-48 0,0 1-14096 15</inkml:trace>
  <inkml:trace contextRef="#ctx0" brushRef="#br0" timeOffset="127850.82">15417 9324 911 0,'-7'2'0'0,"1"1"0"16,2-1 0-16,1-2 0 0,1 1 1696 0,1 1 256 15,0-2 48-15,0 2 16 0,-2-2 832 0,1 2 160 16,0 1 48-16,0-1 0 0,2-1-624 0,1-1-112 16,1-1-16-16,1 1-16 0,1-2-496 0,2-1-112 15,-1 1-16-15,2 0 0 0,-1-1-864 0,1 1-176 0,0 0-48 0,1 1 0 16,-1 1-384-16,-7 0-64 0,0 0-128 0,0 0 176 16,0 0-176-16,35 20 160 15,-35-20-160-15,0 0 160 0,0 0-160 0,0 0 0 0,23 42 144 0,-23-42-144 31,0 0 0-31,3 31 0 0,-3-31 0 0,-2 21 0 0,2-21 0 0,-3 20 0 0,1-11 0 0,-2 0 0 16,1-1 0-16,-1-1 0 0,-1 2 0 0,0-5 0 16,-2 4 0-16,0-1 0 0,-1 0 0 0,0 0 0 15,1 0 0-15,2-1 0 0,0 0 0 0,1-1 0 16,3 2 144-16,0-4 64 0,2 1 16 0,0 1 0 0,-1-5 192 0,0 0 32 16,0 0 16-16,0 0 0 0,0 0-96 15,0 0-32-15,0 0 0 0,42 12 0 0,-42-12-144 0,0 0-16 16,31-7-16-16,-20 4 0 0,0-1-160 0,-1-1 0 15,0 0 0-15,1 1 0 16,-2 1-1072-16,0-2-288 0</inkml:trace>
  <inkml:trace contextRef="#ctx0" brushRef="#br0" timeOffset="128392.39">15883 9229 12895 0,'3'-2'1152'0,"-1"-1"-928"0,1 1-224 0,-2 1 0 16,0 0 1904-16,1 1 336 0,2-4 64 0,0 1 0 15,4 0 704-15,-2 1 144 0,0 4 32 0,-6-2 0 16,0 0-1424-16,0 0-288 0,0 0-48 0,10 40-16 16,-11-23-832-16,-2-2-160 0,0 3-32 0,-4-1-16 15,1 2-240-15,-3-2-128 0,2-1 160 0,-1 1-160 16,0-3 0-16,1 0 0 0,0 0 0 0,2-2-17520 16</inkml:trace>
  <inkml:trace contextRef="#ctx0" brushRef="#br0" timeOffset="129572.8">17092 8700 11055 0,'1'-2'976'0,"0"0"-784"0,-1 0-192 0,0 2 0 16,0 0 1280-16,0-2 224 0,0-1 32 0,0 0 16 31,1-1 512-31,-1-3 112 0,0 3 0 0,-1 1 16 0,1 0-464 0,-1 1-112 0,1 1-16 0,-1 1 0 16,0 1-496-16,-1 2-96 0,2 1-32 0,-3 0 0 15,1 2-400-15,0 3-64 0,-1 0-32 0,0 5 0 16,-1 0-64-16,0 3-16 0,0 4 0 0,0 1 0 16,-1-1-224-16,0 3-48 0,3-3-128 0,-1 1 192 15,3-22-192-15,-2 35 176 0,2-35-176 0,1 30 160 31,-1-30-336-31,0 0-64 0,4 34-16 0,-4-34-16224 16</inkml:trace>
  <inkml:trace contextRef="#ctx0" brushRef="#br0" timeOffset="130425.96">16478 9067 9215 0,'-3'0'816'0,"0"0"-656"0,2 0-160 0,0 0 0 16,0 0 992-16,0 0 160 0,-1 0 48 15,-1 0 0-15,-2 0-384 0,0 0-80 0,1 1-16 0,0-1 0 16,2 2-192-16,1-2-32 0,1 1-16 0,0 1 0 15,2-2 480-15,0 2 112 0,2-2 16 0,-1 1 0 0,2-1-16 16,0 0 0-16,1-1 0 0,1 1 0 0,1 0-176 0,1-2-48 16,2 0 0-16,0 1 0 0,1-1 64 0,-12 2 16 15,27-4 0-15,-10 3 0 0,-17 1-192 0,38-4-32 16,-18 3-16-16,-20 1 0 0,44-2-176 0,-44 2-16 16,46 0-16-16,-46 0 0 0,50 0-336 0,-23 0-144 15,3 0 128-15,1 0-128 0,-1-1 0 0,3 0 0 16,2-1 0-16,2 0 0 0,0-1 0 0,0 0 0 15,-2 1 0-15,0-2 0 0,4 1 0 0,2 0 0 16,2 1 0-16,3 0 0 0,1 2 0 0,-1 1 0 16,2 0 0-16,-2 4 0 0,-1-2 0 0,3 3 0 15,1-1 0-15,2 2 0 16,0 0-768-16,-1-2-192 0,0 3-48 0,-2-2 0 16,0 0-1104-16,-2-1-208 0,2-2-48 0,0 0-16 15,1-1 176-15,-5-2 32 0,-2 0 16 0,-3-2-6432 0</inkml:trace>
  <inkml:trace contextRef="#ctx0" brushRef="#br0" timeOffset="131008.61">16611 9414 10127 0,'0'-4'896'0,"1"-1"-704"16,0 5-192-16,-1-2 0 15,0 2 1472-15,1-1 256 0,0-1 48 0,0-2 16 0,-1-1 384 0,1 2 96 16,0-1 16-16,-1 1 0 0,1 1-752 0,-1 1-160 16,-1 1-32-16,1 1 0 0,-1 1-576 0,1 1-112 15,0-1-16-15,-1 0-16 0,1 3-352 0,0 0-64 16,0 2-16-16,-1 2 0 15,1-9 96-15,0 25 16 0,0-25 0 0,-1 30 0 0,1-30-96 0,-1 35-16 16,1-35 0-16,-2 40 0 0,2-40-32 0,-2 39-16 16,2-39 0-16,-2 34 0 0,2-34-144 0,-2 29 0 0,2-29 0 15,-2 22 0 1,1-12-768-16,-1-1-192 0</inkml:trace>
  <inkml:trace contextRef="#ctx0" brushRef="#br0" timeOffset="131325.82">16561 9362 15663 0,'-3'-1'688'0,"1"0"144"16,2 1-656-16,0 1-176 0,0 0 0 0,0-1 0 0,0 2 1376 0,1-1 240 16,1 4 48-16,1-1 16 0,-3-4 32 0,0 0 0 15,0 0 0-15,0 0 0 0,39 14-272 0,-39-14-48 16,26-1-16-16,-11-2 0 0,0-2-336 0,1 0-64 15,0-2-16-15,0 0 0 0,0-1-448 0,0 2-112 16,-1-2-16-16,-2 4 0 0,-1 1-192 0,-2 1-32 16,-1 0-16-16,-1 4 0 0,-4 0-144 0,0 3 0 15,-2 2 0-15,-3 2 0 0,-1 1 0 0,-2 2 0 16,-4 2-176-16,-1 3 176 0,-2-1-224 0,-1 1 32 16,0-3 16-16,-1 0 0 0,0-2 176 0,-1 0-160 0,0 2 160 0,-1 0-160 15,1-2-64-15,1 0-16 0,3-4 0 0,1-2 0 31,2-1-336-31,2-2-80 0,2-1-16 0,1-2-9632 0,1 0-1920 0</inkml:trace>
  <inkml:trace contextRef="#ctx0" brushRef="#br0" timeOffset="131784.68">16795 9526 10479 0,'-1'2'224'0,"0"-2"48"0,0 2 16 0,0-2 16 0,1 0-304 0,0 0 0 16,1 0 0-16,-1 1 0 0,1 1 2976 15,1-2 544-15,-1 0 96 0,2 2 32 0,2-1-1216 0,-1 1-256 16,2-2-32-16,-6 0-16 0,0 0-880 0,0 0-176 16,33 4-48-16,-33-4 0 0,0 0-416 0,38 5-96 15,-38-5 0-15,0 0-16 0,39-2-240 0,-39 2-64 16,24-3 0-16,-24 3 0 0,19-4-192 0,-11 1 176 15,0-4-176-15,-2 2 160 0,0-2-160 0,-2 3 0 0,0-4 0 0,-1 4 0 16,-1-4-176-16,-1 2-16 0,-2 0 0 0,0 0 0 31,-1-1-256-31,-2 2-64 0,0 0-16 0,-1 0 0 16,-1 1 80-16,-2-3 0 0,0 4 16 0,-1-2 0 0,0 3 224 0,-1-1 32 0,1 3 16 0,-1 3 0 16,1 0 160-16,1 2 192 0,0 2-32 0,1 1-16 15,1 0 128-15,0 2 32 0,1 1 0 0,1 3 0 16,0-2 240-16,1 2 48 0,0 1 16 0,2 1 0 0,1-2-32 15,0-14-16-15,2 32 0 0,-2-32 0 0,0 0-160 0,10 42-16 16,-10-42-16-16,0 0 0 0,0 0-240 0,23 38-128 16,-23-38 160-16,0 0-160 0,0 0 0 0,0 0 0 15,43 14 0-15,-43-14 0 32,24-4-288-32,-12-1-96 0,2 0-32 0,-2-3 0 0,2-1-1952 0,0 0-400 0,1-2-80 0,-2-2-11552 15</inkml:trace>
  <inkml:trace contextRef="#ctx0" brushRef="#br0" timeOffset="132165.56">17166 9433 9215 0,'1'-4'400'0,"-1"3"96"0,0-1-496 0,0 2 0 16,0 2 0-16,0-1 0 0,-1 3 2688 0,0-1 432 15,1 2 80-15,-2 5 32 0,0 2-512 0,-2 3-96 16,1 2-32-16,0 0 0 0,0-1-928 0,0 1-192 0,1 0-48 0,2-17 0 16,-1 32-608-16,1-32-128 0,0 0-32 0,3 32 0 15,-3-32-464-15,0 0-192 0,0 0 128 0,0 0-128 16,0 0 0-16,0 0 0 0,0 0 0 0,0 0 0 15,0 0 0-15,0 0 0 0,0 0 0 0,0 0 0 16,0 0-224-16,6 0-32 0,-5-8 0 0,0-2 0 16,-1 1-512-16,1-2-96 0,2-1-32 0,-1-2 0 0,0 0 608 15,1-1 112-15,-1 0 32 0,1-1 0 0,1 2 144 0,0 0 144 16,1 0-16-16,0 4-128 0,0 1 416 16,1 4-32-16,0 0 0 0,1 0 0 0,-1 5 144 0,-1 0 32 15,-5 0 0 1,0 0 0-16,0 0 96 0,0 0 32 0,0 0 0 0,26 38 0 15,-26-38-352-15,0 0-64 0,7 34-16 0,-7-34 0 16,1 26-256-16,-1-26 160 0,0 26-160 0,0-26 128 0,0 23-128 0,0-23 0 16,0 0 0-16,0 26 0 0,0-21 0 0,0-1 0 15,0-1 0-15,0-3 0 16,1 1-576-16,1-2-128 0,0-2-48 0,2 0-16528 0</inkml:trace>
  <inkml:trace contextRef="#ctx0" brushRef="#br0" timeOffset="132453.21">17470 9441 12895 0,'0'-1'576'0,"0"1"112"0,0-1-560 0,0 0-128 0,0 1 0 16,0 0 0 0,0-2 1936-16,0 2 368 0,0-3 64 0,0 1 0 15,-1-3-352-15,0 1-80 0,0 1-16 0,0-2 0 0,-1 4-1152 0,-1 0-256 16,1-1-32-16,-2 2-16 0,-1 0 192 0,0 0 48 15,-2 3 0-15,0 0 0 0,-1 1-448 0,0 2-64 16,-1 1-32-16,0 1 0 0,1 2 16 0,0 1 0 16,0-1 0-16,2 2 0 0,0-1 272 0,1 1 48 15,5-12 16-15,-4 29 0 0,4-29 208 0,-1 28 48 16,1-28 16-16,0 0 0 0,9 36-224 0,-9-36-48 16,0 0-16-16,0 0 0 0,31 40-240 0,-31-40-64 0,0 0 0 15,0 0 0-15,38 16-192 0,-38-16 0 0,0 0 128 0,28-2-128 16,-19-1-160-16,0-4-80 0,0 1-16 15,0-2-11760-15,-1 1-2352 16</inkml:trace>
  <inkml:trace contextRef="#ctx0" brushRef="#br0" timeOffset="132624.6">17587 9334 911 0,'0'0'0'0,"0"-2"0"0,0 2 0 0,1 0 0 15,-1 2 4352-15,0-2 800 0,0 2 160 0,0 0 16 16,1 1-1024-16,-1 4-208 0,0-7-32 0,0 0-16 15,0 0-1872-15,0 0-384 0,0 0-80 0,15 38-16 16,-15-38-1168-16,0 0-224 0,0 0-48 0,0 0-16 0,0 0-240 0,0 0 0 16,38 16 0-16,-32-16 0 15,-2 0-512-15,0 1-112 0,-1 1-16 0,-1 0-17216 16</inkml:trace>
  <inkml:trace contextRef="#ctx0" brushRef="#br0" timeOffset="132798.76">17629 9474 12895 0,'1'0'1152'0,"-1"2"-928"0,0-2-224 0,-1 1 0 16,1 0 2496-16,-1 1 464 0,0 4 96 0,-1 0 16 15,1 4 384-15,-2 0 96 0,0 4 16 16,3-14 0-16,-3 28-2224 0,3-28-432 0,-3 26-80 16,3-26-32-16,-1 24-672 0,1-24-128 15,0 0 0-15,0 0-11760 0,0 0-2320 0</inkml:trace>
  <inkml:trace contextRef="#ctx0" brushRef="#br0" timeOffset="133081.99">17779 9338 11967 0,'0'-2'1072'0,"0"0"-864"0,1-1-208 0,-1 3 0 0,1 0 2832 0,-1 0 528 16,1 0 96-16,0 0 32 0,0 0-880 0,1 0-176 15,1 1-48-15,-1 1 0 0,-1 0-1744 0,-1-2-368 16,0 3-64-16,0 1-16 16,0 2 288-16,0-6 48 0,0 0 16 0,-3 23 0 0,3-23-160 0,0 0-48 15,-3 33 0-15,3-33 0 0,-5 35-80 0,5-35 0 16,-3 38-16-16,3-38 0 0,-4 43-48 0,4-43 0 16,-2 43 0-16,2-43 0 0,-2 35-32 0,2-35-16 0,0 0 0 15,7 39 0-15,-7-39-144 0,0 0 0 0,0 0 0 0,0 0 0 16,0 0-208-16,27 32-32 0,-27-32 0 15,0 0-11168 1,21-6-2240-16</inkml:trace>
  <inkml:trace contextRef="#ctx0" brushRef="#br0" timeOffset="133652.29">18018 9348 2751 0,'2'-7'128'0,"-1"2"16"0,-1 0-144 0,1 1 0 0,0 3 0 0,0-1 0 0,-1 2 2160 0,1-1 400 15,1-2 64-15,0 0 32 0,0 0 736 0,1 1 128 16,-2 1 48-16,1 0 0 0,1 1-832 0,1 2-176 15,-1-2-16-15,2 2-16 0,-5-2-1152 0,0 0-224 16,0 0-64-16,0 0 0 0,39 8-656 0,-39-8-144 16,0 0-32-16,30 4 0 15,-30-4-256-15,0 0 0 0,0 0 0 0,28 3 0 0,-28-3 0 0,0 0 0 0,0 0 0 0,0 0 0 32,0 0 0-32,0 0 0 0,0 0-128 0,0 0 128 0,0 0 0 0,-5 26 0 0,-2-21-160 0,-1 2 160 31,-1 0-192-31,-1-2 16 0,-1 3 16 0,0 0 0 0,-1 0 160 0,-2 2 0 0,1-1 0 0,0 0-128 15,3-2 128-15,2 0 0 0,1 0 0 0,3-2 0 16,0 0 240-16,2-1 16 16,2 1 16-16,1-4 0 0,-1-1 32 0,0 0 0 0,0 0 0 0,0 0 0 0,0 0-32 0,34 4 0 15,-34-4 0 1,0 0 0-16,29-2-112 0,-29 2-32 0,0 0 0 0,34 6 0 0,-34-6-128 0,0 0 0 31,33 17 0-31,-33-17 0 0,0 0 0 0,0 0 0 0,32 34 0 0,-32-34 0 16,0 0 0-16,0 0 0 0,22 43 0 0,-22-43 0 15,0 0 0-15,0 0 0 16,4 38 0-16,-4-38 0 0,-4 18 0 0,0-11 0 16,-2 0 0-16,0 0 0 0,-1-2 0 0,-2 2 0 0,-2-2 128 15,-1 0-128-15,-2 2 0 0,-1-5 160 0,0 1-160 0,1-1 160 16,1-2-160-16,2-2 0 0,2 1 0 0,1-3-12512 16,0-3-2384-1</inkml:trace>
  <inkml:trace contextRef="#ctx0" brushRef="#br0" timeOffset="134225.01">18680 9275 18431 0,'0'-3'1632'0,"1"3"-1312"15,1-2-320-15,-1 2 0 16,1 0 1600-16,-2 0 256 0,1 0 64 0,2 0 0 0,1 2 624 0,1-2 128 16,-5 0 16-16,0 0 16 0,0 0-1488 0,0 0-320 15,0 0-48-15,27 40-16 0,-27-40-592 0,0 0-240 0,3 40 176 0,-4-23-176 16,-1 0 0-16,0-1 0 15,-2 3 0-15,-2 0 0 0,0-2-176 0,-1-2-128 16,0-1-16-16,0-3-16400 0</inkml:trace>
  <inkml:trace contextRef="#ctx0" brushRef="#br0" timeOffset="134716.47">19893 8598 13823 0,'4'-6'1216'0,"-1"-1"-960"0,0 3-256 0,0 1 0 0,-1 2 1472 0,-1-1 256 15,1 0 64-15,-1 1 0 0,4-3 1056 0,1-1 224 16,0 0 32-16,-1 1 16 0,-1 1-1312 0,-1 3-256 16,-1 0-48-16,0 5-16 0,-1 2-768 0,-2 3-144 15,1-10-48-15,-4 31 0 0,4-31-304 0,-6 44-64 16,1-20-16-16,0 2 0 0,1-1-144 0,0-2 128 15,4-23-128-15,-5 42 128 0,5-42-320 0,-1 36-64 16</inkml:trace>
  <inkml:trace contextRef="#ctx0" brushRef="#br0" timeOffset="135167.1">19343 9029 12895 0,'-6'-1'576'0,"3"1"112"16,0-2-560-16,0 2-128 0,1-2 0 0,1 2 0 0,1 0 1600 0,-2-1 272 15,0-1 64-15,-2 1 16 0,0-1 80 0,2 0 16 16,-1 0 0-16,2 0 0 0,0 1-704 0,1-1-144 16,1 0-32-16,1 1 0 0,0-1-288 0,0 2-64 15,2-2-16-15,0 2 0 0,1-2-240 0,1 2-48 16,-1-1-16-16,3 1 0 0,1 0-160 0,-9 0-16 16,24 0-16-16,-7 0 0 0,4-2 80 0,4-1 0 15,6 1 16-15,4 0 0 0,5 2-80 0,5-2 0 16,5 2-16-16,1-2 0 0,1-1-176 0,0 0-128 15,3 1 192-15,4 0-192 0,1 0 256 0,-1 1-48 0,0 1-16 0,-5-2 0 16,2-3-64-16,1 3-128 0,2-3 176 0,0 2-176 16,0 0 128-16,-3-2-128 0,-1-1 0 0,-4-1 0 15,-2-2 0-15,0 1 0 0,0 2 0 0,-6-2 0 16,-3 1 0-16,-6 0-176 0,-5 1 32 0,-5 3 0 31,-4-2-832-31,-20 5-176 0,27 0-16 0,-27 0-15744 0</inkml:trace>
  <inkml:trace contextRef="#ctx0" brushRef="#br0" timeOffset="135668.09">19459 9326 8287 0,'-1'-9'736'0,"0"2"-592"0,1 0-144 0,-1 2 0 15,1 4 1136-15,0 0 192 0,0-2 32 0,-1-2 16 16,1 1 1760-16,-1-5 368 16,1 2 64-16,-2 1 16 0,2 0-1216 0,-2 3-256 0,1 0-32 0,-1 3-16 15,1 0-960-15,-1 3-192 0,1 2-32 0,-1 2-16 0,1 0-336 0,1 5-64 16,-2 0-16-16,0 3 0 0,0 0-176 0,0 5-32 15,0-1-16-15,-1 3 0 0,1 1-96 0,-2-2 0 16,1 2-128-16,0 1 192 0,0-2-192 0,0-3 144 16,0 0-144-16,3-19 128 0,-2 33-128 15,2-33 0-15,0 0 0 0,0 0 0 0,0 0 0 16,0 0 0-16,0 0 0 0,0 0-176 16,0 0-1408-16,0 0-272 0,0 0-64 0,0 0-8640 0,0 0-1712 0</inkml:trace>
  <inkml:trace contextRef="#ctx0" brushRef="#br0" timeOffset="135899.9">19432 9336 5519 0,'-2'-22'240'0,"0"8"64"16,1 3-304-16,1 6 0 0,0 1 0 0,0 3 0 16,1 1 2080-16,-1-2 352 0,2-3 80 0,0 1 16 15,0 1 672-15,2 0 128 0,1 1 16 0,2 1 16 16,-7 1-1232-16,0 0-240 0,28 3-48 0,-28-3-16 16,26 0-928-16,-26 0-176 0,34-2-32 0,-34 2-16 0,35-2-288 0,-35 2-48 15,33 0-16-15,-33 0 0 0,0 0-64 0,38 7-32 16,-38-7 0-16,0 0 0 0,0 0-224 0,0 0 0 15,0 0 0-15,16 36 0 0,-21-25-192 0,-4-1 32 16,-2 2 0-16,0-3 0 16,-2 3-400-16,-1-3-80 0,-1 3 0 0,0 0-16 0,-2 0 256 0,-1 0 48 15,1 1 16-15,0 0 0 16,0-3-192-16,3 1-48 0,3-4 0 0,3-2-13696 0</inkml:trace>
  <inkml:trace contextRef="#ctx0" brushRef="#br0" timeOffset="136311.99">19673 9439 22111 0,'0'0'976'0,"1"1"208"0,0 0-944 0,0 0-240 0,0 0 0 0,0-1 0 15,1 0 1408-15,0 2 224 0,-2-2 48 0,0 0 16 16,0 0-544-16,0 0-128 0,0 0 0 0,39 7-16 15,-39-7-576-15,17-2-112 0,-7 0-32 0,0-4 0 16,0 2-288-16,0-3 0 0,-1 1 0 0,1-2 0 16,-1 1-480-16,-1-1-208 0,-1-1-32 0,-1 0-16 15,-1 0-32-15,-1 1-16 16,-2-2 0-16,-2 2 0 0,0 0 272 0,-3 1 48 0,-1-1 16 0,-1 4 0 0,0-1 160 0,-3 2 32 16,0 3 16-16,-1 1 0 0,-2 4 240 0,-1 1 0 15,-1 2 0-15,0 2 0 0,0 1 304 0,-1 3 0 16,0-2 0-16,1 2 0 0,0-2 576 0,0 3 112 15,1 1 32-15,0 0 0 0,1-1 560 0,2 1 112 16,1 1 32-16,1-3 0 0,2 3-704 0,5-17-144 16,-4 26-32-16,4-26 0 0,0 0-528 0,0 0-96 15,0 0-32-15,32 35 0 0,-32-35-192 0,0 0 0 0,42 1 0 0,-42-1 0 16,35-5 0-16,-17-3 0 0,0 2 0 0,0-4-160 31,0 0-784-31,-1 1-144 0,1 0-48 0,0-2 0 16,-2 2-1472-16,1 0-288 0,-1 2-64 0,-2-3-9856 0</inkml:trace>
  <inkml:trace contextRef="#ctx0" brushRef="#br0" timeOffset="136698.32">19969 9431 5519 0,'4'-12'240'0,"-3"9"64"0,-1 1-304 0,0 2 0 0,0 0 0 0,0-1 0 15,0-2 2192-15,0 0 384 0,-1-4 80 0,1 2 16 16,-1 0 192-16,0 2 32 0,0 0 16 0,-1 3 0 0,1 0-992 0,-1 2-208 16,0 0-48-16,-1 3 0 15,1 2-544-15,-2-2-112 0,1 6-32 0,-3 1 0 0,0 1-336 0,1 3-64 16,-2 1 0-16,1-3-16 0,0 0-320 0,0 0-64 15,0-2-16-15,2 0 0 0,-1-2-160 0,2-3 0 16,0 2 0-16,2-4 0 0,0 0 0 0,0-3 0 16,1-1 0-16,0 0 0 15,0-2-448-15,1 0 0 0,0-1-16 0,-1-1 0 16,2-2-912-16,1 1-176 0,0-1-48 0,0-2 0 16,1-3 384-16,2-1 80 0,0-2 16 0,2-1 0 0,-1 2 608 0,2-3 112 0,0-2 16 15,0-1 16-15,0 0 496 0,2 1 80 0,-3 0 32 0,1 2 0 16,0 2 720-16,1 1 160 0,-1 5 32 0,0 0 0 15,0 3 528-15,-1 1 112 0,-8 3 32 0,0 0 0 16,0 0-560-16,0 0-112 0,0 0-32 0,0 0 0 16,35 31-704-16,-35-31-144 0,0 0-16 0,3 36-16 15,-3-36-240-15,-3 30 0 0,3-30 128 0,-5 34-128 16,0-17 0-16,0-1 0 0,0 0 0 0,-1-2 0 16,2-2 0-16,-1-2 0 0,5-10 0 0,-6 17 0 15,5-13 0-15,0-2-160 0,1-1 32 0,1-2 0 16,-1 1-896-16,4-2-160 0,1-5-32 0,0-3-15760 15</inkml:trace>
  <inkml:trace contextRef="#ctx0" brushRef="#br0" timeOffset="136990.98">20263 9341 14735 0,'3'-2'640'0,"0"1"160"0,-1 1-640 0,0 0-160 15,-1 0 0-15,-1 0 0 0,1 0 2256 0,0 0 432 16,1 0 64-16,1 0 32 0,0 0-608 0,1-2-112 15,0 2-16-15,0 0-16 0,-2-4-1200 0,1 3-256 16,-1-3-32-16,0 1-16 0,-1 1-528 0,-1-3 0 16,0 2 0-16,-2 0 0 0,0 0-336 0,-1 3 16 15,-1-2 16-15,-2 4 0 0,0 0 16 0,-2 0 0 16,0 3 0-16,-2 1 0 0,-1 2 160 0,1 2 128 0,1-1-192 0,1 3 192 16,2 1 256-16,-1 0 144 0,3 1 48 0,0 0 0 15,4-14 272-15,-4 29 64 0,4-29 16 0,0 0 0 16,6 40 96-16,-6-40 0 0,0 0 16 0,0 0 0 15,31 29-432-15,-31-29-96 0,0 0 0 0,30 7-16 16,-30-7-240-16,23-5-128 0,-11 3 160 0,-1-3-160 16,0 0-480-16,-2 1-192 0,0-4-32 0,0 1-10912 15,-2 0-2176-15</inkml:trace>
  <inkml:trace contextRef="#ctx0" brushRef="#br0" timeOffset="137195.59">20425 9282 16575 0,'-1'-3'736'0,"1"1"160"16,0 2-720-16,0 0-176 0,0 0 0 0,0 0 0 0,1 0 2368 16,-1 0 432-16,2 2 80 0,0-2 32 0,-2 0-32 0,0 0 0 15,0 0 0-15,0 0 0 0,0 0-1648 0,35 3-336 16,-35-3-64-16,18-3 0 0,-18 3-512 16,19-4-80-16,-19 4-32 0,18-3 0 0,-18 3-208 0,0 0 0 0,0 0 0 0,25 0 0 31,-25 0-560-31,0 0-144 0,0 0-48 0,0 0-10976 0,0 0-2208 0</inkml:trace>
  <inkml:trace contextRef="#ctx0" brushRef="#br0" timeOffset="137353.85">20486 9352 10127 0,'0'1'896'0,"0"1"-704"0,0-2-192 0,0 0 0 0,0 2 3200 0,0-1 624 0,-1 1 112 0,0 2 32 0,1-4-96 15,0 0-16-15,-4 24 0 0,4-24 0 0,-5 24-2400 0,5-24-496 16,-3 27-80-16,3-27-32 0,-7 30-640 0,7-30-208 15,-6 26 128-15,6-26-128 0,-6 20 0 0,6-20-192 16,0 0 16-16,0 0-12032 16,0 0-2400-16</inkml:trace>
  <inkml:trace contextRef="#ctx0" brushRef="#br0" timeOffset="137639.13">20650 9204 23039 0,'0'2'1024'0,"0"-2"192"0,0 0-960 0,0 0-256 0,1 0 0 0,-1 2 0 15,0-2 2176-15,0 2 400 0,1-1 80 0,-1-1 16 16,0 0-1008-16,0 0-208 0,0 0-48 0,0 0 0 16,0 0-816-16,-2 33-160 0,0-27-48 0,2-6 0 15,-5 17-96-15,2-5-32 0,-2 0 0 0,0 2 0 16,1 1-128-16,-2 1-128 0,1 3 144 0,-1 1-144 15,1-2 192-15,1 1-48 0,4-19-16 0,-6 33 0 0,6-33 0 0,0 0 0 16,3 40 0-16,-3-40 0 0,0 0-128 0,0 0 0 16,0 0 0-16,32 30 0 0,-32-30 0 0,0 0 0 15,26-1 0-15,-16-3 0 16,0 0-592-16,-1 0 0 0,1-1 0 0,0 0-11232 16,-10 5-2240-16</inkml:trace>
  <inkml:trace contextRef="#ctx0" brushRef="#br0" timeOffset="138033.49">20950 9234 6623 0,'3'-5'592'0,"-1"0"-464"0,-1 3-128 15,-1 1 0-15,0 0 1856 0,0 1 368 16,0-4 64-16,1-1 48 0,0 0 304 0,-1-2 64 0,0 3 16 0,-2 1 32 16,0 2-448-16,-2 2-80 0,0 2-32 0,-1 1 48 15,-1 3-768-15,0 0-128 0,-1 2-48 0,-1 3 48 16,0 2-528-16,-2 0-112 0,1 3 0 0,0 0 16 0,0-1-368 0,-1 1-80 16,1 2-16-16,1-3 48 0,0 1-128 0,2-2-32 15,6-15 0-15,-8 26 32 0,8-26-176 0,0 0 128 16,0 0-128-16,0 0 176 0,11 37-176 0,-11-37 0 15,0 0 0-15,0 0 128 0,29 7-128 16,-29-7 144-16,0 0-144 0,30-2 192 0,-30 2-192 0,20-2 0 16,-8-1 0-16,0-1 128 0,-1 1-128 0,0-1 0 15,0 1 0-15,-1-3 0 0,0 1-240 0,-1 0-16 16,-2 1 0-16,0-2 0 16,0 1-864-16,-1-1-176 0,-1 0-48 0,0 2-15664 0</inkml:trace>
  <inkml:trace contextRef="#ctx0" brushRef="#br0" timeOffset="138242.25">20995 9263 19343 0,'-3'0'848'0,"1"2"192"0,0 0-832 0,1-2-208 0,0 1 0 0,1 1 0 16,-2 0 2960-16,0 3 560 0,-1 2 96 0,-3 2 32 16,1 3-1008-16,-1 3-192 0,0 1-32 0,-1 3-16 15,0 1-1600-15,0 0-320 0,0 1-64 0,1 3-16 16,-2-2-224-16,2-1-48 0,-1 0-128 0,2 1 192 0,5-22-192 0,-7 38 0 15,7-38 0-15,-3 28 0 0,3-28-288 0,0 0-48 32,0 0-16-32,10 38-18368 0</inkml:trace>
  <inkml:trace contextRef="#ctx0" brushRef="#br0" timeOffset="138649.84">21453 9310 8207 0,'11'-16'352'0,"-6"7"96"0,-3 3-448 0,-1 2 0 0,0 3 0 0,-3 2 0 0,0 3 0 0,-1-3 0 16,1 1 0-16,-2 0 0 0,2-2 0 0,-1 1 0 15,1 0 0-15,1 1 0 0,0-1 1600 0,1 1 272 16,0 0 48-16,-1-1 16 0,1 2 1104 0,-1 0 224 15,1-3 32-15,0 0 48 0,0 0-624 0,-3 17-128 16,3-17-32-16,0 0 48 0,0 0-1200 0,-5 29-256 16,5-29-32-16,0 0-16 0,-6 29-784 0,6-29-176 15,-4 21-16-15,0-12 16 0,0 0-272 0,0 1-64 32,-2-3-16-32,0 2-17712 0</inkml:trace>
  <inkml:trace contextRef="#ctx0" brushRef="#br0" timeOffset="140874.78">22343 8620 11967 0,'0'-7'1072'0,"1"2"-864"0,0 1-208 0,-1 2 0 16,0 2 1280-16,0-1 192 0,1-2 64 0,-1-1 0 15,0-3 496-15,-1 1 96 0,0 2 32 0,-2 2 0 16,0 2-960-16,-3 5-192 0,1-3-48 0,-3 8 0 16,1-1-272-16,-3 3-64 0,0 2-16 0,-1 3 0 15,-1 1-112-15,-1 4-32 0,-1-1 0 0,0 0 0 16,0-1 16-16,1 1 0 0,-1 2 0 0,1-1 0 0,0 2 64 15,0-3 16-15,4-2 0 0,4-2 0 16,1-3-128-16,4-14-32 0,0 0 0 0,0 0 0 0,0 0-240 0,11 40-160 16,-11-40 192-16,0 0-192 0,27 3 176 0,-15-3-176 15,2-3 160-15,1-2-160 0,1-1 256 0,0-2-64 16,2 1 0-16,0-2 0 0,2-3-192 0,0-2 0 16,1 2-144-16,-3-4 144 0,-2 3-208 0,-1-4 48 15,-2 1 16-15,-2 0 0 0,-1-4-112 0,-2 4 0 16,-3-3-16-16,-2 2 0 0,-3 1 144 0,-2 0 128 15,-4 1-192-15,0 3 192 16,-3 1-576-16,-3 3 0 0,-2 3 0 0,-1 0 0 16,-2 3-256-16,1 2-48 0,1 2-16 0,1 1 0 0,2 2 576 0,1-1 128 0,1 2 0 0,3 0 16 31,2 2-784-31,2-2-144 0</inkml:trace>
  <inkml:trace contextRef="#ctx0" brushRef="#br0" timeOffset="141095.38">22444 8864 11967 0,'2'-2'1072'0,"0"0"-864"15,0 2-208-15,-1 0 0 0,0 0 1632 0,-1 0 288 16,2 2 48-16,0-2 16 0,2 0 816 0,-4 0 160 16,0 0 48-16,0 0 0 0,0 0-1328 0,0 0-256 15,0 0-48-15,24 40-16 0,-24-40-1040 0,0 0-192 16,0 0-128-16,0 0-10304 15,0 0-2144-15</inkml:trace>
  <inkml:trace contextRef="#ctx0" brushRef="#br0" timeOffset="141630.82">22774 8641 21183 0,'3'-2'944'0,"-2"2"192"0,1 0-912 0,-1 0-224 0,0 0 0 0,0 0 0 15,0 2 1952-15,1-2 352 0,0 0 64 0,2 0 0 16,2 0-688-16,-1 0-144 0,3-2-16 0,-2 0-16 0,2-1-736 0,-2 1-128 16,1-3-48-16,1 0 0 0,0-1-400 0,1-2-192 15,-1 1 160-15,0-2-160 0,0 1 0 0,-1-1 0 16,1-3 0-16,-1 1 0 0,-1 1-208 0,-1-2 64 15,0 2 16-15,-2-1 0 0,0 1-64 0,-1 1-16 16,-1-1 0-16,-1 1 0 0,-2 2-32 0,-2-3 0 16,0 5 0-16,-4-2 0 0,-1 5-16 0,-2 0-16 15,-2 2 0-15,-1 3 0 0,0 0 272 16,0 5 0-16,1-3-128 0,0 4 128 0,1 1 0 0,0 2 272 16,1 2-48-16,2 0-16 0,1 0 240 0,2-2 64 0,0 2 0 15,6-14 0-15,-5 24-224 0,5-24-32 0,0 0-16 16,0 0 0-16,-2 40-240 0,2-40 176 0,0 0-176 0,0 0 160 15,0 0 32-15,0 0 0 0,0 0 0 0,0 0 0 16,26 33-192-16,-22-33 0 0,0 3 144 0,0-1-144 16,-4-2 0-16,0 0 0 0,0 0 0 0,0 0 0 15,0 0 0-15,0 0 0 0,0 0 0 0,14 39 0 16,-14-39 0-16,0 0 0 0,0 0 0 0,-4 33 0 16,4-33 0-16,0 0 0 0,-6 31 0 0,6-31 0 15,-9 23 0-15,9-23 0 0,-12 23 0 0,12-23 0 16,-13 24 0-16,13-24 0 0,-12 21 0 0,7-11 0 15,-1-3 0-15,1 0 0 16,1-2 0-16,1 0 128 0,-1-1-128 0,2-2 0 0,1 1 0 0,-1-2 0 16,2 0-768-16,-1-1-128 0,0 0-32 0,2-1-15392 15</inkml:trace>
  <inkml:trace contextRef="#ctx0" brushRef="#br0" timeOffset="142074.22">23083 8554 23951 0,'4'-5'1056'0,"-2"2"224"0,0 1-1024 0,0 1-256 16,-1 0 0-16,-1 1 0 0,1 0 1600 0,1-2 272 16,2 1 48-16,-1-1 16 0,0 2-1232 0,-1-2-240 0,0 2-48 0,-2 0-16 15,-1 0-400-15,-1 2 0 0,0 0 128 0,-2 1-128 16,-1 1 192-16,0 1 0 15,-1 2 0-15,0-1 0 0,-1 2 32 0,1 1 16 16,-1 2 0-16,2-2 0 0,5-9 400 0,-9 21 64 16,9-21 32-16,0 0 0 0,-5 34-304 0,5-34-64 0,0 0-16 0,0 0 0 15,0 0-352-15,17 36 144 16,-17-36-144-16,0 0 0 0,0 0 0 0,29 23 0 0,-29-23 0 0,0 0 0 0,0 0 0 16,0 0 0-16,30 33 0 0,-30-33 0 15,0 0 0-15,0 0 0 0,21 31 0 0,-21-31 0 0,0 0 0 0,0 0 0 16,0 0 0-16,21 40 0 0,-21-40 304 0,0 0-48 15,0 0-16-15,0 0 0 0,0 0-16 0,0 0 0 16,0 0 0-16,0 0 0 16,9 34-32-16,-12-30-16 0,0-3 0 0,-1 1 0 0,-1 1-48 0,-2-2 0 15,0 2 0 1,-1 1 0-16,-3-1-128 0,-2 1 160 16,0-1-160-16,-1 0 160 0,-1 1-160 0,-1-2 0 15,0 0 0-15,0-1 0 0,0 1 0 0,1-2 0 16,0 0 0-16,2 0 0 0,2-3-208 0,0 0-128 0,0-2-32 0,1-1-11600 15,1-1-2336-15</inkml:trace>
  <inkml:trace contextRef="#ctx0" brushRef="#br0" timeOffset="142294.44">23015 8580 15663 0,'5'-7'688'0,"0"3"144"0,0 1-656 0,0 0-176 0,-1 0 0 0,-1 2 0 15,-2 0 1344-15,6-1 224 0,7-5 48 0,4-3 16 0,5 1-656 0,0-4-128 16,2 2-16-16,-3 1-16 0,-1 1-624 0,-1 2-192 16,-2 2 128-16,0 0-128 0,-1 3 1008 0,-1 0 144 15,-3 2 16-15,0 0 16 0,-13 0-304 0,0 0-64 16,27 5-16-16,-27-5 0 0,0 0-624 0,0 0-176 16,0 0 0-16,0 0 0 15,0 0-1088-15,0 0-272 0</inkml:trace>
  <inkml:trace contextRef="#ctx0" brushRef="#br0" timeOffset="142880.49">21776 9118 8287 0,'-5'0'736'0,"2"-2"-592"16,2 2-144-16,1 0 0 0,0 0 912 0,0-2 160 16,-1 1 16-16,0 1 16 0,1-2 1072 0,1-1 192 0,2 1 64 15,2-2 0-15,-1 1-144 0,3 0-32 0,1 1 0 0,1-2 0 16,0 2-400-16,1-1-64 0,2 2-32 0,0-1 0 15,-12 2-736-15,29-4-160 0,-29 4-32 0,34-3 0 16,-34 3-240-16,42-4-48 0,-17 3-16 0,2-1 0 16,3 0-288-16,5-1-64 0,4 1-16 0,3-1 0 15,3 1-160-15,3 0 0 0,2-2 0 0,1 1 0 16,-2 0 0-16,1-1 0 0,3-1 0 0,2 2 0 16,2-1 0-16,-1 2 0 15,-1-1 0-15,0 0 0 0,-1 1 0 0,-2 0 0 0,1 0 0 0,0-1 0 0,1-1 0 0,-3 1 0 16,-5-2 0-16,0-2 0 0,-1 0 0 15,-2 0-144-15,-2-3 144 0,-3 4-208 16,-4 0-704-16,-2 0-144 0,-2 1-32 0,-4 0 0 16,-5 0-704-16,-3 1-160 0,-2 1-32 0,-4 1 0 15,-12 2 304-15,17-4 48 0</inkml:trace>
  <inkml:trace contextRef="#ctx0" brushRef="#br0" timeOffset="144572.37">22163 9343 911 0,'4'-7'0'0,"-2"0"0"0,0 2 0 0,1 1 0 0,-2 1 2880 0,0 1 480 15,0 1 96-15,1-1 32 0,1-2-480 0,0-1-112 16,-1 0-16-16,1 1 0 0,-1 1-928 0,-2 3-192 15,0 0-32-15,-1 3-16 0,-1 3-640 0,0 0-128 0,0 5-32 0,2-11 0 16,-7 31-464-16,3-12-112 0,-1 2-16 0,-1 1 0 31,1 1-144-31,-2 3-48 0,-1 1 0 0,-1 2 0 0,-1-2 32 0,0-1 0 16,1 0 0-16,1-2 0 16,0-4-160-16,1 0 192 0,1-3-192 0,2 0 192 0,-1-5-192 0,2-1 0 0,1-1 0 0,0-3-176 15,2-4-1440-15,0-1-304 16,1 0-48-16,1-5-11856 0</inkml:trace>
  <inkml:trace contextRef="#ctx0" brushRef="#br0" timeOffset="144840.13">22108 9412 7359 0,'-2'-9'656'0,"0"4"-528"16,2 2-128-16,1 3 0 0,-1 0 1216 0,0-2 224 16,0-1 32-16,0-1 16 0,0-3 256 0,1 0 48 31,1 0 16-31,1 2 0 0,2 0-336 0,1 0-64 0,0 3 0 0,3-2-16 0,2 1-448 0,2-2-96 15,1 1-16-15,3-1 0 0,1 2-480 0,0-1-96 32,1 1-32-32,-1 0 0 0,0 0-224 0,-2 2 0 15,-16 1 0-15,26 4 0 0,-26-4 0 0,0 0 0 16,0 0 0-16,0 0 0 0,17 46 0 0,-21-31 128 16,-3 1-128-16,-3 3 0 0,-1-3 208 0,-3 3 0 0,-1-1 0 0,-2-1 0 15,1 3-208-15,-3-4 0 0,1 1 0 0,1-3 0 16,2 0 144-16,1-4-144 0,0 1 128 0,3-3-128 15,3-1 0-15,2-4 0 0,3-1 128 0,2-2-128 32,1 2-720-32,1-4-176 0</inkml:trace>
  <inkml:trace contextRef="#ctx0" brushRef="#br0" timeOffset="145196.29">22246 9604 20271 0,'5'1'896'0,"-1"-1"192"0,1 1-880 0,-1-1-208 15,0 2 0-15,-1-2 0 0,-3 0 1920 0,0 0 352 16,0 0 64-16,38 3 16 0,-38-3-624 0,36 0-128 16,-18-2-32-16,-2 1 0 0,-1-2-752 15,0 0-160-15,-1-2-16 0,0 0-16 0,-2 3-448 0,-1-3-176 16,-1 0 128-16,0-1-128 16,-2 0-464-16,-1 0-176 0,0 0-48 0,-3 0 0 15,1 0-240-15,-3 0-48 0,0-2-16 0,-2 1 0 16,-2-1 304-16,-1-1 64 0,0 3 16 0,-1-1 0 15,-3-1-368-15,-1 1-80 0,1 0-16 0,-3 0 0 0,0 0 672 0,0 2 128 16,0 4 16-16,-2 1 16 0,1 3 464 0,-1 3 96 0,1 1 0 0,0 4 16 16,1 1 352-16,0 2 64 0,-1 3 16 0,2 2 0 15,1 2 304-15,0-2 64 0,2 0 16 0,0 0 0 16,3-2-496-16,3-17-80 0,-3 31-32 0,3-31 0 16,0 0 32-16,0 0 16 0,17 40 0 0,-17-40 0 15,0 0-400-15,0 0-64 0,35 10-128 0,-35-10 176 16,21-3-384-16,-9-2-80 0,1-2-16 0,1 0-10320 15,-1-2-2048-15</inkml:trace>
  <inkml:trace contextRef="#ctx0" brushRef="#br0" timeOffset="145585.62">22701 9502 10127 0,'0'-2'896'0,"0"2"-704"16,0 0-192-16,-1 2 0 0,1-2 1920 0,-1 2 368 15,0-1 64-15,0 3 16 0,-2 2 256 0,-2 2 64 16,1 0 16-16,-2 3 0 0,0 1-576 0,1 2-112 0,-1 0-32 0,0-2 0 15,1 2-896-15,0-1-192 16,1 1-48-16,0-2 0 16,4-12-608-16,-5 23-240 0,2-13 176 0,0-3-176 0,1 0 0 0,-1 0 0 0,2-2 0 0,1-1 0 15,-1-3 0-15,1 1 0 0,0-2 0 0,0-3 0 32,1 1-624-32,-1 0-64 0,2-3-16 0,0 0 0 0,2-2-736 15,0-1-160-15,0-1-16 0,2 0-16 0,-1 0 736 0,2-2 160 0,0 0 32 0,1-1 0 16,0-2 320-16,0 0 64 0,2 0 0 0,-2-3 16 0,0 0 304 15,1 4 0-15,-1 0 128 0,-1 4-128 16,1 0 1008-16,-1 2 96 0,0 4 32 0,-2 2 0 16,-5 1 80-16,0 0 32 0,0 0 0 15,0 0 0-15,0 0-272 0,0 0-48 16,30 30-16-16,-30-30 0 0,0 0-512 0,0 0-96 0,8 45-32 0,-8-45 0 0,0 0-272 0,0 36 0 16,0-36 0-16,0 0 0 15,-4 33 0-15,4-33 0 0,-6 21 0 0,3-12 0 0,0-2-144 0,0-1-48 16,0-1 0-16,1-2 0 15,1 0-560-15,1-1-112 0,0-2-32 0,2-2-10128 16,2-1-2032-16</inkml:trace>
  <inkml:trace contextRef="#ctx0" brushRef="#br0" timeOffset="145870.5">22985 9538 4607 0,'4'-3'400'0,"-1"-1"-400"15,-1 3 0-15,0-1 0 0,0 0 2032 0,-2 2 320 16,1 0 64-16,1-2 16 0,1 1 64 0,-1-3 32 0,2 1 0 0,0-3 0 31,-1 0-928-31,-1 2-192 0,0-1-48 0,0-1 0 0,-2 1-464 0,0 1-80 0,0 0-32 0,-1 2 0 31,-1-1-592-31,-1 1-192 0,-3 2 0 0,-1 2 0 0,-1 1 208 0,-2 3-64 0,-2 2-16 0,0 1 0 16,0 0 64-16,-2 3 16 16,0 3 0-16,1 0 0 0,1 3 96 0,1-2 16 15,2 2 0-15,1 0 0 0,3-1 288 0,5-17 64 16,-2 28 16-16,2-28 0 0,0 0 128 0,0 0 16 15,14 41 16-15,-14-41 0 0,0 0-256 0,0 0-48 16,0 0-16-16,0 0 0 0,42 18-336 0,-32-20-64 16,2 0 0-16,-1-1-128 15,0-2-240-15,0-1-144 0,1 1-48 0,-1-2 0 16,0-3-2112-16,-1 3-416 0</inkml:trace>
  <inkml:trace contextRef="#ctx0" brushRef="#br0" timeOffset="146076.48">23145 9416 20271 0,'-1'0'1792'0,"1"1"-1424"0,0 1-368 0,1-1 0 16,-1 0 1984-16,0 0 336 0,0-1 64 0,0 0 16 15,0 0 96-15,0 0 0 0,0 0 16 0,0 0 0 16,0 0-1424-16,31 32-304 0,-31-32-48 0,0 0-16 16,0 0-560-16,27 5-160 0,-27-5 0 0,0 0 0 15,0 0-1408-15,0 0-368 0,0 0-64 0,0 0-14352 16</inkml:trace>
  <inkml:trace contextRef="#ctx0" brushRef="#br0" timeOffset="146236.07">23159 9585 14735 0,'-1'3'1312'0,"0"-1"-1056"16,1 0-256-16,0 0 0 0,0-2 1344 0,-1 3 224 16,1-3 32-16,0 0 16 0,-6 19 1328 0,6-19 256 15,-5 24 48-15,5-24 16 0,-4 24-960 0,4-24-176 0,-4 25-32 0,4-25-16 16,0 0-1392-16,-4 31-288 0,4-31-48 0,0 0-16 15,0 0-336-15,0 0 0 0,2 36 0 0,-2-36 0 32,0 0-1088-32,0 0-304 0,0 0-48 0,0 0-15328 0</inkml:trace>
  <inkml:trace contextRef="#ctx0" brushRef="#br0" timeOffset="146520.71">23368 9452 13823 0,'-1'-2'1216'0,"1"2"-960"0,1 0-256 0,-1-2 0 0,0 2 1920 0,0 0 320 16,0 0 80-16,1 0 16 0,0 0 352 0,-1 2 80 15,1-2 16-15,-1 1 0 0,0 2-1248 0,-1-2-256 16,0 3-64-16,0-3 0 0,-1 3-432 0,-1-1-80 16,0 4-32-16,-2-1 0 0,0 3-304 0,5-9-64 15,-10 20-16-15,10-20 0 0,-11 27-32 0,11-27-16 16,-8 32 0-16,8-32 0 0,-5 31-64 0,5-31-16 15,0 0 0-15,1 45 0 0,-1-45-160 16,0 0 0-16,0 0 0 0,10 41 0 0,-10-41 0 16,0 0 0-16,0 0 0 0,0 0 0 15,0 0-384-15,0 0-48 0,10 37-16 0,-10-34 0 16,-1-1-1456-16,1-1-288 0,0 1-64 0,0-2-16 0,1 0-800 16,-1 0-144-16</inkml:trace>
  <inkml:trace contextRef="#ctx0" brushRef="#br0" timeOffset="148083.69">23413 9310 4607 0,'0'-2'400'0,"0"-1"-400"0,0 1 0 0,0 2 0 0,0-2 1136 0,0 1 144 0,0 1 16 0,0 0 16 15,0-2 1056-15,-1 0 224 0,1-1 32 0,-1-2 16 16,1 3-544-16,0-2-112 0,0 1-32 0,0-1 0 0,0 1-992 0,0 1-192 16,0-3-32-16,0 2-16 15,0 0-224-15,0 0-48 0,1 0-16 0,-2 1 0 0,1 1 16 0,0-1 16 16,0 1 0-16,-1 0 0 0,0 1 336 0,1 0 64 16,-1 1 16-16,0 0 0 0,-1 1-288 0,0 1-48 15,0 0-16-15,1 0 0 0,-1 3-48 0,-1 1-16 16,-1-2 0-16,1 3 0 0,1 0-192 0,-2 0-32 15,4-8-16-15,-7 23 0 0,7-23-64 0,-9 29-16 16,9-29 0-16,-10 40 0 0,10-40 32 0,-7 47 0 0,7-47 0 16,-6 50 0-16,6-50-16 0,-1 45 0 15,1-45 0-15,1 33 0 0,-1-33-32 0,5 36-128 0,-5-36 192 0,0 0-64 16,8 45-128-16,-8-45 0 0,0 0 0 0,0 0 128 16,11 45-128-16,-11-45 0 0,0 0 0 0,0 0 0 15,0 0 0-15,0 0 0 0,18 38 128 0,-18-38-128 16,0 0 0-16,0 0 0 0,0 0 0 0,0 0 0 15,28 1-1024-15,-23-4-192 0</inkml:trace>
  <inkml:trace contextRef="#ctx0" brushRef="#br0" timeOffset="148777.67">23689 9294 15663 0,'0'0'1392'0,"0"2"-1120"16,0-2-272-16,-1 0 0 15,1 1 1856-15,0-1 304 16,-1 1 64-16,0 1 16 0,0 1-48 0,-1 2 0 16,1-1 0-16,1-4 0 0,0 0-608 0,-8 19-128 0,8-19-32 0,0 0 0 0,-7 24-464 0,7-24-112 31,0 0-16-31,-7 26 0 0,7-26-416 0,0 0-96 0,0 0 0 15,0 36-16-15,0-36-304 0,0 0 0 0,0 0 0 0,0 0 0 0,0 0 128 0,24 37-128 32,-24-37 0-32,0 0 0 0,0 0 192 0,38 17 0 0,-38-17-16 0,0 0 0 15,34 9-176-15,-34-9 192 0,0 0-192 0,34 12 192 16,-34-12-192-16,0 0 192 0,30 15-192 0,-30-15 192 16,0 0-192-16,0 0 128 0,0 0-128 0,28 26 128 15,-28-26-128-15,0 0 0 0,0 0 0 0,0 0 0 16,0 0 0-16,-7 29 0 0,2-25 128 0,-1 3-128 15,-1-2 0-15,-1-3 0 0,-1 3 0 0,-1-2 0 16,-2 0 0-16,0 0 0 0,0 0 0 0,0 0 0 16,0-1 0-16,-1 0 0 0,1 0 0 0,0 0 0 15,1-1 0-15,0 1 0 0,-1-2 0 0,2 0 0 0,0-2-304 0,2-1-32 16,1-1-16-16,1-3-18208 16</inkml:trace>
  <inkml:trace contextRef="#ctx0" brushRef="#br0" timeOffset="148967.34">23633 9334 17503 0,'0'-3'768'0,"1"3"176"0,0-2-752 0,1 2-192 16,0 0 0-16,0 0 0 0,0-2 2416 0,3 1 448 16,3-1 80-16,3 1 32 0,3-2-928 0,4 0-192 0,2-2-48 0,0 1 0 15,1-1-1104-15,1 0-208 0,-2 3-48 0,0-3-16 16,-4 0-192-16,-1 1-48 0,-3 1 0 0,-3-1 0 31,-1 3-544-31,-3-1-112 0,-1 2-32 0,0 0-15440 0</inkml:trace>
  <inkml:trace contextRef="#ctx0" brushRef="#br0" timeOffset="149909.39">23955 8595 18431 0,'1'-8'1632'0,"0"3"-1312"15,1 1-320-15,0 1 0 0,-1 1 256 0,0 1-32 16,0 1 0-16,2-3 0 0,2 0 1248 0,1-4 256 15,3 2 64-15,1-3 0 0,2 1-384 0,-1 2-64 16,1-1 0-16,-2 1-16 16,1 2-64-16,0 1-16 0,-1 1 0 0,0 1 0 0,1 1-336 0,-1-1-64 15,1 3-16-15,-11-3 0 0,0 0-416 0,29 11-96 16,-29-11 0-16,0 0-16 0,0 0-176 0,0 0-128 0,0 0 144 0,27 32-144 31,-27-32 160-31,0 0-160 0,0 0 160 0,-12 34-160 0,5-22 160 0,-3 1-160 0,0 3 160 0,-2-1-160 16,0 2 128-16,0-1-128 0,-1 5 0 0,1-3 144 15,3-3-144-15,9-15 0 0,-14 31 0 16,14-31 0-16,0 0 0 0,-8 35 0 0,8-35 0 16,0 0 0-16,0 0 0 0,0 0 0 0,0 0 0 0,0 0 0 15,27 38 0-15,-20-38 0 0,2 0 0 0,0 0 0 16,1 0 0-16,2-2 0 0,0 2 0 0,-1-3 0 16,1 1 0-16,0 0 0 0,0-2 128 0,0 1-128 15,-1 0 0-15,0-1 0 0,-1-1 0 0,-1 2 0 0,-1-1 0 0,1-1 0 16,-2 2 0-16,0 0 0 15,0-2 0-15,-1 1 0 0,-1 1 144 0,0 0-144 0,-3 1 192 0,-1 1-48 16,0 1 0-16,-2 0 0 16,0 3-144-16,0-1 0 0,-3 3 144 0,-1 2-144 15,1 0 128-15,-2 2-128 0,6-9 128 16,-11 24-128-16,11-24 128 0,-9 28-128 0,9-28 128 0,-8 32-128 0,8-32 0 0,-4 37 0 16,4-37 0-16,-2 41 128 0,2-41-128 15,2 45 0-15,-2-45 128 0,4 52-128 0,-4-52 128 0,6 58-128 16,-6-58 160-16,5 56-160 0,-5-56 128 0,7 63-128 0,-7-63 0 15,3 67 0-15,-3-67 0 0,1 61 128 0,-1-61-128 0,0 60 0 16,0-60 0-16,-1 54 0 0,1-54 0 0,-3 52 0 16,3-52 192-16,-6 44-48 15,6-44-16-15,-8 37 0 0,8-37-128 0,-11 29 0 0,11-29 0 0,-18 22 128 32,7-11-128-32,-1-4 0 0,-1 0 0 0,-3 0-12736 15,-1 0-2480-15</inkml:trace>
  <inkml:trace contextRef="#ctx0" brushRef="#br0" timeOffset="150423.31">23478 8968 4607 0,'-1'-2'400'0,"0"2"-400"0,0 0 0 0,0 0 0 0,1 0 1296 16,-1 0 176-16,-1-1 48 0,-2 0 0 15,1-1 432-15,-2-1 96 0,1 1 0 0,1-1 16 0,0 2-336 0,0 0-64 16,2-1 0-16,0-1-16 0,2 1-112 0,0-1 0 15,2 0-16-15,0 0 0 0,1 0-368 0,2 0-64 16,0-1 0-16,2 0-16 0,1 0-96 0,2 0-16 16,2 2 0-16,1-3 0 0,3 0-32 0,1 3-16 0,4-3 0 0,3 2 0 15,-2 1-400-15,3 0-96 0,2 2-16 0,1-2 0 16,1 4-272-16,-1 0-128 16,-1 0 0-16,-3 2 128 15,-1 0-464-15,-24-4-112 0,37 7 0 0,-37-7-17376 0</inkml:trace>
  <inkml:trace contextRef="#ctx0" brushRef="#br0" timeOffset="174861.42">3482 10443 8287 0,'-2'-2'736'0,"0"2"-592"0,1 0-144 0,1 0 0 16,0 2 704-16,-1-2 96 0,0 0 32 0,-3 1 0 16,0 1 64-16,-1 0 32 0,1 1 0 0,0 1 0 15,1 1 32-15,0 2 0 0,1 0 0 0,0 5 0 16,1 0 48-16,1 5 16 0,0 5 0 0,-1 4 0 0,0 4-272 0,0 5-48 16,-2 8-16-16,-1 0 0 0,0 1-304 0,-1-1-48 15,-1-2-16-15,1-3 0 0,0-2-128 16,1-1-16-16,0 2-16 0,2-3 0 0,-1-4-160 0,1-4 0 15,1-4 144-15,-2-5-144 0,1-1-192 0,1-7-96 16,0-1-32-16,0-4 0 16,0-3-416-16,1-2-96 0,0-3 0 0,2-4-9440 0</inkml:trace>
  <inkml:trace contextRef="#ctx0" brushRef="#br0" timeOffset="175401.46">3424 10616 5599 0,'0'-2'0'16,"0"0"224"-16,0 0-64 0,0 1 32 0,0-1-192 0,0 0 0 0,0-1 0 0,0-2 0 16,0-2 1072-16,1 0 176 0,0 0 32 0,1 3 32 0,0 1 320 15,1-2 64-15,2 3 16 0,1-3 0 0,2-1-112 0,2 0 0 31,2-2-16-31,1 0 16 0,0 3-240 0,2-4-32 0,3 2-16 0,0 1 16 0,0 0-800 0,-2 3-144 16,1 0-48-16,-17 3 16 16,0 0-352-16,39 3 0 0,-39-3 0 0,0 0-176 0,0 0 176 0,41 33-208 15,-41-33 80-15,0 0 128 16,10 38-208-16,-12-24 64 0,-3 3 16 0,-3 2 128 16,-1-2-528-16,-2 2 16 0,-2 0 0 0,-1 2 0 15,-2-2 48-15,0 0 0 0,0-3 0 0,-1 1 16 0,0 2 128 0,-1-3 16 16,-1 1 16-16,2 0 0 0,2-5-48 0,3-3-16 0,3-2 0 0,3 0 16 15,1-4 832-15,1 1 160 0,3-3 48 0,0 1 0 16,1-2 16-16,2-3 0 0,2 1 0 0,5-5 0 16,1 1-144-16,2-2-16 15,1 1-16-15,3-3 0 0,0 3 48 0,3-2 16 0,1 1 0 0,1 1 0 16,0 0 32-16,-2 3 16 16,-2 1 0-16,-17 3 0 0,34 1-64 0,-34-1-16 0,0 0 0 0,44 16 0 15,-44-16-336-15,0 0-80 0,0 0-16 0,22 38 0 16,-22-26 112-16,-5 2 32 0,-4 2 0 0,-3 1 0 0,-2 2 16 0,-2 0 0 15,-3 0 0-15,-1 0 0 16,-2 1-304-16,0 0 0 0,-4 1 128 0,0-2-128 0,1 0 0 0,2-4-224 16,1-1 32-16,4-5 16 15,2-1-112-15,4-4-32 0,3 1 0 0,3-3 0 32,4-2-192-32,2-2-32 0,3-4-16 0,7-3-14864 0</inkml:trace>
  <inkml:trace contextRef="#ctx0" brushRef="#br0" timeOffset="175828.38">3858 10920 14735 0,'-3'0'640'0,"2"1"160"0,0-1-640 0,0 0-160 0,1 0 0 0,0 0 0 16,1 0 2000-16,0 0 368 0,0 1 80 0,2-2 16 15,1 1-272-15,0 0-48 0,2-1-16 0,0-1 0 16,2 0-752-16,1 1-160 0,1-2-16 0,1 0-16 16,1-2-672-16,0-1-128 0,2 2-16 0,-1-4-16 15,1 0-352-15,0 0 128 0,0-2-128 0,-1 1 0 0,-1 0 0 0,-2-1 0 16,-2 3 0-16,-2 0 0 0,-1 2-160 16,-2-2 160-16,-2 2-192 0,-2 0 192 0,-1 1-256 0,-3-1 48 15,0 2 16-15,-1 0 0 0,0 0-160 0,-2 1-32 16,-2 1 0-16,-2 1 0 0,0 5 48 0,-3-1 0 15,2 4 0-15,-1 1 0 0,2 1-48 0,-1 1-16 16,1 6 0-16,0-4 0 0,3 0 400 0,-1 4 0 16,0 0 0-16,2 4 0 0,1-4 128 0,4 0 128 0,2 1 0 15,1-4 16-15,0-14 640 0,0 0 128 16,13 37 32-16,-13-37 0 0,0 0-304 0,0 0-48 0,0 0-16 0,44 20 0 16,-33-23-224-16,2 1-48 0,-2-2-16 15,2-3 0-15,0 2-224 0,0-2-64 0,-1 2 0 0,1-4 0 16,-1 4-128-16,0-3 0 15,0 0 0-15,1 1-12144 0,-1 1-2416 0</inkml:trace>
  <inkml:trace contextRef="#ctx0" brushRef="#br0" timeOffset="176177.9">4396 10830 30399 0,'-6'-3'1344'0,"2"3"288"0,1-2-1312 0,0 2-320 16,2-2 0-16,-1 1 0 0,1 1 912 0,-1-2 112 15,-3 2 32-15,-1-2 0 0,-2 0-448 0,2-1-96 16,-1 1 0-16,2 0-16 0,0 1-368 0,0 1-128 16,2 1 0-16,-1 1 144 0,-1 3-144 0,0-1 0 15,-2 3 0-15,2 0 0 0,-2-1-256 0,2 3 0 0,-3 2 16 0,2 2 0 31,0 1-272-31,1 0-48 0,2 1-16 0,2 1 0 0,1-2 576 0,0-14 256 0,4 28-32 0,-4-28 0 16,0 0 432-16,0 0 96 0,24 40 16 0,-24-40 0 16,0 0-16-16,0 0 0 0,0 0 0 0,41 17 0 15,-30-19-384-15,0 0-80 0,2-2-16 0,-1-2 0 16,2-1-272-16,-1-3 0 16,1 1 0-16,-1 0 0 0,-2-1-1056 0,2-2-224 0,1-1-32 0,2-1-9824 15,-2 2-1984-15</inkml:trace>
  <inkml:trace contextRef="#ctx0" brushRef="#br0" timeOffset="177339.02">4610 10832 3679 0,'0'2'320'0,"0"-2"-320"16,0 1 0-16,-1-1 0 0,1 2 2224 0,-1-2 368 15,0 0 80-15,0 2 16 0,-2 1 528 0,0-1 112 16,-1-1 32-16,1-1 0 0,-1 0-992 0,0-1-192 16,-1 1-32-1,2-2-16-15,-2 0-1136 0,1 1-224 0,-2-1-64 0,0 2 0 0,1 0-208 0,-1 0-48 16,-1 0-16-16,0 3 0 0,0 1-128 0,0 0-32 0,-1 2 0 0,2-2 0 15,0 1-96-15,0 2-32 0,-2 3 0 0,0 2 0 16,1 2-144-16,2 0 0 0,1-2 144 0,1 0-144 31,2 2 0-31,1-14 144 0,0 0-144 0,0 0 0 0,10 35 128 0,-10-35-128 16,0 0 0-16,0 0 0 0,0 0 0 0,0 0 0 0,39 5 0 0,-31-10 0 31,0-2 0-31,2 0 0 0,0 0 0 0,0-3 0 0,-1 1 0 0,1-3 0 0,0 1 0 0,-2-1 0 31,-1 2-432-31,0 0 16 0,-2 1 0 0,-1 0 0 16,0 1-96-16,-2 4 0 0,-1-1-16 0,-1 2 0 0,-1 1 224 0,0 2 48 16,-1 0 16-16,-1 2 0 0,0 1 240 0,1-1 0 0,-1 1-160 0,0-1 160 0,0 1 0 0,0 2 192 15,2-1-32-15,-2 1 0 0,2 0 336 0,-1 1 64 16,1 2 16-16,0-2 0 0,0 2-64 0,1-1 0 16,1 0 0-16,2 1 0 0,0 0-112 0,-3-8-16 15,0 0-16-15,0 0 0 0,0 0-192 0,0 0-48 16,0 0 0-16,36 30 0 0,-30-28-128 0,1-2 0 15,-1 0 0-15,2-3 0 0,-1-1 0 0,2-1 0 32,-1-3 0-32,0 1 0 0,2-2 0 0,-1-1 0 0,0-2 0 15,0 1 0 1,2-1-576-16,-2 2 0 0,0-3 0 0,0 1 0 16,1 0-64-16,-2 0 0 0,0 0 0 0,0 0 0 0,-2 3 320 0,0 2 48 0,-2 1 16 0,-2 2 0 15,0 2 256-15,-2-1 0 0,0 1 0 0,-1 2 0 16,-1 2 0-16,1-2 0 0,-2 3 0 0,0 1 0 15,0 1 544-15,0 0 16 0,1 0 0 0,-1 2 0 16,1-3-48-16,1 3-16 0,-1-3 0 0,1 0 0 16,1 3-240-16,0-3-64 0,0 2 0 0,0 0 0 15,1 1-192-15,0-2 0 0,1 2 128 0,0-1-128 16,0 0 0-16,-2-6 0 0,0 0 0 0,0 0 0 16,0 0 0-16,17 40 128 0,-17-40-128 0,0 0 0 0,0 0 0 0,0 0 0 15,30 36 0-15,-30-36 0 0,0 0 0 0,0 0 0 16,0 0 0-16,41 7 0 0,-32-9 0 15,-1-5 0-15,3 0 0 0,-2-1 0 0,-1 1-304 0,2-4 0 16,2-3 0-16,0-1 0 16,-1-2-688-16,0 3-144 0,0-4-16 0,-1 1-16 15,0 1-96-15,-3 1-16 0,-1-1 0 0,-2 3 0 0,-2 2 768 0,-1 2 160 16,-1 3 32-16,-1 3 0 0,-1 3 320 0,-1 3 0 16,1 2 128-16,-2 2-128 0,0 0 752 0,0 5 64 15,-1 1 16-15,0 0 0 0,2 3 256 0,-2-1 64 0,2 4 16 16,0-3 0-16,2 3-320 0,0-2-64 0,1-1-16 0,1-3 0 15,-1-13-336-15,0 0-80 0,0 0-16 0,18 37 0 16,-18-37-160-16,0 0-48 0,0 0 0 0,0 0 0 16,41 6-128-16,-30-9 0 0,-1 0 0 0,1-4 0 15,2 0 0-15,1-3 0 0,1-1 0 0,0-1 0 32,1 0-704-32,-2 0 0 0,2-2-16 0,0-2 0 0,1 1-448 0,-1-1-96 0,2 1-16 15,-1-1 0-15,-2 1 464 0,-1 1 96 0,0 0 16 0,-2 1 0 16,-1 0 432-16,-1 3 80 0,-2 2 32 0,-2 2 0 0,-3 2 160 0,-1 1 0 15,-1 3 128-15,-2 1-128 0,-2 1 688 0,0 2 64 16,-4 1 16-16,1 2 0 0,-3 0 112 0,0 0 16 16,-1 3 16-16,0-1 0 0,-1 1-304 0,0-1-64 15,0 1-16-15,2-1 0 0,1-1-192 16,1 1-32-16,2-2-16 0,0-2 0 0,2 2-80 0,1-2-16 16,1-1 0-16,1-1 0 0,2 2-64 15,1-3-128-15,0 0 176 0,1 0-176 0,-4-2 128 0,0 0-128 16,0 0 0-16,38 10 0 0,-38-10 144 0,0 0-144 15,0 0 0-15,46 12 144 0,-46-12-144 0,0 0 0 16,0 0 0-16,46 14 0 0,-46-14 0 0,0 0 0 16,0 0 128-16,0 0-128 0,39 31 0 0,-39-31 0 0,0 0 0 0,0 0 0 15,1 33 0-15,-5-23 0 0,-1-1 0 0,-3 0 128 16,-1 1-128-16,-2 0 0 0,-4 1 0 0,-1-1 128 16,-3 2-128-16,0-3 0 0,0 1 0 0,4-5 0 15,3-1 0-15,2-1-192 0,3-1 64 0,2-1 128 16,1 0-1136-1,2-3-96-15,3 0-32 0,3-6-15648 0</inkml:trace>
  <inkml:trace contextRef="#ctx0" brushRef="#br0" timeOffset="177649.67">5513 10887 23951 0,'5'2'1056'0,"-1"-2"224"0,0 0-1024 0,-2 0-256 16,0 0 0-16,-1 0 0 0,2 0 1808 0,1-2 304 15,3-1 64-15,2 1 16 0,4-2-720 0,-1-1-128 16,1 0-48-16,1-2 0 0,-1 0-752 0,0-1-160 16,0 1-16-16,0-2-16 0,-1 1-160 0,-1-1-16 15,0 2-16-15,-4-3 0 0,-1 4-160 0,-1-2 0 16,-1-1 0-16,-2 0 0 0,-2 1 0 0,-3 1 0 0,-3 0 0 16,-2 2 0-16,-3 3 0 0,-4-1 0 0,-3 4 0 0,0 4 0 15,-1 1-128 1,1 5-16-16,0 0 0 0,2 1 0 0,4 0 144 0,0 4 0 0,0 0 0 0,1 4 0 15,3-1 704 1,1 2 128-16,3 0 32 0,2 0 0 0,2-21-432 0,1 41-96 0,-1-41-16 0,0 0 0 16,18 43-64-16,-18-43 0 0,0 0-16 0,45 14 0 15,-45-14-112-15,44-8-128 0,-20 2 176 0,0-2-176 16,-2 2 0-16,6-4-192 16</inkml:trace>
  <inkml:trace contextRef="#ctx0" brushRef="#br0" timeOffset="178960.99">6163 10406 5519 0,'-1'-3'496'15,"0"0"-496"-15,1 1 0 0,0 1 0 16,-1 1 1552-16,1-1 224 0,-2-3 32 0,0 0 16 16,-1 0 624-16,1-1 128 0,-2 3 32 0,1-1 0 0,0 3-416 0,1 0-80 15,-1 3 0-15,1 0-16 0,1 3-640 0,0-1-128 16,1 4-32-16,-1-1 0 0,1 2-800 0,0 1-176 16,0 3-16-16,-1-2-16 0,-1 0-288 0,1 2 0 15,0-2-208-15,1 0 80 16,1 0-928-16,1 0-176 0,-2-12-48 0,0 0 0 15,0 0-1408-15,0 0-272 0</inkml:trace>
  <inkml:trace contextRef="#ctx0" brushRef="#br0" timeOffset="179090.44">6265 10396 4543 0,'2'-14'0'0,"0"4"192"0,0 3-48 0,-1 2-16 0,0 5-128 0,-1-1 0 0,1 0 0 0,-1 1 0 0,0-2 2560 0,-2 2 496 15,0 4 80-15,-1 6 32 16,-1 4-736-16,-2 2-128 0,0 7-48 0,-2 4 0 0,1 2-784 0,0 2-144 0,4-3-48 0,0-2 0 15,3-2-816-15,0-24-160 0,8 36-48 0,-8-36-13248 32</inkml:trace>
  <inkml:trace contextRef="#ctx0" brushRef="#br0" timeOffset="179627.73">6606 10358 11055 0,'1'-4'480'0,"-1"3"112"0,0-1-464 0,-1 4-128 0,0-1 0 0,0 3 0 15,-1 0 1680-15,-1 4 320 0,-1 4 64 0,-4 6 16 16,1 5 96-16,-2 2 32 0,0 4 0 0,1 1 0 16,1 1-656-16,-1 2-128 0,0 3-16 0,0-1-16 15,2 4-480-15,-1-3-80 0,0-4-32 0,1-1 0 16,-1-3-240-16,1-2-48 0,-1-4-16 0,1-1 0 16,1 0-368-16,-2-3-128 0,3 0 0 0,-1-4 144 0,2-2-144 15,2-2 0-15,0-5 0 0,1-1 0 0,0-4 0 0,0-2 0 16,1-2 0-16,2-4 0 15,1-1-496-15,0-1 32 0,-1-2 0 0,2-2 0 16,0 0 32-16,-1-3 16 0,2 0 0 0,-1 1 0 0,2 2 416 0,-2-1 0 16,2 2 0-16,-1 3-128 0,2 0 128 0,-1 1 0 15,1 4 128-15,-2 0-128 0,2 1 496 0,-2 3 16 16,2-1 16-16,-1 2 0 0,0 2 176 0,1-1 48 16,-1 1 0-16,1 0 0 0,-8-2-400 0,0 0-80 15,0 0-16-15,0 0 0 0,0 0-256 0,38 27 0 16,-38-27 0-16,0 0 0 0,0 0 0 0,0 0 0 0,13 44 0 15,-13-34 0-15,-1 0 0 0,-2 1 0 0,-1-2 0 0,0 1 0 16,-2 2 0-16,1-5 0 0,1 0 0 0,1-2 0 16,0-3-176-16,2-1-80 0,1-2-32 0,1-3-11008 15,1 0-2208-15</inkml:trace>
  <inkml:trace contextRef="#ctx0" brushRef="#br0" timeOffset="180020.82">6807 10790 14735 0,'-1'3'1312'0,"1"-2"-1056"16,1 1-256-16,-1-2 0 0,1 0 2288 15,-1 1 400-15,1 1 64 0,1 1 32 0,1 1 32 0,0-2 0 16,2-2 0-16,2 0 0 16,0 0-1536-16,0-2-320 0,3-2-48 0,0-1-16 0,2 1-512 0,-1-2-96 15,1 1-32-15,-1-2 0 0,0 0-256 0,-1 0 0 16,0 2 0-16,-2-1 0 0,0 1 0 0,-1 0-176 15,0 0 0-15,-3 0 0 16,0 1-352-16,0-2-80 0,-2 2-16 0,-1-1 0 0,-1 0 256 0,-1 1 48 16,-1-3 16-16,-1 2 0 15,-1-2-112-15,-1 2-32 0,-1-2 0 0,-1 2 0 0,-2 4 48 0,2 0 0 0,-3 2 0 0,2 2 0 16,0 2 400-16,0 1 0 0,1 0 0 0,0 3 0 16,-1 1 400-16,0 2 64 0,-1 0 16 0,1 2 0 15,1 0 224-15,-2 3 32 0,2 0 16 0,0-1 0 16,3-2-112-16,0 0-32 0,2 0 0 0,1-2 0 15,1 0-224-15,0-12-32 0,0 0-16 0,0 0 0 16,0 0-192-16,24 38-144 0,-24-38 192 0,0 0-192 16,0 0 128-16,41-1-128 0,-26-4 0 0,-1-1 0 15,-3 0 0-15,2 0 0 0,1-3 0 0,2 0 0 16,-1-2-896-16,1 0-224 0,0 0-48 0,-2 3-15616 16</inkml:trace>
  <inkml:trace contextRef="#ctx0" brushRef="#br0" timeOffset="180714.97">7256 10758 22111 0,'1'3'976'0,"0"-3"208"0,0 2-944 0,-1-2-240 0,1 0 0 0,-1 0 0 16,1-2 2272-16,0 2 416 0,1-3 64 0,0 1 32 15,1 0-672-15,1-3-128 0,-1 1-16 0,-2 1-16 16,3-2-1232-16,-1 0-240 15,0-1-48-15,-1 0-16 0,-1 2-416 0,1-3 0 0,-1 1 0 0,-2 0 0 0,0-1 0 0,-1 0 0 32,0 2 0-32,-2-4 0 0,-1 2-224 0,0-1-32 0,-2 2 0 0,-1 0 0 15,1 3-240-15,-2 2-48 0,1 2-16 0,-1 3 0 0,0 3 208 0,1 2 32 16,0 0 16-16,-1 3 0 0,1 2 304 0,0 1 0 16,1-1 0-16,0 1 0 0,3 1 0 0,-2-2 0 15,2 3 192-15,0 0-48 0,1 0 240 0,1-4 64 16,1 1 0-16,1-14 0 0,0 0-64 0,4 27 0 15,-1-20 0-15,-3-7 0 16,0 0-256-16,0 0-128 0,0 0 0 0,0 0 128 16,36-3-128-16,-28-4 0 0,3-3 0 0,0-4 0 15,2 0 0-15,0-2 0 0,0-3-192 0,0 2 192 32,-2-2-704-32,1 0 0 0,-2 0-16 0,0-1 0 15,0-1 16-15,0-1 0 0,-2 0 0 0,-1-1 0 16,1-2 192-16,-3 1 32 0,2-2 16 0,-2-2 0 0,-2 0 272 0,1-5 48 0,-1 0 16 0,0 1 0 15,-1 2 128-15,-1 1 0 0,0 8 0 0,-1 0 0 16,0 6 160-16,-1 3 64 0,1 1 16 0,-1 6 0 16,1 0 560-16,-1 3 112 0,1 4 32 0,-2 3 0 15,-1 4-176-15,-1 3-48 0,0 7 0 0,-1 2 0 0,0 4-272 0,1 1-64 16,-1 4-16-16,0-2 0 0,1 4-240 0,0-2-128 16,0 1 160-16,1 0-160 0,2-1 176 0,-1 1-176 15,3-2 192-15,0-3-192 0,-1-26 144 0,6 45-144 16,-6-45 0-16,0 0 144 0,16 43-144 0,-16-43 0 15,0 0 0-15,0 0 0 0,0 0 0 0,38 18 0 16,-29-18-192-16,0-4 192 16,1-1-1504-16,-2 0-176 0</inkml:trace>
  <inkml:trace contextRef="#ctx0" brushRef="#br0" timeOffset="181188.42">7576 10678 23951 0,'1'2'1056'0,"-1"-1"224"16,1 1-1024-16,-1 0-256 0,0-2 0 0,0 0 0 0,1 0 1360 0,1-2 224 0,0 1 32 0,3-1 16 15,1-2-720-15,0-3-144 0,1 2-16 0,0-3-16 16,0 0-176-16,1 0-48 0,-1-1 0 0,0 2 0 16,-2-2-160-16,0 3-32 0,-1-2-16 0,-1 2 0 15,-2 1-304-15,0-1 0 0,-1 3 0 0,-1 0 0 16,0 1 0-16,-2-2 0 0,-1 3 0 0,-2-1 0 15,1 4 336-15,-3 1 16 0,1-1 0 0,-1 3 0 0,-1 2 32 0,0 0 0 16,-1 2 0-16,2 2 0 0,-1 0-208 0,2-2-48 16,0 1 0-16,3-1 0 0,0 1-128 15,1-3 0-15,1 0 0 0,2-2 0 0,1 2 0 0,0-3 0 16,1-1 0-16,1 2 0 0,-3-5 0 0,0 0 0 16,0 0 0-16,0 0 0 0,0 0 0 0,29 30 0 15,-29-30 0-15,0 0 0 0,0 0 0 0,29 38 0 16,-29-38 0-16,0 0 128 0,16 43 64 0,-16-43 16 15,7 33 0-15,-7-33 0 0,5 31 96 0,-5-31 16 16,3 33 0-16,-3-33 0 0,1 36-144 0,-2-22-32 0,0 2 0 16,0-3 0-16,-2 1 16 0,0-3 0 0,-1-1 0 0,-2 0 0 15,0-1-160-15,-4-3 192 0,0 0-192 0,-3 0 192 16,-3-2-64-16,-3 1-128 0,-1-1 192 0,-4-2-64 16,-1 3-128-16,1-5 0 0,1 0 0 0,2-2 0 15,2-1 0-15,2-1 0 0,0-1 0 0,3 0 0 16,2 0-272-16,4 0-48 0,2 1 0 0,3-3-18176 15</inkml:trace>
  <inkml:trace contextRef="#ctx0" brushRef="#br0" timeOffset="181913.1">8008 10474 13823 0,'2'-2'1216'0,"-1"-1"-960"0,0 3-256 0,-1-2 0 31,0 2 1632-31,-1 0 288 0,1-2 48 0,0 1 16 0,0-1 128 0,-1 2 16 0,-1 0 16 0,0 0 0 16,1 2-544-16,-2 1-128 0,0 2 0 0,0-1-16 15,1 4-512-15,0-2-112 0,0 4 0 0,0 0-16 16,0 4-336-16,0 0-64 0,0 3-16 0,0 2 0 15,1 2-80-15,1 0-32 0,-1 3 0 0,0 2 0 16,-1 0-112-16,0-1-32 0,0-2 0 0,0-2 0 16,-1-2-144-16,1-3 0 0,0 4 0 0,-1-4 0 15,0 0-192-15,1-3-80 0,1-2-16 0,0-1-11360 16,0-1-2256-16</inkml:trace>
  <inkml:trace contextRef="#ctx0" brushRef="#br0" timeOffset="182292.98">8299 10341 14735 0,'3'-7'640'0,"-2"3"160"15,1-1-640-15,-1 2-160 0,0 1 0 0,0-2 0 0,-1 1 1600 16,1-2 272-16,1-5 64 0,-1 1 16 0,1-3 96 0,-2 3 0 15,1 1 16-15,-1 2 0 0,-1 3-848 0,0 3-160 16,-1 3-32-16,0 1-16 0,-3 4-496 0,0 3-112 16,0 1-16-16,-2 5 0 0,1-1-64 0,-1 1 0 15,2 0-16-15,0-2 0 0,1 0-144 0,2-3-32 16,0 0 0-16,2-2 0 0,0-3-128 0,2 0 0 16,0-3 0-16,2-1 0 15,1-3-1728-15,0-2-208 0</inkml:trace>
  <inkml:trace contextRef="#ctx0" brushRef="#br0" timeOffset="182446.77">8450 10249 2751 0,'1'0'256'0,"-1"0"-256"0,1 2 0 0,-1-1 0 15,0 3 2624-15,-1-2 496 0,-1 4 80 0,-1 3 32 16,-2 7 160-16,-2 5 48 0,-2 5 0 0,-4 1 0 16,0 1-1200-16,-1-2-256 0,0-2-32 0,2-4-16 15,1-2-768-15,3-4-144 0,3-5-48 0,3 1-11552 16,0-5-2320-16</inkml:trace>
  <inkml:trace contextRef="#ctx0" brushRef="#br0" timeOffset="183730.09">8996 10515 7359 0,'2'-10'656'0,"-1"3"-528"0,1 0-128 0,-2 3 0 16,0 3 1408-16,0-1 256 0,0 0 64 0,0 1 0 16,0-3 688-16,0 1 144 0,-3 5 16 0,0 1 16 15,-2 5-672-15,1 3-144 0,-1 3-32 0,0 7 0 16,1 1-928-16,-1 6-192 0,1 4-48 0,0 1 0 16,-1 1-256-16,1 0-64 0,2-3-16 0,-1-2 0 15,0-3-240-15,0-3 0 0,2-4 128 0,0-5-128 16,1-2 0-16,0-4 0 0,0-2 0 0,-1-1 0 15,1 0-448-15,-1-4-96 0,1 0-16 0,0-1 0 16,-1-1-1168-16,0 0-256 0,0-1-32 0,-1-1-5712 16,1 0-1136-16</inkml:trace>
  <inkml:trace contextRef="#ctx0" brushRef="#br0" timeOffset="184029.7">8937 10612 1839 0,'2'-8'160'0,"0"2"-160"16,-1 3 0-16,0 3 0 0,0-2 1536 0,1 1 288 15,2-3 48-15,2-3 16 0,3-3 800 0,3-1 176 16,2 1 16-16,1-2 16 0,2 2-112 0,0 1-32 16,3 0 0-16,-1-1 0 0,1 3-1632 0,-2 0-336 0,-1 0-64 0,-1 2-16 15,-3 3-560-15,-1 0-144 0,-12 2 0 0,0 0 0 16,0 0 0-16,0 0 0 0,30 32-160 0,-30-17 160 31,-3-1-576-31,-4 3-32 0,-2-1 0 0,-3-1 0 16,-1 3-192-16,-4-3-32 0,1 1-16 0,-3-1 0 0,0 1 624 0,-2-1 224 0,2-1-144 0,1-5 144 15,2 0 0-15,2-4 128 0,3-2 0 0,2-1 0 16,3-4 384-16,2-1 64 0,2-1 32 0,3-1 0 16,2-3-256-16,3-1-48 0,2-3-16 0,2-1 0 15,2 1-992-15,2-1-192 0,3-1-32 0,1 0-11216 16</inkml:trace>
  <inkml:trace contextRef="#ctx0" brushRef="#br0" timeOffset="184362.19">9290 10604 16575 0,'0'0'736'0,"0"-2"160"0,0 2-720 0,1-1-176 16,0 0 0-16,-1-1 0 0,1 1 1408 0,1-4 256 15,1-1 64-15,1-2 0 0,2-1-480 0,0-2-96 16,1 3 0-16,0-2-16 0,0 4-688 0,0 1-144 16,0 2-32-16,2 1 0 0,-1 2 208 0,-1 2 32 0,-7-2 16 0,0 0 0 15,0 0-256-15,0 0-48 0,29 34-16 0,-29-34 0 16,0 0-48-16,3 33-16 0,-4-17 0 0,-2-3 0 15,0 3 112-15,0-1 0 0,-2 0 16 0,0-3 0 16,1 0-80-16,-1-1 0 0,1-3-16 0,1-3 0 16,0-1 160-16,0-1 48 0,1-1 0 0,1-1 0 15,0-1 224-15,1-2 48 0,-1-1 16 0,2 0 0 16,-1-4-256-16,3 0-48 0,0-3-16 0,2-2 0 16,1-1-160-16,1 0-48 0,1-1 0 0,1-1 0 15,1 0-144-15,2 0 0 0,-1 1 0 0,1 0 0 0,0 2 0 16,-1 1 0-16,0 2 0 0,-1 0 0 0,0 3-192 15,0-2 192-15,-1 1-160 0,1 2 160 16,-1 1-1296 0,-2-1-176-16,1 0-16 0,0 3-13808 0</inkml:trace>
  <inkml:trace contextRef="#ctx0" brushRef="#br0" timeOffset="184693.67">9652 10502 6447 0,'-2'0'576'0,"0"0"-576"0,1 0 0 0,0 0 0 0,0 0 2128 0,0 0 320 16,0 1 64-16,-1 1 16 0,1 0 128 0,-3-1 32 0,0 3 0 0,0 1 0 16,0 2-1312-16,0-2-256 0,0 4-48 0,1 1-16 15,0 2-448-15,0-1-96 0,1 2 0 0,1 1-16 16,0 2-304-16,1-16-48 0,1 26-16 0,-1-26 0 16,0 0-128-16,9 39 128 0,-9-39-128 0,0 0 128 15,0 0 256-15,0 0 64 0,0 0 0 0,39 24 0 16,-31-27 48-16,0-3 16 0,2 0 0 0,-1-3 0 15,-1 1-144-15,0-4-32 0,-1 3 0 0,0-3 0 16,-1 1-336-16,-1 0 128 0,-1-1-128 0,0 1 0 16,-1 1 0-16,-2-1 0 0,0 1 0 0,-2-2 0 0,-1 0 0 0,-2 2 0 15,-1 1 0-15,-3 0 0 0,1 1 0 0,-3 2 0 16,-1 3 0-16,-1 0 0 0,-1 6 192 0,0 0 32 16,0 3 0-16,2 4 0 0,1-2 64 0,1 3 16 15,2-2 0-15,2 2 0 0,2-2-304 0,2 0 0 16,1-2 0-16,3-2-16960 15</inkml:trace>
  <inkml:trace contextRef="#ctx0" brushRef="#br0" timeOffset="185692.72">10034 10563 5519 0,'0'0'496'0,"0"0"-496"0,0 0 0 0,-1-1 0 15,0 1 3968-15,0 0 688 16,0 0 144-16,-1 0 16 0,-1 0-1536 0,-1 0-304 0,0-2-64 0,-2 0-16 16,2 1-2048-1,-1-1-400-15,1 1-96 0,2-2-16 0,0 0-144 0,1-2-48 0,1 0 0 0,0 0 0 16,1-4-144-16,0 2 0 0,0 0 0 0,0-1 0 16,0-1-256-16,-1 0-16 0,0 1-16 0,0 1 0 15,-1 2 288-15,-1 3-192 0,0 1 192 0,-2 2-160 0,0 2 160 0,-2 4 0 16,-1 0 0-16,0 2 0 15,0 1 256-15,-1 0 16 16,1 2 16-16,-1 2 0 0,1 2-48 0,0 1-16 0,-2 4 0 0,2-2 0 0,0 2-224 0,2 1 176 16,-2 1-176-16,3-2 160 0,1-1 48 0,3-20 16 15,-1 26 0-15,1-26 0 0,0 0-96 0,0 0 0 32,0 0-128-32,0 0 192 0,0 0-192 0,0 0 128 15,39 12-128-15,-31-20 0 0,2-1 160 0,1-3-160 0,0 1 160 16,0-2-160-16,0-1 0 0,-1-2 0 0,0 1 0 0,1-1 0 15,-1 0 0-15,0-2-160 0,-1 0 160 0,1-2-192 16,0 0 192-16,-1-2-160 0,-1-3 160 0,1-2-160 16,-3 1-112-16,1 0-32 0,-2-5 0 0,-1 1 0 15,-1 1 48-15,-1 2 16 0,-2 1 0 0,-1 5 0 16,-1 4 96-16,0 3 16 0,-1 3 0 0,-1 3 0 16,3 6 128-16,-1 0 144 0,-1 5-16 0,1 0-128 15,-1 3 560-15,1 1 0 0,0 2 0 0,0 0 0 16,0-2-112-16,1 1 0 0,0 1-16 0,1 0 0 0,0-1-240 15,-1 1-64-15,1-9 0 0,0 0 0 0,4 41 0 0,-4-41-128 16,5 32 192-16,-5-32-64 16,4 38 0-16,-4-38 0 0,5 36 0 0,-5-36 0 0,4 40-128 0,-4-40 160 15,3 39-160-15,-3-39 160 0,3 39-160 0,-3-39 0 16,4 34 0-16,-4-34 0 0,0 0 0 0,0 0 0 16,16 38 0-16,-16-38 0 0,0 0 0 0,0 0 0 15,24 0-192-15,-16-7 192 16,0 0-832-16,2-3-64 0,1 0 0 0,-1-1 0 15,2-1-832-15,0-3-192 0,1 1-16 0,-1-1-16 16,-1 0 384-16,0-1 80 0,0-2 16 0,-1 2 0 16,-2 0 512-16,-1 2 128 0,0 4 0 0,-2 0 16 0,-2 3 624 0,-1 1 192 0,0 3 0 0,-1 0 0 15,-1 3 656-15,-1 1 240 0,-1 3 64 0,-1 0 0 16,1 1 576-16,-3 2 128 0,0 3 32 0,1 0 0 16,-1 1-64-16,0 1-16 0,1 2 0 0,-2 1 0 15,2 0-768-15,0 0-144 0,1-1-48 16,0 1 0-16,3-15-240 0,-1 31-48 0,1-31-16 0,2 27 0 15,-2-27-192-15,0 0-32 0,0 0-128 0,15 41 192 16,-15-41-192-16,0 0 0 0,0 0 0 0,0 0 0 0,0 0 0 0,39 10 0 16,-32-15 0-16,0-2 0 0,1 0-144 15,1-2-32-15,-1-1 0 0,0 0 0 16,1-2-464-16,-1-1-112 0,1-2-16 0,1 1 0 16,-1 0-400-16,-1-3-96 0,1 1-16 0,-1-1 0 15,-1 0 432-15,0-2 80 0,-2 1 0 0,0 3 16 0,-1 1 432 0,-2 5 96 16,1 2 16-16,-2 4 0 0,0 3 384 0,-1 2 80 15,-1 1 0-15,-1 4 16 0,0-2 736 0,-1 4 144 16,-2 3 16-16,1 0 16 0,1 0-256 0,-1 3-48 16,0 3-16-16,0 3 0 0,0 1-288 0,0-1-64 0,1 0-16 0,2 1 0 15,1-22-112-15,-1 35 0 0,1-35-16 0,0 0 0 16,6 36-176-16,-6-36-48 0,0 0 0 0,0 0 0 16,0 0-144-16,0 0 0 0,0 0 0 0,38 23 0 15,-30-27 0-15,-1-4 0 0,2 1-192 0,1-2-11904 16,0-3-2368-16</inkml:trace>
  <inkml:trace contextRef="#ctx0" brushRef="#br0" timeOffset="185978.83">10717 10490 7359 0,'1'0'656'0,"-1"-2"-528"15,1 1-128-15,-1 0 0 0,0 1 2000 0,0-2 368 16,1-1 80-16,-1-2 16 0,1-2 64 0,-1 0 16 15,-1 1 0-15,-1 0 0 0,0 2-1152 0,0-1-240 16,1 3-32-16,-1 1-16 0,-2 2-400 0,0 1-96 16,0 3-16-16,-2-1 0 0,0 6-80 0,-1-3-32 15,2 2 0-15,0 1 0 0,-2 3 32 0,1 2 16 16,-2 4 0-16,2-2 0 0,0 2 176 0,2 0 16 16,-1-3 16-16,2 1 0 0,3-17-288 0,0 0-64 0,5 38-16 0,-5-38 0 15,0 0-224-15,0 0-144 0,0 0 192 0,38 22-192 16,-38-22 0-16,20-2 0 0,-8-4 0 0,1-1 0 31,0 0-352-31,0-2-176 0,0-2-48 0,-1 0-16384 0</inkml:trace>
  <inkml:trace contextRef="#ctx0" brushRef="#br0" timeOffset="186326.81">10864 10522 10127 0,'0'2'896'0,"-1"0"-704"15,1 0-192-15,0-2 0 16,0 3 2768-16,-1-1 528 15,1 1 96-15,0-1 32 0,0 5-352 0,2-2-64 16,-2-5 0-16,0 0-16 0,0 0-1840 0,0 0-384 16,0 0-64-16,0 0 0 0,40 4-448 0,-32-7-96 15,-1 0-16-15,1-2 0 0,1 0-144 0,0-2 0 16,1 1 0-16,-2-2 128 0,0 3-128 0,-1-4 0 16,-2 2 0-16,0-1-176 0,0-1 48 0,-3 2 0 15,0-1 0-15,0-1 0 0,-2 2-176 0,-1-2-16 16,-2 1-16-16,-1-1 0 0,-2 2 0 0,-2-2 0 15,-1 1 0-15,-4 4 0 0,-2-1-32 0,-1 7 0 0,2 1 0 0,1 3 0 32,3 2-624-32,2 1-128 0,1 3-32 0,1 0 0 0,0 2 2400 0,0 3 480 0,2 1 80 0,0 2 32 15,0 3-240-15,3-1-64 0,0 2 0 0,1-24 0 16,1 43-880-16,-1-43-176 0,9 34-32 0,-9-34-16 16,0 0-176-16,25 34-16 0,-25-34-16 0,0 0 0 15,34 14-224-15,-34-14 0 0,28-1 0 0,-12-3 0 16,1-5-160-16,2-2-128 0,0-2-32 0,2-1-18176 15</inkml:trace>
  <inkml:trace contextRef="#ctx0" brushRef="#br0" timeOffset="188205.38">11433 10367 6447 0,'2'-7'576'0,"-1"1"-576"15,1 1 0-15,0 2 0 0,-1 1 2720 0,0 2 432 16,-1-3 96-16,0-1 16 0,1 1-1216 0,0-1-224 16,-3 1-48-16,-1 3-16 0,-4 5-704 0,-1-1-144 15,-3 4-16-15,-2 1-16 0,-2 3-496 0,-1 0-112 16,-1 0-16-16,2 2 0 0,-1-2-16 0,1 0-16 16,1-1 0-16,2-1 0 0,1 0-48 0,1-1-16 0,1 0 0 0,1-1 0 15,3-2 96-15,3-2 0 0,1 0 16 0,3-2 0 16,-1-2 352-16,4 2 64 15,2-2 16-15,0 0 0 0,3 0-336 0,1 0-64 0,-11 0-16 0,26 1 0 16,-26-1 80-16,0 0 16 0,46 9 0 0,-46-9 0 16,34 10-192-16,-34-10-48 0,0 0 0 0,40 23 0 15,-40-23-144-15,0 0 0 0,0 0 0 0,0 0 0 16,27 43 128-16,-29-36-128 0,-1 0 128 0,-1 3-128 16,-3-4 432-16,-1 3 0 0,-2 0 0 0,-2 0 0 15,1-1-208-15,-3-1-32 0,0 1-16 0,-1-2 0 0,1 0-176 0,1-3 0 16,2-1 0-16,2-1 0 31,4-2-640-31,2 1-128 0,2-3 0 0,2 1-10288 0,2 0-2048 0</inkml:trace>
  <inkml:trace contextRef="#ctx0" brushRef="#br0" timeOffset="188824.4">12065 10339 9215 0,'5'-11'400'0,"-1"3"96"15,0 1-496-15,-2 1 0 0,-1 3 0 0,0 2 0 16,0-3 2048-16,0 0 320 0,3-2 64 0,-1-3 16 0,-1 2 944 0,0 2 176 15,0 3 32-15,-2 0 16 16,0 4-1168-16,1 1-224 0,-1 3-48 0,-1 3-16 0,1-9-1376 0,-1 24-272 16,1-24-48-16,-2 34-16 0,1-16-320 0,-2 4-128 15,0 1 0-15,-1 1 0 16,1 2 0-16,-1-2 0 0,0-3 0 0,1 5 0 0,2 0 0 0,1 0 0 16,0-26 0-16,0 49 0 0,0-49 0 0,3 38 0 15,-3-38 0-15,0 0 0 0,0 0 0 0,17 37 0 16,-17-37 0-16,0 0 0 0,21-5 0 0,-13-2-208 0,0-1 32 15,0-1 16 1,1-4-352-16,-3 3-64 0,0-2 0 0,-2 0-16 31,0 1-1408-31,-2 0-288 0,-1 2-48 0,-2 0-16 0,-2-1-656 0,-1-2-144 0,-1 2-32 0,-2 1 0 16,-1 0 96-16,-3-2 16 0,-1 1 0 0,-3 2 0 16,0 0 1424-16,-1 2 304 0,-2 1 48 0,0 5 16 0,1 2 1104 0,-2 1 176 15,1 3 144-15,1 0-16 0,1 3 624 0,2-1 128 0,1 1 16 16,3-2 16-16,3 3 1888 15,1-3 368-15,2 1 80 0,2 0 16 0,2-3 32 0,0 0 16 0,3 0 0 16,2-2 0-16,0 0-1168 0,3-3-224 0,-8 0-64 0,0 0 0 0,30-2-640 16,-17 0-144-16,1-3-32 0,3-2 0 0,3-2-640 15,3 0-128-15,2-1-16 0,1-1-16 16,1 0-240-16,-1-1 0 0,2 0 0 0,-1 0 0 31,-2-1-432-31,0 0-176 0,-1 0-32 0,1 0-16 0,-4 1-1616 0,-1-1-320 0,1 1-64 0,-2 0-16 31,-2 2-240-31,-3-1-48 0,-2 3-16 0,-3-1-6896 0</inkml:trace>
  <inkml:trace contextRef="#ctx0" brushRef="#br0" timeOffset="189396.37">12427 10214 1839 0,'-9'-29'0'0,"6"19"160"0,2 6-160 0,1 3 0 16,0 1 0-16,-1-2 0 0,1-2 1136 0,-3-6 192 0,0 1 32 0,-1 0 16 16,1 3 1136-16,0 0 240 0,1 3 32 0,-1 3 16 15,2 2 544-15,-1 3 112 0,2 0 32 0,-1 4 0 16,1-9-1136-16,0 0-240 0,0 40-32 0,0-40-16 15,1 41-1088-15,-1-41-208 0,1 49-64 0,-1-49 0 16,2 52-480-16,-2-25-96 0,0-27-128 0,2 52 176 16,-2-52-176-16,0 47 192 0,0-47-192 0,-1 50 192 15,1-50-192-15,0 48 0 0,0-48 144 0,2 38-144 16,-2-38 0-16,0 0 128 0,11 35-128 0,-11-35 0 0,0 0 0 16,0 0 128-16,0 0-128 0,0 0 0 15,40 3 0-15,-33-9 0 0,2-2 0 0,0-1 0 0,0-2 0 0,0 0 0 16,0 1-192-16,-1 1 64 0,1-1-32 0,-1-2 0 15,-1 3 0-15,1 2 0 0,-2-1 160 0,0 4-128 16,-2 1 128-16,0 1-128 0,0 2 128 0,-1 2 0 16,-3-2 0-16,0 0 0 0,0 0 0 0,0 0 0 15,9 36 0-15,-9-36 0 0,0 0 0 0,4 35 0 16,-4-35 128-16,0 0-128 0,7 36 0 0,-7-36 144 16,0 0-144-16,0 0 0 0,21 38 0 0,-21-38 0 15,0 0 0-15,0 0 0 0,35 12 0 0,-35-12 0 0,22-5 0 0,-10 0 0 16,0-1 0-16,1 0 0 0,0-1 0 0,1-2 0 15,-1 1 0-15,1-3 0 0,1 2 0 0,-1-1 0 16,2-2 0-16,-2 2 0 0,0-1 0 0,-2 1-192 16,-1 1 192-16,-1-1-192 0,-2 1 192 0,-1-1-192 15,-2 2 192-15,-1-1 0 0,-3-2 0 0,-1-1 0 16,-1 1-144-16,-3 1 144 0,-1-1-128 0,-1 2 128 16,-1 3 0-16,-1 3-128 0,0 1 128 0,-1 5 0 15,1 2 0-15,-1 1 0 0,1 3 0 0,0 3 0 0,1 2 0 16,0 1 0-16,0 2 0 0,2 1 128 0,0 1 48 15,2 0 16-15,3-19 0 0,-1 43 0 0,1-43-32 0,3 36 0 16,-3-36 0-16,0 0 0 0,20 38 16 0,-20-38 0 16,0 0 0-16,37 21 0 15,-37-21-176-15,30 1 0 0,-30-1 144 0,33-5-144 0,-16 0-144 0,-1 0-112 16,1-5 0-16,1 0-17664 16</inkml:trace>
  <inkml:trace contextRef="#ctx0" brushRef="#br0" timeOffset="189694.62">13378 10456 14735 0,'-2'-3'1312'16,"2"1"-1056"-16,0 1-256 0,0-1 0 15,0 2 2752-15,0 0 480 0,0-4 96 0,0-1 32 16,2 1-144-16,0-2-16 0,2 1-16 0,0 1 0 0,2 1-2048 0,2 1-416 16,1 0-80-16,2 1 0 0,-11 1-448 0,0 0-192 15,35 5 160-15,-35-5-160 0,0 0 0 0,0 0 0 16,37 14 0-16,-37-14 0 31,0 0-736-31,0 0-192 0,0 0-32 0,0 0-16192 0</inkml:trace>
  <inkml:trace contextRef="#ctx0" brushRef="#br0" timeOffset="189805.01">13435 10576 22111 0,'-2'5'976'0,"0"0"208"0,1 1-944 0,-1-1-240 0,1-1 0 0,0-1 0 0,0 2 2032 0,-1 2 352 16,1 7 80-16,-3 3 16 0,1 1-672 0,1-2-128 15,2-16-16-15,-1 25-16 0,1-25-1200 0,0 0-256 0,0 0-32 0,0 0-16736 16</inkml:trace>
  <inkml:trace contextRef="#ctx0" brushRef="#br0" timeOffset="190232.74">13673 10496 5519 0,'-3'4'496'0,"0"-1"-496"16,1 2 0-16,1-1 0 0,0 1 3072 0,-1-2 528 31,-1 2 112-31,-1 4 0 0,-1 7-176 0,-4 3-32 15,-1 7-16-15,1 1 0 0,0 1-1600 0,1-5-320 0,3-2-64 0,1-4-16 16,4-17-704-16,-4 24-144 16,4-24-16-16,0 0-16 0,0 0-464 0,0 0-144 15,0 0 0-15,0 0 0 16,0 0-256-16,0 0-176 0,28-2-16 0,-22-8-16 16,1-2-560-16,0-2-96 0,1-2-32 0,1-1 0 15,0 0 320-15,0-2 48 0,0 1 16 0,-1 0 0 0,0 2 432 0,-2-3 80 0,2 2 32 0,-2 3 0 16,1 0 224-16,-2 4 192 0,1 1-48 0,0 4 0 15,-1 3 1056-15,0 0 208 0,-1 2 32 0,1 2 16 16,-1 0-144-16,-4-2-32 0,0 0 0 0,0 0 0 16,0 0-768-16,14 48-144 0,-14-48-48 0,1 33 0 15,-1-33-192-15,1 38-128 0,-1-38 160 0,2 35-160 16,-2-35 144-16,4 32-144 0,-4-32 128 0,0 0-128 16,6 35 0-16,-6-35 0 0,0 0 128 0,0 0-128 0,0 0 0 0,0 0 0 15,0 0 0-15,0 0 0 0,0 0 0 0,0 0 0 16,0 0 0-16,22-5 0 15,-20-2-928-15,1-4-112 0,2-2-32 0,0-1-16416 16</inkml:trace>
  <inkml:trace contextRef="#ctx0" brushRef="#br0" timeOffset="190532.66">13976 10452 4607 0,'0'-1'400'0,"0"1"-400"15,1 0 0-15,-1-1 0 0,1 1 2544 0,-1 0 416 16,0 0 96-16,1 0 16 0,1-2 880 0,-1 2 176 0,1 0 32 0,-1-2 16 15,1 0-1456-15,0 1-288 0,0 1-64 0,0 0-16 16,1 1-1472-16,-3-1-304 0,0 0-48 0,0 0-16 16,0 0-304-16,0 0-64 15,12 40-16-15,-12-40 0 0,0 0-128 0,0 42 0 0,0-42 0 0,-1 36 128 16,1-36-128-16,-2 39 0 0,2-39 0 0,1 37 0 16,-1-37 0-16,3 35 0 0,-3-35 0 0,0 0 0 15,11 34 0-15,-11-34 0 0,0 0 0 0,0 0 0 16,0 0 0-16,0 0 0 0,29 2 0 0,-23-9 0 15,0-1 0-15,1-3 0 0,0-1 0 0,2-3 0 16,-2 1 0-16,1-2 0 0,1-1 0 0,-2 0 0 0,2 1 0 0,-2 0 0 16,1-4 0-16,0 2 0 0,-1-2 0 15,0 2 0-15,0 1 0 0,-1 2 0 16,-1 4-544-16,1 0-96 0,-2 4 0 0,1 1-17168 16</inkml:trace>
  <inkml:trace contextRef="#ctx0" brushRef="#br0" timeOffset="190883.78">14201 10560 8287 0,'0'2'736'0,"1"0"-592"16,1 0-144-16,0-2 0 0,0 0 2496 0,-1-2 448 0,2 2 112 0,0 0 16 15,4-2 352-15,3-2 80 0,2 0 16 0,1-2 0 16,1-2-2112-16,0 2-432 0,0-2-80 0,-1 1 0 16,0 0-528-16,0 0-112 15,-1 0 0-15,-1-1-16 0,0 2-240 0,-1-2 0 0,0 2 0 0,-4-2 0 16,2 4 0-16,-5-4 0 0,0 2 0 0,-3 0 0 15,-2 0-144-15,-2 0 144 0,-2 2 0 0,-1 0-144 16,-3 1-496 0,-1 3-112-16,-1 0-16 0,-1 2 0 0,0-1-16 0,1 3-16 0,1 0 0 15,2-1 0-15,-1 4 352 0,2 0 80 0,1 1 16 0,-1 2 0 16,2 1 944-16,-1-1 192 0,1 2 48 0,0 1 0 0,1-1 368 0,-1 2 80 16,1-1 0-16,2 1 16 0,0-2-432 0,3-12-96 15,-4 25 0-15,4-25-16 0,0 0-224 0,2 33-32 16,-2-33-16-16,0 0 0 0,0 0-208 0,0 0-32 15,25 32-16-15,-25-32 0 0,0 0-96 0,32 6-128 16,-32-6 176-16,25 0-176 0,-25 0 0 0,24-4 0 16,-11 0 0-16,1 0 0 15,-1 0-880-15,1-3-176 0</inkml:trace>
  <inkml:trace contextRef="#ctx0" brushRef="#br0" timeOffset="191260.83">14562 10493 15663 0,'-5'0'688'0,"1"0"144"0,1 0-656 0,0 0-176 0,2 0 0 0,1 0 0 15,0 0 2784-15,-1 0 528 0,-1-2 96 0,-1 1 32 16,2-1-1440-16,0-2-272 0,2-1-64 0,2 0-16 0,1 1-1072 0,2-2-224 16,2 0-32-16,2-1-16 15,-1 2-304-15,1-2 0 0,0 2 0 0,1 1 0 0,-3 1 0 0,0 3 0 16,-8 0 0-16,0 0 0 0,0 0 0 0,0 0 0 15,33 33 0-15,-33-33 0 0,0 0 0 0,2 36 0 32,-2-36 0-32,-4 35 0 0,-2-15 0 0,1-2 0 0,-1 1 0 0,0-2 0 0,-1-1-128 0,2-2 128 15,-1-4 0-15,1-1-144 16,2-2 144-16,-1-2 128 0,1-3-128 0,0-1 176 16,2-2 464-16,-1-1 80 0,1-3 32 0,1-2 0 15,1-4 16-15,1 1 0 16,0-2 0-16,2 0 0 0,1-2-384 0,0-3-64 15,3 1 0-15,1-3-16 0,0 1-304 0,1-2 0 0,4 1 128 0,0-3-128 16,2 6 0-16,-1-1-144 0,0 4 16 0,0 3 0 31,-1 0-800-31,0 1-160 0,1 2-16 0,-2 2-16 16,1 0-1568-16,-2 3-320 0</inkml:trace>
  <inkml:trace contextRef="#ctx0" brushRef="#br0" timeOffset="191623.76">15071 10318 16575 0,'0'-3'1472'16,"-1"3"-1168"-16,1 0-304 0,-2 0 0 0,0 0 2448 0,-1 1 432 15,-2 1 96-15,-3 0 16 0,-3 0-208 0,-4 3-32 16,-2 0-16-16,0 2 0 16,-2 2-1424-16,1 1-288 0,0 0-48 0,0 2-16 0,2 0-640 15,1 1-144-15,2-3-32 0,3 1 0 0,1-1-144 0,5-2 0 16,1-1 0-16,3-7 0 0,0 0 0 0,0 0 0 15,0 0 0-15,0 0 0 0,0 0 0 0,20 39 0 16,-20-39 0-16,0 0 0 0,0 0 0 0,38 13 0 16,-38-13 0-16,0 0 0 0,34 11 0 0,-34-11 0 15,0 0 0-15,0 0 0 0,39 23 0 0,-39-23 0 0,0 0 0 0,0 0 0 16,0 0 0-16,24 32 0 0,-24-32 0 0,0 0 0 16,0 0 0-16,0 0 0 0,-6 29 0 0,3-25 0 15,-1 3 0-15,-2-2 0 0,1-3 0 0,-3 1 0 16,0 2 0-16,-2-3 0 0,-1 0 128 0,-1 0-128 15,0 1 0-15,0-1 0 0,3-1 0 0,1 1 0 16,0 0 0-16,1 0 0 0,1 1 0 0,1-1 0 16,1 1-784-16,2-3-96 15,1 2-16-15,2-2-16512 0</inkml:trace>
  <inkml:trace contextRef="#ctx0" brushRef="#br0" timeOffset="191958.08">15129 10533 15663 0,'3'0'1392'0,"-1"0"-1120"16,0 1-272-16,0-1 0 0,-1 0 2944 0,2 0 544 15,-3 0 96-15,0 0 32 0,23-1-1072 0,-11-1-224 16,1-1-32-16,0-1-16 0,0-1-1536 0,1 0-304 16,0-2-64-16,-1 0-16 0,1 0-144 0,-1-2-16 15,1-1-16-15,-2 0 0 0,1 1-176 0,-3 0 0 16,0-2 0-16,-2 2 128 0,-4 0-128 0,1 1 0 15,-2 0 0-15,-2 1 0 0,-1-1 0 0,-3 1 0 0,-2 0 0 0,-1 3 0 16,-4 1 0-16,-3 1 0 0,-1 2 0 0,-2 4 0 16,1 1 0-16,-1 2 0 15,0 1 0-15,2 3 0 0,1 1 0 0,0 2 0 0,1 3 0 0,0-3 0 16,3 1 416-16,1 2 160 0,0-1 16 0,4 3 16 16,4-19-160-16,-3 32-48 0,3-32 0 0,0 0 0 15,18 36-128-15,-18-36-16 0,0 0-16 0,46 19 0 16,-46-19-96-16,38 1-16 0,-17-2 0 15,1-1 0-15,1-3-128 0,2-2-176 0</inkml:trace>
  <inkml:trace contextRef="#ctx0" brushRef="#br0" timeOffset="199318.65">15993 10486 6447 0,'-1'0'576'0,"1"-2"-576"0,0 2 0 0,0 0 0 16,0 0 1296-16,1-2 160 0,-1 4 16 0,1-4 16 16,1 1 1008-16,0 1 192 0,1-2 32 0,-1 0 16 15,0 1-416-15,1-1-80 0,-1 0 0 0,1 0-16 0,0-1-528 0,-1 0-96 16,1 1-32-16,0-2 0 0,1 1-576 0,-1-2-112 15,1 1-32-15,-1-1 0 0,0-1-528 0,-2 0-96 16,0 1-32-16,0-1 0 16,-1 1-192-16,-1 0 0 0,0-2 0 0,0 2 0 0,-2-2 0 0,0 2 0 15,-2 1 0-15,0 1 0 0,-1 0 0 0,-1 3 0 16,-2 0 0-16,0 3 0 0,-1 2-160 0,0 1 32 16,-1 3 0-16,-1 2 0 0,0 1-48 0,-1 3 0 15,1 0 0-15,2 2 0 0,1 0 176 0,0 1 0 16,1 2-144-16,-2 1 144 0,3 2 0 0,-1 0-176 0,2 0 176 15,2-2-128-15,2-4 128 0,2-17-128 16,2 29 128-16,-2-29-128 0,0 0 128 0,0 0 0 16,0 0 0-16,0 0 0 0,37 23 0 0,-27-31 0 0,1 0 0 0,2-2-128 15,-1-2 128-15,2-2-192 0,0-1 192 0,0-1-192 16,0 1 192-16,-1-1-192 0,1 0 192 0,-2 1-192 16,0-2-288-16,-1 3-64 15,-1 0-16-15,-3 2 0 0,-1 0 160 0,0 3 16 16,-2 2 16-16,-2 2 0 0,-1 2 368 0,-1 1 0 0,0 4-144 0,-1-1 144 15,0 3 0-15,-2 0 192 0,1-1-16 0,-1 3-16 16,0 0 352-16,0 2 64 0,0-1 0 0,0 2 16 16,0 3-144-16,1-3-16 0,1-2-16 0,2 3 0 0,0-2-80 0,-1-8-16 15,0 0 0-15,0 0 0 0,0 0-64 0,0 0 0 16,26 39-16-16,-26-39 0 0,0 0-240 16,0 0 0-16,38 4 0 0,-24-7 0 15,0-2 0-15,1 0 0 0,-2 0 0 0,1-2 0 16,1-3-448-16,0 2-192 0,0 0-48 0,1-2-10512 15,0 1-2112-15</inkml:trace>
  <inkml:trace contextRef="#ctx0" brushRef="#br0" timeOffset="199568.27">16465 10403 4607 0,'5'-3'400'0,"-1"1"-400"16,-2 0 0-16,-2 2 0 0,-1 0 2912 0,1-2 496 0,1 0 112 0,0-1 0 16,0 0-64-16,-1 1 0 0,-2 0-16 0,-3 2 0 15,-2 2-1456-15,-1 0-304 0,-1 1-48 0,-3 4-16 16,-1 0-688-16,-1 2-144 0,-1 1-16 0,-1 2-16 15,0 0-368-15,0 2-80 16,1-2-16-16,1 2 0 0,1-1-288 0,3 0 128 16,1 1-128-16,4 0 0 15,1 0 256-15,2 1-64 0,2-15-16 0,0 0 0 0,9 41-48 0,-9-41-128 0,0 0 192 0,0 0-64 0,43 30-128 16,-43-30 0-16,0 0 0 0,48 8 128 16,-48-8-128-16,37-3 0 0,-19 0 0 0,2-3 0 15,0-2-192-15,0-1-128 0,3-1-32 0,-1-4 0 16,1-3-2080-1,0 1-432-15</inkml:trace>
  <inkml:trace contextRef="#ctx0" brushRef="#br0" timeOffset="199825.71">16769 10272 14735 0,'-2'-8'640'0,"-1"4"160"0,0 0-640 0,0 2-160 16,2 2 0-16,0 2 0 16,-1-2 2688-16,-2 2 512 0,-2 1 112 0,-3 4 16 15,-2 2-448-15,-1 1-64 0,0 4-32 16,-1 0 0-16,0 3-1376 0,0 0-288 0,1 4-48 0,1 0-16 15,0 0-672-15,1 1-144 0,3-1-32 0,0-2 0 16,2 3-208-16,1-6 128 0,1 3-128 0,3-19 0 16,0 31 0-16,0-31 0 0,0 0 0 0,0 0 0 15,22 40 0-15,-22-40 0 0,0 0 0 0,0 0 0 16,44 12 0-16,-31-16-288 0,0-2 64 0,0-1 16 16,0 0-512-16,-2-2-112 15,0 0 0-15,-1 0-16 0,0-2-784 0,-2 2-160 0,2-3-16 0,-4 1-16 16,0 1-608-16,-2-1-112 0,0-1-16 0,-3-1-16 15,-2 1-256-15,-3 0-48 0,0 0-16 0,-5 0-3888 16</inkml:trace>
  <inkml:trace contextRef="#ctx0" brushRef="#br0" timeOffset="200014.72">16540 10426 6447 0,'-3'1'576'0,"2"1"-576"16,1-2 0-16,-1 0 0 0,0 0 2304 0,-5 2 368 16,-1 1 64-16,0-2 16 0,1 0 640 0,2-1 144 15,5 0 32-15,3-2 0 0,3-3-768 0,4 2-160 16,1-3-16-16,4 1-16 0,2-2-1504 0,2 0-288 0,5 0-64 0,0-2-16 15,1-1-448-15,0 1-96 0,0-1 0 0,-2 0-16 16,-1 3-176-16,-3-2 0 0,-2 1 0 0,-2 2 128 16,-1 0-128-16,-1 0-272 0,0 1 64 0,-1 2-18272 15</inkml:trace>
  <inkml:trace contextRef="#ctx0" brushRef="#br0" timeOffset="200156.82">16959 10296 2751 0,'2'0'256'0,"1"-1"-256"0,0 0 0 0,1-1 0 16,-1 0 5296-16,0 1 1008 0,1-1 208 0,2-1 32 0,5-3-2624 0,3-2-528 15,1-1-96-15,1 0-32 0,-2 1-2112 0,-2 1-416 16,0 1-96-16,-3 0 0 0,1 2-640 0,-2 1 0 16,-1 1 0-16,1-1-11872 15,-2 1-2464-15</inkml:trace>
  <inkml:trace contextRef="#ctx0" brushRef="#br0" timeOffset="200368.85">17057 10379 23039 0,'2'3'1024'0,"-1"-1"192"0,0-1-960 0,-1 0-256 0,0 1 0 0,-1-1 0 16,0 1 1952-16,0 3 352 0,-2-1 64 0,-1 6 0 15,0 0-320-15,-4 2-80 0,1 2-16 0,-1 0 0 16,-2 0-1152-16,1 2-224 0,0-1-64 0,0-1 0 15,1 1-368-15,2-1-144 0,-1 0 0 0,2-2 144 16,2 2-144-16,3-14-256 0,0 0 64 0,-1 26 16 16,1-26-1552-16,0 0-304 0</inkml:trace>
  <inkml:trace contextRef="#ctx0" brushRef="#br0" timeOffset="201126.29">17238 10406 19343 0,'4'-5'848'0,"-1"2"192"0,-1 2-832 0,-1 0-208 0,-1 1 0 0,-1 0 0 0,0 1 2112 0,-1 0 368 0,0 2 80 0,-4 2 0 0,-1 2-448 0,-3 4-80 0,-2 1-32 0,-1 2 0 0,1 5-832 0,0-2-160 15,0-1-48-15,2 2 0 0,2-2-608 0,3-2-128 0,5-14-32 16,-4 26 0-16,4-26-192 0,0 0 0 16,0 0 0-16,0 0 0 0,0 0-160 0,32 33-32 0,-24-35 0 0,2-1 0 31,1-1-256-31,1-3-48 0,0 2-16 0,-1-5 0 15,2 1 64-15,0-2 0 0,0-1 0 0,0 0 0 0,-1 0 16 0,-2 0 16 0,-1 0 0 16,-1 1 0-16,-4 1 192 0,-1 2 32 16,-2-1 16-16,-3-3 0 0,-3 5 176 0,0-2 0 0,-3 1 0 0,-1 2 128 15,-1 3 160 1,-2 0 32-16,-2 3 16 0,-1 0 0 0,-1 3 240 0,1 2 64 0,0 1 0 16,1 2 0-16,1 1-256 0,1-2-32 0,2 3-16 0,-1-1 0 0,4-2 32 0,1 1 0 31,1-2 0-31,2-2 0 0,1 0-224 0,2-2-144 0,2 0 192 15,1-2-192-15,2-2 0 0,-1 1 0 16,3-2 0-16,0-2 0 0,3 0 0 0,1-4 0 0,1 1 0 0,0 0 0 16,1-1 0-16,0 0 0 15,0 1-192-15,-1-1 192 0,2 0-144 0,-1 1 144 16,2 0-128-16,1 1 128 0,0 0 0 0,1 2 0 0,-1-2 0 0,1 3 0 16,1-1 0-16,-1 1 0 0,1 1 0 0,-2 0 0 15,-3 1 0-15,-13 2 0 0,25-1 0 16,-25 1 128-16,0 0 80 0,0 0 32 0,0 0 0 0,0 0 0 15,0 0-80-15,0 0-16 0,20 39 0 0,-27-28 0 16,0 1-144-16,-1-1 0 0,-3 4 0 0,2-1 128 16,-1 0-128-16,1-2 0 0,-1 0 0 0,3 0 128 15,1 0-128-15,0-3 0 0,1 1 0 0,2-1 128 16,0-2-128-16,1-2 0 0,2-5 0 0,0 0 0 16,0 0 0-16,0 0 0 0,0 0 0 0,0 0 0 0,0 0 0 0,22-6 0 15,-13-2 0-15,-1 1 0 0,0-3 0 0,2 1 0 16,-1-1 0-16,1-1 0 0,0-1 0 0,1 0 0 15,1 0 0-15,-1 0 0 0,2 0 0 0,0 0 0 16,0 1 0-16,-1 1 0 16,0 3 0-16,0-2 0 0,-2 4 0 0,1-2 0 0,-2 4 0 0,0 1 0 15,-1-1 0-15,-1 1 0 0,2 2 0 0,-3 1 0 16,-6-1 0-16,0 0 0 0,0 0 0 0,0 0 128 16,0 0-128-16,0 0 0 0,23 40 128 0,-23-40-128 0,-5 23 128 15,1-11-128-15,0 3 144 0,-3 1-144 0,0-2 160 16,0 2-160-16,0-1 128 0,-2-1-128 0,2 1 0 15,0-1 144-15,0 0-144 0,0-2 0 0,0-3 0 0,2 0 0 16,1 1 0-16,0-5 0 16,2 2 0-16,1-5 0 15,0 1-384-15,1-1-48 0,1 0-16 0,1-1-17920 0</inkml:trace>
  <inkml:trace contextRef="#ctx0" brushRef="#br0" timeOffset="201522.42">17244 10472 7247 0,'-2'-2'144'0,"-1"1"48"0,1 1 0 0,0 0 32 0,1 0-224 0,0 0 0 16,0 0 0-16,-1 0 0 0,0 0 1632 0,-3 0 288 0,0 0 48 0,1 1 16 16,-1 1-368-16,1-1-64 0,2 0-16 0,-1 1 0 0,1 1-944 0,1 0-192 15,0 1-32-15,1-2-9584 16</inkml:trace>
  <inkml:trace contextRef="#ctx0" brushRef="#br0" timeOffset="202438.28">18356 10345 3679 0,'3'-3'320'0,"-2"0"-320"16,1 1 0-16,0 1 0 0,-1-1 2288 0,0 2 384 15,-1-1 80-15,1 0 0 0,1-3 304 0,0 0 48 16,0 1 16-16,0 0 0 0,-1 1-672 0,-1 1-128 15,-1-1-16-15,0 2-16 0,-2 0-864 0,0 0-160 16,1 3-48-16,-2 1 0 0,-2 0-608 0,-1 2-128 16,-1 0-32-16,0 3 0 0,-1 0-256 0,0 2-64 15,0 3-128-15,0-1 192 0,1 3-192 0,-2 0 0 0,1 1 0 0,1 3 0 16,0 0 0-16,1-1 0 0,2-2 0 0,5-17 0 16,-4 33 128-16,4-33-128 0,0 0 0 0,0 0 144 15,13 40-144-15,-13-40 0 0,0 0 0 0,0 0 0 16,37 2 0-16,-24-8 0 15,1-4 0-15,1-2 0 0,-1 2 0 0,-1-3-176 0,2 0 176 0,-1-3-192 16,-1-2 64-16,0 0 0 0,-2 2 0 0,-3-1 0 16,-1 1 128-16,-4 2-208 0,-2 2 80 0,-4 2 128 15,-2 1-176-15,-2-1 176 0,-2 4-128 0,-4 2 128 16,-1 0 0-16,-3 4 0 0,-2 0 0 0,2 2 0 0,1 0 0 0,-1 4 0 16,2 0 160-16,0 2-160 0,1 1 0 0,2 0 128 15,2 0-128-15,1-1 0 16,4-1-432-16,2-1-128 0,3-1-16 0,0-5-16016 15</inkml:trace>
  <inkml:trace contextRef="#ctx0" brushRef="#br0" timeOffset="202836.72">18884 10132 20271 0,'2'-8'896'0,"-1"2"192"0,-1 3-880 0,-1 0-208 0,-1 2 0 0,-1-1 0 15,0 2 1472-15,-2-3 240 0,-3 1 48 0,-5 0 16 16,-1 0-288-16,-2 2-48 0,0 0-16 0,1 2 0 16,1 0 64-16,0 3 16 0,3-2 0 0,0 1 0 15,0 1-832-15,1 0-160 0,1 1-48 0,-1-1 0 16,3 0-272-16,-1 2-64 0,2-2-128 0,-1 2 192 16,1 0 0-16,0 1-16 0,1 1 0 0,0 0 0 15,5-9-16-15,-6 19 0 0,6-19 0 0,0 0 0 16,-4 36-160-16,4-36 0 0,2 35 0 15,-2-35 128-15,5 38-128 0,-5-38 0 0,7 46 0 0,-7-46 0 0,10 50 0 0,-10-50 0 16,8 55 128-16,-8-55-128 0,5 58 0 0,-5-58 0 16,0 61 0-16,-2-31 128 0,-2 0-128 0,-3-2 0 15,0-1 0-15,-2-2 0 0,0-1 0 0,-1-2 0 16,-1-4 128-16,0-3-128 0,0-1 0 16,0-2 0-16,-1 2 0 0,-1-5 128 0,1 1-128 0,-1-3 128 15,0-2-128-15,0-1 128 0,-1-1-128 0,0-3 0 16,1 0 0-16,0-3 0 31,0-1-272-31,2-5-144 0,1-1-32 0,1-2-17472 0</inkml:trace>
  <inkml:trace contextRef="#ctx0" brushRef="#br0" timeOffset="203010.09">18479 10379 28559 0,'0'0'1264'0,"0"0"272"16,0 0-1232-16,36 8-304 0,-31-7 0 0,1-1 0 0,-6 0 1792 0,0 0 288 0,45 3 64 0,-15-3 16 15,5-4-784-15,2 1-160 0,-1-2-16 0,-3-2-16 0,0 0-672 0,-3 0-144 16,-2-3-32-16,-1 3 0 16,-2-2-208-16,-1-1-128 15,-1 3 128-15,-1 0-18768 0</inkml:trace>
  <inkml:trace contextRef="#ctx0" brushRef="#br0" timeOffset="204747.29">19312 10149 3679 0,'-1'-5'320'0,"0"1"-320"0,1 0 0 0,0 3 0 16,1-1 3200-16,0 1 576 0,-1 1 128 0,2-2 0 15,0-2-1008-15,1 1-208 0,1-2-32 0,-2 3-16 16,0 0-784-16,-1 2-144 0,0 1-48 0,-1 2 0 15,-1 3-816-15,-1 2-160 0,2-8-48 0,-5 22 0 16,5-22-416-16,-8 29-96 0,4-12 0 0,4-17-128 16,-7 34-192-16,7-34-160 0,-2 32-32 0,2-32 0 31,0 0-1200-31,6 35-240 0,-6-35-48 0,0 0-11632 0</inkml:trace>
  <inkml:trace contextRef="#ctx0" brushRef="#br0" timeOffset="204921.19">19489 10088 17503 0,'1'-5'768'0,"-1"0"176"0,1 3-752 0,-1 2-192 16,0 0 0-16,0 0 0 0,0 2 1968 0,-1 0 352 16,0 4 80-16,-2 2 16 0,3-8-96 0,-7 27-16 15,3-8 0-15,-1-3 0 0,0 4-1344 0,5-20-288 16,-6 35-48-16,6-35-16 0,0 0-608 0,2 43-288 16,-2-43 32-16,0 0-15808 0</inkml:trace>
  <inkml:trace contextRef="#ctx0" brushRef="#br0" timeOffset="205301.07">19723 10412 24879 0,'7'-4'1088'0,"-3"1"256"0,1-2-1088 0,-1 3-256 0,-2 0 0 0,-1 0 0 0,0 0 1728 15,2-1 272-15,2-1 64 0,0-2 16 16,1-1-736-16,-1 0-128 0,-2 2-48 0,-1 3 0 0,0 0-544 0,-2 2-112 16,-1 2-32-16,-1 0 0 0,0 4-256 0,-1 2-48 15,-1 2-16-15,-1 2 0 0,5-12-160 0,-6 28 0 16,6-28 0-16,-6 32 0 0,6-32 0 0,-2 37 0 16,2-37 0-16,0 40 0 0,0-40 0 0,5 36 0 15,-5-36 128-15,0 0-128 0,16 49 0 0,-16-49 0 16,0 0 0-16,23 32 0 0,-23-32 0 0,0 0 128 15,0 0-128-15,35 4 0 0,-25-10 192 0,-1-2-32 0,0-2-16 0,0 1 0 16,0-3 48-16,-1 0 0 0,1-6 0 0,0 1 0 16,0-4-64-16,-3 2 0 0,0-1 0 0,0 0 0 15,-3 2-128-15,0 2 0 0,-1 2 0 0,-1 2 0 16,0 2 0-16,-1 3-256 0,0 2 48 0,0 2 0 31,0 2-1504-31,0 1-288 0,0 0-64 0,0 2-13696 0</inkml:trace>
  <inkml:trace contextRef="#ctx0" brushRef="#br0" timeOffset="205602.38">19972 10462 3679 0,'1'2'320'0,"0"-2"-320"0,-1 0 0 0,0 0 0 16,1 0 2592-16,2 3 448 0,-3-3 96 0,0 0 0 0,0 0 288 0,39 9 48 15,-39-9 16-15,32-2 0 16,-17 0-1456-16,0-1-304 0,1-4-48 0,-1 3-16 0,1-4-704 0,-1 1-128 16,-1-2-48-16,1-1 0 0,-2 1-448 0,0-1-80 15,0 1-32-15,-1-2 0 0,-1 0-224 0,-1 2 0 16,-3-2 0-16,-2 2 0 15,-2 0-176-15,-3 0-16 0,0 0-16 0,-5 1 0 16,-1 4-384-16,-3 1-80 0,-2 1-16 0,-3 7 0 31,-2-1 16-31,-1 6 0 0,-3 3 0 0,-1 2 0 0,0 2 272 0,-1 0 48 0,3 1 16 0,0 2 0 0,4-2 336 0,2 0 288 0,2 0-48 0,2 1-16 16,1 0 800-16,2 0 144 16,6-19 48-16,-4 31 0 0,4-31 128 0,0 0 16 0,0 0 16 0,25 36 0 15,-25-36-800-15,0 0-176 0,36 9-16 0,-36-9-16 16,26-2-208-16,-13-1-32 0,1-1-128 0,-1-2 192 15,1 2-192-15,-1-5 0 16,1 1 0-16,-1 0-12496 0,1-1-2480 16</inkml:trace>
  <inkml:trace contextRef="#ctx0" brushRef="#br0" timeOffset="206015.29">20352 10367 9439 0,'-9'0'192'0,"2"0"64"0,2 1 0 0,1 1 16 0,2-2-272 0,1 1 0 31,0 0 0-31,-1 1 0 0,-1 1 1472 0,-2 0 256 16,1 2 32-16,2-1 16 0,0 1 304 0,1-2 64 15,2 0 16-15,1-2 0 0,0 1-112 0,3-2-32 0,1 0 0 0,0-3 0 16,2 1-640-16,2 0-128 0,1-2-32 0,1 0 0 15,1 1-816-15,1 0-160 0,-1 0-48 0,0 1 0 16,-13 2-64-16,0 0-128 0,30 8 176 0,-30-8-176 16,0 0 176-16,0 0-176 0,22 35 160 0,-22-35-160 15,0 0 0-15,3 38 128 0,-3-38-128 0,-4 29 0 16,4-29 0-16,-9 30 0 0,1-14 0 0,0 1 0 16,-2-4 0-16,2 0 0 0,0-1 0 0,0-2 0 15,2-1 256-15,-1-4-32 0,2-1-16 0,0-1 0 0,2-1 272 16,1-2 48-16,0-3 16 0,2-1 0 0,0-3-160 0,2 0-16 15,1-3-16-15,2-2 0 0,1-2-128 16,3 0-32-16,0-2 0 0,1-1 0 0,1 0-192 0,1-2 0 16,1 0 0-16,0 1 0 0,1 0 0 0,-1 1 0 15,1 2 0-15,-2 0 0 16,0 1-416-16,-1 3-128 0,1 2-32 0,-2 0-11328 16,-1 3-2256-16</inkml:trace>
  <inkml:trace contextRef="#ctx0" brushRef="#br0" timeOffset="206475.44">20632 10348 5519 0,'0'0'496'0,"1"0"-496"0,0 0 0 0,-1 0 0 16,1 0 2304-16,0 0 384 15,0 0 64-15,1 0 0 0,0 1 464 0,0 1 96 0,1 0 16 0,0-1 0 16,-1 3-768-16,-2-4-128 0,0 0-48 0,0 0 0 16,0 0-1120-16,4 34-240 0,-4-34-32 0,0 0-16 15,3 35-672-15,-3-35-144 0,0 0-32 0,0 0 0 16,13 43-128-16,-13-43 0 0,0 0 0 0,0 0 0 15,0 0 0-15,32 30 0 0,-32-30 0 0,0 0 0 0,25-1-384 0,-16-2-16 16,-1-2 0-16,1 0 0 31,0-2-1584-31,-2 0-304 0,2-3-64 0,-2 1-16 0,1 0-560 0,-3-1-112 0,0 0-32 0,-2-1 0 16,0 1 1296-16,-1-1 256 0,-1 1 48 0,0-2 16 0,0 1 1296 0,-2 0 160 16,1 0 224-16,0 1-48 15,0 1 2256-15,-1 1 448 0,2 4 80 0,-2-1 32 0,1 5-144 0,0 0-32 16,0 2 0-16,0-1 0 0,-1 3-1248 0,1-4-256 15,0 0-48-15,0 0-16 0,0 0-656 0,0 0-128 16,-4 36-16-16,4-36-16 0,0 0-192 0,-3 36-48 0,3-36 0 0,-3 35 0 16,3-35-192-16,-4 43 0 0,4-43 128 15,-3 49-128-15,3-49 0 0,-4 56 0 0,2-24 0 0,-2 1 0 16,2 3 128-16,-2-3-128 0,-1 0 0 0,-1-2 0 16,-1 0 144-16,0-5-144 0,-1 0 128 0,0-2-128 15,0-1 0-15,0-4 0 0,0-2 128 0,-1-2-128 16,3-3 0-16,-2-3 0 0,0-2 0 0,-1-3 0 15,-1-3 0-15,-3-2 0 0,-4-1 0 0,-3-3 0 16,-3-2-432-16,-1-3-64 16</inkml:trace>
  <inkml:trace contextRef="#ctx0" brushRef="#br0" timeOffset="206822.79">21093 10027 18431 0,'1'-1'1632'0,"-1"1"-1312"0,0 0-320 0,0 1 0 0,0 0 1680 0,-1 0 272 0,0 3 48 0,-1 1 16 15,0 2 320-15,-2 2 64 0,-1 3 16 0,0 2 0 16,-1 3-1296-16,0-2-256 0,6-15-48 0,-12 33-16 0,6-17-448 0,6-16-96 31,-8 29 0-31,8-29-16 0,0 0-240 0,-5 28-208 16,5-28 32-16,0 0-11024 15,0 0-2224-15</inkml:trace>
  <inkml:trace contextRef="#ctx0" brushRef="#br0" timeOffset="206969.64">21214 10071 13823 0,'-4'5'1216'0,"1"-3"-960"0,0 3-256 0,1-2 0 15,0 1 2304-15,0-2 400 0,-2 3 96 0,-1 4 16 16,-4 4-144-16,-2 5-32 0,-1 1 0 0,0 3 0 15,1-6-1296-15,3 1-256 0,1-3-48 0,7-14-16928 16</inkml:trace>
  <inkml:trace contextRef="#ctx0" brushRef="#br0" timeOffset="208530.92">21205 10728 23951 0,'0'0'2128'0,"0"0"-1696"0,0 0-432 16,0 0 0-16,0 0 1216 0,0 0 144 0,0 0 48 0,0 0 0 16,0 0-288-16,32 36-48 0,-32-36-16 0,0 0 0 15,0 0-224-15,2 40-64 0,-2-40 0 0,-8 15 0 16,4-9-288-16,-2 1-64 0,1-2-16 0,-2 2 0 16,1-5-544-16,-1 1-112 0,1-1-32 0,-1-2-15888 15</inkml:trace>
  <inkml:trace contextRef="#ctx0" brushRef="#br0" timeOffset="209257.14">21775 10413 16575 0,'2'-4'736'0,"-1"1"160"16,-1 2-720-16,0-1-176 0,0 0 0 0,0 2 0 0,0 0 1616 0,1 0 304 16,-1 2 48-16,0-2 16 0,0 2-80 0,-1 1-16 15,-1 1 0-15,-1 1 0 0,0 1-608 0,-1 3-112 16,4-9-16-16,-8 26-16 0,8-26-512 0,-11 35-112 16,4-16 0-16,7-19-16 0,-12 42-320 0,12-42-176 15,-10 41 192-15,10-41-192 0,-9 40 128 0,9-40-128 16,-6 31 0-16,6-31 0 0,0 0 0 0,0 0 0 15,0 0 0-15,0 0 0 0,0 0 0 0,0 0 0 16,0 0 0-16,0 0 0 0,0 0-240 0,35 10 48 16,-26-20 16-16,-1 0 0 15,1 1-272-15,1-3-48 0,1-4-16 0,2 1 0 16,1-3-112-16,0 1-16 0,1-1-16 0,-2 0 0 16,1-1-48-16,0 1-16 0,-2 1 0 0,0 2 0 0,0 3 544 0,-3 3 176 0,-1 2 0 0,-1 2 0 15,-2 3 400-15,-2 0 192 0,0 4 48 0,-3 0 0 16,0-2 240-16,0 0 48 0,0 0 16 0,-9 31 0 15,9-31-240-15,-8 24-32 0,8-24-16 16,-9 28 0-16,9-28-400 0,-9 31-64 16,9-31-32-16,-4 31 0 0,4-31-160 0,0 0 0 0,3 42 0 0,-3-42 128 15,0 0-128-15,0 0 0 0,21 36 0 0,-21-36 128 0,0 0-128 16,27 5 0-16,-17-8 0 0,1-3 0 0,0-2 192 0,1-1 0 16,1 0 0-16,0-1 0 0,-1-2 80 0,0-1 32 15,1 0 0-15,-1-1 0 0,-2 0-64 0,-1-1-16 16,-2 2 0-16,-3 1 0 0,0 0-96 0,-2 0-128 15,-1 2 176-15,-1 0-176 16,-2 2 0-16,-1 2 0 0,0 2 0 0,0 1 0 0,1 1 0 0,-2 2 0 16,1 2 0-16,0-1 0 15,2 3-1200-15,1-4-144 0</inkml:trace>
  <inkml:trace contextRef="#ctx0" brushRef="#br0" timeOffset="209579.08">22190 10493 4607 0,'0'0'400'0,"0"0"-400"0,0 0 0 0,0 0 0 15,0 0 2864-15,0 0 480 0,25 3 112 0,-17-3 0 16,3-3 128-16,4 0 32 0,2 0 0 16,1-2 0-16,-1-1-1456 0,-2 0-304 15,0 0-48-15,-1 0-16 0,-1-2-944 0,-1 1-192 16,0 0-32-16,-2-2-16 0,-1 2-480 0,-2-3-128 16,-1 0 0-16,-2 1 0 0,-1 0 0 0,-1-1 0 0,-3 1 0 0,-1 0 0 31,-1 3 0-31,-4-1 0 0,-1 2 0 0,-3 3-128 0,-2 4 128 0,-2 1-192 0,-2 2 192 0,-2 2-192 15,3 1 192-15,-1 1-160 0,1 0 160 0,1 1-160 0,2 3 352 16,-1 0 64-16,-1 3 0 0,3 1 16 0,1-1 144 0,0 1 32 31,1 3 0-31,3-2 0 0,7-18-128 0,-11 33 0 0,11-33-16 0,-4 29 0 16,4-29-32-16,0 0 0 0,0 0 0 0,0 0 0 0,24 42-80 16,-24-42-32-1,0 0 0-15,34 7 0 0,-34-7-160 0,29 0 0 16,-13-2 0-16,0-2 128 0,0 0-128 0,1 0-272 15,1-3 64-15,-3 2-12528 16,2-2-2496-16</inkml:trace>
  <inkml:trace contextRef="#ctx0" brushRef="#br0" timeOffset="210067.31">22928 10401 6207 0,'7'2'128'0,"-4"-2"48"0,-1 0 0 0,1 0 0 0,-1 0-176 0,-1-2 0 16,1 1 0-16,1 1 0 0,0-2 2480 0,1 0 464 16,2-2 80-16,-2 0 32 0,1 0-1088 0,-2-1-224 15,0 0-32-15,-2-1-16 0,0 0-416 0,0 0-64 0,-1 1-32 16,-1-2 0-16,0 2-160 0,0-1-48 0,-2 1 0 0,0-1 0 16,-1 4 112-16,1-2 32 0,-2 3 0 0,-1 1 0 15,0 0-192-15,-1 3-32 0,1 0-16 0,-1 1 0 16,1 3-240-16,-2-2-64 0,-1 4 0 0,-1 3 0 15,1 0-320-15,-1 2-80 0,-1-1-16 0,2 2 0 16,1 0-160-16,-1 1 0 0,9-16 0 0,-14 34 128 16,14-34-128-16,-9 33 128 0,9-33-128 0,0 0 128 15,-4 40 0-15,4-40-128 0,0 0 192 0,0 0-64 16,15 36-128-16,-15-36 0 0,0 0 0 0,0 0 0 0,35 9 0 16,-25-12 0-16,0 1 0 0,1-2 0 0,0-1-208 0,2-2-32 15,0 0 0-15,-1 0 0 16,2-1-672-16,0-1-144 0,1 0-32 0,0 0-10336 15,0-2-2080-15</inkml:trace>
  <inkml:trace contextRef="#ctx0" brushRef="#br0" timeOffset="210759.09">23205 10379 6447 0,'4'-4'576'0,"-2"3"-576"16,1-1 0-16,-2 2 0 0,0 0 2432 0,0-1 384 0,2-2 80 0,2 0 16 15,2 0-112-15,-1-3-32 0,2 1 0 0,-3 0 0 16,0 3-464-16,-2-3-112 0,-1 2-16 0,-2 0 0 15,0 2-896-15,-1-3-192 0,-1 1-48 0,-3 0 0 16,0 2-464-16,0 0-112 0,-2 1-16 0,-1-2 0 16,-1 4-160-16,-1 0-32 0,-1 3-16 0,0 0 0 15,1 2-240-15,0 0 0 0,1 5 128 0,-2-3-128 16,3 3 0-16,0-2 0 0,8-10 0 0,-15 23 0 16,15-23 0-16,-13 22 0 0,13-22 0 0,-10 24 0 15,10-24 0-15,0 0 0 0,-9 33 0 0,9-33 0 16,0 0 0-16,0 0 0 0,-1 40 0 15,1-40 0-15,0 0 0 0,0 0 0 0,0 0 0 0,0 0 0 0,33 24 0 0,-24-25 0 16,1-3 0-16,1-3 0 16,1 2-704-16,1-5-144 0,1-1-32 0,-1-1 0 15,1 0-976-15,-2-2-192 0,-1 2-32 0,0-2-16 16,-3 2 992-16,-1-2 192 0,0 2 32 0,-2-2 16 0,-2 2 560 0,-1 2 112 16,-2-2 32-16,-1 3 0 0,-2 2 736 0,1 1 160 15,-2 3 32-15,-1 2 0 0,1 2 608 0,-2 3 128 16,0 3 32-16,6-7 0 0,-11 18-384 0,11-18-64 15,-11 26 0-15,11-26-16 0,-11 30-560 0,11-30-96 0,-8 35-32 0,8-35 0 16,0 0-96-16,-2 45-32 0,2-45 0 0,0 0 0 31,0 0-32-31,22 36-16 0,-22-36 0 0,0 0 0 0,29 7-208 0,-18-7 0 0,3-5 0 0,2 0 0 16,1-2 0-16,2-4-208 0,0 1 32 0,1-4 16 31,-1 2-1472-31,0-2-288 0,0 0-64 0,0-1-16 0,0-2-1728 16,0 0-352-16,-1-1-64 15,-1-1-16-15,-1 0-80 0,0-2-32 0,-1-3 0 0,0 0 0 0,-2 0 3408 0,-1 1 672 0,-1 2 192 0,0-2 0 16,-1 1 304-16,-3 5 80 0,-1 5 32 0,-2 3 32 16,-2 4 2032-16,0 0 400 0,-2 5 96 0,-2 0 16 0,2 0 464 0,-7 7 80 15,1 0 32-15,-1 3 0 0,-1-1-1200 0,8-9-224 32,-18 26-48-32,8-12-16 0,-1 1-960 0,-1 2-192 0,0 1-32 0,0 2-16 0,1-2-368 0,2 1-80 15,0-1-16-15,9-18 0 0,-12 32-176 0,12-32-48 16,0 0 0-16,-7 36 0 0,7-36-192 0,0 0 0 15,0 0 128-15,0 0-128 0,0 0 0 0,18 37 0 16,-18-37 0-16,0 0 0 0,0 0-176 0,0 0-16 16,22 4-16-16,-17-5 0 15,-1-1-896-15,1-1-176 0,1 1-48 0,-1-3-15552 0</inkml:trace>
  <inkml:trace contextRef="#ctx0" brushRef="#br0" timeOffset="210995.68">23803 10092 18191 0,'1'-4'384'0,"-1"1"96"0,0 1 16 0,-1 2 32 0,1 0-528 0,-1 0 0 0,-1 2 0 0,-1 1 0 16,-2 3 3136-16,-3 4 528 0,-2 4 112 0,-3 5 0 15,-1 2-1568-15,0 3-320 0,-1 5-64 0,-2-1-16 32,1 1-864-32,1-1-176 0,1 0-48 0,1-1 0 15,3-3-400-15,1-1-64 0,9-23-32 0,-10 37 0 16,10-37-80-16,0 0-16 0,-2 41 0 0,2-41 0 0,0 0-128 0,0 0 128 15,0 0-128-15,27 31 128 0,-27-31-128 0,17 0 0 16,-8-2 0-16,2-3 128 0,1 1-128 0,0-2 0 16,2 0-160-16,0-2 160 15,1 1-640-15,-1-1-16 0,0 2-16 0,1-1-11456 16,1 0-2288-16</inkml:trace>
  <inkml:trace contextRef="#ctx0" brushRef="#br0" timeOffset="211327.67">24180 10192 17503 0,'-1'1'1552'0,"1"0"-1232"0,0-1-320 0,0 0 0 15,0 0 3248-15,0 0 592 0,0 0 112 0,0 0 16 0,0 0-1088 0,0 0-240 16,0 0-32-16,0 0-16 0,27 10-1696 0,-18-12-320 16,0-1-80-16,0 0-16 15,1-1-352-15,-1-1-128 0,0-2 0 0,-1 2 144 0,-2 0-304 0,0 1-64 16,-3 0-16-16,0 1-12368 15,-2 0-2496-15</inkml:trace>
  <inkml:trace contextRef="#ctx0" brushRef="#br0" timeOffset="211501.3">24158 10303 18431 0,'0'0'400'0,"0"0"96"0,0 0 16 0,0 0 0 0,0 0-512 0,0 0 0 0,0 0 0 15,0 0 0-15,0 0 2768 0,0 0 464 0,0 0 96 0,0 0 0 16,0 0-704-16,0 0-128 0,0 0-48 0,0 0 0 15,0 0-1520-15,-2 43-304 16,2-43-64-16,-12 20-16 0,12-20-544 0,-13 22 0 0,13-22 0 0,-13 24 0 31,13-24-576-31,0 0-160 0,-12 29-32 0,12-29-16768 0</inkml:trace>
  <inkml:trace contextRef="#ctx0" brushRef="#br0" timeOffset="211803.47">24483 10119 13823 0,'0'2'1216'0,"-1"-2"-960"15,1 0-256-15,0 0 0 0,0 0 4224 0,0 0 784 16,0 0 176-16,0 0 16 0,0 0-3088 0,-20 40-640 16,20-40-112-16,-24 45-16 0,9-17-1056 0,0-1-288 15,0 1 0-15,-1-2 128 0,2 0-128 0,14-26 0 16,-26 48 0-16,26-48 0 15,-20 42 128-15,20-42-128 0,-13 36 128 0,13-36-128 0,0 0 464 0,-3 40 16 0,3-40 0 0,0 0 0 16,0 0-96-16,32 27 0 0,-32-27-16 0,26 2 0 16,-12-5-368-16,-1-1 128 0,-1 1-128 0,2-1 0 15,1-4 0-15,1-1 0 0,0 0 0 0,-1-1 0 32,-1 0-608-32,0-1-96 0,-2 1 0 0,0-1-16 15,-2 3-1232-15,-2-1-240 0,-2 4-48 0</inkml:trace>
  <inkml:trace contextRef="#ctx0" brushRef="#br0" timeOffset="211959.32">24258 10332 28559 0,'-1'0'2544'16,"1"0"-2032"-16,0 0-512 0,0 0 0 0,0 0 2048 0,0 0 320 16,0 0 64-16,0 0 16 0,21 4-1040 0,-21-4-192 15,26 3-64-15,-10-3 0 0,2-2-720 0,0 1-160 16,-3 1-16-16,0-2-16 0,4 0-240 0,2-3-160 15</inkml:trace>
  <inkml:trace contextRef="#ctx0" brushRef="#br0" timeOffset="214295.91">3347 11600 20271 0,'0'-2'1792'0,"-1"2"-1424"0,0 0-368 0,1 0 0 16,0 0 976-16,-1 1 128 0,1 0 32 0,-1 1 0 16,0 1 96-16,0 3 32 0,1 2 0 0,1 1 0 15,-1-9-208-15,0 0-32 0,11 38-16 0,-11-38 0 16,0 0-624-16,17 38-128 0,-17-38-32 0,0 0 0 16,0 0-688-16,31 34-144 0,-31-34-32 0,0 0-13536 15</inkml:trace>
  <inkml:trace contextRef="#ctx0" brushRef="#br0" timeOffset="214455.93">3536 11524 22111 0,'-3'5'976'0,"2"-2"208"0,0 1-944 0,0 1-240 16,0-2 0-16,0-1 0 0,1 3 1808 0,-2 6 320 16,0 8 64-16,-1 6 16 0,2 5-864 0,1-2-192 15,0-2-16-15,0-26-16 16,8 40-1488-16,-8-40-288 0,0 0-64 0,0 0-16 0</inkml:trace>
  <inkml:trace contextRef="#ctx0" brushRef="#br0" timeOffset="-213601.75">3758 11742 23039 0,'-5'-6'1024'0,"3"1"192"0,1 2-960 0,0 1-256 15,0 2 0-15,0 0 0 0,0 0 1376 0,-1 0 224 16,-2 1 64-16,0 2 0 0,-2 5 48 0,0-1 16 16,0 7 0-16,0 0 0 0,1 5-944 0,0 0-176 15,1 3-32-15,0 0-16 0,0 1-320 0,1-1-64 0,0 1-16 0,-1 0 0 16,1-3-160-16,-1-2 0 0,2 2 0 0,0-4 0 15,2-4 0-15,-1-5 0 0,2 0 128 0,0-7-128 16,1 0 0-16,0-2 160 0,2-3-160 0,0-4 160 16,0-1-160-16,1-3 0 0,1-2 0 0,0-5 0 15,1 2-208-15,-2-1-32 0,0 0 0 0,1-1 0 32,1 0-144-32,-1-1-16 0,1-1-16 0,-2 0 0 0,3 1 128 0,-2-1 32 0,3 6 0 0,-2 2 0 15,1 2 256-15,0 3 0 0,-2 2 0 0,1 2 0 0,-2 2 288 0,2 3 112 16,-2 2 32-16,-5-2 0 0,0 0 256 0,0 0 48 15,0 0 16-15,31 46 0 16,-31-46-384-16,9 35-80 0,-6-14-16 0,-1 2 0 0,-2-3-144 16,-1-1-128-16,-1 1 144 0,-1-2-144 0,0-3 0 0,0-1 128 15,0-2-128-15,-1-2 0 0,1-2 0 0,0-1 0 16,1-2 0-16,0-2 0 16,1-1 0-16,0-4 0 0,1 2 0 0,0-5 0 0,1-1 0 0,1-3 0 15,2 0 0-15,0-3 0 31,2 1-656-31,1-4-32 0,0-2 0 0,1 0 0 0,2-3-448 0,0 1-80 0,1-3-32 0,-1 1 0 32,1 2-352-32,-1 1-64 0,1 3 0 0,-1 1-16 0,0 2 592 0,0 2 112 0,0 1 16 0,-3 2 16 0,0 2 1200 0,-1 5 256 0,-1 0 32 0,0 2 16 15,-1 3 1072-15,-1 2 224 16,-2 1 32-16,0 3 16 0,0 1-560 0,-1 3-96 0,-1 2-32 0,-1-1 0 31,0 3-448-31,-2-1-112 0,1-1-16 0,0 2 0 0,-1-2-320 0,0 0-80 0,1-1-16 0,1-4 0 16,2 0-224-1,0-5 0-15,3 0 0 0,-1-3 0 0,2-1 0 0,0-1 0 16,-1-2 0-16,3-4 0 0,-1 1-784 0,2-4-112 0,0 0 0 0,2-5-16 31,-1 2-1328-31,0-1-272 0,1-1-48 0,-1 0-16 0,1 0-1760 0,1 0-336 0,-1 0-80 0,-2-1-16 16,1 3 3808-16,-2 0 752 0,2 0 208 0,-3 4 0 0,1-1-128 0,-3 3 128 16,1 1-192-16,-2 0 192 15,1 1 960-15,-2 2 272 0,-1 0 48 0,-1 0 32 16,0 2 1504-16,-1 0 320 15,-1-1 48-15,0 3 16 0,-1 1-384 0,-1 2-96 16,1 0-16-16,-3 2 32 0,1 1-944 0,-1 2-192 16,1 0-48-16,1 0 16 0,0 2-880 0,3 0-176 0,0 0-48 0,1-2 16 15,2 2-336-15,1-2-144 0,-1 0 128 0,-1-12-128 16,0 0 0-16,12 36 0 0,-12-36-192 0,0 0 64 16,0 0-64-16,0 0 0 0,30 30 0 0,-30-30 16 15,0 0-16-15,0 0-16 0,36-4 0 0,-26-4 16 16,-3 2-112-16,2-4-16 0,1-3 0 0,0-2 32 15,-1 0-96-15,-1-2-32 16,0 1 0-16,-3 0 16 0,0 1 64 0,-1-2 16 0,-2 3 0 0,-3-2 0 16,-1-1 320-16,-4 0-128 0,0 1 128 0,-5 2 0 0,1 2 0 15,-2 3 0-15,0 4 0 0,-3 3 0 0,0 4 0 0,-2 2 0 16,1 4 0-16,0 1 0 0,2 5 0 0,1-1 0 16,2 1 208-16,1 0-64 0,3-2 48 0,-1 0 0 15,3 2 0-15,1-2 0 0,1-1-64 0,1-1 0 16,2-2 0-16,0-8 0 0,0 0-128 0,0 0 0 15,0 0 0-15,0 0 128 0,0 0-128 0,0 0 0 16,42 9 0-16,-32-15 0 0,2-3 0 0,2 0 0 16,1-1 0-16,-1-1 0 0,1 1 0 0,0 0 0 0,-1-1 0 15,0-1 0-15,-1 1-128 0,0 0 128 0,-1 2 0 0,1 0 0 16,-2 1 0-16,0 2 0 0,-1 0 0 0,-1 4 0 16,1-2 224-16,-3 3 16 0,-7 1 0 0,0 0 0 15,0 0 0-15,0 0 0 16,0 0 0-16,0 0 0 0,31 36-112 0,-31-25-128 0,0-1 176 0,-1 2-176 15,-1 0 144-15,-1 0-144 0,0 0 0 0,0 0 144 16,1 0-144-16,-2 0 0 0,0-1 0 0,1 1 0 16,1-3 0-16,-1 1 0 0,1 0 0 0,0-1 0 15,0 0 0-15,1-2 0 0,0 0 0 0,0-2 0 16,1-2 0-16,0-1 0 0,-1-2 0 0,1-2 0 0,1-1 0 16,0-1 0-16,-1-1 0 0,2-3 0 0,1-1 0 0,0-2 0 15,0 1 0-15,0-2 0 0,2-2 0 0,1 0 0 16,-1-3 0-16,2-2 0 0,-1 2 0 0,1-4 0 15,1 3 128-15,-1 0-128 0,1 4 0 0,-1 2 0 16,2 0 0-16,-1 3 0 0,-1 0 0 0,1 1 0 16,-1 4 0-16,1-3 0 0,-2 4 0 0,-1 1-192 15,-1 0 64-15,0 2 128 16,0 2-960-16,-2-1-64 0,0 0 0 0,0 2-16320 16</inkml:trace>
  <inkml:trace contextRef="#ctx0" brushRef="#br0" timeOffset="-213219.38">4543 11837 15663 0,'-2'5'688'0,"-1"-3"144"0,1 1-656 0,1-1-176 0,0-1 0 0,0 1 0 0,0 0 2592 0,0-1 480 0,0 1 112 0,0 2 16 16,0 1-240-16,1-4-32 0,1 0-16 0,0 1 0 16,2-1-1632-16,2 1-320 0,-5-2-64 0,0 0 0 15,0 0-624-15,0 0-112 0,40 0-32 0,-40 0 0 16,0 0-128-16,34-7 0 0,-22 2 0 0,-1-2 0 15,0 0 0-15,0-2 0 0,0 0 0 0,-1-1 0 0,0 2 0 0,-3-3 0 32,1 3 0-32,-3-1 0 0,-1 2 0 0,-2-3 0 0,-1 4-176 0,-1 0 176 0,-2 2-240 0,-1 1 48 31,-1-2 0-31,-3 3 0 0,-2 1 64 0,-1 0 128 0,-3 1-208 0,-1 2 80 0,0 0-48 16,-1-1 0-16,-2 3 0 0,1-1 0 0,0 1-144 0,1 1-16 15,2 2-16-15,3 0 0 0,2 3 352 0,2 1 0 16,1 1 0-16,2 0 0 0,1 5 400 15,1-2 112-15,1 1 0 0,1 0 16 0,-1-16-112 0,5 31-32 0,-5-31 0 0,11 31 0 16,-11-31-144-16,0 0-48 16,26 31 0-16,-26-31 0 0,0 0-192 0,0 0 176 0,47 12-176 0,-47-12 160 15,30-3-160-15,-16-1 0 0,-1 1 0 0,0-4 0 32,0 0-400-17,0 0-112-15,0-2-32 0,0 1-17728 0</inkml:trace>
  <inkml:trace contextRef="#ctx0" brushRef="#br0" timeOffset="-212176.36">5172 11769 22111 0,'0'0'1968'0,"0"0"-1584"15,-1 0-384-15,1 0 0 0,-1 0 1808 0,0 2 288 16,0-2 48-16,-2 2 16 0,-2 2-640 0,0-1-128 16,-1 2-32-16,0 1 0 0,2 0-1040 0,-2 1-192 0,3 0-128 0,-1 0 128 15,2 3-128-15,-1-3 0 0,1 2 0 0,0 1 0 16,1 0 0-16,-1 1 0 0,1 1 0 0,0-2 0 15,1 1 0-15,0 1 0 0,0 0 0 0,0-12 0 16,0 0 0-16,6 29 0 0,-6-29 160 0,0 0-160 16,0 0 432-16,0 0-16 0,0 0 0 0,0 0 0 15,0 0-64-15,46 7-16 0,-37-17 0 0,0 1 0 16,1-1-176-16,-2-1-32 0,-1-1-128 0,1 0 192 16,-2 0-192-16,-1-2 0 0,0 2 0 0,-4 1 0 0,0 0 0 15,-2-1 0-15,0 3 0 0,-2-2 0 0,-3 2 0 0,0 0 0 16,-3 1 0-16,-1 2 0 0,-1 2 0 0,-1-1 0 15,-1 2 0-15,-1 0 0 0,0 2 0 0,0 1 0 16,2 2 0-16,1 1 0 0,2 4 0 0,2-2 0 16,1 4 0-16,2-2 0 0,0 0 320 0,3 0-48 15,0 0 0-15,2-4 0 0,0 2-96 0,3-3-32 16,-4-2 0-16,0 0 0 0,0 0-144 0,31-2 0 16,-31 2 0-16,25-8 128 0,-14 2-128 0,3 0 0 15,2-2 0-15,-1 1 0 0,1-1 0 0,1-1 0 16,-1 1 0-16,-2 1 0 0,0 0 0 0,1 0 0 0,0 0 128 0,0 2-128 15,-15 5 0-15,26-7 0 0,-26 7 0 0,0 0 128 16,35 0-128-16,-35 0 0 16,0 0 0-16,0 0 128 0,0 0-128 0,33 34 0 0,-33-34 0 0,6 26 0 15,-6-26 0-15,3 30 0 0,-4-13 0 0,0-1 0 16,-1-1 0-16,-1 1 0 0,0 0 0 0,-1-1 0 16,0-3 0-16,0-1 0 0,2-1 0 0,-1-2 0 15,0-2 0-15,0-1 0 0,1 0 128 0,-1-3-128 16,1 0 0-16,0-2 0 0,0 0 0 0,0-2 128 15,2 0 0-15,0-2 0 0,1 0 0 0,1-4 0 0,1-1 0 0,1-2-128 16,0 0 192-16,2-2-64 0,0 1-128 0,2-4 0 16,0-2 0-16,1 1 128 0,1 2-128 0,0-1 0 15,0 2 0-15,0-1 0 0,0 3 0 0,1 1 0 16,-2 1 0-16,0 3 0 0,0 2 0 0,-1 1 0 16,-1 1 0-16,-7 3 0 0,0 0 0 0,0 0 0 15,0 0 0-15,0 0 0 0,35 3-352 0,-35-3 0 16,0 0 0-16,0 0-17728 0</inkml:trace>
  <inkml:trace contextRef="#ctx0" brushRef="#br0" timeOffset="-211797.33">5916 11560 5519 0,'-1'-5'496'16,"1"1"-496"-16,0 3 0 0,-1-1 0 16,1 2 2800-16,-1 0 464 15,1-2 80-15,-1-3 32 0,-1-1 272 0,1 0 48 0,1 1 16 0,-1 3 0 0,0 0-2032 0,0 0-400 32,0 4-64-32,1 0-32 0,-1 1-240 0,0 4-48 15,0 0-16-15,0 4 0 0,-1 0-400 0,0 2-80 16,1 4-16-16,-1 2 0 0,0 2-224 0,0-2-160 15,1 3 192-15,-1-1-192 0,2 2 128 0,-2 0-128 16,1 0 0-16,1 0 0 0,-1-1 0 0,0 0 128 16,0-2-128-16,1-20 0 0,1 31 192 0,-1-31-192 15,0 0 192-15,0 0-192 0,0 0 0 0,20 33 0 16,-20-33 0-16,0 0 0 0,0 0 0 0,30-5 0 16,-21-1 0-16,0 0 0 15,1-2-384-15,1-1-64 0,0-3-32 0,0 1 0 16,1-3-704-16,-1 1-144 0,1 0-16 0,0-3-16 15,-1 1-208-15,1 1-32 0,-1 2-16 0,0-2-11904 0</inkml:trace>
  <inkml:trace contextRef="#ctx0" brushRef="#br0" timeOffset="-211352.66">6144 11736 3679 0,'-4'2'160'0,"2"-2"32"16,-1 1-192-16,1 0 0 0,1 1 0 0,0-2 0 0,-1 1 1840 0,-1 3 320 15,1 1 64-15,-4 0 16 0,2 2 896 0,-1 0 192 16,1 0 48-16,0 0 0 16,3 0-880-16,1 1-192 0,0-2-16 0,0-6-16 0,0 0-544 0,0 0-96 15,0 0-32-15,0 0 0 0,0 0-832 0,39 13-160 16,-39-13-32-16,19-5-16 0,-9 2-352 0,0-2-64 16,1 1-16-16,0-1 0 0,0-1-128 0,0-2 128 15,-1 2-128-15,1-3 128 0,0 3-128 0,-3-2 0 16,0 1 0-16,-1 0 0 0,-1-2 0 0,0 2 0 0,-2-1 0 15,-2 2 0-15,0-2-144 0,-1 4-16 0,-2-1 0 0,-1 0 0 32,-1 1-480-32,-3 1-112 0,-1 1-16 0,-4 2 0 15,1 2-128-15,-2 0-48 0,0 3 0 0,-1-2 0 0,0 4 816 0,-1 0 128 0,1 2 0 0,0 4 128 16,1 0 416-16,0 4 96 0,1 2 0 0,0-3 16 16,2 3 80-16,0 0 16 0,3 0 0 0,0-2 0 15,2 0-256-15,1 1-48 0,2-1-16 0,1-3 0 16,0-14-192-16,0 0-48 0,12 34 0 0,-12-34 0 0,0 0-64 0,0 0 0 15,0 0-128-15,50 19 192 16,-50-19-192-16,28-3 0 0,-12-2 128 0,2-3-128 16,2-3 0-16,-1 0 0 0,0-1-192 0,-1-1 192 15,-1 2-960-15,0-1-64 0,0-2-32 0,3-1 0 16,-1 1-1520-16,1 0-304 0</inkml:trace>
  <inkml:trace contextRef="#ctx0" brushRef="#br0" timeOffset="-210970.93">6627 11627 11967 0,'-1'-1'1072'0,"0"-1"-864"0,0 2-208 0,0 0 0 15,0 0 2688-15,-1 0 480 0,-2 0 96 0,0 0 32 16,-4 0-64-16,-1 2-16 0,-1 1 0 0,-1 4 0 16,2-2-1840-16,-1 4-368 0,1 1-80 0,-1-1-16 15,3 3-528-15,0 0-96 0,-1 2-32 0,3 0 0 16,-1 3-128-16,1-3-128 0,2-1 192 0,-1 0-192 15,2 3 272-15,2-16-48 0,-1 24-16 0,1-24 0 16,0 0 16-16,0 0 0 0,0 0 0 0,0 0 0 16,0 0-96-16,32 27-128 15,-32-27 176-15,0 0-176 0,27-5 0 0,-18 0 0 0,2 0 0 0,-1 1 0 16,1-1 0-16,-1 0 0 0,-10 5 0 0,20-5 0 16,-20 5 0-16,0 0 0 0,0 0-192 0,0 0 192 0,0 0-144 0,36 12 144 15,-36-12-128-15,0 0 128 0,-1 21 0 0,-2-13-128 16,-1 1 128-16,-1-2 0 0,1 3 0 0,-3-3 0 15,1 2 0-15,-2 1 0 0,2-3 0 0,-2 0 0 16,3-2 0-16,-1 0 0 0,2-2 0 0,0-2 0 16,0-1 0-16,1 0 0 0,1 0 0 0,1-1 0 15,1 0 0-15,0-1 0 0,1-1-192 0,3-2-16 0,0 1 0 0,1-1 0 47,0 0-2112-47,1 0-432 0</inkml:trace>
  <inkml:trace contextRef="#ctx0" brushRef="#br0" timeOffset="-210623.22">6878 11650 8287 0,'7'-9'368'0,"-2"4"80"16,-2 0-448-16,-1 1 0 0,-1 3 0 0,-1 1 0 0,0 0 2944 0,-1-2 512 16,0 2 112-16,-1-2 16 0,-3 4-256 0,-2 0-64 15,0 3 0-15,-2 2 0 0,-2 1-1392 0,-2 1-272 16,-1 3-64-16,0 0-16 0,1 4-752 0,0-4-128 15,2 2-48-15,1-2 0 0,4-2-208 0,0-1-64 16,4 1 0-16,0-4 0 0,2-6-64 0,0 0-32 16,0 0 0-16,0 0 0 0,0 0-224 0,0 0 0 15,32 36 128-15,-32-36-128 0,0 0 0 0,36 10 0 16,-36-10 0-16,0 0 0 0,39 12 0 0,-39-12 0 0,0 0 0 16,0 0 0-16,43 21 0 0,-43-21 0 0,0 0 0 15,0 0 0-15,0 0 0 0,25 35 0 0,-25-35 0 0,-2 19 0 16,-1-9 0-16,-2-1 0 0,0 1 0 0,-1-3 0 15,-2 2 0-15,-2 1 0 0,-2-3 0 0,-3 2 0 16,0-3 0-16,-1 0 0 0,-3-1 0 0,3-2 0 16,5-1-128-16,2-4-128 0,0-1-32 0,1-2 0 15,3 1-1280 1,1-6-256-16</inkml:trace>
  <inkml:trace contextRef="#ctx0" brushRef="#br0" timeOffset="-210320.75">7147 11402 22111 0,'1'0'976'0,"-1"2"208"16,0-2-944-16,0 2-240 0,-1 0 0 0,0 0 0 0,-1 3 2688 0,0 2 480 16,-2 5 96-16,-1 3 32 0,-2 6-1184 0,0-2-256 0,-1 2-32 0,2-2-16 15,-1 0-1184-15,3-4-240 0,1-2-64 0,1-3 0 16,2-10-192-16,0 0-128 0,0 0 128 0,0 0-128 16,0 0-240-16,0 0-112 0,0 0-32 0,0 0-17840 15</inkml:trace>
  <inkml:trace contextRef="#ctx0" brushRef="#br0" timeOffset="-210193.88">7300 11397 23039 0,'-5'7'1024'0,"1"-1"192"0,1 2-960 0,0-4-256 15,2 1 0-15,-2 0 0 0,-1 2 2048 0,-2 7 352 16,-4 5 80-16,-2 5 16 0,-2 2-896 0,4-2-160 16,1-5-32-16,5-3-16 31,2-4-1648-31,2-12-336 0,0 0-64 0</inkml:trace>
  <inkml:trace contextRef="#ctx0" brushRef="#br0" timeOffset="-207174.3">7549 12001 4607 0,'-3'0'400'0,"2"0"-400"16,1 0 0-16,-1 0 0 0,0 0 816 0,0 0 80 0,-1 0 0 0,-2 0 16 15,0 0 304-15,-1-2 48 0,2 2 16 0,-1-1 0 16,3 1 160-16,-1 0 32 0,1-2 16 0,1 1 0 15,0 0-320-15,0-1-64 0,2-1-16 0,-1 1 0 16,1-1-48-16,1 1-16 16,0-2 0-16,0 1 0 0,-1 0-160 0,1 3-32 0,0-2-16 0,-1 2 0 15,0 0-288-15,0 2-48 16,-1 1-16-16,-1-1 0 0,1 1-272 0,-1-1-64 0,0 3-128 0,-1-2 192 16,1 1-192-16,-1 0 0 0,-1 1 0 0,0-2 0 15,-1 1 0-15,0-1-128 0,1 2 128 0,-2-3 0 16,1 0-464-16,1-2 16 0,0 2 0 0,0-4 0 15,1 0-16-15,0 0 0 0,0-1 0 0,0-2 0 0,1 1 320 0,-1-1 144 32,1 0-128-32,0 1 128 0,1-1 0 0,0 0 0 0,1 1 0 0,-1 1 0 0,2-2 224 0,-1 3 128 31,0-1 32-31,-1 1 0 0,0 2 128 0,0 0 48 0,-1 0 0 0,0 0 0 0,0 1-176 0,0 0-48 31,0 2 0-31,-1-3 0 0,1 2-208 0,-1 0-128 0,0 1 128 0,2-3-128 16,-1 0-592-1,2 0-192-15</inkml:trace>
  <inkml:trace contextRef="#ctx0" brushRef="#br0" timeOffset="-204976.61">8733 11714 12895 0,'-1'-1'1152'0,"0"0"-928"0,1 1-224 0,0-2 0 16,0 1 960-16,0 1 128 0,-1 0 48 0,1 0 0 31,0 0 688-31,-1 0 144 0,0 0 16 0,0 0 16 16,0 1-496-16,0 1-96 0,0 0-32 0,1 0 0 15,-1 1-336-15,1 2-64 0,-1-1-16 0,1 1 0 16,-1 0-352-16,0 2-80 0,1 0-16 0,-1 3 0 16,-1 4-64-16,-1 0-32 0,0 2 0 0,0 1 0 0,2 1 0 0,-2-2 0 15,0 2 0-15,-1 0 0 0,1-2-192 16,0 1-32-16,-1-1-16 0,0 0 0 0,1 1-32 0,-1-3 0 16,1-2 0-16,1-3 0 0,0-1 48 0,2-2 0 15,0-3 0-15,0 0 0 0,0-3-192 0,0 0 192 16,1-3-192-16,0-2 192 0,0 1-192 0,1-4 0 15,1-1 0-15,1-3 128 0,0-4-128 0,2 0 0 16,-2 3 0-16,3-3 128 0,0-4-128 0,2 2-144 16,1-4 144-16,-1 3-208 0,0-1 16 0,2 2 0 15,-1-1 0-15,0 1 0 0,1 3 192 0,-1 1 0 0,2 2 0 0,-2 0 0 16,0 3 0-16,-3 2 192 0,1 2-48 0,-2 1 0 16,1 1 192-16,-2 3 48 0,0 2 0 0,-5-2 0 15,0 0-128-15,0 0-32 0,0 0 0 16,17 43 0-16,-17-43-224 0,0 31 144 0,-2-10-144 0,-3-2 128 15,0 2-128-15,0 1 0 0,-2-4 0 0,1-1 0 16,0-3 0-16,2-2 0 0,0-3 0 0,0 0 0 16,2-1 0-16,0-5 0 0,1-1 0 0,1 0 0 15,0-2 0-15,0-2 0 0,2 1 0 0,-1-3 0 0,0 0 0 16,2-1 0-16,1-5 0 0,0 1 0 0,0-2 0 16,1-1 0-16,1-1 0 0,1-1 0 0,0-3-320 0,1 2 64 15,1-2 16-15,-1 2 0 16,1 1-368-16,-1 0-80 0,1 0-16 0,0 1 0 0,1 1 256 0,-1 1 32 15,-1 2 16-15,2 3 0 0,-3 0 400 0,1 3 0 16,-2 1 0-16,0-1-128 0,-3 3 272 0,1 1 64 16,-4-1 16-16,0 0 0 0,0 0 432 0,0 0 96 15,0 0 16-15,0 0 0 0,0 0-448 0,12 33-64 16,-14-24-32-16,-1-2 0 0,1 3-96 0,-1 2 0 16,0-1-128-16,-1 2 192 0,1 1-192 0,0 0 176 0,0 0-176 15,1-2 160-15,0 0-160 0,2-12 0 0,-1 24 0 0,1-24 128 16,0 23-128-16,0-23 0 0,1 22 0 0,-1-11 0 15,0-11 0-15,0 22 0 0,0-11 0 0,0-4 0 16,0 1 0-16,-1-3 0 0,1 2 0 0,0-3 0 16,0-1 0-16,0 1 0 0,0-1-160 0,0-1 160 31,0 0-1280-31,0-1-176 0,2-1-16 0,0-1-15504 0</inkml:trace>
  <inkml:trace contextRef="#ctx0" brushRef="#br0" timeOffset="-204267.31">9267 11797 21183 0,'2'-2'944'0,"-2"1"192"0,2-1-912 0,-2 1-224 15,0 0 0-15,-1 1 0 0,1 0 1856 0,-1 0 336 16,-1 0 64-16,-2 1 16 0,-1 0-400 0,0 2-80 16,-1 2 0-16,0-1-16 0,-2 4-720 0,2 1-144 15,-1 0-16-15,1 2-16 0,-1 2-496 0,2-1-112 16,0 2-16-16,1-1 0 0,2-1-112 0,0-1-16 15,2 3-128-15,0-14 192 0,0 0-16 16,0 0-16-16,11 33 0 0,-11-33 0 0,0 0-160 0,0 0 0 16,0 0 0-16,0 0 0 0,37 0 0 0,-29-5 128 0,2-1-128 0,0-2 0 15,-1-2 0-15,0 1 128 0,2 0-128 0,-3-2 0 16,-1-1 0-16,1 1 0 0,-2-1 128 0,-1 1-128 16,0-1 0-16,-3 0 0 0,0 0 0 0,-1 0 0 15,-2-2 0-15,-2 2 0 0,0-2 0 0,-2 2 0 16,-1 0 0-16,-2 3 0 0,0-1 0 0,-2 6 0 15,-1 1 0-15,-1 4 0 0,-1 4 0 0,-1 1 0 16,2 3 0-16,0 1 0 16,2 0 0-16,2 1 0 0,1 1 0 0,3-2 0 0,1 1 0 0,2-1 0 0,1-10 0 0,0 0 0 15,0 0 0-15,0 0 0 0,0 0 0 0,0 0 0 16,35 21 0-16,-26-25 0 16,3 0-368-16,0-4-48 0,1 1-16 0,0-3 0 0,0 0 64 0,-1-1 16 15,2 1 0-15,-1-3 0 16,0 3 224-16,0-2 128 0,0 2-160 0,-1 1 160 0,1 0 0 0,-2 3 0 15,0 0 0-15,-1 3 0 0,-10 3 432 0,0 0 80 16,29-5 0-16,-29 5 16 0,0 0-32 0,0 0-16 16,0 0 0-16,0 0 0 0,40 27-160 0,-40-27-48 15,0 0 0-15,0 0 0 16,15 35-128-16,-15-35-16 0,0 0-128 0,7 33 192 16,-7-33-192-16,0 0 0 0,5 33 0 0,-5-33 0 0,-1 23 0 0,-1-12 0 0,0-1 0 0,-2 1 0 15,0-2 0-15,-1 2 0 0,-1-2 0 0,0 0 0 16,0 0 0-16,1-1 0 0,-1-2 0 0,2 0 0 15,1-2 0-15,0 1 0 0,1-2 0 0,1-1 0 32,1 0 0-32,0-4 0 0,1 0 0 0,0-1 0 0,1 0 0 0,0-3 0 15,1-2 0-15,1-1 0 0,3-5 0 0,0-1 0 0,2-3 0 0,1-2 0 16,1-1 0-16,1-3 0 0,0 1 0 0,-1 0 0 16,1 5 0-16,-2 4 0 0,1 0 0 0,0 4 0 15,-2 2 0 1,-1 2 0-16,1 1 0 0,-2 1 0 0,-1 1-160 0,0 3 160 0,-6 0-128 0,0 0 128 31,0 0-576-31,0 0-16 0,0 0-16 0,0 0 0 16,0 0-1952-16,0 0-384 0,34 33-64 0,-34-33-11968 15</inkml:trace>
  <inkml:trace contextRef="#ctx0" brushRef="#br0" timeOffset="-203918.77">9755 11771 15663 0,'0'0'688'0,"0"0"144"0,0 0-656 0,0 0-176 16,0 0 0-16,0 0 0 0,0 0 2624 0,0 0 480 15,0 0 96-15,0 0 32 0,36 7-320 0,-31-7-64 16,-5 0-16-16,0 0 0 0,21-7-1680 0,-13 4-320 0,-8 3-80 0,18-9-16 16,-8 2-544-16,0 2-192 0,0 0 144 0,0-1-144 15,2-3 0-15,-2 1 0 0,1-1 0 0,-2 1 0 16,0 1 0-16,-1-2 0 0,-1-1 0 0,1 3 0 16,-3-2 0-16,0-2 0 0,-1 2 0 0,-3 0 0 15,0 2 0-15,-2 0 0 0,-1 0 0 0,-3 2 0 16,-1 0 0-16,-3 3-144 0,0 3 144 0,-3 2 0 15,2 0-192-15,-2 4 64 0,-2 3 128 0,-1 4-208 16,-1-1 0-16,0 4 0 0,2 1 0 0,1 2 0 16,1 0 208-16,3 3 192 0,1-1-48 0,0 1 0 0,3-1 256 0,0-1 48 15,2-2 16-15,2-3 0 0,1-16 0 16,0 0 0-16,9 39 0 0,-9-39 0 0,0 0-128 0,0 0-16 16,36 23-16-16,-36-23 0 0,0 0-304 0,40 0 0 15,-40 0 0-15,29-6 0 0,-29 6 0 0,29-12 0 16,-14 4 0-16,0-1 0 15,-1 2-544-15,0-3-112 0,2 0-32 0,-1-1-18080 0</inkml:trace>
  <inkml:trace contextRef="#ctx0" brushRef="#br0" timeOffset="-202938.55">10414 11716 12463 0,'2'0'1104'0,"-1"0"-880"16,0 0-224-16,0 0 0 0,-1 0 0 0,0 0 0 15,1 0 0-15,0 1 0 16,1 1 0-16,1-2 0 0,-3 0 0 0,0 0 0 0,0 0 0 0,0 0 0 16,0 0 0-16,0 0 0 0,0 0 0 0,0 0 0 15,0 0 0-15,0 0 0 0,0 0 0 0,0 0 0 16,31 0 0-16,-30-3 0 0,1 3 0 0,0-2 0 16,-1 0 0-16,1 0 0 0,0 1 2432 15,-1-3 576-15,0 3 112 0,0-1 16 0,-1 1 448 0,0 0 64 0,0 1 32 0,-1-2 0 16,0 2-1408-16,0 0-288 0,0 0-48 0,-2 2 0 15,1-1-1136-15,-1 0-224 0,1 2-64 0,-2 1 0 16,1 0-384-16,-1 0-128 0,1 3 0 0,-2-1 0 16,1 2 128-16,-1 1-128 15,1-1 0-15,-1 3 0 0,0 3 0 0,-1 0 0 0,2 1 0 16,-1 2 0-16,1-2-192 0,2-1 32 0,0 1 16 0,2-15 0 16,-1 23-16-16,1-23 0 0,0 0 0 0,0 0 0 0,0 0-16 0,15 35 0 15,-15-35 0-15,0 0 16 0,0 0-32 0,0 0 0 16,28-3 0-16,-20-4 0 0,-1 0 0 0,0 0 0 15,0-3 0-15,1-2 0 0,-2 1-32 0,0-2-16 16,-1 2 0-16,0-3 32 16,-1 2 16-16,-3 0 0 0,0 0 0 0,-2 0 0 0,0 0 192 0,-2 1-144 15,-2 1 144-15,0 0-128 0,-2 4 128 0,1 0 0 16,-2 2 0-16,0 0 0 0,0 3 0 0,0 2 0 16,-1 1 0-16,0 1 0 0,2 1 0 0,1 1 0 15,-2 1 0-15,3 0 0 0,-1 1 0 0,1 0 0 16,2 0 0-16,1 1 0 0,0 0 0 0,2-3 0 0,0-5 0 15,0 0 128-15,0 0-128 0,0 0 0 16,0 0 0-16,0 0 0 0,0 0 0 0,42 7 0 0,-31-12 0 0,-1-2 0 47,2-1-448-47,0-1-16 0,2-2 0 0,-1 1 0 0,1 1-160 0,0-2-16 0,0 0-16 0,0 2 0 0,-1 0 416 0,-1 1 96 0,1 1 16 0,-2 0 0 16,-1 3 128-16,-10 4 256 15,22-6-64-15,-22 6-16 0,0 0 528 0,28-3 128 16,-28 3 0-16,0 0 16 0,0 0-368 0,0 0-80 15,0 0-16-15,0 0 0 0,32 32-208 0,-32-32-48 0,0 0-128 0,1 29 192 16,-1-29-192-16,-1 23 0 0,-2-10 128 0,3-13-128 0,-4 28 0 16,1-14 0-16,1-2 0 0,-1 2 0 0,3-14 0 15,-6 22 0 1,3-11 0-16,1-2 0 0,-1-1 0 0,1-3 0 16,-1 0 0-16,2-1 0 0,0-2 0 0,0-2 0 15,1 0 0-15,-1-1 0 0,2 0 0 0,-1-3 0 16,0 1 0-16,0-2 0 0,0 1 0 0,1-2 0 0,1 0 0 0,1-4 0 0,1-2 0 0,-2 0 0 15,3 0 0-15,1-3 0 16,-1 0 0-16,2-4 0 0,0 2 0 0,0 1 0 0,0-1 0 0,0 2 0 31,-2 1 0-31,2 3 0 0,-1 1 0 0,1 3 0 0,-2 2 0 16,1 0 0-16,-2 2 0 0,1 2 0 0,1-1 0 0,-2 2 0 16,-4 0-144-16,0 0 144 0,0 0 0 0,0 0-144 31,0 0-352-31,0 0-64 0,0 0-16 0,0 0-17344 0</inkml:trace>
  <inkml:trace contextRef="#ctx0" brushRef="#br0" timeOffset="-202540.66">11122 11465 14735 0,'0'-7'640'0,"0"3"160"0,1 1-640 0,-1 0-160 16,1 1 0-16,-1 1 0 0,0 0 2048 0,1 1 384 0,-1-4 80 0,1 3 16 15,-1-1 368-15,-1 2 80 0,0 2 16 0,-1 3 0 16,1-1-1312-16,-2 4-256 16,-1-1-48-16,1 4-16 0,0 2-800 0,-1 3-176 0,0 1-16 0,0 1-16 15,-1 4-352-15,0-1 128 16,2 0-128-16,-3 1 0 0,1 4 0 0,1 0 0 0,-1 2 0 0,3 1 128 16,0 0-128-16,2-3 0 0,0 0 0 0,0-26 0 15,7 40 0-15,-7-40 0 0,0 0 0 0,14 36 128 0,-14-36-128 16,0 0 0-16,0 0 0 0,0 0 0 0,34 9-288 0,-26-12-32 15,1-1 0-15,-1-1 0 16,1-2-960-16,-1 0-208 0</inkml:trace>
  <inkml:trace contextRef="#ctx0" brushRef="#br0" timeOffset="-202128.8">11257 11739 22111 0,'-5'8'976'0,"3"-3"208"0,1 0-944 0,0-2-240 0,1-3 0 0,0 0 0 16,0 0 1952-16,0 0 352 16,0 0 64-16,0 0 0 0,0 0-640 0,32 23-144 0,-32-23-32 0,0 0 0 15,39-5-752-15,-39 5-160 0,32-10-16 0,-17 4-16 16,0-2-368-16,-1 1-80 0,-1 0-16 0,-1 0 0 16,-2-2-144-16,1 1-224 15,-2 1 48-15,-1-2 16 0,0 0-96 0,-2 1 0 0,0 0-16 0,-3 0 0 16,0 1 80-16,-3-1 0 0,0 1 16 0,-3-1 0 15,0 2-48-15,-3-1-16 0,0 5 0 0,-3-1 0 16,0 3-16-16,-1 1 0 0,-1 3 0 0,-1 1 0 16,-2 4-128-16,1 1-16 0,-1 0-16 0,1 2 0 0,1 1 608 0,1 2 112 15,1 1 16-15,2 0 16 0,2 2 624 0,0 0 112 16,2 1 16-16,4-19 16 0,-3 33-336 0,3-33-64 16,2 31 0-16,-2-31-16 0,0 0-304 0,0 0-48 15,32 33-16-15,-32-33 0 0,0 0-192 0,41 8-128 16,-41-8 160-16,30-2-160 0,-30 2 0 0,29-8 0 15,-15 3 0-15,0-2 0 16,0-2-976-16,1 0-144 0,-2-1-32 0,0-2-16560 0</inkml:trace>
  <inkml:trace contextRef="#ctx0" brushRef="#br0" timeOffset="-201698.83">11761 11591 10127 0,'-6'5'896'0,"2"-3"-704"0,1 2-192 0,2-3 0 15,-1 1 2544-15,0 0 464 0,0 1 112 0,-2 1 16 16,-1 2 624-16,-3 1 128 0,0 4 16 0,-2-1 16 16,1-1-1872-16,-1 0-384 0,1 0-80 0,1-1-16 0,0-1-1008 0,1-1-208 15,0 0-32-15,1 1-16 0,1-2-304 16,1 2 128-16,1-2-128 0,0 0 0 15,0 0 128-15,3-5-128 0,0 0 0 0,0 0 0 0,0 0 0 0,0 0 0 16,0 28 0-16,0-28 0 0,0 0 0 0,0 0 0 31,0 0 0-31,0 0 0 0,0 0 0 0,37 12 0 0,-37-12 0 0,0 0 0 0,0 0 0 0,34 7 0 16,-34-7 0-16,0 0 0 0,0 0 0 0,33 14 0 16,-33-14 0-16,0 0 0 0,0 0 0 0,0 0 0 15,31 19 0-15,-31-19 0 0,0 0 128 0,0 0-128 16,0 0 0-16,0 0 0 0,0 0 0 0,0 0 0 0,0 0 0 15,0 0 0 1,21 29 0-16,-21-29 0 0,-6 9 0 0,2-6 0 0,-3 2 0 0,0 1 0 0,-1-1 0 0,0 1 0 16,0 0 0-16,-1-1 0 0,2-1 0 0,0-1 0 15,0 1 0-15,2-1 0 0,-1-3 0 0,2 0 0 16,1 0 0-16,1-3 0 0,0 1 0 0,1-3 0 31,3 1-912-31,0-1-144 0,1 0-32 0,1 1-16704 16</inkml:trace>
  <inkml:trace contextRef="#ctx0" brushRef="#br0" timeOffset="-201357.42">11931 11645 11055 0,'3'-2'976'0,"-1"-1"-784"15,0 1-192-15,-1 1 0 0,-1 1 2528 0,1-1 464 16,0-1 80-16,2-4 32 0,1 2-752 0,-1-1-160 15,-1 0-16-15,-1 2-16 0,-2 2-1312 0,0 1-256 16,-2 0-48-16,-2 2-16 0,1 1 48 0,-3 2 16 16,-2 1 0-16,-1 2 0 0,0 1-432 0,2 0-160 15,1 1 0-15,1-1 144 0,0 1 656 0,2-1 128 16,-1 2 32-16,5-11 0 0,-5 15 0 0,5-15 0 0,0 0 0 0,0 0 0 16,0 0-608-16,0 0-112 0,0 0-32 0,0 0 0 15,41 22-208-15,-41-22 0 0,0 0 128 0,32 1-128 16,-32-1 0-16,0 0 128 0,0 0-128 0,40 11 0 15,-40-11 128-15,0 0-128 0,0 0 0 0,28 26 144 16,-28-26-144-16,0 0 0 0,0 0 0 0,2 40 128 16,-7-28-128-16,-3 0 128 0,2-3-128 0,-3-1 128 15,1 1-128-15,1-2 0 0,-2-1 0 0,-1-2 0 16,-2 0 0-16,-1-1 0 0,-2-1 0 0,1-2-18960 16</inkml:trace>
  <inkml:trace contextRef="#ctx0" brushRef="#br0" timeOffset="-199585.77">12642 11546 10127 0,'3'-8'896'0,"0"4"-704"16,-1 2-192-16,-1-1 0 0,-1 1 1072 0,1-1 176 16,2-1 32-16,-1-6 16 0,1 0 736 0,-1 1 144 15,-2 2 16-15,-1 2 16 0,-1 3-304 0,-1 2-64 16,-1 2-16-16,-2 1 0 0,0 2-288 0,-2 2-48 16,0 0-16-16,-1 2 0 0,-1 3-720 0,-2 0-160 15,-1 2-16-15,-1 1-16 0,-1 3-208 0,-1-1-32 16,2 2-16-16,0 1 0 0,0 3 128 0,2 3 16 15,3 1 16-15,1 3 0 0,3 3-96 0,2-3-32 0,4 1 0 0,-1-31 0 16,10 48-80-16,-10-48-32 0,20 33 0 0,-20-33 0 16,0 0-96-16,41 31-128 0,-41-31 176 0,0 0-176 15,48 12 0-15,-48-12 0 0,31 0 0 0,-31 0 0 16,33-5 0-16,-18 0 0 0,-1 0-240 0,-1 1 80 31,-1-3-960-31,0 2-192 0</inkml:trace>
  <inkml:trace contextRef="#ctx0" brushRef="#br0" timeOffset="-199124.69">12901 11620 11055 0,'-2'-6'480'0,"1"2"112"0,1-1-464 0,0 2-128 15,0 3 0-15,0-2 0 0,0 2 2208 0,0-1 416 0,1 0 96 0,-1-1 16 16,0 0 96-16,-1 4 32 0,1 1 0 0,-2 1 0 16,1 5-976-16,-1 3-192 0,2-12-32 0,-2 31-16 15,2-31-880-15,-1 38-160 0,1-38-32 0,1 46-16 16,-1-46-432-16,0 49-128 0,0-26 0 0,0-23 0 15,3 38 0-15,-3-38 0 16,0 0 0-16,10 39 0 0,-10-39 0 0,0 0 0 0,0 0 0 0,0 0 0 16,0 0 0-16,0 0 0 0,0 0 0 0,0 0-144 0,0 0 144 0,36 17 0 15,-32-22 0-15,0-1 0 0,-1 2 160 0,2-4 16 16,0-1 0-16,0 0 0 0,1-1 80 0,1-6 0 16,2-1 16-16,1-4 0 0,0-2-80 0,1-2-32 15,-1-1 0-15,1 0 0 0,-1 2-160 0,-1 1 0 31,0 4 0-31,0 2 0 16,-1 2-512-16,-1 2-128 0,0 5-16 0,-3 1-16 0,1 3-1936 0,-2 4-384 0,-1 0-80 0,-1 4-11088 0</inkml:trace>
  <inkml:trace contextRef="#ctx0" brushRef="#br0" timeOffset="-198796.14">13129 11716 11967 0,'0'0'528'0,"0"0"112"0,0 0-512 0,0 0-128 15,0 0 0-15,0 0 0 0,0 0 2592 0,0 0 480 0,0 0 112 0,41 17 16 31,-41-17-192-31,25-5-16 0,-25 5-16 0,27-7 0 0,-13 2-1568 0,-1 1-320 16,1-3-64-16,-1 2-16 16,1-2-480-16,-2 0-80 0,-1-1-32 0,0 0 0 0,-2 2-288 0,0-1-128 0,-1 0 0 0,-1 0 128 31,-1 1-128-31,0 0 0 0,-3-1 0 0,0 2 0 16,-1 0-144-16,-2-1 144 0,-2 0-192 0,-1 2 192 15,-1-1-480-15,-2 0 16 0,-2 2 0 0,-2-1 0 0,-1-1 96 0,0 3 32 16,0 0 0-16,0 0 0 0,-1 2 336 0,1 0 0 15,0 2-144-15,1 0 144 0,0 3 0 0,3 1 144 16,0 2-16-16,1-1 0 0,1 4 400 0,0 2 80 16,0-1 16-16,0 1 0 0,2 1-16 0,0 1 0 15,1 0 0-15,2-15 0 0,-2 33-272 0,2-33-48 16,2 26-16-16,-2-26 0 0,0 0-80 0,8 36-32 16,-8-36 0-16,0 0 0 0,0 0-160 0,0 0 0 15,36 28 0-15,-36-28 128 0,0 0-128 0,32-5 0 0,-32 5 0 16,24-9 0-16,-11-1-240 0,0 1-80 0,2-1 0 0,-1 1-18304 15</inkml:trace>
  <inkml:trace contextRef="#ctx0" brushRef="#br0" timeOffset="-198188.08">13495 11622 3967 0,'-1'-3'0'0,"1"1"176"0,0 2-48 0,-1-2-128 0,1 2 0 0,0 0 0 0,0 0 0 0,0 0 0 15,0 0 2096-15,0-1 304 0,0 1 64 0,0-2 16 16,0 1 272-16,1 0 48 0,-1-1 16 0,0 0 0 16,1 1-480-16,0-2-96 0,0 1 0 0,1 0-16 15,-1 0-1024-15,2-1-208 0,0 1-32 0,0-1-16 16,0 1-672-16,1 0-128 0,1-1-16 0,-1 1-128 15,2-1 128-15,0 1-128 0,-1 1 0 0,2 0 0 16,-1-1 288-16,-6 2-48 0,0 0-16 0,0 0 0 16,0 0 224-16,0 0 32 0,38 21 16 0,-38-21 0 15,0 0-320-15,0 0-176 0,17 40 192 0,-17-40-192 0,4 32 128 0,-4-32-128 16,-1 35 0-16,-3-19 0 0,1 1 0 0,-1 0 0 16,0-1 0-16,-1-2 0 0,1 0 0 0,1-2 0 15,-1-2 0-15,0-1 0 0,1-3 0 0,0-2 0 16,0 0 0-16,1-4 0 0,1 1 0 0,0-2 0 15,1 1 0-15,0-4 0 0,1 1 176 0,1-4-176 16,0-2 160-16,2-3-160 0,0-2 448 0,2-3 0 16,0-2 0-16,1 0 0 0,-1-1-240 0,2 0-48 0,1-4-16 0,1 3 0 15,1-3-144-15,0 5 0 0,2 0 0 0,-1 3 0 16,0 2 0-16,-2 1 0 0,1 4 0 0,-2-1 0 16,1 3-448-16,-1 0 48 0,-1 3 0 0,-1-2 0 31,-1 4-1216-31,-1 2-240 0,-2-1-64 15,1 1-13408-15</inkml:trace>
  <inkml:trace contextRef="#ctx0" brushRef="#br0" timeOffset="-197592.34">13865 11547 1839 0,'0'-6'0'0,"1"1"160"0,0 1-160 0,0 1 0 0,0 3 0 16,-1-2 0-1,0 0 2048-15,1-1 368 0,1 1 80 0,1-3 0 0,-1 3 640 0,0 1 112 0,-1 4 16 0,-1 4 16 31,0-7-464-31,0 0-112 0,0 34-16 0,0-34 0 0,1 37-1408 0,-1-37-304 0,1 45-48 0,-1-45-16 16,3 45-608-16,-3-45-128 0,7 38-32 0,-7-38 0 16,0 0 64-16,17 41 16 15,-17-41 0-15,0 0 0 0,0 0-96 0,39 15 0 0,-39-15-128 0,21-6 192 32,-11 0-192-32,1-4 0 0,0 0 0 0,-2-4-160 0,1 4-32 0,-1-4-16 0,-2 0 0 0,-1-1 0 31,0 3-48-31,-4-2-16 0,1 2 0 0,-1 0 0 0,-2 3 272 15,0-3 0-15,-1 1 0 0,-1-1 0 0,-1 1 128 0,1 0 128 16,-1 4 16-16,-1-1 16 0,0 2 432 0,1 3 96 16,-1 1 16-16,0 2 0 0,1 0-336 0,1 2-64 15,0 2-16-15,-1 2 0 0,0 1-240 0,3-7-48 16,-3 21-128-16,3-21 192 0,-2 26-192 0,2-26 0 16,2 34 128-16,-2-34-128 0,4 42 128 0,-4-42-128 15,7 53 176-15,-5-22-176 0,2 2 128 0,-2 1-128 16,1-2 0-16,-2 0 0 0,-1-4 128 0,-2 3-128 15,0 2 0-15,-3 0 0 0,0-5 0 0,-2-2 0 0,1-4 0 16,-2-4 0-16,1-1 0 0,-1-5 0 16,-1 0 0-16,-2-1 0 0,1-2 192 0,-3-3-192 0,-3-1 192 0,-2-3-192 15,-2-1 128-15,-5-1-128 0,-4-1 0 0,-2-1 0 16,-2-1 0-16,-1-1-272 0,3 1 48 0,0-6-12208 16,3-1-2448-16</inkml:trace>
  <inkml:trace contextRef="#ctx0" brushRef="#br0" timeOffset="-197039.56">14418 11600 9215 0,'2'-4'816'0,"0"1"-656"16,-1-1-160-16,-1 3 0 0,1-1 1728 0,0 0 304 15,1-3 64-15,0-2 16 0,1-3 1024 0,-1 1 224 16,0 2 32-16,-1 0 16 15,-1 4-848-15,-1 1-160 0,-1 2-32 0,-1 0-16 0,0 4-1248 0,-2 0-240 16,0 2-48-16,-1 4-16 0,0-1-496 0,-1 3-112 16,1 0 0-16,1 2-16 0,0 3-176 0,1 1 192 15,0 4-192-15,0-1 192 0,1 3-192 0,2-1 0 16,1 1 0-16,0-24 0 0,4 41 0 0,-4-41 0 16,9 33 128-16,-9-33-128 0,0 0 0 0,0 0 0 0,29 39 0 15,-29-39 0-15,0 0 0 0,0 0 0 0,0 0 0 0,41 15 0 31,-41-15-384-31,20-7-64 0,-8-1-16 0,1-2-17520 0</inkml:trace>
  <inkml:trace contextRef="#ctx0" brushRef="#br0" timeOffset="-196612.27">14706 11600 16575 0,'-3'-4'736'0,"1"1"160"0,1-1-720 0,1 3-176 0,-1-1 0 0,1 2 0 16,-1 0 2432-16,-1 2 448 0,-1-2 80 0,-1 3 32 15,0 2-368-15,-2 1-64 0,0 3 0 0,0 2-16 16,1 1-1136-16,0 3-208 0,-1 2-48 0,1 3-16 0,1 3-800 0,0-2-144 16,2 1-48-16,2 2 0 15,0-24-144-15,0 45 0 0,0-45 144 0,8 35-144 0,-8-35 0 0,0 0 0 16,21 32 0-16,-21-32 0 0,0 0 0 0,0 0 0 16,44 11 0-16,-44-11 0 0,28-11 0 0,-14 2-128 15,1-4 128-15,1-1-192 16,-1-3-272-16,0 0-64 0,-1-4-16 0,-3 2 0 15,-1 0-112-15,-1 0-32 0,0 0 0 0,-3 0 0 0,0 0 368 0,-3 2 64 16,0 3 0-16,-3-4 16 0,0 1 240 0,-2 2 0 0,-1 2 0 0,1 5 0 16,0 1 592-16,-1 5 16 0,-1 2 0 15,2 2 0-15,-2 3 144 0,1 2 16 0,-1 1 16 0,1 3 0 16,-1 3-416-16,1 1-96 0,0 3-16 0,3-18 0 16,-2 39-64-1,2-39 0-15,1 45-16 0,-1-45 0 0,5 42-176 0,-5-42 0 0,11 38 144 0,-11-38-144 16,0 0 0-16,26 38 0 15,-26-38 0-15,0 0 0 16,34 21 0-16,-34-21 0 0,0 0 0 0,34 7 0 0,-34-7 0 0,0 0-192 0,31-7 64 0,-21 2 0 16,-1-3-448-16,0 0-96 15,1-2-16-15,-3 1-17296 0</inkml:trace>
  <inkml:trace contextRef="#ctx0" brushRef="#br0" timeOffset="-196121.3">15173 11579 1839 0,'-3'-3'160'0,"0"0"-160"16,1 0 0-16,1 0 0 0,1 1 1344 0,-1 0 256 16,1 0 32-16,0-3 16 0,0-1 1088 0,0-3 208 15,1 0 64-15,2-1 0 0,-1 3 16 0,1 2 16 16,-2 3 0-16,2 0 0 0,-3 2-496 0,0 0-112 16,0 0 0-16,0 0-16 0,0 0-1248 0,30 40-240 15,-30-40-48-15,0 0-16 0,19 45-480 0,-19-45-80 16,14 37-32-16,-14-37 0 0,13 46-144 0,-13-46-128 15,12 45 192-15,-12-45-192 0,9 47 0 0,-9-47 0 0,4 43 0 0,-4-43 0 16,-2 38 0-16,2-38 0 0,-6 31 0 0,0-19 0 16,1 0 0-16,-3-1 0 0,1-3 0 0,-2 1 0 31,0-5-368-31,-1 1-80 0</inkml:trace>
  <inkml:trace contextRef="#ctx0" brushRef="#br0" timeOffset="-195632.64">15583 11510 19343 0,'2'-1'1728'0,"0"0"-1392"0,0-1-336 0,-1 0 0 16,0 1 1792-16,1 1 272 0,0-3 64 0,4 0 16 15,0-2 368-15,3 2 80 16,0-2 16-16,-9 5 0 0,0 0-1136 0,30 0-240 0,-30 0-32 0,0 0-16 16,0 0-704-16,42 26-144 0,-42-26-16 0,0 0-16 15,30 40-80-15,-30-40-16 0,16 38 0 16,-16-38 0-16,12 41-208 0,-12-41 176 0,8 49-176 0,-8-49 160 15,2 52-160-15,-5-27 0 0,-2 3 0 0,-4-2 0 0,-1-2 0 0,-3-1 0 16,0-1 0-16,1-4 0 0,0-1 0 0,-2 0 0 16,-3 2 0-16,-2-2-12672 15,0-1-2560-15</inkml:trace>
  <inkml:trace contextRef="#ctx0" brushRef="#br0" timeOffset="-192771.23">16064 11686 11055 0,'-2'0'976'0,"0"0"-784"16,2 0-192-16,0 0 0 0,0 0 992 0,-1 0 160 15,0-2 16-15,0 2 16 0,-1-1 528 0,1 1 96 16,0 0 32-16,0-2 0 0,2 2-48 0,0-2 0 16,0 2 0-16,2-1 0 0,2 1-304 0,1-2-64 0,-6 2-16 15,0 0 0-15,32 2-272 0,-32-2-64 16,33 1-16-16,-33-1 0 0,42 2-288 0,-42-2-64 0,47 0-16 0,-47 0 0 16,50-2-368-16,-50 2-64 0,47-1 0 0,-47 1-16 15,35-2-240 1,-35 2 0-16,29-4 128 0,-29 4-128 0,23-3 0 0,-23 3 0 0,0 0 0 0,0 0 0 15,22-3-160-15,-20 3-80 0,-2 1-16 0,-1 1-11648 32,-2 1-2352-32</inkml:trace>
  <inkml:trace contextRef="#ctx0" brushRef="#br0" timeOffset="-192471.39">16143 11832 10127 0,'-4'0'448'0,"2"-2"96"16,0 2-544-16,0 0 0 0,1 0 0 0,0 0 0 0,1 2 2000 0,-2-2 304 16,-1 1 48-16,-1 1 16 0,0 1-240 0,1 0-32 15,-1 0-16-15,0-2 0 0,2 1-608 0,1 0-112 16,-1-2-16-16,1 1-16 0,1-1-320 0,0 0-64 16,1 0-16-16,1-1 0 0,-1-1-304 0,2 0-64 15,1 1-16-15,1-1 0 0,0 0 208 0,3-1 32 16,-8 3 16-16,21-5 0 0,-21 5-208 15,30-4-32-15,-30 4-16 0,36-5 0 0,-36 5-224 0,42-5-32 0,-42 5-16 0,45-2 0 32,-45 2-80-32,42-4 0 0,-42 4-16 0,38-3 0 0,-38 3-176 0,34-2 0 0,-34 2 144 0,29-1-144 15,-29 1 0-15,0 0 0 0,33-2 0 0,-33 2 0 16,0 0-240-16,24-4-64 16</inkml:trace>
  <inkml:trace contextRef="#ctx0" brushRef="#br0" timeOffset="-191758.07">16857 11608 1839 0,'2'-6'160'0,"-2"2"-160"0,1 0 0 0,-1 1 0 16,1 3 1760-16,-1-2 320 0,0 2 64 0,0-1 16 0,0-1 640 0,0 0 128 15,-1-1 16-15,0 1 16 0,0 2-640 0,-2 0-128 16,0 2-16-16,0 1-16 0,0-1-560 0,1 1-96 16,-1 2-32-16,-1 0 0 0,1 1-544 0,1 1-112 15,-1 3-32-15,0 0 0 16,0 3-320-16,0 4-64 0,3-17-16 0,-4 39 0 0,1-16-112 0,1 1-16 15,2-24-16-15,-3 49 0 0,3-49-48 0,0 45 0 16,0-45 0-16,0 40 0 0,0-40-192 0,0 0 0 16,8 43 128-16,-8-43-128 0,0 0 0 0,0 0 0 0,0 0 0 0,32 24 0 15,-32-24 0-15,0 0 0 0,27-7 128 0,-18 2-128 16,3-2 128-16,-1-1-128 0,2-1 176 16,-1 0-176-16,1-3 176 0,0 0-176 0,0 0 160 0,0 0-160 15,1-2 0-15,0 2 128 0,-1-2-128 0,-1-2 0 16,-1-3 0-16,-2 2 0 0,0 0 0 0,-2 0 0 15,-1-1 0-15,-1 1 0 0,-2-2 0 0,-1 0 0 16,-2 0 0-16,-1 0 0 0,-1 2 0 0,-1 1 0 16,0 2 0-16,-1 3 0 0,3 5 0 0,-2 2 0 15,0 4 0-15,0 4 128 0,0 2-128 0,0 3 0 0,-1 2 256 16,4-11-32-16,-6 25-16 0,6-25 0 0,-4 32-16 0,4-32-16 16,-2 38 0-16,2-38 0 0,-1 43 0 0,1-43 0 15,1 45 0-15,-1-45 0 0,0 50 32 0,0-50 16 16,3 42 0-16,-3-42 0 0,4 34 0 0,-4-34 0 15,0 0 0-15,14 41 0 0,-14-41-224 0,0 0 0 16,0 0 128-16,23 38-128 16,-23-38 0-16,0 0 0 0,0 0 0 0,0 0 0 15,37 8-576-15,-28-13-48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44.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4:35:59.711"/>
    </inkml:context>
    <inkml:brush xml:id="br0">
      <inkml:brushProperty name="width" value="0.05292" units="cm"/>
      <inkml:brushProperty name="height" value="0.05292" units="cm"/>
      <inkml:brushProperty name="color" value="#002060"/>
    </inkml:brush>
  </inkml:definitions>
  <inkml:trace contextRef="#ctx0" brushRef="#br0">5051 4675 2751 0,'0'-1'256'0,"0"0"-256"16,0 0 0-16,0 1 0 16,0 0 800-16,0 0 112 0,0-2 32 0,0 2 0 15,0-2 352-15,0-1 80 0,0 1 16 0,-1 0 0 0,1 1-16 0,0-1 0 16,-1 1 0-16,1 0 0 0,-1 1-160 0,1 0-16 15,0-2-16-15,-1 1 0 0,1 1-176 0,0 1-48 16,0-1 0-16,1-1 0 0,0 1-176 0,1-1-32 16,0 1-16-16,-1-1 0 0,1 1-48 15,1 0-16-15,1 0 0 0,-1 0 0 0,2 0-288 0,0 0-48 0,-2 1-16 0,2 0 0 16,1 0-112-16,-1 1-16 0,3-1-16 0,-3 0 0 31,2-1-176-31,-1 0 0 0,0 0 0 0,0 0 128 16,0 2-128-16,-1-2 0 0,0-2 0 0,-1 2 0 0,-2 0 0 0,0-1 0 0,0 0 0 0,-1 1 0 15,-1-2 0 1,0 1 0-16,-1 0 0 0,-1 1 0 0,0-1 0 0,0 1 0 0,-1 0 0 0,-1 0 0 16,0 0 0-1,-2 0 0-15,0 0 0 0,1 0 0 0,-3 0-336 0,1 0 48 0,-2 0 16 16,0 1 0 0,2-1-224-16,0 0-32 0,-2-1-16 0,2 1 0 0,-1 0 288 0,3 0 64 0,-2 0 16 0,2-2 0 0,1 2 176 0,-1 2 0 31,3-2 0-31,-2 0 0 0,2 0 0 0,0 0 128 15,0 1-128-15,1 0 176 0,0 2 160 0,0-3 48 16,0 1 0-16,1 0 0 0,0-1 80 0,0 2 32 16,2-2 0-16,-1 0 0 0,2-2-80 0,0 2-16 15,1-1 0-15,0 0 0 0,1-1-64 0,1 1-16 0,-1-1 0 0,2 0 0 16,-1 1-144-16,2-1-48 0,-1 1 0 0,0 0 0 16,0 1-128-16,-2-2 0 0,2 2 0 0,-2 0 0 15,1 0 0-15,-2 0 0 0,-1 0 0 0,0 0 0 16,0 0 0-16,-2 2 0 0,0-2 0 0,-1 0 0 15,1 0 0-15,-1 0 0 0,-1 1 0 0,-1-1 0 16,0 0 0-16,-1 0 0 0,1-1 0 0,-1 1 0 16,-1 0 0-16,0 0 0 0,1 0-176 0,-1 0 176 15,0 0-224-15,2 0 32 0,0-2 16 0,-1 4 0 16,1-2 176-16,0 0-128 0,1 1 128 0,-1 0-128 16,2 1 128-16,-1-2 0 0,1 3-144 0,0-3 144 0,1 1-208 0,0 0 16 15,1 2 16-15,0-3 0 16,0 2-256-16,2-2-48 0,-1 2-16 0,2-2 0 15,0 0-656-15,3 1-128 0,-1-1-16 0,2 0-10672 16</inkml:trace>
  <inkml:trace contextRef="#ctx0" brushRef="#br0" timeOffset="1185.93">4616 4618 2415 0,'-1'-4'0'0,"0"0"0"0,0 2 144 0,1 0-144 0,-1 0 0 0,1 2 0 0,-1-3 0 16,0 1 0-16,-1-3 624 0,0 1 16 15,0-1 16-15,-1 0 0 0,0 1 272 0,-1 1 48 0,3 0 16 0,-2 1 0 0,1 2-160 0,0 0-48 16,-1 0 0-16,1 0 0 0,1 0-144 0,1 0-16 15,-1 2-16-15,0-1 0 16,-1 3 240-16,1-3 48 0,0 3 16 0,0-2 0 0,1 3 304 0,-1 0 48 16,0 0 16-16,0 4 0 0,0-2-320 0,0 3-48 0,0 1-16 0,-1 1 0 15,0 0-384-15,0 0-96 0,-1 2-16 0,0 0 0 32,1 0-272-32,-1-4-128 0,0 2 0 0,0-4 128 0,1 0-128 0,1-3 0 0,0 0 0 0,0 0 0 15,0-3 0-15,1 1 0 16,0-1 0-16,0-2 0 0,1 0 0 0,-1 0 0 15,2-2 0-15,-1-1 0 0,1-1 0 0,1-1 0 16,-1 0 0-16,1-2-176 16,0-3-16-16,-1 1-16 0,1-3 0 0,0 0 0 0,0 1 16 15,0-1 16-15,0 0 0 0,-1-2 0 0,1 2 176 16,-1 0 0-16,-1 0-144 0,0 2 144 0,1 3 0 16,-1 0 0-16,0 3 0 0,0 1 0 0,0 0 0 0,-1 0 192 15,1 2-32-15,-1 1 0 0,0-2 288 0,-1 2 48 16,1 2 16-16,-1-2 0 0,1 1-80 0,-1 0-16 15,0-1 0-15,1 2 0 0,-1 1-160 0,0-2-16 16,0 3-16-16,1-2 0 0,-1 0-80 0,1 3-16 16,0-2 0-16,-1 1 0 0,1 2 32 0,-1 2 0 0,0 1 0 0,0 2 0 15,0-1 0-15,0 3 0 16,0 0 0-16,-1 3 0 0,0-2-160 0,1 0 0 0,-1 1 0 0,0-2 128 16,0-1-128-16,1-1 0 0,-1-2 0 0,2-3 0 15,-1-1 0-15,1 0 0 0,0-3 0 0,0 1 0 16,0-1 0-16,0-2 0 0,0 0 0 0,0-2 0 15,0-1 0-15,0 1 0 0,1 0 0 0,0-3 0 16,0 0 0-16,0 1 0 0,1-2 0 0,-1 0 0 16,1-1 0-16,0 0 0 0,0-1 0 0,0-1 0 15,0 0-208-15,0 1 80 0,0-2 128 0,-1 1-208 0,0 0 64 16,1 1 16-16,-2 4 0 0,1-3 0 0,0 4 128 0,-1 1 0 16,0 0 0-16,-1 2-128 0,1-2 128 0,-1 4 0 15,0 0 0-15,0-2 0 0,0 4 0 0,-1 0 0 16,0 1 0-16,0-1 0 0,1 3 0 0,-1-2 0 15,-1 4 0-15,1-2 128 0,-1 0-128 0,0 0 0 16,0 0 0-16,1 1 128 0,-1-1-128 0,1 0 192 16,-1 0-64-16,0 0 0 0,1-2-128 0,1 0 0 15,0 1 0-15,1 0 0 0,0 0 0 0,0 2-256 16,1-4 64-16,0 3-13120 16</inkml:trace>
  <inkml:trace contextRef="#ctx0" brushRef="#br0" timeOffset="4654.64">5099 7879 911 0,'0'-1'0'0,"0"1"0"16,0-2 0-16,0 2 0 0,0 0 416 0,0 0 0 15,-1 0 0-15,1 0 0 0,-1 0 96 0,0-2 32 16,0 2 0-16,0 0 0 0,-1 0-160 0,2 2-16 0,-1-2-16 0,0 0 0 16,1 0 32-16,-1 0 16 0,1 0 0 0,-1 0 0 31,0-2 80-31,1 1 16 0,0 1 0 0,0-2 0 0,0 2-128 0,0-2-32 0,-1 1 0 0,1-1 0 15,0 2-144-15,-1-2-48 16,1 0 0-16,0 1 0 0,-1 1 112 0,1 0 32 0,0 0 0 0,0 0 0 16,-1 0-48-16,1 0-16 0,0 0 0 0,0 0 0 15,0 1 16-15,0-1 0 16,-1 2 0-16,1-2 0 0,0 0 160 0,0 0 48 0,0 0 0 0,0 0 0 0,0 0 64 0,0 0 32 16,0 0 0-16,1 0 0 0,-1 0-32 0,0-2 0 31,1 2 0-31,-1-1 0 0,1 1-80 0,-1 0-32 0,1 0 0 0,-1 0 0 15,1 0 48-15,0 0 16 0,0 0 0 0,-1 0 0 0,1 0 48 0,0 0 0 16,0 0 0-16,-1 0 0 16,1 1-192-16,0-1-16 0,1 0-16 0,0 0 0 0,1 0-32 0,-1 0-16 15,0 0 0-15,0 0 0 0,1 0 48 0,0-1 16 16,1 1 0-16,-2-2 0 0,1 2-176 0,0-2-128 16,1 1 192-16,-2-1-192 15,1 0 128-15,0 0-128 0,0 0 0 0,-1 1 0 0,-1-1 0 0,0 1 0 0,0 1 0 0,-1 0 0 16,0 0 0-16,0 0 0 0,0 0 0 0,0 0 0 31,0 0 0-31,-1 0 0 0,0 0 0 0,0 0 0 0,0 1 0 0,-1-1 0 0,1 2 0 0,-2-2-144 31,0 3 144-31,1-1 0 0,-1-1 0 0,-1 0-128 0,0 1-32 0,0 1 0 0,-1-1 0 0,-1 1 0 16,1-1-240-16,-1 0-48 0,2-1-16 0,-1 1 0 31,1 0 288-31,1-2 176 0,-1 0-192 0,0 1 192 16,1 1 0-16,1-2 0 0,-2 0 0 0,2 0 0 0,0 0 192 0,0 2-64 15,1-2-128-15,-1 0 192 0,1 0-64 0,0-2 0 16,1 2-128-16,0 0 192 0,0-2 0 0,0 1-16 16,0 1 0-16,1-2 0 0,1 0 192 0,-1 1 32 15,1-1 16-15,0 2 0 0,0-2-96 0,1 0 0 16,0 1-16-16,-1-1 0 0,2 2-48 0,-1-3 0 16,1 3 0-16,-1-2 0 0,1 2 16 0,1 0 0 15,-1 0 0-15,1 0 0 0,0 0 752 0,-1 0 128 16,2 0 48-16,-2 2 0 0,0-2-848 0,0 1-160 15,0 1-48-15,-2-2 0 16,2 0-912-16,-1 0-192 0,-1 0-48 0,0 2 0 0,-1-2 816 0,1 0 192 0,-2 0 0 0,0 0 0 16,0 0 0-16,0-2 0 0,-1 2 0 0,-1 0 0 15,1 0 0-15,-1 0 0 0,-1 0 0 0,-1 0 0 16,0 0 0-16,-1 2 0 0,0-2 0 0,1 0 0 16,-2 3-160-16,1-3 160 0,0 2-160 0,-1 0 160 15,1-1-288-15,0 1 32 0,1 0 16 0,2 1 0 16,-1-1 32-16,1 0 0 0,0-2 0 0,1 2 0 15,1-1 208-15,0 1 0 0,0-2 0 0,1 0 0 16,0 0 0-16,0 0 0 0,1-2 0 0,0 1 0 0,0 1 0 0,-1-2 0 16,2 1 0-16,-1 0 0 0,1-1 160 15,0 0 32-15,-1 1 0 0,1-1 0 0,1-1 128 16,0 1 48-16,-1 0 0 0,1 0 0 0,1 1-48 0,-2-1 0 16,2-1 0-16,0 1 0 15,-1 1-48-15,1 0-16 0,0-1 0 0,-2 0 0 0,2 1 0 0,0-1 0 16,-1 1 0-16,0 1 0 0,0 0-128 0,-2-2-128 15,2 2 192-15,-1 0-192 0,0 0 0 0,-1 0-272 16,2-1 16-16,0 1 16 16,-1-1-1376-16,0 1-288 0,2-2-48 0,0 2-11232 0</inkml:trace>
  <inkml:trace contextRef="#ctx0" brushRef="#br0" timeOffset="5556.07">4072 7959 4607 0,'3'-3'400'0,"-1"1"-400"16,0-2 0-16,-1 3 0 0,0-2 800 0,0 1 80 0,4-4 16 0,2-2 0 15,1-4 112-15,0 1 16 0,1 1 16 0,-2 0 0 16,0 3-128-16,-4 3-16 16,0-1-16-16,-1 5 0 0,-1 0-128 0,-2 0-32 15,-1 2 0-15,-1 1 0 0,0 1 0 0,0 1 0 0,-2 0 0 0,0 2 0 32,-1 0 80-32,-1 0 16 0,0 2 0 0,0 0 0 15,-1 2 16-15,2-2 16 0,0 3 0 0,2-1 0 16,0 2-160-16,1 1-48 0,1 1 0 0,1-2 0 15,1 2-64-15,2-4-32 0,1-1 0 0,-3-10 0 0,0 0-320 0,0 0-64 16,0 0-16-16,0 0 0 0,0 0-144 0,40 29 0 16,-33-32 0-16,2-2 0 0,-1 1 0 0,2-5 128 15,1-2-128-15,0-1 128 0,1-1 128 0,-1 0 0 16,0 1 16-16,-1-2 0 0,0 2-112 0,0-4-32 16,1 2 0-16,-3 0 0 0,-1 0-128 0,-1 2 0 15,-2 2 0-15,-1-3 0 0,-1 2 0 0,-2-1 0 16,-2 0 0-16,0 0 0 0,-4 3 0 0,-1 0 0 15,-5-1 0-15,-1 4 0 0,0 1-160 0,-2 2 160 16,-1 3 0-16,1 0-144 0,1 3-48 0,0 4 0 16,2 0 0-16,1 2 0 0,3-1-64 0,0 1-32 0,3 2 0 0,2-1 0 15,1 0-48-15,2-1-16 0,3 1 0 0,1-1-12768 16</inkml:trace>
  <inkml:trace contextRef="#ctx0" brushRef="#br0" timeOffset="7679.61">5081 6046 911 0,'0'-1'0'0,"-1"1"0"0,1-2 0 0,-1 2 0 0,1 0 768 0,0 0 80 0,0 0 16 0,-1 0 0 16,1 0 880-1,-2 0 176-15,-1 2 48 0,0-2 0 0,0 3 80 0,1-1 0 0,-2 0 16 0,1 1 0 0,0 1-576 0,1-1-112 32,0 1-32-32,0-1 0 0,2 0-416 0,-1 1-96 0,2-3 0 0,0 0-16 0,1 2-192 0,0-1-48 15,3-2 0-15,0-3 0 16,0 3 128-16,2-3 0 0,-2 2 16 0,2-3 0 0,-2 1 16 0,2 0 0 16,1 0 0-16,0 0 0 15,-2 0-352-15,1 1-64 16,-3 1 0-16,1 1-16 0,0 0-304 0,-3 1 0 0,0 1 0 0,-1 0 0 0,-1 1 0 0,-2-1 0 31,-1 3 0-31,1 0 0 0,-2-1-448 0,-1-1 0 0,1 2 0 0,-2-2 0 16,1 0-528-1,-1 0-112-15,-1-1 0 0,0 1-16 0,1-2 96 0,-2 0 32 16,2 1 0-16,0-2 0 16,1 0 16-16,1-2 16 0,0 1 0 0,0 0 0 0,2-2 576 0,0 1 112 0,1-1 32 0,0 1 0 15,1 0 432-15,0 0 96 0,1-1 16 0,1 0 0 16,0 1 544-16,0 0 112 0,2-2 32 0,0 1 0 15,-1 0 144-15,1 1 48 0,1 1 0 0,-1 0 0 16,0-1-432-16,1 1-96 0,-1 1-16 0,1 0 0 16,0 0-432-16,-1 0-96 0,1 0 0 0,-1 0-128 0,-1 0 0 15,0 0 0-15,0 0 0 0,0 0 0 0,0 1 0 0,-1-1-272 16</inkml:trace>
  <inkml:trace contextRef="#ctx0" brushRef="#br0" timeOffset="8501.19">4026 5960 9215 0,'1'-4'816'0,"1"0"-656"0,-1 2-160 0,0 1 0 16,-1 0 1568-16,1-1 288 0,1-1 48 0,1-4 16 15,1-2 528-15,-1 0 112 0,1 1 32 0,-1-1 0 16,-1 4-800-16,-1-2-176 0,-1 4-16 0,-1 1-16 15,1 0-560-15,-2 2-128 0,-1 2 0 0,0 2-16 16,0 1-368-16,-2 2-80 0,0 3-16 0,0 2 0 0,-2 2-176 0,1 5-48 16,-2 0 0-16,2-3 0 0,0-1-192 0,0 4 144 15,-2 2-144-15,1 3 128 0,0 0-128 0,1 1 0 16,2-3 0-16,3-3 0 0,2-2 0 0,-1-17 0 16,0 0 0-16,0 0 0 15,0 0 0-15,33 35 0 0,-24-37 0 0,1-1 0 0,0-3 0 0,2-2 0 16,1-4 0-16,0 0 0 0,1 0 0 0,1-2 0 15,-1-1 128-15,1 0-128 0,0-2 0 0,-1 0-256 16,0 1 64-16,-1-1 16 0,1-2-128 0,-3 0-16 0,-1-1-16 0,-3 0 0 16,-1 1 336-16,-2-3-176 0,-3 4 176 0,-3 2-128 15,-2 4 128-15,-2 2 0 16,-2 3 0-16,-2 3-128 0,-1 1 128 0,-2 5 0 0,-1 0-144 0,0 3 144 16,1 4 0-16,1 1 0 0,2-2 0 0,0 3 0 15,3-1 0-15,1 3-176 0,2-3 176 0,1 3-128 31,2-1-336-31,2-1-64 0</inkml:trace>
  <inkml:trace contextRef="#ctx0" brushRef="#br0" timeOffset="8680.93">4319 6038 22111 0,'-2'5'976'0,"0"-2"208"16,0 2-944-16,1-2-240 0,-1 2 0 0,1-2 0 0,-1-1 1904 0,0 5 336 15,-2 2 64-15,0 6 0 16,-1 2-800-16,2-1-160 0,1-1-48 0,3-1 0 0,-1-14-1056 0,0 0-240 31,0 0 0-31,0 0 0 0,0 0-1440 0,40 23-256 0</inkml:trace>
  <inkml:trace contextRef="#ctx0" brushRef="#br0" timeOffset="9024.75">4393 5834 20271 0,'-2'2'896'0,"0"-2"192"0,1 3-880 0,0-3-208 0,1 2 0 0,0-2 0 32,1 1 1776-32,0 1 304 0,0 0 64 0,2-2 16 0,3 2-1072 0,0-2-192 15,3-2-64-15,0 0 0 0,2-1-560 0,1 1-112 0,0-3-32 0,1 3 0 31,0-2 256-31,0 0 32 0,0 2 16 0,0 0 0 0,-1 0-112 0,0 0-32 16,-2 1 0-16,1-1 0 0,-3 2-288 0,-1-2 128 16,1 2-128-16,-3 0 0 0,0 2 0 0,-1-2 0 15,-2 2 0-15,0-1 0 0,0 3 128 0,-2-2-128 16,0 4 0-16,-2 2 0 0,0 0 368 0,0 1 16 16,-3 3 0-16,0 0 0 0,0 2 32 0,-1 0 16 15,0 3 0-15,-1-1 0 0,1 4-240 0,0-2-32 0,2-1-16 16,-1 2 0-16,0 2-144 0,0 3 128 0,-1 0-128 15,1 2 128-15,0 0-128 0,-1 0 0 0,3 1 0 0,-1-1 0 16,-1-1 0-16,3-6 0 0,-1-2 0 0,1-5 0 31,1-1-368-31,1-3-96 0,1-2-32 0,0-5-10464 0,1 1-2096 0</inkml:trace>
  <inkml:trace contextRef="#ctx0" brushRef="#br0" timeOffset="9262.04">4452 6017 16575 0,'-4'3'736'0,"1"-1"160"0,0 0-720 0,1-1-176 16,2 0 0-16,0 1 0 0,0-2 2368 0,-1 3 448 15,0 0 96-15,1 1 16 0,0 1-240 0,2 0-32 16,1-3-16-16,3 0 0 0,1-2-1568 0,2-2-320 16,1 0-64-16,1-3-16 0,1 0-320 0,2-2-64 15,3 0-16-15,-1-3 0 0,0 3-272 0,-1-2 0 16,0 1 128-16,-1 2-128 0,-1-2 0 0,-1 1-224 15,0-1 32-15,0 0-11584 16,-2 3-2336-16</inkml:trace>
  <inkml:trace contextRef="#ctx0" brushRef="#br0" timeOffset="9594.43">4748 5834 14735 0,'-5'2'640'0,"1"-2"160"0,1 3-640 0,1-3-160 0,0 2 0 0,0-1 0 15,0 3 2400-15,-2-2 448 0,-1 6 96 0,-3 1 0 16,0 3-528-16,0-1-112 0,0 2-32 0,2-1 0 16,0 1-1584-16,1-1-320 0,2 0-64 0,0 0-16 15,1 0-32-15,1 1-16 0,2-1 0 0,1-1 0 16,1-2 176-16,-3-9 32 0,0 0 16 0,0 0 0 0,0 0-208 16,29 33-32-16,-29-33-16 0,0 0 0 0,0 0-208 0,0 0 144 15,45 17-144-15,-45-17 128 0,0 0-128 0,0 0 192 16,39 14-192-16,-39-14 192 0,0 0-192 0,0 0 192 15,0 0-192-15,0 0 192 0,33 32-64 0,-31-26 0 16,-1 0 0-16,-2 2 0 0,-1-1 32 0,-1-1 0 16,-2 0 0-16,-1 1 0 15,-1 0 32-15,-1 1 0 0,-1-2 0 0,-2 2 0 0,-3-1-192 0,-1 0 128 0,-1 1-128 16,-2 0 128-16,-1 0-128 0,1-4 0 0,3-1 0 16,3-1 0-1,3-4-1200-15,3-3-160 0,3-2-48 0,3-7-15248 0</inkml:trace>
  <inkml:trace contextRef="#ctx0" brushRef="#br0" timeOffset="9752.35">4756 5850 11055 0,'1'-2'976'0,"-1"1"-784"0,0 0-192 0,0 1 0 16,0 0 3088-16,1 0 576 0,0 0 112 0,0-2 32 16,2-1-160-16,2 1-48 0,1-3 0 0,2 3 0 0,0-2-2400 0,2 0-496 15,3 1-80-15,0 0-32 16,0 0-1040-16,1-1-224 0</inkml:trace>
  <inkml:trace contextRef="#ctx0" brushRef="#br0" timeOffset="11446.2">5087 9791 6447 0,'0'0'576'0,"0"0"-576"16,0 0 0-16,-1 0 0 0,1 1 1264 0,-1 1 144 15,0-2 16-15,0 2 16 0,0-2 352 0,-1 2 64 16,1 1 0-16,-1 0 16 0,0 1-336 0,1-2-64 15,0 1 0-15,1 1-16 0,-1-1-608 0,2 1-112 16,-1-1-32-16,1-1 0 0,0 3-256 0,1-4-64 16,0 0-16-16,2-1 0 0,1 0-112 0,-1 0-32 15,4-2 0-15,-2-2 0 0,1 1 272 0,-2-2 48 16,1 3 16-16,0-3 0 0,-1 0-160 0,1 3-16 16,-2-3-16-16,0 2 0 0,-1 1-128 0,0 2-32 15,-2 0 0-15,1 0 0 0,-1 1-208 0,-1 0 0 0,0 2 0 0,0 0 0 16,-1 0 0-16,-1 0 0 15,1 2 0-15,-2-1 0 0,0-1 0 0,-1 2 0 0,0 2-160 0,-2-1 160 16,1 2-400-16,-2 0 0 0,0-1 0 0,-1 0 0 31,1 0-368-31,-2 0-80 0,2 3-16 0,0-4 0 16,0 2 80-16,2-4 16 0,1 1 0 0,2-2 0 0,1 1 592 0,0-3 176 0,1 3 0 0,1-3 0 16,0 1 192-16,0-2 128 0,2 0 0 0,-1-2 16 15,0 1 720-15,2-1 144 0,-1 2 16 0,1-3 16 16,-1 1-16-16,0 2 0 0,1-2 0 0,-1-3 0 0,2 2-464 15,0 1-112-15,0-2 0 0,0 1-16 0,0 0-304 16,0 0-64-16,0 0-16 0,-1 0 0 0,1 1-240 0,-1 0 0 16,-1 1 128-16,-1-1-128 15,0 2 0-15,0-1 0 0,-1 0 0 0,-1 1 0 0,0 0 0 0,-1 0 0 16,0 0 0-16,-1 0-160 0,0 1-176 0,1-1-48 16,-2 0 0-16,0 0 0 15,0-1-256-15,0 1-64 0,1 0-16 0,-1-2 0 0,0 1 272 0,0-3 64 16,0 1 16-16,-2 1 0 0,1-3 848 0,0 1 160 15,1 1 48-15,-1-2 0 0,1 3-688 0,1-1 0 16,1 1 0-16,0 0 0 0,0 2 0 0,1 0 0 0,0-2 160 16,0 2-160-1,1 2-416-15,-1-2-192 0,2 0-32 0,-2 1-16 0,2-1 1120 0,0-1 240 0,1 1 32 0,0-2 16 16,0 0-192-16,1 1-48 0,1-2 0 0,-1 0 0 16,1 0-192-16,0 0-32 0,1-2-16 0,2 1 0 15,-2 1 48-15,1-2 16 0,0 2 0 0,0 0 0 16,0 0-144-16,-1 1-16 15,0 1-16-15,-1 1 0 0,-1 1-160 0,-1 1 0 0,-1-2 0 0,-1 3 0 16,0-1 0-16,-2-1 0 0,0 2 0 0,-2 0 0 16,-1 2 0-16,0 0 0 0,-2 0-144 0,1 1 144 15,-2-1-256-15,0 1 0 0,-2 0 0 16,0-1 0-16,1-1-144 0,-1-1-32 0,1 2 0 16,1-2 0-16,-1-2-16 0,3 1 0 0,0-2 0 0,1 1 0 15,2 1 448-15,1-2-128 0,0 0 128 0,1 0 0 0,1 0 0 0,0-2 0 16,1 2 144-16,0-1-144 0,2 1 512 0,-1-2-16 15,-1 2 0-15,2-1 0 0,0 1 32 0,0-1 16 16,1-1 0-16,2 0 0 0,-1 1-272 0,2-3-48 16,-1 1-16-16,1-1 0 0,2-1-208 0,-1 0 176 15,2 0-176-15,0-1 160 0,1 0-160 0,0 1 0 0,-3-1 0 16,2 1-12032-16,-2 2-2416 16</inkml:trace>
  <inkml:trace contextRef="#ctx0" brushRef="#br0" timeOffset="20957.36">4384 7997 18431 0,'2'-5'1632'0,"-1"2"-1312"0,1 1-320 15,-2-1 0-15,2 1 944 0,-1 1 112 0,0 0 32 0,1 1 0 16,2-2 1168-16,-1 2 240 0,1 0 64 0,-1 2 0 16,-3-2-736-16,0 0-144 0,0 0-16 0,0 0-16 0,0 0-832 0,5 33-176 15,-5-27-16-15,-1 0-16 0,1-6-288 0,0 0-64 16,0 0-16-16,0 0 0 0,0 0-240 0,7 31 0 16,-5-29 0-16,0 0-18016 0</inkml:trace>
  <inkml:trace contextRef="#ctx0" brushRef="#br0" timeOffset="21321.06">4645 7754 23951 0,'-7'1'2128'0,"1"1"-1696"0,2 0-432 0,0-1 0 31,1 1 1824-31,1 0 288 0,-1 0 48 0,-3 3 16 0,-2 2-192 0,-4 5-16 0,-1 0-16 0,0 1 0 15,2 0-1232-15,0 0-240 0,3 0-48 0,3-1-16 0,1-2-224 0,4-10-32 16,0 0-16-16,4 29 0 16,-4-29-16-16,0 0-128 15,0 0 192-15,39 27-64 0,-39-27-128 0,0 0 0 16,43 12 144-16,-43-12-144 0,0 0 0 0,44 5 0 16,-44-5 0-16,0 0 128 0,41 5-128 0,-41-5 0 15,0 0 0-15,36 7 128 0,-36-7-128 0,0 0 0 16,0 0 0-16,0 0 0 0,33 28 0 0,-33-28 0 15,0 0 0-15,0 0 128 0,0 33-128 0,-4-23 144 16,-1 0-144-16,-4 1 160 0,-2 1-160 0,-2 0 0 16,-1 0 0-16,-2 0 128 0,-3 0-128 0,0 0 0 0,-2-1 0 0,1-1 0 15,-1-3 0-15,2 0 0 0,0-5 0 16,4-1 0-16,1-2 0 0,2-1-320 0,1-3 48 0,1-4-18224 16</inkml:trace>
  <inkml:trace contextRef="#ctx0" brushRef="#br0" timeOffset="21483.22">4524 7804 28559 0,'1'-2'1264'0,"1"2"272"15,0 0-1232-15,1 0-304 0,-1 0 0 0,1-2 0 0,-3 2 2416 0,0 0 416 16,24-3 96-16,-7-2 16 0,3-1-1728 0,2-2-352 16,2-1-64-16,1-1-16 15,-3-1-576-15,0 1-208 0,0-2 144 0,-1 2-12608 16,-2 2-2512-16</inkml:trace>
  <inkml:trace contextRef="#ctx0" brushRef="#br0" timeOffset="22339.96">4045 9796 16575 0,'1'-9'1472'0,"-1"6"-1168"16,0 1-304-16,0-1 0 0,0 2 944 0,-1 0 128 15,0 1 16-15,-1 1 16 0,-2 1 960 0,-3 2 192 16,0 4 48-16,-1 3 0 0,-2 6-1280 0,0 1-256 15,0 4-64-15,0 4 0 0,1 3-288 0,3 1-64 0,0-1-16 0,4-3 0 16,1-2-16-16,1-3 0 0,0-21 0 0,3 38 0 16,-3-38-64-16,0 0-32 0,14 41 0 15,-14-41 0-15,0 0-224 0,0 0 0 0,0 0 0 0,43 20 0 16,-31-26 0-16,2-2 144 0,2-4-144 0,0-4 192 16,1-1 128-16,0-2 48 15,0-2 0-15,1-2 0 0,0 1-368 0,-3-3 0 16,-1 0 0-16,-1-1 0 0,-2 0 0 0,-4 2-192 0,-3 3 192 0,-5 2-192 15,-3 2 192-15,-3 1 0 16,-3 4 0-16,-4 0 0 0,-4 0 0 0,-4 5 176 16,-1 2-176-16,2 3 192 0,0 4 128 0,0 3 48 0,3 3 0 0,1 1 0 0,3 2-208 15,1 3-32 1,4 1-128-16,2-1 192 0,5-2-384 16,2-12-96-16,0 0-16 0,11 35-16208 15</inkml:trace>
  <inkml:trace contextRef="#ctx0" brushRef="#br0" timeOffset="22573.3">4350 10021 22111 0,'-3'-5'976'0,"2"3"208"0,0 0-944 0,1-1-240 0,-1 1 0 0,1 0 0 15,0 1 1392-15,1-2 224 0,0 0 48 0,1 0 16 16,0 1-208-16,0 2-32 0,-2 0-16 0,0 0 0 16,0 0-32-16,0 0-16 0,24 34 0 0,-24-34 0 15,0 0-624-15,13 41-128 0,-13-41-32 0,6 32 0 16,-6-32-400-16,0 0-192 0,9 35 160 0,-9-35-160 16,0 0-512-16,0 0-192 0</inkml:trace>
  <inkml:trace contextRef="#ctx0" brushRef="#br0" timeOffset="22926.02">4477 9830 14735 0,'-3'0'1312'0,"2"0"-1056"0,0 0-256 16,1 2 0-16,1-2 2976 0,-1 0 544 0,1 0 96 15,1-2 32-15,0 1-352 0,4-1-64 0,1-3-16 0,2 1 0 16,1-1-2256-16,-1 0-464 0,1 0-96 0,2-2-16 15,-12 7-256-15,22-7-128 0,-11 2 128 0,-11 5-128 16,0 0 0-16,26-4 0 0,-26 4 128 0,0 0-128 16,0 0 0-16,0 0 0 0,0 0 0 0,29 32 0 15,-29-32 0-15,0 0 0 0,-2 29 0 0,-2-17 0 16,0 0 0-16,-2 0 0 0,-2 4 0 0,-4 1 0 16,1-1 0-16,-3 3 0 0,-1-1 0 0,0-2 0 15,2 0 0-15,3-4 0 0,2-2 0 0,4 0 0 0,1-3 0 0,3-7 0 16,0 0 0-16,0 0 0 0,0 0 192 0,0 0 0 15,0 0 0-15,34 18 0 0,-34-18-64 0,22-5-128 16,-22 5 192-16,27-9-64 0,-14 1-128 0,0 2 0 16,1-4 0-16,-1 1 128 0,-1 2-128 0,0-3 0 15,-1 1 0-15,0 2 0 0,-2-1-320 0,0 1-64 16</inkml:trace>
  <inkml:trace contextRef="#ctx0" brushRef="#br0" timeOffset="23283.9">4806 9748 14735 0,'1'-4'1312'0,"-1"2"-1056"0,1-1-256 0,-1 0 0 15,0 2 2000-15,0 0 352 0,0 1 64 0,-1 0 16 16,1-2 1024-16,-1 0 224 0,-1 0 32 0,0 2 16 16,-1 2-2064-16,1 0-400 0,-1 0-96 0,-1 3-16 15,1 0-656-15,0 2-144 16,-1 0-32-16,1 5 0 0,0 0-112 0,2 0-16 0,1-12-16 0,-1 30 0 15,1-30-176-15,1 34 128 16,-1-34-128-16,7 33 128 0,-7-33-128 0,0 0 0 0,18 40 0 0,-18-40 0 16,0 0 0-16,0 0 0 15,33 35 0-15,-33-35 0 0,0 0 0 0,0 0 0 0,34 22 0 0,-34-22 0 0,0 0 0 0,0 0 0 16,0 0 0-16,34 33 0 0,-34-33 0 0,0 0 0 16,0 0 0-16,13 31 0 0,-13-31 0 15,0 0 0-15,-6 25 128 0,0-17-128 0,1 2 0 0,-2-2 0 16,1-2 0-16,-1 1 128 0,-1 1-128 0,-2 0 0 15,0 0 0-15,-2-1 0 16,-2 0 0-16,1-3 0 0,-1 2 0 0,-1-3 0 0,0 0 0 0,0-3-144 16,3 0 0-16,-1-2 0 15,2-2-1456-15,0-3-304 0</inkml:trace>
  <inkml:trace contextRef="#ctx0" brushRef="#br0" timeOffset="23475.3">4738 9783 19343 0,'3'-5'1728'0,"0"2"-1392"0,0 2-336 0,-1-1 0 16,0 1 3552-16,0 0 640 0,1 1 128 0,0 0 32 0,5-2-2208 0,-8 2-432 15,0 0-96-15,31-7-16 0,-31 7-1056 0,25-5-224 0,-25 5-32 0,25-5-16 32,-25 5-272-32,0 0 0 0,34-6 0 0,-34 6-18528 0</inkml:trace>
  <inkml:trace contextRef="#ctx0" brushRef="#br0" timeOffset="27817.66">6962 11522 6447 0,'0'-2'576'0,"0"-1"-576"0,1 3 0 0,-1-2 0 16,0 2 976-16,2-2 96 0,-1-1 16 0,0-3 0 15,1-1 1056-15,-1 1 224 0,-1-1 32 0,0 3 16 16,-1 1-192-16,0 1-48 0,0 1 0 0,-1-1 0 16,1 2-496-16,-1 0-96 0,0 2-32 0,-1 1 0 0,3 0-656 0,-1 1-144 15,0-1-32-15,1 4 0 16,0-1-240-16,0 2-48 0,0-1-16 0,0 3 0 0,0 1-160 0,1-1-48 15,-1 2 0-15,1-3 0 0,-1 1-208 0,0 1 144 32,1 0-144-32,0 0 128 0,0-2-128 0,0-2 128 0,0 1-128 0,1-4 128 0,0 3-384 0,1-4-64 31</inkml:trace>
  <inkml:trace contextRef="#ctx0" brushRef="#br0" timeOffset="29617.64">8967 11553 2751 0,'0'0'256'0,"0"0"-256"0,0 0 0 0,0 0 0 16,0 0 720-16,-1-2 112 0,1 2 0 0,-1-1 16 16,1-1-16-16,-1 1-16 0,0 0 0 0,1-1 0 31,0 1-320-31,0 0-64 0,0 0-16 0,0 1 0 0,1-2 320 0,0 1 64 16,0 1 16-16,0 0 0 0,0-2 352 0,0 2 80 0,-1 0 16 0,1 0 0 15,-1 0 144-15,0 0 48 0,1 0 0 0,-2 0 0 16,1 0-192-16,0 0-48 0,1 0 0 0,-1 0 0 0,0 0-320 0,1 0-64 15,-1 0 0-15,1 0-16 0,0-1-304 0,0 1-48 32,0-1-16-32,-1 1 0 0,1-2-112 0,0-1-16 0,0 3-16 0,0-2 0 0,0 0-112 0,0 1-32 15,0 1 0-15,1-2 0 0,-1 2 16 0,0 0 0 16,-1 0 0-16,1 0 0 0,-1 0 0 0,0 0 0 16,1 0 0-16,-1 0 0 0,0 0 160 0,1 0 48 15,-1 2 0-15,0-2 0 0,1 3 64 0,-1-3 32 16,0 3 0-16,0 1 0 0,0-2-80 0,1 0-16 31,-1 2 0-31,1 1 0 0,-1 1-128 0,0-6-48 0,0 0 0 0,0 0 0 0,0 0-208 0,4 29 128 0,-4-29-128 0,0 0 0 31,0 0 0-31,2 24 0 0,-1-18 0 0,-1-1 0 0,0 2 0 0,0-4 0 0,-1 1 0 0,0 1 0 32,1-4 0-32,-1 0 0 0,0 1 0 0,0-1 0 15,0 1 0-15,0-2 0 0,1 0 0 0,-1-3 0 16,0 3 0-16,1-3 0 0,0 0 0 0,-1-3 0 15,1 2-288-15,-1 0 0 0,1-2 0 0,-1 2 0 16,1-3-64-16,-1 2-16 0,-1-2 0 0,1 1 0 16,0 0 224-16,-1-1 144 0,1 2-192 0,0-1 192 15,0 1 0-15,0 2 0 0,0 0 0 0,1 0 0 0,0 2 0 0,0 1 128 16,0 0-128-16,0 1 192 0,1 0 144 0,0 4 32 16,0 0 0-16,-1-5 0 0,0 0-96 0,0 0-16 15,3 30 0-15,-3-30 0 0,0 0-128 16,0 24-128-16,0-24 144 0,0 0-144 0,1 24 0 0,-1-17 0 15,0-2 0-15,1-3-17888 16</inkml:trace>
  <inkml:trace contextRef="#ctx0" brushRef="#br0" timeOffset="30802.73">10997 11525 3679 0,'1'-3'320'0,"-1"3"-320"0,1-2 0 0,-1 0 0 15,0 1 848-15,0 1 112 0,1-2 0 0,0 2 16 16,-1-3 1008-16,1 1 208 0,-1 2 48 16,0-1 0-16,0 1 0 0,0 0 16 0,0 0 0 0,0 0 0 0,0 0-464 0,0 0-112 15,0 0-16-15,0 0 0 16,0 0-512-16,0 0-96 0,-3 18-32 0,3-18 0 0,0 0-144 0,0 0-48 15,0 0 0-15,-2 20 0 0,2-20-256 0,0 0-64 16,0 0-16-16,0 27 0 0,0-27-208 0,0 0-32 31,-1 24-16-31,1-24 0 0,0 0-240 0,0 0 128 0,0 26-128 0,0-26 0 0,0 0 0 0,0 0 0 16,0 0 0-16,0 0 0 0,0 0 0 0,0 0 0 16,0 0 0-16,0 0 0 0,0 0 0 0,0 0-192 15,0 0 48-15,3 0 0 16,-3-5-240-16,0 0-64 0,0-2 0 0,1 0 0 0,0 0 176 0,1 0 16 0,-1-2 16 0,0 2 0 15,1-2 240-15,-2 1-192 0,0-1 192 0,1 1-192 16,0 2 192-16,0 0 0 0,-1 4 0 0,1-3 160 16,0 3 208-16,-1 2 32 0,0 0 16 0,0 2 0 15,0-2 48-15,0 0 16 16,0 0 0-16,0 0 0 0,0 0-144 0,0 0-16 0,-5 21-16 0,5-21 0 31,-3 9-96-31,3-9-16 0,-3 11 0 0,2-7 0 0,0 1-192 0,1-5 128 0,0 0-128 0,0 0 0 16,0 0 0-1,0 0 128-15,0 0-128 0,0 0 0 0,0 0 0 0,0 0 0 0,0 0 0 0,0 0 0 0,0 0 0 16,0 0 0-16,0 0 0 0,0 0 0 16,0 0 0-16,0 0 0 0,0 0-144 0,33 6 144 31,-33-6-1216-31,0 0-160 0</inkml:trace>
  <inkml:trace contextRef="#ctx0" brushRef="#br0" timeOffset="32167.42">13074 11563 2751 0,'1'-1'256'0,"0"1"-256"16,-1-1 0-16,0 0 0 15,1 1 768-15,-1 0 96 0,1-2 32 0,1 0 0 0,0-1 256 16,1 0 48-16,0 0 16 0,-1 0 0 0,1 0 32 0,0 0 16 16,1-1 0-16,-2 0 0 15,2 1 64-15,0 0 16 16,0 1 0-16,-2 0 0 0,1-1 64 0,-1 3 32 0,0 0 0 0,-1 0 0 0,1 0-352 0,-1 1-64 16,0 1 0-16,-1 0-16 0,2-2-240 0,-1 2-64 0,0 1 0 15,0-1 0-15,0 1-528 0,0-1-176 0,0-1 0 16,0 0 0-16,0-1 0 0,0 2 0 0,0-2 0 0,0 0-192 15,0 0 192-15,0-2 0 16,0 2 0-16,1 0 0 0,-1-1 0 16,1 0 0-16,-1 1 0 0,0-2 0 15,-1 2 0-15,0-2 0 0,0 2 0 0,0 0 0 0,0 0 336 0,0 0-32 0,-1 0-16 0,0 0 0 16,0 0-32 0,0 0 0-16,0 0 0 0,0 0 0 15,1-1 64-15,-1 1 16 0,0 0 0 0,1 1 0 0,-1-1-16 0,1 2-16 0,0 0 0 0,0-2 0 16,0 2-32-16,0 0 0 0,0 1 0 0,1 0 0 15,-1 0 32-15,0 1 0 16,0-4 0-16,0 0 0 0,0 0-16 0,0 0 0 16,4 30 0-16,-4-25 0 0,0-5-48 0,0 0-16 15,0 0 0-15,0 0 0 0,0 0-96 0,0 0-128 16,2 28 176-16,-1-25-176 0,-1-3 0 0,0 0 0 16,0 0 0-16,1-2 0 0,-1 1 0 0,0-1 0 15,1 0 0-15,0-3 0 0,-1 0-192 0,1-1-112 16,-1 0-16-16,1-1 0 15,0 0-64-15,1 0-32 0,0 0 0 0,-1-3 0 0,1 1 160 0,-1 0 48 0,0-1 0 0,0 1 0 16,-1 0 208-16,0 1 0 0,1-2 0 0,-1 3 0 16,1 0 176-16,-2 3 16 0,1 1 16 0,0 1 0 15,0 2 256-15,0 2 48 0,-1 1 16 0,1 0 0 16,0 1-144-16,0-4-16 0,0 0-16 0,-3 29 0 16,3-29-160-16,-1 25-48 0,1-25 0 0,0 0 0 15,1 31-144-15,-1-31 0 0,0 0 144 0,0 0-144 16,4 33 0-16,-4-33 0 0,0 0 0 0,0 0 0 15,0 0 0-15,0 0 0 0,0 0 0 0,0 0 0 16,0 0 0-16,0 0 0 0,0 0 0 0,0 0 0 16,10-2-464-16,-8-5-112 0,0-1-32 0,0-1-11104 15,0 2-2208-15</inkml:trace>
  <inkml:trace contextRef="#ctx0" brushRef="#br0" timeOffset="34935.3">15168 11510 1839 0,'0'-1'160'0,"0"0"-160"15,0-1 0-15,0 0 0 0,1 1 784 0,-1 1 128 16,1-2 32-16,-1 1 0 0,2-2 400 0,-1 0 64 16,1 0 32-16,0 1 0 0,-1-1-224 0,1 3-32 0,-1 0-16 0,0-2 0 15,0 2-64-15,0 0-16 16,-1 0 0-16,0 0 0 0,0 0 0 0,0 0 0 0,0 0 0 0,0 0 0 31,0 0-192-31,0 0-32 0,0 0-16 0,0 0 0 0,0 0-64 0,0 0-16 0,0 0 0 0,0 0 0 16,0 0 64-1,0 0 16-15,0 0 0 0,0 0 0 16,0 0-240-16,0 0-48 0,0 0-16 0,17-5 0 0,-17 5-192 0,2 0-32 16,-1-2-16-16,-1 2 0 15,0 0 64-15,0 0 16 0,0 0 0 0,0 0 0 0,0 0-48 0,0 0 0 0,0 0 0 0,0 0 0 0,0 0-32 0,-1 29-16 31,1-29 0-31,0 0 0 0,0 0-112 0,-4 26-32 16,4-26 0-16,0 0 0 0,0 0-144 0,-2 23 0 16,2-23 144-16,0 0-144 0,0 0 0 0,0 0 0 15,0 0 0-15,0 0 0 0,0 0 0 0,0 0 0 16,0 0 0-16,0 0 0 0,0 0 0 0,0 0 0 16,0 0 0-16,0 0 0 0,0 0 0 0,0 0-160 0,-3 3 160 0,3-6-208 15,-1 1-16-15,1-3 0 16,0 3 0-16,1-5 0 0,-1 3 48 0,1-2 16 0,0-1 0 0,0-2 0 15,0 2 160-15,1-1 0 0,0-1-144 0,0 2 144 16,0-1 0-16,1 2 0 0,-1 1 0 0,-1 0 0 16,0 3-128-16,0 0 128 0,-1 2 0 0,0 0 0 15,0 0 0-15,0 0 0 0,0 0 160 0,0 0-160 16,0 0 464-16,0 0-16 0,-3 25 0 0,3-25 0 16,0 0-48-16,0 0-16 0,-3 21 0 0,3-21 0 15,0 0-176-15,0 0-32 0,0 0-16 0,-3 27 0 16,3-27-160-16,0 0 0 0,0 0 144 0,0 0-144 0,0 0 0 15,0 0 0-15,0 0 0 0,-3 21 0 16,3-19 0-16,0-2 0 0,0-2 0 0,0 2 0 0,0-1 0 0,0 0 0 16,0-2 0-16,0 1 0 15,0-1-464-15,1 1-16 0,-1 0 0 0,0 2 0 16,0-2-1200-16,0 2-240 0,0 0-64 0,0 0-13248 0</inkml:trace>
  <inkml:trace contextRef="#ctx0" brushRef="#br0" timeOffset="36152.74">7035 11987 15663 0,'-2'-3'1392'0,"1"1"-1120"0,0 0-272 0,0 2 0 16,1-2 832-16,0 1 128 0,0 1 0 0,0 0 16 15,0-2 1024-15,-1 2 208 0,1 0 32 0,-1 0 16 16,0 2-384-16,0 3-80 0,1-2 0 0,0 4-16 0,0-1-432 0,0 3-64 16,0-9-32-16,1 26 0 15,-2-11-512-15,-1 0-96 0,-1 2-32 0,1 1 0 0,1-1-336 0,-2 2-64 16,0-3-16-16,0-4 0 0,2 0-192 0,-1-2 0 15,1-1 0-15,1-3 0 0,2-2 0 0,0 0-256 16,2-3 16-16,1 1-17808 0</inkml:trace>
  <inkml:trace contextRef="#ctx0" brushRef="#br0" timeOffset="37010.44">9014 12039 3679 0,'-2'0'320'0,"0"-2"-320"0,1 1 0 0,0 1 0 16,0 0 1360-16,0 0 208 0,0 0 32 0,0-2 16 0,-2 2 896 0,1 0 176 16,-3 0 48-16,1 0 0 0,1 0-176 0,-1 0-48 0,1 0 0 0,0 2 0 15,2-1-592-15,-1 1-112 0,1 0-16 0,0-2-16 16,1 1-720-16,1 1-144 0,0-2-16 0,1 0-16 15,2 0-368-15,0 0-80 16,2 0-16-16,1-2 0 0,1 1-128 0,1-1-32 16,-9 2 0-16,22-3 0 15,-22 3-112-15,0 0-16 0,39 0-128 0,-39 0 192 16,0 0-192-16,35 5 128 0,-35-5-128 0,0 0 0 16,0 0 0-16,0 0 128 0,41 24-128 0,-41-24 0 15,0 0 0-15,0 0 0 0,0 0 0 0,0 0 0 16,17 35 0-16,-18-27 0 0,-1-1 0 0,-3 2 0 0,0 1 0 15,-1-3 0-15,-1 4 0 0,-3-1 0 0,2 0-208 0,-2-1-48 16,-2-2 0-16,0 1 0 16,0-1-160-16,1 0-32 0,2-3-16 0,1 1 0 0,2-2 160 0,1-1 48 15,2 2 0-15,1-1 0 0,0-1 256 0,1 1 144 16,2-2-16-16,1 0 0 0,-2-1 320 0,0 0 64 16,0 0 16-16,0 0 0 0,34 0-80 0,-34 0-32 15,24-5 0-15,-24 5 0 0,27-7-144 0,-27 7-16 0,28-7-16 16,-28 7 0-16,27-9-112 0,-27 9-128 0,26-5 176 0,-26 5-176 15,0 0 0-15,36-5-224 0,-36 5 16 0,27-2-18480 16</inkml:trace>
  <inkml:trace contextRef="#ctx0" brushRef="#br0" timeOffset="37945.48">11056 11973 7359 0,'0'-1'656'0,"0"1"-528"0,0-2-128 0,0 2 0 16,-1 0 896-16,1 0 160 16,-1 0 32-16,0-1 0 15,-1 0 256-15,0 1 64 0,1 0 16 0,-2 1 0 0,2 0 96 16,-1-1 16-16,0 0 0 0,0 2 0 0,0-2 208 0,1 0 48 0,0 1 16 0,1 1 0 15,0-2-224-15,2 0-48 0,0-2-16 0,2 1 0 32,0-1-432-32,4 0-64 0,-1-1-32 0,3-1 0 0,1 1-352 0,2 1-64 0,1 0 0 0,-1-1-16 15,-13 3-304-15,28-2-48 16,-28 2-16-16,0 0 0 0,35 5-192 0,-35-5 0 0,0 0 128 16,0 0-128-16,0 0 0 0,0 0 0 0,36 26 0 0,-34-22 0 0,-1 1 0 0,-1 0 0 15,-1-1 0-15,-3 2 0 0,0 0 0 0,-2 2 0 31,-1-2 0-31,-1 0 0 0,0 1 0 0,-2 0 0 0,1 0 0 0,-1-2 0 0,0 1 0 0,-1 0 0 32,3 0 0-32,0-1-160 0,2 0 160 0,2-3-192 0,3 1 192 0,0-1-192 0,2 3 192 0,-1-4 0 15,3 0 0-15,1 1 0 0,-4-2 128 0,0 0 16 0,0 0 0 32,0 0 0-32,39 5 80 0,-39-5 16 0,0 0 0 15,0 0 0-15,39 5-112 0,-39-5 0 0,0 0-128 0,0 0 192 16,0 0-192-16,37 14 128 0,-37-14-128 0,0 0 0 15,0 0 0-15,0 0 0 0,0 0 0 0,0 0 0 16,5 34 0-16,-10-28 128 0,-2 2-128 0,-1-1 0 16,-1 2 0-16,-3-1 0 0,-2-1 0 0,-2 2 0 15,-2-1 0-15,-2 0 0 0,-1 0 0 0,0-3 0 16,1 4-432-16,1-5-80 0,3 0 0 16,2-2-17536-16</inkml:trace>
  <inkml:trace contextRef="#ctx0" brushRef="#br0" timeOffset="38590.54">13380 11908 15663 0,'1'-4'1392'0,"-1"1"-1120"0,0 1-272 0,0 0 0 16,1 2 1136-16,-2 0 160 0,0 0 48 0,0 0 0 15,-1 2 512-15,-2-2 96 0,0 5 32 0,-3-1 0 16,0 4-560-16,-1-1-96 0,0 2-32 0,-1 1 0 16,-1 0-624-16,1 1-128 0,0-1-32 0,1-1 0 15,-2 3-208-15,2-5-48 0,0 3-16 0,0 0 0 16,2-1-96-16,0 0-16 0,2 0 0 0,2 1 0 15,2-10 272-15,0 0 48 0,1 28 16 0,-1-28 0 16,0 0-16-16,0 0-16 16,21 38 0-16,-21-38 0 0,0 0-80 0,36 19-16 0,-36-19 0 0,0 0 0 0,45 8-112 0,-45-8-32 15,31 2 0-15,-31-2 0 16,33-3-192-16,-33 3 0 0,27-2 0 0,-14-3 0 16,0 0 0-16,0-1 0 0,-1-2-144 0,0 1 144 15,-1-2-1744-15,-1 1-256 16</inkml:trace>
  <inkml:trace contextRef="#ctx0" brushRef="#br0" timeOffset="38743.43">13444 11985 25791 0,'-6'4'1152'0,"3"-1"224"0,0-1-1104 0,0 0-272 0,2 3 0 0,0-3 0 0,1 3 2128 0,-2 5 368 0,2-10 80 0,-4 35 16 31,-2-6-928-31,0 4-176 0,0 0-32 0,-1 0-16 0,-1-2-976 0,1-5-192 16,0 0-32-16,3-4-16 0,-1-4-224 0,5-18 0 0</inkml:trace>
  <inkml:trace contextRef="#ctx0" brushRef="#br0" timeOffset="39599.08">15221 11918 16575 0,'1'-2'1472'0,"0"-1"-1168"0,-1-1-304 16,1 3 0-16,0-1 960 0,0 2 128 0,1-1 16 0,-1 0 16 16,2-2 1408-16,0-1 288 15,-1 1 48-15,0-1 16 0,0 1-848 0,-1 1-176 16,0 0-16-16,-1 1-16 0,0 1-832 0,-1 0-160 0,0 1-48 0,-1 1 0 15,1 0-464-15,-1 3-112 0,-2-1-16 0,-1 2 0 0,1 1-192 16,-2 2 0-16,1 1 128 0,0-1-128 0,1 0 0 0,1 1 0 16,1-3 0-16,2-1 0 15,0-6 0-15,0 0 0 0,0 0 0 0,0 0 0 0,0 0 0 0,0 0 0 16,0 0 0-16,33 29 0 0,-33-29 0 0,0 0 0 16,32 0 0-16,-20 0 0 0,-12 0 0 0,25 0 0 15,-25 0 0-15,0 0 0 0,41 8 0 0,-41-8 0 0,0 0 0 0,0 0 0 16,40 24 0-16,-40-24 0 0,0 0 0 0,0 0 0 15,0 0 0-15,21 40 0 0,-21-40 0 0,0 0 0 16,0 0 0-16,-6 30 0 0,1-24 0 0,0 0 0 16,-2 2 0-16,-2-2 0 0,-2 3 0 0,-2-1 0 15,-2-1 0-15,-2 3 0 0,0-3 0 0,-2 0 0 16,2 0 0-16,1-2 0 0,1-1 0 0,0-4 0 16,1 1-272-16,2-4 0 15,1-3 0-15,2-4-11744 0,1-4-2336 0</inkml:trace>
  <inkml:trace contextRef="#ctx0" brushRef="#br0" timeOffset="39751.28">15223 11864 7359 0,'0'2'656'0,"0"0"-528"0,0 0-128 0,2 1 0 16,-2-3 4464-16,0 0 848 16,0 0 192-16,0 0 16 0,0 0-1616 0,0 0-320 0,46 32-64 0,-46-32 0 0,0 0-2304 0,48 15-464 15,-48-15-96-15,37 1-16 0,-19-2-400 0,-2 1-96 16,-16 0-16-1,33-4 0-15,-15 1-352 0,-1-2-80 0</inkml:trace>
  <inkml:trace contextRef="#ctx0" brushRef="#br0" timeOffset="40530">19542 11568 23951 0,'4'-3'2128'0,"-2"0"-1696"0,0 3-432 0,-2-1 0 15,0 1 1600-15,0 0 256 0,2-1 32 0,0-1 16 16,0 2-336-16,1-2-64 0,0 4-16 0,-2 1 0 16,-1-3-528-16,0 0-96 0,0 0-32 0,-5 39 0 15,5-39-368-15,-6 34-80 0,6-34 0 0,-9 35-16 16,9-35-192-16,-9 38-48 0,9-38 0 0,-7 36 0 15,7-36-128-15,-6 33 160 16,6-33-160-16,0 0 160 0,-2 33-160 0,2-33 0 0,0 0 0 0,0 0 0 16,0 0-1088-16,0 0-160 0</inkml:trace>
  <inkml:trace contextRef="#ctx0" brushRef="#br0" timeOffset="40817.83">19499 11562 14735 0,'1'-7'640'0,"0"2"160"0,2 1-640 0,-2 0-160 0,1 3 0 0,0-2 0 16,0 3 1936-16,2-3 368 0,1-2 64 0,4-1 0 16,2 0-480-16,1 0-96 0,2 0-32 0,0 0 0 15,0 2-416-15,1 0-64 0,0 3-32 0,-1-1 0 16,1 2-592-16,-15 0-112 0,24 0-32 0,-24 0 0 16,0 0-352-16,0 0-160 0,0 0 128 0,31 19-128 15,-31-19 0-15,0 0 0 0,0 0 128 0,-7 24-128 16,1-18 0-16,-3 2 160 0,-1 1-160 0,-3-2 160 15,1 3-160-15,-2-3-256 0,-1 0 64 0,1 0 16 32,1 0-32-32,-2-1-16 0,-1 0 0 0,1 1 0 0,1-4 224 0,3-1 0 15,3 0 0-15,0-2 0 0,2 0 0 0,1-2 0 0,2 2 160 0,2-2-160 16,2-1-1088-16,1 1-288 0</inkml:trace>
  <inkml:trace contextRef="#ctx0" brushRef="#br0" timeOffset="41229.08">19786 11622 16575 0,'1'-3'1472'0,"0"1"-1168"0,1 0-304 0,-1 1 0 16,0 1 1552-16,0 0 256 0,2 0 48 0,1-2 16 15,2 0 1008-15,0 0 208 0,-6 2 48 0,0 0 0 31,25 3-1440-31,-25-3-288 0,0 0-48 0,28 6-16 0,-28-6-832 0,0 0-160 0,28 7-32 0,-28-7-16 32,0 0-304-32,25 0 0 0,-17-2 0 0,1-1 0 0,-1-1 0 0,0 1 0 0,0-3-208 0,-1 0 80 15,-1 0-640 1,-1 0-128-16,0-1-32 0,-3 0 0 0,0 0-160 0,-2 0-48 0,-2 0 0 0,-2 0 0 31,-1 2 336-31,-3-1 64 0,0 1 16 0,-2 0 0 0,-2 2 592 0,0 1 128 16,1 2 0-16,0-2 0 0,1 4 736 0,-1 0 144 15,1 0 16-15,-1 3 16 0,1 2 240 0,1 0 32 16,1 0 16-16,1 3 0 0,7-10-416 0,-10 19-80 16,10-19 0-16,-7 27-16 0,7-27-304 0,-4 32-64 15,4-32-16-15,-1 34 0 0,1-34-128 0,2 35-32 16,-2-35 0-16,0 0 0 0,11 41 0 0,-11-41 0 16,0 0 0-16,0 0 0 0,27 35-144 0,-27-35 0 15,0 0 0-15,26 8 0 0,-26-8 0 0,18-6-304 16,-7-1 48-16,1-2-18368 0</inkml:trace>
  <inkml:trace contextRef="#ctx0" brushRef="#br0" timeOffset="41609.31">20129 11550 25791 0,'-1'0'1152'0,"0"-2"224"0,0 2-1104 0,1 0-272 0,0 2 0 0,0-2 0 15,0 0 2224-15,0 0 384 0,0 0 80 0,0 0 0 16,-8 27-896-16,8-27-192 0,-7 26-48 0,7-26 0 15,-7 28-976-15,7-28-192 0,-7 29-32 0,7-29-16 16,0 0-144-16,-8 38-48 0,8-38 0 0,0 0 0 0,0 0-144 0,0 0 0 16,-2 32 0-16,2-32 0 0,0 0 0 0,0 0 0 15,0 0 0-15,4-4 0 0,-2-1-176 0,0 0-64 16,0-4-16-16,0 2 0 16,0-3-832-16,0-1-160 0,1 1-32 0,0-2-16 15,1 0-320-15,0 1-64 0,0-1-16 0,1-3 0 16,-1 1 1024-16,1 0 208 0,0-2 32 0,0 3 16 0,1 1 800 15,0-1 144-15,1 3 48 0,-1 3 0 0,1 0 704 0,0 4 160 16,0 1 32-16,-7 2 0 0,0 0-384 0,0 0-64 0,0 0 0 0,0 0-16 16,31 34-592-16,-31-34-112 0,0 0-32 0,6 47 0 15,-6-47-272-15,-1 38 128 0,1-38-128 0,-5 42 0 16,5-42 128-16,-8 41-128 0,8-41 0 0,-8 35 0 16,8-35 0-16,-6 29 0 0,6-29 0 15,0 0 0-15,-6 35-144 0,6-35-96 0,0 0-16 0,0 0 0 31,0 0-1024-31,0 0-192 0</inkml:trace>
  <inkml:trace contextRef="#ctx0" brushRef="#br0" timeOffset="41939.73">20502 11581 11055 0,'5'0'480'0,"-1"-2"112"16,-4 2-464-16,6-2-128 0,-4 1 0 0,-1 1 0 0,1-2 1264 0,1 1 224 15,1-2 48-15,4-2 16 0,0 1-480 0,0-2-112 16,2-1 0-16,-3 0-16 16,0 0 592-16,-2 0 128 0,0 0 32 0,-2-1 0 15,-2 2-736-15,-1 0-160 0,-1 0-32 0,-2 1 0 0,-2 2 320 0,-1 1 64 16,-2 2 16-16,-2 3 0 0,0 1-224 0,-3 3-48 16,-1 1-16-16,-1 1 0 0,1 3-368 0,0 2-80 0,0 3-16 0,2-1 0 31,0 3 272-31,2 0 48 0,1 0 16 0,9-19 0 0,-10 36-304 0,10-36-64 0,-2 35-16 0,2-35 0 15,0 0-160-15,15 40-16 0,-15-40-16 0,0 0 0 16,28 29-176-16,-28-29 0 0,0 0 0 0,36 12 0 16,-36-12 0-16,25 2 0 0,-12-7 0 0,-1 1 0 15,0-3-448-15,0 0 48 0,0-3 0 0,-1 0-11888 16,1-4-2384-16</inkml:trace>
  <inkml:trace contextRef="#ctx0" brushRef="#br0" timeOffset="42128.53">20736 11475 26719 0,'0'0'1184'0,"0"0"240"16,0 0-1136-16,0 0-288 0,0 0 0 0,0 0 0 0,0 0 1920 0,0 0 320 15,0 0 64-15,0 0 0 0,0 0-560 0,36 26-112 16,-36-26-32-16,0 0 0 0,35 5-1104 0,-35-5-240 16,24 2-32-16,-24-2-16 15,20-2-208-15,-20 2 0 0,0 0 0 0,25-2 0 16,-25 2-256-1,0 0-128-15,0 0-48 0,20 2-11648 0,-20-2-2320 0</inkml:trace>
  <inkml:trace contextRef="#ctx0" brushRef="#br0" timeOffset="42285.26">20826 11570 911 0,'-2'0'0'0,"0"2"0"0,0-2 0 0,2 0 0 16,0 1 3184-16,0 0 544 0,-1-1 112 0,0 2 32 16,1-2 864-16,0 0 192 0,0 0 16 0,-9 24 16 15,9-24-2224-15,0 0-448 0,-9 31-96 0,9-31-16 16,-8 26-1552-16,8-26-320 0,-9 27-64 0,9-27-16 15,0 0-224-15,-9 35 0 16,9-35 0-16,0 0 0 0,0 0-368 0,0 0-112 0,0 0-32 0,0 0-17344 16</inkml:trace>
  <inkml:trace contextRef="#ctx0" brushRef="#br0" timeOffset="42552.22">21176 11363 6447 0,'3'-2'576'0,"-1"-1"-576"16,0 3 0-16,-1 0 0 0,-1 0 3504 0,0 0 592 0,0 0 112 0,0 0 16 0,0 0-880 0,0 0-176 15,0 0-32-15,0 0-16 0,0 0-1200 0,-8 26-256 16,8-26-32-16,0 0-16 0,-10 12-800 0,10-12-176 16,0 0-16-16,-10 11-16 0,10-11-416 0,0 0-64 15,-12 13-128-15,12-13 176 0,-9 16 16 0,9-16 0 0,-11 22 0 0,11-22 0 31,-13 31 0-31,13-31 16 0,-14 43 0 0,14-43 0 0,-15 52-16 0,7-24-16 0,2 3 0 0,-1 1 0 16,1-2 32-16,1 1 16 0,5-31 0 0,-2 52 0 16,2-52-224-16,3 41 0 0,-3-41 0 0,0 0 0 31,21 32-288-31,-21-32-160 0,23 3-16 0,-8-9-18720 0</inkml:trace>
  <inkml:trace contextRef="#ctx0" brushRef="#br0" timeOffset="61554.11">6919 10168 911 0,'0'2'0'0,"0"-2"0"0,0 0 0 0,0 0 0 0,-1 0 400 16,1 0 0-16,0 0 0 0,0 0 0 0,0 0 384 0,0-2 80 0,0 2 16 0,0 0 0 0,0-1-32 0,0 0 0 0,0 1 0 0,0 0 0 0,0 0-80 0,0-2-32 0,0 2 0 0,0-2 0 0,1 1-112 0,-1-1-32 15,1 1 0-15,0-1 0 0,1 0-208 0,0 0-32 0,0 0-16 0,0 1 0 16,0-1-144-16,-1 2-48 0,1-2 0 0,-1 1 0 16,0 1 96-16,0 1 16 0,-1 1 0 0,0-2 0 15,0 2-256-15,-1 1 176 0,1-1-176 0,-1 0 160 16,0 0-16-16,-1 1 0 0,1 0 0 0,0 0 0 16,0 0 48-16,-1-2 16 0,1 3 0 0,-1-3 0 15,0 1 32-15,1 0 0 0,-1 0 0 0,2-2 0 0,-2 3 64 0,1-3 16 16,0 2 0-16,0-2 0 0,0 0-80 0,0 0-16 15,0-2 0-15,0 2 0 0,0-3-224 0,1 1 144 16,-1 1-144-16,1-2 128 0,-1 0 0 0,1 0 0 16,-1 1 0-16,1-2 0 0,0 2 32 0,0-2 0 15,1 0 0-15,0 0 0 0,0 1-160 0,0-2 128 16,2 3-128-16,-1-3 128 0,0 3-128 0,0-1 0 16,0 3 0-16,0-1 128 0,0 0-128 0,0 1 0 15,-1 0 144-15,0 1-144 0,0 0 0 0,0 1 0 16,-1 1 0-16,0-1 0 0,0 1 0 0,0-1 0 15,0 3 0-15,-2-3 0 0,1 3 0 0,-1-3 0 16,-1 1 0-16,1 2 0 0,0-3 0 0,0 0 0 16,0 0 0-16,-1-2 0 0,0 3 0 0,1-3 0 15,0 2 0-15,0-2 0 0,0 0 0 0,1-2 0 0,-1 2 0 0,1-3 0 16,0 1 0-16,0 0 0 0,0 0 128 0,0-1-128 16,1-2 0-16,0 1 144 0,0-1-144 0,0 0 0 15,0 0 0-15,0 0 0 0,0 1 0 0,0-1 0 16,1 0 0-16,1 1 0 0,1 1 0 0,-1-1 0 15,0 1 176-15,1 2-176 0,-2 0 160 0,2 1-160 0,-1 1 288 0,1 0-32 16,-1 1-16-16,0 1 0 0,-1 0-80 0,0 1-16 16,0 1 0-16,0-3 0 0,0 1-144 0,-1 0 160 15,0 0-160-15,0 2 160 16,-1 0-160-16,0 2 0 0,-1-2 0 0,1-2 0 0,-1 1 144 0,0-1-144 16,-1 0 160-16,0-2-160 0,0 1 0 0,1-2 128 15,-1 0-128-15,-1 0 0 0,1-2 0 0,1 1 0 16,-1-2 0-16,0 0 0 0,1-1 144 0,0 1-144 0,0-2 128 15,2 0-128-15,-1 2 192 0,0-2-32 0,0-1-16 16,1 2 0-16,0-1 32 0,0-2 0 16,0 2 0-16,2-1 0 0,-1 0-16 0,3 1 0 15,0 1 0-15,0 1 0 0,-1-1 32 0,1 1 16 0,0 3 0 0,-1 0 0 16,1 0 48-16,0 0 16 0,-1 3 0 0,-1 1 0 16,1-1-112-16,-1 1-32 0,-1 1 0 0,0-2 0 15,0 1-128-15,-2-1 0 0,1 1 0 0,0-1 0 16,-1-1 0-16,0 1 0 0,0 1 0 0,-1-3 128 15,0 1-128-15,0 0 0 0,0-1 144 0,0-1-144 16,-1 0 0-16,2-1 0 0,-1 1 0 0,1-2 128 16,-1 2-128-16,0-3 0 15,1-2 0-15,-1 2 0 0,1-1 0 0,0-1 0 0,-1 2 0 0,1-2 0 0,1 0 0 0,0 2 0 16,0-1 0-16,0 1 0 0,1 0 0 0,0 1 0 16,1 1 0-16,0 0-128 0,1 1 128 15,-1-2 0-15,0 4 0 16,0-2 0-16,2 2 0 0,-1 1 0 0,-1 1 0 0,-1 1 128 0,1 2-128 0,0-1 0 15,-1 0 0-15,-1-1 0 0,0 2 0 0,0-2 0 16,0-1 0-16,-1-1 0 0,0 2 0 0,0-2 0 16,-1 0 0-16,1 0 128 0,-2-1-128 0,1 1 144 0,-1-3-144 15,0 0 160-15,2 0-32 0,-2-2-128 0,0 1 192 16,0-3-64-16,1 1-128 0,0-1 128 16,2-1-128-16,-2 2 128 0,1 1-128 0,1-2 0 0,-1-1 144 0,1 0-144 15,0-2 0-15,1 2 0 0,0 0 0 16,1 0 0-16,0 3 0 0,0-2 0 0,1 1 0 0,0 3 128 15,-1-2 0-15,0 1 16 0,0 1 0 0,0 3 0 16,-1-1-16-16,0-1-128 0,0 1 192 0,-1 2-64 16,0-1-128-16,-1 2 0 0,0-2 0 0,-1 0 128 15,1 0-128-15,-2 2 0 16,1-3 0-16,-2 3 0 0,1-2 0 0,-1 1 0 0,1 0 128 16,-2-1-128-16,2-2 0 0,1 0 0 0,-1 0 0 0,1-2 0 15,0 1 0-15,0-2 0 16,1-1 0-16,0 1 0 0,1 0 0 0,-1 0 0 0,2-1 0 15,-1-2 128-15,1 3-128 0,1-2 0 0,0 3 0 0,0-1 0 0,1-1-128 0,-1 3 128 32,0 1 0-32,0 1 0 15,1 0-704-15,-1 1-80 0,1-1-16 0,-2 0-12480 0</inkml:trace>
  <inkml:trace contextRef="#ctx0" brushRef="#br0" timeOffset="66676.55">9049 7771 2751 0,'1'0'256'0,"-1"-2"-256"16,1 0 0-16,-1 2 0 15,0 0 736-15,0-1 96 0,1 1 32 0,-1-2 0 0,1 1 160 0,0 0 16 16,0-1 16-16,-1 2 0 0,0 2-32 0,-1-1-16 15,1 0 0-15,-1 2 0 0,0 1-496 0,1 1-112 16,0-3-16-16,-1 3 0 0,1-2-208 0,-1 1-48 16,1-2-128-16,0 1 192 0,0 0-192 0,-1-1 128 0,1 0-128 0,0-2 0 15,0 2 224-15,0-2-48 16,0 0-16-16,0-2 0 0,-1 2 48 0,1 0 16 0,-1-2 0 0,0 2 0 16,0 0 112-16,0-2 32 0,0 2 0 0,-1 0 0 15,0 0-112-15,1 0 0 16,-1 2-16-16,-1-2 0 0,0 2-16 0,1-2 0 0,1 2 0 0,-1-2 0 15,1 1-80-15,-1 1-16 0,1-2 0 0,0 0 0 16,0 0 16-16,0 0 0 0,1 0 0 16,0-3 0-16,0 1 48 0,1 2 0 0,-1-2 0 0,1-1 0 15,0 1-64-15,0 0 0 0,1-1 0 0,-1 3 0 0,1-1-128 0,-1 0 128 16,2 1-128-16,-1 2 128 0,1 0-128 0,-1 1 0 16,-1-1 0-16,2-1 0 0,-1 3 0 0,0-2 0 15,0 1 0-15,0 2 0 0,-1-2 0 0,0 0 0 16,-1 0 0-16,0-1 0 0,1 1 0 0,-2-2 0 15,1 0 0-15,-1-1 0 16,-1 2 0-16,0-4 0 0,0 2 0 0,0 0 0 0,1 0 0 0,-2-1 0 16,2 0 144-16,-2-1-144 0,1 1 0 0,0-1 144 15,-1 2-144-15,2-3 0 0,-2 3 144 0,1-2-144 16,0 2 0-16,0 0 144 0,1-1 112 0,0 0 0 0,1 1 16 0,-1 0 0 31,2-2-80-31,-1 2-32 0,1 0 0 0,0 0 0 0,2-2-160 0,-1 1 0 0,1 1 0 0,-1-2 0 16,1 2 0-16,1-3 0 15,0 3 0-15,-1 0 0 0,1 0 0 0,-1 0 0 16,0 0 0-16,0 1 0 0,0 3 0 0,0-1 0 0,-1-1 0 0,0 2 0 16,-1-1 0-16,1 2 0 0,-1-3 0 0,-1 3 0 15,0-2 0-15,-1 1 0 0,0-2 0 0,0 0 0 16,0 1 0-16,1 0 0 0,-2-1 0 0,0-1 0 16,-1 0 0-16,0-1 0 15,0 2 0-15,1-2 0 0,-1 0 0 0,-1 0 128 0,1 0-128 0,1 0 0 16,-1 0 208-16,1 0-32 0,0-2-16 0,1 2 0 0,0-1 160 0,0 0 16 15,1 1 16-15,0-2 0 16,0 0-224-16,0 1-128 0,1 1 160 0,0-2-160 16,2 1 0-16,0-1 0 0,0 1 0 0,0-2 0 15,3 0 0-15,-2 1 0 0,3-3 0 0,-1 3 0 16,0-1 0-16,1-2 0 0,-2 3 0 0,1 1 0 0,-2 0 0 0,1 1 0 16,-1-2 0-16,-2 4 0 0,1-1 128 15,0 2-128-15,-1 0 0 16,-2 0 0-16,0 1 0 0,0 1 0 0,-2 0 0 0,-1-1 0 0,0 2 0 0,-1 0 0 15,-1 1 0-15,1-2 0 0,0 0 0 0,-2 0 0 0,1-1 0 0,-1-1 0 16,2 1 0-16,0-1 0 16,-1-1 0-16,1-2 0 0,2 0 0 0,-1 0 0 0,1 0 0 0,1-2 0 15,1 0 0-15,-1-1 0 0,2 0 0 0,0-1 0 16,0 0 0-16,1-1 0 0,0 2 0 0,-1-4 0 16,2 2 0-16,-1 1 0 15,1-1 0-15,0 0 0 0,-1 0-176 0,2 0-16 16,-1 1-16-16,1 1 0 0,-2-2 208 0,2 2 0 0,-1 2 0 0,0-1-144 15,0 0 144-15,-2 1 0 16,1 1 0-16,0 1 0 0,-2 1 0 0,0 0 144 0,0 0-144 0,-2 1 160 16,1 1-160-16,-1 0 160 0,0 0-160 0,-1 0 160 0,0 1-32 15,-1-1-128-15,0 2 192 0,0-3-64 0,-1 1-128 0,1 0 0 16,-1-1 0-16,0 1 128 0,1-1-128 0,-2-1 0 31,3 1 0-31,-2-3 0 0,2 2 0 0,0-4 0 0,2 2 0 0,-1 0 0 16,0-3 0-16,0 1 0 15,1-1 0-15,1 1 0 0,-1-2 0 0,2 1 0 16,0-2 0-16,1 3 0 0,0-3 0 0,-1 0 0 16,1 3 0-16,0-3 0 0,1 1 0 0,0 1 0 15,0-1 0-15,0 1-176 0,1-2 176 0,-1 3-192 16,0-2 192-16,-1 1-192 0,1 0 192 0,0 1 0 16,-1 2 0-16,0-2-128 0,-1 4 128 0,-1-2 0 0,1 0 0 0,-1 2 0 15,0-1 0-15,0 1 0 0,-1 1 0 16,0 1 0-16,0-2 0 0,-2 3 0 0,1-3 0 0,-1 2 0 15,0-1 0-15,1 0 0 0,-2 0 0 0,0-1 128 16,1 0-128-16,1-2 144 0,0 1-144 0,-1-2 160 16,1 1 16-16,0 0 0 0,1-2 0 0,1 0 0 15,-1 1-48-15,1-1-128 0,1 0 192 0,-1-1-64 16,1 1-128-16,0-3 0 0,2 0 0 0,0 1 0 16,0-1 0-16,-1 0 0 0,2-2 128 0,0 2-128 15,0-1 0-15,1 0 0 0,-1 2 0 0,-1-1 0 0,0 0 0 16,0 1 0-16,1 1 0 0,-1 0 0 0,-2 1 0 0,2 2 0 15,-1 0 0-15,-1 0 0 0,1 0 0 0,-1 2 0 16,0 1 0-16,0 2 0 0,-1-1 0 0,0 1 0 16,-1 2 0-16,0-1 0 0,0 0 0 0,-1 1 128 15,0 0-128-15,-1 1 128 0,2-2-128 0,-3-1 0 16,2 0 144-16,-2-3-144 0,1 1 128 0,1 0-128 16,-1-1 128-16,0-2-128 0,0 2 128 0,1-4-128 0,-1 2 160 15,0 0-160-15,1-2 176 0,0 1-176 0,0-1 192 0,1-1-192 16,0 1 144-16,0 0-144 0,0-1 0 0,1-2 144 15,0 3-144-15,0-2 0 0,0 1 0 16,0-1 0-16,1 1 0 0,1 1 0 0,-2-1 0 0,3 1 0 16,-1-1-224-16,1 1 32 0,0 2 0 0,-1 0 0 15,2 0 32-15,-1 0 16 0,0 0 0 0,-1 2 0 16,1 1 144-16,0 2 0 0,0-1 0 0,0 2 0 16,-1 0 0-16,-1-1 0 0,1 2 0 0,0 0-128 15,-2-1-16-15,-1 0 0 0,-1 1 0 0,1-2 0 16,0 0-48-16,-1-1 0 0,-1 1 0 0,0-2 0 15,0-1 192-15,0 0-128 0,-1 1 128 0,-1-1-128 0,2 0 128 16,-2-2 0-16,1 0 0 0,0 0 0 0,1-2 0 0,0-1 0 16,1 1 0-16,0-2 0 0,0-1 0 0,2 0 0 15,0-2 128-15,0 2-128 0,1-2 0 0,0 1 0 16,2 0 0-16,-1-2 128 0,2 2-128 0,-1-1 176 16,1 0-176-16,1 2 192 15,-2 0-192-15,0 3 0 0,2-1 0 0,-1 3 0 0,-1 0 128 16,0 1-128-16,1 3 0 0,-1-1 128 0,0 1-128 0,0 4 160 15,-1-2-160-15,0 3 160 0,-2-1-160 0,1-1 0 0,-2 3 144 0,-1-3-144 16,0 0 0-16,0 0 128 0,-1-2-128 16,2-1 0-16,-3 1 0 0,0-2 0 0,0 1 0 0,1-3 128 15,-2 1-128-15,1 0 0 0,1-2 0 16,-1-2 0-16,2 0 0 0,-1-1 0 0,1 1 0 0,1-3 128 16,-1-2-128-16,1 0 0 0,1 0 0 0,0-1 128 15,1 2-128-15,0-2 176 0,0 1-176 0,-1 0 192 16,2 2-192-16,-1 0 160 0,1 1-160 0,-1-1 160 15,1 3-160-15,0 2 0 0,0 0 144 0,0 0-144 16,0 2 224-16,0-1-32 0,1 3 0 0,-1-2 0 0,0 3 32 16,-1 0 0-16,-1-1 0 0,1 1 0 0,-1 0-224 0,-1-1 0 15,1 0 128-15,0 0-128 0,-2 0 0 0,0-1 0 16,-1 0 0-16,0 1 0 16,0-2 0-16,2-1 0 0,-2 1 0 0,0 0 0 0,-1-2 0 0,2 0 0 15,0 0 0-15,0 0 0 0,1-2 0 0,0 2 0 16,0-3 0-16,1 1 0 0,0 0 0 0,1-3 0 15,0 3 0-15,0-1 0 16,0 1 0-16,1 0 0 0,-1 2-128 0,0-3 128 0,1 1 0 0,-1 1-128 16,1 1 128-16,0 0 0 0,-1 1-144 0,1 1 144 15,-1 1 0-15,0-1-8928 16,2 0-1680-16</inkml:trace>
  <inkml:trace contextRef="#ctx0" brushRef="#br0" timeOffset="75848.53">11067 4554 911 0,'0'0'0'0,"0"0"0"0,0 0 0 0,0 0 0 15,0 0 352-15,0 0-16 0,0 0 0 16,-1-2 0-16,1 2 208 0,0 0 32 0,-1-2 16 0,1 1 0 15,-1 1 112-15,1 0 32 0,-1 0 0 0,1 0 0 16,0 0 0-16,-1 0 0 0,1 0 0 0,0 0 0 16,0-2 32-16,0 2 0 0,0-1 0 0,0 1 0 0,0-2-208 0,1 2-48 15,0-1 0-15,-1 0 0 0,1-1-144 0,0 2-48 16,-1-2 0-16,1 1 0 0,0-1-96 0,-1 2-32 16,1-2 0-16,-1 1 0 0,-1 1 32 0,1-2 0 15,0 2 0-15,0 0 0 16,0 0-16-16,-1-1 0 0,1 1 0 0,0-1 0 0,0 1-32 0,-1 1-16 15,1-1 0-15,-1 0 0 0,1 0-160 0,0 1 160 16,-1-1-160-16,0 2 160 0,0-2-160 0,0 1 0 16,0 1 0-16,0-2 0 0,0 0 0 0,1 2 160 15,-1-2-160-15,0 1 160 0,0 1-32 0,0-2-128 0,0 2 192 0,-1-2-64 16,1 0-128-16,-1 1 192 0,1-1-192 0,-1 1 192 16,2 1-192-16,-2-2 0 15,0 1 0-15,0 1 128 0,0-2-128 0,0 3 0 0,0-3 0 0,2 2 0 16,-2 0 0-16,0 0 128 0,0-2-128 0,0 3 0 15,1-1 0-15,0-2 0 0,-1 1 0 0,2 1 0 16,-1-2 0-16,1 0 0 0,0 0 0 0,0 0 0 16,0 0 0-16,0-2 0 0,0 1 0 0,0 1 0 15,0 0 0 1,0 0 128-16,0-2-128 0,0 2 0 0,0 0 160 0,0 0-160 0,0 0 192 0,0 0-192 0,0 0 144 0,0 0-144 16,1 2 0-16,-1-2 144 0,1 0-144 0,-1 1 0 31,1 1 0-31,-1 0 0 0,1-2 0 0,-1 3 0 15,1 1 128-15,-1-1-128 0,1 0 0 0,-1 0 128 0,1 0-128 0,-1 0 0 0,1 0 0 0,-1-2 0 16,-1 2 0-16,1-1 0 16,-1 0 0-16,0 1 0 15,0-1 0-15,-1-2 0 0,1 2 0 0,-1-1 0 0,0 0 0 0,0 2 0 0,-1-2 0 16,1 1 0-16,-1 0 0 0,1 0 0 16,0-2 0-16,-1 2 0 0,0-2 0 0,1 1 128 15,1 1-128-15,0-2 0 16,0 2 0-16,0-2 0 0,0 0 0 0,1 0 0 0,-1 0 0 0,0 0 0 15,1 0 0-15,0-2 0 0,0 2 0 0,1 0 0 16,0-2 0-16,0 1 128 0,0-1-128 0,1 0 128 16,-1 0 0-16,1 0 0 0,0 1 0 0,0-1 0 15,1 1 0-15,-1 0 0 0,0 0 0 0,0 1 0 16,-1 1-128-16,1 0 0 0,-1 0 0 0,0 1 128 16,0 1-128-16,0 1 0 0,-2-1 0 0,1 1 0 15,0 1 0-15,0 0 0 0,0 0 0 0,-1-2 0 16,0 0 0-16,0 0 0 0,0 2 0 0,-1-4 0 0,1 0 0 0,-1 1 0 15,2 1 0-15,-1-3 0 0,-1 2 192 0,1-2-64 16,0 1 0-16,-1 1 0 0,1-2-128 0,0 2 192 16,-1-2-192-16,0 0 192 0,2 2-192 0,-2-2 0 15,0 0 144-15,1 1-144 0,-1-1 0 0,1 1 144 16,0-1-144-16,1 1 0 0,0-1 128 0,0-1-128 16,0 1 0-16,2-2 0 0,0 2 0 0,0-2 0 15,1 0 0-15,1-1 0 0,1-2 128 0,0 1-128 16,2-1 0-16,-2 0 0 0,1 1 0 0,1-1 0 0,-2 0 128 0,2 0-128 15,-2 0 128-15,1-1-128 0,-2 3 144 0,0-2-144 16,0 4 240-16,-1 0-48 0,-1 1-16 16,-1 0 0-16,1 1-176 0,-2 0 160 0,-1 4-160 0,0 0 160 15,-1-1 16-15,0 4 0 0,-1-1 0 0,-1 2 0 16,0 1-176-16,0-1 128 0,-1 1-128 0,0 1 128 16,0-1-128-16,-1-2 0 0,2-2 0 0,-1-1 128 15,1 0-128-15,1-4 0 0,1 0 144 0,0-1-144 16,2-2 0-16,0-1 0 0,1-2 0 0,1 1 128 15,0-5-128-15,0 1 192 0,2-3-64 0,-1-1 0 16,0 2-128-16,-1 0 0 0,2 1 0 0,-1 0 128 0,2-1-128 0,-3 0 0 16,2 4 0-16,-1-2-128 0,0-1 128 0,0 2 0 15,0 0 0-15,0 2 0 0,0 1 0 0,-1 1 0 16,2 1 0-16,-1 1 128 0,0 1 192 0,-1 3 32 16,0-1 16-16,0 3 0 0,1 2 96 0,-1 2 32 15,-2-9 0-15,0 0 0 0,0 0-288 0,5 43-48 16,-5-33-16-16,-1 1 0 0,-1-2-144 0,0-1 0 15,-1-1 0-15,-1-1-176 0,1 0 176 0,-2-3 0 0,1 1 0 16,-1-3-128-16,1 1 128 0,-2-2 0 0,3-2 0 0,-1-1 0 16,-1 0 0-16,2-3 0 0,0-1 0 0,0 0 0 15,0-1 0-15,2 1 0 0,-1 0 0 0,0-3 0 16,0 1 0-16,0 0 0 16,1-1 0-16,1 0 0 0,-1 3 0 0,1 0 0 0,1 1 0 0,1 0 0 15,0 2 0-15,1-1 0 0,-1 2 0 0,2 1 0 16,0 2 0-16,0 2 0 0,-1 1 0 0,2 0 0 15,-1 1 0-15,-1 3 128 0,-3-7-128 0,0 0 128 16,0 0-128-16,0 0 0 0,19 41 0 0,-16-34 0 16,-1 1 0-16,-2-2-192 0,1 1 64 0,-1-3 0 15,0 0-32-15,-1 0 0 0,0-2 0 0,-2 0 0 0,0 1 160 0,-2-1-192 16,1-1 192-16,-2 1-192 16,0-2-192-16,-2 0-32 0,1 2-16 0,-1-2 0 0,2 0 32 0,-1 0 0 15,2-2 0-15,-1 0 0 0,3 1 400 0,-1-1-160 16,2 0 160-16,0 1 0 0,0-1 0 0,2 0 0 15,0-3 0-15,0 2 0 0,2 0-192 0,0 0 192 16,1-2-192-16,0 0 192 0,1 0-256 0,0 1 64 16,0 1 16-16,-1 2 0 0,2-2 176 0,-1 3 0 15,1-3 0-15,0 3 0 16,0 0 0-16,-1 1 0 0,0 3 160 0,-1-2-160 0,-1 3 224 0,1 0-48 0,-1 2-16 0,-1 0 0 16,-1 0-160-16,0-1 0 0,-1 0 0 0,-1 1 128 31,0-3-128-31,0 2 0 0,-2-2 0 0,0-2 0 0,0 1 0 0,1-1 0 0,-1-2 0 0,-1 0 0 15,2 0 0-15,-1-2 0 0,1 0 128 0,0-1-128 16,1 1 0-16,0-2 0 0,1-1 0 0,0 2 0 16,1-1 0-16,-1 1 0 0,2-2 128 0,-1 1-128 15,1-1 0-15,1 2 0 0,-1 1 0 0,1-2 0 16,0 3 0-16,1-1 0 0,0-1 0 0,-1 3 0 16,1 0 0-16,-2 3 0 0,2-1 0 0,-2 1 0 0,1 1 0 15,-1 2 0-15,1 0 0 0,-1 1 0 0,-1 0 0 0,0 1 0 16,0-2 0-16,-1 2 128 0,0-4-128 15,-1 1 0 1,-1 0 0-16,0-3 0 0,1 0 0 0,-2 1 0 0,0-3 0 0,0 0 0 0,1-2 0 0,-1 1 0 31,0-3 128-31,2-1-128 0,0 0 256 0,-1-2 32 0,1-1 0 0,-1-1 0 0,2 3 144 0,0-2 16 16,0 2 16-16,1-2 0 0,0 2-272 0,0 0-48 16,1 0-16-16,1 1 0 15,0 2-464-15,0 1-112 0,1 2 0 0,0 1-12032 16</inkml:trace>
  <inkml:trace contextRef="#ctx0" brushRef="#br0" timeOffset="78611.72">13229 4674 1839 0,'-1'0'160'0,"1"-1"-160"16,0 0 0-16,-1 1 0 0,1 0 592 0,0-2 96 15,0 2 16-15,0-2 0 0,0-1 192 0,-1-1 32 32,1 1 16-32,1 1 0 0,-1-1 368 0,1 1 80 0,-1-1 16 0,1 3 0 0,-1 0-80 0,0-2-16 15,0 2 0-15,0 0 0 16,0 0-96-16,1 2-32 0,-1-2 0 0,0 0 0 0,2 1-272 0,0 1-48 15,0-1-16-15,1 1 0 0,0 1-464 0,-1-2-112 16,1 2-16-16,0 1 0 0,0-1-256 0,0-1 0 16,0-2 0-16,-1 2 0 0,1-2 0 0,-1 1 0 0,0-1 0 0,-2-1 0 15,1 1 0-15,-2 0 0 16,1-2 0-16,-2 2 0 0,0 0 128 0,-1 0-128 0,0-2 0 0,0 2 0 16,0 0 0-16,-1 0 0 15,-1-2 0-15,2 1 0 0,-1 1 0 0,0-2 0 0,2 0 0 0,-1 1 0 16,1-1 0-16,0-2 192 0,0 1-64 0,1-2-128 15,1 3 240-15,-1-3-64 0,1-2-16 0,1 3 0 16,0-2-160-16,0 2 128 0,2-1-128 0,0 0 128 16,-1 1-128-16,2 1 128 0,0 1-128 0,0-1 128 15,0 1 0-15,0 0-128 16,0 0 192-16,-1 1-64 0,1 0 32 0,0 1 0 0,-1 0 0 0,-1 0 0 0,1 1-32 0,-1 0 0 16,0 1 0-16,-1 0 0 0,0 1-128 0,-1 1 0 31,0-1 0-31,0-1 0 0,-1 0 0 0,0 1 0 0,-1 0 0 0,0-1 0 0,0 0 0 0,0 0 0 31,0 0 0-31,-1-1 0 0,-1 1 0 0,0 0 0 16,0-1 0-16,-1 1 0 0,1-2 0 0,-1 0 0 15,0 0 0-15,1 0 0 0,1 0 0 0,0 0 0 16,0 0 128-16,1-3-128 0,1 3 0 0,1-2 0 16,-1 0 0-16,1-1 128 0,1 2-128 0,-1-2 0 15,0 0 144-15,2-1-144 0,0 2 0 0,0-1 0 16,1 0 0-16,1-2 0 0,0 1 0 0,0 0 0 0,1 0 0 0,-1 1 0 15,0 2 0-15,0-1 0 0,-2 0 0 0,2 1 0 16,-1 1 128-16,-1 3-128 0,0-1 128 0,-1 2-128 16,0-1 128-16,0 3-128 0,-1 0 160 0,1 1-160 15,-1 0 0-15,-1 0 0 0,0 0 0 0,0 0 0 16,-1 1 0-16,-1-4 0 0,0 2 0 0,0-2 0 16,1 0 0-16,-1-3 0 0,-1 1 0 0,0 0 0 15,2-2 0-15,-1 0 0 0,-1 0 0 0,1-2 0 16,0 0 0-16,1-1 0 0,0 1 0 0,0-3 0 0,0 2 128 15,1-1-128-15,1-1 0 0,-1 0 144 0,1 1-144 0,0-1 0 16,0-1 0-16,1 0 0 0,0 0 0 0,0 0 0 16,1-1 0-16,0 0 0 0,0 2 0 0,-1-2 0 15,2 0 128-15,1 0-128 0,1 0 0 0,-2 2 0 16,1 0 0-16,-1 4 0 0,1 0 0 0,-1-1 160 16,0 4-160-16,-1-1 160 0,1 2 112 0,-1 3 32 15,0 0 0-15,-2-6 0 0,0 0-96 0,0 0-16 16,4 44 0-16,-5-32 0 0,-1 1-192 0,0-3 128 15,0 2-128-15,-1-1 0 0,-1-3 0 0,0-1 0 0,1 1 0 16,-2-2 0-16,0-1 0 0,1-3 0 0,-1 0 0 0,1-1 0 16,1-1 0-16,0-1 128 0,0-2-128 0,0-1 0 15,2-1 0-15,0-1 128 0,1-1-128 0,-1 0 0 16,2-1 0-16,-1-1 176 0,0 0-176 0,2 0 160 16,-1 0-160-16,1 0 160 0,0 0-160 0,1-2 160 15,0 0-160-15,-1 0 0 0,1 3 0 0,0 0 0 16,1 0 0-16,-2 4 0 0,1 1 0 15,0 3 0-15,-1 0 0 0,0 2 0 0,-1 2 144 0,0 2-144 0,-1 3 0 16,0-9 144-16,0 0-144 0,1 35 0 0,-1-35 192 16,-1 27-192-16,1-13 192 0,-2-2-192 0,1-1 0 0,-1-1 0 15,0-2-160-15,1-2 160 0,0 1-320 16,1-4 64-16,-1-1 16 0,0 0 0 0,0-2 240 16,0 0 0-16,1-2 0 0,-1 0 0 0,0-1 0 15,0-2-176-15,0 1 176 0,1-3-160 0,0 2-32 0,0-2-16 16,1 1 0-16,0-2 0 15,0 3-192-15,0-4-48 0,-1 2 0 0,2-1 0 0,0 1 208 0,-1 1 48 16,1 1 0-16,1 0 0 0,-1 2 192 0,0 1 0 0,1 2 0 16,-1 0-144-16,0 0 144 0,1 2 0 0,-1 3 160 0,-1 0-160 15,0-1 208-15,0 4-48 16,0-2-16-16,0 2 0 0,0-3-16 0,-1 4 0 0,0-5 0 16,-1 2 0-16,1 0-128 0,-2-1 0 0,1-2 0 0,-1 1 0 15,-1-1 0-15,0-1 0 0,0 1 0 0,0-3 0 16,1 0 0-16,-1 0 0 0,0-2 0 0,1 1 0 15,-1-3 0-15,1 1 0 0,0-1 0 0,-1-1 0 16,1 1 0-16,0-2 0 0,0 1-144 0,1 1 144 16,0-3 0-16,-1 2 0 0,0-3 0 0,1 0 0 15,0 2 0-15,1-1-128 0,1 0 128 0,0 1 0 16,2 2 0-16,-1 2 0 0,0 0 0 0,1 2 0 16,0-2 0-16,0 4 0 0,1-2 0 15,0 2 0-15,1 1 0 0,-1 1 224 0,1 0-32 0,-1-1-16 0,-1 3-16 16,0-1 0-16,0 1 0 0,-1-1 0 0,-1-1-160 0,0-1 0 15,-1 2 0-15,-1-1 0 0,0-1 0 16,-2-1 0-16,1 1 0 0,-2-1 0 0,2-1 0 0,-2 0 0 16,-1-1 0-16,1 0 0 0,-1 0 0 0,-1 0 0 15,1-2 128-15,-2 0-128 0,2 0 0 16,-1 1 0-16,1-3 0 0,1 1 0 0,0 2 0 0,1-2 0 16,0 0 0-16,1 1 0 0,0 1 208 0,0-1 16 15,1 2 0-15,0-1 0 0,0 2-32 0,1-1-16 16,0 0 0-16,1 0 0 0,2 2-176 0,-1-2 0 0,2 0 0 0,1 1-14528 15</inkml:trace>
</inkml:ink>
</file>

<file path=ppt/ink/ink45.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4:38:02.524"/>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00B050"/>
    </inkml:brush>
  </inkml:definitions>
  <inkml:trace contextRef="#ctx0" brushRef="#br0">15217 5277 911 0,'0'0'0'0,"0"0"0"0,-1 0 0 0,1 0 0 0,0 0 384 0,0 0 0 16,0 0 0-16,0 0 0 0,0-2 0 0,0 2 0 15,0-1 0-15,0 1 0 0,0-2 64 0,0 1 16 16,0 0 0-16,0-1 0 0,0 0 0 0,0 1 0 15,0 1 0-15,-1-2 0 0,1 2 48 0,-1-1 0 32,1 1 0-32,0 0 0 0,-1 1 224 0,0-1 48 0,1 2 16 0,-1-2 0 0,1 0 64 0,0 1 16 15,0 1 0-15,0-2 0 0,0 0-64 0,0 2-16 16,0-2 0-16,0 0 0 0,0 0-304 0,1 0-64 16,1 0-16-16,-1-2 0 0,2 0-176 0,-1 1-48 15,0 1 0-15,-1-3 0 0,2 2-64 0,-2 0-128 0,0 1 176 0,0 0-176 16,0 0 128-16,-1 1-128 15,0 1 0-15,0 0 0 0,0 1 0 0,-1-1 0 16,1 0 0-16,-2 0 0 0,1 3 0 0,0-2 0 0,-1-1-192 0,1 0 192 16,0 1-128-16,0-1 128 15,-1-1 0-15,0 1-144 0,1-2 144 0,-1 2 0 0,0-2 0 0,2 0 0 16,-2 0 0-16,1 0 0 0,0 0 0 0,1-2 128 16,0 2-128-16,0-2 0 0,0 1 0 0,0-1 128 15,0-1-128-15,0 1 0 0,1 0 128 0,0-1-128 16,0 1 144-16,0-1-144 0,0 0 192 0,1 0-192 15,1 0 208-15,-1 0-64 0,1 1-16 0,-1 0 0 16,0 0 32-16,1 2 0 0,-1-2 0 0,0 2 0 16,1-1 0-16,-3 1 0 0,2 1 0 0,-1 1 0 0,-1-2-160 0,1 2 0 15,-1-2 0-15,-1 3 0 0,1-1 0 0,-2 0 0 16,1 1 0-16,0-1 0 16,0-1 0-16,-1 0 0 0,-1 1 0 0,0 1 0 0,0-1 0 0,-1-1 0 31,1 1 0-31,0 0 0 0,1-2 0 0,-1 2 0 0,0-1 0 0,-1 1 0 0,2-2 0 0,0 0 0 15,0 0 0-15,0 0 0 0,0 2 128 0,0-2-128 0,0 0 0 0,1 0 128 16,0 0-128-16,1 0 128 0,0 0-128 0,0-2 128 16,0 2 0-16,0-2 0 15,0 1 0-15,1 1 0 0,1-2-128 0,0 0 128 16,1-1-128-16,-1 1 128 16,0 2 48-16,-1-2 0 0,1 1 0 0,0 1 0 15,0 0-48-15,0 0-128 0,0 0 192 0,0 1-64 16,-1 3 32-16,-1-1 0 0,1-1 0 0,0 1 0 15,-1 2-160-15,0 0 0 0,0 1 144 0,-1-1-144 16,1-1 0-16,-1 1 0 0,1 0 0 0,-2-1 0 16,1 0 0-16,-1 0 0 0,0 0 0 0,0-1 0 0,0-1 0 0,0-1 0 15,1 1 0-15,-1-2 0 0,0 1 0 0,0-1 0 16,1-1 0-16,0 1-128 0,0-2 128 0,-1 1 0 16,1-1 0-16,1 0 0 0,-1 1 160 0,0-2-32 15,0 2-128-15,-1-1 192 0,1 0-16 0,1 1-16 16,-1-2 0-16,1 1 0 0,0 0-160 0,1 0 192 15,0-1-192-15,1 1 192 0,0-1-192 0,0 1 0 16,1 2 0-16,0-2 0 0,0 0 0 0,0 1 0 16,-1 1 0-16,0 0 128 0,1 1-128 0,0 1 160 0,0-1-160 15,0 0 160-15,-1 1-160 0,1 1 160 0,-1 0-160 0,0 1 160 16,0 0-160-16,1 0 0 0,-1 0 0 0,0 0 0 16,0-1 0-16,-1 0 0 0,0 0 0 0,-1 0 0 15,0-2 0-15,0 1 0 0,-1-2 0 0,0 2 0 16,-1-2 0-16,0 0 0 0,0 0 0 0,-1-2 0 15,1 2 0-15,-2-2 0 0,0 1 0 0,0-1 0 16,2 0 0-16,-2 0 0 0,2-1 0 0,-1 0 128 16,1-1-128-16,1 0 160 0,-2 0-160 0,1 2 160 15,1 0-160-15,0-3 192 0,0 3-192 0,1-1 192 16,0 1-192-16,1 0 192 0,0-1-192 0,0 1 192 16,2 2-192-16,-1-2 160 0,0 2-160 0,0-1 160 0,1 2-160 0,0 1 0 15,0-2 0-15,0 2 0 0,0 1 0 0,0-1 0 16,0 1 0-16,-2 1 0 0,2 1 0 15,-2-3 0-15,1 3 0 0,-2-2 0 0,0 1 0 0,0-2 0 16,-2 3 0-16,0-4 0 0,0 2-128 0,-1 0 128 16,-1 0 0-16,0-3 0 0,1 2 0 0,-1-1 0 15,0-1 0-15,1 2 0 0,-1-4 0 0,-1 2 0 16,1-1 0-16,3 1 0 0,-2 0 0 0,0-2 0 16,1 0 0-16,0 1 0 0,0-1 0 0,2 0 0 15,-1 0 0-15,0 1 128 0,0-1-128 0,1-1 0 0,0 3 0 16,1-2 0-16,0 0-128 0,0 0 128 0,1-1 0 0,0 1 0 15,1-1 0-15,0 1 0 0,0 2 0 0,-1-2 0 16,2-1 0-16,-1 3 0 16,0-2 0-16,-2 4 0 0,1-2 0 0,0 3 192 0,0-1-192 0,-1 0 192 15,0 3-192-15,-1 0 0 0,0-1 144 0,-2-1-144 16,1 2 0-16,-2-1 128 0,1 1-128 0,-2-2 0 16,-1 1 0-16,1-1 0 0,0 0 0 0,0 1 0 15,-1-2 0-15,2 0 0 0,-1-2 0 0,0 1 0 16,2 1 0-16,0-2 144 0,-1-2-144 0,2 1 0 15,0-1 128-15,0 0-128 0,2 0 0 0,-1-3 0 0,1 2 176 0,1 1-176 16,0-3 160-16,0 1-160 0,0 1 0 0,1-1 128 16,0 1-128-16,0 0 0 0,-1 1 0 0,1 0 144 15,0 2-144-15,-1 0 128 0,0 0-128 16,0 2 0-16,-1 0 144 0,0 1-144 0,-1 2 0 0,1-1 144 16,-1-1-144-16,0 2 0 0,-1-1 128 0,0-1-128 15,0 2 0-15,-1-2 0 0,0 0 0 0,0 0 0 16,0-1 0-16,-1 1 0 0,2-3 160 0,-1 2-160 15,0-2 128-15,0 0-128 0,0 0 1072 0,0 0 128 16,0-2 16-16,2 2 16 16,0-3-1568-16,0 3-320 0,-1-4-64 0,1 1-16 0,0 2 736 0,0 0 0 0,0-1 192 0,0-1-32 31,1 3-544-31,-1 0-96 0,2 0-32 0,1 1-13584 0</inkml:trace>
  <inkml:trace contextRef="#ctx0" brushRef="#br0" timeOffset="3623.71">6894 10100 3679 0,'-1'0'320'0,"1"0"-320"0,0 2 0 0,0-2 0 0,0 0 560 0,0 0 32 0,0 0 16 0,0 0 0 15,0 2 224-15,0-2 64 0,0 2 0 0,0-2 0 16,0 0-304-16,1 0-48 0,-1 0-16 0,0 0 0 16,1-2 112-16,-1 2 0 0,1-1 16 0,0 0 0 15,1-1 80-15,-1 2 16 0,0-2 0 0,0 2 0 16,1-1-48-16,-1 1-16 0,-1 0 0 0,1-2 0 0,-1 2-80 0,0-1-16 31,0 1 0-31,0 0 0 0,0 0 192 0,0 0 48 16,1 0 0-16,-2 0 0 0,1-1-128 0,0 1-32 0,0-1 0 0,1 1 0 0,0-2-304 0,0 2-64 15,0 0-16-15,1-2 0 0,-1-1-96 0,0 1-32 32,1-1 0-32,1-1 0 0,-1 1 64 0,1-2 16 15,1 2 0-15,-1-2 0 0,1 2 32 0,0-2 16 16,1 0 0-16,-1 0 0 0,1-1-64 0,-1-1-16 16,2 2 0-16,-1-3 0 0,-1 2-16 0,2 0 0 0,-2-2 0 15,2 0 0-15,0-1 768 0,0 2 160 0,0-1 32 0,-1-1 0 31,2 0-1712-31,-2 1-336 0,1-1-64 0,-1 0 0 0,1 1 800 0,-1-1 160 0,1 2 0 0,-1-1 0 16,-1 4 192-16,2-4-64 0,-1 0 0 0,0 0 0 16,1 1 80-16,-1 0 16 0,2-3 0 0,-1 1 0 15,2-1-32-15,-2 1-16 0,3-3 0 0,-3 2 0 16,1 1-176-16,2-2 0 0,-1 1 0 0,0-2 0 16,1 1 0-16,0 0 0 0,2-1 0 0,-1 1 0 15,1 1 128-15,-1-1-128 0,0-1 128 0,0 0-128 16,0 1 208-16,1 0-32 0,-1-1-16 0,-1 1 0 15,1 1 32-15,0-2 0 0,1-1 0 0,-1 0 0 0,0 0-192 0,1 0 0 16,0-1 0-16,1 0 128 0,0 2-128 0,0-3 0 16,1 2 0-16,0-2 0 0,0 2 0 0,0-2 0 15,2 1 0-15,0-3 0 0,2 2 0 0,-1-2 0 16,1 2 0-16,0 0 0 0,1-1 0 0,0 1 0 16,2-1 0-16,-2-1 0 0,0 0 0 0,-1 0 128 15,1-1-128-15,0-1 0 0,-2 1 160 0,0 0-160 16,-1 2 192-16,-1-2-192 0,1 3 176 0,-2 0-176 15,0 1 160-15,-1-1-160 0,1 0 128 0,0 0-128 0,0-1 0 16,1 1 144-16,0-1-144 0,2-3 0 0,1 2 0 0,0 1 0 16,-1 0 0-16,1-1 0 15,1 1 128-15,-1 1-128 0,-1-2 0 0,0 0 0 0,-1-1 0 0,1-1 0 16,-1 3 0-16,-1 1 0 0,1-2 0 0,-1 1 0 16,0 1 0-16,0 1 0 0,0-2 0 0,1-1 0 15,0 2 0-15,1-1 0 0,1-2 0 0,-1 1 0 16,0 2 0-16,1 1 0 0,-2 0 0 0,2 0 0 15,0-2 0-15,0 1 0 0,0 1 0 0,1-1 0 16,-2 0 0-16,1-2 0 0,-1 0 0 0,0 1 0 16,-1-1 0-16,1 0 0 0,-1 2 0 0,-1 1 0 15,1 0 128-15,0 0-128 0,-1-2 128 0,1 1-128 0,1 1 128 0,0-1-128 16,1-1 0-16,0-2 128 0,1 3-128 0,-2 0 0 16,2 1 0-16,0 0 0 0,-1 1 0 15,1 0 0-15,-1-1 0 0,-1 0 0 0,0 2 0 16,0-2 0-16,-1-1 0 0,0 2 0 0,-2 0 176 15,0 1-48-15,0-1-128 0,-1 3 192 0,0-2-192 0,-1 1 128 16,1 0-128-16,0 2 0 0,0-3 0 0,-1 3 0 16,0-2 0-16,-1 0 0 15,1 2 0-15,-1-1 0 0,0-1 0 0,0 1 0 0,-1 0 0 0,1 1 0 16,-1 0 0-16,-1-1 0 0,1 1 0 0,-2 2 128 0,1-1-128 0,-3 2 0 16,0 0 0-16,-1 0 0 0,0 3 0 0,-1-2 0 15,1 1 128-15,-3 1-128 0,1-1 0 0,0 3 144 16,0-1-144-16,-1 0 160 0,1-1-160 0,0 1 160 15,-1 2-160-15,0-3 0 0,0 1 0 0,1 1 128 16,-1 0-128-16,1-1 0 0,0 0 0 0,-1 1 0 16,1 1 0-16,-1 0 0 0,1 0 0 0,-1 0 0 15,0 0 0-15,0 3 0 0,-2 0-128 0,0 3-16848 16</inkml:trace>
  <inkml:trace contextRef="#ctx0" brushRef="#br0" timeOffset="5604.14">9152 7802 911 0,'-1'0'0'16,"0"2"0"-16,0-2 0 0,1 0 0 15,0 1 512-15,-1 1 0 0,-1-2 16 0,-1 2 0 16,0-1-192-16,-1 3-32 0,1-3-16 0,-1 0 0 0,3-1 208 0,-2 0 32 16,1 0 16-16,1 0 0 0,0-1 32 15,1 0 0-15,0 1 0 0,0-2 0 0,0-1 128 0,0 1 48 16,1 2 0-16,-1 0 0 16,1-3-32-16,0 3 0 0,0-2 0 0,0 2 0 0,0-2 128 0,1-1 32 15,-2 1 0-15,1 0 0 0,1-1-16 0,0 1 0 16,0-2 0-16,1 0 0 0,0-2-192 0,2 1-32 15,-1-1-16-15,0 0 0 0,1-1-320 0,1-1-64 16,-2 2-16-16,1-2 0 0,0 1-224 0,-1 0 176 0,0 0-176 16,0 0 160-16,-1 0-160 0,0 0 0 0,1 0 0 0,-1 2 0 15,-1-2 0-15,1 1 0 0,1-2 0 16,0 1 0-16,-2 0 0 0,3 0 0 0,-1-1 0 0,-1 1 0 16,2 0 0-16,-1-3 0 0,0 3 0 0,0-1 0 15,0 0 0-15,0 1 0 0,1-1 0 16,1-1 128-16,-1 0 48 0,1-1 0 0,-2 0 0 0,2-1 0 15,0 2-16-15,-1-1 0 0,1-1 0 0,-1 0 0 16,1 0-32-16,-2 1 0 0,1-1 0 0,0 1 0 0,-1 0-128 0,1 1 0 16,0-1 144-16,-2 1-144 15,2-1 176-15,0 1-48 0,-1 0 0 0,1 0 0 0,0-2 96 0,-1 2 16 16,2-2 0-16,-1 1 0 0,2-2-96 0,-2 0-16 16,2 0 0-16,-1 0 0 0,2 0-128 0,-1-2 0 15,2 1 144-15,1 0-144 0,-2 1 0 0,0-1 144 16,3 0-144-16,-1-1 0 0,1 0 128 0,0 0-128 15,0-1 0-15,0 1 0 0,-1 0 192 0,-1 0-64 16,0 1 0-16,0-3-128 0,2 0 208 0,-2 1-64 16,0 1-16-16,0 0 0 0,0-1 16 0,-1-1 0 15,1-1 0-15,1 1 0 0,-2 2-144 0,-1 1 0 0,3-3 0 0,-2 2 0 16,0-2 0-16,1 2 0 0,-2 1 0 16,2-3 0-16,-1 2 0 0,0-1 0 0,1 1 0 0,0-2 0 15,0 2 0-15,0 1 0 0,0-3 0 0,-1 1 0 16,1 0 0-16,0 0 0 0,-1 0 144 0,0 2-144 15,1 1 0-15,-1-2 0 0,0-1 0 0,3-3 0 16,-1 0 0-16,0 1 0 0,0 1 0 0,0 0 0 16,1 1 0-16,0-1 0 0,0 1 0 0,1-1 0 15,-1-1 0-15,1 0 0 0,1-1 0 0,0-2 0 16,0-1 0-16,0 0 0 0,0-1 0 0,-1 2 128 0,-1 0-128 0,0-1 0 16,1-2 0-16,-1 1 0 15,-1-2 128-15,1 0-128 0,-1 4 128 16,-1 0-128-16,2 1 352 0,-1-1 0 0,1-3 0 0,0 2 0 0,-1 2-96 0,1 0-32 31,1-2 0-31,1 2 0 0,0-2-64 0,-2 0-16 0,1 1 0 0,-1-1 0 0,0 0-144 0,0-1 0 16,0 0 0-16,1 1 128 0,-1 1-128 0,0 3 128 15,-1 0-128-15,0 1 128 0,1-3 96 0,1 2 16 16,1-2 0-16,0 0 0 0,1 1-64 0,0 0-16 0,0 0 0 0,0-4 0 16,1 3-160-16,-1-2 0 0,0 2 144 0,0-2-144 15,0 1 0-15,-2 0 0 0,-1 0 0 0,0 1 0 16,-3 1 0-16,1 1 0 0,-1-2 0 0,-1 2 0 31,-1 3 0-31,0 0 0 0,0-2 0 0,-1-1 0 0,1 2 0 0,-2-1 0 0,2-1 0 0,0 1 0 31,-1 1 0-31,1-1 128 0,-2-1-128 0,1 1 0 16,1 1 0-16,-1-1 0 0,2-1 0 0,-2 0 128 0,3 1-128 0,-2-3 0 0,1 2 0 0,-1-2 128 0,1 3-128 16,0-1 0-1,0 3 0-15,0-2 0 0,-1 4 0 0,1 0 128 0,2-5-128 0,2-2 128 16,2 0 64-16,-1 2 0 0,1-1 16 0,-1 3 0 0,1-1 240 0,-1 1 32 31,0 1 16-31,1 0 0 0,-2 4-176 0,0-3-48 16,-1 1 0-16,0 0 0 0,-1 2-128 0,0-1-16 15,-1 1-128-15,0 0 192 0,-2 1-192 0,1 2 128 16,-3-1-128-16,1 2 0 0,-1-1 0 0,1 2 128 16,-1-3-128-16,-1 2 0 0,-1 1 0 0,0 1 0 15,-1-1 0-15,-1 0 0 0,0 2 176 0,0 1-176 16,-1-3 192-16,0 0-192 0,0 3 192 0,0 0-192 15,1-1 192-15,-1 1-192 0,0 0 144 0,0 1-144 0,1 1 0 0,-1-2 144 16,1 2-144-16,-1 0 0 0,1 0 0 0,0 0 0 31,-1 0-320-31,0 2-112 0,-1 1-16 0,-1 4-16448 0</inkml:trace>
  <inkml:trace contextRef="#ctx0" brushRef="#br0" timeOffset="7610.03">10948 4682 911 0,'-1'0'0'0,"1"0"0"0,0 0 0 0,-1 0 0 16,1 0 448-16,0 0 16 0,-1 1 0 0,0-1 0 15,0 1 224-15,0-1 32 0,-1 2 16 0,0-2 0 16,2 0-176-16,-1 0-48 0,1 0 0 0,0-2 0 15,0 2-64-15,1-2-32 0,1 0 0 0,0-1 0 16,-1 0 96-16,2-1 0 0,0 0 16 0,1-1 0 16,-1 2 112-16,0-3 0 0,1 2 16 0,-1-2 0 0,0 1-128 0,-1-1-16 15,0 0-16-15,-1 1 0 0,0 3-112 0,-2-3 0 16,1 0-16-16,-1 3 0 0,-1-2 64 0,0 1 16 16,1 0 0-16,-2 1 0 15,0 2 64-15,0 0 0 0,0 0 16 0,1 2 0 0,-2 1-208 0,0 0-64 16,1 3 0-16,-2 2 0 0,0 1-128 0,0 3-128 15,-2 2 192-15,-1 5-192 0,-1 0 128 0,-1 4-128 16,0-1 0-16,0 2 0 0,0 0-128 0,-2 2-144 16,1 0-32-16,-2-3 0 15,2 1-784-15,1-4-144 0,1-2-48 0,2-4-6208 16</inkml:trace>
  <inkml:trace contextRef="#ctx0" brushRef="#br0" timeOffset="9107.11">11021 4677 2751 0,'0'0'256'16,"0"-2"-256"-16,0 1 0 0,0 1 0 16,0 0 864-16,0-1 128 0,-1 0 32 0,1-1 0 0,0 2 272 0,-1-2 64 31,0-1 16-31,1-1 0 0,-1 1-224 0,0 2-32 0,1 0-16 0,-1-1 0 0,1 1-256 0,0 0-48 16,1-2-16-16,0 2 0 15,1-1-96-15,-1 1-32 0,0 0 0 0,0-1 0 0,1 0-96 16,0 1-32-16,1-1 0 0,-1 0 0 0,0 1 96 0,1-1 16 31,1 0 0-31,0 0 0 0,0 1 64 0,-1-1 32 16,1-1 0-16,-1 1 0 0,1 1-64 0,0 0-16 15,0-1 0-15,-1 0 0 0,1 1-208 0,0-1-32 16,-1 1-16-16,1-1 0 0,0 2-256 0,0-2-144 0,0 2 160 0,1-2-160 16,0-1 128-16,0 1-128 0,1 2 0 0,-1-3 144 15,0 3-144-15,-1 0 0 0,2-2 144 0,-1 2-144 16,-1 0 208-16,1 2-16 0,0-2-16 0,-1 1 0 15,1 1 80-15,-1-2 32 0,0 2 0 0,0 1 0 16,1-3 16-16,-2 2 0 0,3-2 0 0,-2 1 0 16,3-1-112-16,-1 0-32 0,0-1 0 0,0 1 0 15,0 0 32-15,1-2 16 0,0 2 0 0,1-3 0 16,1 1 96-16,-1 0 16 0,1 1 0 0,0-1 0 0,-1 1-64 16,-1 0-16-16,2-1 0 0,-1 0 0 0,1 1-64 0,1-1-16 15,-1 1 0-15,0 1 0 0,0 0-160 0,-1 0 192 16,0 0-192-16,0 0 192 0,-1 0-48 0,1 0 0 15,1 0 0-15,0 0 0 0,-1 1-144 0,2-1 192 16,-2 0-192-16,0 0 192 0,0-1-192 16,0 1 160-16,1-2-160 0,1 2 160 0,-2-2-160 0,0 2 0 15,1-2 144-15,0-1-144 0,0 1 0 0,1 0 0 16,-1 1 0-16,-1-1 128 0,0 2-128 0,1-2 0 16,-2 2 0-16,1 0 0 0,-1 0 0 0,-1-2 0 15,-1 2 0-15,1 0 128 0,0 0-128 0,2 0 0 0,-1 0 0 16,1 2 0-16,-1-2 0 0,0 0 144 0,1 2-144 0,-1-2 0 15,2 0 0-15,-1 0 0 0,1 0 0 0,0 0 0 16,-1 0 0-16,-1 0 0 0,3 0 0 0,-1 0 0 16,1 0 128-16,-1 0-128 0,2 0 0 0,-1 0 0 15,-1 0 0-15,1 0 0 0,2 0 0 0,0 0 0 16,-1-2 0-16,1 2 0 0,1 0 0 0,-2 0 0 16,-1-2 0-16,0 1 0 0,2 1 0 0,0 0 0 15,2 0 0-15,-1 0 0 0,-2 0 0 0,1 0 0 16,0 0 128-16,0 1-128 0,2 1 0 0,-1-2 0 0,1 2 0 15,-1-2 0-15,1 2 0 0,1-2 0 0,0 0 0 0,0 1 0 16,1 1 0-16,0-2 0 0,-3 0 128 0,2 0-128 16,2 0 0-16,-1 0 0 0,-1 0 0 0,2 0 0 15,-1 0 0-15,1-2 0 16,0 1 0-16,-1 1 0 0,-2-2 0 0,-1 2 0 0,0 0 128 0,1-2-128 16,0 2 0-16,-1-2 0 0,-1 1 0 15,1 1 0-15,0 0 128 0,0-2-128 0,1 2 0 0,0 0 128 16,-1-2-128-16,-1 2 0 0,1-1 128 0,-1 1-128 0,0 0 0 15,0 0 0-15,-1 0 0 0,1 0 0 16,1-2 0-16,0 2 0 0,0 0 0 16,1-1 0-16,1 1 0 0,-1-1 0 0,1 1 0 0,-2 0 0 0,-2 0 0 0,-1 0 0 15,1 1 0-15,0 0 0 0,2-1 0 0,-1 2 0 16,0-2 0-16,1 3 0 0,-1-3 0 0,1 2 0 16,-2-1 0-16,2 1 0 0,0 0 0 0,-1-2 0 15,0 2 0-15,0-2 0 0,1 3 0 0,0-3 0 16,1 2 0-16,0-2 0 0,1 0 0 0,-2 0 0 15,1 0 0-15,0 0 0 16,-1 1 0-16,0-1 0 0,0 2 0 0,0-2 0 16,-1 0 0-16,0 2 0 0,0-1 0 0,0 0 0 15,0-1 0-15,0 2 0 0,-1-2 0 0,1 1 0 0,0 1 0 0,-1-2 0 0,1 0 0 0,-1 0 0 16,0 0 0-16,0 0 0 0,0 0 0 0,0 0 0 16,0 0 0-1,1-2 0-15,-1 1 0 0,0 1 0 0,-1 0 128 0,0-2-128 0,-1 2 0 0,-1 0 0 16,1 0 128-16,-1 0-128 15,-1 0 0-15,0 0 0 0,-1 0 0 0,-2 0 0 0,1 0 0 0,-2 2 0 16,-2-2 0-16,0 0 0 0,0 3 0 0,-2-3 0 0,-1 3-208 16,-1-1-18192-16</inkml:trace>
  <inkml:trace contextRef="#ctx0" brushRef="#br0" timeOffset="10982.94">13217 4644 3679 0,'-2'-2'320'0,"-1"0"-320"0,1 2 0 0,1 0 0 16,1 2 688-16,-1-4 64 15,-1 1 16-15,-1 1 0 0,-2-2 256 0,0-1 48 0,3 0 16 0,-1 0 0 16,2 0 96-16,1-2 32 15,1 3 0-15,1-3 0 0,-1 1 208 0,0 1 48 0,1 1 16 0,0-1 0 16,0 1-208-16,-1-1-64 0,1 1 0 16,0 0 0-16,-1 2-320 0,0 0-64 0,-1 0 0 0,0 0-16 15,0 1-112-15,0 0 0 0,1 2-16 0,-1-1 0 16,1 1-192-16,-1 1-48 0,2-2 0 0,0-1 0 0,0 1-80 0,2 0-32 16,-2-1 0-16,2 1 0 0,1-4 48 0,-1 2 16 15,2-1 0-15,-1 1 0 0,1-2 48 0,0 4 16 16,0-4 0-16,2 2 0 15,-2 0-208-15,0 2-32 0,0-2-16 16,-1 1 0-16,-1 3-64 0,0-3-16 0,0 2 0 0,-1 0 0 0,0-1-128 0,0 2 0 16,1-1 0-1,-1 2 128-15,1 0-128 0,1-3 128 0,-1 3-128 0,2-3 128 0,-1 1-128 0,0 1 160 0,1-1-160 0,-1 2 160 16,2-3-160-16,0 1 160 16,0-1-160-16,0 0 160 0,0-2-16 0,0 0 0 0,0 1 0 15,2-1 0-15,-1 2 64 0,1-2 16 0,-1 0 0 0,-1 2 0 16,2-1-96-16,-2 0 0 0,0 2-128 0,0 1 192 15,-1 0-192-15,1 0 0 16,-1 1 0-16,1 1 0 0,-1 0 0 0,2 0 0 16,-8-6 0-16,0 0 0 15,0 0 0-15,31 33 0 0,-31-33 0 0,0 0 0 16,0 0 0-16,36 31 0 0,-36-31 0 0,0 0 0 0,31 22 0 16,-31-22 0-16,0 0 0 0,30 14 0 0,-18-10 0 0,1-1 0 0,1 0 0 0,1 1 0 15,-1-3 0-15,1 0 0 0,1-1 0 0,-1 2 0 16,0-2 192-16,-1 1-64 15,0 1-128-15,-1-1 192 0,3 3-16 16,-1-2-16-16,-1 0 0 0,0 3 0 0,0 0-160 0,0-2 0 16,-14-3 144-16,0 0-144 0,36 17 0 0,-36-17 0 15,0 0 0-15,0 0 128 0,40 22-128 0,-40-22 0 16,29 15 0-16,-29-15 0 0,0 0 0 0,38 17 0 16,-38-17 0-16,28 9 0 0,-28-9 0 0,29 9 0 15,-15-4 0-15,-14-5 0 0,26 7 0 0,-13-2 0 0,-13-5 0 16,0 0 0-16,38 14 0 0,-25-10 0 0,-13-4 0 0,0 0 0 15,33 15 0-15,-23-10 0 0,-10-5 0 0,0 0 0 16,33 15 0-16,-33-15 144 0,0 0-144 0,33 18 0 16,-33-18 144-16,0 0-144 0,35 17 0 0,-35-17 144 15,0 0-144-15,37 19 0 0,-23-15 0 0,-1 1 0 16,0 0 0-16,0-3 0 0,-13-2 0 0,27 10 0 16,-15-6 0-16,1 1 0 0,0 0 0 0,-1-2 0 15,-1 1 0-15,-1 1 0 0,1-1 0 0,0 2 0 16,0-2 0-16,-11-4 0 0,0 0 0 0,33 14 0 15,-33-14 0-15,0 0 0 0,31 17 128 0,-31-17-128 0,0 0 0 0,35 17 0 16,-35-17 0-16,0 0 0 0,39 16 0 0,-39-16 0 16,28 11 0-16,-28-11 0 15,29 8 0-15,-15-3 0 0,-2-3 0 0,1 0 0 16,2 1 0-16,0 0 128 0,0 0-128 0,1-2 0 16,-1 1 128-16,-1 1-128 0,-1 0 0 0,-2 1 128 0,0-2-128 0,-1 1 128 15,-10-3-128-15,0 0 128 0,37 14-128 0,-37-14 0 16,0 0 0-16,37 17 128 0,-37-17-128 0,0 0 0 15,32 16 0-15,-32-16 0 0,0 0 0 0,35 14 0 0,-35-14 0 16,0 0 0-16,36 14 0 0,-24-11 0 0,-1 0 0 0,0 0 0 16,0 0 0-16,0 0 0 0,-2 0 0 0,2 1 0 15,-2-2 0-15,0 1 0 16,0 2 0-16,0-3 0 0,-1 2 0 0,0-1 0 0,-2 0 0 0,1 1 0 16,-1-4 0-16,-1 3 0 0,0-1 0 0,0 1 0 15,-1 1 0-15,0-3 0 0,1 0 0 0,-1 2 0 16,-1-1 0-16,0 0 0 0,0 1 0 0,0-3 0 15,-1 1 0-15,-1 0 0 0,1-1 0 0,-1 2 0 16,0-2 0-16,-2 1 0 0,1-1 0 0,-1 0 0 0,-1 2 0 0,0-4 0 16,-1 2 0-16,0-1 0 15,-1-1-240-15,1 2-80 0,-1-1 0 0,1 1-18096 16</inkml:trace>
  <inkml:trace contextRef="#ctx0" brushRef="#br0" timeOffset="12572.42">15202 5376 4607 0,'-5'0'400'0,"1"0"-400"0,0 0 0 0,2 0 0 16,1 0 1392-16,0-2 192 0,1 2 32 0,-2 0 16 15,0 0 576-15,-1 0 112 0,2-2 32 0,-1 0 0 16,2 0-272-16,0-1-48 0,1 0-16 0,0 1 0 16,1-2-608-16,1 3-112 0,0-3-16 0,-1 3-16 15,1-1-416-15,0 0-80 0,0 0 0 0,-1 1-16 16,2-1-432-16,0 2-64 0,-1 0-32 0,-1 0 0 15,1 0-96-15,0 2 0 0,0 1-128 0,-1-1 192 16,-1 1-192-16,0 1 0 0,-1 1 0 0,0 0 0 0,-1 2 0 0,0 0 0 16,-1 0 0-16,-2 0 0 0,1 2 0 0,0-1 0 15,-2-1 0-15,1 0 0 0,1-2 128 0,-1 2-128 16,0-3 0-16,1-1 144 0,0-1-144 0,0 1 0 16,-1-3 0-16,-1 2 0 0,2-2 0 0,-1-2 0 15,-1 0 128-15,1-1-128 0,0 0 192 0,0-1 0 16,2 0 0-16,-1-2 0 0,0 2 240 0,1-1 48 15,1-1 16-15,2 0 0 0,0 0-176 0,2 0-16 0,1-1-16 16,-1 0 0-16,3 2-160 0,0-2-128 0,3 1 144 16,0 0-144-16,0-1 128 0,1 2-128 0,2 0 0 15,-1 2 0-15,0 0 160 0,0 0-160 0,-1 3 160 0,-1 0-160 16,-2 3 160-16,-2-1-160 0,0 0 160 0,-1 3-160 16,-4-5 0-16,0 0 0 0,0 0 0 0,0 0 0 15,3 45 0-15,-7-35 0 0,-1 1 0 0,0-3 0 16,-3 2 0-16,1-1 0 0,-1-3 0 0,-2 2 0 15,1-1 0-15,-2-2 0 0,1-1 0 0,-1-2 0 16,1 1 0-16,1-3 0 0,1-2 0 16,1-1 0-16,1-1 0 0,2-1 0 0,1 0 0 0,2-2 0 0,1 0 0 15,2-1 128-15,2-1-128 0,0 0 0 0,3-1 0 16,-1-1 0-16,2 3 0 0,-1 0 0 0,3-1 0 0,-1 1 0 16,2 0 0-16,-2 3 0 0,0 0 0 15,-1 1 0-15,-1 0 0 0,1 3 0 0,0-1 0 0,-1 2 0 16,-1 3 0-16,-1 1 0 0,-1 0 0 15,-1 1 128-15,-1 0-128 0,-1 2 0 0,0 0 0 0,-3 1 0 16,0-1 0-16,-2 2 0 0,1-2 0 0,-3 2 0 16,0-1 0-16,-2-1 0 15,1 0 128-15,-1 0-128 0,0-2 0 0,0-1 0 0,0 1 128 0,2-2-128 0,0-3 0 0,2 0 0 16,0-3 0-16,2-1 0 0,0 0 0 0,1-2 0 16,1-1 0-16,1-2 0 0,0 2 0 0,1-1 0 15,0 1 0-15,2-2 0 0,-1-1 0 0,2 1 0 16,-1 2 0-16,2-3 0 15,0 3 0-15,-1 2 0 0,0 1 128 0,-1-1-128 16,0 3 0-16,1 1 0 0,-1 2 144 0,0 3-144 0,0-1 128 0,0 3-128 16,-4-6 0-16,0 0 0 0,0 0 0 0,0 0 0 15,6 48 0-15,-6-48 0 0,0 0 0 0,-6 39 0 16,2-26 0-16,0-3 0 0,0-1 0 0,-1 0 0 0,-1-1 0 0,2-4 0 16,-2 2 0-16,1-1 0 0,0-2 0 15,-1 0 0-15,2-3 0 0,0 0 0 16,2-2 0-16,0-1 0 0,2-3 0 0,0 0 0 0,1-1 0 0,0-1 0 15,1 0 0-15,1-1 0 16,0 0 0-16,0 0 0 16,0 0 0-16,0 0 0 0,0 1 0 0,0 2 0 0,0-2 0 0,0 2 0 0,0 3 0 0,-1 0 0 15,1 3 0 1,-1 0 0-16,0 3 0 0,0 0 0 0,-1 3 0 0,0 2 0 0,-1-1 0 0,-1 2 0 16,1-9 0-1,0 0 0-15,0 0 0 0,-6 36 0 0,4-29 0 0,0 0 0 0,0-3 0 0,-1-1 0 0,0 0 0 16,-2 0 0-1,1 0-128-15,-2-2-64 0</inkml:trace>
  <inkml:trace contextRef="#ctx0" brushRef="#br0" timeOffset="13486.76">13208 4640 6447 0,'0'2'576'0,"1"-2"-576"16,-1 0 0-16,1 0 0 0,-1 0 1104 0,1 0 112 16,0 0 32-16,1 0 0 0,1 0 848 0,1-3 160 15,1 1 48-15,-1-1 0 0,1-1 80 0,0 1 32 16,0-2 0-16,0 2 0 0,0 0-704 0,-2 0-144 15,1 0-32-15,-1 2 0 0,-1 0-960 0,0 1-192 16,0 0-32-16,0 1-16 0,0 1-336 0,0 0 0 16,0 1 0-16,0 0 0 0,-2 0 0 0,2 0-160 15,0-1 160-15,-1 1-208 0,0-1 16 0,0 1 16 0,0-1 0 0,-1 0 0 16,0 1 176-16,-1-1 0 0,-2-1 0 0,0 0 0 16,1 1 0-16,-3 1 0 0,-1-2 0 0,1 0-128 15,-2 2 128-15,1-2 0 0,-1 0 0 0,1-1 0 16,-1 2 0-16,1-2 0 0,-1 0 0 0,3 0 128 15,-1 0 128-15,2-2 48 0,1 0 0 0,0 0 0 16,1-1-16-16,1 0 0 0,1 1 0 0,1-2 0 16,0-1-160-16,3 2-128 0,0-1 144 0,1-1-144 15,1 0 128-15,0 1-128 0,0 1 0 0,1-2 0 0,0 4 128 0,0 0-128 16,0 1 0-16,0 0 0 16,-1 2 144-16,-1-1-144 0,0 4 128 0,-1 0-128 0,-2 1 0 0,0 1 0 15,-1 1 0-15,-3 0 0 0,0 0 0 0,-2 1 0 16,-1-2 0-16,-2 3 0 15,-1-1 128-15,-2-2-128 0,1 3 128 0,-1-5-128 0,-1 2 208 0,1-3-32 16,0 2-16-16,0-2 0 0,1-2-160 0,0-1 160 16,1-1-160-16,1-1 160 0,2-1-160 0,1-2 0 15,1-2 0-15,2 0 128 0,0 0-128 0,0-2 0 0,2-1 144 16,2 0-144-16,0 0 192 0,0-2-16 0,1 2-16 16,1-2 0-16,0 2-32 0,0 0 0 0,1 0 0 15,0 0 0-15,0 3-128 0,-1-1 0 0,0 4 0 0,0 1 128 16,-2 0-128-16,0 2 160 15,-1 3-160-15,-1 0 160 0,-2 2-160 0,-1 2 0 0,-2 1 0 0,-2-1 128 16,1 2-128-16,-3 1 0 0,2-1 0 0,-1-2 0 16,0 3-192-16,2-5-80 0,-1 2-16 0,2-3-16960 15</inkml:trace>
  <inkml:trace contextRef="#ctx0" brushRef="#br1" timeOffset="42628.76">6965 11240 4751 0,'0'0'416'0,"-1"0"-416"16,1 0 0-16,0 0 0 15,0 0 0-15,-1 0 0 0,1 0 448 0,-1 0 64 0,0 0 0 0,0 0 0 16,-1 0 176-16,1-2 16 0,1 2 16 0,-1-2 16 16,0 1-48-16,0 1-16 0,0-2 0 0,0 0 16 15,0 1 64-15,-1-1 16 0,1 2 0 0,-1-2 0 16,1-1-64-16,0 1-32 0,1 0 0 0,-1 1 16 15,0-1-320-15,-1 0-64 0,1 0-16 0,1 0 16 16,-1 1-160-16,0-2-16 0,0 3-128 0,1-2 192 16,0 0 112-16,-1 2 16 0,1-2 0 0,-1 0 0 0,1 1 48 0,0 1 0 31,0-2 0-31,0 2 16 0,1-2 16 0,-1 1 16 0,1 1 0 0,0 0 16 0,0-2 16 0,0 2 16 16,1 0 0-16,0 0 16 0,-1 0-208 0,1 0-32 15,0 0-16-15,0 0 16 0,1 0-240 0,-1 0 144 16,0 0-144-16,0 0 160 15,0 2-160-15,0-2 0 0,0 0 0 0,-1 1 128 0,-1 1-128 0,0 0 0 16,0 1 0-16,0-1 0 0,-1 0 0 0,0 0 0 16,0 1 0-16,0 0 0 0,-1-1 0 0,0 0 0 0,1 1 0 0,-1 1 0 15,-1-1 0-15,1-1 0 16,-1 0 0-16,1-2 0 0,1 1 0 0,-1 1 0 0,0-2 0 0,0 0 0 16,0-2 0-16,0 1 0 0,0-1 0 0,1 2 0 15,0-2 0-15,0-1 0 0,-1 1 0 0,1-1 0 16,0 1 0-1,0 0 0-15,0 0 0 0,0-1 0 0,1 1 0 0,0 1 0 0,1-1 0 0,0 1 0 32,0 0 0-32,1-3 0 0,0 3 0 0,0-3 0 0,0 3 0 0,1-2 0 0,1 2 0 0,-1-2 0 15,-2 1 336-15,2 0-16 16,0 1 0-16,-1 1 0 0,0 0 0 0,0 0 0 0,-1 0 0 0,-1 1 0 0,0 1-192 0,1 0-128 16,-1-1 128-16,-1 1-128 0,1 0 0 0,0 0 128 31,-1 1-128-31,-1 2 0 0,1-2 0 0,-1 1 144 0,0 1-144 0,-2-1 0 0,2 3 0 0,-2 0 0 31,1-2 0-31,0 0 0 0,1-1 0 0,-1 0 0 16,0 0 0-16,1-2 0 0,0 1 0 0,1 1 0 15,0-4 0-15,1 1 0 0,-1 1 0 0,0-4 0 0,0 1 0 0,0 1 0 16,0-2 0-16,1-1 0 0,0-1 0 0,0 0 0 16,1 0 128-16,-1 0-128 0,2-1 0 0,-1-2 0 15,0 2 0-15,1 0 0 0,1-1 0 0,-1 1 0 16,1 1 192-16,-1 1 0 0,1-2-16 0,0 2 0 15,0 0 144-15,-1 0 48 0,0 2 0 0,1-1 0 16,0 0-64-16,-1 1-16 0,2 1 0 0,-3 0 0 16,2 0-32-16,-1 0 0 0,0 3 0 0,0-3 0 15,0 2-128-15,-1-2-128 0,0 3 144 0,-1-2-144 0,0 0 0 16,0 1 128-16,0 1-128 0,0-1 0 0,-1 1 0 16,-1 0 0-16,0 0 128 0,-1 1-128 0,0 1 0 0,1-2 0 15,-1 2 0-15,0-2 0 0,1-1 0 0,0 0 128 16,0-2-128-16,1 0 0 0,-1 1 0 0,0-2 0 15,1 1 0-15,-1-2 0 0,0 2 0 0,1-2 0 16,-1 0 0-16,1-1 0 0,1 1 0 0,-1-1 0 16,0 1 0-16,0 0 0 0,1-1 0 0,0 0 0 15,1 1 0-15,-1 0 0 0,1 0 0 0,0-1 0 16,0 1 0-16,0 2 0 0,1-3 0 0,0 1 0 16,0 2 0-16,0-1 0 0,0 1 0 0,-1 0 0 15,1 0 0-15,-1 0 0 0,1 1 0 0,-1-1 0 0,0 2 0 16,0-1 0-16,-1 3 0 0,0-3 0 0,0 3 0 0,-1-2 0 15,0 0 0-15,0 1 128 0,0 2-128 0,-1-3 0 16,1 1 0-16,0 1 0 0,-1-1 0 0,0-1 0 16,0 1 0-16,0-1 0 15,1 0 0-15,-1-1 0 0,1 1 0 0,0-2 0 0,1 2 0 0,-1-2 0 16,0 0 0-16,0-2 0 0,1 2 0 0,-1-3 0 16,0 1 0-16,1-1 0 0,-1-1 0 0,1-1 0 15,0 0 0-15,0 1 0 0,0-2 0 0,0 0 0 16,1 1 0-16,0-2 0 0,1 2 0 0,-1 0 0 0,0 1 0 0,1 1 0 15,0-2 0-15,1 3 0 0,0-2 0 0,-1 3 0 16,0-1 0-16,0 0 0 0,1 2 0 0,0 0 0 16,0 2 0-16,-2 0 0 0,2 3 0 15,-1-3 0-15,-1 3 128 0,1-2-128 0,-1 1 0 0,0 1 0 16,-1 0 128-16,0-3-128 0,0 3 0 0,-2 0 0 16,1-1 0-16,-1-1 0 0,0 2 0 0,-1-1 128 15,1-1-128-15,-1 2 0 0,0-1 0 0,-1-2 128 16,2 1-128-16,-1-1 0 0,0-2 0 15,1 1 0-15,-1-1 0 0,1 0 0 0,0 0 0 0,0-1 0 16,0-1 0-16,0-1 0 0,0 1 0 0,1 0 0 0,1-3 0 16,-1 2 0-16,0-1 0 0,0-1 0 0,1 0 0 0,0-1 0 15,0 1 0-15,1 1 0 0,1-2 0 0,-1 1 0 16,1 1 0-16,0-1 0 0,1 0 0 0,1 3 0 16,-2-1 0-16,1 1 0 0,0 0 0 0,0 1 0 15,-1 2 144-15,2 1-144 0,-1 0 128 0,1 1-128 16,-2-1 160-16,1 3-160 0,-1 0 192 0,0-2-192 15,0 1 0-15,-1 0 0 0,0 1 0 0,-1 0 0 16,0 0 0-16,-1-1 0 0,0 1 0 0,-1 0 0 16,0-1 0-16,0-1 0 0,1 0 0 0,-1 1 0 0,0-2 0 0,0-1 0 15,-1 1 0-15,0 0 0 0,0-1 0 0,-1 1 0 16,1-2 0-16,-1 0 0 16,1 0 0-16,-2-2 0 0,2 1 0 0,0-1 0 0,0-1 0 15,0-1 0-15,1 1 0 0,0-2 0 0,0 2 0 0,1-2 0 16,0-1 0-16,0 0 0 0,1 0 128 0,0 2-128 15,1-4 0-15,0 4 0 0,1-1 0 0,1 0 0 16,0 3 0-16,0-3 0 0,-1 3 0 0,2-1 0 16,1 3 0-16,-1 0 0 0,1 0 128 0,0 0-128 0,-1 1 0 15,2 3 0-15,-1-1 0 0,-1-1 128 16,0 3-128-16,-1-3 0 16,-1 3 0-16,0-1 0 0,0-1 0 0,-1 2 0 0,0-3 0 0,-1 3 0 0,-1 0 0 0,-1-1 0 15,1-1 0 1,-1 0 0-16,0 1 0 0,-1-2 0 0,-1 1 0 15,1 1 0-15,0-3 0 0,-2 1 0 0,1 0 0 0,1-2 0 0,-2 0 0 0,1-2 0 16,1 2 0-16,-2-2 0 0,1 1 0 16,1-1 0-16,-1-1 0 0,0 1 0 0,1 0 0 15,1 0 0-15,0 2 0 0,0-3 0 0,1 1 0 0,0 1 0 16,1-1 0-16,0 0 0 0,1 0 0 0,0-1 0 16,1 1 0-16,0-1 0 0,0 0 0 0,0-1 0 0,2-1 0 0,-1 2 0 15,1-2 0-15,0 0 0 0,1 2 128 0,-2-2-128 16,2 1 0-16,0 1 0 0,-1 2 0 0,0 0 0 31,1 1 0-31,-1 1 0 0,1 2 128 0,-1 0-128 0,-1 2 144 0,0-1-144 0,-1 2 128 0,-1 0-128 31,0 4 0-31,-1-3 0 0,-1 1 0 0,0-1 128 0,-1 1-128 0,0 0 0 0,0-3 0 0,0 2 0 32,-1-3 0-32,-1 1 0 0,1 0 0 0,1-3 0 0,-2 0 0 0,1 1 0 0,1-1 0 0,-1-2 0 0,1 0 0 31,-2-2 0-31,0-1 0 0,1 1 0 0,1 0 0 0,0-3 0 15,-1 0 0-15,0 1 0 0,1-1 0 0,0 0 0 16,0-2 128-16,1 0-128 0,0-1 0 0,1 2 0 16,0-1 160-16,0 2-160 0,2 0 160 0,0 0-160 15,0 1 256-15,0-1-64 0,1 2 0 0,1 1 0 16,-1 2-192-16,1-2 176 0,0 4-176 0,0-2 160 16,0 2-160-16,1 3 0 0,-1-2 0 0,-1 3 0 15,0 0 0-15,1 1 0 0,-2 2 128 0,-1-2-128 16,0 2 0-16,-1-1 0 0,0-4 0 0,0 4 0 0,-1-4 0 15,1 3 0-15,-1-2 0 0,-1 0 0 0,0 0 0 16,0-2 0-16,0-2 0 0,0 1 0 0,1 1 0 0,-1-3 0 16,0 0 0-16,-1-2 0 0,1 1 0 0,-2-1 0 15,2 0 0-15,-2-2 0 0,1 1 0 0,-1-2 0 16,1 1 0-16,0-1 0 0,-1 1 0 0,1-2 0 16,0 1 0-16,0-2 0 0,1 0 0 0,-1 0 0 15,2 0 0-15,1-3 128 0,0 4-128 0,0 0 0 16,2 0 0-16,0 1 0 0,1 0 0 0,0 3 0 15,0-3 0-15,2 2 0 0,0 0 0 0,0 0 0 0,2 1 128 16,0 1-128-16,-7 1 0 0,0 0 0 0,0 0 0 0,0 0 0 16,0 0 0-16,41 10 0 15,-41-10 0-15,0 0 0 0,0 0 0 0,0 0 0 0,0 0 0 0,0 0 0 16,20 34 0-16,-22-28 0 0,2-1 0 0,-3 1 0 16,0 0 0-16,-2 0 0 0,1 0 0 0,0-2 0 15,0-1 0-15,1 1 0 0,-2-1 0 0,0-1 0 16,0-1 0-16,-1-1 0 0,2-1 0 0,-1 1 0 15,-1-2 0-15,2-1 0 0,-1-2 0 0,0 1 0 16,2-3 0-16,-2 2 0 0,2-3 0 0,1 4 0 0,0-1 0 16,0-2 0-16,1 2 0 0,0 0 0 0,1-1 0 0,1 1 0 15,1 2 0-15,0-1 0 0,0 2 0 0,1 1 0 16,0-1 0-16,1 2 0 0,-1 0 0 0,1 0 0 16,0 0 0-16,0 2 0 0,0-2 0 0,1 1 0 15,-2 1 0-15,1 0 0 0,-1-2 0 0,0 2 0 16,-1 1 0-16,-1 0 0 0,1 1 0 0,-2-2 0 15,1 0 0-15,-2 1 0 0,1 2 0 0,-1-3 0 16,0 1 0-16,-1 1 0 0,0-1 0 16,-1-1 0-16,1 0 0 0,-1 1 0 0,1-1 0 0,-2-1 0 15,1 1 0-15,-1-2 0 0,1-2 0 0,0 1 0 0,0-2 0 0,0 1 0 16,1 1 0-16,1 0 0 0,-2-4 0 16,0 3 0-16,1-1 0 0,1-1 0 0,-1 1 0 15,2 1 0-15,0-1 0 0,0 1 0 0,0 0 0 0,1 0 0 16,1-1 0-16,0-1 0 0,1 1 0 0,0 1 0 15,1-3 0-15,0 2 0 0,1-1 0 0,-1 0 0 16,1 1 0-16,-1 0 0 0,0 2 0 0,1 0 0 16,0 1 0-16,-2 2 0 0,1 0 0 0,0 2 0 15,-2 1 0-15,0 1 0 0,0-1 0 0,-1 2 0 16,0-2 0-16,-2 1 0 0,0 0 0 16,-1 0 0-16,0 2 0 0,0-4 0 0,0 2 0 0,-2 0 0 0,1-1 0 0,0-2 0 15,-1 1 0-15,1-2 0 0,-1 1 0 0,1-1 0 16,-1-1 0-16,0-1 0 0,1 0 0 0,-1-1 0 15,0 1 0-15,-1-2 0 0,2-1 0 16,0-1 0-16,0 1 0 0,1-2 0 0,1 1 0 0,0 0 0 16,0 0 0-16,0-2 0 0,2 1 0 0,0-1 0 15,0 2 0-15,1-1 0 0,1 2 0 0,1 0 0 16,-1 0 0-16,2 1 0 0,0 2 0 0,-1 0 0 16,1 2 0-16,0 1 128 0,-1 1-128 0,1-1 160 15,0 2-160-15,-3-1 160 0,1 1-160 0,-1 0 160 0,0-1-160 0,-1 1 160 16,0-2-160-16,-1 1 0 0,-1 1 0 15,0-2 0 1,0 1 0-16,-1 1 0 0,-1-3 0 0,1 1 0 0,-1-1 0 0,1-1 0 0,0 0 0 0,0-2 0 16,0 0 0-16,0 1 0 15,1-4 0-15,0 1 0 0,0 0 0 0,1-1 0 0,1-1 0 0,1 2-16496 16</inkml:trace>
  <inkml:trace contextRef="#ctx0" brushRef="#br1" timeOffset="65602.56">8960 9800 4287 0,'-1'3'0'0,"1"-3"0"16,0 0 0-16,-1 0 0 0,1 0 0 0,0 0 0 16,-1 0 0-16,1 1 0 0,-1-1 0 0,0 2 0 15,-1-2 0-15,1-2 0 0,0 2 0 0,0-1 0 16,1 1 0-16,-1 0 0 0,0-2 0 0,0 2 0 16,0 0 0-16,0 2 0 0,1-2 0 0,-1 1 0 15,0 1 0-15,0 0 0 0,0 0 0 0,0 0 0 16,0-2 0-16,1 1 0 0,-1 1 0 0,1-2 0 15,-1 0 0-15,1-2 0 0,0 1 0 0,0 1 0 0,0-2 0 0,0 1 0 16,0 0 0-16,0-1 0 0,-1 0 464 0,1 1 208 16,0-1 32-16,-1 2 16 15,1-1 448-15,0 1 96 0,-1 0 16 0,0 0 0 0,1 1-352 0,-1 1-64 16,0-2-16-16,0 1 0 0,0 1-144 0,0-2-48 16,0 0 0-16,1 0 0 0,0 2-64 0,0-4-16 15,1 2 0-15,-1-2 0 0,2 1-112 0,-1-3-16 16,2 1-16-16,-1-2 0 0,0 0-112 0,1 2 0 15,-1-1-16-15,1 0 0 0,0 3-16 0,-2-1 0 0,2 1 0 16,-1 0 0-16,0 2-80 0,-1 0-16 0,1 1 0 0,-1 1 0 16,-1 0-192-16,0 1 0 15,-1-1 0-15,0 1 0 0,0 1-176 0,-2 2 176 16,-1-1-160-16,0 2 160 0,0-3-176 0,-2 2 176 0,2-2-192 0,-2-1 192 16,2 1-144-16,-2-2 144 0,0-2 0 0,0-1-144 15,1 0 144-15,1-1 0 0,-1-2 128 0,0 1-128 16,3-1 0-16,-1 1 0 0,0 0 0 0,0-3 128 15,1 0 64-15,0 2 32 0,0 0 0 0,1 0 0 16,0 0 288-16,0 1 64 0,2-2 16 0,-1 1 0 0,2-1-336 0,0 1-64 16,0-1 0-16,3-1-16 0,-1 2-176 0,0-1 0 15,1 1 0-15,0-2 0 0,0 1 0 0,1 1 0 16,1-2 0-16,-1 3 0 0,-1 1 320 0,1 1-32 16,0 0 0-16,-2 1 0 0,0 1-288 0,-1-1 160 15,-1 3-160-15,-2-1 128 0,1 0-128 0,-1 0 0 16,-1 2 0-16,-2 0 0 0,-1 2 0 0,-1-2 0 15,2 2 0-15,-3-2 0 0,1-1 0 0,0 1 0 0,-1-2 0 16,2-1 0-16,0 0 0 0,-1-2 0 16,2 0 0-1,0-2 0-15,-1 1 0 0,1 0 0 0,1-4 0 0,-1 2 0 0,1 0 0 0,-1 0 0 0,2-2 0 0,-1 0 0 16,2 3 0-16,-1-3 0 0,1 0 0 0,0 1 0 16,1 1 0-16,0-2 0 0,1 3 0 0,0 0 0 15,1-1 0-15,0 1 0 0,-1 0 0 0,1 1 0 16,1 1 0-16,-1 1 0 0,-1 1 0 0,2 0 0 15,-1 1 0-15,1 0 0 0,-1 0 0 0,0 2 0 16,0-1 0-16,-2-1 0 0,0 0 0 0,0 0 0 16,-1 1 0-16,0-2 0 0,0 0 0 0,0-1 0 0,-1 1 0 0,0-2 128 31,1 0-128-31,-1 0 0 0,0-2 160 0,0 1-160 16,-1 0 192-16,1 0-192 0,-1-1 224 0,1 2-64 0,-1-2-16 0,0 2 0 15,0-2-144-15,0 1 0 0,1 2 144 0,0-1-144 0,0 0 0 16,1 0 0-1,-1 2 0-15,1-4 0 0,0 2 0 0,0 0 0 0,1-1 0 0,-1-1 128 16,1 0-128-16,0-1 0 0,0 2 0 0,2-2 0 16,0 0 0-16,0 0 0 0,0 1 0 0,0 0-128 0,0 0 128 0,0 2 0 0,0 0 0 15,0 0 0-15,0 0 0 0,-1 2 0 0,0 0 0 0,0 0 0 16,-1 2 0-16,-1 1 0 0,0-2 0 16,-2 2 0-16,1 0 0 0,-1-2 0 15,-1 2 0-15,0 0 0 0,-1-1 0 0,1 0 0 0,-1-1 0 0,0-3 0 16,2 1 128-16,-2-1-128 0,1-1 128 15,0-2-128-15,0-1 496 0,0 1 16 0,0-1 16 0,0-3 0 16,0 4-320 0,2-2-64-16,0 1-16 0,0 1 0 15,1 1-128-15,0-1 0 0</inkml:trace>
  <inkml:trace contextRef="#ctx0" brushRef="#br1" timeOffset="80910.92">11084 4736 911 0,'0'0'0'0,"0"0"0"15,0 0 0-15,0 0 0 0,0 0 352 0,0 0-16 16,0-2 0-16,0 2 0 15,0 0-32-15,1-2-16 0,0 2 0 0,-1-3 0 16,2 1-288-16,-1-1 0 0,0 1 0 0,0 0 0 0,1 0 144 0,-2 2-144 16,1-1 0-16,-1 0 144 0,-1 1-144 0,0 1 128 15,0 0-128-15,0 1 128 0,0-2 288 0,-1 0 48 16,0 0 16-16,1 0 0 0,1 0 480 0,-2-2 80 16,1 2 32-16,0-2 0 0,0 1-144 0,0-1-32 0,0 1 0 15,0 1 0-15,0-2-464 0,1 1-112 0,-1 0 0 16,0-1-16-16,0-1 272 0,1-1 64 0,0 1 16 0,0-2 0 15,1 3 288-15,-1-3 48 0,1 3 16 0,0 0 0 16,1-1-112-16,-1-1 0 0,1 3-16 0,0 1 0 16,0 0-368-16,-2 0-80 15,2 1-16-15,0 3 0 0,-1-1-160 0,1 1-16 0,-1-1-16 0,0 2 0 16,-1-1-32-16,1 1-16 0,-1 0 0 0,0-1 0 16,-1-1-48-16,0 0-128 0,0-1 192 0,0 0-64 15,-1-2 192-15,-1 1 48 0,1-1 0 0,0 0 0 16,-1-1 176-16,0-2 32 0,-1 1 16 0,2-1 0 0,-1 0-144 0,-1 0-16 15,1-2-16-15,1 0 0 0,-1 3 0 0,0-3 0 16,1 0 0-16,0 3 0 16,0-3-208-16,1 1-32 0,0 1-16 0,0-2 0 0,1 1-160 0,-1 1 0 15,2-1 0-15,0-1 128 0,0 1-128 0,0-1 192 16,1-1-192-16,0 2 192 0,1-1-64 0,0 0-128 16,0 1 192-16,0-1-64 0,2 3-128 0,0 0 192 15,-2 1-192-15,2 1 192 0,0 2-192 0,-2 0 128 16,1 4-128-16,0 0 128 0,-2 2-128 0,-1 1 0 15,0 1 0-15,-3 2 0 0,1 0 0 0,-3 1 128 0,-1 0-128 0,1 0 0 16,-2-1 144-16,0-2-144 0,-1 0 160 0,1-3-160 16,-1 0 176-16,1-2-176 15,-1-1 192-15,2-1-192 16,1-3 192-16,-1 0-192 0,1 0 192 0,1-3-192 0,0-2 224 0,0 1-64 0,1-3-16 0,1 0 0 16,0-3 0-16,1 0 0 0,1-1 0 0,0 1 0 15,1-2-144-15,0 1 160 0,1 1-160 0,0-2 160 16,-1 3-160-16,2 2 0 0,1-1 0 0,-2 1 0 15,2 2 0-15,1 1 0 0,-2 0 0 0,1 3 0 16,0 1 0-16,-2 1 0 0,2 1 0 0,-2 1 0 0,-1 0 0 0,0 2 0 16,0 2 0-16,0-2 0 0,-2 2 0 0,0-1 0 31,-1 0 0-31,0 1 0 0,-2-2 0 0,1 2 0 0,-1-1 0 0,-1-2 0 16,-1 1 0-16,2-1 0 0,-1-2 0 0,0-2 0 15,2 0 0-15,0-2 0 0,-1 0 128 0,0-1-128 16,1-2 0-16,0-1 0 0,1-2 0 0,0 1 0 0,0-1 0 0,0-1 0 15,1 3 0-15,0-2 0 0,0 1 0 0,-1 0 0 16,2 3 0-16,-1-3 0 0,1 2 0 0,0 0 0 0,1 2 0 0,-1-1 0 31,2 1 0-31,-1 1 0 0,1 2 0 0,0 0 0 0,-1 0 0 0,0 2 0 16,1 1 0-16,-1 1 0 0,-1 1 0 0,0 0 0 16,-1-2 0-16,0 2 0 0,0 1-128 0,0-1 128 0,-1 1-160 0,1 0-16224 15</inkml:trace>
  <inkml:trace contextRef="#ctx0" brushRef="#br1" timeOffset="82318.88">13213 4698 2751 0,'-3'3'256'0,"1"-1"-256"16,0-1 0-16,1 1 0 0,1-2 1040 0,0 0 176 16,-1 0 16-16,-1 2 16 0,0-2 1168 0,0 2 224 15,-1-2 48-15,1 2 16 0,1-2-416 0,0 0-96 16,0 0-16-16,2-2 0 0,0 2-976 0,0-4-208 16,2 1-32-16,0-2-16 0,0 2-416 0,0-1-80 0,2-1 0 0,-1 1-16 15,-1-1-112-15,2 1-32 0,0 1 0 0,-1-2 0 16,1 0 32-16,0 2 16 0,-2-1 0 0,1 2 0 15,0 0-16-15,-1 1 0 0,-2 1 0 0,0 0 0 16,1 0-96-16,-1 0-32 0,1 1 0 0,-2 1 0 16,0 3-192-16,0-3 144 0,-1 5-144 0,0-2 128 15,-1 2-128-15,0 0 160 0,1 3-160 0,-2-1 160 16,0-2-160-16,0 3 0 0,0-3 144 0,-1 0-144 16,0 0 0-16,-1-2 0 0,1-3 0 0,0 1 0 15,1-1 0-15,0-2 0 0,0 0 0 0,0-2 128 0,0 1-128 0,1-2 0 16,0-2 0-16,1-1 128 15,0-1 0-15,0-1 0 0,1-1 0 0,0 0 0 0,-1 0 224 0,2-2 48 16,-1 1 16-16,1 2 0 16,0-1-64-16,0 1-16 0,0-1 0 0,0 1 0 0,0 0-208 0,1 3-128 15,1 0 128-15,0 0-128 0,0 3 0 0,-1 0 0 16,2-1 0-16,-1 3 0 0,1 0 0 16,-2 0 0-16,2 1 0 0,0 1 128 0,-1 1-128 0,1-1 0 15,-1 2 128-15,0-1-128 0,-3-3 0 0,0 0 128 0,0 0-128 0,0 0 0 16,0 0 0-16,0 0 0 15,0 0 0-15,0 0 0 0,0 0 0 0,4 32 0 0,-5-29 0 16,-2-1 0-16,0-1 0 0,-1 1 0 0,1-2 0 0,-1 0 0 16,-1 0 0-16,1 0 0 0,1-3 0 0,0 1 0 15,1-1 0-15,-1 0 0 0,1 0 0 0,2-2 0 16,-1-2 0-16,0 2 0 0,2-1 0 0,-1 0 0 16,1 1 0-16,0-2 0 0,2 0 0 0,-1 0 0 15,1 1 0 1,1 0 0-16,-1-1 0 0,1 3 0 0,1-1 0 0,-2 2 0 0,0 1 0 0,0 2 0 15,1 0 0-15,-2 1 0 0,0 2 0 0,0 2 0 16,-1 0 0-16,-1-5 0 16,0 0 0-16,0 29 0 0,0-29 0 0,-3 23 0 0,3-23 0 0,-5 24 0 0,2-12 0 0,-1-2 0 15,0 1 0-15,-1-2 0 0,-1 0 0 0,2-3 0 16,-1 1 0-16,0-5 0 16,2 0 0-16,-2-2 144 0,1 0-144 0,2-3 160 0,-2 0 80 0,0-4 16 15,1 2 0 1,1-3 0-16,0 0-80 0,0 0-16 0,0-1 0 0,-1 1 0 15,1 1-160-15,1 0 0 0,-1-1 0 16,2 0-17840-16</inkml:trace>
  <inkml:trace contextRef="#ctx0" brushRef="#br1" timeOffset="104951.65">15090 5961 3679 0,'-1'0'320'0,"0"-1"-320"15,0 2 0-15,1-2 0 16,0 1 816-16,0 0 80 0,-1-2 32 0,0 0 0 16,-1 1 544-16,2-4 128 0,-1 3 0 0,1-2 16 0,1 1 0 0,-1-2 0 15,0 3 0-15,1-3 0 0,0 0-304 0,0 3-64 16,0-3-16-16,0 1 0 0,1 1-304 0,1 1-64 16,0-3-16-16,-1 0 0 0,2 3-288 0,1-2-64 15,-1 1-16-15,1 0 0 0,0 1-32 0,0 2 0 0,1 0 0 0,-2 0 0 16,1 2-80-16,-2 0-32 0,0 2 0 0,-2 1 0 15,-1 1-336-15,0-1 0 0,-1 1 0 0,-1 0 0 16,-1 0-160-16,0 0-96 0,-1-2-32 16,0 3 0-16,-1-2 64 0,0-3 16 0,2 1 0 0,-1 0 0 15,1-1 208-15,0 0 0 0,0-1 0 0,-1-2 0 16,2 1 0-16,0-4 0 0,1 0 0 0,1 0 0 16,0-1 176-16,0 0 80 0,0-2 0 0,0 0 16 15,1 1 272-15,0 0 48 0,0-1 16 0,0 0 0 0,1 3-304 0,0 1-64 16,0 1-16-16,-1 1 0 15,0 4-720-15,1 0-144 0</inkml:trace>
  <inkml:trace contextRef="#ctx0" brushRef="#br1" timeOffset="106782.01">6927 11253 1839 0,'-1'0'160'0,"0"-1"-160"0,0 1 0 0,0 0 0 16,1 0 864-16,0 0 144 0,-1 0 16 0,0-2 16 16,0 1 496-16,0 0 112 0,1 0 16 0,-1-1 0 15,0 1-192-15,0-1-16 0,1 2-16 0,1-1 0 16,-1 0-512-16,1 1-96 0,0-2-32 0,-1 2 0 15,2-2-80-15,0 1-16 0,0 1 0 0,0-2 0 16,1 0-128-16,0 1-48 0,0-1 0 0,1-2 0 16,0 1-112-16,-1-2-32 0,2 1 0 0,-1-1 0 0,1 0 48 0,0 0 0 15,-1 0 0-15,1-1 0 0,1 0-48 16,-1 0-16 0,1 1 0-16,-1-2 0 0,1 2-128 0,-1 0-32 0,1 1 0 0,0-1 0 0,-1 2-80 0,1-1-128 15,-1 1 176-15,0-1-176 0,0 1 0 0,1 1 0 16,-1-1 0-16,0 1 0 0,2-3 0 0,-1 3 0 15,1-3 0-15,-1 0 0 16,2 1 128-16,-1-1-128 0,1 0 0 0,0-1 0 16,0-1 240-16,1-1-16 0,0 1 0 0,0-1 0 0,0-1 96 0,2 0 0 0,-1-2 16 0,2 0 0 15,0-1-176-15,-1 3-32 0,0 0-128 0,0-1 192 32,0 0-192-32,1-1 144 0,0 2-144 0,-2 1 128 0,0-1 16 0,0 2 0 15,1-1 0-15,0 1 0 0,1-1-16 0,-1-1 0 0,1 1 0 0,1 0 0 16,0-1-128-16,0 2 0 0,0-3 144 0,0 0-144 15,0 1 0-15,1-2 0 0,-1 3 0 0,1-2 0 16,0 1 128-16,1-2 16 0,0 2 0 0,0-2 0 16,0 1 96-16,1 1 16 0,1-2 0 0,1 1 0 15,-3-2-256-15,1 0 176 0,-1 1-176 0,0 1 160 0,0-1-160 0,-1 1 0 16,0-2 0-16,0 2 0 16,1 0 0-16,-1-1 0 15,1-1 0-15,0 0 0 0,0 1 0 0,-1-1 0 0,1 2 0 0,-1-2 0 0,0 2 0 0,1-1 0 16,1-3 0-16,1 2 128 0,3 0-128 0,-2-2 0 15,2 2 0-15,-3 2 128 0,1-3-128 0,0 3 0 16,-1-4 144-16,1 2-144 0,-1 0 0 0,-1-2 128 16,1 2-128-16,1-3 0 0,-1 2 0 0,1 0 0 15,-2 1 0-15,-2-2 128 16,3 0-128-16,-1-1 0 0,1 2 0 0,-2 0 0 0,-1 2 0 0,1-1 0 16,3 0 0-16,-2-2 128 0,1 4-128 0,-1-1 0 0,-2 1 0 0,0 1 0 15,-1 1 0-15,1 0 0 0,0-2 0 0,0 2 128 31,-1-1 0-31,-1-1 0 0,1 1 0 0,-1 0 0 0,0 1 64 0,0-1 0 0,0 2 16 0,-1-3 0 32,0 3-208-32,1-2 128 0,0-1-128 0,1 0 0 15,0 1 0-15,-1-2 0 0,2 1 0 0,0-1 0 16,0 0 0-16,-1 0 128 0,1 1-128 0,0 1 0 16,0-1 0-16,-1 0 128 0,0-1-128 0,-1 1 0 15,-1 2 240-15,1 0-48 0,-1 1-16 0,-1-3 0 16,1 3 0-16,-1 0 0 0,-1 0 0 0,0 0 0 15,-2-1-176-15,2 2 0 0,1-2 0 0,0-1 128 0,0 2-128 0,1-1 0 16,0-1 0-16,-1 1 128 0,1-1-128 0,-1 1 128 16,0 2-128-16,-1 0 128 0,-2 0-128 0,1 2 192 15,-2 1-192-15,0 1 192 0,-1-1-192 0,-2 3 160 16,1 0-160-16,-2 1 160 0,-2 1-160 0,-1 1 0 16,-1 1 144-16,-2 1-144 0,0 0 0 0,0-1 0 15,-2 2-160-15,2-1-17504 0</inkml:trace>
  <inkml:trace contextRef="#ctx0" brushRef="#br1" timeOffset="107911.31">8965 9761 911 0,'0'-1'0'0,"0"1"0"15,1 0 0-15,-1 0 0 0,0 1 640 0,0 1 32 16,0 0 16-16,1-2 0 0,-1 0 272 0,1 0 64 15,0 1 16-15,0-1 0 0,0-1 208 0,-1 1 32 16,1 0 16-16,0-2 0 0,0 2-144 0,0-2-16 16,-1 1-16-16,1-1 0 0,-1 0-336 0,1 0-64 15,0-1-16-15,0 0 0 0,0 0-240 0,0 0-48 0,0 0-16 0,0-2 0 16,1 3-96-16,0-3-32 0,-1 0 0 0,0 1 0 16,1-1-80-16,0 0 0 0,0 1-16 0,0-1 0 15,0 0-176-15,-1 1 0 0,0-1 144 0,1 2-144 16,-1-1 0-16,1 1 128 0,-1 0-128 0,1-1 0 31,-1 2 0-31,0-1 0 0,0 1 0 0,0-1 0 0,0 1 0 0,-1 0 144 0,1 0-144 0,0 1 0 16,0 1 160-16,-1 0-160 15,1 0 128-15,-1-2-128 0,0-1 0 0,1 1 0 0,0 0 128 0,0 0-128 0,0-1 0 16,0 1 0-16,0 2 0 0,-1-3 0 0,1 1 0 0,-1 2 0 31,0 0 0-31,0-2 0 0,0 2 0 0,0 0 0 0,-1 2-128 0,1-2 128 16,-1 2-832-16,1 1-80 0</inkml:trace>
  <inkml:trace contextRef="#ctx0" brushRef="#br1" timeOffset="109900.97">11035 4760 5519 0,'2'-2'496'0,"-2"-1"-496"15,0 1 0-15,0-1 0 0,2 3 432 0,-2-2-16 16,1-2 0-16,1-1 0 0,0-2 528 0,0 0 96 16,1 2 32-16,-1 0 0 0,0 2 336 0,-1 3 64 15,0 0 0-15,-2 0 16 0,1 4-400 0,-2 0-96 16,1 0-16-16,-1-1 0 0,0 4 112 0,0-4 32 0,0 4 0 0,-1-3 0 15,1 1-224-15,-1 0-32 0,1 0-16 16,0 0 0-16,0-1-208 0,0 0-64 0,0 2 0 0,0-3 0 16,0 0-288-16,0 2-64 0,-1 0-16 0,-1 2 0 15,1 0-16-15,0 1 0 0,-3 1 0 0,1 2 0 16,0-1-192-16,-1 2 144 0,0 0-144 0,1 0 128 16,0-2-128-16,0 4 0 0,-1-2 0 0,1 2 0 15,0 1 0-15,1 0 0 0,-2 0 0 0,1 1 128 16,0 1-128-16,0-1 0 0,1 3 0 15,0-2 0-15,0-3 128 0,0 1-128 0,1 1 0 0,-1-2 128 0,0-1 848 16,1 0 176-16,-1-1 16 0,1 2 16 0,-1-2-880 16,2 0-176-16,-1 0-128 0,0 0 144 15,0-3-912-15,0 3-192 0,0 0-48 0,-1 4 0 0,0-1 1648 0,1 4 320 16,-1-3 64-16,-2 3 0 0,1 0-832 0,-1 3-192 16,0 1 0-16,-2 1 0 15,1 0 0-15,-2 2 0 0,0-5 0 0,1 4 0 16,-2 0-704-16,-1 0-208 0,-1 2-48 0,0-1 0 0,2-2 960 0,0 0 128 15,-1 0 48-15,1 0 16 16,-1 1 0-16,0 1 0 0,1 0 0 0,0-2 0 0,1-1-192 0,-1-1 160 16,1 0-160-16,0-2 160 0,1 1 0 0,-1-1 0 15,1-1 0-15,-1 0 0 0,4-4 96 0,-3 2 0 0,1 3 16 16,-1-1 0-16,1 0-272 0,1 0 128 0,-2 1-128 0,2 2 0 16,-1 0 0-16,0 2 0 0,1-3 0 0,0 0 0 15,-1 1 0-15,1-1 0 0,-2-2 0 0,1 3 0 16,0-1 0-16,-2 0 0 0,1-1 0 0,0 3 0 15,-3 0 0-15,1 0 0 0,0 0 0 0,-1 1 0 16,1 1 0-16,-1-1 0 0,0 0 0 16,0 2 0-16,0-3 0 0,1 0 0 15,0 0 0-15,-1 0 0 0,3-4 0 0,0 1 0 0,-2 1 128 16,0 1-128-16,0 1 128 0,0 0-128 0,0 1 192 0,-2 2-192 0,0-4 0 16,0 3 0-16,0 1 0 0,0-2 0 0,2-2 0 0,-1-1 0 15,0 0 0-15,1-2 0 0,0-2 0 0,0-1 0 16,1 4 0-16,-1-1 0 0,0 0 0 0,1 0 0 15,0 3 0-15,-1 1 0 0,-1 0 0 16,1 1 0-16,0 0 0 0,0 2 0 16,-1 2 0-16,1-2 0 0,-1 0 0 0,1-2 0 0,1-1 0 0,0 1 0 15,0 0 0-15,0 1 0 0,0 0 128 0,1-3-128 16,2 3 0-16,-2-4 0 0,3 3 144 0,-2-1-16 16,2-1-128-16,-2 2 192 0,1-2-64 0,0 1 0 15,0-3-128-15,-2 0 192 0,1 0-192 0,-1-1 128 16,0 2-128-16,0-2 0 0,-2 2 0 0,2-2 0 0,2-2 0 0,-2-1 0 15,1 6 0 1,-3-1 0-16,1 2 0 0,1 0 0 0,0 0 0 0,-1 0 0 0,1 1 0 0,0-3 0 16,0 1 0-16,1-1 0 0,-1 0 0 0,1-1 0 15,0 0 0-15,1 0 0 0,-2 1 0 0,1 0 0 16,0 1 0-16,1-1 0 0,0 2 0 0,-1 1 0 16,0-1 0-16,-2 2 0 15,2 1 0-15,-1-2 0 0,0-1 0 0,1-1 0 0,0 1 0 0,0-1 0 16,-1-1 0-16,1 0 0 0,-2 1 0 0,2-1 0 0,1-2 0 0,0 3 0 15,0-1 0-15,-1 0 0 16,2 3 0-16,-2-5 0 0,1 2 0 0,-1 1 0 0,1-1 128 0,1-1-128 31,-2 0 0-31,1-2 0 0,0-1 192 0,0 1-64 0,-1 0-128 0,0-1 192 16,0-3-192-16,1 1 176 0,-1 1-176 0,0-2 160 16,0 2-160-16,-2 1 128 0,1 0-128 0,0-1 128 0,-1 1-128 0,1-2 192 31,0 2-192-31,0-2 192 0,1 0-192 0,-1-1 0 0,2 1 0 0,-1-1 0 15,2 2 0-15,-2-4 128 0,2 0-128 0,0-2 0 16,0 1 0-16,1 1 0 0,0-3 0 0,0 1 0 0,2-1 128 0,-2-1-128 16,0 2 128-16,0-1-128 15,2-2 128-15,-2 2-128 0,0 1 128 0,1-1-128 16,-1 0 0-16,-1 1 0 0,1 0 0 0,0-1 0 16,-2 1 0-16,2 1 0 0,-1-1 128 0,0-1-128 15,0 1 0-15,0-1 0 0,1 2 0 0,-1-2 0 16,-1 0 0-16,2 0 0 0,-2 1 0 0,1-1 0 15,-1 3 0-15,0-3 0 0,2 2 144 0,-3 0-144 16,2 1 144-16,-1 0-144 0,0 0 192 0,-1-1-192 16,2-1 176-16,0 1-176 0,0-1 160 0,0 0-160 15,-1-3 128-15,2 1-128 0,-1 0 0 0,0-2 0 0,3 0 0 0,-2-1 0 16,1-1 0-16,0 1 0 0,0-2 0 0,2-1 128 16,-2 3-128-16,1-3 0 0,0 3 0 0,-1-3 0 15,1 3 128-15,-1 0-128 0,1-3 144 0,-2 3-16 16,1 0 0-16,0-1 0 0,0-1-128 0,-1 2 128 15,1-2-128-15,1 0 128 0,-1 2-128 0,-2-1 0 16,2-1 0-16,0 2 128 0,0-2-128 0,0-1 0 16,1 0 0-16,1-2 0 0,0 2 0 0,0-2 0 15,0 1 0-15,0 1 0 0,0-2 0 0,1 0 0 0,-1 0 128 16,0 0-128-16,1 0 0 0,-1 0 0 0,1 0 0 0,-1-2 0 16,1 1 0-16,0 1 0 0,0-2 0 15,0 0-12160-15,0-3-2432 0</inkml:trace>
  <inkml:trace contextRef="#ctx0" brushRef="#br1" timeOffset="111149.92">8984 9763 1839 0,'0'0'160'0,"0"2"-160"15,0-2 0-15,0 1 0 0,0-1 560 0,-1 2 80 16,1 0 0-16,-1 2 16 0,-1 1 576 0,0 0 112 16,0 0 32-16,0 0 0 15,0-3 544-15,-1 0 128 0,0 0 0 0,0-2 16 0,2 1-32 0,-1-2-16 16,0 0 0-16,0 0 0 0,1-1-416 0,0 0-96 15,-1 0-16-15,1 1 0 0,1-3-416 0,0 3-96 16,0-1-16-16,0 0 0 16,2-1-368-16,-1 1-80 0,2-1 0 0,0 1-16 0,0 0-240 0,0-3-32 0,3 1-16 0,0 1 0 15,0-1-208 1,1 1 144-16,3-2-144 0,-2 4 128 0,-1 0-128 0,-7 1 0 0,0 0 0 0,0 0 0 16,0 0 0-16,0 0 0 15,38 12 0-15,-38-12 0 0,0 0 0 0,0 0 0 16,0 0 0-16,11 31 0 0,-12-22 0 0,-3-2 0 15,-1 2 128-15,0-1-128 0,-2-1 0 0,2 1 0 0,-2-2 0 0,0-1 0 16,-1-1 0-16,0-1 0 0,1-1 0 0,-2-1 0 16,2-2 0-16,-2-1 0 15,3-1 0-15,-1-1 0 0,2-1 0 0,0-1 0 0,1 0 0 0,0-1 128 0,2 2-128 0,0-3 0 16,2-1 0-16,2 0 128 0,0 0-128 16,2-2 0-16,0 0 0 0,3 0 128 0,1-1 48 0,1 0 0 15,2 2 0-15,1-1 0 0,0 1 144 16,0 3 16-16,1 0 16 0,-2 0 0 0,0 4-16 0,-1 1 0 15,-10 2 0-15,0 0 0 16,0 0-336-16,0 0 0 0,0 0 0 0,0 0 128 0,36 26-128 0,-38-16 0 31,-3 1 0-31,-2 1 0 0,0 0 0 0,-3 2 0 0,-1-1 0 0,-1 3 128 0,-1-2-128 0,-1-2 0 16,-1 0 0-16,0-2 0 0,1-1 0 0,2-2-160 16,2-5 16-16,1-2 0 0,1 0 144 0,1-2-192 0,1-3 192 0,2-1-192 15,0-2 192-15,2-1 0 0,1 0 0 0,2-2 0 31,0 2 0-31,2-1 0 0,1-1 0 0,2-1 0 0,0-2 0 16,3 0 144-16,0 1-144 0,1-1 160 16,2 2-32-16,0 1 0 0,0 2 0 0,0 1 0 15,0 3 48-15,-2 3 0 0,-10 2 0 0,0 0 0 16,0 0-176-16,0 0 0 0,0 0 144 0,39 18-144 16,-38-9 0-16,-1 0 0 0,-3 2 0 0,-1 1 0 15,0 0 0-15,-2-1 128 0,0-1-128 0,-1 2 0 0,-1 2 160 16,-1-3-32-16,1 0-128 0,0-2 192 0,-1 0-192 0,1-3 128 15,0-2-128-15,1-1 0 0,1-1 0 0,-1-2 0 16,2-3 0-16,1-1 0 0,1-4 0 0,1 2 0 16,0-2 0-16,1-1 0 0,1-3 0 0,0 0 0 15,2 0 0-15,0-2 0 0,1 2 0 0,0 0 0 16,1 1 0-16,2-1 0 0,-1 2 0 0,2 1 0 16,0 2 0-16,-1 2 0 0,0 3 0 0,-6 2 128 15,0 0-128-15,0 0 0 0,0 0 0 0,0 0 0 16,24 42 0-16,-24-30 0 0,-2 2 0 0,-2 3 0 0,-2 0 0 15,0 2 0-15,-1-1 0 0,-1-1 0 16,2-2 0-16,-2-1 0 0,1-2 0 0,0-3 0 0,2-1 0 16,-1-4 0-16,2 0 128 0,-1-6-128 0,2-1 0 0,0-1 0 15,1-5 0-15,0 1 128 0,0-1-128 0,1-3 0 16,0 0 0-16,1-2 0 0,1 0 0 0,1 2 0 16,1-2 0-16,-1 3 0 0,2 2 0 0,0 3 0 15,-1 0-256 1,1 3-160-16</inkml:trace>
  <inkml:trace contextRef="#ctx0" brushRef="#br1" timeOffset="113316.72">11145 4712 4959 0,'-5'3'0'15,"2"-2"0"1,1-1 0-16,2-1 0 0,0 1 0 0,0-2 0 15,-3 1 0-15,-2-2 0 0,0 0 0 0,-2-2 0 0,2-1 448 16,1 0 128-16,1 1 16 0,0-1 48 16,1 1 416-16,1 2 80 0,1-2 16 0,-1 3 16 0,2-1 48 0,-1 1 16 15,0 0 0-15,1 0 48 0,2 1 0 0,0 0 0 16,0 1 0-16,0 0 16 0,1-1-352 0,1 1-80 16,0 0-16-16,0 0 48 0,1-2-208 0,-1 1-48 15,2 1 0-15,-1 0 48 0,1 0-112 0,0 0 0 16,1 0-16-16,0 0 16 0,1 1-176 0,-1 1-32 15,0 0-16-15,0 1 32 0,0-1-128 0,2 1-48 0,-1 1 0 0,-9-4 32 16,0 0-240-16,0 0 0 0,41 17 0 0,-41-17 0 16,0 0 0-16,0 0 0 0,43 13 0 0,-31-12 0 15,-12-1 0-15,0 0 0 0,39 7 0 0,-27-9 0 16,0 2 0-16,0 0 144 0,1-2-16 0,-1 1 32 16,0-2 96-16,-1 2 32 0,1-2 0 0,0-1 0 15,0 1 0-15,-1 1 0 0,0 0 0 0,1-1 0 16,-1-1-48-16,0 3-16 0,0-1 0 0,0 2 0 15,-1-2-64-15,-1 2-16 0,2 0 0 0,-2-2 0 16,2 2-144-16,-1 0 192 0,0 0-192 0,1 0 192 0,-1 0-192 0,-1 2 0 16,1-2 0-16,1 2 128 0,-2-2-128 0,0 2 0 15,1 1 144-15,0-1-144 0,2-1 0 0,-2 1 0 16,1 0 0-16,0-2 0 0,0 1 0 0,0 0 0 16,1-1 0-16,0 0 0 0,0 0 0 0,0-2 0 15,1 2 0-15,-1-2 0 0,2-1 0 0,-1 1 0 16,0 0 0-16,0 1 128 15,0-1-128-15,0 2 144 0,-1-2-144 0,1 2 160 0,0-2-160 0,-1 1 0 16,1 1 0-16,0 0 128 0,0-2-128 0,1 2 0 16,-1 0 144-16,0 0-144 0,2 0 0 0,0 0 0 15,0 0 0-15,0 0 128 0,-1 2-128 0,-1-2 0 0,1 1 0 0,-1 1 0 16,0 0 0-16,0-2 0 0,0 0 0 0,-1 2 0 16,0-1 0-16,-1 1 0 0,-1 0 0 0,0-1 0 15,-1 1 0-15,2-2 0 0,-1 2 0 0,-1-2 0 16,0 2 0-16,1-2 144 0,-1 2-144 0,-1-2 160 15,1 1-160-15,1 1 192 0,0-2-192 0,-1 2 192 16,1-2-192-16,-1 1 192 0,1-1-192 0,0 2 192 16,0-2-48-16,1 0 0 0,0-2 0 0,1 1 0 15,0 1-16-15,-1-2 0 0,1-1 0 0,0 1 0 16,0 0-128-16,2-2 128 0,-1 1-128 0,1 0 128 16,1-1-128-16,-1-1 0 0,1 0 144 0,-2 3-144 0,0-2 0 15,0 0 128-15,1 0-128 16,-1-1 0-16,2 1 128 0,-2 1-128 0,-2 1 160 0,1-3-160 0,0 2 192 0,0 1-64 15,2 0-128-15,-1-2 192 0,1 3-64 0,-1-3 0 16,1 3-128-16,-1 1 192 0,0-1-192 0,0 0 0 16,0 2 128-16,-2-1-128 15,0 1 0-15,1-1 0 0,0 0 0 0,1 1 0 0,0 0 0 0,-1-1 0 16,0 3 0-16,0-3 0 0,-1 3 0 0,-1-3 0 16,2 2 0-16,-2-2 0 0,0 2 0 0,1-2 0 0,-1 2 0 0,0-1 0 15,-2 1 0-15,2-2 0 0,-3 2 0 0,1 1 0 16,-1-3 128-16,-1 2-128 15,2 0 0-15,-1-2 0 0,0 1 128 0,-1 1-128 0,0 0 0 0,0-1 0 16,0 1 144-16,0 0-144 0,1-2 128 0,-1 0-128 16,1 0 128-16,-1 0-128 0,1-2 128 0,-1 2-128 15,1-3 128-15,-2 1-128 16,1-1 128-16,-1 1-128 0,0 0 128 0,0 0-128 0,-2 1 0 0,-2 1 128 16,1 0-128-16,-1-2 0 0,-1 4 0 0,-1-2 0 15,-1 0 0-15,0 1 0 0,-3 1 0 0,-1 0 0 16,1 0-256-16,-3 1-48 15,1 2 0-15,0-3-16912 0</inkml:trace>
  <inkml:trace contextRef="#ctx0" brushRef="#br1" timeOffset="115305">11157 4673 3679 0,'-3'-1'320'0,"0"-1"-320"0,2 2 0 0,1 0 0 16,0 0 720-16,-1-2 80 0,0 0 16 0,-2-1 0 16,0-2 336-16,0 0 80 0,1 0 16 0,0 1 0 15,2-1-288-15,0 3-64 0,1-3-16 0,0 3 0 16,1-1 64-16,0-1 16 0,1 3 0 0,1-1 0 16,-1 1-80-16,1 0-16 0,1 1 0 0,1 0 0 15,1 0-128-15,0 1-32 0,1 0 0 0,1 1 0 0,-2-2-64 16,2 1 0-16,2 1-16 0,0-2 0 15,0 2 64-15,2-2 16 0,-1 1 0 0,1-1 0 0,-1 2-32 0,-1-2 0 16,2 0 0-16,0 0 0 16,1 0-240-16,-1 1-48 0,0 0-16 0,-1-1 0 0,0 2-16 0,0-1 0 15,-1 1 0-15,1 0 0 0,0 1-160 0,1-3-16 16,-1 2-16-16,0-1 0 0,-1 0-16 0,0 1 0 16,-1-2 0-16,1 1 0 0,0 1-16 0,0-2 0 15,-1 0 0-15,1 0 0 0,-2 0 16 0,0 0 0 16,1 0 0-16,1 0 0 0,-2-2 64 0,1 1 16 15,0 1 0-15,1-2 0 0,-1 2 16 0,0-1 0 16,-1 0 0-16,0 1 0 0,1-2 0 0,-1 2 0 0,-1 2 0 0,2-2 0 16,0 1-48-16,-1-1 0 0,1 1 0 0,1-1 0 15,-1 2-192-15,-1-2 144 0,0 3-144 0,1-3 128 16,0 2-128-16,-1-2 0 0,-1 1 0 0,2 1 0 16,-1-2 0-16,0 0 0 0,0 0 0 0,-1 0 0 15,0 1 0-15,2-1 0 0,-2-1 0 0,1 1 128 16,0 0-128-1,1 0 0-15,-1-2 0 0,-1 2 0 0,1-1 192 0,-1 1-64 0,0 0 0 0,0 0 0 0,-1 1-128 16,2 1 192-16,0-2-192 0,0 0 192 0,0 0-192 16,1 1 0-16,-1-1 0 0,1-1 0 0,0-1 0 0,1 1 0 15,-1 0 0-15,0 0 0 0,0 1 0 0,1-2 0 32,-1 1 0-32,1 1 0 0,-1 0 0 0,0 0 0 0,1 1 128 0,-1-1-128 0,0 2 0 0,0-1 0 15,-1 1 144-15,-1 0-144 0,1 0 0 0,-1-2 144 16,1 2-144-16,0-1 0 0,-1 3 160 0,1-4-160 15,0 3 128-15,0-3-128 0,0 2 128 0,2-2-128 16,-1 0 0-16,-1-2 128 0,1 2-128 0,0-3 0 16,2 1 0-16,-2-1 128 0,0 1-128 15,0 1 0-15,1-2 144 0,0 0-144 0,1 0 0 0,-1 1 128 16,0 0-128-16,0 0 0 16,0 2 0-16,0-3 128 0,1 1-128 0,-1 2 0 0,1 0 0 0,0-2 144 15,-2 2-144-15,0-1 0 0,1 1 144 0,0 0-144 0,-1 0 0 16,1-2 144-1,-2 2-144-15,-1 0 0 0,1 0 0 0,1 0 0 16,-1 0 0-16,0-1 0 0,1 1 0 0,0 0 0 16,-1-1 0-16,0 1 0 0,1 0 0 0,0 0 0 15,0 0 0-15,-2 0 0 0,2 0 128 0,-1 1-128 0,-2 0 0 0,2-1 0 16,-2 2 0-16,1-2 128 0,0 3-128 0,-1-1 0 16,1-2 0-16,-1 3 128 0,1-3-128 0,-1 2 0 15,0-2 0-15,0 0 0 16,-1 0 0-16,0 0 0 0,-1 1 0 0,-2-1 0 0,0 0 0 0,-2 0 0 15,0 0 0-15,-2 0 0 0,0 0 0 0,-2 0 0 16,0-1 0-16,-4 1 0 0,0-2-320 0,-4 2 0 16,1-2 0-16,-1 1 0 15,1 1-672-15,-1 0-128 0,-1 0-32 0,0-2 0 16,0 2-16-16,0 0-16 0,0-2 0 0,0 2 0 0,0 0 832 0,-1-1 160 0,2 1 48 16,0 0 0-16,-1 0 144 0,-1-2 0 0,0 2 0 0,-2-2 0 15,-1 0 128-15,1-1 0 0,-1 1 0 0,-1-1 0 16,3 2 192-16,-1 0 64 0,-3-1 0 0,-1 0 0 15,2 1-112-15,0 1-16 0,0-2 0 0,0 1 0 16,-2 0-256-16,1 0 128 0,-1 1-128 0,1-1 0 16,-2 0 192-16,0 1-192 0,0 0 192 0,1-2-192 15,-1 2 336-15,-1 0-32 0,-1 0-16 0,-1 0 0 16,3 0 160-16,-1 2 16 0,-2-2 16 0,0 2 0 16,0-1-208-16,2 0-32 0,1 2-16 0,1-3 0 15,1 3-96-15,-1-1-128 0,-1-1 176 0,1 0-176 0,0 1 0 16,0-1 0-16,-1 1 0 0,1-2 0 0,1 0 0 0,0 0 0 15,-1 2 0-15,1-2 0 0,1 1 0 16,0 1 0-16,1-1 0 0,0 0 0 0,0-1 128 0,1 2-128 16,1-2 0-16,0 3 0 0,0-3 0 0,0 2 0 15,0-2 0-15,1 1 0 0,0 1 0 0,0-2 0 16,-1 2 0-16,-1-2 0 0,0 1 0 0,0 0 0 16,0-1 128-16,0 0-128 0,-1 0 0 0,0 0 0 15,0 0 0-15,0 0 0 0,1 0 0 0,-2 0 0 16,2 0 128-16,0 2-128 0,2-1 0 0,0 2 0 0,-1 2 0 15,0-1 0-15,2 1 0 0,-1-1 0 16,0 3 0-16,-1-2 0 0,1 2 0 0,0-1 0 16,0 0 0-16,0 1 0 0,-1-2 0 0,1 0 0 15,1-1 0-15,0-1 0 0,1 1 0 0,0-3 0 0,2 1 0 0,1 0 0 16,0-2 0-16,3 0 0 0,0 0 0 0,1-2 0 16,3-1 0-16,0 1 0 0,0 0 0 0,2-1 0 15,1 1-320-15,2-1 48 0,3 1 0 0,0-3 0 31,1 3-1056-31,3-2-208 0,2 1-32 0,2 0-8736 0,4-1-1728 16</inkml:trace>
  <inkml:trace contextRef="#ctx0" brushRef="#br1" timeOffset="117020.54">12790 4630 4095 0,'-3'0'0'15,"0"0"0"-15,2 0 0 0,0 0 0 16,0 0 864-16,-1 0 176 0,-1 0 48 0,-2 0 0 16,-1 0 432-16,-1 0 80 0,2 0 32 0,-1 0 0 15,3 1 96-15,-1-1 0 16,2 0 16-16,1 0 0 0,1 1-16 0,1-1-16 0,0 0 0 0,2 0 0 15,0 0-544-15,1 2-96 0,3-2-32 0,-1 0 0 16,2 0-496-16,-1 1-96 16,1 1-32-16,1-2 0 0,-2 0-224 0,1 0-64 0,1 2 0 0,0-2 0 0,0 0 16 15,2 0 0-15,-1-2 0 0,0 2 0 0,2-2 368 0,0-1 80 16,1 1 16-16,0-1 0 0,-1 1 48 0,1-3 16 16,0 3 0-16,1-2 0 0,2 0-240 0,-1 1-48 15,-1 0-16-15,0 0 0 0,-14 3-208 0,0 0-32 16,38 0-128-16,-38 0 192 0,0 0-192 0,0 0 0 15,42 17 0-15,-42-17 0 16,0 0 0-16,0 0 0 0,33 30 0 0,-33-30 0 0,0 0 0 0,0 0 0 16,24 39 0-16,-24-39 0 0,0 0 0 0,0 0 0 0,0 0 0 0,19 35 0 15,-15-32 0-15,0-1 0 0,0 0 0 0,2-4 0 32,0-3-736-32,2 0-96 0,2-3 0 0,1-3-15376 0</inkml:trace>
  <inkml:trace contextRef="#ctx0" brushRef="#br1" timeOffset="118464.15">13341 4744 911 0,'-3'0'0'15,"0"0"0"-15,2-2 0 0,0 1 0 16,1 1 576-16,-1 0 48 0,-2-2 0 0,-1-1 0 16,-1 1 592-16,-1-3 112 0,1 1 16 0,2 0 16 0,0 0 656 0,1-1 128 15,1 2 32-15,1 0 0 0,0 0-256 0,1 1-64 16,-1 0 0-16,1 1 0 15,0 1-1024-15,-1 0-192 0,1 0-64 0,-1 1 0 0,1 1-368 0,0 0-80 16,0-2 0-16,-1 0-128 0,2 1 528 0,-1-1 0 16,2 2 0-16,-1-2 0 0,0 0 304 0,1 0 48 15,-2 0 16-15,2 0 0 0,1 2-176 0,-1-2-16 16,0 2-16-16,1 0 0 0,1 1-144 0,-2 0-32 16,3 1 0-16,-1-1 0 0,-5-3-160 0,0 0-32 15,0 0-16-15,0 0 0 0,0 0-112 0,38 30 0 16,-38-30-16-16,0 0 0 0,0 0-176 15,0 0 160-15,37 30-160 0,-37-30 160 0,0 0-160 0,0 0 0 16,0 0 0-16,46 26 0 0,-46-26 0 0,0 0 0 16,0 0 0-16,45 20 0 0,-45-20 0 0,0 0 192 15,0 0-192-15,50 21 192 0,-50-21 16 0,0 0 16 0,43 18 0 16,-43-18 0-16,0 0-96 0,0 0-128 0,49 25 176 0,-49-25-176 16,0 0 128-16,0 0-128 0,40 26 0 15,-40-26 0-15,0 0 0 0,0 0 0 0,39 30 0 0,-39-30 0 16,0 0 0-16,0 0 0 0,43 32 0 0,-43-32 0 0,0 0 128 0,35 28-128 15,-35-28 0-15,0 0 0 0,35 29 0 0,-35-29 0 16,0 0 0-16,34 30 0 16,-34-30 0-16,0 0 0 0,30 29 0 0,-30-29 0 0,0 0 128 0,0 0-128 15,40 35 0-15,-40-35 0 0,0 0 208 0,0 0-64 16,43 32-16-16,-43-32 0 16,0 0 0-16,0 0-128 0,44 28 192 0,-44-28-64 15,0 0 0-15,0 0 0 0,42 26 0 0,-42-26 0 0,0 0-128 0,0 0 0 16,42 24 144-16,-42-24-144 0,0 0 0 0,0 0 0 15,51 27 0-15,-51-27 128 0,0 0-128 0,0 0 0 16,48 27 0-16,-48-27 0 0,0 0 0 0,38 24 0 0,-38-24 0 0,0 0 128 16,0 0-128-16,47 28 176 15,-47-28-176-15,0 0 192 0,0 0-192 0,41 32 128 0,-41-32-128 0,0 0 128 16,0 0-128-16,40 35 0 0,-40-35 0 0,0 0 128 16,0 0-128-16,39 36 0 0,-39-36 0 0,0 0 0 15,0 0 0-15,37 38 0 0,-37-38 0 0,0 0 0 16,0 0 0-16,36 30 0 0,-36-30 128 0,0 0-128 15,0 0 0-15,37 27 0 16,-37-27 0-16,0 0 128 0,0 0-128 0,0 0 0 16,40 30 0-16,-40-30 128 0,0 0-128 0,0 0 0 0,0 0 0 15,41 31 128-15,-41-31-128 0,0 0 0 0,0 0 0 0,0 0 128 0,41 31-128 0,-41-31 0 16,0 0 0-16,0 0 0 16,0 0 0-16,43 21 0 0,-43-21 0 0,0 0 0 0,0 0 0 0,40 17 0 15,-40-17 0-15,0 0 0 0,0 0 0 0,0 0 0 16,44 21 0-16,-44-21 0 0,0 0 0 0,0 0 0 15,0 0 0-15,0 0 0 0,39 29 0 16,-39-29 128-16,0 0-128 0,0 0 0 0,0 0 0 16,0 0 0-16,29 37 128 0,-29-37-128 0,0 0 0 0,0 0 0 15,0 0 0-15,0 0 0 0,33 27 0 0,-33-27 0 0,0 0 0 0,0 0 0 16,0 0 0-16,0 0 0 0,34 26 0 16,-34-26 0-16,0 0 0 0,0 0 0 0,0 0 0 0,0 0 0 15,0 0 0-15,38 30 0 0,-38-30 0 0,0 0 0 31,0 0 0-31,0 0 0 0,0 0 0 0,0 0 0 0,0 0 0 0,33 31 0 0,-29-28 0 0,-1-1 0 16,-3-2 0 0,0 0 0-16,0 0 0 0,0 0 0 15,0 0 0-15,0 0 0 0,0 0 128 0,0 0-128 0,0 0 0 0,40 21 0 0,-35-18 0 0,-1-1 128 0,-1 0-128 0,0-1 0 32,1 1 0-32,-1 0 128 0,0 1-128 0,0-1 0 0,0 0 144 0,-1 0-144 0,0 1 0 0,0 0 128 31,0 0-128-31,0 0 0 0,-1-2 0 0,0 1 0 15,1 0 0-15,0 1 128 0,-1-3-128 0,0 2 0 16,0 0 0-16,0-2 128 0,1 2-128 0,0-2 0 16,0 0 0-16,-1 0 128 0,0 0-128 0,0 0 128 15,0 0-128-15,0 0 128 0,-1 0-128 0,0 0 0 16,0 0 128-16,-1 0-128 0,1 0 128 0,-1 0-128 0,1 0 128 16,-2 0-128-16,1 1 128 0,-1 1-128 0,1-2 160 0,-1 1-160 15,2-1 0-15,-1 2 128 0,0-2-128 0,-1 0 0 16,2 0 0-16,0 0 0 0,-1 2 0 0,0-4 0 15,0 2-256-15,-1 0-64 0,1-3 0 0,0 1-18624 16</inkml:trace>
  <inkml:trace contextRef="#ctx0" brushRef="#br1" timeOffset="120412.57">9594 8964 11967 0,'0'0'1072'0,"0"0"-864"0,0 0-208 0,1 0 0 15,-1 0 1184-15,0 0 192 0,1 0 32 0,0 1 16 16,0-1 272-16,1 1 48 16,0 1 16-16,-1-2 0 0,3 1-432 0,0 1-96 0,-1-2-16 15,0 2 0-15,1-1-128 0,0 1-48 0,-1 0 0 0,-3-2 0 16,0 0-128-16,0 0-16 0,0 0-16 0,0 0 0 16,40 21-224-16,-40-21-32 0,0 0-16 0,0 0 0 15,49 24-160-15,-49-24-48 0,0 0 0 0,53 21 0 16,-53-21-112-16,47 17-32 0,-47-17 0 0,57 19 0 15,-57-19-112-15,60 17-16 0,-60-17-128 0,65 21 192 16,-65-21-64-16,68 14 0 0,-32-6-128 0,1-2 192 0,4 2-192 0,0-1 128 16,2 2-128-16,-3 1 0 0,0-1 0 0,-1-2 128 15,-1 0-128-15,-1 0 0 0,0 3 0 0,-37-10 0 16,69 17 0-16,-69-17 0 16,67 19 0-16,-67-19 0 0,54 18 0 0,-54-18 0 31,44 20-592-31,-44-20-64 0,0 0-16 0,48 37 0 0,-48-37-1984 0,0 0-400 0</inkml:trace>
  <inkml:trace contextRef="#ctx0" brushRef="#br1" timeOffset="121422.29">11081 9343 3679 0,'3'-7'320'16,"0"0"-320"-16,-1 2 0 0,-1 3 0 15,0 0 1280-15,2-3 192 0,0-4 48 0,4-4 0 16,0-3 1040-16,1 1 192 0,-3 1 64 0,-1 7 0 0,-1 0-192 0,-1 3-16 15,0 1-16-15,-2 0 0 0,0 3-432 0,0 0-96 16,1 0-16-16,-1 0 0 16,-1 0-960-16,1 1-192 0,0 3-32 0,0-1-16 0,0 1-624 0,0 2-224 15,-1 2 144-15,0 4-144 0,0 0 0 0,0 2 0 16,1 1 0-16,-1 2 0 0,0 1 0 0,1 4 0 16,0 0 0-16,1 1 0 0,0 0 0 0,1-1 0 15,-2-22 128-15,6 38-128 0,-6-38 848 0,0 0 144 16,17 35 32-16,-17-35 0 0,0 0-816 0,0 0-208 0,0 0 0 0,0 0 0 31,0 0-672-31,40-2-224 0,-35-7-32 0,2-3-16 0,-1 0 944 0,1-4 224 0,-1 1 32 0,2-2 0 16,-1-2-256-16,1-2 128 0,1 2-128 0,-1-2 0 15,0-3 128-15,-1 2-128 0,0 1 0 0,-1 2 0 16,0 1 0-16,-2-1 0 0,2 6 0 0,-3-1 0 16,1 5 0-16,-1 2 0 0,-1 0 0 0,0 6 0 31,-2 1-752-31,0 3-80 0,0 2-32 0,0 2 0 0,0 0-1728 0,0-7-352 0,0 0-64 0,0 0-10688 15</inkml:trace>
  <inkml:trace contextRef="#ctx0" brushRef="#br1" timeOffset="121819.45">11407 9312 11055 0,'2'2'480'0,"-1"-1"112"16,0 1-464-16,-1-2-128 0,0 0 0 0,0 0 0 0,1 0 2176 0,0 0 400 15,0 0 96-15,1 0 16 0,1 0 352 0,1-2 80 16,0 1 16-16,0-1 0 0,2 0-1408 0,0 0-256 15,1-1-64-15,0-2-16 0,2 2-800 0,0-1-144 0,0-1-48 0,0 2 0 16,1 0-400-16,-2-2 0 16,0 2 0-16,0 1 0 15,0-3 0-15,-1 0 0 0,0 1 0 0,-1-1 0 16,-2 2 0-16,1-1-224 0,-2 0 80 0,-1 1 16 0,-1-2-192 0,-1 3-48 0,-1-3 0 16,-1 0 0-1,-1 1-48-15,-2-2-16 0,1 2 0 0,-4-1 0 16,-1 0 176-16,-1 2 48 0,-1 2 0 0,-2-2 0 0,-2 4 208 0,1 1-176 15,0 2 176-15,1 1-160 0,1 0 160 0,1 0 0 0,2 3 0 0,0 1-128 16,2 0 560-16,-1 2 112 0,2 1 32 0,0 0 0 16,1 2 32-16,0-1 16 0,1 1 0 0,2 0 0 15,-1-2-336-15,1 2-64 16,1-2-16-16,1-1 0 0,0-11-48 0,0 0-16 0,8 32 0 0,-8-32 0 0,0 0 48 0,0 0 0 31,34 26 0-31,-34-26 0 0,0 0-48 0,0 0 0 16,42 0 0-16,-30-3 0 0,0-1-144 0,-1 0 0 15,-1 0 0-15,1-3 0 16,-1 1-400-16,1-2-176 0,-1-1-16 0,0 2-11120 16,0-3-2208-16</inkml:trace>
  <inkml:trace contextRef="#ctx0" brushRef="#br1" timeOffset="122201.73">11644 9268 5519 0,'-2'2'496'0,"1"-2"-496"0,-1 2 0 0,1-2 0 16,0 0 2496-16,0 0 416 0,0 0 80 0,0 0 16 15,0 0 736-15,-2 2 160 0,1-2 16 0,0-2 16 16,2 2-1920-16,0-2-384 0,2-1-80 0,1-1-16 16,0 0-912-16,3-1-192 0,0 1-48 0,1-2 0 15,0 3-224-15,2-2-160 0,-9 5 192 0,16-6-192 16,-16 6 128-16,0 0-128 0,0 0 0 0,0 0 0 0,38 16 0 0,-38-16 0 16,0 0 0-16,0 0 0 0,16 40 0 0,-16-40 0 15,0 0 0-15,3 38 0 0,-3-38 0 16,-2 26 0-16,-1-12 0 0,1-2 0 0,-2 0 0 0,-1 0 0 15,2-2 0-15,-1-1 0 0,-1 0 0 0,1-1 0 16,2-3 128-16,-1-1-128 0,2-1 320 0,1-3 0 16,0 0 0-16,2-3 0 0,-1-1 64 0,2-1 32 15,0-3 0-15,1-1 0 0,1 0-256 0,1-3-160 16,1-2 192-16,2-3-192 0,0 0 128 0,0 1-128 0,2-4 0 16,-1 2 0-16,0-1 0 0,-1 4 0 0,1-1 0 0,-2 3 0 15,0 2-192-15,0 0-32 0,-2 3-16 0,2 0 0 31,-2 2-816-31,0 1-160 0,-1 3-48 0,0-2 0 16,-1 3-1440-16,0 1-304 0</inkml:trace>
  <inkml:trace contextRef="#ctx0" brushRef="#br1" timeOffset="122658.62">11927 9203 3679 0,'4'-2'160'0,"-2"2"32"16,-1 0-192-16,0 0 0 0,-1 0 0 0,1 0 0 16,0 0 1984-16,1 0 368 0,0 0 64 0,1-2 16 0,0 2 896 0,0 0 192 15,-1 2 48-15,-1-2 0 0,-1 3-960 0,1 1-192 16,-1-1-48-16,1 2 0 0,-1 1-1184 0,0 2-240 15,0-8-48-15,0 0-16 0,1 28-528 0,-1-28-96 16,0 0-32-16,3 28 0 0,-3-28-224 0,0 0 128 16,0 0-128-16,0 0 0 0,0 0 0 0,0 0 0 15,0 0 0-15,38 22 0 16,-31-27-544-16,0 0-160 0,0-2-16 0,1 0-16 16,0-3-1152-16,0 1-224 0,-1-2-64 0,0 1 0 15,1-1-496-15,-2 0-96 0,0 1-32 0,-1 1 0 16,-1-3 1280-16,-1 3 256 0,0-1 48 0,-1 1 16 0,-2 0 1008 0,0 1 192 0,-1 1 0 0,-1 2 0 15,0 3 1152-15,-1 0 144 0,0 2 48 0,1 1 0 16,-1 2 1008-16,0 2 208 0,0 0 32 0,0 0 16 16,2 3-544-16,-1 0-96 0,-1 2-32 0,1-1 0 15,2-9-848-15,-1 20-192 16,1-20-16-16,0 21-16 0,0-21-320 0,0 0-64 0,6 31-16 0,-6-31 0 16,0 0-160-16,6 33-48 0,-6-33 0 0,0 0 0 15,8 37-64-15,-8-37 0 0,1 27-16 0,-1-13 0 16,0-14-176-16,-4 31 192 0,0-17-192 0,-1 2 192 15,-2 1-64-15,-1 0-128 0,-2 2 192 0,-2 0-64 16,0-1 16-16,0 0 0 0,0 0 0 0,1-4 0 0,0 0 48 0,-2-1 0 16,0 0 0-16,0-1 0 0,-1-2-192 0,1 0 128 15,0-3-128-15,0 0 128 16,1-3-128-16,-1 1 0 0,0-2 0 0,-1-1 0 0,2-2 0 0,-1 0 0 16,2-4 0-16,1-2 0 15,0 2-576-15,0-7 0 0</inkml:trace>
  <inkml:trace contextRef="#ctx0" brushRef="#br1" timeOffset="123223.51">12874 9142 21183 0,'-2'-7'944'0,"1"3"192"0,0-1-912 0,0 1-224 0,1 2 0 0,-1 1 0 0,0 0 1488 0,-1-4 256 16,-1 0 48-16,-1-2 16 0,-2 0-80 0,-1 3-32 31,-2 1 0-31,0 1 0 0,0 4-592 0,-2 1-112 16,0 1-32-16,-2 1 0 0,0 2-448 0,0 1-80 0,0 1-32 0,0 0 0 16,0 1-96-16,0-1-32 0,2-2 0 0,0 3 0 0,3-5-144 0,1 2-128 0,1-3 144 15,1 2-144-15,3-1 0 0,1-1 0 16,0 0 0-16,2 1 0 0,0-3 0 0,-1-2 0 15,0 0 0-15,0 0 0 0,0 0 0 0,0 0 0 0,38 29 0 0,-38-29 0 16,0 0 0-16,0 0 0 0,45 28 0 0,-45-28 0 31,0 0 0-31,35 21 0 0,-35-21 0 0,0 0 0 16,0 0 0-16,36 30 0 0,-36-30 0 0,0 0 0 16,0 0 0-16,0 0 0 0,0 0 128 0,14 34-128 15,-16-29 224-15,-1-1 0 0,-2 0 0 0,0 0 0 16,-2-1-64-16,-2-1-16 0,0 0 0 0,-3 1 0 15,0-1-144-15,0 1 192 0,-2 1-192 0,0 1 192 0,2 0-192 0,-1-1 0 16,1 1 0-16,2 0 0 0,2-3 0 0,1 1 0 16,3 1-144-16,1-3 144 15,1 1-1600-15,3-2-224 0</inkml:trace>
  <inkml:trace contextRef="#ctx0" brushRef="#br1" timeOffset="123700.69">13045 8950 19343 0,'2'-2'1728'15,"-1"2"-1392"-15,-1 2-336 0,0 0 0 0,-1-1 2448 0,0 2 432 0,0 1 64 0,-1 4 32 16,-1 4-752-16,1 3-160 0,-2 6-16 0,-1 0-16 16,1 3-1392-16,-2 0-256 0,1 2-64 0,1 2-16 15,-1 3-32-15,0-3 0 0,0 1 0 0,-1 0 0 16,1-1-80-16,-1-2-32 0,1-2 0 0,1-3 0 15,0-2-160-15,1-3 0 0,2-1 0 0,-1-3 0 16,0-1 0-16,2-11 0 0,0 0 0 0,-2 22 0 16,3-18 0-16,0-1 0 0,1-3 0 0,0 0 0 0,-1-3 0 0,2-1 0 15,-1-1 0-15,1-1 0 0,0 0 0 0,-1-2-144 16,2-1 144-16,1 0-208 0,0 0 208 0,1-1-192 16,-1 0 192-16,2 1-192 0,-1 1 192 0,1-1 0 15,0 3 0-15,1-4-144 0,0 3 144 0,0-2 0 16,2 1 0-16,-3 1-128 0,2 2 128 0,-2-1 0 15,0 3 0-15,-1 0-128 0,-1 1 128 0,-1 2 0 16,0 0 0-16,-4 0 0 0,0 0 0 0,0 0 0 16,0 0 0-16,0 0 128 0,0 0 0 0,9 34 0 0,-11-25 0 0,2-9 0 15,-3 20 16-15,1-9 16 16,0-1 0-16,2-10 0 0,0 0-16 0,-1 30 0 0,1-30 0 0,0 0 0 16,0 0-144-16,0 0 0 0,0 0 0 15,0 0 128-15,0 0-128 0,0 0 0 0,41 12 0 16,-34-17 0-1,2-2-384-15,-1 0-64 0,2-2-16 0,0 1 0 16,2-1-2432-16,-1 0-496 0,1 1-80 0,-1-1-10384 0</inkml:trace>
  <inkml:trace contextRef="#ctx0" brushRef="#br1" timeOffset="124319.98">13300 9298 5807 0,'6'-4'128'0,"-5"3"16"0,-1 1 16 0,0 0 16 16,0 0-176-16,-1 0 0 0,0 1 0 0,-1 1 0 16,-2 0 3056-16,-1 1 576 0,1 2 112 0,-3 0 32 0,1 1-384 0,0-1-80 15,0 0-16-15,1 2 0 0,1-2-1184 0,1 2-224 16,0-3-48-16,1 3-16 0,1-2-1056 0,0 2-192 15,0 0-64-15,1-2 0 16,0-5-272-16,0 0-64 0,0 0-16 0,0 0 0 16,9 33-160-16,-9-33 192 0,0 0-192 0,0 0 192 15,0 0-192-15,0 0 0 0,38 17 0 0,-38-17 0 0,0 0 0 0,23-3 0 16,-14-1 0-16,0-3 0 0,0 2 0 0,-1-5 0 16,0 1 0-16,0 0 0 0,-2-1 0 0,-1-2 0 0,-1 2 0 15,-1-1 0-15,-3 1 0 0,0-1 0 16,-2-1 0-16,-2 1 0 0,-1 2 0 0,-3 0 0 0,-1 2 0 0,-2 0 0 15,-2 4 0-15,1 0 0 0,-2 4 0 16,0 4 0-16,1 0 0 0,1 2 0 0,0 0 0 0,0 0 0 16,3 0 0-16,1 1 0 0,0 0 0 0,3 0 0 15,0-4 0-15,2 2 0 0,2-2 0 0,0-1 0 16,1-3 0-16,0 0 0 0,0 0 0 0,0 0 0 16,0 0-128-16,0 0 128 0,35-1 0 0,-25-5 0 15,1 0 0-15,1-3-144 0,1 2 144 0,1-3 0 16,-1 1-336-16,-1 0 32 0,1-1 16 0,0 3 0 0,0-2 144 15,0 3 144-15,-1 0-208 0,0 1 80 0,-12 5 128 0,23-6 0 32,-23 6 128-32,23-4-128 0,-23 4 272 0,0 0-16 0,28-2 0 0,-28 2 0 0,0 0 0 0,0 0 0 15,0 0 0-15,39 9 0 16,-39-9-256-16,0 0 128 0,0 0-128 0,0 0 0 0,25 32 0 0,-25-32 0 16,0 0 0-16,3 33 0 0,-3-33 0 0,-3 28 0 15,1-14 0-15,-1-2 0 0,1 0 128 0,-1 0-128 16,0 4 0-16,-1-3 0 0,1 1 0 0,-1-3 0 0,2-2 128 15,2-1-128-15,0-4 176 0,0-3-32 0,0 1 0 0,1-4 0 16,1-1-144-16,0-1 160 16,1-3-160-16,1 2 160 0,-1-3-160 0,2-3 0 0,1-3 0 0,0 1 128 15,1-2-128-15,0 0 0 0,0-2 0 0,1-2 0 16,0 3 0-16,1-1 0 0,1 1 0 0,0 3 0 16,-1-1 0-16,-1 5 0 0,2 2 0 0,-2-1 0 31,1 2-512-31,0-2 0 0,0 4 16 0,-1-1 0 0,2 0-2192 0,-10 5-448 0,18-7-96 0,-18 7-11360 31</inkml:trace>
  <inkml:trace contextRef="#ctx0" brushRef="#br1" timeOffset="124696.83">13876 9037 13823 0,'5'-5'608'0,"-3"1"128"0,3 2-592 0,-3-1-144 15,-1 3 0-15,0 0 0 0,0 0 2176 0,0 0 416 16,1 0 80-16,2-2 16 0,0 1 208 0,-1 2 48 16,-1 1 16-16,-2-2 0 0,0 0-1680 0,0 0-320 15,0 0-80-15,0 0-16 0,0 0-304 0,0 0-64 16,1 33-16-16,-4-26 0 0,0 1-176 0,-2 3-48 16,1 1 0-16,-2 2 0 0,-1 1-64 0,1 4-32 15,-1 0 0-15,-2 2 0 0,2 0-32 0,-1-2-128 0,1 1 192 16,0 0-64-16,2-5 64 0,0-1 0 15,2 0 0-15,3-14 0 0,-2 26-192 0,2-26 192 0,0 0-192 0,0 31 192 16,0-31-192-16,0 0 0 0,0 0 0 0,0 0 0 16,12 36 0-16,-12-36 0 0,0 0 0 0,0 0 0 15,32 4 0-15,-32-4 0 0,24-4 0 0,-11-1 0 16,0 0 0-16,1 1 0 0,2-2 128 0,1-2-128 16,-3 0 0-16,0-1 0 0,-1 2 0 0,-1-3-176 15,-3 3-144-15,-1 0-48 0,0-3 0 0,-2 3 0 16,-2-1-336-1,-1 0-80-15,-3 1-16 0,-2-1 0 0,-2 1-496 0,-3-2-112 0,-2 1 0 0,-3-1-16 16,-3 0-64-16,-2 1-16 0,-3-3 0 0,-4 1-7216 16,-2 2-1456-16</inkml:trace>
  <inkml:trace contextRef="#ctx0" brushRef="#br1" timeOffset="124821.94">13822 9189 6495 0,'-78'9'288'0,"75"-9"64"0,2 0-352 0,0 0 0 16,-1 0 0-16,-3 0 0 0,-1 1 2880 0,-4 1 512 16,-2 0 112-16,4-1 16 0,2 1 192 0,6-2 32 15,0 0 16-15,0 0 0 0,29 0-1200 0,-29 0-224 16,42-3-48-16,-18-1-16 0,-24 4-1376 0,51-4-256 15,-23 1-64-15,1-2-16 0,0 2-352 0,2-1-64 16,0-3-16-16,-1 2 0 0,0-3-288 0</inkml:trace>
  <inkml:trace contextRef="#ctx0" brushRef="#br2" timeOffset="140040.39">6880 8618 4607 0,'0'0'400'0,"0"-2"-400"31,0 2 0-31,0 0 0 0,0-1 672 0,0 1 48 0,0 0 16 0,-1-2 0 0,0-1 176 0,0 1 48 31,0 1 0-31,1-2 0 0,0 1-32 0,0 1 0 16,1-2 0-16,-1 3 0 0,1-2-256 0,-1 2-48 15,1-1-16-15,-1 0 0 0,1 1-32 0,-1 0 0 16,1 0 0-16,-1 0 0 0,0 0-208 0,1 0-48 16,-1 0-16-16,1 0 0 0,-1 0-128 0,1 0-32 0,1 0 0 15,-1-2 0-15,0-1-144 0,1 1 160 0,0-1-160 0,0 0 160 16,0 0-32-16,0 0-128 0,1-2 192 0,-1 3-64 16,0 0-128-16,-1-1 160 0,1 0-160 15,0 1 160-15,0 1-160 0,-2 0 160 0,1 1-160 0,0 0 160 16,-1 0-160-16,0 0 128 0,0 0-128 0,-1 0 128 15,1 1-128-15,-1 0 0 0,1-1 0 0,-1 1 128 16,0 0-128-16,0 2 128 0,0-3-128 0,1 1 128 16,-1 1-128-16,0-2 192 0,1 2-192 0,0-1 192 0,-1 0-192 15,0 1 192-15,0 1-192 0,0-1 192 0,0-1-32 0,0 1 0 16,0-1 0-16,-1 0 0 0,1 1-160 0,0-2 192 16,0 1-192-16,0 1 192 0,0-2-48 0,1 0 0 15,-1 0 0-15,1 0 0 0,-1 0 16 0,1-2 0 16,0 1 0-16,0 1 0 0,0-2-32 15,0 0 0-15,1-1 0 0,-1 1 0 0,1-1-128 0,0 0 0 16,0 0 144-16,0 0-144 16,0 1 0-16,0-1 0 0,0 1 0 0,0 0 0 0,0-1 0 0,0 1 0 15,0-1 0-15,1 1 128 0,-1 1 32 0,0 0 16 0,0-1 0 0,0 1 0 16,0 0 80-16,0 1 0 0,1 1 16 0,-2 0 0 16,1 1-272-16,-1-1 0 0,0 0 128 0,0 2-128 15,0 1 0-15,-1 1 0 0,-1-3 0 0,0 3 0 16,0 1 0-16,0-2 0 0,-1 1 0 0,0-1 0 15,0 1 128-15,1-2-128 0,-1 1 0 0,1-2 0 16,0 1 0-16,0-1 0 0,0 0 0 0,0-1 0 16,2-1 0-16,-1-2 0 0,0 1 0 0,0-2 0 15,1 1 0-15,0-2 0 0,0-1 0 0,0 2 0 16,1-1 0-16,0-1 0 0,0 0 0 0,-1 1 0 16,0-1 0-16,1 2 0 0,-1-1 0 0,1 1 0 15,0 1 272-15,0-1 0 0,0 3 0 0,0-2 0 0,0 2 96 0,0 0 16 16,-1 0 0-16,1 0 0 0,-1 0-256 0,1 0-128 15,0 0 160-15,0 0-160 0,0 2 128 0,-1-2-128 16,2 0 0-16,0 1 0 0,-1 1 0 0,0-2 0 16,1 2 0-16,-2-1 0 0,1 1 0 0,0-2 0 15,-1 2 0-15,1-2 0 16,-2 2 128-16,1-1-128 0,-1 1 0 0,0 0 0 0,-1-1 128 0,0 1-128 16,0 1 0-16,0 0 0 0,-1 0 0 0,0 2 128 15,0-3-128-15,0 0 0 0,1 1 0 0,0-3 0 0,0 2 0 16,1-2 0-16,-1 0 0 0,1 0 0 0,1-2 0 0,-1 0 0 15,1 1 0-15,0-2 0 0,0-1 0 0,0 0 0 16,0 1 0-16,0-1 128 0,0-1-128 0,0 1 0 16,1 1 0-16,-1-2 0 0,0 0 0 0,1 3 0 15,0 0 0-15,0-1 0 0,1 3 0 0,-2-2 0 16,1 1 0-16,0 1 0 0,-1 1 0 0,1 1 0 16,0-2 0-16,-1 2 0 0,0 1 0 0,1-1 0 15,0 0 0-15,-1 1 0 0,1-1 0 0,-1 1 0 16,0-1 0-16,0 0 0 0,0-1 0 0,-1 1 0 0,1 0 0 0,-1-1 0 15,0 1 0-15,0-2 0 0,0 2 0 16,0-2 128-16,-1 1-128 0,1 0 0 0,-1-1 192 0,0 0-48 16,0 0-16-1,1 0 0-15,-1 0 16 0,0 0 0 0,1-2 0 0,0 0 0 0,1 0 16 0,0-1 0 16,1 0 0-16,-1 1 0 0,0-2-160 0,1 1 0 16,0 0 0-16,0 0 0 15,1 0 0-15,-2 0 0 0,2 3 0 0,0-3 0 16,0 3 0-16,-1-2 0 0,1 2 0 0,-1 0 0 0,1 0 0 0,-1 2 0 0,1-2 0 15,-1 1 0 1,0 1 0-16,0 0 0 0,0 1 0 0,-1-2 0 0,0 2 0 16,-1 0 0-16,0-1 0 0,1 1 0 0,-2-1 0 0,1-2 0 0,1 1 0 0,-1 0 0 31,0-1 0-31,0 1 0 0,0-1 0 0,1 0 128 16,-1-1-128-16,0 1 0 0,1-1 0 0,0 0 0 15,0 1 0-15,0 0 0 0,0 0 0 0,1 0-14208 16</inkml:trace>
  <inkml:trace contextRef="#ctx0" brushRef="#br2" timeOffset="141464.87">6876 8568 4607 0,'-2'0'400'0,"0"-2"-400"16,2 0 0-16,-1 2 0 0,1-1 832 0,-1 1 96 15,-1 0 16-15,0-3 0 0,-2 1 64 0,0 2 16 16,1-2 0-16,-1 2 0 0,1 0-384 0,0 0-64 16,0 0 0-16,2 0-16 0,0 1-112 0,0-1-32 15,1 1 0-15,-1-1 0 0,2 0 96 0,-1-1 32 16,1 0 0-16,1-1 0 0,-1 0 144 0,2 1 16 16,0-3 16-16,0 1 0 0,0 1-208 0,-1-2-32 15,2 1-16-15,0 0 0 0,-1 2-128 0,1 0-16 0,-1-1-16 0,1 2 0 16,-2 0-112-16,1 2-32 15,-2 0 0-15,0 0 0 16,-1 1-160-16,0 2 128 0,-1-1-128 0,-2 4 128 0,1-4-128 0,0 4 0 0,-1-2 144 0,-1-1-144 16,0 0 128-16,2 2-128 15,-2-2 128-15,1-3-128 0,0 1 0 0,1 0 128 0,-1-1-128 0,0 0 0 16,1-2 128-16,0 0-128 0,1-2 160 0,-1 1-160 16,0-1 304-16,0-1-48 0,0-1 0 0,0-1 0 15,0 0-32-15,1 1-16 0,1-1 0 0,-1 0 0 16,0 1-80-16,1-2-128 0,0 2 176 0,1-3-176 15,0 2 256-15,-1-2-48 0,3 2-16 0,0 1 0 16,2-1 128-16,-2 0 0 0,1 3 16 0,0-1 0 0,0 3-208 0,1 0-128 16,0 0 160-16,-1 1-160 0,1 2 0 0,-2 0 0 15,0 2 0-15,-1-2 0 0,0 1 0 0,0 1 0 16,-1 0 0-16,0-1 0 0,-1 1 0 0,-1-2 0 16,0 1 0-16,-1-1 0 0,0 2 0 0,0-2 0 15,-1 0 0-15,-1 0 0 0,1-1 0 0,0 1 0 16,-1-2 0-16,0 0 0 15,0-1 0-15,0 0 0 0,0-1 0 0,0 0 0 0,2-2 0 0,-2 1 0 16,1-1 0-16,0-1 0 0,1-1 0 0,0 0 0 16,1 1 0-16,-1-1 144 15,0-1-144-15,1 0 0 0,1 1 0 0,0 1 0 0,0-1 0 0,1 0 0 0,0 3 0 0,1-1 0 16,-1 1 0-16,0 0 0 0,1 1 0 0,0 1 0 31,0 0 0-31,0 1 0 0,0 1 0 0,-1 0 0 0,1 2 0 0,-1-1 0 0,0 3 0 0,-1 0 0 16,0-1 0-16,0 1 0 0,0 0 0 0,-2 1 0 15,1-4 0-15,-1 2 0 0,0-1 0 0,-1-2 0 32,1 1 0-32,0-1 0 0,-1 0 0 0,0-2 0 0,1 1 0 0,0-1 0 0,0-1 144 0,0-1-144 15,0-1 0-15,0-1 128 0,1-1-128 0,1 0 0 16,0-1 336-16,-1 0 0 0,1 0 0 0,1-2 0 16,-1 2-144-16,1 0-48 0,1 2 0 0,-1-3 0 15,1 3-144-15,-1-1 0 0,2 1 0 0,0 0 0 0,0 0 0 0,1 1 0 16,-1 1 0-16,0 1 0 15,0 1 192-15,0 0-64 0,-1 3 0 0,0-1 0 0,0 1 64 0,0 1 0 16,0 1 0-16,-1 1 0 16,-1-3-192-16,0 2 192 0,0 0-192 0,-2 0 192 15,1 0-192-15,-2-1 128 16,0 2-128-16,1-2 128 0,-3 0-128 0,0 1 0 16,1 0 144-16,-2-3-144 0,1 3 128 0,-2-2-128 15,2-1 160-15,-2-1-160 0,2 0 208 0,0-1-48 16,0 0-16-16,0 0 0 0,1-1 0 0,0 0 0 15,1-1 0-15,1-1 0 0,0-1-144 0,1 1 160 0,0-1-160 0,2 1 160 16,1-2-160-16,2 1 0 0,2 1 0 0,2-2 0 16,2 1 0-16,3-1-192 0</inkml:trace>
  <inkml:trace contextRef="#ctx0" brushRef="#br2" timeOffset="150367.07">9021 6275 4095 0,'-1'3'0'0,"0"-3"0"16,1 2 0-16,0-2 0 0,-1 0 448 0,1 0 192 15,-1 0 32-15,-1 2 32 0,1-2 640 0,-1 2 128 0,0-2 16 0,0 0 32 16,0-2 320-16,1 1 64 0,-1 0 16 0,1-1 0 16,0-1-224-16,1 1-48 0,-1-1-16 0,1 1 16 15,-1 0-544-15,2-1-96 0,0 1-32 0,0-1 16 16,1 1-576-16,1-2-112 0,1 1-32 0,0 0 16 16,2-1-288-16,0-1 0 15,2 1 0-15,-1 1 0 0,3-2 0 0,-2 1 160 0,0 1-32 0,-1 1 16 16,-1 2 96-16,0 0 16 0,-2 1 0 0,1 0 0 15,-1 4-256-15,-1 0 0 0,-2 0 0 0,-1 4-128 16,0-2 128-16,-2 0-192 0,-2 5 192 0,-2 2-176 0,-2 0 176 0,-2 1 0 16,2-3-144-16,-1-1 144 0,1 1 0 0,-2-2 0 15,0 2 0-15,1-5 0 16,1 0 0-16,-1-2 0 0,3-1 0 0,0-3 0 16,2-1 0-16,-1-3 0 0,2-2 0 0,0-2 0 0,2-2 448 0,0-2-32 15,1 0 0-15,0-1 0 16,1 0-112-16,0-2-32 0,2 0 0 0,1 1 0 0,1-2-272 15,-1 3 160-15,2-2-160 0,0 3 128 16,2 0-128-16,-2 4 192 0,2 0-192 0,-2 3 192 0,0 1 64 16,-2 5 32-16,1-1 0 0,-2 5 0 15,-1 2-80-15,-2 1-16 0,0 1 0 0,0 1 0 0,-2 0-192 0,-1 0 0 16,-1 3 0-16,0-2 0 0,1-3 0 0,-2 1 0 16,-1 1 0-16,-1-1 0 0,1 0 0 0,-2-4 0 15,4 2 0-15,-2-4 0 0,1-1 0 16,1-1 0-16,-1-1 128 0,1-2-128 15,2-1 0-15,-1-1 0 0,1-1 0 0,1-4 0 0,0 2 0 0,0-2 0 16,1-1 128-16,1 0-128 0,1-1 0 0,0 0 0 0,0 1 0 0,1 0 0 0,-1 1 0 16,2 1 0-16,0 0 0 0,-2 3 0 0,2 1 0 0,-1 0 0 15,0 1 0-15,0 4 0 0,-1 1 0 0,0 2 0 16,1 0 0-16,-2 2 0 0,0-2 0 0,0 4 0 16,-1 0-128-16,-1-2 128 0,0 1 0 0,-1-2 0 31,-1 2 0-31,0-3 0 0,0 2 0 0,0-3 0 15,-2 1 0-15,3-2 0 0,-1-1 0 0,-1 0 0 16,1 0 0-16,0-2 0 0,-1 1 0 0,0-2 0 16,0-1 0-16,2 0 0 0,0 0 128 0,0-3-128 15,0 0 0-15,2-2 0 0,0 2 144 0,0-2-144 0,2 2 128 0,-1-1-128 16,2 0 128-16,-1 2-128 0,1-1 0 0,0 0 128 16,0 3-128-16,1-2 0 0,-2 1 0 0,1 1 0 15,0 1 0-15,-2-1 0 0,2 2 0 16,-3 0 0-16,1 0 0 0,0 0 0 0,-1 0 0 0,0 0 0 15,0 2 0-15,0-2 0 0,-1 1 0 0,1 1 0 16,-1-2 0-16,1 0 0 0,0 2 0 0,-1-2 0 16,0 3 0-16,0-3 128 0,1 2-128 0,-1-1 0 15,1 0 0-15,1 1 0 0,-1-1 0 0,2 3-15616 16</inkml:trace>
  <inkml:trace contextRef="#ctx0" brushRef="#br2" timeOffset="156682.68">10975 4658 2751 0,'-1'-5'256'0,"1"1"-256"0,0 1 0 0,0 1 0 0,1 0 992 0,-1-1 160 31,1 1 16-31,0-1 16 0,1-1 304 0,1-4 64 16,-1-1 16-16,2 0 0 0,1-1-560 0,-1 0-112 15,0 2-32-15,0 2 0 0,-1 2-160 0,0-1-16 16,1 2-16-16,-1 1 0 0,-1 1-48 0,1 1-16 16,0 1 0-16,-1 2 0 0,0 2-208 0,0 1-32 15,-1 4-16-15,0-2 0 0,0 3-352 0,-1 0 144 16,0 1-144-16,-1 0 0 0,0-1 0 0,-1 0 0 16,0-4 0-16,0 0 0 0,-2 0 0 0,1-2 0 0,0-1 0 0,-1-1 0 15,0-1 192-15,1-2-64 0,-1 0 0 0,0-2-128 16,0 2 352-16,2-3-32 0,-1-1-16 0,0-1 0 15,1-2 0-15,0 0 0 0,2 1 0 0,-1-2 0 16,1 1-176-16,0-3-128 0,1 3 192 0,-1 0-192 16,2-3 128-16,0 3-128 0,1 0 0 0,0 0 0 15,1 0 304-15,2 0 0 0,-1 0 0 0,1-1 0 16,0 4 16-16,-1 0 0 0,1 1 0 0,-1 2 0 16,1 1-128-16,-2 3 0 0,1 2-16 0,-1-1 0 0,0 6-32 15,-2-2 0-15,0 3 0 0,-1-2 0 0,0 2-144 0,-2 0 0 16,-1-1 0-16,-1 1 128 0,1-2-128 0,-2 0 0 15,0-1 0-15,-1-1 0 0,0-2 0 0,0 0 0 16,-1-1 0-16,-1-3 0 0,2 3 128 0,-1-4-128 16,1 0 128-16,-1-2-128 0,2-1 144 0,-1-1-144 15,1 0 160-15,1-2-160 0,0 2 128 0,0-1-128 16,1-1 0-16,1 0 144 0,0-1-144 0,0 0 0 16,3 0 144-16,0-1-144 0,1 2 0 0,1 0 0 0,-1 2 0 15,2-1 0-15,-1 1 0 0,1 1 0 0,1 2 0 0,-2 0 0 16,1 1 0-16,0 0 0 0,-1 1 0 15,1 2 0-15,-1 0 0 0,-1 4 0 0,1-2 0 0,-1 4 0 16,-1 1 0-16,-1-1 0 0,-1 1 0 0,-1 1 0 16,-1-1 0-16,-1 2 0 0,0-3 0 0,0 1 0 15,-2-3 0-15,0 0 0 0,0-1 0 0,-1 0 0 16,1-3 0-16,0 1 0 0,0-2 0 0,1-2 128 16,-1 0 16-16,1-2 16 0,2 2 0 0,0-4 0 15,0-1 128-15,0 0 32 0,0 0 0 0,2-2 0 16,-1 0-144-16,2-3-32 0,1 1 0 0,1-3 0 15,0 0-144-15,0 2 128 0,1 1-128 0,1-2 128 0,-1 1-128 0,2 0 0 16,-1 1 0-16,0 0 128 0,0 3-128 16,-1 2 0-16,0-1 0 0,1 1 0 0,-2 3 0 0,0-1 0 15,1 2 0-15,-1 2 0 0,0 1 0 0,-1 2 0 16,0 1 0-16,0 2 0 0,0 1 0 0,-2-2 0 16,1 4 0-16,-2 0 0 0,1-2 0 0,-2 1 0 15,1-1 0-15,-2 1 0 0,0-5 0 0,1 2 0 16,0-3 0-16,-1-1 0 0,0 1 0 0,0-4 0 15,1 1 0-15,-1-1 0 0,0 0 0 0,1-1 128 16,0-1-128-16,0-3 0 0,2 1 144 0,-1-1-144 16,0 0 160-16,0 1-160 0,1-2 192 0,0 2-64 0,0-3-128 0,1 2 192 15,0-2-192-15,0 1 0 0,1-2 0 16,0 3 0-16,0-3 0 0,0 4 0 0,1-3 0 0,-1 2 0 16,0 1 0-16,0 2 0 0,-1 1 0 0,1 1 0 15,0 1 0-15,-1 3 0 0,0-2 0 0,0 3 0 16,-1 2 0-16,0 0 0 0,0 2 0 0,-1 0 0 15,0 0 0-15,-1-1 0 0,1 1 0 0,-1-1 0 16,0-3 0-16,0 2-128 0,1-2 128 0,-2-1 0 16,1 1 0-16,-1-1 0 0,0-1 0 0,1 0 0 15,-2-1 0-15,0-1 0 0,0 1 0 0,1-2 0 16,-1 0 0-16,0-3 0 0,1 1 0 0,-1 0 0 16,2-1 128-16,-1 1-128 0,1-3 0 0,2 0 0 15,-1 1 0-15,1-3 0 0,1 2 0 0,0-2 0 0,0 2 0 0,0 0 0 16,1 0 0-16,-1 3 0 0,1-3 0 0,0 3 0 15,0-1 0-15,1 0 0 0,0 2 0 0,0-1 0 16,0 1 0-16,-1 1 0 0,2 0 0 0,-1 1 0 16,1 2 0-16,-2-2 0 0,1 4 0 0,0-3 0 15,-1 1 0-15,0 1 0 0,-1-2 0 0,0 2 0 16,0 0 0-16,-1-2 0 0,0 1 0 0,-1 1 0 0,0-1 0 0,0-1 0 16,-1-2 0-16,-1 2 0 15,0-1 0-15,0 0 0 0,0 2 0 0,-1-3 0 0,-1 3 0 0,1-3 0 16,-2 0 0-16,1 0 0 15,0 0 0-15,1 0 0 0,1 0 0 0,1-2 0 16,0 1 0-16,0-2 0 16,1 1 0-16,0 0 0 0,0 2 0 0,1-4 0 0,1 3 0 0,0-1 0 0,0-3 0 0,1 3 0 15,0-2 0 1,0 1 0-16,-1 0 0 0,1 1 0 0,1-2 0 0,-1 1 0 16,1 0 0-16,-2 1 0 0,1 0 0 0,0 0 0 0,0 1 0 0,0-1 0 15,0 2 0-15,-1 0 0 0,0 0 0 0,0 0 0 16,0 2-272-16,0-1 0 0,0 2 0 0,1 3-13984 15</inkml:trace>
  <inkml:trace contextRef="#ctx0" brushRef="#br2" timeOffset="158815.47">13275 4698 9215 0,'-4'0'816'0,"2"-2"-656"15,0 2-160-15,1 0 0 0,1 0 976 0,-2 0 176 16,-1 0 16-16,-2-1 16 16,-2 0-80-16,1-2-16 0,-1-1 0 0,2 1 0 0,2 1 208 0,0-2 48 15,1 1 0-15,1 0 0 0,2-1-64 0,0 1 0 16,2-2 0-16,-1 1 0 16,1-1-464-16,1 0-112 0,1 1 0 0,0-1-16 0,1 0-224 0,-1 1-32 15,1 1-16-15,0-2 0 0,-3 4-144 0,2 0-16 0,-1 1-16 0,-2 0 0 16,1 2-240-16,-1 0 0 15,0 3 128-15,-1 2-128 0,-1 1 0 0,-1 1 0 16,-1 1 0-16,-1 1 0 16,-1 1 0-16,-1-1 0 0,0 0 0 0,-1-2 0 0,0 0 0 0,1-3 0 15,-1 0 0-15,1-1 0 0,1-2 0 0,0-1 0 0,-1 0 0 0,1-2 0 16,0 2 0-16,0-4 0 16,1 0 0-16,1-2 0 0,1-1 192 0,0 0-16 0,1-3 0 0,0 0 0 15,0 0 128-15,1-2 16 0,1-1 16 16,-1 1 0-16,1-2-336 0,-1 3 0 0,1-1 0 0,4-6 128 15,-2 8-128-15,-1 0 0 0,1 2 0 0,1 0 0 16,-2 1 0-16,1 4 0 0,-1-1 0 0,1 2 0 0,-3 0 0 16,2 5 0-16,-2-2 0 15,1 3 0-15,-1 2 128 0,-1 3-128 0,0-1 128 0,-1 4-128 0,-1 0 0 16,-1 1 0-16,1-3 0 16,-1 0 0-16,-1-1 0 15,1-2 0-15,0-1-128 0,0-1 128 0,0-2 0 16,0-1 0-16,0-2 0 0,1 1 0 0,-1-3 0 15,0 0 0-15,0 0 0 0,0-2 0 0,1-1 0 0,1 1 0 16,0-5 0-16,0 0 0 0,1-1 0 0,1-1 128 0,-1-2-128 16,2 2 0-16,0-2 0 0,-1-1 0 0,1 1 128 15,1 1-128-15,1 1 0 0,-1-1 0 0,0 1 0 16,2 2 0-16,0-1 0 0,-2 4 0 0,0 1 0 16,0-1 0-16,0 3 0 0,-2 1 0 0,2 0 0 15,-2 1 0-15,1 3 0 0,-1 1 0 0,-1-1 128 16,0 4-128-16,-1 1 0 0,0-1 0 0,-1 3 0 15,0 0 0-15,1 0 0 0,-2-2 0 0,0 0 0 16,1 1 0-16,-2-3 0 0,2-1 0 0,-1-2 128 0,1 0-128 16,0-1 0-16,-1-2 0 0,2-1 0 0,0 0 0 0,0-1 0 15,0-1 0-15,1-1 128 0,-1 0 32 0,0-1 16 16,0-1 0-16,0 0 0 0,1 1 16 0,-1-4 16 16,1 2 0-16,-1-1 0 0,1 0-208 0,0-1 0 15,0 3 128-15,0-2-128 0,1 0 0 0,-1-1 0 16,2 2 0-16,-1 0 0 0,1 1 0 0,0 1 0 15,1 2 0-15,-1 0 0 0,1 2 0 0,-1 0 0 16,1 2 0-16,-2 3 0 0,2 0 0 0,-2 2 0 16,1 2 0-16,-2 1 0 0,0-10 0 0,0 0 0 0,-1 42 0 0,-2-27 0 15,1-1-128-15,0-2 128 0,-1-2 0 16,0-1 0-16,1-2 0 0,-1-2 0 0,1-3 0 0,-1 0 0 16,1 1 0-16,-1-3 0 0,0 2 0 0,2-4 0 15,-1 0 0-15,1-1 0 16,1-2 0-16,-1 0 0 0,2-1 0 0,-1-4 0 0,2 1 0 15,-1-1 0-15,0 1 0 0,1-2 0 0,1 0 0 16,-1-1 0-16,1 0 0 0,-1 3 0 0,0 0 0 0,1-1 0 16,0 0 0-16,1 1 0 0,-1 0 0 0,2 2 0 15,-1 2 0-15,-1 2 0 0,0 1 0 0,0 3 0 0,-1 3 0 0,0-2 0 16,0 5 0-16,-2 1 0 16,0 3 0-16,0-11 0 0,0 26 0 0,-2-12 0 0,0 3 0 0,0-3 0 15,-1 1 0-15,0-4 0 0,1-1 0 0,-1-1 0 16,0-4 0-16,0 0 0 0,1-1 0 0,-1-3 0 15,0 1 0-15,0-2 0 0,1 0 320 0,-1-2-48 16,1-1 0-16,0 1 0 0,0-3 0 0,1-2 0 16,0 0 0-16,1 0 0 0,0-3-272 0,0-1 128 15,1 1-128-15,0 1 0 0,0-1 128 0,1 0-128 0,-1 1 0 16,1-3 0-16,0 1 0 0,1 1 0 16,0-1 0-16,0 3 0 0,0 1 0 0,0 0 0 0,1 4 0 0,-1 1 0 15,-1 0 0-15,0 4 0 0,1 0 0 0,-2 1 0 16,0 4 0-16,0 0 0 0,-1 1 0 0,-1 3 0 15,0-1 0-15,-1 1 0 0,-1 2 0 0,1-2 0 16,-1-1 0-16,-1 1 0 16,1-1 0-16,0-5 0 0,-2 2 0 0,1-3 0 0,0 1 0 0,-1-2 0 15,0 0 160-15,0-2-160 0,0 1 128 0,1-2-128 16,-1 0 272-16,0-2-16 0,1 1-16 0,0-2 0 16,1 0-240-16,0 0 128 0,1-1-128 0,0-1 0 0,0 0 0 15,0-1 128-15,1 0-128 0,1 2 0 16,0-4 0-16,1 2 0 0,2-2 128 0,-1 2-128 0,1 0 0 0,1 2 0 15,0-1 0-15,0 1 0 0,0 1 0 0,-1 2 0 16,1 0 0-16,-1-2 0 0,0 3 0 0,1 0 0 16,-1-2 0-16,-1 2 0 0,1 2 0 0,-1-2 0 15,0 1 0-15,0 1 0 0,-1 0 0 0,0 0 0 16,0 1 0-16,-1 0 0 0,0 1 0 0,-1 0 0 16,-1-1 0-16,-1 2 0 0,0-3 0 0,-2 3 0 0,0-2 0 15,0 1 0 1,0 3 0-16,-1-2 0 0,2-1 0 0,-2 1 0 0,2 0 0 0,0 2 0 0,1-2 0 0,0 2-17600 15</inkml:trace>
  <inkml:trace contextRef="#ctx0" brushRef="#br2" timeOffset="184095.26">6865 8504 3679 0,'-1'0'320'0,"0"1"-320"0,0 0 0 0,1-1 0 16,-1 2 768-16,0-2 64 0,-1 3 32 0,-1 0 0 15,-1 1 96-15,0 1 0 0,1-2 16 0,0 1 0 16,1-3 48-16,1 0 0 0,-1 1 0 0,1-2 0 16,1 0-64-16,0 0-16 0,0 0 0 0,0-2 0 15,0 2-128-15,1 0-32 0,0-2 0 0,-1 0 0 16,1 2-208-16,1-3-32 0,-1 1-16 0,0-1 0 16,1 1-80-16,0 0-32 0,0-1 0 0,1-1 0 15,1 1-64-15,-1 1-16 0,2-3 0 0,-1 0 0 16,2 1 32-16,-1-1 0 0,0 0 0 0,1-2 0 0,0 0-176 0,1 0-16 15,-1-2-16-15,1 1 0 0,-1 1 32 0,1 0 0 16,-1 0 0-16,1-2 0 0,0 1 0 0,1 1 0 16,-2 0 0-16,0 0 0 0,1 0-64 0,0-1-128 15,1 0 192-15,-2 0-64 0,2 1 16 0,0 0 0 16,1-2 0-16,-1 1 0 0,-1 1 16 0,2-2 0 16,0 0 0-16,0-1 0 0,1 0-160 0,1 0 192 15,0-1-192-15,1 0 192 0,0 1-192 0,0-1 0 0,1 0 0 0,-1 1 0 16,1 1 0-16,0-2 0 0,-1 1 0 0,1-2 0 15,-1 2 0-15,0-2 0 0,1 1 0 0,-1-3 0 16,0 2 0-16,-1 0 0 0,0-3 0 0,1 2 128 16,-1 0-128-16,0-1 192 0,0 2-192 0,0 0 192 15,-1 3 0-15,0-3 16 0,3 3 0 0,-1-3 0 16,-1 0 800-16,1 0 144 0,1-2 48 0,0 1 0 16,0 0-1760-1,2 0-336-15,0-2-80 0,1 1-16 0,1 0 800 0,-1 1 192 0,2-1 0 0,1 0 0 16,-1-1 0-16,1 1 0 0,-2 0 0 0,0 0 0 15,1-2 0-15,-2 1 0 0,1-2 0 0,-1 1 0 0,0-1 0 16,-2 0 0-16,2 0 0 0,0-1 0 0,0 1 0 16,-1 1 0-16,0-1 0 0,2 0 0 15,1-1 0-15,0 1 0 0,1-2 0 0,1 1 0 0,1 0 0 0,-1 2 0 16,0-1 0-16,0 1 0 0,0-1 0 0,-1 1 0 16,-1-3 0-16,0 2 0 0,0 1 0 0,-2-1 0 15,1 0 0-15,-1 1 0 0,-1-1 0 16,1 0 0-16,0 1 0 0,0-1 0 0,0 0 0 0,-1 1 0 15,2 2 0-15,1-3 0 0,-1 0 0 0,2 0 0 16,0 0 0-16,1 0 0 0,-1 1 176 0,0-1-176 16,-1-1 160-16,1 2-160 0,-2-2 160 0,2 0-160 0,-1 2 160 0,-2-1-160 15,0-1 144-15,-1 3-144 0,1-1 128 16,-1 1-128-16,3-3 192 0,0 2-64 0,-1-1 0 0,1 2 0 16,0-1 16-16,-1 1 0 0,2 1 0 0,-1-3 0 15,1 3-144-15,-1 0 0 0,0-1 0 0,-1 1 0 16,-1-1 0-16,-1 2 128 0,-1-3-128 0,0-1 0 15,0 2 0-15,-1-1 128 0,0-1-128 0,-1 1 0 16,1 1 0-16,-3 1 0 0,-1 2 0 16,1-2 0-16,-1 0 0 0,-1 2 128 0,1 0-128 0,-2 0 0 0,1 3 160 15,0-3-160-15,-1 1 192 0,1 1-192 16,-1 0 288-16,1 1-48 0,-1-1-16 0,1-1 0 0,1 1-16 0,-2 0 0 16,1 1 0-16,0-3 0 15,0 3-208-15,1-1 144 0,1 1-144 0,-2 0 128 0,0 1-128 0,0 1 0 16,-2 2 0-16,2 1 0 0,-3-1 0 0,1 2 0 15,-1 1 0-15,-3 2 0 16,0 0 0-16,-1 2 0 0,-2 3 0 0,-1 2 0 31,-1 1-720-31,-2 3-32 0</inkml:trace>
  <inkml:trace contextRef="#ctx0" brushRef="#br2" timeOffset="186992.01">9006 6297 1839 0,'0'-1'160'0,"0"1"-160"0,1-2 0 0,-1 2 0 16,0 0 784-16,1 0 128 0,0-2 32 0,0 0 0 16,1-1-16-16,0 0 0 0,-1 0 0 0,1 0 0 15,0 0-80-15,0 1-16 0,0-1 0 0,-1 1 0 16,1 2-96-16,-1-2-32 0,0 0 0 0,0 1 0 15,0 1-48-15,1-2-16 0,-1 2 0 0,0-2 0 16,1 1-208-16,0 1-48 16,-1-2-16-16,2 2 0 0,-1-1-48 0,1 0 0 0,-1-1 0 0,0 2 0 15,-1-2 80-15,2 1 16 0,0 1 0 0,0-3 0 0,0 3-48 0,0-2-16 16,0 0 0-16,0 2 0 0,0-2-64 0,-1-1-16 16,1 1 0-16,1-1 0 15,1 1-272-15,-2-2 160 0,2 1-160 0,0 0 128 0,0-1-128 0,2 0 0 16,-1-1 0-16,1 0 0 15,-1 0 0-15,2 0 0 0,-1-2 0 0,-1 1 0 0,1 0 0 0,-1-1 0 16,2 2 0-16,-2 0 0 0,1-1 0 0,0 0 0 16,1 2 0-16,-2-3 0 0,2 2 0 0,-3-1 0 15,2 2 0-15,-2-2 128 0,2 1-128 0,-1 0 0 0,2 1 144 16,-2-2-144-16,2 0 176 0,2-2-48 0,-2 2 0 0,1-2 0 16,0 3-128-16,-1-2 0 0,-1 1 0 0,0 0 128 15,0 0-128-15,1 0 0 0,-1-2 144 0,2 1-144 16,0-1 128-16,-2 1-128 0,2-1 128 0,-2 2-128 15,1-2 144-15,1 1-144 0,0 0 192 0,-1 0-192 16,1 0 272-16,0 0-48 0,-1 1-16 0,2 0 0 16,-1 0 48-16,-1 0 0 0,2-1 0 0,1-2 0 15,-1 2-256-15,1-1 176 0,0-1-176 0,0 0 160 16,0-1-160-16,1-2 0 16,0 0 0-16,0 2 0 0,0-1 0 0,-2-1 0 0,0 3 176 0,-1-1-176 0,1-2 192 0,1 2-64 15,0-1-128-15,0 1 192 0,-1-1-64 0,0 1 0 31,1 0-128-31,0-2 192 0,0 1-192 0,0 1 0 0,-1 1 0 0,2-1 0 0,1-2 0 0,1 1 0 16,2-1 128-16,-1 2-128 0,0-1 0 0,0 1 176 16,1-3-176-16,1 0 160 15,0 1-160-15,1-2 160 0,0 0-160 0,0-1 160 0,1-2-160 0,-1 0 128 16,2 0-128-16,-1-1 128 0,0 2-128 0,-2-1 0 0,-1 1 0 16,0-1 128-16,1 3-128 0,0-3 0 0,3-1 144 0,-2 2-144 15,0 3 0-15,0-4 0 0,4 0 0 0,1-1 128 16,-2 1-128-16,1-2 144 0,-1 1-144 0,-1 0 160 15,0 2-32-15,-2 0 0 0,2-1 0 0,-2 0 0 16,1 1 48 0,-1 0 0-16,0-1 0 0,2 1 0 15,0-1 0-15,0 0 0 0,1 2 0 0,-1 1 0 16,1 0 96-16,-1 2 32 0,-1 0 0 0,1 0 0 16,1-2-304-16,0 2 160 0,0-2-160 0,-2 1 128 15,0 0-128-15,0 0 0 0,-2 1 0 0,-1 1 0 0,0 0 0 0,-2 1 0 16,-2 1 0-16,1 1 0 0,0-1 0 0,-1 2 160 15,0 0-160-15,-1 1 160 0,-1 2-32 0,-1-3-128 16,0 3 192-16,-1-3-64 0,-1 4-128 0,-1-2 0 16,0 1 144-16,-4 3-144 0,1-1 0 0,-3 2 0 15,0 0 0-15,-2 0 128 0,0 3-128 0,-4 2-160 16,0 1 160-16,1-1-14656 0</inkml:trace>
  <inkml:trace contextRef="#ctx0" brushRef="#br2" timeOffset="189397.06">11010 4544 2751 0,'2'-2'256'0,"-1"2"-256"0,0-2 0 0,-1 2 0 16,0 0 480-16,1 0 48 0,-1 0 16 0,1-2 0 16,0 1 672-16,1-1 128 0,-1-1 16 0,-1 1 16 15,0 2 224-15,0-1 64 0,0 0 0 0,1 1 0 16,-1 0-576-16,1 0-96 0,1 0-32 0,0 0 0 0,1 1-496 0,0 0-96 16,-1-1-32-16,3 2 0 0,-1-1 0 0,0 1 0 15,2-2 0-15,0 2 0 0,1-1 0 0,-1 1 0 16,3-2 0-16,-1 0 0 0,0 2 32 0,0-2 0 15,0 0 0-15,1 0 0 0,-1 0-64 0,0 0-16 16,2 0 0-16,-2-2 0 0,0 2-48 0,0 0-16 16,0-2 0-16,0 1 0 0,0 1 224 0,-1-2 32 15,2 2 16-15,-1-3 0 0,0 3-48 0,1-2 0 16,1 1 0-16,-2 0 0 0,0 1-160 0,1-2-32 0,1 1-16 16,0-1 0-16,3 0-112 0,0 1 0 0,0-1-128 15,0 0 192-15,-3 0-192 0,1 0 176 0,1 1-176 0,0-1 160 16,-1-1-160-16,0 1 192 0,-2 0-192 0,0 0 192 15,1 1 0-15,-1-1 0 0,0-1 0 0,1 1 0 16,-2 2 64-16,0-1 32 0,1 0 0 0,-2 1 0 16,0 0-96-16,0 0-32 0,0 0 0 0,1 0 0 15,0 0-160-15,0 1 0 0,0 0 0 0,-1-1 0 16,2 2 0-16,-1-1 0 0,-1 1 0 0,2-2 0 16,-1 2 0-16,0-2 128 0,0 1-128 0,0-1 0 15,1 0 0-15,0 0 0 0,0-1 128 0,0 1-128 16,1-2 0-16,-1 0 0 0,2 1 0 0,-1-1 0 0,0 1 0 0,0 0 0 15,1-1 144-15,0 0-144 0,0 1 128 0,-1-1-128 16,1 2 128-16,-1-1-128 0,-1 1 192 16,-2-2-48-16,1 2 0 0,-1 0 0 0,2 0-16 0,0 0-128 15,1 0 192-15,-1 0-64 0,1 0-128 0,-1 0 0 16,-1 2 144-16,1-2-144 0,0 1 0 16,0 1 0-16,-1-2 0 0,2 0 0 0,-2 0 0 0,1 1 144 15,1-1-144-15,-1 0 0 0,-1 0 208 0,1-1-64 16,0 1-16-16,0 0 0 0,0-2 48 0,1 2 0 15,-1 0 0-15,-1 0 0 0,2 0-176 0,-1 0 160 16,0 2-160-16,-1-2 160 16,-2 0-160-16,1 1 0 0,2 1 0 0,1 0 0 0,1-1 0 0,0 0 0 0,0 1 0 0,0-2 0 15,0 1 0-15,-1 1 0 0,-1-2 0 0,1 0 0 16,2-2 0-16,-1 1 128 0,0-2-128 0,1 0 0 16,0 0 320-16,1 0 0 0,-2 0-16 0,0 0 0 15,1 0-48-15,0-1 0 0,-1 1 0 0,0 1 0 16,-3 0-128-16,1-1-128 0,1 3 192 0,0-3-192 15,-1 3 128-15,0-2-128 0,1 2 0 16,-2 0 0-16,0 2 128 0,1-1-128 0,0 1 0 0,-1 0 0 16,1 1 0-16,-1-1 0 0,-1 3 0 0,1-3 0 0,0 3 0 0,0-3 0 15,1 3 0-15,0-2 0 0,-1 0 0 16,1-2 0-16,0 2 0 0,1-1 0 0,1 1 0 16,1-1 0-16,0 0 0 0,0-2 0 0,0 2 0 0,0-2 0 15,0 0 0-15,-1 0 0 0,-2 0 0 0,1 0 0 16,1 0 0-16,1 0 0 15,-2 0 128-15,1 0-128 0,-1 0 0 0,0 0 0 0,0 1 160 0,0 1-160 16,-2 0 128-16,1-1-128 0,1 1 128 0,-3 0-128 16,-1 0 128-16,0-2-128 0,2 2 0 0,0 1 128 15,1-1-128-15,1-1 0 0,2 1 0 0,0-1 0 0,0 0 128 16,-1-1-128-16,0 0 0 0,1 0 0 16,1 0 144-16,0 0-144 0,0 0 0 0,-1-1 128 0,2 1-128 0,-2-1 0 15,-1 1 0-15,0 0 0 0,1 0 0 0,0 0 0 16,0-2 0-16,0 2 0 0,1 0 0 0,-1 2 128 15,0-2-128-15,-1 1 0 0,-1 0 0 16,1-1 128-16,-1 2-128 0,1 1 0 16,-1-3 0-16,0 2 0 0,1 1 0 0,0-3 0 0,-2 2 0 0,0-1 128 15,0 0-128-15,1 1 0 0,0-2 0 0,-1 1 0 0,-1 1 0 16,0-2 0-16,0 1 0 0,-2 1 0 0,1-2 0 0,-2 2 0 16,0-2 0-16,0 0 0 0,-1 1 0 0,0-1 0 15,0 1 0-15,-1-1 0 0,0 0 0 0,1 2 0 31,0-2 0-31,-2 0 0 0,0 0 0 0,1 1 0 0,0 1 0 0,0 0 0 0,-1-2 0 0,1 1 0 32,1 1 0-32,-1 0 0 0,0-2 0 0,0 2 0 0,1-1 0 0,-1 1 0 0,1-2 0 0,0 2 0 15,1-2-176-15,-2 0 176 32,0 3-800-32,1-3-64 0,0 2-16 0,-1-2-16288 0</inkml:trace>
  <inkml:trace contextRef="#ctx0" brushRef="#br2" timeOffset="190321.28">11011 4642 5519 0,'3'-3'496'0,"-2"1"-496"0,0 0 0 0,-1 1 0 16,1 1 608-16,-1-2 32 0,2 1 0 0,0-3 0 15,2-1-640-15,0-1 0 0,0-1 0 0,0 4 0 16,0-2-352-16,0 3 16 0,0-1 0 0,0 1 0 16,0 1 1120-16,-2 0 240 0,3 1 32 0,-1 1 16 15,-1 0 272-15,2 1 64 0,0 1 16 0,0 2 0 16,2-3-528-16,0 0-128 0,2 1 0 0,0 0-16 0,0 1-176 0,1-4-16 16,4 1-16-16,1-1 0 0,0 0 160 0,1-1 48 15,-1-1 0-15,1-1 0 0,-1 1-112 0,2-1 0 16,2-1-16-16,1 1 0 0,-2-2-176 0,2 2-48 15,1 2 0-15,1-4 0 0,1 2 240 0,1 0 32 16,-1 0 16-16,-2 0 0 0,0 1-80 0,0 0-16 16,2 1 0-16,0-1 0 0,0 2-80 0,1-2-32 15,-1 0 0-15,0 1 0 0,1-1-160 0,0 0-16 0,1 1-16 16,1-1 0-16,1 0-80 0,-1-2-16 0,-5 3 0 0,0-2 0 16,0-1 96-16,1 2 16 0,0-3 0 0,-2 2 0 15,-3 1-48-15,0 0 0 0,3-3 0 0,1 2 0 16,0 1-32-16,-3 0-16 0,1 2 0 0,-3 0 0 15,0 1-80-15,-2-1 0 0,0 1-128 0,-3 1 192 16,0-1-192-16,1 1 144 0,1 0-144 0,0-1 128 16,0 1-128-16,0-1 0 0,0 0 0 0,0 1 0 15,-2-2 0-15,1 1 0 0,1 1 0 0,-1-2 0 0,1 0 0 16,-1 0 0-16,-2 0 0 0,1 0 0 16,1 0 0-16,-1 0 128 0,1 2-128 0,-2-2 0 15,0 0 176-15,0 1-48 0,2-1-128 0,0 2 192 0,2-2-64 0,-1 0 0 16,1 0-128-16,1 0 192 0,-1 2-192 0,-1-2 0 15,3 0 0-15,0 0 0 0,-2 0 0 0,1-2 128 16,1 2-128-16,-2 0 0 16,2 0 0-16,-1 0 128 0,-1 0-128 0,-1 0 0 0,2 0 176 0,0 0-176 15,-2 0 192-15,3 0-192 0,1 0 176 0,0 0-176 16,-1 0 160-16,2 0-160 0,0 0 128 0,-1 0-128 0,1 0 0 16,1 0 0-16,3 0 0 0,0-3 0 0,0 3 0 0,-2-2 0 15,1-1 0-15,-2 1 0 0,3 0 0 0,-1-1 0 16,0 1 0-16,1-3 0 0,-2 5 0 0,-2-2 0 15,-3 2 0-15,-2 2 0 0,-3 0 0 0,-2 1-17712 32</inkml:trace>
  <inkml:trace contextRef="#ctx0" brushRef="#br2" timeOffset="196736.25">15199 4874 975 0,'1'0'0'0,"-1"-2"0"0,0-1 0 0,0 3 0 0,0-2 0 0,0 2 0 0,0 0 0 16,-1-2 0-16,1 1 0 0,0-1 0 0,-1 0 0 0,1-1 0 15,0 1 0-15,0 2 0 0,0-2 0 0,0 2 0 16,0 0 544-16,0 0 32 0,0 2 0 0,0-2 0 16,-1 0-256-16,0 2-32 0,1-2-16 0,-1 0 0 0,1 1-112 0,0-1-32 15,-1 0 0-15,1 0 0 16,0 0 32-16,0 0 0 0,1 0 0 0,-1-1 0 0,0 1 352 0,1-2 64 15,-1 0 0-15,0 1 16 0,1 1 448 0,-1-2 96 16,-1 1 16-16,1 0 0 16,-1-1 144-16,1-1 48 0,-1 1 0 0,1 1 0 0,0-1-64 0,0 1 0 15,-1 0 0-15,1-1 0 16,0 0-208-16,-1 1-48 0,1 1-16 0,0-2 0 0,0 2-304 0,0-2-64 16,-1 1-16-16,1 1 0 0,0-2-384 0,-1 2-80 0,0-1-16 0,0 0 0 31,0 1-16-31,-1-2 0 0,2 2 0 0,-3-1 0 0,1 1 64 0,-1 0 0 0,1 0 0 0,0 0 0 15,1 0 64-15,0 0 0 0,1 0 16 0,-1 1 0 16,1-1 64-16,0 2 16 0,1-2 0 0,0 1 0 31,-1 0-208-31,0-1-144 0,1 2 192 0,0 1-192 0,0-1 976 0,0-2 96 16,0 3 16-16,-1-1 0 0,0 0-1648 0,0 0-320 0,0 1-64 0,0 0-16 16,-1-1 960-16,-1 0 0 0,1 0 0 0,0-1 176 15,0 1-176-15,-2 0 160 16,0 1-160-16,1-3 160 0,0 0-160 0,1 2 128 0,-1-2-128 0,0-2 128 15,1 2 0-15,0-2-128 16,0 1 192-16,0-1-64 0,1-1 64 0,1 1 16 0,0-2 0 0,-1 1 0 0,2 0-208 16,-1-1 176-16,1 2-176 0,-1-3 160 0,1 2-160 0,0-1 0 15,1 1 0-15,0-1 0 0,-1 1 0 0,1 1 0 32,0-2 0-32,-1 1 0 0,1 3 0 0,-1-3 0 0,0 3 0 0,0 0 0 15,0 0 0-15,0 0 128 16,-1 1-128-16,-1 1 0 0,1 0 0 0,-1 1 0 0,0 0 0 0,-1 0 0 0,1 0 0 0,-1 0 0 15,1 0 0-15,-2 0 0 0,1 0 0 0,-1-1 0 16,0 1 0-16,0-1 0 0,-1 0 0 0,-1 0 0 16,-1 1 0-16,1 0 0 15,-1 0 0-15,0-2 0 0,-1 2 0 0,0-1 0 0,1-2 0 16,0 2 0-16,2-2 0 0,-1-2 0 16,2 2 0-16,0-3 0 0,1 1 0 0,1-2 0 0,0 1 0 0,1-2 0 0,1 1 0 15,0-1 0 1,2-1 0-16,-1 0 0 0,2 1 0 0,0 1 0 15,0-1 0-15,2 0 0 0,-2 3 0 0,1-1 0 16,-1-1 0-16,0 3 0 0,1-1 0 0,-2 2 0 16,1 0 0-16,-1 2 0 0,-1 1 0 0,-1 0 128 0,0 1-128 15,-2 3 0-15,0-2 0 0,0 0 0 0,-2 0 0 0,0 1 0 16,-1 2-144-16,0-2 144 0,-1 0 0 0,0-2 0 16,-1 1 0-16,0 2 0 0,0-4 0 0,2 1 0 15,-1-1 0-15,-1-1 0 0,3 0 0 0,-1-2 0 16,0 0 0-16,1 0 0 0,1-2 0 0,0 0 0 15,1 0 0-15,0-1 0 0,1 0 0 0,0-1 0 16,1-1 0-16,0 0 0 0,0-1 0 0,1 2 0 16,-1-2 0-16,1 1 0 0,0 0 0 0,0 1 0 15,0 1 0-15,2-2 0 0,-1 3 0 0,-1-2 0 16,1 3 0-16,0 1 0 0,0-2 0 0,-1 4 0 0,1-2 0 0,-1 3 0 16,0-1 0-16,-2 0 128 0,-1 3-128 0,0 1 0 15,0 0 0-15,-2 1 0 0,-1-2 0 16,-1 2 0-16,0 0 0 0,0-2 0 0,-2 2 0 15,0-2 0-15,0-1 0 0,1 1 0 16,0 0 0-16,0-1 0 0,1-1 0 0,1-1 0 0,1-1 0 16,0 1 0-16,0-2 128 0,1 0-128 0,1-2 0 15,0 1 0-15,0-1 0 0,0-1 0 0,2 1 0 0,-1 0 0 16,2-3 0-16,0 2 0 0,0-1 0 0,-1 0 0 16,2-1 0-16,-1 2 0 0,0 1 0 0,-1-3 0 15,1 2 0-15,-1 1 0 0,1 2 0 0,-2-1 0 16,1 1 0-16,-1 0 0 0,0 1 0 0,0 1 0 0,0 1 0 15,-2 2 0-15,1-1 0 0,-1 1 0 0,0 0 0 0,0-1 0 16,-2 4 0-16,1-4 0 0,-1 1 0 0,0 1 128 16,1-2-128-16,-2 1 0 0,1-1 0 0,0-1 0 15,1 1 0-15,-1-3 0 0,0 1 128 0,1-1-128 16,1-1 0-16,0-1 0 0,0-1 144 0,0 1-144 16,1-4 128-16,0 3-128 0,0-2 0 0,1 1 128 15,1-3-128-15,0 0 0 0,1-1 160 0,0 2-160 16,-1-2 192-16,0 1-192 0,0 0 240 0,0 2-64 15,0 1-16-15,0-2 0 0,0 3-16 0,-2 1 0 0,2 0 0 16,-1 2 0-16,0 0 16 0,0 2 0 16,0 4 0-16,0-2 0 0,-1-5-160 0,0 0 0 0,0 0 144 0,1 33-144 15,-1-33 0-15,0 0 0 0,0 24 0 0,-1-17 128 16,0 0-128-16,0-3 0 0,0 1 0 0,-1 0 0 16,1-3 0-16,0 0 0 0,-1 1 0 0,0-3 0 15,1 2 0-15,0-4 0 16,0 2 0-16,1-3 0 0,-1 1 0 0,1 0 0 0,0-3 0 0,1 2 128 15,-1-1-128-15,1-1 0 0,0-2 0 0,0 2 0 16,0-2 0-16,0 0 0 0,0 0 0 0,0 0 0 0,-1 1 0 16,1 0 0-16,-1 1 0 0,1 3 0 0,-1 0 0 0,1-1 0 15,0 3 0-15,0 3 0 16,0-1 0-16,-1 0 0 0,1 3 0 0,0 0 0 0,-1-1 0 0,1-1 0 16,-1 2 0-16,1-1 0 15,-1 2 0-15,0-1 0 0,0 1 0 0,0-3 0 0,0 0 0 0,0 0 0 16,0 0 0-16,-1-1 0 0,0-2 0 0,0 1 0 15,0 1 0-15,-1-2 0 0,1 0 0 0,-1-2 0 16,0 1 0-16,0-1 0 0,0 0 0 0,-1 1 0 16,1-1 0-16,0 0 0 0,0-1 0 0,-1-2 0 15,1 3 0-15,0-2 0 0,1 1 0 0,0-2 0 0,0 1 0 0,0 1 0 16,1-2 0-16,1 1 0 16,0 0 0-16,0 1 0 0,1 0 0 0,0 2 0 0,1 0 0 0,0-1 0 15,-1 2 0-15,1 0 0 0,1 0 0 0,-1 2 0 16,-1-1 0-16,1 2 0 0,0 0 0 0,-1-1 0 15,-1 1 0-15,1-1 0 0,-2 0 0 16,0 1 0-16,0-1 0 0,0 1 0 0,-2 0 0 0,1-1 0 16,-2 2 0-16,1-1 0 0,-1 0 0 0,1 0 0 15,0-2 0-15,-1 3 0 0,1-3 0 0,-2 1 0 0,3-2 0 16,-2 0 0-16,2 0 0 0,-1 0 0 0,2-3 0 0,-1 1 0 31,1-1 0-31,1 0 0 0,0 0 0 0,0 0 0 0,0-2 0 0,2-1 0 0,-2 1 0 0,1 1 0 16,0-1 0-16,0 1 0 0,0 1 0 0,-1 2 0 15,0-1 0-15,-1 0-128 0,0 2 128 0,0 2 0 16,0 0 0-16,0-1 0 16,0 0 0-16,0 1 0 0,0 1 0 0,1-2-16480 15</inkml:trace>
  <inkml:trace contextRef="#ctx0" brushRef="#br2" timeOffset="198582.12">13280 4568 5519 0,'-1'-2'496'0,"1"2"-496"0,0 0 0 0,-1 0 0 0,1 0 864 0,0 0 80 15,0-2 16-15,-1 1 0 0,0-1 496 0,0 0 96 0,1 1 32 0,0-2 0 16,1 2-288-16,-1-1-48 0,1 2-16 0,0-2 0 15,0 2-416-15,0-1-96 16,0 2-16-16,-1-1 0 0,2 2-176 0,-1-2-32 0,1 2-16 0,-1 0 0 16,1 0 96-16,0-2 0 0,1 3 16 0,0-1 0 15,0-1-160-15,1 1-48 0,-1-2 0 0,3 0 0 16,-1 0 0-16,-1 0-16 0,2 0 0 0,-2-2 0 16,2 1 128-16,0 1 16 0,-1-2 16 0,2 2 0 15,-2 0-96-15,1-2-32 0,-1 2 0 0,0 0 0 0,1 2-96 16,-1-2-32-16,1 0 0 0,-1 2 0 15,1-2-80-15,-1 1 0 0,0 1-16 0,0 0 0 0,-1-2-48 0,1 2-128 16,1-1 192-16,-2 1-64 16,2 0-128-16,-1 1 128 0,2-1-128 0,-2-1 128 0,2 0-128 0,0 1 0 15,0-2 144-15,-1 0-144 16,1 0 144-16,0 0-144 0,1 0 192 0,1-2-192 0,0 1 176 0,1 0-176 16,1-1 160-16,-2 0-160 0,-1 1 240 15,1 1-48-15,2 0-16 0,-1 0 0 0,0 0 0 0,-1 1 0 16,1 1 0-16,-1 0 0 0,-1-1-48 0,1 0 0 0,-2 2 0 0,0 0 0 15,1 1-128 1,-1-2 192-16,2 0-192 0,-2 3 192 0,0-2-192 0,2 0 0 16,-1-1 0-16,0 2 0 0,0-1 0 0,0-1 0 0,1 0 128 0,0 0-128 15,-2-1 0-15,2 1 0 16,0 0 0-16,1-1 0 0,1 1 160 0,-1 0-160 16,2-2 192-16,-1 0-192 0,0 2 256 0,0-2-48 15,1 1-16-15,1-1 0 0,0 0-16 0,-1 0-16 16,2 2 0-16,-1-2 0 0,1 2-32 15,-1-1-128-15,0 3 192 0,1-2-64 0,-1 1-128 0,0 1 128 16,-13-4-128-16,0 0 128 0,37 13-128 0,-24-9 0 16,-1-2 144-16,0 3-144 0,0-2 128 0,1 0-128 15,-1 0 128-15,0-2-128 0,0 1 0 0,1 0 144 16,0-2-144-16,-1 1 0 0,1-1 128 0,-1 2-128 16,0-2 0-16,-1 0 0 0,-1 1 128 0,2 0-128 15,-1-1 0-15,0 2 0 0,0 1 0 0,0-1 0 16,0 1 128-16,-1-1-128 0,1 0 0 0,0 1 160 0,-1 0-160 15,0 1 128-15,2-2-128 0,-1 0 0 0,1 1 144 0,-1-1-144 16,2 1 0-16,-1-1 0 16,1-2 0-16,0 2 128 0,0-2-128 0,0 0 0 0,0 0 0 0,1 0 0 15,-2 1 0-15,1 1 0 0,0-2 0 16,0 2 0-16,-3-2 0 0,0 1 144 0,0 1-144 0,0 0 0 16,1 0 128-16,-1 0-128 0,0 1 0 0,0-1 0 15,0 2 128-15,1-1-128 0,-1 2 0 0,1-2 0 16,0 0 0-16,0 0 0 0,0 1 0 0,1 0 0 15,-1-2 0-15,2 0 0 0,0 1 0 0,1-3 0 16,-1 2 0-16,1-4 0 0,1 2 0 0,-1 0 0 0,-2-2 128 0,1 1-128 16,0-1 0-16,0 1 0 15,-1 0 0-15,-1-1 160 0,1 2-160 0,-1-3 128 0,0 3-128 16,0-2 192-16,0 1-192 0,-2 1 192 0,0-2-192 0,0 2 0 16,0 0 0-16,-1 0 128 15,0 0-128-15,-1 0 0 0,1 0 0 0,-2 2 128 0,1 1-128 0,-1-2 0 16,0 1 0-16,-1 0 0 0,1 0 0 0,-2 3 0 15,2-3 128-15,-1 1-128 0,-1-1 0 0,1 0 0 16,-1 1 0-16,3-1 0 0,-2-2 0 0,-1 1 0 0,1 1 0 0,-1-2 0 16,0 0 0-16,1 0 0 0,0 0 128 15,0 0-128-15,1 0 0 0,-2 0 0 0,0 0 0 0,0-2 128 16,-1 2-128-16,0 0 128 0,0 0-128 0,0 0 128 16,-1 0-128-16,-1 0 0 0,-1 0 0 0,0 2 128 15,1-2-128-15,-2 0 0 0,1 2 0 0,-2-2 0 16,0 1 0-16,-1 0 0 0,0 1 0 0,0-1 0 15,0 1 0-15,0 0-176 0,0-1 176 0,2 1-192 16,2-2-1184-16,2 1-240 0</inkml:trace>
  <inkml:trace contextRef="#ctx0" brushRef="#br2" timeOffset="200220.29">13254 4558 3679 0,'-3'0'320'0,"0"-2"-320"16,1 2 0-16,1 0 0 0,0 0 1088 0,0 0 128 15,-1 0 48-15,-2 0 0 0,-1 0 592 16,0 0 128-16,-1 0 32 0,1 0 0 0,1 0-272 0,1-1-48 16,1 0-16-16,1-1 0 0,1-1-352 0,1 0-80 15,2 0-16-15,1-3 0 0,1-1-400 0,2 0-96 16,-2 1-16-16,2-2 0 0,1 1-288 0,2-3-64 16,1 3-16-16,-2 0 0 0,0 2-64 0,-2 1-16 15,-2 3 0-15,0 2 0 0,0 3-272 0,-3 2 0 16,0 3 128-16,-1-2-128 0,-1 2 0 0,-2 3 0 0,-1 2 0 0,-3 2 0 15,-1 4 0-15,-2-2-176 0,-2 0 176 0,0 0-160 16,0-1 160-16,-1-1-192 0,1-1 192 0,0-5-192 16,3-1 192-16,0-1 0 0,0-4 0 0,2-2 0 15,1 0 176-15,0-6 16 0,1 1 0 0,0-2 0 16,2-4 304-16,1-1 64 0,0 1 16 0,1-3 0 16,1 0-64-16,0-4 0 0,1 1 0 0,1 1 0 15,0 0-208-15,1 2-48 0,1-2-16 0,1 2 0 16,-1 0-96-16,2 2-16 0,0 1 0 0,0 2 0 0,0 2-128 0,0 0 0 15,1 2 144-15,-1 2-144 0,1 2 0 0,-2 0 128 16,1 1-128-16,-2 3 0 0,1 0 0 0,-3 0 0 16,0 0 0-16,-1 1 0 15,-1 3 0-15,-1-1 0 0,-1 1 0 0,-1-1-128 16,-1 1 128-16,-2 1 0 0,-2-1 0 0,-2 1 0 0,0-1 0 16,-1 0 0-16,-1 1 0 0,-1-2 0 0,1-1 0 0,0 0-160 15,2-3 160-15,0-2 0 0,-1 1 0 0,3-3 0 16,0-3 0-16,2 1 0 0,0-2 0 0,2-1 0 0,1-1 0 0,0-3 0 15,2 0 0-15,0 0 0 16,2-1 0-16,0 0 0 0,3 1 0 0,0-2 0 0,2-1 0 0,1 2 0 16,0 0 0-16,1 3 0 0,0 0 0 0,3 0 0 15,-2 3 0-15,0 3 0 0,0-1 0 0,-1 4 0 16,-1 3 0-16,-2 0 0 0,-1-1 0 0,-1 2 0 16,-1 3 0-16,-3 0 0 0,0-1 0 0,-1-2 0 15,-2 4 0-15,-1-3-128 0,-1 2 128 0,-2-1 0 16,1-1 0-16,-2 0 0 0,0-2 0 0,0 0 0 15,0-1 0-15,1 1 0 0,-2-3 0 0,3 1 0 16,-2-3 0-16,2 0 0 0,-1-3 0 0,2 1 0 0,-1-3 0 16,2 1 0-16,0-1 0 0,1 1 0 0,1-1 0 15,1-1 0-15,1-3 0 0,1 0 0 0,1 1 0 0,2 1 0 16,0-4 0-16,3 1 0 0,2-2 0 0,1 0 0 16,3 3 0-16,-1 0 0 15,0 3 0-15,0 3 0 0,0 2 0 0,0 1 0 0,-1 2 0 0,-2 3-128 16,-9-5 128-16,0 0 0 0,0 0 0 0,0 0 0 15,27 40-128-15,-25-28 128 16,-2-12-448-16,0 0-16 0,4 40-16 0,-4-40-9824 16,0 0-1952-16</inkml:trace>
  <inkml:trace contextRef="#ctx0" brushRef="#br2" timeOffset="201734.28">15120 4836 4607 0,'0'-2'400'0,"0"0"-400"0,0 1 0 0,0 1 0 16,0 0 1136-16,0-2 144 0,0 0 16 0,-1-1 16 15,1 1 672-15,-1-3 144 0,1 2 32 0,0 1 0 16,-1 0 64-16,1 0 16 0,0 2 0 0,-1 0 0 16,1 0-352-16,0 2-64 0,0-1-16 0,0 0 0 15,0 4-976-15,0-2-208 0,0 1-48 0,1-1 0 16,0 2-576-16,0 0 0 0,1-1 0 0,0 1 0 15,1-1 0-15,-1 1 0 0,1 0 0 0,-1-1 0 16,-1 1 0-16,0-2 0 0,0 1 0 0,-2-2 0 16,0 1 0-16,1 0 0 0,-3 0 0 0,1-2 0 15,1 1 0-15,-2 1 0 0,0-1 0 0,1-1 0 0,-1 1 0 16,0 0 0-16,-1-2 0 0,1 0 0 0,0 0 0 0,-1 0 0 16,1 0 0-16,1-2-128 0,-1 0 128 0,0-1 0 15,1 0 0-15,0 0 0 0,1-1 0 0,1-1 0 16,1-1 0-16,0-1 0 0,2 2 0 0,0-3 0 15,1 2 128-15,1-2-128 16,0 4 0-16,0-1 0 0,1 2 0 0,-2 1 128 0,2 0-128 0,0 2 0 16,-2 1 128-16,0 0-128 0,-1 2 128 0,-1 1-128 15,-1 1 128-15,-1 2-128 0,0-1 0 0,-2 2 0 16,0-1 0-16,-2 1 128 0,1-4-128 0,0 2 0 16,-2 0 0-16,1-3 0 0,1 1 0 0,0-1 0 0,-1-1 128 0,1 0-128 15,0-2 320-15,1 0-16 0,-1 0 0 0,0-2 0 16,1-2-80-16,1-2-16 15,1 0 0-15,0-2 0 0,2 1-32 0,0-2-16 0,2-1 0 0,-1 0 0 16,2 1-160-16,0-2 192 0,1 2-192 0,2-1 192 16,-2 2-192-16,1 3 0 15,-1 1 0-15,0 0 0 0,-1 3 0 0,0-1 0 0,0 4 0 16,-2 1 0-16,1 1 0 0,-1 1 0 0,-1 0 0 0,-2 2 0 16,1 1 0-16,-2 1 0 0,0 2 0 0,-1-2 0 15,0-1 0-15,-1-1 128 0,-1 0-128 0,1 0 0 0,-2-2 160 16,1-1-160-16,1-1 192 0,-2 0-192 0,1-1 368 0,1-2-48 15,-1 0 0-15,0 0 0 0,1-2-128 0,0-1-48 16,2 0 0-16,0-1 0 0,0-1-144 0,1 1 0 16,-1 1 0-16,1-2 0 15,1 0-432-15,0 3-112 0</inkml:trace>
  <inkml:trace contextRef="#ctx0" brushRef="#br2" timeOffset="204339.2">14231 4670 8287 0,'-3'0'736'0,"1"0"-592"15,0 2-144-15,1-2 0 0,1 1 1280 0,-1 0 240 16,-1 2 32-16,-2-2 16 15,0 3 496-15,-1-2 112 0,1 1 0 0,0-1 16 0,1 0-80 0,0-1-32 16,2-2 0-16,0-1 0 0,1-1-336 0,1-3-64 16,2-2-16-16,1-4 0 0,2-2-608 0,2-4-128 15,2-4-32-15,3-4 0 0,4-8-368 0,6-6-80 16,4-4 0-16,7-6-16 0,5-5-288 0,2 1-144 16,-1 4 160-16,8-3-160 0,6-1 0 0,6 2 0 15,1 4 0-15,-3 8 0 0,-5 10 0 0,-6 6 0 0,-4 4 0 16,-5 4 0-16,-5 4 0 0,-4 3 0 0,-3 4 0 0,-2 0 0 15,-5 3 0-15,-2 2-160 0,-17 0 160 0,0 0-128 32,0 0-864-32,46 19-160 0,-38-15-48 0,-1 4-9920 0,-1-3-1984 0</inkml:trace>
  <inkml:trace contextRef="#ctx0" brushRef="#br2" timeOffset="208667.24">15505 3411 13823 0,'5'-3'1216'0,"-1"0"-960"0,-2 2-256 0,-2 1 0 16,0 0 896-16,0 0 144 0,1 1 32 0,1 0 0 15,-1 1-656-15,0 2-128 0,-1 5-32 0,-3 5 0 16,0 6-256-16,-4 5 0 0,-1 6-176 0,-2 6 176 16,-1 1 0-16,1 3 0 0,-2 2 0 0,2-7 0 0,1-4 208 0,-1 1-48 15,-1 3-16-15,0 2 0 0,1-2-144 0,2-3 0 16,3-7 0-16,2-5 0 0,1-4 0 0,2-5 0 15,1-5 0-15,0 0 0 0,1-5 0 0,1 0 0 16,-1-4 0-16,0 1 0 0,1-2 0 0,-1-2 240 16,2 0-16-16,-1-2 0 0,0-2 384 0,1-1 80 15,0-1 16-15,0-2 0 0,1 1-288 0,0-2-48 16,-1 0-16-16,1 0 0 0,0 0-144 0,0 2-16 16,0-3-16-16,0 1 0 0,1 3-176 0,0 1 0 0,2-2 0 15,0 0 0-15,1 2 224 0,2 1 16 0,-2 2 0 0,0 0 0 16,0 4 128-16,-1 1 16 0,-1 4 16 15,0 1 0-15,-2 2-48 0,-1-1-16 0,-1 2 0 0,0 2 0 16,-1 2-80-16,-1 3-32 0,0 0 0 0,0 1 0 16,-2 3-224-16,-1-2 128 0,1 2-128 0,-2-2 0 15,0 2 0-15,-1-2 0 0,0 1 0 0,-1-1 0 16,0-2 128-16,1-1-128 0,0 0 0 0,0-5 0 16,2 0 128-16,1-2-128 0,0 0 0 0,1-3 0 15,1-1 0-15,0-2 0 0,2 1 0 0,0-2 0 16,1-3-1344-16,0 0-304 0,2-2-64 0,1 0-9328 15</inkml:trace>
  <inkml:trace contextRef="#ctx0" brushRef="#br2" timeOffset="209118.24">15683 3824 9215 0,'0'-2'400'0,"-1"2"96"0,1 0-496 0,0-1 0 16,1 1 0-16,-1 0 0 0,1 0 1232 0,0 0 160 15,2 1 16-15,1-2 16 0,1 1-208 0,2-2-64 16,1 2 0-16,0-3 0 0,0 1-592 0,1 0-128 0,0 0-32 0,0 1 0 16,0-3 80-16,0 3 16 0,2-3 0 0,-1-1 0 15,0 0 144-15,1 1 16 16,0-4 16-16,0 1 0 0,0-1-480 0,-2-2-192 0,1 2 128 0,-2-1-128 16,-1-1 0-16,-1-1 0 0,-4 2 0 0,0-1 0 15,-2 2 0-15,-2-1 0 0,0 2 144 16,-2-1-144-16,-2 4 0 0,-3-1 144 0,0 3-144 0,-2 2 0 15,-1 2 288-15,-1 3-48 16,0 0-16-16,-1 2 0 0,2 0-16 0,-2 2 0 0,1 3 0 0,0-1 0 16,2 0-16-16,0 1-16 0,1 2 0 0,1 0 0 0,1-4-32 0,2 4 0 15,-1 0 0-15,4 0 0 16,0 0 160-16,3-2 16 0,4 0 16 0,0-4 0 0,-4-8 128 0,0 0 32 16,0 0 0-16,38 23 0 0,-25-20-128 0,0-3-32 15,2 0 0-15,-1 0 0 0,-2-1 64 0,1-1 16 16,-1 0 0-16,0 1 0 0,-1-1-288 0,0 1-128 15,-1 0 128-15,-2 1-128 0,0-2 0 0,0 1 0 0,-2 1 0 0,0 0 0 47,0 0-1376-47,-1 0-256 0,0 0-48 0,-2 0-11376 0</inkml:trace>
  <inkml:trace contextRef="#ctx0" brushRef="#br2" timeOffset="210228.33">16119 3855 2751 0,'1'2'256'0,"-1"-2"-256"0,1 0 0 0,-1 0 0 15,1 0 1312-15,-1 0 224 0,2 2 32 0,-2-2 16 16,2 0 576-16,0 0 112 0,1 0 32 0,-1 0 0 16,1 0-784-16,0-2-160 0,0 0-16 0,-2-1-16 15,2 3-272-15,0-5-48 0,1 0-16 0,-1 1 0 16,-1-3-416-16,1 2-96 0,0-4-16 0,0 1 0 16,-1 1-48-16,-2 0-16 0,2-2 0 0,-1-3 0 15,0 0-16-15,-1 0-16 0,0 0 0 0,-2 0 0 16,0 1-176-16,-1 1-48 0,0-2 0 0,-2 0 0 15,2 1-144-15,-1 1 0 0,-1-2 0 0,1 5 128 0,-1 0-128 0,0 2 0 16,1 0 0-16,-2 3 128 0,2 2-128 16,-2 0 0-16,-1 0 144 0,2 3-144 0,-2 1 0 0,1 2 0 15,-2 0 0-15,0 3 0 16,1 1 0-16,-1 0 0 0,2-1 0 0,-2 3-128 0,1 3 128 0,-1 3 0 16,-2 3 0-16,3 1 0 0,0 1 0 0,0-1 0 15,1-1 0-15,3 0-128 0,0-1 128 0,1-3 0 16,2-4 0-16,2-1 0 15,2-4 0-15,-1-2-128 0,3-1 128 0,0-3 0 0,2-1 0 16,0-2 0-16,1-1 0 0,-1-3-128 16,-1 1 128-16,3-3 0 0,1-1 0 0,-1 0 0 0,-1-1 992 0,1 0 128 15,2-5 32-15,-1 0 0 16,1-3-1664-16,-2 3-336 0,-1 1-64 0,1-2-16 0,2-5 704 0,1-1 224 16,-1-2 0-16,1-1-160 15,-1-2-384-15,0-2-80 0,-1-3-16 0,0 0 0 0,-2-2 32 0,0 6 0 0,-2 0 0 0,-1 2 0 16,-1 4 416-16,0 0 192 0,-1-3-160 0,0 3 160 15,-1 4 128-15,-2 1 112 0,-1 6 16 0,0 0 16 16,-2 6 560-16,0 1 96 0,0 1 32 0,-1 2 0 16,1 3-320-16,-2 1-64 0,0 3-16 0,0 2 0 15,0 3-400-15,1 0-160 0,0-1 128 0,0 4-128 0,-1 7 0 0,-1 4 0 16,1 4 0 0,-1 1 0-16,1 2 0 0,1-1 0 0,0 0 0 0,-1-1 0 0,0 0 0 0,2-2 0 15,-1-1 0-15,1-4 0 16,0-4-144-16,1 0 144 0,1-20 0 0,0 36 0 0,0-20 0 15,0-16 0-15,0 0 0 16,0 0 0-16,9 43-144 0,-5-39 144 0,1-1 0 0,-1-3-144 16,1-2-1264-16,1 1-240 15,0-3-48-15,1 0-6752 0,-2-1-1360 0</inkml:trace>
  <inkml:trace contextRef="#ctx0" brushRef="#br2" timeOffset="210683.06">16400 3798 7359 0,'-1'2'320'0,"1"-2"80"16,0 2-400-16,0-2 0 0,0 0 0 0,0 0 0 0,0 0 1344 0,0 0 192 16,1 2 48-16,1-2 0 0,1 0 448 0,1-2 80 0,0 0 32 0,2-2 0 0,-1 1-880 0,1-2-176 31,2 0-48-31,1-3 0 0,-1 0-592 0,0-1-128 0,1 1-32 0,-1-2 0 16,0-1-16-16,-1 1 0 15,-1-2 0-15,0 1 0 0,0 0-64 0,-3-1-16 16,0 0 0-16,-1 1 0 0,-1 0-192 0,-2 4 144 15,-1-1-144-15,-3 4 128 0,1 1 16 0,-2 1 0 16,0 2 0-16,-2 2 0 0,1 1 128 0,0 1 32 16,-2 4 0-16,0-1 0 0,0 4-304 0,0 0 128 0,3 0-128 0,-2 1 0 15,1 3 128-15,0 3-128 0,0 1 0 0,1-3 0 16,2-2 0-16,1-1 0 0,1 1 0 0,0 0 0 16,2-4 0-16,0 0 0 0,2 1 0 0,1-4 0 15,1 2 0-15,0-1 0 0,1-2 0 0,1 2 0 16,0-1 0-16,-6-7 0 0,0 0 0 0,0 0-144 15,28 41 144-15,-28-41 144 0,0 0-16 0,17 42-128 16,-17-42 240-16,0 0-64 0,5 42-16 0,-5-25 0 16,-1-2-160-16,-1 1 0 0,0 0 0 0,-2-2 128 15,-1 1-128-15,-1-1 0 0,-1-2 0 0,0-3 0 16,0 1 0-16,0 0 160 0,-1-4-160 0,-3 2 160 0,1-1 144 16,0-2 16-16,-1-1 16 0,0-2 0 0,0 1-208 0,-1-3-128 15,1 0 160-15,0-2-160 0,1-1 0 0,1 1 0 16,2-5 0-16,2 2 0 15,2 0-1200-15,0-2-128 0,2 0-16 0,2 0-11408 16</inkml:trace>
  <inkml:trace contextRef="#ctx0" brushRef="#br2" timeOffset="211015.19">16865 3527 2751 0,'0'-9'256'0,"0"4"-256"0,0 0 0 0,1 3 0 0,-1 0 2304 0,0 2 400 16,0-2 96-16,0 1 16 0,1-2 752 0,-1 1 144 31,0 2 48-31,0 0 0 0,-1 3-1840 0,0 4-384 0,0 0-64 0,-1 3 0 0,-1 4-944 0,1 5-176 16,-3 0-32-16,0 4-16 0,0 3-160 0,-2 1-16 15,0 3-128-15,0-4 192 0,0 1-32 0,0 2-16 16,-2 4 0-16,1 1 0 0,0 0-144 0,3-4 0 16,1-1 0-16,2-3-10000 15,2-26-1968-15</inkml:trace>
  <inkml:trace contextRef="#ctx0" brushRef="#br2" timeOffset="-214021.67">16529 3828 7359 0,'0'0'656'0,"0"0"-528"0,0 0-128 0,0 0 0 0,0 0 608 0,1 0 96 15,-1 2 0-15,1-2 16 0,0 0 112 0,0 1 32 0,2 1 0 16,0-1 0-16,0 1-80 0,1-2-16 16,2 0 0-16,-1 0 0 0,2-2 256 0,-1 1 32 15,2-2 16-15,0-1 0 0,-1 0-160 0,1 1-16 16,-2 0-16-16,0-1 0 0,1-1-496 0,0 0-112 0,0-2-16 0,0 0 0 31,-2-3-256-31,1 1 0 0,-3 0 0 0,0-1 0 0,0 0 0 0,-1-2 0 0,-2 1 0 0,-1 0 0 16,0 1 0-16,-2-2 0 0,0 2 0 0,0 0 0 15,-2 4 0-15,0-1 0 0,2 4 160 0,-2 1-160 16,1 2 400-16,1 0 0 0,-2 1 0 0,1 2 0 0,0 2-96 0,-3 2-32 16,1 3 0-16,-3 4 0 15,0 5-80-15,0 2-32 0,-1 3 0 0,0 2 0 0,1-2 16 16,2 2 0-16,-1 0 0 0,4-2 0 0,1-2-176 0,3-22 0 15,0 0 0-15,7 47 0 0,-7-47 0 16,0 0 0 0,0 0 0-16,36 21 0 0,-21-25-240 0,2-2 32 0,2-3 0 0,2-1-11808 15</inkml:trace>
  <inkml:trace contextRef="#ctx0" brushRef="#br0" timeOffset="-207802.03">15015 5232 2751 0,'-3'0'256'0,"1"0"-256"16,1 0 0-16,1 0 0 0,0 0 704 0,0-2 80 16,-1 2 32-16,0 0 0 0,0-2 496 0,-1 1 96 15,1 1 32-15,1-2 0 0,1 0-96 0,1 1-32 16,0-1 0-16,3 0 0 0,1-1-288 0,1 1-48 15,1-3-16-15,3 1 0 16,2-2-240-16,4 0-48 0,5-2-16 0,6-1 0 16,6 0-16-16,3-5 0 15,4 0 0-15,5-1 0 0,5 0 240 0,3-1 32 16,2-2 16-16,3 1 0 0,-1 2-48 0,-1-1-16 16,0 1 0-16,-2 1 0 0,-1 2-448 0,2-1-96 0,6 3 0 0,-2-2-16 15,-4 2-304-15,-1 3 0 0,0-1 0 16,-1 2 0-16,-2 3-192 0,-5 0-80 0,-6 0-32 0,-2 1 0 31,1 1-912-31,0-1-176 0,-2 1-32 0,-3 1-16 16,-7 3-304-16,-4-3-64 0,-5 3-16 0,-19-3-7456 0</inkml:trace>
  <inkml:trace contextRef="#ctx0" brushRef="#br0" timeOffset="-205779.36">17226 4934 3679 0,'1'-3'320'0,"0"0"-320"15,0 1 0-15,-1 1 0 0,1 0 848 0,1-1 112 16,0-1 0-16,2-3 16 0,0-3 704 0,1 0 144 16,0 0 32-16,-1 1 0 0,1 0-208 0,-2 2-48 15,0 2 0-15,-2-1 0 0,0 2-304 0,-1 1-64 16,-1 1-16-16,1 0 0 0,-3 2-448 0,-2 0-80 15,0 1-32-15,-4 1 0 0,-1 2-272 0,-3 0-64 16,-5 4-16-16,0 0 0 0,-1 1-304 0,-1 0 128 0,-4 1-128 16,-2 1 0-16,-1 1 160 0,-1-1-160 0,-1 1 128 0,4-3-128 15,4 1 192-15,2-3-64 16,4 1 0-16,2-4 0 0,2 0 320 0,4-1 48 0,1-1 16 0,3-1 0 16,2 0-352-16,1-2-160 0,2-2 160 0,1 0-160 15,2 1 0-15,2-2-160 0,3 0 0 0,0 0 0 16,3 0 160-16,0 0 144 0,2 2-16 0,0 2-128 15,0 0 368-15,0 2-48 0,-15-3 0 16,31 11 0-16,-31-11-144 0,29 15-48 0,-29-15 0 0,0 0 0 0,36 26-128 16,-36-26 128-16,0 0-128 0,0 0 128 0,31 33-128 0,-31-33 0 15,0 0 0-15,0 0 0 0,0 0 192 0,0 0-64 16,0 0 0-16,8 39 0 0,-13-35 192 0,-1 1 48 16,-3 1 0-16,0-1 0 0,-2 0-64 0,-2 0-16 15,-1 2 0-15,-1-3 0 0,-2 1-288 0,3-1 0 16,1-1 0-16,0 0 0 0,1-1 0 0,1-1 0 15,2 1 0-15,2-2 0 0,-1 2 0 0,3-2-224 16,1 0 64-16,0-2 16 16,3 0-1328-16,2 1-256 0</inkml:trace>
  <inkml:trace contextRef="#ctx0" brushRef="#br0" timeOffset="-205287.77">17591 4660 13823 0,'-6'-2'1216'0,"0"1"-960"0,2 1-256 0,1 1 0 16,0-1 1024-16,0 2 144 0,-1 1 48 0,-1-1 0 16,-3 3-496-16,-4 2-80 0,-1 0-32 0,1 3 0 15,1-1-608-15,1 0 0 0,2 1 0 0,-1 2 0 0,1 2 592 0,1 0 112 16,0 4 0-16,0 2 16 0,-1 0 432 0,0 0 96 31,0 2 16-31,-1-2 0 0,3-2-576 0,-1-1-112 0,1 4-32 0,-2-2 0 0,1 2-352 0,-1-2-64 16,2 0 0-16,6-19-128 15,-9 33 160-15,9-33-160 0,0 0 128 0,-7 34-128 16,6-25 336-16,1-4-16 0,0 0 0 0,0-1 0 0,1-2-64 0,-1-1-32 16,2 1 0-16,-1-4 0 0,0 1-224 0,1-2 144 15,1-2-144-15,0-1 128 0,2-1-128 0,0-2 0 0,-1-2 144 16,2-2-144-16,-1 3 0 0,1-3 0 0,-1 3 0 0,2-2 0 15,1 3 0-15,0 1 0 16,1-1 0-16,-2 3 0 0,1 0 0 0,0-1 0 16,1 2 0-16,3 0 0 0,-1-1 192 15,0 0-16-15,-1 3-16 0,0 0 0 0,0 0-32 16,-1 1-128-16,-1 0 192 0,-1 1-64 0,-2 2 0 16,-1 1-128-16,0 0 192 0,-2 1-64 0,0 1-128 0,-2 2 0 0,-1 2 0 0,-1 2 0 15,-3 2 0-15,-3 1 0 0,1 2 0 0,-2 0 0 0,-1 2 0 16,-1 0 128-16,1-2-128 0,1-1 0 0,1 1 0 15,0-4 0-15,3-1 0 0,0-2 0 0,2-2 0 0,2-3 0 16,2 0 0-16,2-1 0 31,1-4-1008-31,0 1-272 0</inkml:trace>
  <inkml:trace contextRef="#ctx0" brushRef="#br0" timeOffset="-204589.67">17717 4971 12895 0,'2'0'576'0,"-1"-2"112"0,1 1-560 0,-1 1-128 0,-1 0 0 0,0 0 0 15,-1 0 1984-15,0 1 352 0,0 1 80 0,-2 1 16 16,1-1-624-16,-3 2-112 0,-1 2-32 0,-1 0 0 16,0 2-1168-16,-1 1-240 0,0 3-64 0,-2 2 0 15,2 0-32-15,0-2-16 0,1 1 0 0,1 0 0 16,2-1 176-16,0-2 48 0,2-1 0 0,2 1 0 15,0-3-192-15,3 0-48 0,0-3 0 0,2-1 0 16,2-1 48-16,1-4 0 0,1 0 0 0,1-1 0 0,1-1 32 0,0-2 16 16,2 0 0-16,-1-2 0 0,0 1-224 0,-1-2 176 15,1-1-176-15,-2-1 160 0,-1-1-160 16,-1 2 0-16,0-2 0 0,-3 1 0 0,-2-1 0 0,-2 2 0 16,-2-2 0-16,-1 3 128 0,-1-1-128 0,-2 2 0 15,-1-1 0-15,-3 5 0 0,2-1 0 0,-3 1 0 16,-1 4 0-16,-2 0 0 0,0 2 0 0,-1 1 0 15,1 1 0-15,0 3 128 0,2 0-128 0,3-2 128 16,1 2-128-16,0 0 128 0,3-1 192 0,2 0 16 0,1-1 16 16,2-3 0-16,1 0-160 0,4-1-48 0,1-2 0 0,4-1 0 15,0 0-144-15,2-3 192 0,2-1-192 0,3-2 192 16,2-1-192-16,1 1 0 0,-1-2 0 0,-2 2 0 16,0 0 0-16,-2 2 0 0,-2 0 0 0,1-1-176 15,1 0 176-15,0 2 0 0,-1 0 160 0,-1 2-160 16,-2 0 192-16,-2 1-64 0,0 1-128 0,-2 1 192 15,-1 3 128-15,-1-1 32 16,-2 2 0-16,-1 1 0 0,-3-5 32 0,0 0 16 0,0 0 0 0,0 0 0 16,0 51-144-16,0-51-16 0,-10 30-16 0,4-16 0 15,-2 3-224-15,0-1 176 0,0-1-176 0,0-1 160 0,1-2-160 0,1-2 0 16,1-1 0-16,-1 0 128 0,2-4-128 0,0 0 0 16,1-1 0-16,0-2 0 0,1-1 128 0,1-1-128 15,1 0 128-15,1-1-128 0,0-1 192 0,0 0-32 16,3-5-16-16,1 1 0 0,0-3-144 0,2 0 160 15,1-2-160-15,2-1 160 0,1-2-160 0,0 1 0 16,1-3 0-16,1 1 0 0,-1 1 0 0,1-1 0 16,1-2 0-16,1-1 0 15,0 3 0-15,-1 0 0 0,2 3 0 0,-2 0 0 0,1 0 0 0,-2 3 0 16,-1 4 0-16,1 0 0 0,-1 0 0 0,0 3 0 16,1-3 0-16,-1 3 0 15,-2-1-752-15,-2 3-80 0,0-2 0 0,-2 1-16 16,1 1-1840-16,-1-1-384 0</inkml:trace>
  <inkml:trace contextRef="#ctx0" brushRef="#br0" timeOffset="-204066.41">18408 4779 10127 0,'3'-3'896'0,"0"1"-704"0,0 0-192 0,-2 2 0 0,-1-2 2240 0,1 2 432 31,1-3 80-31,2 1 0 0,1-3 208 0,-1 0 48 0,1 1 0 0,-2 1 0 16,-2 2-1728-16,-1 0-352 0,0 1-64 0,-1 0-16 15,-1 1-496-15,-2 2-96 0,-2 2-32 0,1 0 0 16,-1 2 16-16,-1 0 0 0,0 4 0 0,-3 2 0 0,1 0-48 0,0 2 0 31,-1 2 0-31,1-3 0 0,2 3-192 0,-3-1 176 0,2 4-176 0,-1-2 160 16,9-18 0-16,-14 38 0 0,14-38 0 0,-9 36 0 0,9-36 32 0,0 0 16 16,-1 42 0-16,1-42 0 0,0 0-208 0,0 0 128 15,0 0-128-15,20 39 0 0,-13-35 128 0,-1-1-128 0,1-1 0 0,0-2 144 31,0 0-144-31,1 0 128 0,-2-2-128 0,1 0 128 16,-1 1-128-16,1-4 160 0,-1 2-160 0,2 0 160 0,-3-3-160 0,2 2 0 0,-1-3 0 0,1 0 0 31,-2 0 0-31,0 0 0 0,-1 0 0 0,-1-1 0 0,0 0-144 0,-1-1-16 0,-1 0 0 0,-1 0 0 32,-2-1-992-32,0 1-192 0,-1 2-32 0,-2-1-16 0,-1 1-512 0,-2 0-96 0,-2 3-32 15,-5-1-10688-15,-2 0 10176 31,-9 5 1520-31,-6 0 2128 0,2 0-880 0,5 2-224 0,4 1 0 0,4-1 0 0,2 1 0 16,2 0-192-16,2 0 192 0,4-2 1856 0,1 1 464 16,2-1 112-16,3-1 32 0,1-1 304 0,1-1 64 15,2 1 16-15,3-3 16 0,-2 2-752 0,4-3-160 16,2 0-32-16,2 0 32 0,1-2-832 0,3 1-160 16,2-2-48-16,5-1 32 0,-1 0-560 0,1 2-128 15,1-1 0-15,-2 3 0 0,1 0-256 0,-1 1-208 16,0 3 32-16,0-1 48 0,-2 2-208 0,1 2-48 15,0-1 0-15,-2 1-18816 0</inkml:trace>
</inkml:ink>
</file>

<file path=ppt/ink/ink46.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4:42:21.229"/>
    </inkml:context>
    <inkml:brush xml:id="br0">
      <inkml:brushProperty name="width" value="0.05292" units="cm"/>
      <inkml:brushProperty name="height" value="0.05292" units="cm"/>
      <inkml:brushProperty name="color" value="#FF0000"/>
    </inkml:brush>
  </inkml:definitions>
  <inkml:trace contextRef="#ctx0" brushRef="#br0">17197 6747 8287 0,'-3'-2'736'0,"1"1"-592"0,1 1-144 0,0 0 0 0,1 0 928 0,0 0 160 15,0 1 16-15,0 1 16 0,0 0 160 0,0 1 48 16,0 1 0-16,1 1 0 0,-1 1-368 0,0 0-64 16,1 1 0-16,0 3-16 0,0-1-304 0,1 0-48 15,0 0-16-15,0 0 0 0,-2-9-112 0,0 0-16 16,0 0-16-16,0 0 0 0,16 38-48 0,-13-33 0 0,-3-5 0 0,0 0 0 31,0 0-1504-31,0 0-304 0</inkml:trace>
  <inkml:trace contextRef="#ctx0" brushRef="#br0" timeOffset="160.91">17381 6690 8863 0,'-1'-2'192'16,"0"-1"32"-16,0 3 16 0,1 0 16 0,-1 0-256 0,0 3 0 0,0-1 0 0,-1 0 0 0,-1 6 1968 0,-1 2 336 15,-2 4 64-15,0 4 0 16,-1-1-944-16,1 2-192 0,0-1-32 0,3-1-16 31,0 0-1568-31,1-4-304 0,2-13-64 0,0 0-16 0</inkml:trace>
  <inkml:trace contextRef="#ctx0" brushRef="#br0" timeOffset="1295.58">17594 6782 9215 0,'2'-6'816'0,"-1"1"-656"16,-1 2-160-16,0 1 0 0,1 2 1264 0,-1-2 208 15,1-1 64-15,0-4 0 0,0 2 320 0,0 0 64 16,0 3 0-16,0 2 16 0,0 5-736 16,-1 2-160-16,0 3-16 0,-1 2-16 0,1-12-432 0,-1 32-96 15,1-32-16-15,-1 41 0 0,1-41-64 0,-1 45-16 16,0-23 0-16,1 1 0 0,-1 0-16 0,0-1-16 16,0-5 0-16,1-17 0 0,1 28-128 0,0-19-32 0,-1-9 0 0,0 0 0 15,0 0 0-15,0 0-16 16,0 0 0-16,0 0 0 0,0 0 192 0,0 0 32 15,36-4 16-15,-28-8 0 0,1-2 32 0,2-3 0 0,0-2 0 0,1 0 0 16,0-1-160-16,-1-3-32 0,1 0 0 0,-1 2 0 16,1-1-128-16,-1 3-128 0,0 0 192 0,-2 5-192 15,-1 1-192-15,-1 2-160 0,-1 2-32 0,-1 3 0 32,0 2-1312-32,-1 2-272 0,0 2-48 0,-2 0-16 0,-1 2-272 0,1 2-64 0,-1-1-16 0,0 2 0 15,-1 1-496-15,0 0-112 0,0 1-16 0,-1 1 0 16,1-1 1280-16,1 2 240 0,-1-2 48 0,0-7 16 0,0 0 1840 15,0 0 368-15,0 0 80 0,0 0 16 0,0 0 720 0,0 0 128 16,0 0 48-16,30 32 0 0,-25-33 368 16,3-1 80-16,1-1 16 0,0-2 0 0,3-1-400 0,-1 0-80 15,1 0-16-15,-1 0 0 0,-1 0-1056 0,1-2-224 16,0 1-32-16,0 0-16 0,1-2 160 0,1 2 16 16,-4 0 16-16,0 2 0 0,-1-2-272 0,-1 2-48 15,-1 1-16-15,-1-1 0 0,-1 3-272 0,-1-1 0 16,-2 0 0-16,-1-2 0 0,-1 3-192 0,0 0 48 0,-3-2 16 15,0 1 0 1,-1 0-256-16,-1 2-32 0,-1 0-16 0,-1 1 0 16,1 0-16-16,-2 0-16 0,-1 0 0 0,0 1 0 0,0 0 464 0,1 2 208 15,-1 0-16-15,2 1 0 0,1 0 416 0,-1 1 80 0,2 1 16 0,-1 0 0 16,1 1 80-16,-1 0 32 0,3-2 0 0,0 0 0 16,0 0-304-16,1-1-48 0,1 1-16 0,1 1 0 15,-1-2 80-15,2 1 16 0,0 1 0 0,1-1 0 16,0 0-144-16,0-1-16 0,-1-4-16 0,0 0 0 15,0 0-96-15,0 0-16 0,0 0 0 0,0 0 0 16,25 41-128-16,-25-41-128 0,0 0 192 0,0 0-192 16,0 0 0-16,0 0 0 0,31 32 0 0,-31-32 0 0,0 0 0 15,27 1-144-15,-16-3-16 0,1-3 0 16,3-2-1184-16,1-2-224 0,1-1-48 0,1 1-13904 16</inkml:trace>
  <inkml:trace contextRef="#ctx0" brushRef="#br0" timeOffset="1704.49">18249 6690 3679 0,'-4'2'160'0,"0"-1"32"0,2 1-192 0,-1 0 0 15,2-2 0-15,0 1 0 0,0 1 2048 0,-1 0 352 16,-1-1 80-16,-1 2 16 0,0 0 32 0,1 0 16 16,0-1 0-16,2 0 0 0,1 0-752 0,-1-2-128 15,1 0-48-15,0 0 0 0,1 0-320 0,0-2-64 16,2 2-16-16,0-1 0 0,1 0-544 0,0-2-112 0,3 1-32 0,-2-1 0 15,2 1-240-15,0-2-48 0,3-1-16 0,-1 2 0 16,0 1-64-16,-1 0-16 16,2 2 0-16,-3 0 0 0,0 2-144 0,-1 0 0 0,1 1 0 0,-7-3 128 15,0 0-128-15,0 0 0 0,0 0 0 0,17 40 0 16,-17-40 0-16,0 0 0 0,-3 35 0 0,1-22 0 16,-3 3 0-16,0-2 0 0,0 1 0 0,0-3 0 15,1-1 0-15,-1-1 0 0,0-2 0 0,3-2 0 0,-2-1 0 0,2-3 0 16,0 1 0-16,2-3 0 0,0-1 144 0,2-2-144 15,0-1 160-15,2-4-160 0,1-2 448 0,2 0-16 16,0-4 0-16,1 0 0 0,1-1-176 0,1-1-48 16,1-3 0-16,1 0 0 15,0 2-208-15,-1-2 128 0,1 5-128 0,-1 0 0 0,0 2 0 0,-1 0 0 16,-1 2 0-16,-1 3 0 16,0 0-352-16,-2 3-160 0,0 1-48 0,-1 1-15856 0</inkml:trace>
  <inkml:trace contextRef="#ctx0" brushRef="#br0" timeOffset="2180.46">18603 6619 15663 0,'1'-2'688'0,"-1"1"144"0,1 1-656 0,-2 0-176 0,1 0 0 0,-1 1 0 16,1-1 1888-16,-1 2 352 0,0 0 64 0,-1 1 0 15,-1 1-816-15,1 1-160 0,-1 4-48 0,1 1 0 16,-1 2-704-1,3-12-128-15,-3 26-48 0,3-26 0 0,-2 31-96 0,2-31-32 16,0 0 0-16,2 38 0 0,-2-38-80 0,0 0-32 0,0 0 0 0,0 0 0 31,0 0-160-31,32 31-224 0,-23-34 48 0,2-1 16 16,1-1-544-16,-1-3-128 0,3-1 0 0,-1-3-16 16,0-1-976-16,-1 0-192 0,0 0-32 0,-2 0-16 15,-2 1 544-15,0-2 112 0,-2 2 32 0,-1 0 0 0,-1 1 992 0,-1 1 208 16,1-2 48-16,-1 2 0 0,-1-1 432 0,1 1 80 15,-1 1 32-15,-1 4 0 0,1 0 1120 0,-2 3 240 16,0 2 32-16,-1 2 16 0,0 3 544 0,0 0 96 16,-1 2 32-16,-1 0 0 0,1 5-960 0,-2 0-176 15,0 2-32-15,1 0-16 0,0 3-624 0,-1 0-128 16,0 4-32-16,1 0 0 0,-2 3-144 0,0 2-48 0,1 2 0 0,-1 3 0 16,0 2-144-16,-2 3-16 0,0 0-16 0,-1-1 0 15,1-4 16-15,-2-1 0 0,-4 4 0 0,-2-1 0 16,-4 0-32-16,-1-2 0 0,-2 0 0 0,0-3 0 15,0-4-144-15,0-2 192 0,0-4-192 0,1-4 192 16,2-2-192-16,-1-2 160 0,-1-3-160 0,1-6 160 16,3-1-160-16,0-4 0 0,0-2 0 0,1-6 0 15,3 0-160-15,1-2 160 0,2-3-208 0,2-3 80 16,0-3-752-16,3-5-144 0,2-7-16 0,3-3-16512 16</inkml:trace>
  <inkml:trace contextRef="#ctx0" brushRef="#br0" timeOffset="2516.35">19019 6451 12895 0,'-1'2'1152'0,"1"-2"-928"0,0 2-224 0,0-2 0 16,0 3 1472-16,-1-3 256 0,1 2 64 0,-1 3 0 15,-1 0 400-15,0 1 96 0,1 2 16 0,-1-3 0 16,0 4-1216-16,0-2-256 0,0 0-32 0,0 0-16 0,2-7-480 0,0 0-112 15,-4 21 0-15,3-15-16 32,0 0-880-32,1-1-192 0,0-2-16 0,1-1-11984 0</inkml:trace>
  <inkml:trace contextRef="#ctx0" brushRef="#br0" timeOffset="2659.89">19171 6427 7359 0,'0'0'656'0,"0"2"-528"16,0-1-128-16,-1 1 0 0,-1 0 1920 0,1-2 368 0,-1 2 64 0,-2 4 16 15,-2 2 528-15,-5 4 112 0,-1 5 32 0,-2 2 0 16,0 0-1376-16,2-2-256 0,2 1-64 0,1-3-16 16,5-1-1008-16,1-4-192 15</inkml:trace>
  <inkml:trace contextRef="#ctx0" brushRef="#br0" timeOffset="3954.1">19772 6783 10127 0,'0'-1'896'0,"1"1"-704"16,0 0-192-16,0-2 0 0,0 2 1376 0,-1 0 240 0,1 0 48 0,0 2 16 15,1-2 1296-15,1 1 256 0,-1 1 48 0,0-2 16 16,1 2-1296-16,-1-2-256 0,0 0-48 0,0 0-16 16,0 0-528-16,1-2-96 0,0-1-32 15,0 1 0-15,0 0-512 0,-1-3-128 0,3 0 0 0,-1-2-16 16,-1-1-368-16,0 0 0 0,0 1 0 0,-2-1 128 16,0 1-128-16,-3-1 0 0,0 0 0 0,-3 1 0 15,1-1 0-15,-3 1 0 0,0 0 0 0,-2 3-128 16,0 1-192-16,-1 0-48 0,-1 3 0 0,0 1 0 15,1 4 16-15,-1-1 0 0,-1 1 0 0,1 2 0 16,0 1 352-16,1 0 0 0,-1 2 0 0,0 2 0 0,2 0 0 0,-1 2 0 16,1 2 0-16,-1 2 192 0,0 2-64 0,2 0 0 15,1-1 0-15,2 0 0 0,5-19 144 0,-4 32 32 16,4-32 0-16,0 0 0 0,10 39-32 0,-10-39 0 16,0 0 0-16,0 0 0 0,0 0-272 0,40 21 0 15,-29-23 128-15,2-3-128 0,0-2 0 0,0-1 0 16,-1-1 128-16,1-2-128 0,-2 1 0 0,-1-2 0 15,-1 0 0-15,-1 2 0 0,-1-1-192 0,-1 1 48 16,-2 1 16-16,1-1 0 0,-2 3 128 0,-1 0 0 16,0 2 0-16,0 0-128 0,-1 2 128 0,0 2 0 0,-1 1 0 0,0 0 0 15,-1 2 0-15,0 3 0 0,0 0 0 0,-1 4 0 16,0 1 0-16,-1 1 0 16,3-11 128-16,-5 26-128 0,5-26 208 0,-4 26-16 0,4-26-16 0,0 0 0 15,2 36-32-15,-2-36 0 0,0 0 0 0,0 0 0 16,0 0-144-16,0 0 0 0,0 0 0 0,0 0 0 15,35 29 0-15,-30-32 0 0,2 1 0 0,-1-5 0 32,2 2-432-32,0-2-64 0,0-2-16 0,1-1 0 0,-2 0-1680 0,1-1-352 0,3 1-64 0,-1-4-16 15,1 0-864-15,0-1-176 0,0 1-48 0,0-1 0 16,0 0 1376-16,0 3 272 0,-2 0 48 0,-1 2 16 0,1 1 1392 0,-3 2 288 16,1 2 48-16,-4 2 16 0,1 3 1904 0,-2 0 384 15,0 3 80-15,-2 2 0 0,-1 0 912 16,-1 4 176-16,-1 0 48 0,-1 3 0 15,-1 0-736-15,-1 2-144 0,1 1-16 0,-2-1-16 0,1 0-1088 0,0-2-224 16,1 0-32-16,0 0-16 0,1-3-496 0,0 0-96 16,1-1-32-16,-1-4 0 0,1 2-352 0,1-2 0 15,2-2 0-15,-1-2 128 0,0 2-128 0,1-4 0 0,0 0 0 0,1-3 0 16,0 0-240-16,1-1-64 0,1-2-16 16,1 1 0-1,0-2-336-15,1-2-80 0,2 0-16 0,-1-1 0 16,1-2 0-16,3 2 0 0,-1 0 0 0,0-2 0 0,2 2 448 0,1 0 96 15,1 3 16-15,-2 2 0 0,1 0 192 0,-2 2 0 0,0 3 0 0,-1-1-144 16,0 1 672-16,-3 2 144 0,-6 0 32 0,0 0 0 16,0 0 160-16,0 0 32 0,0 0 16 0,0 0 0 15,24 38-400-15,-24-38-96 0,0 0-16 0,-1 32 0 0,1-32-208 16,0 0-32-16,-6 34-16 0,6-34 0 16,-6 22-144-16,6-22 128 0,0 0-128 0,-5 25 128 0,4-19-128 0,0-3 0 15,1-3 0-15,0 0-176 16,0 0-1360-16,0 0-288 0</inkml:trace>
  <inkml:trace contextRef="#ctx0" brushRef="#br0" timeOffset="4493.18">20358 6809 15663 0,'1'2'688'0,"-1"0"144"0,1-2-656 0,-1 1-176 0,1-1 0 0,-1 0 0 0,1 0 1632 0,1-1 288 0,2 1 64 0,0-2 16 16,2-1-800-1,1-1-176-15,-2-1-16 0,1 0-16 0,-2-1-592 0,1 0-112 0,-1 0-32 0,-2-2 0 16,1 1 368-16,-1-2 64 0,-2 1 16 0,-1-1 0 31,-1 2-128-31,-1 0-32 0,-2 2 0 0,-2 1 0 0,1 1-384 0,-1 0-160 0,0 3 128 0,0 0-128 16,-1 3 448-16,1 2 16 0,0-1 0 0,1 1 0 31,-1 2 16-31,2-1 0 0,0 2 0 0,0 0 0 0,0 1-208 0,1 0-32 16,0 0-16-16,2-1 0 0,1 0 128 15,0 1 32-15,0-2 0 0,1-7 0 0,0 0-112 16,0 0-16-16,0 0 0 0,11 40 0 0,-11-40-128 16,0 0-128-16,0 0 192 0,0 0-192 0,33 18 0 0,-24-19 0 15,1-1 0-15,0-3 0 0,1 0 0 0,0-2 0 16,2 1 0-16,-2-3 0 0,0 1 0 0,0-1 0 16,-1-2 0-16,-1 1-144 0,0 1-208 0,-2-3-32 15,1-1-16-15,-2 0 0 16,1-3-160-16,-1-1-16 0,1-1-16 0,0-3 0 15,0-5-240-15,2-3-32 0,0-5-16 0,0-2 0 16,0-2-480-16,0-2-112 0,1-4 0 0,0 0-16 16,1 2 720-16,1 4 160 0,-4 7 32 0,0 3 0 0,1 6 1280 0,-4 4 272 0,-1 8 48 0,-2 5 16 15,-1 5 368-15,-2 3 80 0,-2 6 16 0,-2 4 0 16,-1 5-624-16,-3 6-128 0,-3 4-32 0,-1 5 0 16,1 3-208-16,0 3-32 0,0 4-16 0,1 4 0 15,0 2-16-15,2-2-16 0,1-2 0 0,4-3 0 16,-1-4-112-16,3-3 0 0,2-3-16 0,0-32 0 15,5 55-304-15,-5-55-144 0,10 40 16 0,-10-40 0 16,0 0-1120-16,0 0-224 0,36 33-32 0,-36-33-14800 16</inkml:trace>
  <inkml:trace contextRef="#ctx0" brushRef="#br0" timeOffset="5109.68">21186 6353 11967 0,'1'-5'1072'0,"0"2"-864"0,0 2-208 0,-1 1 0 16,1 0 1680-16,-1 0 304 16,0 0 48-16,2 0 16 0,1 0 448 0,-1 4 80 0,-2-4 32 0,0 0 0 15,0 0-1200-15,7 41-256 0,-7-41-32 0,0 0-16 0,3 48-912 0,-3-48-192 16,0 0 0-16,6 47 0 15,-6-47-1696-15,0 0-256 0</inkml:trace>
  <inkml:trace contextRef="#ctx0" brushRef="#br0" timeOffset="5251.87">21368 6342 14735 0,'4'-8'640'0,"-2"6"160"0,0 0-640 0,-1 0-160 0,0 2 0 0,-1 2 0 0,0 0 1968 0,-1 0 352 16,-1 3 80-16,0 4 16 0,-2 3-864 0,0 0-160 0,4-12-48 15,-8 31 0 17,8-31-2048-32,-2 27-432 0,2-27-80 0,0 0 0 0</inkml:trace>
  <inkml:trace contextRef="#ctx0" brushRef="#br0" timeOffset="5806.27">21680 6360 12495 0,'0'-2'256'0,"-1"1"64"0,1 1 16 0,-1 0 48 0,0 1-384 0,0-1 0 15,1 2 0-15,-3 3 0 0,-1 1 2128 0,-2 3 368 16,-2 0 64-16,0 3 0 0,-1 0-1152 0,0 2-256 16,1 3-32-16,-1-1-16 0,-1 3-288 0,0 3-64 0,-1 4-16 15,-1 2 0-15,0 4 0 0,-1-2 0 0,1 0 0 0,0-1 0 16,1-5-384-16,0 0-80 0,2-1-16 0,2-3 0 16,1-4-256-16,6-16 0 0,0 0 0 0,-4 31 0 15,4-31 144-15,0 0 32 0,0 0 0 0,0 0 0 16,0 0 80-16,0 0 32 0,0 0 0 0,23-3 0 15,-19-3 48-15,1-2 16 0,1 1 0 0,-2-1 0 16,1-1-352-16,-1 0 144 0,1-2-144 0,0 2 0 16,-1 0 128-16,1 0-128 0,1 1 0 0,-1 0 0 15,2 2 144-15,-1-1-16 0,2 0-128 0,2 0 192 0,0 1 192 0,0 0 48 16,1-1 0-16,0 2 0 0,0-2-112 0,0 2-32 16,1 0 0-16,-1 1 0 0,1 0 160 0,-1 1 48 15,-2 0 0-15,0 1 0 0,-2 2-240 16,-1 0-32-16,-1 0-16 0,-1 2 0 0,-1 1-208 0,-1 2 0 15,-1-1 0-15,0 3 0 0,-3 1 0 0,1 2 0 16,-3 1 0-16,-1 1 0 0,-1 0 0 0,-1 3 0 16,1 0 0-16,-1-1 0 0,1 1 0 0,-1-1 0 15,7-14 0-15,-9 24 0 0,9-24-128 0,0 0-80 16,-5 26-16-16,5-26 0 16,0 0-1152-16,0 0-224 0,0 0-64 0,0 0-14352 0</inkml:trace>
  <inkml:trace contextRef="#ctx0" brushRef="#br0" timeOffset="6234.38">21911 6702 8287 0,'1'-2'736'0,"0"2"-592"0,0 0-144 0,-1 0 0 0,0 0 1216 0,0 0 224 15,1 2 32-15,0-2 16 0,0 2 1408 0,0 0 288 16,2 1 48-16,1 0 16 16,-4-3-1584-16,0 0-304 0,0 0-64 0,0 0-16 0,34 6-448 0,-24-6-112 15,0-2-16-15,0 0 0 0,-1-3-448 0,1 2-112 16,2-3-16-16,-3-1 0 0,1 0-128 0,-2-1 0 16,1 1 0-16,-3-2 0 0,0 1 0 0,-2 1 0 15,-1-2-192-15,-1-1 192 0,-1 3-336 0,-2-2 48 16,-1-1 16-16,-1 1 0 15,-2 2-304-15,-1-1-48 0,-1 4-16 0,-2 2 0 0,-2 2 224 0,0 2 32 0,0 0 16 0,-1 3 0 16,0 2 368-16,0 3 128 0,1-1 0 0,0 3 0 16,0 0 448-16,-1 2 64 0,0 0 32 0,1 1 0 15,1 1 160-15,1-2 16 0,2 0 16 0,2-1 0 16,5-13-32-16,0 0-16 0,-1 36 0 0,1-36 0 16,0 0-480-16,0 0-80 0,0 0-32 0,37 30 0 15,-37-30-224-15,26 2 144 0,-11-2-144 0,-1-5 128 16,1 3-448-1,1-3-80-15,1-2-32 0,0 1 0 0,-2-1-1760 0,1-1-368 0</inkml:trace>
  <inkml:trace contextRef="#ctx0" brushRef="#br0" timeOffset="7608.23">22241 6680 6447 0,'0'0'576'0,"1"0"-576"15,-1 0 0-15,0 0 0 0,0 0 2000 0,1 0 304 16,-1 0 48-16,2-2 16 0,0 2 784 0,2 0 176 16,0-2 16-16,1 0 16 0,0 2-1760 0,2-3-336 15,0-2-80-15,1 1-16 0,0-1-688 0,0-2-144 0,1 0-16 0,-1 0-16 16,-1-1 16-16,0 1 16 16,-1-1 0-16,-3 0 0 0,-1 1-160 0,-1-3-48 0,-2 5 0 15,-2 0 0-15,0 1-128 0,-3 2 0 0,-1 2 0 0,-1 0 0 16,0 2 128-16,-2 2-128 0,-1 1 128 0,-1 2-128 31,1-1 176-31,0 0-48 0,2 4-128 0,-1-3 192 0,1 0-64 0,-1 3 0 0,1 1-128 0,0-3 192 16,3 1-32-16,0-1-16 0,3 0 0 0,-1 0 0 15,2-1 80-15,2-2 16 0,0-1 0 0,3-2 0 16,1 1-80-16,0-3-16 16,4 0 0-16,-1 0 0 0,1-3 32 0,1 1 0 0,0 1 0 15,-1-2 0-15,1 0-176 0,-1 1 0 0,0-1 0 0,0 1 0 0,-2 0 0 0,1 0 0 16,-1-1 0-16,-1 0 0 15,-1 3 0-15,-1-2 0 0,1 1 0 0,-2 1 0 16,0-1 0-16,-1 1 0 0,-1 0 0 0,0 0 0 16,0 0 0-16,1 0 0 0,-1 0 128 0,0 0-128 15,-1 0 0-15,1 0 0 0,0 0 0 0,-1 0 0 0,2 0 0 0,-1 0 0 16,0 0 0-16,0 0 0 0,-1 0 0 0,1 0 0 16,-1 0 0-16,0 1 0 0,0-1 0 0,0 0 0 15,1 0 0-15,-1 1 0 0,0-1 0 0,0 0 0 0,1 0 0 16,-1 2 0-16,1-2 0 0,0 0 0 0,0 0 0 15,0 0 0-15,0 0 0 0,0 0 0 16,1 0 0-16,-1 0 0 16,0 0 0-16,1-2 0 0,0 2 0 0,-1-1 0 0,2 0 0 0,-1 1 0 0,0-2 0 15,0 2 0-15,1-3 0 0,0 1 0 0,-2 1 0 0,2-1 0 16,0 0 0-16,0 0 128 0,-1-3-128 0,1 2 128 31,-1 1-128-31,0 0 0 0,-1-1 144 0,0-1-144 0,0 1 0 0,0 1 144 0,0 0-144 0,-1-1 0 31,1-1 128-31,0 1-128 0,-1 3 0 0,0-2 0 16,0-1 128-16,0 3-128 0,0 0 0 0,-1-2 0 16,1 2 0-16,-1 0 0 0,0 0 128 0,0 2-128 0,0-2 0 15,0 0 128-15,0 1-128 0,1-1 0 0,0 2 0 0,0-2 0 16,0 0 0-16,0 0 0 0,0 0 128 0,-1 0-128 16,1 2 0-16,-1-4 0 0,1 2 144 0,0 0-144 15,-1 0 0-15,1-2 144 0,0 1-144 0,-1 1 0 16,0-2 0-16,1 0 128 0,-1 1-128 0,0-1 0 15,0 0 144-15,1 0-144 0,-1-1 128 0,0 1-128 16,-1 1 160-16,1 1-160 0,0-2 128 0,1 2-128 16,-1 0 0-16,0 0 144 0,0 2-144 0,0-1 0 0,-1 1 144 0,1 1-144 15,-1-1 144-15,0 2-144 0,-1-1 192 0,1 2-192 16,-1-1 160-16,0 1-160 0,-1 0 128 16,0 0-128-16,-1 2 128 0,2-2-128 0,-2 2 0 0,1-1 128 15,0 2-128-15,0-1 0 0,1-2 144 0,0-1-144 16,1 2 128-16,0-1-128 0,0 1 128 0,-1-1-128 15,1-1 128-15,0 2-128 0,1 0 128 0,-1 2-128 16,1-4 0-16,-1 3 144 0,1 0-144 0,0-1 0 16,0 2 128-16,-1 0-128 0,1-1 0 0,2-7 0 15,0 0 0-15,0 0 0 0,0 0 0 0,0 0 0 16,0 0 128-16,0 0-128 0,0 0 0 0,0 0 0 0,0 0 0 16,32 26 128-16,-24-31-128 0,1 1 0 0,1-3 128 0,-1 2-128 15,1-3 0-15,2-1 0 0,0-2 0 0,-1 1 0 16,1 0 0-16,-1 1 0 0,1 0 0 0,-2-1 0 15,1 0 0-15,-1 1 0 0,0 2 0 16,1-3 0-16,-2 0 0 0,0 1 0 0,0 0 0 0,0-2 0 16,-1 0 0-16,-1-1 0 0,0-2 0 0,-1-1 0 15,0 0-144-15,0-5 144 0,-1-1-256 0,0 0 48 16,-1-3 0-16,2 0 0 0,0-2 48 0,0-4 16 16,3-4 0-16,1-1 0 0,-1 0-48 0,0 1 0 0,1 3 0 0,-1 0 0 15,-1 7 48-15,-1 4 0 0,-3 3 0 0,0 2 0 16,1 1 144-16,-2 2 0 0,1 0 0 0,-1 1 0 15,-1 2 0-15,0 1 0 0,-1-1 0 0,0 2 0 16,0 0 0-16,0 2 0 0,-1 0 0 0,0-2 0 16,0 2 0-16,0-1 0 0,1 1 0 0,0 0 128 15,-1 1-128-15,1 0 144 0,0 2-144 0,0-1 160 16,0 3-160-16,-1-2 0 0,0 2 0 0,-1 3 128 16,0 2-128-16,-1 2 192 0,2-7-192 0,-7 28 192 15,7-28-64-15,-9 41-128 0,4-13 192 0,-3 3-64 16,2 3-128-16,-2 3 0 0,0-1 144 0,0 1-144 0,0-2 128 15,0-1-128-15,0 2 128 0,1-3-128 0,0 2 0 0,1-4 144 16,0 0-144-16,2-3 0 0,4-28 128 0,-7 50-128 16,7-50 0-16,-3 38 0 0,3-38 128 0,0 0-128 15,0 38 0-15,0-38 0 0,0 0 0 0,0 0 0 16,0 0 0-16,0 0 0 0,0 0 0 0,0 0 0 16,0 0 0-16,0 0 0 0,0 0 0 0,0 0 0 15,0 0 0-15,0 0 0 0,0 0 0 0,0 0-224 16,32 14 16-16,-27-20 0 15,-1 0-1504-15,1 2-288 0,0-3-64 0,-1 2-13904 0</inkml:trace>
  <inkml:trace contextRef="#ctx0" brushRef="#br0" timeOffset="8161.73">22612 6614 10127 0,'1'5'448'0,"-1"-3"96"0,0 1-544 0,0-1 0 16,1-2 0-16,-1 0 0 0,1 0 2288 0,0 2 336 16,0-1 80-16,2 1 16 0,-1 0-48 0,2-2-16 15,1 0 0-15,0 0 0 0,2-2-1168 0,-1-1-224 16,3-1-48-16,-2-1-16 0,1-2-720 0,1-1-144 15,0-1-16-15,-1 0-16 0,0-3-304 0,-3 0 0 16,0-1 0-16,-2 0 0 0,0-3 0 0,-3 2 0 16,0 1 0-16,0 1 0 0,-3 3 0 0,-1-1 0 15,-1 6 0-15,-1-1 0 0,-1 3 0 0,-2 4 0 16,0 0 0-16,-1 3 0 0,-1 2 128 0,0 0 0 16,1 3 16-16,0 2 0 0,-1 0 64 0,1 2 16 15,-1 2 0-15,0 1 0 16,2-3-80-16,1 3-16 0,1-2 0 0,3-2 0 0,4-13 160 0,0 0 32 15,-3 38 0-15,3-38 0 0,0 0-64 0,0 0 0 0,0 0 0 0,26 45 0 16,-26-45-112-16,0 0-16 16,0 0-128-16,30 34 192 0,-30-34-192 0,0 0 144 15,0 0-144-15,27 45 128 0,-27-45-128 0,0 0 0 16,11 44 144-16,-11-44-144 0,0 0 0 16,-1 43 0-16,1-43 0 0,-6 24 128 0,0-13-128 0,0 1 0 0,-2 0 0 0,-2-1 0 15,-1 0 0-15,-1 1 144 16,0-3-144-16,-1 0 0 0,2-3 160 0,-1 0-160 0,0-1 128 0,-2 0-128 0,2-1 128 0,0-3-128 15,2 1 128-15,0-2-128 0,3-3 0 0,0 1 0 16,2 0 0-16,0-3 0 31,2 1-1008-31,2-1-176 0,2-5-32 0,3 0-15408 0</inkml:trace>
  <inkml:trace contextRef="#ctx0" brushRef="#br0" timeOffset="8588.29">22837 6640 10127 0,'0'0'896'0,"0"0"-704"0,0 0-192 0,0 0 0 15,1 0 1568-15,-1 0 288 0,0 0 48 0,2 0 16 16,2-1-512-16,0 0-80 0,0-1-32 0,2 0 0 15,0 1-912-15,1-1-192 0,0-1-48 0,1-1 0 16,-1 1 608-16,1-1 112 0,1 0 32 0,0-2 0 16,1 0-400-16,0-2-80 0,0 1-16 0,-1-3 0 0,0 1-400 0,0 0 0 15,-2 0 128-15,1-2-128 16,-2 4 144-16,1-2 0 0,-3-1 0 0,-1 0 0 0,-1 2 112 0,-1-1 0 16,-3 1 16-16,-1 1 0 0,0-1-16 0,-2 4-16 15,-1-1 0-15,0 2 0 0,-3 1 48 0,0 4 16 16,0 1 0-16,0-1 0 0,-2 3 336 0,3 0 64 15,1 0 0-15,-2 1 16 0,-2 4-80 0,-1 2 0 16,0 0-16-16,-1 2 0 0,2 0-64 0,0 0-16 16,1-1 0-16,0 1 0 0,1 2-32 0,1-3 0 0,1 1 0 0,7-14 0 15,-10 28-112-15,10-28-16 0,0 0-16 0,-6 35 0 16,6-35-160-16,0 0-16 0,0 0-16 0,0 0 0 16,28 39-176-16,-28-39 160 0,0 0-160 0,36 11 160 15,-22-11-160-15,1 0 0 0,-1-3 0 0,0 1 128 16,2 0-128-16,-1-3-176 0,0 0 48 0,1 1-12080 15,-1-1-2400-15</inkml:trace>
  <inkml:trace contextRef="#ctx0" brushRef="#br0" timeOffset="8950.87">23419 6353 10127 0,'-2'0'896'0,"1"0"-704"0,1 0-192 15,-2 1 0-15,1 1 1648 0,0-1 288 0,-1 2 64 0,-1 0 16 16,-2 5 800-16,-1 3 176 0,-2 2 16 0,-1 4 16 16,1 0-1200-16,-1 4-240 0,0 1-48 0,0 2-16 15,1 2-560-15,-1 0-96 0,1-2-32 0,0 0 0 16,8-24-400-16,-13 46-96 0,13-46-16 0,-12 41 0 16,12-41-544-16,-12 35-112 0,12-35-32 0,-8 27-16112 15</inkml:trace>
  <inkml:trace contextRef="#ctx0" brushRef="#br0" timeOffset="9385.79">23660 6180 7359 0,'-1'-2'656'0,"0"0"-528"0,0 2-128 0,1 0 0 0,0 2 3744 0,0-2 720 15,0 0 144-15,0 0 16 0,0 1-1184 0,0 0-240 16,1 2-64-16,-1 0 0 0,0 1-1936 0,0 0-400 31,0 1-80-31,-2 0-16 0,2 2-576 0,-3 2-128 0,0-1 0 0,-2 1 0 0,1 0 0 0,-2 1 0 16,1 0 0-16,-1-3-160 31,2 1-752-31,1 0-160 0,0-3-16 0,1 0-9408 0,2 0-1888 0</inkml:trace>
  <inkml:trace contextRef="#ctx0" brushRef="#br0" timeOffset="9508">23774 6208 21183 0,'-3'3'944'0,"0"0"192"0,0-1-912 0,-1-1-224 0,1 0 0 0,1 1 0 15,-1 1 1856-15,-3 2 320 0,-2 0 64 0,-4 5 0 16,-3 3-480-16,1 1-96 0,-1 1-32 0,2 2 0 16,4-1-928-16,2-4-192 0,7-12-48 0,0 0-16576 15</inkml:trace>
  <inkml:trace contextRef="#ctx0" brushRef="#br0" timeOffset="11696.68">17165 7690 22111 0,'1'-2'1968'0,"0"0"-1584"0,0 0-384 0,-1-1 0 16,0 3 1248-16,0-3 160 0,1 1 48 0,0-4 0 15,-1 0-352-15,-1-1-64 16,0 2-16-16,-2 1 0 0,-2 2-640 0,-1 0-128 16,-2 4-16-16,-2 0-16 0,-2 2-16 0,-2 2 0 0,-2 1 0 0,-2 2 0 15,-2 1-208 1,-2 1 0-16,-2 1 0 0,-2 1 0 15,1 0 0-15,-1 0-128 0,2 0 128 0,-3 4-160 16,-1-1-160-16,1 1-48 0,5 0 0 0,3-3 0 0,6-2 672 0,5-2 128 16,2-1 16-16,3-1 16 0,1-2 208 0,2 0 32 15,2-3 16-15,2 2 0 0,3-4-592 0,2 1-128 16,1 0 0-16,1-2 0 0,3 0 128 0,0 1 48 16,3 0 0-16,-1-1 0 0,-1 1 64 0,1 1 16 15,-16-2 0-15,33 7 0 0,-33-7-256 0,0 0 0 16,36 14 128-16,-36-14-128 0,0 0 0 0,0 0 0 15,0 0 0-15,15 40-160 0,-20-30 160 0,-2-1-128 16,0-1 128-16,-3 2-128 0,-1-1 128 0,-1 0 0 0,-1 0 128 16,-1 1-128-16,2-3 192 0,-2 2-16 0,-1-1-16 15,1-2 0-15,0 0-160 0,3-2 0 0,2-1 0 16,2-1 128-16,4 0-128 0,0-2 0 0,3-2 0 0,3-3 0 16,1 1-128-16,4-4-64 0,3 1-16 0,0-1-16160 15</inkml:trace>
  <inkml:trace contextRef="#ctx0" brushRef="#br0" timeOffset="11883.9">17185 7848 17503 0,'1'-3'1552'0,"-1"2"-1232"0,1-1-320 0,-1 2 0 0,1 0 2016 0,-1 0 352 16,0 0 64-16,0 0 0 0,1 2 560 0,1-1 96 15,0 1 32-15,1 1 0 0,1-1-2048 0,0 0-416 16,-1 0-80-16,2 1 0 0,0 0-576 0,0 1-176 15,1-4 0-15,-1 2 0 16,2 1-912-16,-2-3-176 0,1 2-32 0,-2-1-16 16,-1 1-1104-16,0 0-208 0</inkml:trace>
  <inkml:trace contextRef="#ctx0" brushRef="#br0" timeOffset="12010.45">17259 7900 3679 0,'-4'5'160'0,"3"-4"32"0,0 0-192 0,0 0 0 15,1 0 0-15,-1 1 0 0,0-1 1984 0,-1 3 336 0,-3 1 80 0,0 4 16 16,-2 1 672-16,0 0 144 0,0 3 32 0,0-3 0 15,1 1-1280-15,0 1-256 0,1-2-64 0,2-1 0 16,0 1-1664-16,1-1-144 0,0-1-128 0,2-8-12816 16</inkml:trace>
  <inkml:trace contextRef="#ctx0" brushRef="#br0" timeOffset="12474.42">17414 7959 19343 0,'3'-1'1728'0,"1"1"-1392"16,-2-2-336-16,0 2 0 0,0-1 2256 0,1 0 384 15,1-3 80-15,4 0 16 16,3-2-1088-16,2-2-224 0,2-1-32 0,-2 0-16 0,0 1-1088 0,-2-1-288 16,1 2 0-16,-2-3 0 0,0 3 0 0,-1-2 0 15,-2 1 0-15,-2 2 0 0,-1-2 0 0,-2 2-240 16,-1 0 48-16,-3 2 16 15,0-3-528-15,-3 3-128 0,-1 1 0 0,-1 0-16 16,-2 3 144-16,-3 0 16 0,-1 1 16 0,-2 3 0 16,0 0 672-16,1 2 352 0,1 0-32 0,2 0-16 0,3 2 208 0,-1 0 64 0,3-1 0 0,-1 2 0 15,2-1 64-15,0-2 0 0,2 3 16 0,1 0 0 16,2-9-400-16,0 0-96 0,0 0-16 0,6 38 0 16,-6-38 112-16,0 0 0 0,0 0 16 0,28 40 0 15,-28-40 16-15,0 0 0 0,27 32 0 0,-27-32 0 16,0 0-288-16,25 34 0 0,-25-34 128 0,0 0-128 15,0 0 0-15,26 45 0 0,-26-45 0 0,0 0 0 0,0 0 128 0,6 38-128 16,-8-31 0-16,0 0 0 0,-2 0 432 0,-2 0-32 16,0 0 0-16,-3-1 0 15,-2 0 48-15,-1 1 16 0,-2-2 0 0,-2 2 0 0,-1-2-288 0,-3-1-176 16,-2 0 192-16,1 0-192 0,0-2 0 0,6 0 0 16,2-1 0-16,2 1 0 0,2-2 0 0,2 2-192 15,2-1 192-15,3-1-192 16,1 0-704-16,2 0-128 0,3-1-16 0,1-1-15392 0</inkml:trace>
  <inkml:trace contextRef="#ctx0" brushRef="#br0" timeOffset="12964.68">17786 7900 5519 0,'3'-3'496'0,"-2"0"-496"0,-1 1 0 0,-1 1 0 31,0 1 928-31,0-1 96 0,-1-2 0 0,0-2 16 0,-1-1-144 0,0-1-16 0,-1 4-16 0,0-2 0 16,1 0-864-16,0 3-160 0,1 0-32 0,0 2-16 16,1 0 1664-16,0 0 336 0,0 0 64 0,1 1 0 31,0 0-208-31,0 1-48 0,0-1-16 0,0 3 0 0,0-1-32 0,-1-1 0 0,1 3 0 0,-2 0 0 16,1 4 80-16,-2 0 16 15,0 2 0-15,-2 2 0 0,0 1-848 0,-1 0-160 0,1 1-48 0,-2 2 0 0,1-3-416 0,0 0-176 16,1-2 128-16,1 0-128 0,0-3 0 0,2-2 0 31,0-2 128-31,2 0-128 0,1-4 0 0,0-2 0 0,2-1 0 0,0-1 0 16,1-2-384-16,0-2 0 15,2 0 0-15,-2-3 0 16,3 1-400-16,-1-3-96 0,2 0-16 0,-1-2 0 16,0 2-256-16,0 0-64 0,0-1-16 0,-1 0 0 15,1 2 336-15,-1-1 80 0,1-2 16 0,0 2 0 0,0 0 384 0,1 2 80 0,-1 3 16 0,0 1 0 16,0 1 640-16,-1 2 128 0,0 1 16 15,-1 1 16-15,0 2 656 0,-1 3 128 0,0-1 16 16,-4-3 16-16,0 0-208 0,0 0-64 0,0 0 0 0,11 41 0 16,-11-41-416-16,0 0-96 0,0 41 0 0,0-41-16 15,-3 29-192-15,3-29-48 0,-5 29 0 0,5-29 0 16,-7 26-256-16,7-26 160 0,-5 19-160 0,3-10 128 16,2-9-128-16,0 0 0 0,0 0 0 0,0 0 0 15,0 0-496-15,0 0-80 0,6 0 0 16,-1-7-10272-16,0-2-2048 0</inkml:trace>
  <inkml:trace contextRef="#ctx0" brushRef="#br0" timeOffset="13151.96">18023 7752 19343 0,'0'3'848'0,"0"-1"192"0,1 1-832 0,0-1-208 15,0-1 0-15,-1 0 0 0,1-1 1888 0,2 2 336 16,1 3 64-16,1-2 16 0,-5-3-496 0,0 0-80 0,0 0-32 0,33 12 0 15,-25-10-1040-15,0-2-208 0,0 2-32 0,-2-2-16 16,0 2-400-16,-2-1 128 0,1 1-128 0,-2 0 0 31,-2 1-896-31,-1 1-272 0,-2 1-48 0,-1 0-13248 0</inkml:trace>
  <inkml:trace contextRef="#ctx0" brushRef="#br0" timeOffset="13297.07">18049 7892 11967 0,'0'3'528'0,"0"-1"112"0,1 0-512 0,-1 1-128 0,0-1 0 0,-1 0 0 0,0 1 2752 16,0 4 528-16,1-7 112 0,-4 21 0 0,4-21-336 0,-7 29-80 16,7-29-16-16,-4 28 0 0,4-28-1920 0,0 0-384 15,-3 31-80-15,3-31 0 16,0 0-896-16,0 0-160 0,0 0-32 0,0 0-15376 16</inkml:trace>
  <inkml:trace contextRef="#ctx0" brushRef="#br0" timeOffset="13640.91">18449 7575 15663 0,'2'-1'1392'0,"-1"-1"-1120"0,0 2-272 0,-1 0 0 16,1 0 1792-16,-2 0 320 0,-1 2 48 0,-1 1 16 16,-2 0 96-16,1 3 32 0,-4 1 0 0,1 1 0 15,-1 3-1664-15,-1-1-320 0,2 2-64 0,-1-2 0 16,2 3 0-16,0 0 16 0,2 1 0 0,0-2 0 15,4-12 368-15,-6 28 80 0,6-28 16 0,-3 30 0 16,3-30-480-16,-1 32-80 16,1-32-32-16,-1 35 0 0,1-35 48 0,1 38 16 0,-1-38 0 0,1 43 0 15,-1-43 96-15,0 47 16 0,0-47 0 0,1 45 0 16,-1-45-144-16,-3 48-32 0,3-48 0 0,-7 47 0 0,1-24-144 16,-1-1 0-16,1-3 0 0,-1 0 0 0,0-3 176 15,0-1-48-15,-1 1-128 0,1-4 192 0,-2 0-48 0,-1 0-16 16,-1-3 0-16,-2 1 0 0,-1-1-128 0,-1-4 0 15,1 0 0-15,-3-3 0 0,1-1 0 0,-1-2-176 16,2-3 16-16,-1 0 0 16,2-2-960-16,3-1-192 0,2-2-32 0,3-3-9584 15,2-3-1904-15</inkml:trace>
  <inkml:trace contextRef="#ctx0" brushRef="#br0" timeOffset="13828.07">18191 7892 11967 0,'0'2'1072'0,"1"-2"-864"15,0 1-208-15,0 1 0 0,0-2 2208 0,0 2 400 16,1-2 80-16,2 3 0 16,-4-3 736-16,0 0 144 0,26 3 16 0,-13-4 16 0,3-3-1680 0,0-1-320 0,2 0-80 0,2-3-16 15,0 0-1056-15,3 0-192 0,0-2-64 0,-1 2 0 16,0 1-192-16,-1 1 0 16,-1-1 0-16,-1 2 0 0,-1 0-128 0,-1 1-128 0,-2 0-32 0,-2 1-11632 15,-3 0-2336-15</inkml:trace>
  <inkml:trace contextRef="#ctx0" brushRef="#br0" timeOffset="14003.12">18690 7698 16575 0,'0'0'1472'0,"0"0"-1168"16,1 0-304 0,-1 0 0-16,0 0 2064 0,1 0 368 0,-1 1 64 0,2 0 0 0,1-1 464 0,1 2 96 15,1-2 16-15,0 0 0 16,2 1-2176-16,-1-1-448 0,1 0-64 0,-1 2-32 0,0-2-512 0,1 2-96 15,-3-2-32-15,0 3 0 16,0-1-1824-16,-3 0-352 0</inkml:trace>
  <inkml:trace contextRef="#ctx0" brushRef="#br0" timeOffset="14179.09">18698 7809 2751 0,'0'3'256'0,"0"-3"-256"0,0 2 0 0,0-2 0 15,0 1 1600-15,0 0 256 16,0-1 64-16,0 2 16 0,0 3 1488 0,0 0 288 0,0-5 64 0,0 0 16 15,0 0-400-15,-5 34-96 0,1-23-16 0,4-11 0 16,-8 26-1680-16,8-26-352 16,-10 31-64-16,10-31-16 0,-10 29-896 0,10-29-272 0,-7 28 128 0,7-28-128 15,0 0 0-15,-7 31 0 16,7-31 0-16,0 0 0 0,0 0-1072 0,0 0-224 0</inkml:trace>
  <inkml:trace contextRef="#ctx0" brushRef="#br0" timeOffset="14555.83">19005 7866 11055 0,'7'-5'480'0,"-3"3"112"0,-1-1-464 0,0 0-128 0,-1 2 0 0,-1-1 0 15,2 0 2016-15,0-2 384 0,3 0 80 0,1-6 16 16,2 3-160-16,-3-2-32 0,-1-1 0 0,-2 1 0 16,-1 0-768-16,-3 1-176 0,-1 2-16 0,-1 0-16 15,-2 2-144-15,-1-1-32 0,-2 2 0 0,-1 1 0 16,0 2-720-16,-1 2-160 0,-3 3-16 0,-1 0-16 16,0 3-624-16,0 1-112 0,2 2-16 0,1-1-16 15,2 2-48-15,-1 0 0 0,2 0 0 0,1 0 0 16,2-1 576-16,-1 1-128 0,6-12 128 0,-6 27 0 15,6-27 0-15,0 0 144 0,3 38-16 0,-3-38 0 16,0 0 192-16,0 0 48 0,27 30 0 0,-27-30 0 0,0 0-128 16,37 8-32-16,-37-8 0 0,26 2 0 15,-13-2-208-15,1-3 0 0,1 0 0 0,0-1-160 16,1-1-704-16,-2 0-144 0,1-1-16 0,-1-2-16 16,1 1-1760-16,0 0-336 0,0-2-80 0,-1 2-8064 15</inkml:trace>
  <inkml:trace contextRef="#ctx0" brushRef="#br0" timeOffset="15311.49">19272 7833 2751 0,'10'-12'128'0,"-8"9"16"0,-1 1-144 0,0 2 0 16,-1 0 0-16,0-1 0 0,1-2 1520 0,1-2 272 16,0-2 48-16,0-1 16 0,0 2 1040 0,-1-2 224 15,-1 4 32-15,-1-3 16 0,-1 3-704 0,0 0-144 0,0 2-16 16,-1-1-16-16,1 1-976 0,-2 0-192 0,0 0-32 0,0 2-16 16,-2 0-496-16,1 0-80 15,-2 0-32-15,1 2 0 0,0 0-144 0,-2 1-48 0,-1 2 0 0,0 1 0 16,1 0-272-16,-2 2 160 0,1 2-160 0,-1 0 128 15,1 2-128-15,1 0 160 0,1 0-160 0,0-1 160 16,3 1 128-16,0 0 32 0,4-12 0 0,0 0 0 16,-3 33-128-16,3-33-32 0,0 0 0 0,0 0 0 15,0 0-160-15,0 0 0 0,34 31 144 0,-24-33-144 16,0 1 0-16,0-2 0 0,1-3 0 0,-1 1 0 16,1-2-160-16,0 0 160 0,-1 0-192 0,0-3 192 15,0 3-512-15,-1-2 16 0,1-1 0 0,-1 1 0 0,0-2 192 0,-2 1 48 16,0 0 0-16,-2 1 0 0,-1-1 256 0,-1 3 0 15,-1 0 0-15,-1-1 0 16,-1 4 128-16,-1 0-128 0,0 3 176 0,0 1-176 0,-1 3 384 0,-1-1-48 16,0 2 0-16,0 0 0 15,0 4-32-15,-2 0-16 0,1 2 0 0,4-10 0 0,-5 20 64 0,5-20 16 16,0 0 0-16,-4 29 0 0,4-29-160 0,0 0-16 16,0 0-16-16,0 0 0 0,0 0-176 0,0 0 0 15,0 0 144-15,29 32-144 0,-22-33 0 0,2-4 144 0,0 0-144 16,0-1 0-16,2-2 0 0,0-1 0 0,0 0 0 0,1-1 0 15,-1-1-128-15,0-1-144 0,0 1-32 0,0-1 0 16,1-2 80-16,-2 3 16 0,1 1 0 0,-2 1 0 16,1-1 208-16,-2 3 0 0,1 0 0 0,-3 2 0 15,0 2 0-15,-2 1 0 0,-1 2 0 0,-1 2 160 16,0 2 96-16,-2 1 32 0,0-5 0 0,0 0 0 16,0 0 16-16,-6 37 0 15,6-37 0-15,-5 28 0 0,5-28-160 0,-8 28-16 0,8-28-128 0,-6 26 192 16,6-26-192-16,0 0 144 0,-6 32-144 0,6-32 128 15,0 0-128-15,-5 24 0 0,3-18 0 0,1-1 0 0,-1-2 0 16,1-1 0-16,0-2 0 0,0 0 0 0,2-2 0 0,1-1 0 16,1-2 0-16,0-1 0 0,1-2 0 0,2 1 0 15,1-4 0-15,1-1 0 16,1 0-496-16,2 0-16 0,1-3-16 16,1-1 0-16,1 1-928 0,0-1-176 15,2-1-32-15,-1 3-16 0,-1-2-304 0,0 4-64 0,-2 2-16 0,-1 2 0 16,-3 2 1072-16,-2 4 224 0,0 1 32 0,-3 1 16 0,-2 3 1104 0,-1-3 240 15,0 0 32-15,0 0 16 0,-10 31 880 0,3-19 176 16,1 2 48-16,-1 0 0 0,1 2-704 0,-1 1-144 16,1 0-32-16,-1-1 0 0,7-16-160 0,-7 31-32 0,7-31-16 15,0 0 0-15,-3 33-224 0,3-33-32 0,0 0-16 0,0 0 0 16,0 0-608-16,0 0-112 16,24 34-16-16,-17-37-16 15,3-1-1520-15,0-1-288 0</inkml:trace>
  <inkml:trace contextRef="#ctx0" brushRef="#br0" timeOffset="15595.45">19987 7560 12895 0,'2'0'1152'0,"-1"0"-928"0,0 0-224 0,0 0 0 16,-1 2 2240-16,-1-2 384 0,0 3 96 0,0 2 16 16,-3 2 320-16,4-7 64 0,-11 28 16 0,2-10 0 15,0 3-1968-15,-1 2-384 0,-1-2-80 0,1 3 0 0,0-3-128 0,1 1 0 16,-1 1-16-16,1 1 0 0,-1-3-176 0,2 0-16 15,0-1-16-15,8-20 0 0,-10 35-176 0,10-35-48 16,0 0 0-16,-1 34 0 0,1-34-128 0,0 0 0 16,0 0 0-16,0 0 0 0,30 11 0 0,-21-15 0 15,3-3 0-15,0-1 128 0,1-1-288 0,0-3-64 16,0-1-16-16,0 0 0 31,-1 1-944-31,0-2-192 0,0 0-32 0,-2 0-16 0,-3 2-432 0,-1-2-96 0,-3 2-16 0,-1 0 0 16,-2 2-1488-16,-2 1-320 0,-2 4-48 0,-2-2-1952 0,-1 4-400 0</inkml:trace>
  <inkml:trace contextRef="#ctx0" brushRef="#br0" timeOffset="15754.33">19817 7766 1839 0,'-23'8'160'0,"14"-6"-160"0,5 0 0 0,1-2 0 15,1 0 2160-15,1 0 400 16,-2 2 64-16,-2-2 32 0,-1 1 160 0,2-1 48 0,2 0 0 0,2 0 0 16,4 0 16-16,3-1 16 0,1 1 0 0,3-2 0 31,2 2-752-31,2-2-160 0,2 2-16 0,0-2-16 0,-1 0-1232 0,1 1-240 15,1-1-48-15,-1 0-16 0,0 1-416 0,0-1 0 0,0 0 0 0,-1-3 0 16,0 2-832-16,-1-1-256 0,-1 0-64 0,-1-1-15760 31</inkml:trace>
  <inkml:trace contextRef="#ctx0" brushRef="#br0" timeOffset="16453.59">20174 7473 26719 0,'3'-4'1184'0,"-1"1"240"0,0 2-1136 0,-2-1-288 16,1 0 0-16,-1 1 0 0,1 1 1488 0,0 0 240 15,0-2 64-15,1 2 0 0,0 0-768 0,0 2-160 0,-1 1-32 0,-1-3 0 16,0 0-256-16,0 0-64 0,0 0-16 0,-3 47 0 16,3-47-64-16,-6 34-16 0,6-34 0 0,-9 44 0 15,9-44-192-15,-12 50-32 0,12-50-16 0,-13 52 0 16,13-52-176-16,-10 48 160 0,10-48-160 0,-5 33 160 15,5-33-160-15,0 0 160 0,0 0-160 0,0 0 160 16,11 41-160-16,-11-41 0 0,0 0 0 0,0 0 0 16,23 0 0-16,-15-3 0 0,-1-4 0 0,1 0 0 15,1 0-560-15,-1-3 16 0,3-2 0 0,0 1 0 16,0 1-720-16,-1-4-144 0,1 0-16 0,-1-1-16 16,0 1-416-16,0-2-96 0,1-3-16 0,0 1 0 15,-1 0 1136-15,0 1 208 0,-1 3 48 0,-3 3 16 0,0 4 768 0,-2 2 160 16,-2 4 16-16,-2 1 16 0,0 3 1344 0,-1 2 272 15,1-5 48-15,-8 16 16 0,8-16-544 0,-10 22-96 16,10-22-32-16,-13 35 0 0,5-16-784 0,8-19-176 16,-12 41-16-16,12-41-16 0,-9 33-160 0,9-33-16 15,0 0-16-15,-5 40 0 0,5-40-96 0,0 0-128 16,0 0 176-16,0 0-176 0,0 0 0 0,16 39 0 0,-9-39 0 0,0-1 0 16,2-4 0-16,2 0 0 0,0-2 0 15,1-4 0 1,0 1-352-16,2-3-80 0,1 0-16 0,0-4 0 15,-1 1-80-15,0-1-32 0,-1-1 0 0,-2 0 0 0,0 0 304 0,-2 1 48 0,-1 0 16 0,-1 3 0 16,-2 4 192-16,-1 2 0 0,-1 3-160 0,-2 4 160 16,-1 1 256-16,-2 3 112 0,2-3 16 0,0 0 16 15,0 0 192-15,-11 26 48 0,11-26 0 0,-9 21 0 16,9-21-384-16,0 0-80 0,-9 38-16 0,9-38 0 16,-5 34-160-16,5-34 0 0,-3 40 0 0,3-40 128 0,-5 42-128 15,5-42 192-15,-7 48-192 0,7-48 192 0,-11 52-192 16,2-24 0-16,0 4 0 0,-3 1 128 0,-1 2-128 0,-1 1 0 15,0-3 0-15,0 0 0 0,-1-3 0 0,0-3 0 16,-1-3 0-16,0-3 0 0,1-2 0 0,0-3 0 16,1-1 0-16,0-5 0 0,3-2 0 0,2-3 0 15,3-4 176-15,1-2-176 16,1-4 144-16,3-3-144 0,1-2 128 0,2-2-128 0,2-4 0 0,1-2 0 16,1-2 128-16,3-6-128 0,2-3-208 0,4-7-80 15,3-9-16-15,3-5-17936 0</inkml:trace>
  <inkml:trace contextRef="#ctx0" brushRef="#br0" timeOffset="18432.59">21493 7688 19343 0,'0'-6'1728'15,"0"3"-1392"-15,1 0-336 0,0-1 0 0,0 1 496 0,-1 1 16 16,1-1 16-16,0-3 0 0,3-4 1408 0,0-3 288 15,0 0 48-15,1-3 16 0,-1 3-1136 0,-2-1-240 16,-1 2-32-16,-1 3-16 16,0-1-400-16,-3 1-80 0,-3 2 0 0,-2 2-16 15,-3 0 80-15,-1 3 0 0,-2 0 16 0,-3 2 0 0,-1 0-464 0,-2 3 128 0,-1 0-128 16,-1 5 0-16,2-1 0 0,1 0-288 16,2 3 64-16,2-1 16 0,2 1 208 0,2 3 0 0,1 0 0 0,1 3 0 15,1 3 288-15,1 2 0 0,2 3 0 0,0 0 0 16,5-24 224-1,-3 47 32-15,3-47 16 0,3 43 0 0,-3-43-192 0,0 0-48 16,20 49 0-16,-20-49 0 0,0 0-64 0,38 29 0 0,-38-29-16 16,30 12 0-1,-30-12-112-15,37 5-128 0,-18-7 176 0,1-1-176 0,1-3 0 0,-1-2 0 0,2 1 0 0,-1-4 0 32,0 0-768-32,1-1-64 0,0-2-16 0,0 0-10560 15,-1 0-2112-15</inkml:trace>
  <inkml:trace contextRef="#ctx0" brushRef="#br0" timeOffset="18868.29">21835 7262 19343 0,'2'-8'848'0,"-1"4"192"0,0 1-832 0,-1-1-208 16,-1 3 0-16,0 1 0 0,0-2 1824 0,0 2 320 16,-1-1 64-16,-1 0 16 0,0 1-352 0,-2 1-64 15,0 2-16-15,2 0 0 0,-1 4-720 0,0 3-160 0,1 1-16 0,3-11-16 16,-7 33-304-16,2-11-48 0,1 4-16 0,-2 0 0 15,0 5-256-15,-2 0-48 0,1 4-16 0,-1 1 0 16,-1-1-192-16,0 2 0 0,1 0 0 0,0-1 0 16,0-1 0-16,0-6 0 0,2-1 0 0,6-28 0 15,-8 39 0-15,8-39 128 0,-5 27-128 0,3-19 0 16,2-8 0-16,0 0 0 0,0 0 128 0,0 0-128 16,0 0 0-16,0 0 128 0,0 0-128 0,0 0 0 15,21 0 0-15,-14-8 0 0,1-1 0 0,0-1 0 16,1-3 0-16,-1 3 0 0,1-2-192 0,0-2 192 0,0 0-240 15,0 1 64-15,1 2 16 0,-1-1 0 0,1 1 160 0,-1 1-208 16,3 2 80-16,-3 3 128 16,0 1 0-16,0 1 0 0,0 2 0 0,-3 3 0 0,-6-2 0 0,0 0 0 15,0 0 0-15,0 0 0 0,23 42 0 0,-23-42 192 16,0 0-192-16,2 38 192 0,-2-38-192 0,0 0 160 16,-2 42-160-16,2-42 160 0,0 0-160 0,1 34 160 15,-1-34-160-15,0 0 160 0,0 0-160 0,0 0 0 16,34 26 0-16,-22-28 0 0,0-1 0 0,1-2-320 15,1 2 48-15,0-5 16 16,1 1-2128-16,-1-3-432 0,2-2-64 0,1 0-11440 0</inkml:trace>
  <inkml:trace contextRef="#ctx0" brushRef="#br0" timeOffset="19695.55">22228 7641 7359 0,'0'0'656'0,"0"2"-528"0,1-2-128 0,-1 0 0 15,0 1 2240-15,0 1 432 0,1 0 80 0,0 0 0 16,-1 3 432-16,1-2 80 0,1 0 0 0,1-2 16 15,0 1-1408-15,1-2-272 0,1-2-64 0,-1 0-16 16,1-3-1088-16,0 0-224 0,-1 1-32 0,1-1-16 16,-1-2-160-16,-2-1 0 0,0 0 0 0,-1 1-176 15,-2-1-16-15,-2 1 0 0,0-1 0 0,-3 4 0 16,0-1-304-16,-3 1-64 0,-1 3-16 0,-1 1 0 16,-1 3-16-1,0 2-16-15,2-1 0 0,-1 3 0 0,1 3 864 0,-1 0 160 0,0 6 32 0,-1 1 16 0,1 1 224 16,-1 2 32-16,2 1 16 0,2-2 0 0,3-5-112 0,5-14-32 15,-8 26 0-15,8-26 0 0,0 0-96 0,0 0-32 16,3 38 0-16,-3-38 0 0,0 0-224 0,0 0-48 16,0 0-16-16,31 16 0 0,-23-16-176 0,0-2 0 15,2 0 0-15,1-3 128 0,1 0-128 0,0-1-224 16,1 0 48-16,-1-2 16 16,0 0-400-16,1-1-80 0,-2 1 0 0,-2-1-16 15,0-1-96-15,0-1-16 0,-3 1 0 0,0 1 0 16,-2-2 192-16,-2 0 16 0,0 1 16 0,-1 1 0 0,-1 2 288 0,0 1 64 0,1 2 16 0,-1 2 0 15,0 1 496-15,-1 1 112 0,1 1 16 16,-1 1 0-16,0 2 272 0,-1 1 64 0,2-5 16 0,0 0 0 16,0 0-64-16,-6 34-16 15,6-34 0-15,0 0 0 0,-4 31-368 0,4-31-80 0,0 0-16 0,0 0 0 16,2 38-256-16,-2-38 160 0,0 0-160 0,0 0 128 16,0 0-128-16,0 0 0 0,0 0 0 0,35 24 0 0,-27-28 0 15,1 0 0-15,1 0 0 0,1-5 0 16,1 2-320-16,1-2-32 0,2-2-16 15,0-1 0-15,0-2-528 16,1 0-128-16,-1 0 0 0,-1 0-16 0,1-2 96 0,-3 3 32 0,0 1 0 0,-1-1 0 0,0 3 704 0,-3-1 208 16,-1 3 0-16,-1 3 0 0,-2 1 208 0,-3 4 176 15,0 2 16-15,-3 2 16 0,-1 1 592 0,-2 4 112 16,0 2 32-16,-3 2 0 0,0 1-512 0,-1 3-80 16,-1 2-32-16,1-3 0 0,1 1-256 0,0 0-48 0,2-3-16 0,1 0 0 15,5-14-16-15,-7 22-16 0,7-22 0 0,0 0 0 31,0 0-176-31,0 0 0 0,0 0 0 0,0 0 128 0,0 0-128 0,0 0 0 0,0 0 0 0,0 0 0 16,0 0-192-16,29 2 48 16,-23-11 0-16,1 1 0 0,-1 0-96 0,1-2-16 15,0 0 0-15,0-1 0 0,3-1-16 0,-1-1-16 16,1-1 0-16,-1 0 0 0,2 2 112 0,-2 0 32 0,1 3 0 0,-1-1 0 16,0 3 144-16,-2 1 0 15,1 3 0-15,-2 0-128 0,0 3 128 0,-2 0 144 0,-4 0-16 0,0 0-128 16,0 0 560-16,0 0 0 0,0 0 0 0,0 0 0 15,21 38-240-15,-21-38-64 16,0 0 0-16,0 0 0 0,3 38-256 0,-3-38 0 16,0 0 128-16,-1 35-128 0,1-35 160 0,0 0-32 15,-4 36 0-15,4-36 0 0,0 0-128 0,-7 31 128 16,7-31-128-16,0 0 128 0,0 0-128 0,-6 27 0 16,5-23 0-16,2-2 0 15,1 0-384-15,-1-2-48 0,3-2-16 0,0 0-11200 16,2 0-2240-16</inkml:trace>
  <inkml:trace contextRef="#ctx0" brushRef="#br0" timeOffset="20183.04">22863 7705 8287 0,'1'-3'736'0,"-1"1"-592"0,2 0-144 0,0 0 0 15,-1 1 3120-15,0-1 592 0,1 0 112 0,1-1 16 16,1-1-1552-16,4-4-320 0,1-1-64 0,1-1-16 15,0 1-800-15,0-1-144 0,1-1-48 0,-1 1 0 0,0 1 208 16,0-2 48-16,0 0 0 0,-2-1 0 0,-1 0-512 0,0 0-112 16,-2 1-16-16,-3 1 0 0,0 1-512 0,-3 0 0 15,-1 2 0-15,-1 4 0 0,-1 0 320 0,-2 3-64 16,-1 1 0-16,0 3 0 0,-1-1 16 0,-1 4 0 16,0 1 0-16,-2 3 0 0,1-1-96 0,0 4-32 15,-2 2 0-15,0 0 0 0,1 2-144 0,0 0 0 16,0 1 0-16,3-4 0 0,8-15 0 0,-12 30 0 15,12-30 0-15,0 0 0 0,-4 33 0 0,4-33 0 16,0 0 128-16,0 0-128 0,0 0 0 0,0 0 0 0,29 31 0 0,-29-31 0 16,0 0 0-16,0 0 128 0,0 0-128 15,31 28 0-15,-31-28 0 0,0 0 0 0,0 0 128 0,15 48-128 16,-15-48 0-16,0 0 0 0,0 51 0 16,0-51 0-16,-4 35 0 0,4-35 0 0,-7 33 0 0,7-33 0 15,-7 33 0-15,7-33 0 0,0 0 0 0,-12 31 0 16,12-31 0-16,-8 14 0 0,3-9 0 0,-1-1 0 15,1-1 0-15,-2 0 128 0,0 1-128 0,-2-3 128 16,0 0-128-16,-2 1 160 0,-1 3-160 0,-2-4 160 16,0 3-160-16,1-2 0 0,-1 1 144 0,2 0-144 0,0 1 0 15,1-2 0-15,2 0 0 0,1-2 0 16,3 0-416-16,0-2-96 0,3 0-32 0,2-3-17392 16</inkml:trace>
  <inkml:trace contextRef="#ctx0" brushRef="#br0" timeOffset="20548.16">23180 7708 24879 0,'5'-5'2208'16,"-1"2"-1760"-16,1 1-448 0,-2-1 0 0,-1 1 896 0,2-1 112 0,-1 1 16 0,0 1 0 15,4-2-128-15,4-5-32 0,2 2 0 0,1 0 0 16,-2 0-656-16,0 1-208 0,-1 1 128 0,-1-1-128 15,2 2 832-15,-2-2 96 16,0 1 32-16,0-1 0 0,0 1-352 0,1-2-64 0,-3 1-16 0,0-2 0 16,0 2-400-16,-1-1-128 0,0-2 0 0,-2 2 0 15,0-2 0-15,-2 3 0 0,0-3 0 0,-1 2 0 16,-2-1 0-16,-1 0 0 0,-3 0 0 0,0-1 0 0,-2 2 192 16,-1 1-32-16,-2 0 0 0,-2 5 0 0,-1-2-16 0,1 2 0 15,1 0 0-15,-1 2 0 0,-1 1 256 0,0 4 48 31,-2 0 16-31,-1 5 0 0,1 2-160 0,-1 3-48 0,0 3 0 0,2 2 0 16,-1 0 0-16,2 2 0 0,1 1 0 0,11-25 0 16,-9 43 64-16,9-43 0 0,0 0 0 0,10 47 0 0,-10-47-192 0,0 0-128 15,37 27 192-15,-37-27-192 16,33 9 0-16,-15-7 0 0,3-2 0 0,1-2-19264 0</inkml:trace>
  <inkml:trace contextRef="#ctx0" brushRef="#br0" timeOffset="22067.05">23951 7444 18431 0,'2'-5'1632'0,"0"1"-1312"0,0 3-320 0,-2 1 0 15,1 0 960-15,-1 0 128 0,0 0 32 0,1-2 0 16,-1 2 928-16,-2 2 192 0,-1 3 48 0,-1 2 0 0,-1 4-1248 0,-3 2-240 16,-1 3-48-16,-1 4-16 15,-2 4-368-15,0 2-80 0,0 4-16 0,1 1 0 16,0 1-112-16,4-3-32 15,2 0 0-15,5-29 0 0,0 45-128 0,0-45 0 0,0 0 144 0,22 41-144 0,-22-41 0 0,0 0 128 32,42 14-128-32,-25-14 0 0,-1-5 256 0,2 1 0 0,-1-4-16 0,-1 2 0 0,-2 0 0 0,0-1 0 15,-1-2 0-15,-1-1 0 0,-2 1-240 0,-2 0-128 16,-1 1 128-16,-4-1-208 16,-2 2-1232-16,-2-3-240 0,-3 3-48 0,-3 0-12720 15</inkml:trace>
  <inkml:trace contextRef="#ctx0" brushRef="#br0" timeOffset="22224.07">23747 7667 8287 0,'-17'2'368'0,"7"1"80"0,2-1-448 0,3-2 0 0,5 0 0 0,0 0 0 15,1 0 1680-15,1 0 256 0,1 2 48 0,2-2 16 16,3-2 992-16,5 2 192 0,4-2 32 0,3-3 16 16,3 2-992-16,4-3-208 0,2 0-48 0,2 0 0 15,2-2-864-15,0 1-176 0,-2-1-48 0,-2 0 0 16,-2 1-592-16,-1-1-128 0,0-1-32 0,-1 2 0 15,-3 0-2384-15,-4 0-464 0</inkml:trace>
  <inkml:trace contextRef="#ctx0" brushRef="#br0" timeOffset="22652.61">24307 7242 6447 0,'-4'-3'576'0,"2"2"-576"16,1-1 0-16,0 4 0 0,1-2 4784 0,0 2 848 15,-1 0 160-15,0 3 32 0,0 1-3392 0,1-6-704 16,0 0-128-16,-10 44-16 0,10-44-560 0,-10 40-128 0,10-40 0 0,-11 46-16 16,11-46-192-16,-13 49-48 0,13-49 0 0,-12 50 0 15,12-50-160-15,-13 48-32 0,13-48-16 0,-13 47 0 16,13-47-304-16,-14 45-128 16,14-45 128-16,-11 40-128 0,11-40 0 0,-9 34 0 0,9-34 0 0,0 0 0 15,-7 35 0-15,6-28 0 0,1-2 128 0,1 0-128 16,0-3 0-16,2-2 0 0,0 0 0 0,2-2 128 15,2-1-128-15,1-2 128 0,1-2-128 0,1-2 128 0,1-1-128 16,-1-2 0-16,0-2 0 0,0 0 0 0,1 0 0 0,0-3-176 16,0 0 176-16,0 3-128 0,-1 2 128 0,-2 0 0 15,1 3 0-15,-2 2 0 0,0 2 0 0,-2 3 0 16,1-1 0-16,-2 3 0 0,0 0 0 0,-1 3 0 16,-3-3 0-16,0 0 0 0,0 0 0 0,0 0 128 15,0 0-128-15,24 35 176 0,-24-35-176 0,0 0 128 16,0 0-128-16,0 0 128 0,0 0-128 0,22 43 0 15,-22-43 0-15,0 0 128 0,0 0-128 0,0 0 0 16,13 41 144-16,-13-41-144 0,0 0 0 0,0 0 0 16,0 0 0-16,0 0 128 0,0 0-128 0,9 41 0 15,-8-38 0-15,1-3-12304 0,0 3-2368 16</inkml:trace>
  <inkml:trace contextRef="#ctx0" brushRef="#br0" timeOffset="23000.23">24560 7582 23951 0,'-7'4'1056'16,"3"-2"224"-16,1 1-1024 0,1-1-256 0,2 1 0 0,0-3 0 15,0 2 1120-15,2 0 160 0,0 1 48 0,-2-3 0 16,0 0 400-16,0 0 96 0,33 14 16 0,-33-14 0 31,29 1-1968-31,-12-2-400 0,-1-3-80 0,1 1-16 0,1-1 1328 0,-1 1 272 0,1-3 48 0,-2 0 16 0,-2 1-736 0,-3 1-160 16,-3 1-16-16,-2-2-128 15,2 3-448-15,-1-5-192 0,1 1-32 0,-3 0-16 16,1-1 0 0,-2-3 0-16,-1 3 0 0,-2-2 0 0,-1 0 272 0,-3 2 48 0,1-1 16 0,-4 1 0 0,0 0 96 0,-4 2 0 15,-1 1 16-15,-2 3 0 0,-1 2 592 0,-1 3 112 16,2 1 32-16,0 2 0 0,1-1 816 0,-1 3 160 16,1 3 48-16,1 1 0 0,0 4-528 0,1-1-96 15,2 4-32-15,8-20 0 0,-11 36-512 0,11-36-96 0,0 0-32 0,8 47 0 16,-8-47-96-16,0 0-128 15,29 35 176-15,-29-35-176 0,29 13 0 0,-29-13 0 0,36 6 0 0</inkml:trace>
  <inkml:trace contextRef="#ctx0" brushRef="#br0" timeOffset="24114.93">17038 8708 15663 0,'7'-10'1392'0,"-2"1"-1120"0,-3 4-272 15,-1 5 0-15,-1 0 1344 0,1-2 192 0,2-3 64 0,1-2 0 16,0-1 832-16,-2 0 160 0,-1 5 32 0,-4 3 16 15,-1 2-912-15,-3 5-192 0,-1 5-48 0,-2 5 0 16,-1 3-512-16,-2 5-96 0,0 2-32 0,-1 2 0 16,1 3-512-16,-1-1-96 0,1 2-32 0,0-5 0 15,1 3-80-15,1-7 0 0,1-1-128 0,1-1 192 16,1 1-192-16,0-5 128 0,3-3-128 0,1-1 0 16,4-14 0-16,0 0 0 0,0 0 0 0,0 0 0 15,0 0 0-15,0 0 0 0,0 0 0 0,32-6 0 16,-24-4-256-16,1-2-32 0,2-2-16 0,2-5 0 15,1-2-368-15,0-3-80 0,-1 2-16 16,-1-3 0-16,-1-1-64 0,0-3-32 0,0 1 0 0,-2-3 0 0,0 0 416 0,-1 1 96 16,0 4 16-16,-1 5 0 0,0 3 336 0,-2 6 0 15,1 1 0-15,-1 3 0 0,-1 4 896 0,-1 1 112 16,0 1 16-16,-1 4 0 0,0 3 16 0,-2 0 16 16,0-5 0-16,0 0 0 0,2 42-640 0,-2-42-128 15,3 38-32-15,-3-38 0 0,3 45-256 0,-3-45 0 16,4 43 128-16,-4-43-128 0,6 35 0 0,-6-35 0 0,0 0 0 15,9 38 0-15,-9-38 0 0,0 0 0 0,0 0 0 16,0 0 0-16,0 0 0 0,0 0 0 0,0 0 0 0,0 0 0 16,0 0 0-16,0 0 0 0,0 0 0 0,0 0 0 15,0 0 0-15,0 0 0 0,0 0 0 0,19-6 0 16,-15-4 0-16,-1-4-192 0,2 0 16 0,0-3 16 16,3-2-32-16,-2-3 0 0,3-3 0 0,-2 1 0 15,2 1 48-15,0-2 0 0,1 0 0 0,0 3 0 16,0 1-32-16,1 4 0 0,-1 5 0 0,0 2 0 15,1 1 176-15,-1 2 0 0,1 3 0 0,0 1 0 0,-11 3 0 0,0 0 0 16,0 0 0-16,0 0 128 0,39 26 112 0,-39-26 16 16,0 0 16-16,8 44 0 0,-8-44 32 15,3 39 0-15,-3-39 0 0,-1 46 0 0,-1-21-144 16,-1 1-32-16,0 0 0 0,0-2 0 0,-1-2-128 0,0 0 160 16,4-22-160-16,-5 39 160 0,5-39-160 0,-3 29 0 15,3-29 0-15,0 0 0 0,1 35 0 0,-1-35 0 16,0 0 0-16,0 0 0 0,0 0-176 0,0 0-64 15,0 0-16-15,0 0-11920 16,0 0-2400 0</inkml:trace>
  <inkml:trace contextRef="#ctx0" brushRef="#br0" timeOffset="24394.36">17591 8658 18431 0,'-4'0'816'0,"3"0"160"0,0 0-784 0,0 0-192 0,0 0 0 0,0 0 0 16,0 1 2048-16,0-1 352 0,0 1 80 0,0-1 16 16,2 0-192-16,0 0-16 0,2-1-16 0,1 0 0 15,-1 1-1472-15,4-2-288 0,0-1-64 0,2-1-16 0,0 3-48 16,2-1-16-16,1 0 0 0,1 0 0 16,-13 2-224-16,31-1-144 0,-31 1 192 0,33 1-192 0,-33-1 128 0,35 2-128 15,-35-2 0-15,35 0 0 16,-35 0 0-16,34-2 0 15,-34 2 128-15,28-3-128 0,-28 3 0 0,23-3 0 0,-12 3 0 0,-2-2 0 0,0 1-176 0,-4 0 16 16,-1 1 0-16,-1 0 0 16,-3 1-1808-16,-1 0-352 0,-1-1-80 0,-2 2-12208 0</inkml:trace>
  <inkml:trace contextRef="#ctx0" brushRef="#br0" timeOffset="24613.89">17747 8644 11055 0,'-1'0'480'0,"0"-2"112"0,1 1-464 0,0 1-128 0,-1 0 0 0,1 0 0 16,0 0 2208-16,-1-2 416 0,0 0 96 0,-1 1 16 16,-1-1-544-16,0 2-96 0,-1 2-32 0,0 1 0 0,-1 2-736 0,-1 2-160 0,0 4-16 0,-1 2-16 31,0 4-352-31,0 3-64 0,0 2-16 0,1 4 0 0,0 1-432 0,1 1-80 0,0 3-32 0,-1-1 0 0,3-2-32 0,-1 1 0 16,2 0 0-16,0-1 0 15,2-28 128-15,0 50 32 16,0-50 0-16,2 44 0 0,-2-44-288 0,3 36 0 15,-3-36-176-15,0 0 176 16,7 37-1664-16,-7-37-208 0,0 0-48 0,0 0-7792 16,0 0-1552-16</inkml:trace>
  <inkml:trace contextRef="#ctx0" brushRef="#br0" timeOffset="24823.05">17659 8892 10127 0,'0'0'896'0,"0"0"-704"0,1 0-192 0,0 0 0 16,0 0 2352-16,0-2 432 0,0 2 96 0,2-1 0 16,3 0 640-16,1-4 112 0,3 1 16 0,2 1 16 15,0 1-2096-15,2-3-416 0,1 2-96 0,1 1-16 16,2 0-432-16,-1-3-96 0,1 2 0 0,-1 1-16 16,-2 0-272-16,0-2-48 0,-2 1-16 0,-13 3-11888 15,26-3-2384-15</inkml:trace>
  <inkml:trace contextRef="#ctx0" brushRef="#br0" timeOffset="26858.87">18495 8811 2751 0,'2'-9'256'0,"-1"5"-256"0,1-1 0 0,0 2 0 15,-1 1 2896-15,0 0 544 0,1 0 96 0,-1-3 32 0,2 0-800 0,0-2-144 16,-1 0-48-16,-1 2 0 0,-1 0-512 15,-2 3-96 1,-1 2-32-16,0 0 0 0,-1 0-784 0,-1 3-176 0,0 1-16 0,0 1-16 16,-1-1-496-16,1 1-80 0,-2 2-32 0,2 3 0 15,-1-3-160-15,1 5-48 0,-1-2 0 0,0 3 0 16,2-1-128-16,0 0 192 16,1 0-192-16,3-12 192 0,0 0 0 0,0 33 0 0,0-33 0 0,0 0 0 0,0 0 48 0,0 0 16 15,0 0 0-15,37 31 0 0,-37-31-128 0,22-2-128 16,-9 0 176-16,1-6-176 0,1 1 240 0,0-2-64 0,-1-1-16 15,0 1 0-15,-1-1-160 0,-2-1 128 16,-1-3-128-16,-1 1 128 0,-3 0-128 0,-1 0 0 0,-1-1 0 0,-3 0 0 16,-1 2 0-16,-1 0 0 0,-3 0 0 15,-3 3 0-15,0-1 0 0,-2 3 0 0,-2 0 0 0,-3 2 0 16,-1 3 0-16,-1-1-176 0,-1 3 176 0,2 0-128 16,0 1 0-16,1 1 0 0,2 0 0 15,1 1 0-15,2-1 128 16,3 1-128-16,1 1 128 0,3 1-128 0,0-3-256 0,3 1-32 0,1 0-16 0,2-1-10864 31,-4-2-2176-31</inkml:trace>
  <inkml:trace contextRef="#ctx0" brushRef="#br0" timeOffset="27266.25">18987 8601 10127 0,'4'-6'896'0,"-3"1"-704"16,1 2-192-16,-1 0 0 0,0 3 2144 0,-1-3 400 16,-1 2 80-16,0-2 0 0,0-2-960 0,0-1-192 0,-3-2-32 15,-1 1-16-15,0 0-512 0,-2 0-96 0,1 1-32 0,-1 0 0 16,1 1 832-16,-1 1 176 0,0-1 16 0,0-1 16 16,2 3-736-16,-2-2-160 0,2 4-32 0,-1-1 0 15,1 1-640-15,0 2-128 0,1-1-128 0,0 3 192 16,0 2-192-16,-1-1 0 0,2 3 0 0,-2 0 0 15,1 1 0-15,0 1 0 0,4-9 0 0,-7 27 0 16,7-27 256-16,-5 32-48 0,5-32 0 0,-3 45 0 16,3-45-208-16,-2 50 0 0,2-50 128 0,0 57-128 0,0-57 0 15,2 60 0-15,-2-60 0 0,2 56 0 0,-2-56 0 16,3 53 0-16,-3-53 0 0,1 51 0 0,-1-51 0 16,-2 43 0-16,2-43 0 0,-5 38 0 0,5-38 0 0,-9 33 0 15,4-18 0-15,-2 1 0 0,1-3 128 0,-1-2-128 16,1 0 0-16,0-1 0 0,1-3 176 0,0-3-176 15,0-1 192-15,2 0-192 0,-1-3 208 0,1 0-64 16,0-3-16-16,0 0 0 0,0-1-304 0,0-3-64 16,1 1-16-16,0-2-11328 15,-1-4-2256-15</inkml:trace>
  <inkml:trace contextRef="#ctx0" brushRef="#br0" timeOffset="27498.09">18742 8800 19343 0,'-1'0'1728'0,"2"2"-1392"0,1-2-336 0,-2 1 0 16,0-1 2080-16,0 0 352 0,2 2 64 0,0 0 0 16,0-1-240-16,-2-1-48 15,0 0-16-15,0 0 0 0,0 0-1040 0,0 0-192 0,0 0-64 0,37 11 0 16,-29-13-400-16,0 0-96 0,2-1-16 0,0-1 0 0,1-1-192 0,0 1-32 16,2-1-16-16,-1 1 0 0,0 0-144 0,0 0 0 15,-12 4 0-15,24-3 0 16,-24 3 0-16,21-3 0 0,-21 3 0 0,0 0 0 31,27 0-960-31,-27 0-112 0,0 0-16 0,26 3-16176 0</inkml:trace>
  <inkml:trace contextRef="#ctx0" brushRef="#br0" timeOffset="28487.11">19576 8817 12895 0,'1'0'1152'0,"1"0"-928"16,-1 0-224-16,-1 0 0 0,1 0 1648 0,0 0 272 16,1-2 64-16,2 1 16 0,0 1 976 0,0 0 192 15,0 0 32-15,0-2 16 0,-1 2-1344 0,1-1-272 16,-1 0-48-16,0-2-16 0,1 1-752 0,1-3-144 15,1-1-48-15,0 0 0 0,0-1-336 0,0 0-64 16,0-3 0-16,-2 2-16 0,1 0-176 0,-1-1 0 0,-1 2 0 0,-1-2 0 16,-2 1 0-16,0 1 0 0,-2 0 0 0,-1 2 0 15,-2-2 0-15,0 2 0 0,-1 0 0 0,-2 1 0 16,1 3-192-16,-2-1 192 0,-1 4-160 0,-2 1 160 16,1-1-224-16,-1 3 48 15,-1 0 16-15,1 3 0 0,1 0 160 0,0-1-208 0,-1 5 80 0,1 0 128 16,0 2-160-16,-1 3 160 0,1 0 0 0,0 1-144 15,2 2 144-15,-1-2 0 0,1 2 0 0,1-4 0 16,2 0 128-16,0-1 16 0,2-1 0 0,4-14 0 16,0 0 16-16,-2 31 0 0,2-31 0 0,0 0 0 0,0 0-160 0,0 0 0 15,0 0 0-15,0 0 128 0,38 14-128 16,-30-16 0-16,1-3 0 0,0 0 128 0,0 1-128 0,-1-1 0 16,1-2 0-16,2-1 0 0,-1 0-416 0,-1 0 32 15,0-2 16-15,0 1 0 16,-1 0-208-16,-2-1-32 0,1 1-16 0,-1 0 0 0,-2 1 256 0,-1 1 48 15,-1 0 16-15,-1 0 0 0,0 3 176 16,-1 1 128-16,0 3-192 0,-1 0 192 0,0 2 0 0,0 2 128 16,-1 1 0-16,1 2 16 0,-1 1 464 0,-1-1 96 0,3-7 0 0,0 0 16 15,-3 31-144-15,3-31-16 0,0 0-16 0,1 28 0 16,-1-28-208-16,0 0-32 0,0 0-16 0,0 0 0 16,20 39-160-16,-20-39-128 0,0 0 192 0,0 0-192 15,34 15 176-15,-34-15-176 16,0 0 160-16,34 6-160 0,-34-6 0 0,25 2 0 0,-25-2 0 15,25 0 0-15,-25 0-624 16,25-5-208-16</inkml:trace>
  <inkml:trace contextRef="#ctx0" brushRef="#br0" timeOffset="29419.38">20440 8653 6447 0,'4'-2'576'0,"-1"-1"-576"0,-1 1 0 0,-2 1 0 16,1 1 1520-16,1-1 192 0,2-2 32 0,2-2 16 15,0 1 544-15,0-3 96 0,-2 2 32 0,-1 1 0 0,-1 1-448 0,-2 0-64 16,-2 1-32-16,0 1 0 0,-2 0-336 0,1-1-64 16,-4 2-16-16,1-1 0 0,-3 1-608 0,-1-1-128 15,-1 2-32-15,-1 0 0 0,0 1-128 0,-1-1-16 16,-1 0-16-16,-1 1 0 0,0 3-176 0,0-2-48 16,-2 3 0-16,-1 2 0 0,3-1-128 0,1 0-16 15,2 3-16-15,0-1 0 0,2 0-160 0,1-1 128 16,2 1-128-16,3 0 128 0,0-1-128 0,4-8 0 15,0 0 0-15,0 0 0 0,0 0 0 0,0 0 0 0,16 40 0 0,-16-40 0 16,0 0 0-16,0 0 0 0,40 14 0 16,-40-14 0-16,0 0 0 0,36 11 0 0,-36-11 0 0,0 0 0 15,40 14 0-15,-40-14 0 0,0 0 0 0,31 18 0 16,-31-18 0-16,0 0 0 0,0 0 0 0,24 32 0 16,-24-32 0-16,0 0 0 0,0 0 0 0,0 0 0 15,-2 34 0-15,-3-29 0 0,0 0 128 0,0 0-128 16,-1-2 0-16,-1 0 160 0,-1 1-160 15,0-2 160-15,0 1-160 0,-2 0 192 0,-1 0-192 0,0-1 192 16,2 1-192-16,0-3 0 0,0 2 0 0,1-2 0 16,0 0 0-16,0 0 0 0,2-2 0 0,0 0 0 0,2 1 0 0,0-1 0 15,2-1 0-15,2-1-176 16,1 1-1072-16,3-1-224 0,0 0-32 0,3 1-15024 16</inkml:trace>
  <inkml:trace contextRef="#ctx0" brushRef="#br0" timeOffset="29782.47">20474 8812 3679 0,'3'-2'320'0,"0"2"-320"0,0-2 0 0,0 1 0 0,0 1 2624 0,-1 0 448 0,1-2 80 0,1 2 32 15,-4 0-480-15,17-3-80 0,-6 1-32 0,-11 2 0 16,23-1-448-16,-23 1-96 0,21-1 0 16,-11-1-16-16,1-1-608 0,0 1-112 0,-2-1-32 15,0 1 0-15,-1-2-672 0,-1 1-144 16,1-2-16-16,1 0-16 0,-2-2-432 0,0 3 0 0,1-4 128 0,-2 2-128 15,1 0 0-15,-2-2 0 0,-1 2 0 0,-1-1 0 16,0 0-176-16,-1 0 48 0,-1 0 0 0,-1-3 0 16,-1 4-288-16,0 0-48 0,-3 0-16 0,0 0 0 15,-1 2 48-15,-2 0 16 0,0 3 0 0,-3 1 0 16,1 0 288-16,-2 5 128 0,0 0-128 0,-2 4 128 16,1 1 0-16,-1 2 0 0,1 2 0 0,-1 2 0 0,1 3 496 0,0 0 16 15,-1 5 16-15,2-3 0 16,0 1 16-16,0-1 0 0,3-2 0 0,1 0 0 15,7-19 0-15,-9 26 0 0,9-26 0 0,0 0 0 0,0 0-320 0,4 38-64 16,-4-38-16-16,0 0 0 0,0 0-144 0,0 0 0 16,37 7 0-16,-25-10 0 15,-1-1 0-15,2-3-176 0,1 0 16 0,1-1 0 16,1-1-1440-16,-1 0-272 0</inkml:trace>
  <inkml:trace contextRef="#ctx0" brushRef="#br0" timeOffset="30196.98">20985 8514 15663 0,'1'-1'1392'0,"1"-1"-1120"0,0 0-272 0,-1 1 0 0,-1 1 1856 0,0 0 304 0,2-2 64 0,1 1 16 15,-1-2-880-15,1 1-160 0,-1 2-48 0,0 2 0 16,-2 0-128-16,0 2-48 15,-2 1 0-15,0 0 0 0,-1 0 48 0,1 2 0 0,-1 0 0 0,-1-1 0 16,1 2-512-16,-2-1-80 16,0 3-32-16,0 0 0 0,5-10-160 0,-11 25-48 0,11-25 0 0,-14 33 0 0,14-33 48 0,-14 38 0 15,6-18 0-15,8-20 0 0,-14 42 128 0,14-42 16 16,-10 40 16-16,10-40 0 0,-4 34-160 0,4-34-48 31,0 0 0-31,3 36 0 0,-3-36-192 0,0 0 0 0,0 0 128 0,0 0-128 16,0 0 0-16,35 20 128 15,-26-23-128-15,2 0 0 0,1-3 0 0,0 0 0 0,1-2-208 0,1 1 64 32,-2 0-272-32,1-2-48 0,0 2-16 0,1-3 0 15,-1 0 16-15,0 1 0 0,-2 0 0 0,-2 1 0 16,0 2-144-16,-3-1-32 0,-1 2 0 0,-2 0 0 16,-2 2 128-16,-2 1 32 0,0 0 0 0,-2 0 0 15,-1 0-528-15,-1 1-96 0,0 1-32 0,-2-3 0 16,0 3-1264-16,-2-2-256 0</inkml:trace>
  <inkml:trace contextRef="#ctx0" brushRef="#br0" timeOffset="30398.33">20882 8636 11055 0,'-6'-3'480'0,"3"2"112"0,1-1-464 15,-1 2-128-15,1 0 0 0,0 0 0 16,0 0 2624-16,-1-2 512 0,-1 2 112 0,-2 2 16 0,0-2 128 0,0 2 16 16,1-1 16-16,3 0 0 0,0 1-1568 0,3-1-304 15,2 1-64-15,1-2-16 0,-4 0-912 0,0 0-192 16,27 0-48-16,-13-3 0 0,2-1-128 0,1-1-48 15,4-2 0-15,0 0 0 0,0 0-16 0,1-1-128 16,0 2 192-16,-1-1-64 0,2 2-128 0,-1 2 0 16,-1-1 0-16,0 3 0 0,-2-1 0 0,-1 2 0 15,-3 0 0-15,-15 0-18944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53.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4:43:52.975"/>
    </inkml:context>
    <inkml:brush xml:id="br0">
      <inkml:brushProperty name="width" value="0.05292" units="cm"/>
      <inkml:brushProperty name="height" value="0.05292" units="cm"/>
      <inkml:brushProperty name="color" value="#FF0000"/>
    </inkml:brush>
  </inkml:definitions>
  <inkml:trace contextRef="#ctx0" brushRef="#br0">6040 10334 2751 0,'2'-4'256'0,"-1"-1"-256"0,0 2 0 0,0 1 0 16,0 0 672-16,0-3 96 0,2-4 0 0,0-5 16 16,2-3 240-16,0 0 64 0,-1 3 0 0,0 2 0 15,0 0 112-15,-1 2 16 0,1 1 16 0,-1 2 0 16,0 0-16-16,-1 0-16 0,1 2 0 0,0 0 0 15,-1 3 48-15,0-2 16 0,-1 3 0 0,0-2 0 16,0 2-640-16,0 1-128 0,-1 0-32 0,0 1 0 16,1-1-336-16,-1 3-128 0,-1-2 0 0,1 3 144 15,0-2 48-15,0 1 0 0,-1 2 0 0,1-1 0 16,-1 3 192-16,1-2 64 0,-1 2 0 0,1 2 0 0,0 1-48 0,-2 0 0 16,1 1 0-16,0 2 0 0,-1 3-176 15,0 1-32-15,1 2-16 0,0 1 0 0,1 1-176 0,0-1 192 16,0 0-192-16,0 0 192 0,1 1-48 0,0-1 0 15,0-2 0-15,0-1 0 0,1-2-16 0,0-3 0 16,0 0 0-16,2-1 0 0,0-2-128 0,0-1 0 16,0-4 144-16,0-1-144 0,1 0 0 0,-1-1 0 15,1-2 0-15,-1-3 0 0,1-2 0 0,0-1 0 16,-1-2 0-16,2 1 0 0,0-4 0 0,0 1 0 16,1-4 0-16,2-3 128 0,0-2-128 0,0 0-128 0,1 0 128 0,0-3-192 15,-2 2 32-15,0 0 0 0,1-1 0 0,-2 2 0 16,0 0 160-16,-3 3-192 0,1 3 192 0,0 1-192 15,-2 3 192-15,0 2 0 0,0 3 0 0,-2 1 0 16,1 1 0-16,-1 2 0 0,1 4 0 0,-2 0 0 16,0 2 0-16,0 3 176 0,0 1-176 0,-1-1 192 15,0 1 96-15,0 1 32 0,0 1 0 0,0-1 0 16,1 0-176-16,0-4-16 0,0 2-128 0,1 1 192 16,0-3-192-16,1 2 0 0,-1-1 0 0,1 1 0 15,0-2 0-15,0 1 0 0,0 1 0 0,0-1 0 16,0-1 0-16,1 1 0 0,1 0 0 0,0-1 0 0,0 0 0 15,0-2 0-15,1 2 128 0,-1-5-128 0,1 1 0 0,1-1 0 16,-2-2 0-16,3-3 0 0,-1-1 0 0,1-3 176 16,-1 0-176-16,2-3 160 0,0-3 288 0,1-2 48 15,-1-2 16-15,2-1 0 0,0-2 32 0,0-1 16 16,-1-3 0-16,-2-1 0 16,-1 2-32-16,0 0 0 0,-1 4 0 0,-2 0 0 0,-1 1-224 0,1 1-48 15,-2 2-16-15,1 1 0 0,1 4-240 0,-1 2 0 16,1 3 0-16,-1 2 0 0,1 0 0 0,-1 3 0 0,-1 0-128 15,0 3 128 1,1-3-944-16,0 3-128 0,0 1-16 0,-1 0-16 16,1 0-1872-16,0 0-368 0</inkml:trace>
  <inkml:trace contextRef="#ctx0" brushRef="#br0" timeOffset="415.08">6610 10200 9215 0,'0'5'400'0,"0"-2"96"0,1 0-496 0,0-1 0 0,-1-2 0 0,0 3 0 16,1-1 1856-16,1 0 288 0,0 3 48 0,2 2 16 16,-4-7-32-16,0 0-16 0,0 0 0 0,0 0 0 0,0 0-1248 0,0 0-240 15,0 0-48-15,39 20-16 0,-32-25-176 0,1 0-48 16,-1-3 0-16,0-1 0 0,1 0-384 0,-1 1 0 16,1-1 128-16,-2-2-128 0,2 2-256 0,-3-2-64 15,1 4-32-15,-2-2 0 16,-1 1-96-16,-1 0-32 0,-1 1 0 0,-1-1 0 15,-1 2 224-15,-1 0 32 0,-1 1 16 0,-1 3 0 0,0 0 208 0,-1 2 0 16,0 0 0-16,-2 2 0 0,1 0 256 16,-1 1 80-16,2-1 32 0,-1 3 0 0,1-1 352 0,-2 1 80 0,2 2 16 0,-1 0 0 15,0 0 64-15,2 3 16 16,-2-2 0-16,2 3 0 16,-2-1-32-16,1 1 0 0,2 3 0 0,-1 1 0 0,1 1-288 0,0-1-48 0,0 1-16 0,2 1 0 15,0-1-160-15,2-3-32 0,-1-13-16 0,0 0 0 16,0 0-80-16,0 0-16 0,0 0 0 0,31 30 0 15,-21-30-48 1,-1-2-16-16,1-3 0 0,0-2 0 0,1-1-144 0,1-1 0 0,-1 0 144 0,-1-1-144 16,1 1 0-16,0-1-160 0,0-1 16 0,0 1 0 31,1 0-1440-31,0 3-272 0</inkml:trace>
  <inkml:trace contextRef="#ctx0" brushRef="#br0" timeOffset="951.85">7578 10161 2751 0,'3'-5'256'0,"-1"3"-256"0,0 0 0 0,-1 0 0 16,0 1 960-16,0 1 160 0,-1 0 32 0,2-2 0 0,0 0 1168 0,0-1 240 15,0 2 64-15,0 0 0 0,0-2 144 0,-1 2 48 16,-1 0 0-16,-1 1 0 15,1-2-480-15,-1 1-96 0,1-1 0 0,-1 0-16 0,0-2-960 0,0-1-192 16,1 1-48-16,0-2 0 0,0-1-576 0,0-3-112 16,0 3-16-16,-1-1-16 0,1-1-304 0,-2 0 0 15,0 1 0-15,-1 0 0 0,-1 3 0 0,0-2 0 16,-1 3 0-16,0 1 0 0,-2 5 0 0,-1-1 0 16,-2 5 0-16,0 1 0 0,-4 4 0 0,1 3-176 15,0 1 176-15,-1 2-160 0,0 4-32 0,0-1-16 16,3-1 0-16,1 4 0 0,1 1 208 0,2 2 0 0,1-2 0 15,2 2-144-15,1-3 144 0,1 1 0 0,2-5 0 0,0-19 128 16,4 31 144-16,-4-31 48 0,0 0 0 0,0 0 0 16,0 0-80-16,32 36-16 0,-32-36 0 0,0 0 0 15,0 0-224-15,40-1 128 0,-29-2-128 0,1-1 0 16,1-3 0-16,1-2 0 0,0 0 0 0,1-1 0 16,0-2-128-16,1 0-128 0,0 0-32 0,-1-1 0 15,1-1-2304-15,-1 1-464 0</inkml:trace>
  <inkml:trace contextRef="#ctx0" brushRef="#br0" timeOffset="1441.88">7866 10183 9215 0,'3'-3'400'0,"-2"2"96"0,1-2-496 0,-1 2 0 16,-1-1 0-16,0-1 0 0,1 1 1824 15,0-2 272-15,0-3 48 0,0-3 16 0,-1-1 256 0,0-1 48 16,0 0 16-16,-1 2 0 0,-1 0-944 0,-1 1-176 15,0 2-32-15,-1 2-16 0,2 0-608 0,-3 5-112 16,0 0-16-16,0 5-16 0,-2 0-304 0,0 4-64 16,-1 1-16-16,-2 4 0 0,1 3-176 0,-2-1 192 0,1 3-192 0,0-1 192 15,1 0-192-15,1 1 0 0,0-1 0 0,2 2 128 16,1-2-128-16,2-1 160 0,1-2-160 0,2-1 160 16,0-4 96-16,2-1 32 0,-1 0 0 15,2-4 0-15,1 2 208 0,0-5 32 0,1 1 16 0,1-1 0 16,0-2-336-16,1-2-64 0,0-1-16 0,1-1 0 15,0-1 0-15,0-1-128 0,1-2 192 0,-1-1-64 16,0-1-128-16,2-2 0 0,-2 0 0 0,0-2 128 16,1 0-128-16,-2-3 0 15,1 2-160-15,-1-1 160 0,-2 3-368 0,0 0 32 0,-1 0 0 0,-2 4 0 0,-1 0 16 16,-1 4 0-16,0 1 0 0,-1 1 0 0,-1 3 320 0,0 1 0 16,-1 3 0-16,0 1 0 0,2 2 0 0,-3 0 0 15,1 2 0-15,-1 3 0 0,2-1 256 0,1 2 32 16,1-1 0-16,0 0 0 0,0-12 0 0,1 24 0 15,-1-24 0-15,0 0 0 0,11 37 80 0,-11-37 16 16,0 0 0-16,0 0 0 0,0 0-144 0,35 25-32 16,-35-25 0-16,0 0 0 0,29-3-208 15,-19-1 0-15,-1-2 0 0,1-2 0 16,1-1-528 0,-2-2-112-16,0 1 0 0,0-1-16 0,1-1-2176 0,-1 0-432 0,0 0-96 0,0-2-9824 0</inkml:trace>
  <inkml:trace contextRef="#ctx0" brushRef="#br0" timeOffset="1854.4">8126 10109 6447 0,'1'0'272'0,"0"0"80"0,0 0-352 0,-2 0 0 0,1 0 0 0,0 0 0 0,0 2 1536 0,0-2 256 0,0 3 32 0,-1-1 16 15,1 3 688-15,-1 0 144 0,0-2 16 0,0 1 16 16,0 3-448-16,0-2-80 0,-1 4-32 0,1-2 0 16,-1 0-496-16,0 4-112 0,0 0 0 0,-1 1-16 0,0 0-560 0,1 0-128 15,-2 1 0-15,0 0-16 0,1 1-496 0,-1-3-80 31,0 2-32-31,0-2 0 0,2-2-208 0,0-1 0 0,1-1 0 0,1 0 0 0,1-5 0 0,-1 0 0 16,2-1 0-16,0-1 0 16,2-1 0-16,-1-2 0 0,2-2 0 0,-2 1 0 31,2-2-512-31,0-2 16 0,-1-1 0 0,1 0 0 0,0-3-384 0,0 1-80 0,1-2 0 0,-2-1-16 31,3-2 432-31,-3 1 96 0,1 1 0 0,-1 0 16 0,0 1 224 0,0 0 32 0,1 5 16 0,-2-1 0 0,1-1 160 0,0 4 0 16,0 0 0-16,0 2 0 15,1 1 256-15,-2-1 16 0,2 3 16 0,-1-1 0 16,0 2 496-16,-2 0 112 0,2 3 0 0,-2-1 16 0,1 0-256 0,-1 2-48 0,0 0-16 0,0 5 0 31,-2-9-224-31,0 0-48 0,0 0-16 0,9 40 0 16,-9-40-304-16,0 0 128 0,0 34-128 0,0-23 0 16,-1 1 128-16,0 0-128 0,-1-2 0 0,-1 1 0 15,1-3 0-15,-1-2 0 0,2 2 0 0,1-4 0 16,0 1 0-16,-1-4 0 0,1 1 0 0,1-2 0 15,0-3-640-15,0 1-128 0,2-1-16 0,0-3-16128 16</inkml:trace>
  <inkml:trace contextRef="#ctx0" brushRef="#br0" timeOffset="2344.64">8456 10078 16575 0,'-1'-7'736'0,"-1"1"160"0,1 1-720 0,1 2-176 16,0 1 0-16,0 2 0 0,-1-1 1840 0,0 1 336 0,-1-2 64 0,-1 2 0 15,-1 0-704-15,1 5-160 0,-2 0-32 0,0 4 0 16,1 0-544-16,-1 3-112 0,0 2-32 0,1 3 0 16,-1 0 48-16,1 2 16 0,0 4 0 0,0-3 0 15,-1 1-368-15,2-1-80 0,-2 1-16 0,1-1 0 16,1-1 64-16,-1-4 0 0,1-1 0 0,1-2 0 15,1-5-48-15,1 0 0 0,1-5 0 0,-1 0 0 16,1-1-80-16,0-2-32 0,1-1 0 0,0-4 0 16,1-2 0-16,-1-2 0 0,2-4 0 0,0-2 0 15,1-1-160-15,-2-2 0 0,2 0 0 0,0-1 128 0,-2 2-128 0,1-1 0 16,-1-2 0-16,1 2 0 0,1 2 0 0,1 1 0 16,0 1-144-16,0 1 144 0,1 2 0 0,0 3 0 15,-1 2 0-15,1 0 0 0,-1 4 0 0,0 1 0 16,-1 1 0-16,1 2 0 0,-1 1 352 0,-5-2-32 15,0 0 0-15,0 0 0 0,0 0-96 0,23 38-32 16,-23-38 0-16,0 0 0 0,9 34-192 0,-9-34 128 16,3 28-128-16,-3-28 0 0,3 31 0 0,-3-31 128 15,1 28-128-15,-1-15 0 0,0 0 0 0,-2-1 0 0,1-2 0 0,0-1 0 16,-1 1 0-16,1-5 0 0,-1 2 0 0,1-5 0 16,1 0 0-16,0-2 0 0,0 0 0 0,1-1 0 15,0-2 0-15,2-2-208 0,-1 0 16 0,2-2-11824 16,1 0-2352-16</inkml:trace>
  <inkml:trace contextRef="#ctx0" brushRef="#br0" timeOffset="2725.04">8733 10092 16575 0,'1'-4'736'0,"0"-1"160"0,1 0-720 0,-1 3-176 15,0 0 0-15,-1 1 0 0,1 0 1984 0,-1-2 352 16,0 0 80-16,0 1 16 0,0 0-256 0,-1-1-32 15,-1 3-16-15,0 3 0 0,0-1-1232 0,0 2-240 16,-1 1-48-16,-1 2-16 16,1 1-144-16,1 1-48 0,-1 0 0 0,0 3 0 0,0 2-160 0,0-1-48 15,2 3 0-15,-1-2 0 0,0 1-192 0,2-15 0 16,0 30 0-16,0-30 0 0,3 26 0 16,-3-26 128-16,0 0-128 0,0 0 0 0,0 0 0 0,24 38 0 15,-24-38 0-15,0 0 0 0,22-2 0 0,-15-5 128 0,2 0-128 0,0-3 0 16,-1 1 272-16,0-3-32 0,0 0-16 0,1 0 0 15,-3-1-96-15,1 0 0 0,-2-1-128 0,-1 2 192 16,0-2-192-16,-3 0 0 16,1 2 0-16,-3 0 0 0,0 0 0 0,-1 1 0 0,-2 1 0 0,-2 0 0 15,0 3 0-15,-1 2 128 0,-1 3-128 0,-1 2 0 16,-1 3 0-16,0 4 176 0,1-1-176 0,-1 2 160 16,0 4-160-16,1-3 160 0,3 0-160 0,-1 1 160 0,4 0-160 0,0-3-272 15,2 1 64-15,2-2-17136 16</inkml:trace>
  <inkml:trace contextRef="#ctx0" brushRef="#br0" timeOffset="3090.2">9210 9799 23951 0,'1'-3'1056'0,"0"1"224"0,1-1-1024 0,-2 1-256 0,0 0 0 0,-2 4 0 15,1-2 928-15,-2 2 128 0,0 1 32 0,-3 1 0 16,-1 2-1088-16,-3 2 0 0,1 4-176 0,-2-2 16 31,1 2-896-31,0 0-176 0,0 0-48 0,1 3 0 0,2 0 1072 0,0 2 208 0,0 0 0 0,0 1 0 16,2 0 144-16,-1 0-144 0,1 3 192 0,1-2-192 16,0 3 0-16,0-3 0 0,2 0 0 0,-1-1 0 15,1-3 384-15,1 0 64 0,0-2 0 0,1-13 16 16,0 0 752-16,3 31 128 0,-3-31 48 0,0 0 0 15,0 0-496-15,0 0-80 0,0 0-32 0,37 29 0 0,-37-29-160 0,19-3-48 16,-8 2 0-16,-1-2 0 16,0 0-32-16,0-3-16 0,1 0 0 0,0-1 0 0,-2 3-288 0,-1-2-64 15,1 0-16-15,-2-1 0 0,-1 2-368 0,-1 0-80 16,0-1-16-16,-3 0 0 16,0 0-704-16,0 0-144 0,-2 1-16 0,-1-2-16 15,-2 0-608-15,1 1-128 0,-2 0-32 0,-1-1 0 16,0 0-1280-16,-3 0-256 0</inkml:trace>
  <inkml:trace contextRef="#ctx0" brushRef="#br0" timeOffset="3236.18">8935 10078 4607 0,'-10'5'400'0,"4"0"-400"0,1-3 0 0,3 1 0 15,2-2 2368-15,0-1 384 0,0 0 64 0,0 1 32 16,1-1 1344-16,1 0 272 0,4-1 48 0,1-3 16 16,3-1-1600-16,2-2-320 0,4-2-64 0,3-1-16 15,2-2-1648-15,4-2-336 0,3 0-64 0,1-1-16 16,0-1-288-16,-1 3-176 0,-2 0 192 0,-1 1-192 15,0 2-208-15,0-1-160 0</inkml:trace>
  <inkml:trace contextRef="#ctx0" brushRef="#br0" timeOffset="3963.84">10061 10068 7359 0,'1'0'656'0,"-1"0"-528"15,2 0-128-15,-1-2 0 16,0 2 1760-16,0-1 320 0,0 0 64 0,2-3 16 16,0 1 912-16,1-4 192 0,2-1 48 0,-1-1 0 0,1 0-800 0,-1-3-144 0,0 0-48 0,-1 0 0 31,0 2-1040-31,-1-4-224 0,1 2-32 0,-3 0-16 0,0 1-592 0,-2 1-112 0,-2 1-32 0,-1 1 0 16,-1 2-272-16,-2 3 128 0,-1 3-128 0,-2 3 0 15,0 4 0-15,-3 4 0 0,-2 2 0 0,-1 5 0 0,-3 0 0 0,2 3-144 31,-2 4 16-31,3-1 0 0,0 0-160 0,4-1-32 0,2-1 0 0,2 0 0 0,2 4 320 0,1 2-160 16,2-2 160-16,2 0-128 0,1-2 128 0,0-24 0 16,8 42 0-16,-8-42 0 0,0 0 0 0,28 32 0 31,-28-32 128-31,31 2-128 0,-13-8 320 0,1-3-16 16,2-5 0-16,-2 0 0 0,0-4-160 0,0-2-16 15,1 1-128-15,0-5 192 16,0 3-1008-16,2-2-208 0,1-1-32 0,0 1-15664 0</inkml:trace>
  <inkml:trace contextRef="#ctx0" brushRef="#br0" timeOffset="4263.68">10448 9621 11055 0,'1'-4'976'0,"-1"1"-784"0,0 1-192 0,0 1 0 16,-1 1 2880-16,0 0 544 0,0 0 96 0,0-2 32 15,-3 2-176-15,-1 3-48 0,0 3 0 0,-2 6 0 16,0 0-2000-16,-1 2-416 0,0 5-80 0,0 2 0 16,-1 1-560-16,1 2-96 0,0 4-32 0,-1 2 0 0,2 4-144 0,0 0 128 15,2 3-128-15,1-2 128 16,0 0-128-16,2-3 0 0,1-1 144 0,2-5-144 0,-1-26 0 0,5 40 0 16,-5-40 0-16,0 0 0 0,20 45 0 15,-20-45 0-15,0 0 0 0,0 0 128 0,37 26-128 0,-37-26 176 16,0 0-176-16,35-5 192 0,-23 1-64 0,0-1 0 15,-2-2 0-15,1 0 0 0,2 0-128 0,-1-3 0 16,1-1-160-16,-1 1 160 16,1-1-1456-16,0 1-192 0,1-1-32 0,0 0-14512 0</inkml:trace>
  <inkml:trace contextRef="#ctx0" brushRef="#br0" timeOffset="5025.53">10713 10022 7359 0,'4'2'320'0,"0"-2"80"0,-1 0-400 0,-1 0 0 0,-2 0 0 0,1-2 0 16,0 2 2816-16,2-1 496 0,1-1 80 0,0-1 32 15,1 0 160-15,0-3 16 0,-1 1 16 0,1-4 0 16,0 2-1760-16,-2-3-336 0,1 0-80 0,-1-3-16 16,-1 0-928-16,0-1-192 0,-2 0-48 0,0 0 0 0,-1 2-256 0,-2 2 0 15,0 1 0-15,-3 2 0 0,1 5 0 0,-2 2 0 16,-1 2 0-16,-1 3 0 16,-1 2 0-16,-2 2 0 0,-1 3 0 0,2 3 0 0,1-1 0 0,0 1 0 15,1 1 0-15,0 1 0 16,2 1 208-16,0 1-64 0,0-2-16 0,1 1 0 0,2 0 0 0,0-2-128 15,3-2 192-15,1-14-64 0,0 0 112 0,3 33 16 16,-3-33 0-16,0 0 0 0,0 0-256 0,0 0 128 16,0 0-128-16,0 0 0 0,37 31 0 0,-30-33 128 0,2-3-128 0,0-2 0 15,1-3 0-15,1-1 0 0,1-1 0 0,0-2 0 16,-1 1 0-16,-1-1 0 0,-2 0 0 0,-1 2 0 16,-2 0 0-16,0 5 0 0,-2-1 0 0,-1 4 0 15,-1 0 0-15,-1 3 0 0,0 2-128 0,0 1 128 16,0 3 0-16,-2-3 0 0,-1 5 0 0,1-2 0 15,-1 2 0-15,1 2 0 0,0 1 0 0,1 0 0 16,-1-1 0-16,2 0 128 16,0 1-128-16,2 0 144 0,0-4-16 0,1 0-128 0,1-2 192 0,2-1-64 15,-6-3-128-15,0 0 0 0,0 0 0 0,37-1 128 16,-25-2-128-16,1-3 0 0,1-1 0 0,0-2 0 0,1 1-256 0,2-3-96 16,0-1-16-16,1 0 0 15,2-2-1776-15,0-1-352 0,2-2-80 0,0 1-16 16,0-3-1440-16,-3 0-272 0,1 0-64 15,-2-2-16-15,0-1 2144 0,-1 4 448 0,-1-1 64 0,-2 2 32 0,1 0 1520 0,-2 1 304 16,-2 4 64-16,-1 3 16 0,-5 3 1808 0,-1 0 352 16,-2 3 80-16,-3 1 16 0,-1 4 608 0,-3 1 112 15,-1 1 16-15,-1 1 16 0,1 2-1088 0,-5 3-208 16,-4 4-64-16,-5 5 0 0,1 0-912 0,-2 3-192 16,1 1-48-16,1 0 0 0,1-1-320 0,3-5-64 0,4-1 0 0,2-2-16 15,3-2-304-15,4-5 0 0,2-2 0 0,2 0 0 16,3-4 0-16,1-1 0 0,4-1 0 0,1-2 0 15,3-2-208-15,0-1-48 0,2 1-16 0,2-2 0 32,-1-1-160-32,2 4-16 0,0-3-16 0,-2 2 0 0,0 1 240 0,-1 1 48 0,-16 3 16 0,27-3 0 15,-27 3 160-15,0 0 0 0,0 0 0 0,0 0 0 32,38 12 0-32,-38-7 0 0,-1 2 0 0,-3 3 0 0,-2-1 192 0,-2 1-16 0,-2 4-16 0,-2-2 0 15,0 0 96-15,-2 4 0 0,-4 1 16 0,0-1 0 31,-1 1 32-31,2-3 0 0,4-2 0 0,3-5 0 0,3-2-160 0,2 0-16 0,2-5-128 0,2 0 192 32,2-3-720-32,3-2-160 0,2-2-16 0,3-4-16512 0</inkml:trace>
  <inkml:trace contextRef="#ctx0" brushRef="#br0" timeOffset="5355.44">11568 9704 2751 0,'3'-3'256'0,"-1"-1"-256"15,0 3 0-15,-2 1 0 0,-1 1 3504 0,-1 1 656 0,-1 0 128 0,-2 3 16 16,-3 2-576-16,-4 2-112 0,-4 4-32 0,-3 3 0 16,1 1-1536-16,-4-1-320 0,2 1-64 0,0 0-16 15,3-1-656-15,2-2-128 0,3-2-32 0,3-2 0 16,1-1-608-16,5-2-224 0,2-2 144 0,2 2-144 16,-1-7 0-16,0 0 0 0,0 0 0 0,0 0 0 15,0 0 0-15,44 10 0 0,-44-10-192 0,27-2 192 16,-27 2-128-16,29-1 128 0,-29 1 0 0,29-2 0 15,-29 2 0-15,0 0 0 0,38 7 0 0,-38-7 0 16,0 0 0-16,0 0 0 0,0 0 0 0,0 0 0 16,36 30 176-16,-36-30-48 0,0 0-128 0,-5 29 192 15,0-20 0-15,0 1 0 0,-4 3 0 0,1-2 0 0,-2 1-32 16,-2-3-16-16,0 3 0 0,-1-3 0 0,-1 3 16 0,0-2 0 16,0-1 0-16,2-1 0 0,0 1-160 0,1-4 0 15,2 0 144-15,2-1-144 0,0-1 0 0,1 1 0 16,2-4 0-16,2 1 0 15,2-2-704-15,1-1-64 0</inkml:trace>
  <inkml:trace contextRef="#ctx0" brushRef="#br0" timeOffset="5544.38">11620 9860 30399 0,'1'-2'1344'0,"0"0"288"0,1 1-1312 0,-1 1-320 0,0-2 0 0,0 2 0 16,1 0 1872-16,0 0 304 0,1-3 64 0,4 1 16 15,-1-2-1264-15,3 1-256 0,-1-2-48 0,1 3-16 16,1-2-544-16,-1 1-128 0,1 1 0 0,0-1 0 16,-10 3 0-16,0 0-272 0,29-2 64 0,-21 2 16 31,0-2-1648-31,-2 2-320 0,0 2-64 0,-6-2-13424 0</inkml:trace>
  <inkml:trace contextRef="#ctx0" brushRef="#br0" timeOffset="5671.23">11750 9862 7887 0,'-18'19'160'0,"14"-16"32"0,3-2 16 0,1-1 48 16,-1 1-256-16,-1 1 0 0,-1 4 0 0,-2 2 0 0,-1 2 3120 15,-1 2 576-15,1 1 112 0,3-2 32 0,0-2-464 0,2-2-96 16,1 1-16-16,0-8 0 0,0 0-1344 16,0 0-288-16,0 0-48 0,9 35-16 0,-9-35-1072 0,0 0-224 15,0 0-32-15,0 0-16 0,0 0-368 0,0 0-80 16,33 31-16-16,-26-31-17264 16</inkml:trace>
  <inkml:trace contextRef="#ctx0" brushRef="#br0" timeOffset="6065.82">12201 9545 5519 0,'6'-9'496'0,"-3"3"-496"0,0 2 0 0,-1 1 0 16,-2 3 2608-16,-1 0 416 0,-1 0 96 0,-1 0 16 16,0 0 656-16,-4 1 144 0,-2 3 32 0,-2 3 0 15,0-2-1552-15,-2 3-304 16,2 3-64-16,-1-2-16 0,3 1-1184 0,1-3-224 0,0 0-48 0,2 0-16 15,-1 0-432-15,3-2-128 0,1-2 0 0,1 1 0 16,1 1 0-16,0 0 0 0,0 0 0 0,1 4 0 16,0-9 0-16,0 0 0 0,4 33 0 0,-4-33 0 0,0 0 0 0,6 43 0 15,-6-43 0-15,3 35 0 0,-3-35 128 16,5 47-128-16,-5-47 144 0,6 62-144 0,-2-22 256 0,0 1-32 16,-2 0-16-16,1 1 0 0,0-2-80 0,0-6 0 15,1-4-128-15,-2 4 192 0,3 1-192 0,-1 0 0 16,-1-1 0-16,-2-4 0 0,-1-3 0 0,0-27 0 15,-3 45 0-15,3-45 0 0,-9 35 0 0,2-20 0 16,-1-4 0-16,-3-3 0 0,1 1 0 0,-1-6 0 16,-1-1 0-16,-1-2 0 0,-1-1 0 15,-3-1 0-15,-1-4 0 0,-2-2 0 0,0-1-240 0,-3-5-32 16,-1-3-16-16,-1-7 0 16,-1-3-1888-16,1-10-368 0,1-3-80 0,2-5-12880 0</inkml:trace>
  <inkml:trace contextRef="#ctx0" brushRef="#br0" timeOffset="6239.44">11791 9966 11967 0,'11'-4'528'0,"-2"2"112"0,-1-1-512 0,-2 3-128 16,-1-2 0-16,-1 2 0 0,1-2 2624 0,-5 2 480 0,30-5 96 0,-7-2 32 15,4 0 64-15,1-3 16 0,1-2 0 0,-1-1 0 16,-2 0-1744-16,2-1-352 0,1 0-64 0,0-1 0 16,-1 1-800-16,-1 2-160 0,-2 1-16 0,-3 1-16 0,-2 0-160 0,0 2 0 15,-2 1 0-15,-2 1 0 16,-3 1-1136-16,-2 3-144 0,-3 0-48 0,0 2-9744 15,-3 0-1968-15</inkml:trace>
  <inkml:trace contextRef="#ctx0" brushRef="#br0" timeOffset="6681.11">12308 9757 19343 0,'1'-1'848'0,"0"1"192"0,0-2-832 0,1 1-208 15,-1 1 0-15,-1 0 0 16,1 0 1952-16,1 0 352 0,1 1 64 0,0 1 0 0,-3-2 208 0,0 0 48 0,0 0 0 0,0 0 0 15,19 45-1344-15,-19-45-256 0,6 34-48 0,-6-34-16 16,7 33-656-16,-7-33-144 0,0 0-32 0,15 44 0 31,-15-44-128-31,0 0 0 0,0 0 0 0,25 33 128 0,-25-33-128 0,0 0 0 0,0 0 0 0,0 0 0 16,34-2-144-16,-26-5-16 16,-1-3 0-16,0-2 0 15,-1 0-1440-15,1-2-304 0,0-1-48 0,-1 0-16 0,-1-1-592 16,0 1-112-16,-1-2-16 0,-1 1-16 0,-1 4 784 0,0-5 144 15,-1 0 48-15,-1 1 0 0,0 0 1456 0,-1 2 272 0,0 1 0 0,-1 4 176 16,0 1 1312 0,0 2 272-16,0 3 48 0,1 1 16 0,-1 2 544 0,0 2 128 0,0 1 0 0,0 1 16 0,-1 2-816 15,1 2-160-15,2-8-48 0,-2 24 0 16,2-24-784-16,-1 31-144 16,1-31-48-16,2 43 0 0,-2-43-304 0,3 56-64 0,0-21-16 0,1 2 0 15,1 1 32-15,-1 0 0 16,1-3 0-16,-1-1 0 0,1 1-32 0,-1-2-128 15,0 0 192-15,-2-2-64 0,0-2-128 0,0-1 0 16,-1 1 0-16,-2-4 128 0,-3-1-128 0,-1-5 0 16,-2-7 144-16,0-2-144 0,-2-2 144 0,-2-5-144 15,0 0 192-15,-2-3-192 0,-2-3 176 0,-1-4-176 0,-4-2 160 16,-1-3-160-16,-2-2 0 0,1-5 0 0,5-2 0 0,0-8-12800 16,1-4-2528-16</inkml:trace>
  <inkml:trace contextRef="#ctx0" brushRef="#br0" timeOffset="8581.87">13217 9929 14735 0,'2'0'1312'16,"0"-3"-1056"-16,-1 3-256 0,0-2 0 15,0 2 1904-15,1-2 320 0,1-3 64 0,1-1 16 16,2-3 128-16,0 0 16 0,0 0 16 0,-1-1 0 0,-2 1-1376 0,1 2-288 16,-1-1-48-16,-2 0-16 15,1 1-464-15,-2-1-80 0,0 1-32 0,-2-1 0 0,0 2-160 0,-2-1 0 16,-1 4 0-16,0-4 0 0,-3 4 0 0,0 1 0 16,-2 0 0-16,-1 2 0 0,1 1 0 0,-2 2-224 15,-1 2 80-15,0 2 16 0,2 4-64 0,0 0 0 16,2 3 0-16,1 0 0 0,0 1 192 0,2 3 0 15,0 1 0-15,1 3 0 0,2 1 0 0,0-1 0 16,1 1 0-16,1-4 0 0,1-4 0 0,0-15 0 16,5 27 0-16,-5-27 0 0,0 0 0 0,0 0 0 0,0 0 128 15,41 23-128-15,-41-23 256 16,24-6 0-16,-12 0-16 0,1-2 0 0,1-3-112 0,0-2-128 0,1-1 176 0,0-2-176 31,1-3-336-31,-3 1-176 0,-2-2-48 0,-3 1 0 16,-2 3-448-16,-2 1-80 0,-2 3-32 0,-2 3 0 0,-2-1 736 0,0 3 128 0,-1 2 48 0,0 3 0 15,0 2 208-15,-1 2 256 0,-1 3-48 16,2 0-16-16,-2 7 384 0,0 0 80 0,2 0 16 0,0 4 0 16,2 4 160-16,1 0 48 0,0-20 0 0,4 36 0 15,-4-36-208-15,0 0-32 16,17 41-16-16,-17-41 0 0,0 0-272 0,0 0-48 0,0 0-16 0,44 21 0 0,-33-23-288 16,0-4 160-16,1 0-160 0,0-3 128 15,2-2-576-15,-1-3-128 0,2 0-32 0,-1-2-10400 16,-1 1-2064-16</inkml:trace>
  <inkml:trace contextRef="#ctx0" brushRef="#br0" timeOffset="9014.7">13636 9524 11967 0,'3'-20'528'0,"-1"8"112"0,0 3-512 0,0 4-128 16,-2 4 0-16,0 1 0 0,0 1 2624 0,0-1 512 16,0 0 80-16,-2 3 32 0,-2 4-304 0,0 7-48 0,-3 3-16 0,-1 8 0 15,-1 4-1424-15,-1 2-304 0,-1 0-48 0,1 3-16 16,1 1-624-16,0-2-128 15,0 0-16-15,4-4-16 16,1-1-304-16,2-4 128 0,1-1-128 0,1-23 0 0,3 40 0 0,-3-40 0 0,6 31 0 0,-6-31 0 31,0 0-208-31,0 0-112 0,25 33 0 0,-25-33-16 0,0 0-928 0,0 0-176 0,34-2-32 0,-25-2-16 16,2-4-48 0,-1-1-16-16,2-1 0 0,-1-3 0 0,0-2 176 0,-1-2 32 0,-1 3 16 0,2-5 0 31,0-1 272-31,-1-3 48 0,-1-1 16 0,1-2 0 0,1-6 400 0,-1-2 80 15,-1-2 0-15,-1 1 16 0,3 3 496 0,-4 5 128 0,0 6 16 0,-2 6 0 0,0 6 880 0,-3 4 160 16,-2 7 32-16,-1 1 16 0,-1 2 544 0,-3 4 96 16,-1 3 32-16,-1 5 0 0,-1-1-640 15,-1 4-128 1,0 1-32-16,0 2 0 0,0 2-144 0,0 2-48 16,1 0 0-16,1 4 0 0,0 1-256 0,1 2-48 15,1-1-16-15,1 0 0 0,2-2-96 0,1-2-32 0,2-4 0 16,-1-25 0-16,6 41-144 0,-6-41-48 0,0 0 0 0,17 42 0 15,-17-42-272-15,0 0 0 0,0 0 0 0,0 0 0 16,45 17 0-16,-32-24 0 0,2-3-160 0,2-4 160 31,0-2-1728-31,2-6-240 0</inkml:trace>
  <inkml:trace contextRef="#ctx0" brushRef="#br0" timeOffset="9738.95">14598 9523 6447 0,'-1'-7'576'0,"0"3"-576"0,1-2 0 0,-1 2 0 16,1 4 1088-16,0-2 96 0,-1 0 32 0,1 1 0 16,-1-4 1136-16,0 1 224 0,-1-1 48 0,0 0 16 0,1 4-320 0,-1 1-64 15,0 1-16-15,0 1 0 0,-1 3-544 0,0 2-112 16,0 1-32-16,0 4 0 0,-1 0-720 0,1 4-128 16,0 3-48-16,0 1 0 0,0 3-448 0,0 0-80 15,0 4-128-15,1-1 176 0,-2-2-176 0,0 6 0 16,0 1 0-16,-1 2 128 0,-1 3-128 0,1-5 0 15,-1 2 0-15,1-7 128 0,-1-3-128 16,2-5 0-16,1-3 0 0,0-3 0 0,1-4 0 0,-1-1 0 16,1 0 0-16,1-3 0 0,-1-1 0 0,0-3 0 0,2 0 0 15,-1-2 0-15,1-1 0 0,1-2 0 16,0-2 0-16,1-2 0 0,-1-3 0 0,3 0 0 0,-1-5-224 0,1 2 80 16,0-3 144-16,1 1-192 0,1 1 192 0,1 3-192 15,0 2 192-15,1 2 0 0,0 0 0 0,0 1 0 16,2 1 0-16,-1 0 0 0,2 2 0 0,-2-2 0 15,0 5 320-15,0-2 0 0,1 1 0 0,0 1 0 16,1 1 176-16,-11 1 16 0,0 0 16 0,28 0 0 16,-28 0-208-16,0 0-32 0,0 0-16 0,0 0 0 15,0 0-144-15,0 0-128 0,35 31 192 0,-35-31-192 0,0 0 128 16,-1 29-128-16,-2-17 0 0,-1 2 0 16,1 0 128-16,-2 0-128 0,-1 1 0 0,2 1 0 15,-1-4 0-15,1-3 0 0,3 1 0 0,0-5 0 16,1 2 0-16,0-5 0 0,1 1 0 0,0-1 0 31,3-2-528-31,0-3-176 0</inkml:trace>
  <inkml:trace contextRef="#ctx0" brushRef="#br0" timeOffset="10165.23">14864 9912 9215 0,'0'0'816'0,"0"-1"-656"0,1 0-160 0,0-1 0 32,0 2 2176-32,0-2 384 0,1 1 96 0,2-1 16 0,1-1-304 0,3 1-64 15,1-2-16-15,0 1 0 0,1 0-1328 0,-3 1-256 0,1 1-48 0,0 0-16 16,-2 1-112-16,2-2-16 16,-1 1-16-16,1-1 0 0,-1 0-304 0,0-1-64 0,0 1-128 0,-1-3 192 31,2 1-192-31,-2 1 0 0,1-2 0 0,-2-2 0 0,0 1 816 0,0 0 112 0,0-1 32 0,-1 0 0 15,0 0-1616-15,-2-2-320 0,1 1-64 0,-2-1-16 0,-1 0 848 0,-1 1 208 32,-1 1 0-32,0-2 0 0,-3 1 784 0,-1 0 208 0,0 3 32 0,-2 4 16 0,1 1-800 0,-1 5-240 31,-3 1 0-31,2 2 128 0,1 2-576 0,-1 1-96 0,-2 4-32 0,0 2 0 0,1 1 1024 0,0 2 208 31,2 1 48-31,0 0 0 0,1 1-192 0,1-1-48 0,1-2 0 0,4-1 0 0,-1-5-64 0,2-13-16 16,0 0 0-16,0 0 0 0,0 0-64 0,16 35-32 31,-16-35 0-31,0 0 0 0,0 0-144 0,29 2-16 0,-20-5-128 16,-2-1 192-16,2 0-192 0,1 0 144 0,0-2-144 0,0-1 128 15,0 0-256-15,1-2-64 0,1 1-16 0,0 1 0 32,1-1-2144-32,0-1-416 0</inkml:trace>
  <inkml:trace contextRef="#ctx0" brushRef="#br0" timeOffset="10718.47">15296 9860 15663 0,'2'2'688'0,"0"-4"144"16,-1 2-656-16,1 0-176 0,0-2 0 0,0-1 0 0,1 1 1776 0,0-1 320 16,4-4 64-16,1-2 16 0,2-1-656 0,1-4-128 15,0 2-32-15,-1-2 0 0,-1 2-592 0,0-3-112 16,-1 2-16-16,-2-3-16 0,-1 3-304 0,-1-1-64 15,-2 0-16-15,-3 5 0 0,0 0-240 0,-3 3 0 16,-1 4 0-16,-2 0 0 0,1 4 240 0,-3 3-48 16,-1 1-16-16,-1 3 0 0,0 2-176 0,-1 1 0 15,0 2 144-15,1 0-144 0,3 0 256 0,0 3 0 16,-2 2-16-16,3-1 0 0,0 2 176 0,0-1 32 0,3 0 16 0,0-1 0 16,2-1 32-16,2-17 0 0,0 29 0 0,0-29 0 15,0 0-16-15,0 0 0 0,0 0 0 0,0 0 0 16,25 35-128-16,-19-35-32 0,2-2 0 0,0-1 0 15,2-1-144-15,0-4-48 0,-1 2 0 0,1-4 0 16,0 0-128-16,2-4 0 0,1-2 0 0,0-3 0 16,1 0-656-16,-2-3-16 15,1 2 0-15,-1-2 0 0,-1 0-784 16,-1-1-144-16,-2-1-48 0,-1 0 0 0,-2-2 240 0,0-2 32 0,-1-1 16 0,-3-1 0 16,0-4 1008-16,0 4 208 0,-1 2 144 0,0 8-192 0,-1 6 608 0,0 2 112 15,0 3 32-15,0 5 0 16,0 1 896-16,-1 3 176 0,1 2 32 0,-1 2 16 0,0 1-576 0,-1 3-112 15,1 3-32-15,-3 4 0 0,1 4-480 0,1 4-96 16,-1 4-32-16,-1 3 0 0,2-1-160 0,-2 4-16 16,0 2-16-16,0-1 0 0,0 1-160 0,0-2 128 15,-1 2-128-15,1-1 128 0,3-3-128 0,2-5 0 16,0-26 0-16,3 45 128 0,-3-45-128 0,0 0 0 16,19 36 0-16,-19-36 0 0,0 0 0 0,32 0-272 15,-18-6 64-15,2-5 16 16,2-4-1280-16,2-3-256 0</inkml:trace>
  <inkml:trace contextRef="#ctx0" brushRef="#br0" timeOffset="11218.53">15772 9808 9567 0,'0'4'416'0,"0"-1"96"15,0 2-512-15,-1-4 0 0,1 2 0 0,0-3 0 16,0 3 2496-16,1-1 384 0,0 1 64 0,-1-3 32 16,0 0 544-16,0 0 128 0,0 0 0 0,0 0 16 0,0 0-1488 0,26-5-320 15,-19-2-48-15,-1-1-16 16,1-1-1200-16,-2-2-240 0,3-1-48 0,-2 0 16 0,1-2-176 0,-2 0-144 16,0 1 192-16,-2-1-192 0,-1 2 0 0,-3-2 0 15,-2 0-160-15,-1 2 160 0,0 0-240 0,-2 3 80 16,1 1 16-16,-1 4 0 0,-1 2 0 0,0 2 0 15,-1 4 0-15,-2 1 0 0,2 3 16 0,-1 1 0 16,0 2 0-16,-2 4 128 0,1 1 0 0,1 3 0 0,-1 2-128 16,0 1 128-16,3-1 0 0,0 0 0 15,4 1 0-15,3-22 0 0,-1 35 0 0,1-35 0 16,0 0 0-16,0 0 0 0,17 39 0 0,-17-39 0 0,0 0 0 0,0 0 0 16,38 8 0-16,-38-8 0 0,26-4 0 0,-26 4 0 15,30-4 128-15,-30 4-128 0,29-1 128 0,-29 1-128 16,0 0 0-16,41 15 0 0,-41-15 0 0,0 0 0 15,24 37 0-15,-24-37 0 0,5 38 0 0,-5-38 128 16,-6 45-128-16,-2-21 0 0,-3 2 0 0,-2 2 0 16,-2 1 0-16,-4 2 0 0,-1-1 0 0,-2 0 0 15,0-2 0-15,-2-2 0 0,-4 2 128 0,0-3-128 0,1-2 208 0,3-5-16 16,2-1-16-16,4-5 0 0,4-5-176 0,1 0 192 31,0-4-192-31,3-3 192 0,0-5-192 0,3-2 0 0,1-3 0 0,4-6-12224 16,4-4-2304-1</inkml:trace>
  <inkml:trace contextRef="#ctx0" brushRef="#br0" timeOffset="11636.9">16121 9725 25791 0,'-3'5'1152'0,"2"-3"224"0,-1 1-1104 0,1 1-272 0,1-3 0 0,-1 1 0 0,0-2 1280 0,0 3 192 0,0 0 32 0,-1 2 16 15,0 0-848-15,1 0-160 0,1 0-48 0,0-1 0 32,0-2-464-32,2 1 128 0,0-2-128 0,1 0 0 15,2-2 592-15,-1 0 80 0,3-1 16 0,-1-1 0 16,1-1-304-16,0-1-64 0,1 0-16 0,-2 0 0 16,2 0-304-16,0-1 0 0,-3-1-176 0,1 2 176 15,-1 0-320-15,-1-1 64 0,1-2 0 0,-2 1 0 16,-1 0 256-16,0 0 0 0,-2 1 0 0,-2 0 0 0,0 0 0 0,-3 0 0 15,0 1 0-15,-1 2 0 16,-1-1 0-16,1 4 0 0,-1 0 0 0,0 0 0 0,-2 4 448 0,-1 1 0 16,2 2 0-16,-1 1 0 0,0-1 32 0,1 4 0 15,-1 0 0-15,0 2 0 0,0 1-32 0,0 3 0 16,2 0 0-16,-1-1 0 0,3 1-224 0,2 2-48 16,3-19-16-16,-2 35 0 0,2-35-16 0,0 0 0 15,13 41 0-15,-13-41 0 0,0 0-144 0,0 0 128 0,37 30-128 0,-37-30 128 16,0 0-128-16,35 5 0 0,-35-5 0 0,27-7 0 15,-12 2 0-15,0-3 0 0,0-1-128 0,0-4 128 32,2 1-704-32,2-2-80 0,-2 1-16 0,1-2-16864 0</inkml:trace>
  <inkml:trace contextRef="#ctx0" brushRef="#br0" timeOffset="12299.86">16614 9654 14735 0,'1'0'1312'0,"0"-2"-1056"0,-1 1-256 0,1 1 0 16,1 0 2320-16,-1-2 416 0,2 0 80 0,1-1 0 16,1 1 432-16,1-3 80 0,-2 0 0 0,-1 1 16 15,-2 1-2000-15,0 1-384 0,-2 0-96 0,-2 1-16 16,1 1-544-16,-4 1-112 0,0 1-32 0,-3 0 0 0,-1 3-160 0,-2 0 0 16,0 2 0-16,0 0 128 0,0-1-128 0,-1 2 0 15,-1 2 0-15,1 1 0 0,0-1 0 0,1 0 0 16,2 1 0-16,1-1 0 0,3-3 0 0,2-2 0 15,1 0 0-15,3-1 0 0,2-1 0 0,2-1 0 16,1-2 128-16,2 0-128 0,1-2 0 0,2-1 0 16,1 1 0-16,1-2 0 0,1 1 0 0,0 0 0 15,1 2 0-15,0 0 0 0,-14 1 0 0,27 1 0 16,-27-1 0-16,0 0 0 0,36 11 0 0,-36-11 0 16,0 0 0-16,0 0 0 0,0 0 0 0,27 33 0 0,-27-33 0 0,0 0 0 15,-2 26 0-15,-2-17 0 0,-2 1 0 0,-1 2 0 16,0-2 0-16,-4 2 128 0,-1 0-128 0,-2 1 0 15,-1-1 224-15,-2 1-32 16,-1 0-16-16,2-3 0 0,-1-1-16 0,1 1 0 0,1-3 0 0,2 0 0 16,2-3-32-16,1-3-128 0,3 1 192 0,1-4-64 15,1-1-128-15,3-1 0 0,2-1 0 0,0-4 0 16,4 1-448 0,0-1-64-16,1 2 0 0,3-3-17888 0</inkml:trace>
  <inkml:trace contextRef="#ctx0" brushRef="#br0" timeOffset="13138.44">17139 9599 10127 0,'0'-2'896'0,"1"-3"-704"15,0 3-192-15,1-1 0 0,0 1 1104 0,0-3 192 16,1-1 48-16,1-4 0 0,2-5 736 0,1-4 160 16,2 1 16-16,-3 1 16 0,1 0-304 0,-3 2-64 15,0 3-16-15,-1 2 0 0,0 3-352 0,-2 2-80 16,-1 2-16-16,0 3 0 0,-1 0-480 0,-1 5-112 16,-1 2-16-16,-1 3 0 0,-1 4-304 0,-2 7-64 15,1 2-16-15,-3 4 0 0,2 4-192 0,-2 0-32 16,-1 4-16-16,0 1 0 0,0-1-208 0,0-1 144 15,0 2-144-15,0-3 128 0,3-1-128 0,-1-3 0 0,2-3 0 0,1-3 0 32,1 1-480-32,4-24-128 0,-9 37-32 0,9-37-16816 0</inkml:trace>
  <inkml:trace contextRef="#ctx0" brushRef="#br0" timeOffset="13312.72">16975 10152 13823 0,'-5'5'1216'0,"2"-1"-960"0,0 1-256 0,1-4 0 0,2 0 2288 0,0-1 400 16,0 2 96-16,1-1 16 0,-1-1 464 0,0 0 112 15,0 0 16-15,0 0 0 0,0 0-2096 0,26-1-400 16,-16-3-96-16,0-4-16 16,2 0-1040-16,3-2-224 0</inkml:trace>
  <inkml:trace contextRef="#ctx0" brushRef="#br0" timeOffset="13564.53">17674 9442 19343 0,'-3'-4'1728'0,"2"0"-1392"0,1 3-336 0,-1 1 0 16,0 0 656-16,-1 0 64 0,0-2 16 0,-2-1 0 15,-3 3 144-15,0-2 16 0,-1 4 16 0,-1 1 0 16,1 4-48-16,-1 0-16 0,-1 2 0 0,1 3 0 16,0 2 288-16,-1 1 48 0,-1 4 16 0,0 0 0 15,1 5-304-15,-1-1-64 0,-1 3-16 0,0-2 0 16,1 1-368-16,0 0-80 0,2-3-16 0,2 1 0 0,0-3-352 16,2 0 0-16,5-20 0 0,-7 33-10928 15,7-33-2128-15</inkml:trace>
  <inkml:trace contextRef="#ctx0" brushRef="#br0" timeOffset="13768.84">17318 10228 3679 0,'0'2'320'0,"1"-4"-320"16,0 2 0-16,1 0 0 0,0-2 2432 0,0 1 432 15,1-1 80-15,1-1 0 0,4-3 1904 0,2-2 368 16,2-1 80-16,2-1 16 0,0 1-2544 0,-1-1-496 0,-1 3-96 0,-2 2-32 15,-1-1-1552-15,0 3-304 16,-2-2-64-16,0 3-16 0,-7 2-208 0,11-5 0 16,-11 5 0-16,11-5-12416 15,-6 3-2480-15</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78.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4:48:17.385"/>
    </inkml:context>
    <inkml:brush xml:id="br0">
      <inkml:brushProperty name="width" value="0.05292" units="cm"/>
      <inkml:brushProperty name="height" value="0.05292" units="cm"/>
      <inkml:brushProperty name="color" value="#FF0000"/>
    </inkml:brush>
  </inkml:definitions>
  <inkml:trace contextRef="#ctx0" brushRef="#br0">14055 6870 2751 0,'-1'0'256'0,"1"0"-256"16,0 0 0-16,-1 0 0 0,1 2 1024 0,0-2 144 15,0 0 48-15,-1 1 0 0,1 1 272 16,0 0 64 0,0-1 16-16,1 1 0 0,0-1-272 0,1 0-48 0,0-1-16 0,1 0 0 15,-2 0-208-15,2 0-64 0,1 0 0 0,0-1 0 16,-1 0-128-16,2 1-16 0,0 0-16 0,0 0 0 0,1 0-224 0,-1 0-64 31,3 0 0-31,-1 0 0 0,1 1-144 0,0 0-48 16,0-1 0-16,0 2 0 0,-8-2-192 0,0 0-128 0,0 0 160 0,0 0-160 15,0 0 0-15,0 0 0 0,41 18 0 0,-37-16 0 16,0 1 0-16,-2 0 0 0,0 0 0 0,-1 2 0 16,1-1 0-16,-2 1 0 0,1 0 0 0,-1 0 0 15,-1 2 176-15,-2 0-176 0,1 1 192 0,-3 1-192 16,1 0 224-16,0 0-64 0,-2 2-16 0,1 0 0 16,0 1-144-16,0-3 192 0,1 1-192 0,-1-1 192 15,2 1-192-15,-1-1 0 0,2 1 0 0,-1-1 0 16,1-1 0-16,1 0 0 0,0 1 0 0,0-1 0 0,2-1 0 15,-1 1 0-15,1 1 0 0,1 0 0 0,0-1 0 16,1 1 0-16,-1 0 0 0,-2-9 0 0,0 0 0 16,0 0 0-16,18 34 0 0,-18-34 0 0,0 0 0 0,0 0 0 15,0 0 0-15,0 0 0 0,32 31 0 0,-28-27 0 16,1-3 0-16,-1 1 0 0,-1-2 0 0,0 2 0 16,0-2 0-16,-1 0 0 0,-1 0 0 0,0 0 0 15,-1-2 144-15,0 2-144 0,1 0 192 0,0-2-16 16,-1 1-16-16,0-1 0 0,1-1 48 0,-1 1 16 15,0 0 0-15,-1 0 0 0,1 1-224 0,0-1 0 0,0 2 128 0,1-2-128 16,-1 1 0-16,0 1 0 0,0 0 0 0,0 0 0 16,0 0 0-16,0 0 0 0,-1 0 0 0,1 3 0 15,-1-1 0-15,0-1 0 0,1 2 0 0,-1 0 0 16,0 0 0-16,-1 2 0 0,1-2 0 0,0 1 0 16,0 1 0-16,0-1 0 0,0 1 0 0,0 0 0 15,1-3 0-15,-1 3 0 0,1 0 0 0,-1-2 0 16,1 1 0-16,0 0 128 0,-1 0-128 0,1-1 0 15,0 2 208-15,0 0-48 0,0 0-16 0,0 2 0 0,0 0 128 16,0 0 32-16,0 3 0 0,1-1 0 0,0 1-64 0,0 1-16 16,1 3 0-16,0-1 0 0,0 3 32 0,-1-2 0 15,1 3 0-15,-1-1 0 0,0-1-112 0,1 1-16 16,-1 1 0-16,0 0 0 0,0 2 16 0,-1-3 0 16,1 0 0-16,0-1 0 0,-1 2 160 15,0-3 16-15,-1 0 16 0,0-2 0 0,1 0-16 0,-1 0 0 16,0-1 0-16,0-1 0 0,0 1 128 15,-1-2 0-15,1 0 16 0,-1-1 0 0,-1 1-176 0,-1-1-32 0,1-1-16 0,-2 1 0 16,-1 1-112-16,-1-2 0 0,-2 0-128 0,-1 1 192 16,0 1-64-16,-1-2-128 0,-1 0 176 0,-2 1-176 15,-1 0 0-15,-1-2 0 0,0 0 0 0,-3 0-17648 16</inkml:trace>
  <inkml:trace contextRef="#ctx0" brushRef="#br0" timeOffset="2275.57">14739 7122 10127 0,'0'-7'896'0,"0"3"-704"0,1 3-192 0,-1-1 0 31,0 1 1360-31,0 1 240 0,0-5 64 0,0 1 0 0,0-4 96 0,0 4 32 16,0-1 0-16,-2 1 0 0,2 3-784 0,-2 2-160 0,-1 3-16 0,-1-1-16 15,0 1-528-15,1 4-96 0,-2-2-32 0,0 3 0 0,3-1-160 0,-2-1 160 16,0 5-160-16,0 0 160 16,0 2-160-16,-1 3 192 15,2 0-192-15,0 2 192 0,1 2-32 0,0-3 0 0,1 2 0 0,1-2 0 16,0-18 32-16,4 29 0 16,-4-29 0-16,0 0 0 0,0 0-192 0,20 39 0 15,-20-39 0-15,0 0 0 0,0 0 0 0,0 0 0 16,38 11 0-16,-29-16 0 0,-1 3 0 0,0-3 0 15,1-2 0-15,-1 0 0 0,-1-3 0 0,0 1 0 0,0-2 0 16,0-2 0-16,-2 1 0 0,2 0 0 0,-2 0 0 0,1-2 0 16,-1 3-160-16,-1-2 160 0,0-1-208 0,-1 2 80 15,-1 0 128-15,0 1 0 0,-2 1 128 0,1 1-128 16,-1 0 192-16,1 4-48 0,-1-3 0 0,0 5 0 16,0 2 128-16,-1 1 32 0,1 1 0 0,-1 2 0 15,1 5-48-15,-2-3 0 0,0 5 0 0,0 1 0 16,0-1-256-16,0 1 160 0,1 1-160 0,0 0 128 15,1 0-128-15,0-1 0 0,0 1 0 0,1-2 128 0,1-1-128 16,0-1 0-16,1 1 0 0,0-5 0 0,1 2 0 16,0-2 0-16,1 1 0 0,-1-3 0 0,2-2 0 0,-1 0 0 15,2-2 0-15,-2-1 0 16,3-1-1200-16,-2-1-160 0,2-1-48 0,-1-2-10720 16</inkml:trace>
  <inkml:trace contextRef="#ctx0" brushRef="#br0" timeOffset="2718.91">15030 7115 9215 0,'4'-3'400'0,"0"1"96"0,-1-1-496 0,-1 1 0 16,-1 2 0-16,0 0 0 0,-1 0 1712 0,1-2 240 15,1 2 48-15,0-1 16 0,1 2 288 0,-1 1 48 0,-1 0 16 0,0 1 0 16,-1 1-1072-16,0 1-208 0,-1 0-32 0,0 0-16 16,-1 2-688-16,0 2-144 0,-1-2-16 0,0 3-16 15,-1 2-176-15,0-2 0 0,-1 4 0 0,0-2 128 16,-1 4-128-16,1-3 160 0,-1 1-160 0,1-1 160 15,0-1-32-15,1-2 0 0,1-1 0 0,1-2 0 16,1-2 736-16,0 0 144 0,1-1 16 0,0-2 16 0,1 1-848 0,0-3-192 16,1 0 0-16,-1 0 0 15,2-3 0-15,-1 1 0 0,1 0 0 0,0-3-144 16,0 0-992-16,1-4-192 0,2 0-32 16,-2-1-16-16,1 0 336 0,0 1 64 0,-2-2 16 0,1 1 0 0,0-2 704 0,-1 0 256 15,2 0-144-15,-1 0 144 0,-1 1 256 0,1 3 144 16,1-1 32-16,-1-1 0 0,3 3 288 0,-2-2 64 15,3 1 16-15,-2 4 0 0,1-1 32 0,-1 3 16 16,0-1 0-16,-1 3 0 0,0 0-240 0,0 1-48 16,-1 3-16-16,0-1 0 0,-1-1-320 0,0 2-64 15,-1 1-16-15,0 0 0 0,0 3-144 0,0-2 0 16,-2-6 144-16,0 0-144 0,0 0 128 0,4 37-128 0,-4-26 160 16,-2-2-160-16,1 1 128 0,0-1-128 15,-1-1 0-15,0-1 0 0,1 0 128 0,0-3-128 16,1 1 0-16,0-2 0 0,0-1 0 0,0-2 0 0,0 0 0 0,0 0 0 31,1-2-928-31,0 0-176 0,1-1-48 0,1 0-13536 0</inkml:trace>
  <inkml:trace contextRef="#ctx0" brushRef="#br0" timeOffset="2939.69">15261 7056 911 0,'2'-5'0'0,"0"2"0"0,0 1 0 0,0 0 0 0,-1 1 2080 0,0 1 336 16,0 0 64-16,1 0 16 0,1-2 960 0,2 2 192 15,0 0 32-15,0-2 16 0,2 2-432 0,-2 2-96 16,1-2-16-16,-1 2 0 0,0-2-2576 0,0 3-576 16,-3-2 0-16,2 2 0 0,0 0 0 0,-1 0 0 15,0 1 144-15,0 0-144 0,0-1 0 0,-1 2 0 32,0-1 0-32,-1 1-192 0,0 0 192 0,0-2 0 0,0 2 192 0,-1-1-10384 15,0 0-2080 1</inkml:trace>
  <inkml:trace contextRef="#ctx0" brushRef="#br0" timeOffset="3097.48">15333 7158 9151 0,'0'2'192'0,"0"-2"64"0,0 2 0 0,0-2 0 0,-1 1-256 0,0 0 0 0,1 1 0 0,-1 1 0 32,0 2 2432-32,-1 0 432 0,0 5 80 0,-2 1 32 0,0 3-992 0,0-2-208 0,0 1-48 0,0 1 0 31,0-2-576-31,2 1-128 0,0-3-32 0,1-1 0 15,1-2-736-15,2 0-256 0,0-1 144 0,-1-3-144 16,1 1-1280-16,0-2-320 0</inkml:trace>
  <inkml:trace contextRef="#ctx0" brushRef="#br0" timeOffset="3955.77">15497 7188 11055 0,'1'-2'480'0,"-1"-1"112"16,1 3-464-16,-1-2-128 0,0 0 0 0,0 1 0 0,1 1 1568 0,-1 0 288 0,1-2 64 0,0 0 16 15,0 0-336-15,0 1-80 0,-1-1-16 0,0 2 0 16,0 0-704-16,-1 0-144 0,1 0-16 0,-1 3-16 16,-1 1 48-16,1-1 16 0,-2 4 0 0,1-3 0 15,0 4-32-15,-1 1 0 0,0 0 0 0,0 1 0 16,1-1-208-16,0 1-64 0,2 1 0 0,-1-2 0 15,1 0-192-15,1 0-64 0,-1-9 0 0,0 0 0 16,0 0-128-16,0 0 0 0,0 0 0 0,0 0 0 16,0 0 0-16,38 23 0 0,-29-27 0 0,-1-1 0 15,1 0 384-15,-1-2 80 0,0 0 32 0,0 0 0 0,-1 0-304 0,0-3-48 16,-2 1-16-16,0 0 0 0,-1 1-128 0,0-1 0 16,-1-1 0-16,-1 1 0 0,-2-2 0 0,-1 0 0 15,-1 0 0-15,-1 1 0 0,0 3-144 0,1-2 144 16,-4 2 0-16,0 1 0 0,-1 0-288 0,-1 1 48 15,-2 3 16-15,2 1 0 0,1 1-16 0,-2 1 0 16,1 3 0-16,1 1 0 0,0-1 240 0,1 1-144 16,-1 2 144-16,2 1-128 0,1-3 128 0,0 4 0 15,2-2 0-15,1-1 0 0,2 0 0 0,1-1 0 0,1-2 0 0,2-2 0 16,1 1 0-16,1-2 0 0,3-2 0 0,-1 1 0 16,0-2-224-16,1 0 32 0,2-2 16 0,-2-1 0 31,0 1-816-31,0 0-160 0,0-2-48 0,2 2 0 15,0-4-192-15,-1 2-32 0,-1-1-16 0,0 1 0 16,0 0 256-16,-1 0 48 0,-2 2 16 0,1 1 0 0,-1-2 416 0,-2 2 64 0,0 2 32 0,0-1 0 16,-2 1 608-16,1 2 0 0,-1 0 0 0,0 0 128 15,-1 0 1328-15,-1 0 256 0,0 2 48 0,0-1 16 16,0 1 1008-16,-1 0 208 0,1 1 32 0,-1-1 16 0,0 1-2400 16,0 1-464-16,0 0-176 0,0-1 0 0,0 2 304 0,0-1-48 15,0 1-16-15,0 0 0 0,0-1-32 0,0 4 0 16,-1-1 0-16,0 2 0 0,-1 1-32 0,1 0-16 15,-1 2 0-15,-1 0 0 0,0 2 0 0,-1 0 0 16,0 0 0-16,-1-2 0 16,0 2-160-16,0-4 192 0,0 1-192 0,2-4 192 0,-1 3-64 0,1-6 0 15,1 2 0-15,0-2 0 0,2-2 0 0,0-1 0 16,0-1 0-16,1-1 0 0,0-1-128 0,2-2 0 16,0-1 0-16,1-2 0 0,0-1 0 0,2-1-144 15,0-1 144-15,1-3-160 0,-1 1-128 0,0 0-32 0,0-2 0 0,1-1 0 16,-1 0 144-16,1-3 32 0,-1 1 0 0,2 0 0 15,-1 2 144-15,0 2 0 0,1 1 0 0,-1 3 0 16,1 4 0-16,-1-2 0 0,0 4 0 0,0 1 0 16,-1 0 272-16,-1 2 48 0,0 1 0 0,0 2 0 15,-5-3 96-15,0 0 32 0,0 0 0 0,0 0 0 16,18 38-144-16,-18-38-32 0,0 0 0 0,4 41 0 16,-4-41-128-16,0 33-16 0,-1-17-128 0,0 2 192 15,-1-1-64-15,0-2 0 0,0-1-128 0,0-1 192 0,0 0-192 0,0-3 0 16,2-10 0-16,0 0 0 0,-2 24 0 0,1-20 0 15,0-1 0-15,1-1-17920 16</inkml:trace>
  <inkml:trace contextRef="#ctx0" brushRef="#br0" timeOffset="5210.16">16303 7162 7359 0,'3'-2'656'0,"-1"0"-528"0,-1 1-128 0,0 1 0 0,-1-2 1280 0,1 0 208 16,1 1 48-16,2-3 16 0,1 1 528 0,-1-5 96 15,0 2 32-15,0 1 0 0,-3 1-608 0,1 1-112 16,-1 1-16-16,-1-1-16 0,0 1-288 0,-1 2-48 15,-1 0-16-15,1 0 0 0,-3 2-320 0,0 1-64 0,0 2-16 0,0-2 0 16,0 1-480-16,-1 3-96 0,-1-2-128 0,0 4 176 16,-1-1-176-16,1 1 0 15,-1 2 0-15,1 1 0 0,0 0 0 0,0 0 0 0,1 1 0 16,1-1 0-16,1 1 0 0,1-3 0 0,1-1 0 16,1-2 0-16,0-7 0 0,0 0 0 0,0 0 0 0,0 0 0 15,0 0 0-15,0 0 0 0,0 0 0 16,28 33 0-16,-20-33 128 0,-1-2 0 0,1-1 0 0,-1-1 0 15,0-1 288-15,2-1 48 0,-2 0 16 0,1-1 0 16,-2 2-240-16,2-2-48 0,-1 0-16 0,0 0 0 0,-1-2-176 0,0 2 0 16,-1-1 0-16,0-1 128 0,-2 2-128 15,0-1 0-15,-1 0 0 0,-1 0 0 0,-1-2 0 16,-1 3 0-16,0-1 0 0,-2 2 0 0,0-1 0 0,-3 3 0 16,1 1 0-1,-2 0 0-15,1 1 0 0,-1 2 0 0,0 0 0 0,-1 2-176 0,3-1-16 0,-1 3-16 16,1-1 0-1,2-1 0-15,0 0-544 0,1-1-96 0,2 1-32 0,0 0-8944 16,2-1-1792 0</inkml:trace>
  <inkml:trace contextRef="#ctx0" brushRef="#br0" timeOffset="5600.8">16688 6956 9215 0,'0'-10'400'0,"0"5"96"0,1-2-496 0,-1 3 0 0,1-1 0 0,-1 2 0 31,0 1 816-31,1-5 64 0,0-4 16 0,0-2 0 0,1-1-160 0,-1 2-32 0,1 1 0 0,-2 3 0 16,1 1 640-16,-2 2 128 16,1 3 32-16,-1 0 0 0,0 2 336 0,-1 2 64 15,1 0 16-15,0 3 0 0,-1 0-784 0,-1 0-160 16,1 2-16-16,-1 2-16 0,1 0-560 0,0 3-96 15,0 0-32-15,-1 3 0 0,1 4-256 0,0-1 128 16,0 4-128-16,1-1 0 0,-1 1 160 0,2-22-160 16,-2 47 128-16,2-47-128 0,-1 40 192 0,1-40-64 15,0 46 0-15,0-46 0 0,1 49 0 0,-1-49 0 0,3 47 0 16,-3-47 0-16,0 48 128 0,0-48 0 0,0 47 16 0,0-47 0 16,-3 41-48-16,0-26-16 0,0-2 0 15,0-1 0-15,-1 0 144 0,-1-3 32 0,0 1 0 0,-1-3 0 16,2-2 144-16,-3 2 48 0,0-3 0 0,-2 1 0 15,0-2-320-15,0-1-48 0,-1 0-16 0,-1-2 0 16,0-2-192-16,0-2-240 0,-1-1 48 0,1 0 16 31,1-3-2112-31,-1-3-416 0</inkml:trace>
  <inkml:trace contextRef="#ctx0" brushRef="#br0" timeOffset="5807.14">16503 7193 11967 0,'4'-1'1072'0,"0"-1"-864"15,-1 2-208-15,-2-1 0 0,2 0 2016 0,0-1 352 16,3-1 80-16,3-1 16 0,5-1 512 0,2-3 96 16,3 2 32-16,-1-2 0 0,3 2-1184 0,-2 0-224 15,3 0-48-15,-2 1-16 0,0 1-944 0,-1 1-192 16,0 0-48-16,-2-1 0 0,1 1-304 0,-1 1-144 16,0 0 128-16,-1-1-128 15,-1 1-640-15,-1 1-224 0,-2-1-32 0,-2 1-10336 16,-3 0-2064-16</inkml:trace>
  <inkml:trace contextRef="#ctx0" brushRef="#br0" timeOffset="6354.13">17291 7096 11967 0,'-3'-3'1072'0,"1"0"-864"16,2 1-208-16,0 0 0 0,0 2 1472 0,0 0 240 15,0 0 48-15,1-2 16 0,1-1 592 0,1-2 128 16,0 2 32-16,2-3 0 0,1 1-1120 0,-1 1-240 0,3 1-32 16,-1-2-16-16,1 1-288 0,2-3-48 0,0 4-16 0,0-1 0 15,1-1-256-15,-1 2-48 0,1-1-16 0,1 1 0 16,-3 1-80-16,-1 0-32 0,1 4 0 0,-9-2 0 16,0 0-144-16,0 0-16 0,0 0-16 0,31 31 0 15,-31-31-160-15,0 0 0 0,6 38 0 0,-6-38 0 16,-2 30-384-16,-2-13 32 15,-1 2 16-15,1 0 0 0,-2-2-16 0,0 1 0 0,0-3 0 0,0-1 0 16,1-2 208-16,0-3 144 0,1-1-192 0,1-2 192 16,0-3 0-16,1-1 0 0,1-2 0 0,1 0 0 15,2-2 0-15,0-3 256 0,1-2-64 0,1-2 0 16,0-1 304-16,1 0 48 0,0-1 16 0,2-4 0 0,0 1-432 0,3-4-128 16,1-4 0-16,0 1 0 0,1-1 0 15,0 1 0-15,2 0 0 0,-2 4 0 0,-1 4-176 0,0 1 176 16,-1 1-192-16,1 4 192 0,-2 3 0 15,-2 1-128-15,-1 2 128 0,-1 1 0 16,-1 0-576-16,0 1-48 0,0 2-16 0,-2 1-9920 16,1 1-1984-16</inkml:trace>
  <inkml:trace contextRef="#ctx0" brushRef="#br0" timeOffset="6780.12">17704 7061 6447 0,'2'-3'576'0,"0"0"-576"0,0 3 0 0,-1-2 0 0,-1 2 2080 0,0 0 304 0,1-3 64 0,0 1 16 32,1-2 672-32,-2 1 128 0,0 0 16 0,0 0 16 15,-1 2-1344-15,-1 1-272 0,-2 1-48 0,0 2-16 16,1 0-848-16,-3 2-192 0,0 2-16 0,0 0-16 16,-1 2-336-16,0 1-64 0,1 1-16 0,-2 1 0 0,3 1 0 0,-1 3-128 15,0 1 192-15,3-1-64 0,0 1-128 0,3-17 0 16,0 0 144-16,5 40-144 0,-5-40 144 0,0 0-144 15,0 0 192-15,0 0-192 0,34 24 192 0,-25-24-192 16,2-3 192-16,1-1-192 0,0-4 240 0,1 0-64 16,1 0-16-16,0-5 0 0,1 1-160 0,-1-1 0 15,-1 0 0-15,-1 0-176 0,-1-1 48 0,0 2 0 0,-1-2 0 0,-2-2 0 16,-1 3 128-16,-1-3-128 0,-1 2 128 0,-2 1-128 16,1 1 128-16,-2 3 0 0,-1 0 0 0,-1 1 0 15,0 4 0-15,-2 2 128 0,0 4-128 0,-1-1 128 16,0 2 256-16,0 2 64 0,-2 3 16 0,0 3 0 15,-1 1-144-15,0 2-48 0,1 3 0 0,-2 2 0 16,3 0-272-16,-1 1 160 0,2-2-160 0,3-18 128 16,0 31-128-16,0-31 0 0,0 0 0 0,0 0 128 15,20 40-128-15,-20-40 0 0,0 0 0 0,0 0 0 16,35 3-256-16,-25-6 0 0,2-2 16 0,-1-3 0 16,1-1-1136-16,1 0-224 0,0-3-64 0,0-2-13840 15</inkml:trace>
  <inkml:trace contextRef="#ctx0" brushRef="#br0" timeOffset="7027.41">18171 6764 6447 0,'1'-3'576'0,"-1"1"-576"15,0 2 0-15,0 0 0 0,0 2 2208 0,-1-2 336 16,-1 3 64-16,0 0 16 0,-2 1 576 0,0 5 128 16,-3 3 32-16,1 0 0 0,-2 4-1568 0,1-1-320 15,0 1-64-15,1 1-16 0,0 0-528 0,2 0-96 0,-1 1-32 16,0-2 0-16,3-1-336 0,-1 0-64 0,0 1-16 0,-1-1 0 15,2 0-80-15,-1 2-32 0,0-2 0 0,1 1 0 16,-1-2-32-16,1 0-16 0,0 0 0 0,-1 1 0 16,3-15-160-16,-3 23 0 0,3-23 0 0,0 0 0 15,1 34 0-15,-1-34 0 0,0 0 0 0,0 0 0 16,0 0 0-16,0 0-144 0,14 40 0 0,-14-40 0 16,0 0-1600-1,0 0-320-15,0 0-64 0,0 0-7744 0,0 0-1552 0</inkml:trace>
  <inkml:trace contextRef="#ctx0" brushRef="#br0" timeOffset="7469.12">18232 7090 9215 0,'0'3'816'0,"-1"-3"-656"16,1 1-160-16,0 1 0 0,-1-2 2240 0,0 2 432 15,0 0 80-15,0 3 0 0,1 0 288 0,0-1 48 16,1 1 16-16,2-2 0 0,1 0-1344 0,0-2-272 15,2 1-48-15,1-2-16 0,1 0-672 0,1 0-144 16,0-2-32-16,2 0 0 0,-1-3-256 0,1 0-64 16,0 1-16-16,-1-1 0 0,1-1-240 0,0 0 0 15,-3 1 0-15,-1-1 0 0,1 0 0 0,-2-1 0 0,1 0 0 0,-2 0 0 16,-1 0 0-16,-2-2 0 0,0 2 0 0,-3-1 0 16,-1 1 0-16,-1 0 0 0,-1 2 0 0,0 0 0 15,-3 2 0-15,1 0 0 0,-2 3 0 0,0 0 0 16,0 0 128-16,-1 2-128 0,0 2 0 0,0 4 0 15,0-1 208-15,0 1-48 0,-1 1-16 0,1 2 0 16,-1 1-16-16,1 0-128 0,1 0 192 0,0 2-64 16,2-2-128-16,-1 0 160 0,3-1-160 15,-1 1 160-15,2 0-160 0,2 0 128 0,1-12-128 0,0 0 128 16,0 0-128-16,6 34 0 16,-6-34 0-16,0 0 0 0,0 0 0 0,0 0 0 0,0 0 0 0,43 21 0 15,-43-21 0-15,0 0 128 0,31-2-128 0,-21 1 0 0,1-1 0 16,-1 2 128-16,0-2-128 0,-1-1 0 15,1-1-256-15,-2 1-144 0,0 1-32 0,1-2 0 16,-1 0-1024-16,1 0-208 0,1-3-32 0,1 1-13824 16</inkml:trace>
  <inkml:trace contextRef="#ctx0" brushRef="#br0" timeOffset="7849.52">18665 7012 19343 0,'2'0'848'0,"-1"-2"192"0,0 2-832 0,-1 0-208 0,1 0 0 0,-1 0 0 0,0 0 2336 0,0 0 416 0,0 0 96 0,0 0 16 16,0 2-928-16,-2-2-176 16,1 0-32-16,-1 0-16 15,-1 1-896-15,1 1-176 0,-2 0-48 0,0-1 0 0,0 1-192 0,-1 0-32 0,-1 0-16 0,0 1 0 32,0 2-112-32,-1-1-32 0,-1 3 0 0,1-2 0 0,0 2-32 0,-1 0-16 0,2 0 0 0,0 1 0 0,1 1-32 0,1-2-128 31,0 0 192-31,2 0-64 0,0 0-128 0,2-2 0 15,0 1 0-15,1-2 128 16,0 0-128-16,2 0 0 0,0-1 0 0,1-2 0 0,1 3 0 0,1-3 0 16,0 1 0-16,0-2 0 0,-1 2 0 0,2-2 0 15,-2 0 0-15,2 2 128 0,-1-1-128 0,-6-1 0 16,0 0 0-16,0 0 128 0,0 0-128 0,0 0 0 16,35 21 0-16,-35-21 128 0,0 0-128 0,0 0 0 15,0 0 0-15,0 0 128 0,0 0-128 0,7 40 128 16,-11-33-128-16,-1-1 128 0,-2 0 16 0,0-1 0 15,-3 2 0-15,-1-2 0 0,-2 1-144 0,-1-2 192 0,-2 0-192 16,-1-2 192-16,0 0-192 0,0-1-224 16,0-2 48-16,1 1-18608 0</inkml:trace>
  <inkml:trace contextRef="#ctx0" brushRef="#br0" timeOffset="27913.22">12726 8658 3679 0,'-2'-2'320'0,"0"-1"-320"16,1 3 0-16,1-2 0 0,0 2 784 0,-1 0 96 16,0-2 16-16,-1-1 0 0,-2 1 96 0,0-3 32 15,0 0 0-15,2-1 0 0,-1 1-64 0,0 2 0 16,2-2 0-16,0 1 0 0,1 1-320 0,1 1-64 16,0-2 0-16,2 0-16 0,-1 1-288 0,0 0-48 15,1-2-16-15,1 0 0 0,2 0-16 0,-2-2 0 0,3 3 0 0,0-4 0 16,2 2 96-16,-1-2 16 0,2 2 0 0,-1-1 0 15,3-1 80-15,-1 1 32 16,1-1 0-16,0 2 0 16,-1 0 32-16,1 0 16 0,1 1 0 0,-1 0 0 0,0 1 208 0,0 1 32 0,-1 3 16 0,-1-2 0 15,0 4-32-15,-2 0-16 0,-8-2 0 0,0 0 0 16,0 0-288-16,0 0-48 16,36 36-16-16,-36-36 0 0,0 0-160 0,14 45-32 0,-11-29-128 0,0 6 192 15,-1-1-192-15,-2 1-208 0,1 3 32 0,1-3 16 0,-1 4 32 0,1-2 0 16,-1 0 0-16,0-3 0 0,0 0 128 0,-1 1 0 15,1-4 0-15,-2-1 0 0,0 0 0 0,-1-3 0 32,0 0 0-32,-2-2 0 0,1 2 0 0,-3 0 0 0,2 0 0 0,-3-2 128 15,1 0 128-15,-1-2 16 0,1 2 16 0,-2-3 0 0,2-2-112 0,-2 3-32 16,1-3 0 0,-1 0 0-16,1-2-144 0,0 0 192 0,-2 1-192 15,0-1 192-15,-1 0-192 0,0-2 0 16,-2 1 0-16,2-1 0 0,-2-3 128 0,0 0-128 0,-2-3 128 0,0-2-128 15,0-1 576-15,1-3 48 0,-2-4 0 0,1-1 0 16,0-5 160-16,1-2 48 0,-2-3 0 0,1-5 0 16,1-2-320-16,2-1-64 0,1-2-16 0,1 1 0 15,4 2-288-15,0 3-144 0,2-1 160 0,3 6-160 16,2 0 0-16,2 3 0 0,3 1 0 0,2-2 0 16,3 2-384-16,0 2 48 0,1 1 0 0,1 3-10288 15,0 1-2048-15</inkml:trace>
  <inkml:trace contextRef="#ctx0" brushRef="#br0" timeOffset="28472.27">12953 8416 7359 0,'-1'-1'656'0,"0"0"-528"16,1 1-128-16,-1-2 0 0,0 2 1168 0,1 0 208 15,-1-1 32-15,-1 1 16 0,-2-2 480 0,1-1 80 0,0 1 32 0,0 2 0 32,0-1-320-32,2 0-64 0,0-1-16 0,1-1 0 0,2-1-624 0,1 1-128 0,1-2-32 0,3-2 0 15,1 0-304-15,3-4-64 16,3-2-16-16,2-1 0 0,1 0-16 0,1-1-16 0,3-1 0 16,3 0 0-16,1-3-128 0,1 3-32 0,0 1 0 0,-2 4 0 15,-1 2-256-15,-3 1 128 0,0 2-128 0,-3 3 0 16,-2 0 0-16,-1 0 0 0,-2 3 0 0,0 0 0 15,-3 0-432-15,-1 2 16 0,0-1 0 0,-2 1 0 16,0 0-1056-16,-2 0-224 0</inkml:trace>
  <inkml:trace contextRef="#ctx0" brushRef="#br0" timeOffset="29202.74">13640 8184 7359 0,'-1'-2'656'0,"1"1"-528"0,0-1-128 16,0 2 0-16,-1-2 1088 0,1 1 192 0,-1-1 48 0,1 0 0 16,-2 0 448-16,0-1 80 15,0-1 32-15,0 3 0 0,1 1-240 0,-1 3-48 0,2-1-16 0,-2 4 0 16,0 0-560-16,0 3-96 0,0 1-32 0,-1 2 0 15,2 0-496-15,-3 2-96 0,0 0-32 0,0 1 0 16,1 1-144-16,-2-1-128 0,-1 2 144 0,2-2-144 16,-1-3 0-16,1 0 0 0,0-2 0 0,0-4 0 15,1 0 0-15,0-2 0 0,1-2 0 0,0-2 0 16,2 0 0-16,-1-3 0 0,2 0 128 0,0-3-128 16,2 0 240-16,-1-4 0 0,2 0 0 0,0-3 0 15,0 3-32-15,1-4 0 0,1-1 0 0,0-1 0 0,1-3-208 16,-1 1 0-16,1 0 0 0,-1 1 0 0,1 1 0 0,-1 2 0 15,2 2 0-15,-2 2 0 0,1 4 0 16,0 0 128-16,-1 3-128 0,1 2 192 0,-2 1 416 0,0 1 80 16,0 2 16-16,0 3 0 0,0 0-112 0,-1 4-16 15,-4-10 0-15,0 0 0 0,9 36-384 0,-8-24-192 16,1 3 160-16,-2-1-160 0,-1-1 0 0,0 0 0 16,0-2 0-16,0-2 0 0,0-1 0 0,-2 2 0 15,1-1 0-15,0-2 0 0,0 0 0 0,0-3 0 16,1-3 0-16,1 0 0 15,0-2-432-15,2-2-16 0,1-2-16 0,1-2 0 16,2-2-2048-16,0-1-416 0</inkml:trace>
  <inkml:trace contextRef="#ctx0" brushRef="#br0" timeOffset="29534.05">13869 8168 2751 0,'1'0'256'0,"0"-1"-256"0,0 1 0 0,-1 0 0 15,-1 0 2208-15,1 0 400 0,1 0 80 0,-1 0 0 16,1 0 464-16,-2 0 96 0,1 0 16 0,-2 0 0 15,0 3-1360-15,-1-1-272 0,-1 0-48 0,-1 3-16 0,2 0-976 0,-2-1-192 16,1 4-32-16,-1-2-16 16,0 4 544-16,1 0 128 0,1-1 0 0,0 0 16 15,1 1-1664-15,1 0-336 0,2-3-64 0,2 1 0 0,0-2 816 0,1 0 208 16,2-3 0-16,0 0 0 0,3-1 0 0,0-2 0 16,0-2 0-16,2-3 160 0,0 1 304 0,-1-2 64 15,0-2 16-15,-1 0 0 0,2-2-224 0,-1 1-32 16,-2 0-16-16,-1-2 0 0,-2 2-272 0,-1 0 0 15,-1 2 0-15,-3-2 0 0,-1 2 0 0,-3-1 0 16,-1 2 0-16,-1-2 0 0,-1 3 144 0,-2-2-144 16,-1 3 0-16,-1 1 144 0,1 3-144 0,-2 0 192 15,1 3-192-15,0 1 192 0,1 1-48 0,1 2 0 0,1 0 0 0,2-1 0 16,1 0-400-16,2-1-96 0,2 0-16 0,1 0-9904 16,0-1-1984-16</inkml:trace>
  <inkml:trace contextRef="#ctx0" brushRef="#br0" timeOffset="30149.47">14163 8098 14735 0,'1'-2'1312'0,"1"-2"-1056"0,-1 3-256 0,-1 1 0 16,0 0 1984-16,0-2 320 0,1 0 80 0,2-1 16 0,-2-1-672 0,0 1-128 15,-1 0-16-15,-1 3-16 0,-1 0-944 0,0 1-192 16,-1 4-48-16,1-2 0 0,-2 1 96 0,0 3 16 16,0-2 0-16,0 2 0 0,0 2-176 0,-1-2-16 15,1 3-16-15,-1-1 0 0,1 3-160 0,-2 2-128 16,0 0 144-16,2 1-144 0,0-3 0 0,1 0 0 16,2 2 0-16,1-4 0 0,2-1 0 0,0 0 0 15,2-2 0-15,0-1 0 0,-4-6 0 0,0 0-160 0,0 0 160 16,0 0-128-16,41 11 128 0,-31-14 0 15,2-1 0-15,-1 0-128 0,-1-2-160 0,0-1-32 0,0-2 0 0,-1 1 0 32,0 0-320-32,-3-2-80 0,1 2-16 0,-2 0 0 15,-1 0-480-15,0 1-80 0,-2-1-32 0,-2 1 0 16,-1 0-320-16,-1 3-64 0,-1-1-16 0,-2 2 0 0,-1 1-896 16,-2 0-192-16,-3 2-48 0,0 0-2368 0</inkml:trace>
  <inkml:trace contextRef="#ctx0" brushRef="#br0" timeOffset="30290.65">14107 8181 7071 0,'-34'7'144'0,"29"-6"48"15,4-1 0-15,1 0 16 0,-1 0-208 0,-1 0 0 0,-1 0 0 0,-1 0 0 0,-1-1 2176 0,1-1 384 16,2 1 64-16,2-3 32 0,2 2 320 0,2-3 64 16,3 1 16-16,1 1 0 0,2-2-448 0,3 3-96 15,2-3-16-15,1 0 0 0,0 2-1184 0,1 0-240 16,2 0-48-16,-3 0-16 0,1 0-688 0,-1 2-144 16,-1-1-32-16,0 0 0 0,-15 2-144 0,29-1-176 15,-29 1 48-15,27-2-17872 16</inkml:trace>
  <inkml:trace contextRef="#ctx0" brushRef="#br0" timeOffset="31112.92">14749 8104 14735 0,'0'-1'1312'0,"0"-1"-1056"0,1 2-256 0,-1 0 0 16,1-2 1856-16,-1 1 320 0,0 1 64 0,1-2 16 16,0-2 64-16,0 1 16 0,1-2 0 0,0 3 0 15,-1 0-1312-15,0-1-272 0,0 1-48 0,1-1-16 16,-2 2-560-16,1-2-128 0,0 0 0 0,0 1 0 16,-1-3 0-16,-1 3 0 0,1-3 0 0,-2 0 0 15,0 3 0-15,-2-3 0 0,0 1 0 0,-1 1 0 16,-1-1 0-16,1 3 0 0,-2-1 0 0,1 2 0 0,0 0-192 0,0 2 192 15,-1 1-192-15,1 1 192 0,-1 1-304 0,2 2 64 16,-1 3 16-16,0-1 0 16,1 0 80-16,-1 3 16 15,1 0 0-15,-2 3 0 0,1 1 128 0,0 1-128 0,1-3 128 0,0 2-128 16,1-4 128-16,1 0 0 0,3 0 0 0,-1-2-128 16,2-3 128-16,1-2 0 0,2-1 0 0,0-2 0 15,1-2 0-15,2-3-160 0,1-2 160 0,1-3 0 0,3-2-256 0,0-1 48 16,2-1 16-16,-2-3 0 0,1 1-64 0,0 0 0 15,-2 2 0-15,-2-2 0 16,-2 2-128-16,0 1-48 16,-2 1 0-16,0 1 0 0,-2 0 432 0,0 3-128 0,-2 1 128 0,-1 2 0 0,1 2 0 0,-1 1 0 0,-1 2 0 15,0 3 128-15,0 2 368 0,-1 0 80 0,0 2 0 0,-1 1 16 32,1 2 0-32,0-3 0 0,-1 3 0 0,1-2 0 0,1 1-320 0,0-1-64 0,3-3-16 0,1 0 0 31,-1-2 128-31,3-3 0 0,0 1 16 0,0-3 0 0,1 0-16 0,0-3-16 15,1-1 0-15,-1 0 0 0,2-2-304 0,0-1 0 0,0 0-176 0,0-2 176 16,1-1-1488-16,0 0-192 0,0 1-48 0,-2 0-12208 16</inkml:trace>
  <inkml:trace contextRef="#ctx0" brushRef="#br0" timeOffset="31429.18">14938 8035 8287 0,'1'0'368'0,"0"0"80"0,0 0-448 0,0-1 0 15,-1 1 0-15,0 0 0 0,1 0 1584 0,1 0 224 16,1-2 48-16,1 2 16 0,1-2-80 0,1 0-32 16,-1-1 0-16,2 1 0 0,-1-1-208 0,0 2-32 15,0 0-16-15,0 1 0 0,0 0 688 0,-2 0 144 0,2 2 32 0,-2 1 0 32,-4-3-2240-32,0 0-432 0,0 0-80 0,0 0-32 0,8 40 624 0,-10-29 128 15,0 1 32-15,-1 0 0 0,0-1-144 0,-1 1-32 0,-1 1 0 0,1-3 0 16,-1 1-192-16,1-4 144 0,1 3-144 0,-1-5 128 15,2 2-128-15,-1-3 0 0,1-1 144 0,0 0-144 16,1-1 128-16,1 0-128 0,-1-4 160 0,2 2-160 16,0-3 224-16,0-2-48 0,0 1-16 0,2-4 0 15,0 2 0-15,2-4 0 0,-1 0 0 0,2-2 0 16,0-1-160-16,3-2 128 0,-1 1-128 0,2-2 128 0,0-1-128 16,1 2-176-16,-1 1 48 0,-1 2 0 15,0 3-256-15,0 2-64 0,-2 0 0 0,0 2 0 16,-2 3-496-16,0 0-96 0,-1 1-32 0,0 2-8896 15,-1 1-1776-15</inkml:trace>
  <inkml:trace contextRef="#ctx0" brushRef="#br0" timeOffset="31936.71">15248 7970 11711 0,'1'0'1040'0,"-1"0"-832"0,0 0-208 0,0 0 0 15,0 0 0-15,0 0 0 0,0 0 0 0,1 0 0 16,0-2 0-16,0 2 0 0,1 0 0 0,0-4 0 16,0 3 0-16,0-3 0 0,0 1 0 0,0 1 0 15,1-2 0-15,-1 1 0 0,0 0 0 0,0 1 0 16,0 0-144-16,0-1 144 0,0 1 0 0,-1 0 0 0,0 1 2192 0,1-1 528 15,-1 2 96-15,-1-1 32 0,1 0-288 0,-1 1-64 16,0 0-16-16,0 0 0 16,1 0-800-16,-1 0-144 0,1 0-48 0,-1 0 0 0,0 0-656 0,0 0-128 15,1 0-16-15,-1 1 0 0,0 0-256 0,0 1-48 16,0 1-16-16,0-1 0 16,-1 3-176-16,1 0-48 0,-2 3 0 0,-1 0 0 15,1 1-144-15,-2 1 0 0,1 2 0 0,-1 0 0 0,-1 1-208 0,1 0 80 16,-1 3 128-16,0-1-208 0,1 0 64 0,-2 1 16 15,2-2 0-15,-1 0 128 0,1 0-240 0,1-2 80 0,1-2 16 0,0 0 0 16,1-1 0-16,0-1 0 16,3-2 0-16,0-1 0 15,0-2-240-15,1-2-64 0,1-1 0 0,1-2 0 16,-1 0-16-16,3-3-16 0,0-1 0 0,1-2 32 16,0 1-320-16,-1-3-80 0,2 1-16 0,-2 0 0 15,0 1-448-15,-1-2-96 0,0 3 0 0,-2-1-16 0,1 2-96 0,-2-1-16 0,-1 5 0 0,-1-3-5440 16,-1 3-1088-16</inkml:trace>
  <inkml:trace contextRef="#ctx0" brushRef="#br0" timeOffset="32143.2">15177 8077 8287 0,'-5'-2'368'0,"1"1"80"0,1-1-448 15,1 2 0-15,1 0 0 0,1 0 0 16,0 0 2192-16,0 0 368 0,0 2 64 0,1-2 0 0,3 0 352 0,2-2 64 15,3 1 16-15,1-2 0 16,3 0-1008-16,1-2-192 0,2 1-32 0,1-4-16 0,1 2-848 0,-1-2-192 0,3 1-16 0,-3 0-16 16,-1 0-464-16,0 0-80 0,-1 0-32 0,-1 0 0 31,0 0-576-31,0 2-112 0,-1-3-32 0,0 2 0 16,-1 1-2000-16,-2-1-416 0</inkml:trace>
  <inkml:trace contextRef="#ctx0" brushRef="#br0" timeOffset="32601.19">15514 7807 9215 0,'0'0'816'0,"-1"0"-656"0,1 0-160 0,0 0 0 0,0 0 2304 0,-1 0 448 16,0 2 64-16,0-2 32 0,-1 1-96 0,0 1-32 16,0 2 0-16,2-1 0 0,-2 2-1232 0,1 1-240 15,0 2-48-15,0-1-16 0,-1 4-496 0,1 1-112 16,1-12 0-16,-3 27-16 0,2-15-336 0,0 4-64 15,-2 1-16-15,-1-1 0 0,1 3-144 0,0-1 0 32,-2-1 0-32,0 0 128 0,2-4-128 0,-1 0 0 15,1-3 0-15,0-1 0 0,2-1 0 0,0-2 0 16,1-1 0-16,0-2 0 0,0-1 0 0,0-2 0 16,1 0 0-16,1-2 0 0,0 0 0 0,0-1 0 0,1 0 144 0,-1-1-144 15,-1-1 224-15,3-1-32 0,0 0 0 0,0-2 0 16,1 0-192-16,1 1 128 0,-1-3-128 0,1 3 0 15,0-3 128-15,1 2-128 0,-1 0 0 16,1 1 0-16,-1-1 0 0,1 2 0 0,-1-2 0 0,1 4 0 16,-2 1 0-16,1-1 0 0,-1 3 0 0,-1-1 0 15,1 2 0-15,-1 2 0 0,-1 1 0 0,-1 2 0 16,0 0 128-16,0 4 48 0,-1-2 0 0,-1 2 0 16,0-9 80-16,0 0 32 0,0 32 0 0,0-32 0 15,0 0-64-15,-1 32-16 0,0-20 0 0,0-2 0 16,-1-1-80-16,0 1-128 0,0-2 176 0,1 0-176 0,-1-3 0 0,-1 2 0 15,2-2 0-15,0-4 0 0,1 0-240 0,1-1-96 16,1-1-32-16,-1 1-17008 16</inkml:trace>
  <inkml:trace contextRef="#ctx0" brushRef="#br0" timeOffset="33092.62">15160 7921 8287 0,'-3'-3'736'0,"1"1"-592"15,0-2-144-15,1 3 0 0,0-1 1296 0,1 2 240 0,0-1 32 0,-1 0 16 16,1 0 1008-16,-1 0 208 0,0 0 32 0,1-1 16 16,1 0-560-16,0 1-112 0,0 1-32 0,2 0 0 15,0 0-800-15,0 0-144 16,1 1-48-16,1 1 0 0,-1 0-768 0,0 0-144 0,2 0-48 15,-2 1 0 1,1 0-496-16,1-1-96 0,-2 0-32 0,2 0-15504 0</inkml:trace>
  <inkml:trace contextRef="#ctx0" brushRef="#br0" timeOffset="33250.1">15179 8018 4607 0,'-2'1'400'0,"1"0"-400"16,0 1 0-16,0-2 0 0,1 3 2112 0,-2-1 320 15,0 3 80-15,-3 5 16 0,-1 1 80 0,-2 4 16 16,-1 1 0-16,1-1 0 0,-2 3-1664 0,2-1-336 16,0-1-64-16,0 1-16 0,1 0-544 15,-1-3 0-15,3 0 0 0,0 0-7360 16,1-2-1536-16</inkml:trace>
  <inkml:trace contextRef="#ctx0" brushRef="#br0" timeOffset="34625.28">15737 7968 4607 0,'-1'-4'400'0,"0"3"-400"16,1-1 0-16,-1 2 0 0,1 0 1376 0,0 0 192 16,0 0 32-16,0 0 16 0,0 0 1200 0,0 0 256 15,0 0 32-15,-1 2 16 0,1 1-864 0,0-1-160 16,0 0-48-16,0 3 0 0,-2 0-256 0,1 0-64 15,-1 3-16-15,0 0 0 0,-1 1-1360 0,0 0-352 16,-1 2 0-16,-1-2 0 0,2 3 0 0,-2 0 0 0,-1-1 0 0,2-1 0 16,-2 0 0-16,2-3 0 15,0 0 0-15,0-3 0 0,1 1 0 0,1-2 0 16,1-1 0-16,0 0 0 0,0-2 0 0,1 0 0 0,0-2 0 0,1 0 0 16,1-1 0-16,-1-2 0 0,2-1 0 0,0-2 0 15,2 1 0-15,-1-2 0 0,3-2 128 0,-3 0-128 16,2 2-144-16,0-3-96 0,0-2-16 0,1 0 0 15,0 2-912-15,-2 2-192 0,1-1-48 0,0 3 0 16,-1 1 1072-16,1 0 208 0,-1 2 128 0,0 0-160 16,1 3 416-16,-2 2 64 0,0 2 32 0,-1 1 0 15,-1 2 416-15,-1 2 64 0,-1 2 32 0,0 1 0 16,-1 2-368-16,-1 0-80 0,0 0-16 0,-2 2 0 0,0-2-400 0,0 0 128 16,0 0-128-16,-1-1 0 0,2-2 0 0,0 1 0 15,-1-5 0-15,1 0 0 0,2-1 0 0,-1-2 0 16,1-1 0-16,0-2 0 0,1 1 0 0,1-4 0 15,1 0 0-15,0-2 0 16,1-1-512-16,2-1 0 0,0-1 16 0,2-2 0 16,-1-1-352-16,2 0-80 0,0-2-16 0,0-1 0 15,1 1 48-15,0 0 0 0,0 2 0 0,0 0 0 16,-2 3 368-16,1 2 80 0,-1 0 0 0,-1 2 16 0,-1 3 432 0,-1 2 128 0,0 0 0 0,-2 2 0 16,-1 1 720-16,0 4 160 0,0 0 16 15,-2 4 16-15,1-11-144 0,-1 23-16 16,-2-10-16-16,0 3 0 0,-1-1-400 0,0 0-80 0,0 1 0 0,-1-2-16 15,0 0-176-15,1-2-48 0,0-2 0 0,0-1 0 16,2-2-144-16,0-2 0 0,1 0 144 0,1-3-144 16,0 0-256-16,1-2-112 0,2-2-16 0,1 0-14384 15</inkml:trace>
  <inkml:trace contextRef="#ctx0" brushRef="#br0" timeOffset="35290.79">16079 7980 18431 0,'0'2'816'0,"0"-2"160"0,1 2-784 0,-1-2-192 16,1 1 0-16,-1-1 0 0,1 0 1680 0,-1 0 304 15,1-1 48-15,2 1 16 16,0-2-944-16,0 0-176 0,1 0-32 0,0-3-16 0,1 0-880 0,-2-2 0 16,2 1 0-16,-1-2-128 0,0 1 128 0,0-3 0 15,-1 0 0-15,0 1-128 0,-2 2 128 0,-1-3 0 0,0 3 0 0,-1 0 0 16,-1 3 0-16,-1-1 0 0,-1 3 0 0,0 2 0 31,1 0 192-31,-3 4 112 0,0 1 16 0,-2-1 16 0,0 4 208 0,-1 1 32 16,-1 1 16-16,-1 4 0 0,1 0-240 0,0 3-48 0,0-1-16 0,-1 3 0 15,1-1-160-15,0 0-128 0,1 2 144 0,-1-2-144 16,4-1 256 0,0-1-64-16,4-4 0 0,1-3 0 0,2-1 160 15,0-3 32-15,4-1 0 0,0-3 0 0,1-1-384 0,2-3 144 0,0 0-144 0,0-2 0 16,3-2 128-16,-1-2-128 15,1-1 0-15,2-2 0 0,0-2-128 0,0 0-96 16,-2 2-16-16,1-2 0 16,-1-2-288-16,-2 2-64 0,0 1-16 0,-2 2 0 15,0-3 144-15,-2 4 16 0,0-1 16 0,-2 3 0 0,-1 3 432 0,-1 3-160 16,-1 2 160-16,-1 0 0 0,1 2 160 0,-2 3 144 16,-1 2 16-16,-1 2 16 0,0 1 336 0,-1 4 64 15,0 0 16-15,2 1 0 0,-2 0-272 0,1 0-48 16,2 2-16-16,2-17 0 0,-1 26-160 0,1-26-16 0,0 0-16 0,0 0 0 15,0 0-224-15,0 0 144 0,29 33-144 0,-20-34 128 16,3-2-128-16,1-5 0 0,1-1-192 0,4-5 192 31,2-3-880-31,1-1-48 0,1-2-16 0,0 1 0 16,1-2-1808-16,-3-1-352 0,-1 4-80 0,-3-4-16 0,1-2-128 16,-3 3-16-16,-1 0-16 0,-2-1 0 0,-1 1 2768 0,-1 2 592 0,-2 3 0 0,-2 1 0 15,-4 7 1168-15,-1 3 128 0,-1 4 32 0,-3 4 0 16,-1 1 1232-16,-1 6 256 0,-3 2 64 0,-1 3 0 0,-1 3-720 15,-2 5-144-15,0 1-32 0,-2 4 0 0,1 1-1152 16,0 3-224-16,0 0-48 0,0 0-16 0,3-2 240 16,0-2 48-16,4-2 16 0,1-7 0 0,5-2-320 0,1-17-64 15,0 0-16-15,0 0 0 0,11 38-448 0,-11-38 0 16,0 0 0-16,0 0 0 16,28 0-1520-16,-19-7-240 0,1-3-48 0,0-2-13616 15</inkml:trace>
  <inkml:trace contextRef="#ctx0" brushRef="#br0" timeOffset="35464.83">16227 7902 14735 0,'-7'5'1312'0,"4"0"-1056"0,0 0-256 16,2-2 0-16,3 0 2144 0,-1-3 368 0,1 2 80 0,1-1 16 16,-3-1 624-16,0 0 128 0,0 0 32 0,38 11 0 15,-38-11-2128-15,30 0-432 0,-14-4-64 0,0 0-32 16,0-2-416-16,0 1-64 0,-1-2-32 0,-2 2 0 15,-1 1-224-15,0-3 0 16,1 2 128-16,0-3-128 16,1 2-944-16,0-2-224 0,0 2-48 0,-1 0-9872 0,-1 2-1968 0</inkml:trace>
  <inkml:trace contextRef="#ctx0" brushRef="#br0" timeOffset="35642.1">16592 7838 7359 0,'1'0'656'0,"0"0"-528"16,0 0-128-16,-1 0 0 0,0 0 2784 0,1 2 528 15,0-2 96-15,2 1 32 0,0 0-48 0,0-1 0 16,1 2 0-16,1-2 0 0,-1 1-1728 0,0-1-368 16,0 2-64-16,-1-2-16 0,1 1-976 0,-1 1-240 15,0 0 0-15,-1-1 0 32,-1 0-2128-32,0 1-432 0</inkml:trace>
  <inkml:trace contextRef="#ctx0" brushRef="#br0" timeOffset="35845.46">16572 7943 12895 0,'-1'3'576'0,"0"0"112"0,1-2-560 0,-1 0-128 0,1 0 0 0,-1 1 0 16,1-2 2320-16,-1 2 432 0,0 1 96 0,0 2 16 15,0 1 256-15,-2 0 48 16,0 2 16-16,-1 0 0 0,0 1-1312 0,0 0-256 0,-1 1-48 0,1 0-16 0,-1-1-976 16,0 3-208-1,1-2-48-15,-1 1 0 0,0 0-320 0,0-2 0 0,1 0 0 0,1-2 128 0,0 0-128 0,0-2 0 16,1 0 0-16,1-1 0 15,2-1-576-15,0-1-16 0,1-2-16 0,1 0-17168 16</inkml:trace>
  <inkml:trace contextRef="#ctx0" brushRef="#br0" timeOffset="36142.89">16740 8008 11055 0,'6'-4'976'0,"-2"1"-784"0,1-1-192 0,-2 1 0 31,0 2 2240-31,1-2 384 0,-1 0 96 0,0 0 16 0,4-1-416 0,1-4-80 0,1 2 0 0,0-2-16 16,-3 2-1632-16,-1 1-320 0,-1 2-64 0,-3-1-16 15,0 2 576-15,-2 1 96 0,1-1 32 0,-3 2 0 32,-1 0-80-32,-1 2-16 0,0-2 0 0,-2 3 0 0,1 0-336 0,-2 0-64 0,-1 1-16 0,0 2 0 31,0 1 32-31,-1 0 0 0,1 1 0 0,0 1 0 15,0 0 64-15,0 2 16 0,2 0 0 0,0 1 0 0,3 0-256 0,0-1-48 16,4-11-16-16,0 0 0 0,0 31-176 0,0-31 128 16,0 0-128-16,0 0 128 0,0 0-128 0,0 0 160 15,35 33-160-15,-35-33 160 0,0 0-160 0,29 3 0 16,-18-6 0-16,2 1 0 0,0-3-176 0,1 1-112 16</inkml:trace>
  <inkml:trace contextRef="#ctx0" brushRef="#br0" timeOffset="36904.86">17202 7907 11951 0,'2'4'1056'0,"-2"-4"-848"15,1 0-208-15,0 0 0 0,0 0 0 0,-1 0 0 32,1 0 0-32,0-2 0 0,1 0 0 0</inkml:trace>
  <inkml:trace contextRef="#ctx0" brushRef="#br0" timeOffset="38768.22">17316 7906 6447 0,'1'1'576'0,"0"-1"-576"16,0 1 0-16,-1-1 0 0,0 3 1088 0,0-3 96 16,1 0 32-16,0 1 0 0,2 1 560 0,-1 0 112 15,1 0 32-15,0-2 0 16,-1 2-112-16,1-2-16 0,1-2 0 0,-1 2 0 0,-1-1-128 0,1-2-48 15,-1 1 0-15,1-2 0 0,0 1-656 0,-2 0-144 16,2-4-32-16,-1 2 0 0,0 0-448 0,-1-2-80 16,1 0-32-16,-2 2 0 0,0-2-96 0,-1 2 0 0,-1 1-128 0,0-2 192 15,-1 3-192-15,0 0 0 0,-3 0 128 0,0-1-128 16,1 3 0-16,-2-1 128 0,1 4-128 0,-2-2 0 16,2 1 192-16,-1 3-48 0,-1-1-16 0,1 1 0 15,0-1-128-15,2 2 128 0,-2 1-128 0,2 2 128 16,-1 1-128-16,0-2 0 0,1 3 0 0,-1-1 0 15,0 3 0-15,-1 2 0 0,2-1 0 16,-2 3 0-16,2-2 0 0,-1-1 0 0,1 0 0 0,0 1 0 16,2-3 144-16,1-2-144 0,1-1 160 0,2 0-160 15,-1-8 128-15,0 0-128 0,0 0 0 0,0 0 144 0,0 0-144 16,0 0 0-16,0 0 0 0,0 0 0 0,32 1 0 0,-28-6 0 16,2 0 128-16,0 0-128 15,-1-2 128-15,1 2-128 0,-2 0 128 0,2-2-128 16,0 0 0-16,-2 1-192 0,3 0 0 15,-2-1 16-15,0 2-48 0,0-2-16 0,0 3 0 0,0-1 0 0,-2 2-16 0,1-2 0 16,-1 1 0-16,0 1 0 0,-1-1 256 16,1 1-192-16,0-2 192 0,-1 1-192 0,0-1 192 0,-1 0 0 15,1 1 0-15,-2-1 0 0,2 1 0 0,-1 1 0 16,0-2 0-16,0 3 0 0,0 1 0 0,-1-1 128 0,1 2-128 0,0 0 0 31,-1 2 448-31,0 1 0 0,0 2-16 0,1-1 0 0,-1 2 144 0,0 0 16 0,0-6 16 0,0 0 0 16,0 0-160-16,-1 36-48 0,1-36 0 0,0 0 0 15,0 0-160-15,4 38-48 0,-4-38 0 0,0 0 0 16,0 0-192-16,0 0 0 0,0 0 128 0,0 0-128 16,29 30 0-16,-29-30 0 0,0 0 0 0,20-3 0 15,-13-1 0-15,1-1 0 0,0 1 0 0,0-3 0 16,0 0-944-16,-1-1-80 16,0 0 0-16,-1 0-15408 0</inkml:trace>
  <inkml:trace contextRef="#ctx0" brushRef="#br0" timeOffset="39432.4">17583 7904 11967 0,'1'0'1072'0,"0"1"-864"16,0 0-208-16,0-1 0 16,-1 0 1904-16,0 0 336 15,1 1 64-15,2 0 0 0,0 0-480 0,1 1-96 16,0-2-32-16,1 0 0 0,0-2-1136 0,-2 0-240 0,2 1-32 15,-1-1-16-15,-1 0 48 0,0-3 16 0,1 2 0 0,-2-1 0 16,0-1-208-16,0-1-128 0,-1 0 128 0,0 1-128 16,0-1 0-16,0 0 0 0,-1 2 0 0,0-1 128 15,-1 0-128-15,0-1 144 0,0 1-144 0,-1 2 160 16,1-1 128-16,-2 1 32 0,-1 3 0 0,0 0 0 16,1 0 64-16,-3 3 0 0,0 1 16 0,-2 1 0 15,1 2 176-15,-2 0 16 0,0 2 16 0,-1 1 0 16,2 2-224-16,-2 0-64 0,1 2 0 0,-1 0 0 15,1 0-192-15,0 0-128 0,3-1 128 0,-2 1-128 0,2 0 128 0,0-2-128 16,2 2 160-16,0-5-160 0,1 1 368 0,1 0-32 16,2-10 0-16,0 0 0 0,0 0-160 0,0 0-48 15,0 0 0-15,0 0 0 0,0 0 0 0,0 0 0 16,39 9 0-16,-30-15 0 0,3-2 64 0,0 1 0 16,0-3 0-16,-1 3 0 0,0-2-192 0,-1 1 0 15,1-1 0-15,-1 0 128 0,-1-1-128 0,0 1 0 16,-1 0 0-16,1 1 0 0,-2-2 0 0,1 1 0 15,-1 0 0-15,0-1 0 0,1-2-224 0,-2 0-32 16,1-2 0-16,-2 1 0 16,0 0-336-16,0-1-80 0,-2-3-16 0,1 0 0 15,-1 1 192-15,-1-5 48 0,1 2 0 0,-1-3 0 0,1-2 192 0,0 1 64 0,0 2 0 0,-1 1 0 16,-1 5 192-16,1 2 0 0,0 3 0 0,-1 4 0 16,1 1 432-16,0 2-32 0,0 3 0 0,-1 1 0 15,-1 3 432-15,0-4 64 0,0 0 32 0,0 0 0 16,0 39-224-16,0-39-64 0,-2 34 0 0,2-34 0 15,-3 41-352-15,0-20-80 0,0 1-16 0,3-22 0 16,-4 38-192-16,1-20 144 0,0 2-144 0,1-2 128 16,0-1-128-16,-1 2 128 0,0-3-128 0,0 1 128 15,3-17-128-15,-4 29 0 0,4-29 0 0,-1 24 128 0,1-24-128 16,0 0 0-16,0 0 0 0,4 35 0 0,-4-35 0 0,0 0 0 16,0 0 0-16,0 0 0 0,0 0-224 0,24-6-80 15,-18-2-16-15,-1 1-17728 16</inkml:trace>
  <inkml:trace contextRef="#ctx0" brushRef="#br0" timeOffset="40064.29">17896 7885 1839 0,'1'0'160'0,"0"0"-160"0,0 2 0 0,-1-2 0 16,0 0 1408-16,1 0 256 0,0 0 64 0,1 1 0 15,0 1 64-15,0-1 32 0,0 0 0 0,0-1 0 16,0 2-304-16,0-2-64 0,0 0-16 0,0-2 0 16,-1 2 208-16,1-2 32 0,1 0 16 0,0-1 0 15,1-2-688-15,-1 1-144 0,2-4-32 0,0 2 0 16,-1-2-288-16,1-1-64 0,-1 2-16 0,0-3 0 16,1 0 32-16,-2 1 0 0,-1 0 0 0,0-1 0 15,-1 3-240-15,-2 2-32 0,-1 3-16 0,0 0 0 16,-1 2 0-16,-3 0 0 0,1 4 0 0,-3 1 0 0,0 2-32 0,-1 1-16 15,-1 1 0-15,1 2 0 0,-1 1-160 0,-1 0 0 16,1 2 0-16,0 1-176 0,3-4 176 0,-2 1-160 16,2 2 160-16,0-2-160 0,1 0 160 0,1-1 0 15,3-2 0-15,0 0 128 0,2-9 192 0,0 0 64 16,0 0 0-16,0 0 0 0,0 0 80 0,0 0 32 16,0 0 0-16,0 0 0 0,33 32-128 0,-26-32-32 15,0-1 0-15,1 1 0 0,0-3-336 0,1-1 0 16,-1 0 0-16,1-1 0 0,-1 0-208 0,1 0-112 0,-2-3-32 15,1-1 0 1,1 2-208-16,-2-5-32 0,0 2-16 0,0-2 0 31,1 1 32-31,-1-4 0 0,0 2 0 0,-1-2 0 0,0 1-256 0,0-3-32 0,-2 1-16 0,1-2 0 16,0 0 208-16,-2-3 32 0,1-1 16 0,0-1 0 0,0 0 624 0,-2 2 0 0,0 1 0 0,0 2 0 16,0 5 192-16,-1 3 0 0,1 3 0 0,-1 3 0 15,-1 3 448-15,0 4 112 0,0 0 16 0,-2 1 0 16,0 3 192-16,-1 2 64 0,-1 3 0 0,0 0 0 15,-1 5-192-15,1-2-48 0,-1 2 0 0,0-1 0 16,2 0-288-16,-2 3-64 0,0 2-16 0,2 0 0 0,-1 1-96 16,0 2-32-16,1-5 0 0,2 2 0 15,1-21-112-15,-1 38-32 0,1-38 0 0,2 33 0 0,-2-33-144 16,0 0 0-16,0 0 0 0,16 38 0 0,-16-38 0 16,0 0-144-16,0 0 144 0,0 0-160 15,27 1-640-15,-20-7-128 0,1-1-32 0,-2-2-10432 16,2-1-2080-16</inkml:trace>
  <inkml:trace contextRef="#ctx0" brushRef="#br0" timeOffset="40237.32">18205 7742 13823 0,'0'-1'608'0,"0"0"128"0,1 1-592 0,-1 0-144 0,0 0 0 0,0 0 0 31,1 0 2144-31,0 0 400 0,1 0 80 0,1 0 0 0,0 0-64 0,2-2 0 0,0 2-16 0,2-2 0 16,-1-1-1280-16,2-1-256 0,-1 3-48 0,1-2-16 15,-2 2-560-15,1-3-128 0,-1 3 0 0,1-1-16 16,-3 1-496-16,1 1-112 0,-1 0-16 0,-2 1-10272 16,0 2-2064-16</inkml:trace>
  <inkml:trace contextRef="#ctx0" brushRef="#br0" timeOffset="40427.35">18264 7840 15263 0,'-1'1'320'0,"0"-1"80"0,1 1 16 0,-1-1 32 0,0 0-448 0,1 2 0 16,-1-2 0-16,0 3 0 0,-2 2 3376 0,-1 0 592 15,1 4 112-15,-2 1 16 0,1-1-1600 0,-2 1-336 16,2 1-64-16,0 1-16 0,4-12-1504 0,-7 25-320 16,7-25-48-16,-6 23-16 0,6-23-320 0,0 0-80 15,-4 28-16-15,4-28 0 16,0 0-1776-16,0 0-368 0</inkml:trace>
  <inkml:trace contextRef="#ctx0" brushRef="#br0" timeOffset="40664.44">18367 7840 17503 0,'0'0'1552'0,"1"0"-1232"0,0 0-320 0,1 0 0 15,0 0 2512-15,-1 0 448 0,3 0 96 0,1 0 16 16,4-2-1344-16,3 2-272 0,1-3-48 0,0 1-16 16,0-1-1072-16,0 0-192 0,0-1-128 0,-2 2 128 15,0-3-128-15,-2 3 0 0,-1-3 0 0,1 3 128 0,-3-1-320 0,0-1-48 16,0 2-16-16,-2-1 0 16,0 0-896-16,-2 1-192 0,-1 0-48 0,0 0-7552 15,0-1-1504-15</inkml:trace>
  <inkml:trace contextRef="#ctx0" brushRef="#br0" timeOffset="40875.25">18533 7702 911 0,'0'-2'0'0,"0"1"0"16,0 0 0-16,-1 1 0 0,1 0 2624 0,-1 1 432 15,-1 0 80-15,1 1 32 0,-2 3 400 0,-2 2 80 16,-1 4 0-16,-1 2 16 0,-1-1-1024 0,0 2-208 0,-2 3-32 0,1 0-16 16,1 1-1168-16,0 1-224 0,0-2-48 0,1 0-16 15,-1 2-496-15,1-1-112 16,0-1 0-16,3-3-16 0,4-14-144 0,-4 24-32 0,4-24 0 0,0 0 0 15,0 0-128-15,0 0 0 0,0 0 0 16,0 0 0 0,0 0-576-16,34 21 16 0,-25-28 0 0,0 0 0 15,1-3-640-15,0-1-128 0,1-1-16 0,-1-3-8752 0,0 1-1744 0</inkml:trace>
  <inkml:trace contextRef="#ctx0" brushRef="#br0" timeOffset="41065.62">18618 7731 11055 0,'1'2'480'16,"0"-2"112"-16,-1 0-464 0,1 0-128 0,-1 1 0 0,1-1 0 0,-1 0 1792 0,2 2 320 16,1-2 80-16,0 0 16 0,-3 0 720 0,0 0 144 15,0 0 16-15,26-2 16 0,-19 1-1024 0,1-1-208 16,0 2-32-16,-1-2-16 0,2 1-992 0,-3 1-208 16,2-2-48-16,-2 2 0 0,1-1-576 0,-2 1-208 15,-1 0 0-15,0 1 0 16,-2 1-1744-16,-1-1-352 0,0 1-64 0,-1 1-12160 0</inkml:trace>
  <inkml:trace contextRef="#ctx0" brushRef="#br0" timeOffset="41249.87">18675 7807 10127 0,'0'2'896'0,"0"-2"-704"0,0 0-192 0,0 0 0 0,0 0 2336 0,0 1 432 31,0 1 96-31,-1 0 16 0,0 2 208 0,1 2 48 16,-2 0 16-16,-1 4 0 0,-1-2-1792 0,0 3-352 0,4-11-80 15,-7 23-16-15,2-11-672 0,1 0-240 0,-1-1 144 0,1 0-144 16,0-2-208-16,1 0-128 16,3-9-32-16,0 0 0 0,0 0-1808 0,0 0-352 0</inkml:trace>
  <inkml:trace contextRef="#ctx0" brushRef="#br0" timeOffset="42061.58">18814 7818 23951 0,'0'-2'1056'0,"0"2"224"0,0 0-1024 0,0 0-256 0,-1 0 0 0,1 2 0 15,-1-2 1792-15,-1 3 320 0,0 2 48 0,0-1 16 16,-1 6-752-16,1-2-144 0,-2 1-16 0,1 2-16 16,3-11-640-16,-5 24-128 0,5-24-32 0,-5 25 0 15,5-25-128-15,-5 23-16 0,5-23-16 0,0 0 0 0,-3 28-288 0,3-28 0 16,0 0 0-16,0 0 0 0,0 0-224 0,0 0-48 15,0 0-16-15,0 0 0 16,0 0-128-16,0 0-32 0,32 7 0 0,-24-14 0 0,2-3 160 0,-2-1 32 16,2 1 0-16,-1-1 0 0,0 1-16 0,0-2 0 15,0 0 0-15,1-2 0 0,-2 2 272 0,-1-2-128 16,0 2 128-16,-3-1 0 0,-1 2-128 0,-1 2 128 16,-2 2 0-16,-2 2 0 0,-1 0 0 0,-2 3 0 15,-2 3 0-15,1 0 0 0,-2 1 160 0,-1 1 32 16,-1 2 16-16,0-1 0 0,1 2 112 0,-2-1 0 0,2 1 16 15,1 0 0-15,-1 0 80 0,2-1 16 0,0-1 0 0,2 1 0 16,1-2-96-16,1-1-16 0,2 0 0 0,1-2 0 16,0 2-320-16,0-2 0 0,2 0 0 15,0-2 128-15,3 1-128 0,-1-2 0 0,2 0 0 0,0 0 128 16,0 0-128-16,1 0 0 0,0-2-128 0,1 0 128 16,1 1-160-16,0-2 160 0,1 2-192 0,1-3 192 15,-1 2-448 1,2 0 32-16,-1-2 0 0,-1 3 0 0,0-2-80 0,0 2-16 0,0-1 0 0,-2 0 0 15,0 2 512-15,-8 3-144 0,15-3 144 0,-15 3 0 16,0 0 0-16,0 0 304 0,0 0-48 0,0 0-16 0,0 0 304 0,0 0 64 16,0 0 16-16,33 16 0 0,-33-16-320 0,0 0-64 15,0 0-16-15,0 0 0 0,0 0 0 0,0 0 0 16,-3 31 0-16,1-24 0 0,2-7-64 0,-6 14-16 16,3-7 0-16,-1 2 0 0,0-1 0 0,0 1 0 15,-2 1 0-15,1-1 0 0,1 1-16 0,0-3-128 16,-1 2 192-16,2-1-64 0,3-8-128 0,0 0 192 15,-7 15-192-15,7-15 192 0,0 0-192 0,0 0 0 16,0 0 0-16,0 0 0 0,0 0 0 0,7-3 0 0,-4-2 0 16,1 0 0-16,1-3-192 0,0-1 0 15,2 0-16-15,0-3 0 0,3 0-64 0,-2-2-16 0,0 2 0 0,1-2 0 16,0 0 128-16,-1 2 32 16,1 0 0-16,-1 2 0 0,-2 1 128 0,1 2 0 0,-2 2 0 0,1 2 0 15,-1 0 0-15,-2 2 0 0,0 1 0 0,0 1 0 16,-3-1 368-16,0 0 0 15,0 0 0-15,0 0 0 0,0 0-176 0,0 0-48 0,12 37 0 0,-12-37 0 16,0 0-144-16,0 0 0 0,3 31 0 0,-3-31 128 16,0 0-128-16,0 0 128 0,2 40-128 0,-2-40 128 0,0 0-128 0,-2 28 128 15,2-28-128-15,0 0 128 0,-6 24-128 0,6-24 0 16,0 0 0-16,-6 19 0 0,4-14 0 0,1-2 0 16,-1 1 0-16,1-4 0 0,0 1 0 0,1-1 0 15,-1-1-224-15,1-1 80 16,0-3-1520-16,0 0-288 0</inkml:trace>
  <inkml:trace contextRef="#ctx0" brushRef="#br0" timeOffset="42346.21">19335 7482 12111 0,'3'-5'1088'0,"0"3"-880"0,-2-1-208 0,0 3 0 0,0-2 0 0,0 2 0 0,-1 0 0 0,1 0 0 15,-1-1 1392-15,1 1 368 0,-2 1 80 0,0 1 32 16,-2 3 688-16,-1 0 128 16,1 2 16-16,-3 0 48 0,0 5-480 0,-2-2-96 0,1 1-32 0,-1-1 32 15,2 1-864-15,0-1-160 0,6-10-48 0,-8 19 32 16,8-19-1136-16,0 0-192 0,0 0-48 0,0 0 16 31,0 0-1520-31,0 0-304 0,0 0-64 0,0 0-13248 0</inkml:trace>
  <inkml:trace contextRef="#ctx0" brushRef="#br0" timeOffset="42488.63">19437 7477 24879 0,'-2'1'1088'0,"1"1"256"0,-1 0-1088 0,1 0-256 0,-1 3 0 0,0-2 0 16,1 0 2016-16,-3 3 352 0,4-6 64 0,-12 28 0 16,3-9-1248-16,0 0-256 0,1-2-48 0,8-17-16 15,-12 31-864-15,12-31-384 0,-12 26 16 0,12-26-15632 16</inkml:trace>
  <inkml:trace contextRef="#ctx0" brushRef="#br0" timeOffset="43140.14">17076 7553 10127 0,'-1'-2'896'0,"0"1"-704"0,1 1-192 0,-1 0 0 16,0 0 848-16,0-2 144 15,-2 2 32-15,-1 0 0 0,-1 0 640 0,-2 2 128 16,1-1 16-16,0 4 16 0,1 1-528 0,0 2-96 16,1 1-32-16,2 3 0 0,2-12-384 0,-2 29-80 15,2-29 0-15,3 32-16 0,-3-32-560 0,0 0-128 0,10 41 0 0,-10-41 0 32,0 0-432-32,0 0-64 0,0 0-16 0,0 0-7168 0,0 0-1456 0</inkml:trace>
  <inkml:trace contextRef="#ctx0" brushRef="#br0" timeOffset="43281.34">17198 7529 11055 0,'1'-5'976'0,"-1"5"-784"16,1-2-192-16,-1 2 0 0,0 2 2400 0,-1-1 432 15,0 3 96-15,0 1 16 0,-2 5-496 0,0 4-80 16,-3 7-32-16,-1 5 0 0,-1 3-1264 0,2-2-256 0,0-1-48 0,2-1-16 16,3-4-752-16</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85.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4:49:16.013"/>
    </inkml:context>
    <inkml:brush xml:id="br0">
      <inkml:brushProperty name="width" value="0.05292" units="cm"/>
      <inkml:brushProperty name="height" value="0.05292" units="cm"/>
      <inkml:brushProperty name="color" value="#FF0000"/>
    </inkml:brush>
  </inkml:definitions>
  <inkml:trace contextRef="#ctx0" brushRef="#br0">1696 4995 5519 0,'0'0'496'0,"0"0"-496"16,0 0 0-16,0 0 0 0,0 0 336 0,0 0-16 15,0-2-16-15,0 2 0 0,0-1 464 16,0 1 112-16,2 0 16 0,-2 0 0 0,1-2-64 0,0 2 0 16,1 0 0-16,-1 0 0 0,0 0 96 0,0-1 16 31,0 1 0-31,-1 0 0 0,1 0-96 0,-1 1-16 0,0-1 0 0,0 2 0 0,0 1-176 0,-1 2-32 16,1 1-16-16,-2 3 0 0,0 4-32 0,0 1-16 31,1 3 0-31,-1 4 0 0,0 1-240 0,0-1-32 0,0-1-16 0,0 1 0 0,0 2-128 0,-1 0-16 0,-1 3-128 15,2-2 192-15,-1 0-192 0,0-2 0 0,1-2 0 0,1-2 0 32,1-2 0-32,-1-4 0 0,2-3 0 0,-1-2 0 0,1-1 0 0,-1-2 0 0,1-3 0 0,0-2 0 15,0-1-320-15,0-1 64 0,0-2 0 0,0-1-10448 16</inkml:trace>
  <inkml:trace contextRef="#ctx0" brushRef="#br0" timeOffset="434.21">1640 5024 9215 0,'-2'-6'400'0,"1"2"96"0,0-1-496 0,0 2 0 0,1 1 0 0,0 2 0 0,1-1 1200 0,-1 0 144 31,1-3 16-31,0-1 16 0,1 0 96 0,0 0 0 16,2-2 16-16,2 0 0 0,0 2-240 0,2-4-48 15,1 2-16-15,1-1 0 0,2 1-160 0,0 2-48 16,3-1 0-16,0 5 0 0,0-1-320 0,-15 2-64 15,0 0-16-15,46 17 0 0,-46-17-448 0,0 0-128 16,36 35 0-16,-36-35 0 0,0 0 0 0,27 47 0 16,-27-47 0-16,0 0 0 0,11 43 0 0,-12-31 0 0,-1 0 0 15,-3-2 0-15,-2 1 0 0,-3-1 0 0,0-3 0 0,-2 2 0 16,1-1 0-16,-2-2 0 0,-2 2 0 0,1-1 0 16,1 0 0-16,-1-3 0 0,0-1 0 0,0 0 0 15,1 0 0-15,0-2 0 0,2-1 0 0,1 0-128 16,3-2 128-16,0-1 0 0,3-1 0 0,0 0 0 15,2 1 0-15,1-2 0 0,2 0 0 0,2 0 128 16,1 1-128-16,0 1 0 0,2 2 0 0,-1 1 0 16,2 1 384-16,0 1 64 0,1 1 16 0,-1 2 0 0,0-1 176 15,-7-4 16-15,0 0 16 0,0 0 0 16,43 38-160-16,-43-38-16 0,0 0-16 0,37 38 0 0,-37-38-144 0,0 0-16 16,34 34-16-16,-34-34 0 0,0 0-304 0,0 0 0 15,39 28 0-15,-39-28 0 0,0 0 0 0,0 0 0 16,38 4 0-16,-33-6-10704 15,1 0-2176-15</inkml:trace>
  <inkml:trace contextRef="#ctx0" brushRef="#br0" timeOffset="888.26">2030 5108 13823 0,'-3'-2'608'0,"1"1"128"0,2 1-592 0,-1 0-144 0,0 0 0 0,0 1 0 15,0-1 1392-15,0 2 240 0,0-1 48 0,-1 3 16 16,0 0-352-16,0-1-64 0,1 2 0 0,1 1-16 16,0 0-464-16,-1 0-96 0,1 2 0 0,0 0-16 15,1 3-192-15,-1 0-48 0,0 2 0 0,0-3 0 16,0-1-80-16,0 1-32 0,0 1 0 0,0 0 0 16,1-3-176-16,0-1-32 0,2 1-128 0,-1-2 192 15,2-1-192-15,-1-2 0 0,1-2 0 0,0-1 0 16,0-1 0-16,1-4 0 0,1 0 0 0,0-2 0 15,1-2 0-15,0-2 0 0,1 0 0 0,1-1 0 0,-1-2 736 0,0 1 208 16,1-1 32-16,-3 1 16 16,1-1-1632-16,-3 0-320 0,1 2-64 0,-2 0 0 0,-1 2 848 0,-1 3 176 15,0 2 0-15,-2 1 0 0,1 1 0 0,-1 3 128 16,-1 3-128-16,0-1 0 0,-1 3 896 0,0 3 112 16,1 1 16-16,-1 2 0 0,-1 1-1024 0,1-2-256 15,2 1-32-15,-2 0 0 0,1 2 560 0,0 1 112 0,1-2 32 0,2 0 0 16,1-2-208-16,1-3-32 0,0 0-16 0,2-3 0 15,0 1-160-15,0-5 128 0,3 1-128 0,-1-2 128 16,1-3-128-16,2 0 0 0,-1-2 0 16,0 1 0-16,0-2 0 0,1 0 0 0,-1 0 0 0,-1 0 0 31,2-3-992-31,-2 3-176 0,0-2-48 0,1-1-8448 0,-1 1-1680 0</inkml:trace>
  <inkml:trace contextRef="#ctx0" brushRef="#br0" timeOffset="1111.03">2332 4950 7359 0,'2'-10'320'0,"-1"6"80"0,0-1-400 0,0 2 0 15,-1 1 0-15,0 2 0 0,0 0 1984 0,-1 0 320 16,1 0 64-16,-1 0 16 16,-1 0-80-16,0 3 0 15,-1 2-16-15,-1 1 0 0,0 2-864 0,1 3-160 0,-2-1-48 16,1 2 0-16,0 2-416 0,-1 2-96 0,1 1 0 0,1 2-16 16,-1 0-320-16,1 0-64 0,2 0-16 0,0-3 0 0,0 1-96 0,1-2 0 15,2 1-16-15,0-4 0 0,0 3 80 0,-2-15 0 31,0 0 16-31,11 33 0 0,-11-33-272 0,0 0 128 0,0 0-128 0,0 0 0 0,25 40 0 0,-21-36 0 16,0-2 0-16,1 1 0 16,-1-1 0-16,0-2-144 0,1-2 144 0,0 0-128 31,0-1-2032-31,0-1-400 0</inkml:trace>
  <inkml:trace contextRef="#ctx0" brushRef="#br0" timeOffset="1508.66">2447 5125 11055 0,'0'0'480'0,"0"0"112"16,0 0-464-16,0 0-128 0,0 0 0 0,-1 0 0 16,1 0 1920-16,0 1 384 0,0-1 64 0,-1 2 0 0,1-2-16 0,1 2-16 15,0-2 0-15,1 1 0 0,1-1-880 0,1 1-176 16,1-1-48-16,0 0 0 0,1 0-464 0,-1 0-80 16,3 0-32-16,-1-1 0 0,0 1-384 0,0-1-80 15,0 1 0-15,0-2-16 0,1-1-176 0,-1 1 0 16,0-1 0-16,0-1 0 0,-1 1 0 0,0-2 0 15,-2 1 0-15,0-3 0 0,0 2 0 0,-3-2 0 0,-1 1 0 0,0 0 0 16,-1-1 0-16,-1 0 0 16,-2 0 0-16,1-1 0 0,0 2-128 0,-1-2 128 15,-1 1 0-15,1 0 0 0,-2 2 0 0,0 3 0 16,1 0 0-16,-2 2 0 0,2 3 0 0,-3 2 0 0,2 1 0 0,-2 1 0 16,-1 1 0-16,1 3 0 0,0 1 128 0,-1 0-128 15,2 5 0-15,-2 0 0 0,3-2 0 0,0 2 0 16,3 0 128-16,0-1-128 0,1-4 128 0,2 2-128 15,1 0 352-15,-1-14-16 0,0 0 0 0,0 0 0 0,0 0-176 16,33 39-32-16,-33-39-128 0,0 0 192 16,39 4-192-16,-24-6 0 0,0-1 0 0,0-1 0 0,0-1 0 0,-1-1 128 15,1 0-128-15,1-1 0 16,0 2-576-16,-1-2-176 0</inkml:trace>
  <inkml:trace contextRef="#ctx0" brushRef="#br0" timeOffset="1967.69">2994 5054 8287 0,'1'-2'736'15,"0"-1"-592"-15,-1 1-144 0,0-1 0 0,0 3 1456 16,0-2 256-16,0 0 48 0,-1-3 16 0,1-2 704 0,-1-2 144 15,-1 4 16-15,0-2 16 0,-1 3-1200 0,-1 3-240 16,0 1-64-16,-1 1 0 0,0 2-448 0,-2 5-112 16,1-1-16-16,-3 2 0 0,1 3-256 0,0 2-64 15,-1 3-16-15,3-2 0 16,-1 1 80-16,2 0 32 0,0 4 0 0,2-4 0 16,1 0-112-16,2-3-32 0,1 0 0 0,2-1 0 15,-3-12-32-15,0 0-16 0,0 0 0 0,22 38 0 0,-22-38-160 0,0 0 0 0,0 0 0 0,0 0 0 16,46 22 0-16,-36-22 0 0,-1 0 0 0,1-2 0 15,-2-1 0-15,1 1 0 0,0-1 0 0,-2-1-10096 32,-1 1-1936-32</inkml:trace>
  <inkml:trace contextRef="#ctx0" brushRef="#br0" timeOffset="2443.73">3187 5154 9215 0,'2'-3'400'0,"0"-1"96"0,0 1-496 0,-1 1 0 31,0 0 0-31,-1 2 0 0,0-3 2096 0,1 0 320 0,1-1 64 0,0-5 16 16,0-1-512-16,-1 1-112 15,0-1-16-15,0 0 0 0,-2 2-976 0,0 0-208 16,-1 1-32-16,0 0-16 0,-1 2 112 0,-1 0 32 16,0 3 0-16,0 0 0 0,0 0 64 0,-2 2 0 15,1 2 16-15,0 1 0 0,0 0-352 0,-1 2-80 16,1 0-16-16,-2 3 0 0,1 1-96 0,-1 2-32 15,0 1 0-15,0 0 0 0,1 0-272 0,-1 1 160 16,2-2-160-16,0 1 128 0,1-2-128 0,2 1 0 0,-1-2 0 0,2 1 0 16,1-3 0-16,0-2 0 0,1 0 0 0,1 0 0 15,0-1 0-15,1-2 0 0,1-1 0 0,1-1 0 16,1-1-128-16,1-1 128 0,0-2 0 0,0-2 0 16,2 0 0-16,-2-1 0 0,1 0 0 0,0-1 0 15,-1 1 0-15,1 0 0 0,-1-2 0 0,0 1 0 16,-2 1 0-16,-1 0 0 0,1 0 0 0,-3 0 0 15,1 1 0-15,0 2 0 0,-1-1-144 0,-1 1 144 0,0 2 0 0,0 0 0 16,-1 2 0-16,0 0 0 0,0 2 0 0,-2 1 0 16,1 1 0-16,0 1 0 0,-1 1 0 15,1 2 0-15,0 1 0 0,0 0 0 0,2-1 0 0,-1 1 0 16,1-2 0-16,1 3 0 0,1-5 0 0,-1 2 0 16,2-2 0-16,1 0 0 0,-1-1 0 0,2-2 144 15,1 0-144-15,1-2 128 0,0 0 0 0,1-2 0 16,1 1 0-16,-2-2 0 0,1-2-128 0,1 2 0 15,-1-1 0-15,-1-1-10736 16,1 0-2064-16</inkml:trace>
  <inkml:trace contextRef="#ctx0" brushRef="#br0" timeOffset="2716.03">3426 4959 11967 0,'-4'0'528'0,"2"3"112"0,2-1-512 0,-1 0-128 0,1-2 0 0,0 1 0 15,1 1 1488-15,0 1 272 0,1 2 48 0,1 1 16 16,-3-6-64-16,0 0-16 0,0 0 0 0,0 0 0 16,33 35-224-16,-33-35-48 0,0 0-16 0,0 0 0 0,0 0 144 0,45 31 16 15,-45-31 16-15,0 0 0 0,0 0-752 16,26 43-160-16,-26-43-16 0,0 0-16 0,8 36-480 0,-7-21-80 16,-1-2-128-16,-1 1 176 0,-1-2-176 15,-1 1 0-15,-3 0 0 0,-1 1 0 0,-3 0 0 16,1-2 0-16,2-2 128 0,-3-2-128 0,0 1 0 15,-3-1 0-15</inkml:trace>
  <inkml:trace contextRef="#ctx0" brushRef="#br0" timeOffset="6347.44">4156 5030 8287 0,'3'-4'736'0,"-1"-1"-592"15,0 2-144-15,-1 1 0 0,0 1 1376 0,0-2 240 0,2-2 48 0,0-2 16 16,2-3 864-16,0 1 160 0,-2 2 48 16,0-1 0-1,-1 4-832-15,-1 1-176 0,0-1-16 0,-1 4-16 0,-1 2-672 0,-1 0-128 16,0 3-16-16,-1 2-16 0,1 3-528 0,-2 4-96 15,-1 5-32-15,1 3 0 0,-1 3 16 0,0 2 0 0,1 1 0 0,-1-2 0 16,1 0-240-16,0-2 144 16,0-3-144-16,1-4 128 0,1-3-128 0,1 0 0 0,-1 0 0 0,1 0 0 15,0-2 0-15,1-2 0 0,0-5 0 0,0 2 0 16,1-5 0-16,0-2 0 0,1 0 0 0,-1-2 0 16,1-3-640-16,1 0-64 0,0-1-16 0,1-2 0 15,-1-4-1632-15,2 0-320 0,0-2-64 0,-2 0-16 16,1 0 176-16,-1-1 16 0,-1 1 16 0,-1-3 0 15,-1 1 1232-15,-1-3 240 0,0 0 48 0,-1 0 16 0,1 2 784 0,-1 1 224 16,0 2 0-16,1 0 0 0,-1 5 320 0,2 1 192 16,-1 1 48-16,1 0 0 0,0 4 976 0,0 1 192 31,1-1 32-31,-1 1 16 0,1 0 0 0,2 1 0 0,0 1 0 0,1-2 0 16,1 0-432-16,1 0-64 0,1-1-32 0,1-1 0 0,1 1-240 15,1-1-48-15,1-1-16 0,1 1 0 0,-2 1-256 0,2 0-48 16,-1-1-16-16,1 3 0 0,0-1-208 0,-1 2-32 0,-2 2-16 0,-9-2 0 31,0 0-208-31,0 0-32 0,0 0-128 0,38 27 192 0,-38-27-192 0,0 0 0 0,0 0 0 0,12 38 0 16,-12-28 0-16,-2-1 0 0,-1 2 0 0,-2-4 0 15,-1 3 0-15,-1-1 0 0,-1-2 0 0,-1 3 0 16,0-5-128-16,-1 3 128 0,-2 0-192 0,-1-1 192 31,1 1-736-15,-2-4-32-16,0 3-16 0,0-4 0 0,1 1-160 0,2-3-16 0,1 1-16 0,1-4 0 0,2 1 656 0,1-1 128 0,1 0 16 0,1-1 16 15,1-2 160-15,2 1 0 0,0-1 0 0,1 0 0 32,1 1 128-32,0 1-128 0,0-1 160 0,0 3-160 0,2-1 704 0,-1 2 32 0,1 0 16 0,0 2 0 0,0-1 0 15,0 3 0 1,2 1 0-16,-1 0 0 0,1 2-160 0,-5-7-16 16,0 0-16-16,0 0 0 0,0 0-176 0,33 38-16 15,-33-38-16-15,0 0 0 0,0 0 32 0,38 26 0 16,-38-26 0-16,0 0 0 0,0 0-192 0,0 0-48 15,43 21 0-15,-37-18 0 0,1 0-144 0,-1-2 0 16,-1 1 0-16,0-1 0 0,-2 1 0 0,2-2 0 16,-1 0 0-16,-1 0 0 15,-1 0-1552-15,0 0-240 0</inkml:trace>
  <inkml:trace contextRef="#ctx0" brushRef="#br0" timeOffset="6932.27">4544 5118 911 0,'1'-5'0'0,"-1"1"0"0,1 1 0 0,-1 2 0 15,1 0 1136-15,-1-1 144 0,1 0 16 0,0-1 16 16,0-2 864-16,1-2 160 0,0 0 32 0,-1 0 16 16,0 2-176-16,0 0-32 0,0 1-16 0,0 1 0 15,0 1-352-15,-1-1-64 0,1 3-16 0,0-2 0 16,0 2-512-16,0-2-96 0,-1 2-32 0,0 0 0 0,1 0-128 15,-1 2-48-15,0-2 0 0,1 2 0 0,0 1-240 0,-1-1-48 16,1 5-16-16,-1 0 0 0,1 3-224 0,-1 0-32 16,1 4-16-16,-1 0 0 0,-1 0-208 0,0-1-128 15,1 2 160-15,-2 2-160 0,0-2 128 0,0 1-128 16,-1-2 0-16,0 2 144 0,1-1-144 0,-2-1 160 16,1-2-160-16,0-3 160 0,2 1-160 15,0-3 0-15,0 2 0 0,0-3 0 0,1 0-208 0,0-1-128 16,1-2-32-16,0 0-16880 0</inkml:trace>
  <inkml:trace contextRef="#ctx0" brushRef="#br0" timeOffset="7848.56">4833 5113 4607 0,'-1'1'400'0,"0"-1"-400"0,1 0 0 0,0 2 0 16,-1-2 1280-16,1 0 160 0,-1 0 32 0,0 0 16 16,0 1 288-16,0 0 48 0,1-1 16 0,-1 0 0 15,1 2-288-15,0-2-48 0,0-2-16 0,0 2 0 16,1 0-80-16,-1 0-32 0,0 0 0 0,0 0 0 15,-1 0-320-15,1 0-64 0,0 0-16 0,0 0 0 16,0 0-320-16,1 0-64 0,-1 0-16 0,0-1 0 16,1 1-112-16,1-1-16 0,1 1-16 0,0-2 0 0,-1 1-48 15,3-1-16-15,0 0 0 0,1 1 0 0,1-1-16 0,-1 1 0 16,2 0 0-16,1-1 0 0,-1 0-48 0,1 1-16 16,0 1 0-16,-1-2 0 0,0 2-80 0,0 2-16 15,-1-2 0-15,0 3 0 0,0-3-192 0,-1 2 0 16,0-1 0-16,-1 0 0 0,1 1 0 0,-2-2 0 15,0 1 0-15,0 1 0 0,-1-2 0 0,1-2-240 16,-1 2 80-16,0-1 16 16,0 1-1136-16,-1 0-208 0,1 0-48 0,-2 0-16 15,0 0-1568-15,-1 0-304 0</inkml:trace>
  <inkml:trace contextRef="#ctx0" brushRef="#br0" timeOffset="8179.81">4823 5208 1839 0,'-2'0'160'0,"0"0"-160"0,1 0 0 0,0 0 0 0,0 0 1344 16,1 0 256-16,-1 0 32 0,0 0 16 0,0 0 272 0,0 2 64 15,0-2 16-15,0 1 0 0,1 1-384 0,-1-2-80 16,1 0 0-16,0 0-16 0,0 2-272 0,1-2-48 15,-1 0-16-15,2 0 0 0,0 1-288 0,0-1-64 16,2 2-16-16,-1-2 0 0,0 0 16 0,2 0 0 16,0 1 0-16,-1-1 0 0,2 0 16 0,0-1 16 15,2-1 0-15,0 1 0 0,2-1-32 0,1 0-16 16,1-1 0-16,0 2 0 0,0 0-368 0,-1-3-80 16,0 3-16-16,-1-2 0 0,-1 1-208 0,0 2-144 15,-2-1 192-15,0 0-192 0,0 1 0 0,-1-2 0 0,-2 2 0 16,0-2 0-1,0 2-1072-15,-2 2-208 0</inkml:trace>
  <inkml:trace contextRef="#ctx0" brushRef="#br0" timeOffset="8937.17">5394 4974 8287 0,'2'-3'736'0,"0"0"-592"0,-2 2-144 16,1 1 0-16,-1 0 1296 0,1-1 240 15,0 1 32-15,0-2 16 0,1 0 800 0,0 0 176 0,-1 1 16 0,-2 1 16 16,0 1-1296-16,-2 3-256 0,0-2-48 0,0 4-16 15,-2 2-464-15,-1 0-80 16,0 4-32-16,-1 2 0 0,-2 2-16 0,1 1 0 0,-1 4 0 0,-1-2 0 16,0 2-16-16,0-1-16 0,0-4 0 0,0 3 0 31,-1 0-128-31,2-3-32 0,3-1 0 0,-1-3 0 0,2 0-192 0,1-1 0 16,1-1 0-16,1 0 0 0,1-4-160 0,1-1-80 0,1-2-16 0,0-2 0 15,0 0-1440-15,1-1-288 16,2-2-64-16,-1-3-16 0,3-1-800 0,-1-3-144 0</inkml:trace>
  <inkml:trace contextRef="#ctx0" brushRef="#br0" timeOffset="9204.56">5366 5021 7359 0,'5'-11'320'0,"-3"3"80"0,1 1-400 0,-1 4 0 16,0 0 0-16,-1 2 0 0,0-1 1760 0,1-1 272 31,1-2 48-31,2-2 16 0,1 0 272 0,0 0 64 0,0 2 16 0,-2 0 0 0,0 3-832 0,0-1-160 16,-1 1-48-16,0 2 0 0,0 0-416 0,0 2-96 15,-1 2 0-15,1 1-16 0,0 1-352 0,1 1-64 16,-2 3-16-16,-2-10 0 0,0 0-128 0,8 36-48 0,-8-36 0 0,6 32 0 31,-6-32-128-31,4 36-16 16,-4-36-128-16,6 38 192 0,-6-38-192 0,6 35 0 0,-6-35 0 16,6 31 0-16,-6-31 0 0,0 0 0 0,10 38 0 0,-7-30 0 15,0 0 0-15,-2 0-128 0,1-6 128 0,-1 3 0 16,1-5-320-16,-1 2 64 0,0-4 0 0,0 2 0 31,-1-3-1632-31,0 1-320 0,-1 0-64 0,0-1-10448 0</inkml:trace>
  <inkml:trace contextRef="#ctx0" brushRef="#br0" timeOffset="9410.04">5336 5151 9215 0,'-5'3'400'0,"0"-1"96"0,1-2-496 0,2 2 0 15,1-2 0-15,0 0 0 0,-1 1 1328 0,0 1 160 16,-1 0 48-16,0-2 0 0,0 3 256 0,1-3 64 16,1 2 16-16,2-2 0 0,2 0-160 0,0-2-48 15,3 2 0-15,0-3 0 0,1 1-144 0,2-1-48 16,1 1 0-16,0-2 0 0,1 1-576 0,1 0-128 16,-2 1-32-16,0 2 0 0,1-2-736 0,0 2 0 15,-1-2 0-15,-1 2-10432 16,0 0-2112-16</inkml:trace>
  <inkml:trace contextRef="#ctx0" brushRef="#br0" timeOffset="16271.5">5685 5190 5519 0,'-1'-1'496'0,"1"1"-496"0,0 0 0 0,-1 0 0 16,1 0 1024-16,-1 0 128 0,0 1 0 0,-1 1 16 15,0-2 496-15,-1 2 112 0,0 0 16 0,0-1 0 16,1 0-192-16,2 0-16 16,-1 1-16-16,1-2 0 0,1 0-224 0,-1 0-64 0,0 0 0 0,1 0 0 15,0-2 112-15,0 1 16 0,0 1 0 0,0 0 0 16,0 1-304-16,0 1-48 0,0 3-16 0,-1-1 0 16,0 2-592-16,-1 3-128 0,1-9-32 0,0 0 0 15,-3 33-144-15,3-33-16 0,-3 29-128 0,0-10 192 16,3-19-192-16,-7 42 176 0,7-42-176 0,-3 36 160 0,3-36-160 0,0 0 0 15,0 31 0-15,1-26 0 0,1-3 0 0,1-2 0 16,0-3 0-16,1-4 0 16,1-3 0-16,1-1 0 0,-2-1 0 0,2-2 0 0,0-1 0 0,-1-1 0 15,0-1 0-15,-3 0 0 0,0 4 0 0,0 0 0 16,-2-1 0-16,-1 0 0 0,0 2 0 16,-1 1 0-16,1 3 0 0,-1 0 0 0,1 2 0 0,-1 1 0 15,1 3 0-15,0 2 0 0,0 0 0 0,1 1 0 16,0 1 0-16,0 2 0 0,0 1 0 0,0 0 0 15,0 4 144-15,0 1-144 0,-1-1 208 0,0 1-16 0,0 1-16 16,0-1 0-16,1-10-176 0,0 0 0 0,-4 33 0 16,4-33 128-16,-4 22-128 0,4-22 0 0,-5 22 0 0,4-14 0 15,-1-1 0-15,0 1 0 0,0-4 128 0,1-1-128 16,1-1 0-16,0-2 0 0,0-2 0 16,1-1-16896-16</inkml:trace>
  <inkml:trace contextRef="#ctx0" brushRef="#br0" timeOffset="18254.72">6015 5054 8287 0,'-2'0'736'0,"0"-1"-592"0,2 1-144 0,0 0 0 16,0-1 944-16,0 1 144 0,-1 0 48 0,0-3 0 16,-1 3 512-16,1-2 96 0,0-1 32 0,1 3 0 0,0-2 32 15,1 0 16-15,0 2 0 0,1-2 0 0,0 2-448 0,0 0-96 16,1 0 0-16,0 0-16 0,0 0-304 0,0 2-48 16,2-2-16-16,1 2 0 0,-1 3-256 0,-5-5-64 15,0 0-16-15,0 0 0 0,35 26-48 0,-35-26 0 16,0 0 0-16,35 32 0 0,-35-32 0 0,0 0 0 15,34 37 0-15,-34-37 0 0,0 0-256 0,30 33-48 16,-30-33-16-16,0 0 0 0,29 35-192 0,-29-35 0 16,0 0 128-16,0 0-128 0,36 39 0 0,-36-39 0 15,0 0 0-15,0 0 0 0,0 0 0 0,34 21 0 16,-28-23 0-16,-2 0-11808 16,1 1-2240-16</inkml:trace>
  <inkml:trace contextRef="#ctx0" brushRef="#br0" timeOffset="18510.09">6277 5038 14735 0,'-3'-3'640'0,"1"1"160"0,1 0-640 0,0 2-160 0,0 0 0 0,0 0 0 0,0 2 1552 0,0-2 288 16,-2 2 48-16,-2 1 16 0,0-1 16 0,-3 2 16 15,1 1 0-15,-1 0 0 0,1 2-368 0,-1 0-80 16,-1 3-16-16,-1-1 0 0,-2 3-736 0,-1 0-160 16,-1 2-16-16,-1-1-16 0,0 0-256 0,1 0-48 15,0 0-16-15,1-3 0 0,2-2-224 0,0 1 0 16,2-3 0-16,0 0 0 16,2 0-640-16,2 0-160 0</inkml:trace>
  <inkml:trace contextRef="#ctx0" brushRef="#br0" timeOffset="19060.22">6586 4940 7359 0,'1'-6'656'0,"0"3"-528"0,0 0-128 0,-1 0 0 0,1 2 1056 0,-1 1 176 0,0 0 48 0,0 0 0 15,0-2 928-15,0 1 192 0,0 2 32 0,-1 1 16 16,0 0-624-16,-1 5-128 0,2 0-32 0,-2 3 0 15,0-1-448-15,0 3-112 0,2-12-16 0,-3 29 0 16,3-29-480-16,-2 33-96 0,2-33-32 0,-2 35 0 16,-1-18-288-16,3-17-48 0,-4 32-16 0,4-32 0 15,-3 27-128-15,1-15 160 16,2-12-160-16,0 0 160 0,-1 34-160 0,0-26 0 0,1 2 0 0,0-3 0 0,0-2 0 0,0 0 0 16,0-2 0-16,0-1-176 15,1-2-720-15,-1 0-160 0,1 0-32 0,-1-3 0 16,2-2-1872-16,0 1-384 0</inkml:trace>
  <inkml:trace contextRef="#ctx0" brushRef="#br0" timeOffset="19566.66">6550 4985 5295 0,'-2'-4'0'0,"-1"3"224"0,0-1-64 0,1 1 0 0,0 1-160 0,1 0 0 0,0 0 0 0,0 0 0 0,-1 0 1536 0,-2-1 288 15,1 1 48-15,0 0 16 0,2-2-32 0,1 2-16 0,1-3 0 0,2 1 0 16,2 0-304-16,0-1-48 0,2 1-16 0,-1-3 0 31,2 0-448-31,1 1-80 0,2-2-32 0,1 0 0 0,2-1 0 0,0 2 0 0,0 0 0 0,1 0 0 31,0 3-336-31,0 0-64 0,-2 0 0 0,0 4-16 0,-13-2-176 0,0 0-48 0,0 0 0 0,40 23 0 16,-40-23-272-16,0 0 0 0,0 0 0 16,18 43 0-16,-18-43 0 0,0 0 0 0,-5 38 0 0,0-26 0 15,-3 2 0-15,0-4 0 16,-1 1 0-16,-2-2 0 0,0-1 0 0,0-1 0 15,-2 2 0-15,-1-3 0 0,-1 0 0 0,2 1 0 0,-1-4 0 0,1 1 0 0,1-3 0 0,1 1 0 16,2-2 0-16,1 0 0 0,0 0 0 0,2 0 0 16,2 0 0-16,1-2 0 0,3 1 0 0,1-1 0 31,2 2 0-31,2-2 0 0,0 0 0 0,2 1 0 0,1-1 0 0,1 2 0 0,2-2 352 16,0 1-32-1,2 1-16-15,1-2 0 0,0 2 208 0,-1 0 32 16,2 0 16-16,0 0 0 0,0 2-288 0,-15-2-48 15,27 5-16-15,-27-5 0 0,0 0-32 0,0 0-16 16,40 17 0-16,-40-17 0 0,0 0-160 0,0 0 0 0,0 0 0 0,0 0 0 16,0 0 0-16,0 0 0 0,4 40 0 0,-11-33 0 15,-2 0 0-15,-3 1 0 0,-1-2 0 0,0 2 0 16,0-4 0-16,-1 2 0 0,-3 0 0 0,-1 2 0 16,0-4 0-16,0 2 0 0,1-1 0 0,2-2 0 15,2 0 0-15,2-1 0 0,3 1 0 0,3-3 0 16,1 2 0-16,2-2-256 0,3-2 48 0,1 2 0 15,1-3-1968-15,0 3-400 0</inkml:trace>
  <inkml:trace contextRef="#ctx0" brushRef="#br0" timeOffset="19913.77">6988 5123 7359 0,'0'0'656'16,"0"0"-528"-16,0 0-128 0,-1 0 0 0,1 0 1744 0,0 0 320 0,-1 0 64 0,0-2 16 15,0 2 848-15,0 0 160 0,0 0 48 0,1 2 0 16,-2-2-832-16,1 2-176 0,-1-1-16 0,1 3-16 16,-1-2-848-16,1 3-160 0,-1 0-48 0,0 2 0 15,0 2-464-15,0 1-80 0,-1 2-32 0,1-2 0 16,-1 2-304-16,3-12-64 0,-5 30-16 0,5-30 0 16,-6 29-144-16,6-29 0 0,-5 28 0 0,5-28 128 0,0 0-128 15,-5 35 0-15,5-35 0 0,0 0 0 0,0 0-256 0</inkml:trace>
  <inkml:trace contextRef="#ctx0" brushRef="#br0" timeOffset="24348.78">1612 6114 13823 0,'-1'-2'1216'0,"0"-1"-960"0,1 1-256 0,-1 2 0 16,0 0 224-16,0 0 0 0,-1-3 0 0,0 1 0 0,-1 0 352 0,-2-1 64 0,1 1 0 0,-1-1 16 15,0 3 128-15,1-2 32 16,1 2 0-16,0 2 0 15,0-1-48-15,1 1 0 0,0 3 0 0,-1 2 0 0,1 0-192 0,-1 5-32 0,1 2-16 0,0 2 0 16,-1 7 16-16,0 2 0 16,0 1 0-16,0 0 0 0,1 0-208 0,-3-1-32 15,0 0-16-15,0 0 0 0,0-2-288 0,0 0 160 0,0-2-160 0,0-1 128 16,2-2-128-16,0-1 0 0,2-2 0 0,0-3 0 16,0-3 0-16,0 0 0 15,1-2 0-15,0-1 0 0,1-3 0 0,-1 1 0 0,0-2 0 0,0 0 0 0,0-1 0 16,0 0 0-16,-1-1 0 0,1-2 0 0,0 0-416 0,0-3 32 15,0 0 16-15,0 0 0 16,1-3-1520-16,-1-1-304 0,-1 0-64 0,0-3-16 16,0-1 400-16,-1-2 80 0,0-2 0 0,-1-1 16 0,1-2 1200 0,0-1 256 15,0 0 32-15,2-1 16 0,0 1 272 0,2 3 0 16,0 1 0-16,2 2 0 0,-1 3 384 0,3-2 0 31,0 3-16-31,1-1 0 0,1 0 768 0,1 0 144 0,-1 2 48 16,1 0 0-16,1-1-368 0,1 1-64 0,0-1 0 15,-1 2-16-15,1 1-192 0,0-1-48 0,1 1 0 0,1-1 0 0,-1 3 112 0,1 2 16 0,-1 0 0 0,1 6 0 32,-13-2-48-32,0 0 0 0,0 0 0 0,39 31 0 15,-39-31-368-15,0 0-80 0,13 47-16 0,-13-47 0 16,0 36-256-16,-2-17 160 0,-2-4-160 16,-2-2 128-16,0 1-128 0,-2-2 0 0,-1 0 0 0,-1 0 0 15,1-4 0-15,-3 0 0 0,0 2 0 0,-1-5 0 16,-1 2 0-16,1-3 0 0,0-3 0 0,2-2 0 15,0 1 0-15,2-4 0 0,1-1 0 0,0 0 0 16,2 1 0-16,-1-3 0 0,3 2 0 0,0-3 0 16,0 4 0-16,2-3 0 0,1 1 0 0,1 0 0 0,0 1 0 0,1 3 0 15,1 0 144-15,1-1-144 0,0 4 592 0,1 1 48 16,0 1 16-16,2 3 0 0,-1-1 32 0,-5-5 0 16,0 0 0-16,0 0 0 0,35 35-288 0,-35-35-48 15,0 0-16-15,0 0 0 0,45 41 48 0,-45-41 0 16,0 0 0-16,0 0 0 0,43 40-192 0,-43-40-16 15,0 0-16-15,0 0 0 0,34 28-160 0,-34-28 0 16,0 0 0-16,0 0 0 0,0 0 0 0,0 0 0 16,39 20-128-16,-34-18-16368 0</inkml:trace>
  <inkml:trace contextRef="#ctx0" brushRef="#br0" timeOffset="24619.13">1879 6396 7359 0,'-2'0'656'16,"1"0"-528"-16,1 0-128 0,-1-1 0 15,0 1 1344-15,0 0 256 0,0 0 32 0,0-1 16 0,-2 1 656 16,0 0 128-16,0 1 16 0,1 0 16 0,1 1-752 0,0 3-160 16,1 0-16-16,0 2-16 0,0 2-160 0,1 1-16 15,-1 2-16-15,0-12 0 0,0 26-624 0,0-26-128 16,1 30-32-16,-1-13 0 0,0 0-416 0,0-3-128 15,-1 0 0-15,1-14 0 0,0 0 0 0,3 34 0 16,-2-27 0-16,1 0 0 16,-1-5-512-16,1 3-96 0,1-3-32 0,-1 1-14000 15</inkml:trace>
  <inkml:trace contextRef="#ctx0" brushRef="#br0" timeOffset="25171.71">2026 6285 7359 0,'-2'-3'656'0,"0"2"-528"0,1 0-128 0,0-1 0 16,1 0 608-16,0 1 96 15,-1 1 0-15,0-2 16 0,0 0 912 0,0 1 176 0,0-1 48 0,-1 0 0 16,1 0-176-16,1 2-16 0,0 0-16 0,0 0 0 15,1 2-416-15,1-2-80 0,2 0 0 0,1 0-16 16,1 0-496-16,2 0-112 0,3-3-16 0,0 1 0 16,2 0 64-16,0-1 0 15,0 2 0-15,1-2 0 0,0 1-176 0,0 1-16 16,1-1-16-16,-1 1 0 0,-14 1-208 0,0 0-32 0,36 6-128 0,-36-6 192 0,0 0-192 0,0 0 0 31,0 0 0-31,37 19 0 0,-33-12-880 0,-2-1-112 0</inkml:trace>
  <inkml:trace contextRef="#ctx0" brushRef="#br0" timeOffset="25444.91">2055 6386 5519 0,'-3'0'240'0,"2"0"64"0,-1 0-304 0,1 1 0 0,0-1 0 0,1 0 0 16,0 0 1184-16,0 0 176 0,0-1 48 0,-1 1 0 16,2-2 592-16,-1 2 128 0,2-1 32 0,0 0 0 15,0 1 80-15,2-2 0 0,1 2 16 0,-1 0 0 16,2 0-896-16,0 2-176 0,0-1-32 0,-1 0-16 16,2 1-432-16,-1-1-64 0,2 1-32 0,-1-2 0 15,2 2-224-15,0-2-32 0,0 0-16 0,1 0 0 0,1 0-144 0,0-2-16 16,1 0-16-16,-1-1 0 0,-1 1-160 0,-1 0 0 15,0-1 0-15,-2 0-15408 16</inkml:trace>
  <inkml:trace contextRef="#ctx0" brushRef="#br0" timeOffset="27802.94">3086 5862 5519 0,'0'0'496'0,"0"-2"-496"16,0 2 0-16,0 0 0 0,0 0 736 0,0 0 48 15,0 0 16-15,0-1 0 0,-1 0 32 0,1-3 16 16,0 3 0-16,-1-3 0 0,0 2 192 0,0-1 48 0,-1 0 0 0,1-1 0 15,-1 1 48-15,0 1 16 0,0-2 0 0,1 1 0 16,-1 0-384-16,0 1-80 0,-1-2-16 0,1 3 0 16,-1-1-352-16,1 2-64 0,-2-2 0 0,0 1-16 15,0 1-32-15,0 0 0 0,-1 0 0 0,-1 0 0 16,-1 0 0-16,1 1 0 0,-2 1 0 0,0 0 0 16,1-2-80-16,-2 0 0 0,1 1-128 0,0 1 192 15,0-2-64-15,0 0 0 0,-1 0-128 0,0 0 192 16,1-2-48-16,0 1-16 0,1-1 0 0,0-1 0 15,1 1 256-15,0 0 32 0,-1-1 16 0,1 1 0 0,0-1-80 0,-1 0-16 16,3 0 0-16,-2 0 0 0,1 0-112 0,0 0-32 16,0 2 0-16,2-1 0 0,-1-1 80 0,0 3 16 15,2-2 0-15,-1 0 0 0,1 1-64 0,0 1-16 16,0 0 0-16,1 0 0 0,-1 0-16 0,1 0 0 16,0 0 0-16,-1 0 0 0,1 1-64 0,-1 1-128 15,0-2 176-15,0 0-176 0,1 2 176 0,0-2-176 16,0 1 160-16,1-1-160 0,0 2 192 0,0-2-48 15,0 0-16-15,0 0 0 0,0 0 96 0,0 0 16 0,0 2 0 0,0-1 0 16,0 0-80-16,1 1-16 0,0 2 0 0,-1 1 0 16,1 1-144-16,-1 1 0 0,1 3 0 0,1-1 128 15,-1 1-128-15,0 1 0 0,-1 1 0 0,1-1 0 16,0 0 0-16,0-1 0 0,0 1 0 0,0 3 0 16,-1 0 0-16,1-1 0 0,0 3 0 0,0-2 0 15,-1 0 0-15,1 0 0 0,0-3 0 0,0 0 0 16,0 1 0-16,-1-12 0 0,0 0 0 0,6 38 0 15,-6-38 0-15,0 0 0 0,4 35 0 0,-3-23 0 16,-1-12 0-16,0 0 0 0,2 40 0 0,-2-28 0 0,-1 1 0 16,1 1 0-16,-1 2 0 0,-1-3 0 15,1 0 0-15,-1 1 0 0,1 0 0 0,-1 0 0 0,-1 3 0 0,1-2 0 16,1 1 0-16,-1-2 0 0,1 0 0 16,0 0 0-16,1-2 0 0,0 0 0 0,0 2 0 15,0-2 0-15,0-12 0 0,0 26 0 16,1-14 0-16,0 0 0 0,0-1 0 0,-1 0 0 0,0-11 0 0,0 0 0 15,3 35 0-15,-3-23 0 0,-1 0 0 0,1 0 0 16,-1 2 0-16,-1-2 0 0,1 0 0 0,0 2 0 0,0 0 0 0,-1-2 0 16,1 2 0-16,0 1 0 0,-1 1 0 15,2-3 0-15,-1 0 0 0,1-1 0 0,0 1 0 16,1-2 0-16,0-1 0 0,-1 1 0 0,0-11 0 0,0 0 0 16,4 33 0-16,-4-33 0 0,0 0 0 0,3 32 0 15,-3-32 0-15,0 0 0 0,2 32 0 0,-2-32 0 16,-1 24 0-16,-1-12 0 15,2 2 0-15,-2-2 0 0,-1 1 0 0,1 1 0 0,-1-1 0 0,0-1 0 16,2 2 0-16,-2 0 0 0,0-1 0 0,1 0 0 16,-1-1 0-16,2 0 0 0,0-2 0 0,0-1 0 0,0 1 0 0,1-1 0 15,-1 1 0-15,1-1 0 0,1-3 0 0,-1 1 0 16,1 1 0-16,-1 0 0 0,1-1 0 0,0 0 0 16,0 2 0-16,-1-2 0 15,0 3 0-15,0-2 0 0,0 1 128 0,-1 0-128 0,1 1 0 0,0-1 0 16,-1 0 0-16,0 1 0 15,0 0 0-15,0-1 0 0,1 1 0 0,-1 1 0 0,0 0 0 0,0 0 0 32,0-2 0-32,1 0 0 0,-1 1 0 0,1 0 0 15,-1-3 0-15,1 2 0 0,-1-1 0 0,1-8 0 16,0 20 0-16,-1-12 0 0,1 1 0 0,0 0 0 16,0-1 0-16,-1-1 0 0,0 0 0 0,0 1 0 15,1 0 0-15,-1 0 0 0,0-1 0 0,1 0 0 0,-1-2 0 0,1 2 0 16,0-3 0-16,0 1 0 0,0-2 0 0,0 1 0 15,0-1 0-15,0 2 0 0,0-1 0 0,0-1 0 16,0 1 0-16,0 0 128 0,1 0-128 0,-1 0 0 16,0 1 0-16,0-3 0 0,0 3 0 0,0-2 0 15,0 0 0-15,0 0 0 0,0-2 0 0,0 1 0 16,0 0 0-16,-1-1 0 0,1 1 0 0,0-2 0 16,-1 2 0-16,1-2 0 0,-1 0 144 0,1 0-144 15,0 0 0-15,-1 0 0 0,1 0 0 0,-1-2 128 0,1 2 256 0,0 0 64 16,0-2 16-16,0 2 0 0,0 0 48 0,1 2 0 15,0-2 0-15,0 0 0 0,1 2-80 0,0-2-16 16,0 0 0-16,0 2 0 0,1 1-128 0,1-1-32 16,1 1 0-16,-1-1 0 0,-4-2-128 0,0 0-128 15,0 0 192-15,0 0-192 0,37 27 176 0,-37-27-176 16,0 0 160-16,35 30-160 0,-35-30 128 0,0 0-128 16,43 35 0-16,-43-35 0 0,0 0 0 0,47 38 0 15,-47-38 0-15,0 0 0 0,44 38 0 0,-44-38 0 16,0 0 0-16,47 29-12176 0,-47-29-2448 0</inkml:trace>
  <inkml:trace contextRef="#ctx0" brushRef="#br0" timeOffset="31853.04">3402 5792 2751 0,'1'-2'256'0,"0"2"-256"0,0 0 0 0,-1-1 0 16,0 1 1120-16,0 0 176 0,1 0 48 0,1-3 0 15,0 1 224-15,0 1 48 0,0 0 16 0,0-3 0 16,0 1-80-16,-2 1-16 0,1 1 0 0,-1-1 0 16,1 2-368-16,-1-1-80 0,0 0 0 0,-1 1-16 15,1 0-304-15,-1 0-64 0,0 0-16 0,-1 0 0 16,1 0-240-16,-1 0-32 0,1 0-16 0,-1 0 0 0,1 0-48 0,0-2-16 16,-1 2 0-16,2-1 0 0,-2 1-16 0,1 0 0 15,0 1 0-15,-1-1 0 0,1 0-128 0,-1 2-16 16,1-2-16-16,-1 1 0 0,1 0-160 0,0 1 192 15,0 1-192-15,-1-1 192 0,0 1-192 0,-1-1 0 16,1 0 144-16,0 1-144 0,0 2 0 0,-2-2 0 16,1 1 0-16,0 1 128 0,0-1-128 0,-1 3 144 15,1-2-144-15,0-1 160 0,0 1-160 0,-1 2 192 0,0 1-192 16,2-1 192-16,-1 2 32 0,0-1 16 0,0 1 0 0,0 2 0 16,1 1 0-16,-1-2 0 0,1 3 0 0,0-2 0 15,1-1-32-15,0 1 0 0,1 1 0 0,0-2 0 16,1 1-208-16,1-3 176 0,0-1-176 0,0 0 160 15,1-3-160-15,-1 1 0 0,2 0 0 0,1-3 0 16,-2 0 0-16,2 1 0 0,1-3 0 0,0-2 0 16,1 1 384-16,-1-1 0 0,1 0 0 0,0-2 0 15,0 0-128-15,2-2-48 0,-1 1 0 0,0-2 0 16,1 0-208-16,-1 0 0 0,0-1 128 0,-1-1-128 0,0-2 0 0,0 1 0 16,-1-2 0-16,-1 0 0 0,1 0 0 0,-3-2 0 15,0 0 0-15,-1-1 0 0,-1-1 0 16,-3 1 0-16,0 1 0 0,-2 0 0 0,-1 4 0 0,-2 1 0 15,1 2 0-15,-3 0 0 0,-2 4 0 0,0 1 0 16,0 2 0-16,0 0 0 0,2 3 0 0,-1 1 0 16,2-1 0-16,2 1 0 15,0 4-640-15,1-2 0 0</inkml:trace>
  <inkml:trace contextRef="#ctx0" brushRef="#br0" timeOffset="32931.32">3281 6287 3679 0,'0'-3'320'0,"0"0"-320"0,0 2 0 0,0-1 0 16,0 2 1104-16,0-2 160 0,0-1 16 0,0-2 16 15,1 1 608-15,0-4 112 0,0 2 32 0,0-1 0 16,1 1 64-16,-1 1 32 0,1 1 0 0,-2-1 0 16,0 2-400-16,0 1-80 0,0 1 0 0,-1 0-16 0,0 1-736 0,-1 0-144 15,-1 2-16-15,-1 0-16 0,1 3-480 0,-2 0-112 16,0 2-16-16,-1 2 0 0,1 1-128 0,-1 2 0 15,-1 4 0-15,0-1 0 0,0 2 0 0,0-1 0 16,-1 3 0-16,2 1 0 0,1-4-128 0,2 1 128 16,0-1 0-16,1-1 0 0,2-3 0 0,1-1 0 15,-1-11 0-15,0 0 0 0,0 0-144 0,0 0 144 16,0 0 0-16,0 0 0 0,0 0 0 0,0 0 0 0,43 15 0 0,-36-20 0 16,0-1 0-16,0 0 0 0,0-2 0 0,-1 2 0 15,0-1 0-15,0-1 0 0,0-1 0 0,1-1 0 16,-1-2 0-16,1 0 0 0,-1-1 0 0,-1 0 0 15,0 0 0-15,-3 0 0 0,0 0 0 0,-1 0 0 16,-2 0 0-16,-1 0 0 0,-1 1 0 0,-2 2 0 16,0 2 0-16,-1 2 0 0,0 4 0 0,-2 0 0 15,1 2 0-15,-1 0 0 0,2 3 0 0,0 0 0 16,1 1 0-16,-1 1 0 0,1 1 0 0,2 1 0 16,-1-2 0-16,2 3 0 0,0 0 0 0,1-1-160 15,2-1 16-15,2 0 0 0,0 0 0 0,1 0-13952 16</inkml:trace>
  <inkml:trace contextRef="#ctx0" brushRef="#br0" timeOffset="33138.26">3402 6370 17503 0,'-1'-2'768'0,"0"2"176"0,1-2-752 0,-1 1-192 16,1 1 0-16,0 0 0 0,0 0 1728 0,0 0 304 0,0 1 64 0,-1 1 16 15,2 0-832-15,-1 0-144 0,1 3-48 0,0 0 0 16,0 0-640-16,0 2-128 0,0 0-16 0,0 0-16 16,-1-7-288-16,0 0 160 15,0 0-160-15,0 0 128 0,0 0-128 0,17 36-144 16,-13-33 144-16,1-2-13456 0</inkml:trace>
  <inkml:trace contextRef="#ctx0" brushRef="#br0" timeOffset="33564.62">3520 6233 11967 0,'-3'-3'528'0,"1"2"112"0,1 0-512 0,0 1-128 16,1 0 0-16,0 0 0 16,0 0 1984-16,0 0 384 0,1 0 64 15,-1 0 0-15,1 0-368 0,0 0-80 0,1 0 0 0,0 0-16 0,2 0-800 0,0 0-144 16,1-2-48-16,0 2 0 0,2-1-432 0,-2 1-96 15,2 0 0-15,-1 0-16 0,2 0 0 0,-2 1 0 0,1 1 0 0,-2-1 0 16,1 2-128-16,-1 0-32 0,1 2 0 0,-3-1 0 31,0-1-272-31,-1 4 160 0,1-3-160 0,-2 4 128 0,-1-3-128 0,0 2 0 0,-1 0 0 0,-2 1 0 16,0 0 0-16,-1-1 0 16,-1 1 0-16,-1-2 0 0,0 2 0 0,-1-1 0 0,-1 2 0 0,0-2 128 15,0 0-128-15,-1 1 0 16,0 1 0-16,-1-3 0 15,3-2 0-15,0 1 0 0,-1-1 0 0,2 1 0 16,0-2 0-16,2-1 0 0,1 0 0 0,1 0 0 0,1-2 160 0,1 0 0 16,1 0 0-16,2 0 0 0,1-1 416 0,1 0 64 15,2-1 32-15,0-1 0 0,4 1-144 0,1-3-16 16,0 3-16-16,1-1 0 0,1 1-304 16,1-1-64-16,-1 1-128 0,-1 0 192 0,-1 2-192 0,-2-2 0 15,0 2 128-15,0 0-128 0,-1 0 0 0,-1 0 0 16,1 0 0-16,-3 0 0 0,1 0 0 0,-4 2 0 15</inkml:trace>
  <inkml:trace contextRef="#ctx0" brushRef="#br0" timeOffset="35514.75">3282 6706 10127 0,'0'-2'896'0,"0"0"-704"0,0 0-192 0,0 2 0 16,0 0 1152-16,0-2 192 0,0 1 32 0,0-3 16 16,0 1-80-16,0-1-16 0,-1 1 0 0,0 0 0 15,0 1-160-15,0 1-48 0,0 1 0 0,-1 1 0 16,0 1-512-16,-2 1-96 0,1 0-32 0,0 1 0 16,-2 1-160-16,0 2-32 0,0-2-16 0,0 2 0 15,0 2-32-15,-2-2 0 0,2 4 0 0,-1 0 0 16,0-2-208-16,2 3 0 0,-1-2 128 0,1 2-128 0,1 4 0 0,0-2 144 15,0 1-144-15,2-1 128 16,0-2 32-16,1-12 0 0,0 0 0 0,4 33 0 0,-4-33 80 0,0 0 16 16,0 0 0-16,0 0 0 0,0 0-256 0,24 37 0 15,-18-36 0-15,-1-1 0 0,1-1 0 0,-1-1 0 16,2-2 0-16,-1-1 0 0,2-2 0 0,-1-1 0 16,1 2 0-16,-1-4 0 0,1 0 0 0,1-1 0 15,0-1 0-15,-1-3 0 0,2 1 0 0,-4 0 0 16,0 2 0-16,-2 0 0 0,0 0 0 0,-2 0 0 0,0-1 0 0,-3 3 0 15,-1-1 0-15,-1 3 0 0,-1-2 0 0,-2 6 0 16,-1-1 0-16,-1 2 0 0,0 1 0 0,-1 2 144 16,-1 0-144-16,1 3 0 0,2 1 0 0,-2 1 0 15,3 2 0-15,-1-1 0 0,2 0 0 16,0 1 0-16,2 0 0 0,1-2 0 0,2-2-128 0,0 1-12672 16</inkml:trace>
  <inkml:trace contextRef="#ctx0" brushRef="#br0" timeOffset="35729.64">3428 6809 14735 0,'0'-1'1312'0,"1"1"-1056"0,0 0-256 0,-1 0 0 0,0 0 1280 0,0 0 208 15,0 0 48-15,1 0 0 0,-1 0 416 0,0 3 96 16,0-1 0-16,0 2 16 0,2 0-1152 0,-2 3-224 15,1-1-48-15,-1 2-16 0,0-8-288 0,0 0-48 16,0 0-16-16,5 35 0 0,-5-35-272 0,0 0 0 16,0 0 0-16,0 0-9136 0,0 0-1840 15</inkml:trace>
  <inkml:trace contextRef="#ctx0" brushRef="#br0" timeOffset="36141.06">3605 6659 14735 0,'-2'0'1312'0,"0"3"-1056"0,1-3-256 0,0 2 0 15,0-2 1520-15,0 0 240 0,-1 2 48 0,-2 3 16 16,-1 0 112-16,0-1 32 0,-3 4 0 0,2-1 0 0,0 0-1152 0,2 0-240 16,-2-1-32-16,2 0-16 0,1 1 96 0,-1 0 16 15,2-2 0-15,0 2 0 16,0-2-128-16,2-1 0 0,0 1-16 0,0-2 0 15,1 0-320-15,0 0-176 0,2-2 192 0,0 2-192 0,1-1 208 0,1 0-64 16,0 0-16-16,0 0 0 0,1-1 176 0,-1 1 16 16,2 0 16-1,-1 1 0-15,1-1-80 0,-1 0 0 0,-6-2-16 0,0 0 0 0,0 0-96 0,0 0-16 16,0 0 0-16,33 27 0 16,-33-27-128-16,0 0 160 0,0 0-160 0,0 0 160 0,0 0-160 0,0 0 0 15,0 0 0-15,17 35 0 16,-16-30 0-16,-2 0 0 0,1-1 128 0,0-1-128 0,-1 2 0 0,-1-1 0 0,0 1 0 0,0 0 0 15,0-2 0-15,-1 1 128 0,0 1-128 0,-1-2 0 16,-2 0 0-16,1 2 128 0,-1 0-128 0,0-2 0 16,-2 1 0-16,1 1 128 15,0-4-128-15,-2 0 0 0,2-1 0 0,-2 0 0 16,2-1 0-16,1-2 0 0,0-2-192 0,2-2-80 0,1-1-16 0,2-1-16528 16</inkml:trace>
  <inkml:trace contextRef="#ctx0" brushRef="#br0" timeOffset="36316.37">3558 6672 13823 0,'3'-3'608'0,"-1"2"128"0,0-1-592 0,-1 2-144 0,0 0 0 0,1 0 0 0,0 0 2304 0,1-1 448 31,3 1 64-31,1-1 32 0,3 1 16 0,2-2 0 16,0-1 0-16,0 1 0 0,0-1-1264 0,1 1-256 15,-1 0-64-15,0 0 0 0,-1 1-880 0,-1-1-176 16,-1 2-32-16,-1 0-16 0,-2 2-176 0,0-2-192 15,-1 3 32-15,-5-3-17312 0</inkml:trace>
  <inkml:trace contextRef="#ctx0" brushRef="#br0" timeOffset="75493.71">3237 7196 1839 0,'0'-3'160'0,"0"2"-160"0,0-1 0 0,0 1 0 16,0 0 1776-16,-1 1 320 0,1 0 64 0,-1-2 16 15,1 2-528-15,-1-2-112 0,0 1 0 0,-1 1-16 16,-1 0-256-16,1 0-48 0,-1 0-16 0,0 1 0 16,0 1-368-16,0 0-80 0,1-1-16 0,0 0 0 15,0 1-32-15,0-1 0 0,1 1 0 0,0-2 0 16,1 1-96-16,0-1-32 0,0 2 0 0,-1-2 0 16,1 2-192-16,0-2-64 0,-1 2 0 0,1 0 0 15,-1 1-96-15,1-1-32 0,-1 3 0 0,-1 0 0 0,-1 4 48 0,0 1 0 16,0 2 0-16,1 2 0 0,-2 0-64 0,1 3-16 15,0 2 0-15,1-3 0 0,2 1-160 0,0-3 160 16,0-14-160-16,0 0 160 0,8 33-160 0,-3-26 0 16,-5-7 0-16,0 0 128 0,0 0-128 0,0 0 0 15,38 5 0-15,-28-10 0 0,2-3 0 0,-1-2 0 16,1 0 0-16,-1-2 0 0,1 0 0 0,0-4 0 16,0 1 0-16,-1-1 0 0,-1-3-160 0,-1 2 160 15,-2 1 0-15,0-1-144 0,-2-2 144 0,-3 5 0 0,-1-3 0 16,-3 3 0-16,0 2 0 0,-4 3 0 0,-1-5 0 0,-3 4 0 15,1 3 0-15,-3 2 0 0,-1 3 0 0,-1 2 128 16,-1 2-128-16,3 1 0 0,1 4 0 0,0-1 0 16,1 4 0-16,0 0 0 0,4 0 0 0,0 1 0 15,3-2-128-15,2 1 128 0,1 0-128 0,2-1-13216 16</inkml:trace>
  <inkml:trace contextRef="#ctx0" brushRef="#br0" timeOffset="75760.47">3445 7231 18431 0,'-1'-4'816'0,"1"1"160"0,0 0-784 0,0 1-192 16,0 0 0-16,-1 1 0 0,1 1 1392 0,0-2 224 15,0 2 48-15,-1-4 16 0,0 3-528 0,-1 1-128 16,0 0 0-16,0 3-16 0,0 1-672 0,1 2-128 15,0 2-16-15,1 1-16 0,0-9 320 0,0 0 64 16,0 32 16-16,0-32 0 0,0 0-336 0,0 0-64 16,0 0-16-16,19 35 0 15,-19-35-688-15,0 0-144 0</inkml:trace>
  <inkml:trace contextRef="#ctx0" brushRef="#br0" timeOffset="76232.69">3644 7036 17503 0,'-1'0'1552'16,"0"0"-1232"-16,1 0-320 0,-1 0 0 15,0 2 1520-15,-1-2 240 0,0 3 48 0,0 0 16 0,-3 1-224 0,-2 3-32 16,1 0-16-16,-2 3 0 0,1-1-784 0,1-1-176 16,0 2-16-16,1 1-16 15,1-2-48-15,0-2 0 0,1 1 0 0,1-1 0 0,2 2-112 0,1-4-16 16,1 0-16-16,1-1 0 0,1 1-224 0,0-2-144 15,-4-3 192-15,0 0-192 16,0 0 240-16,0 0-64 0,37 21-16 0,-37-21 0 0,0 0 16 0,0 0 0 16,38 21 0-16,-38-21 0 0,0 0-48 0,0 0 0 15,35 28 0-15,-35-28 0 0,0 0-128 16,0 0 160-16,23 36-160 0,-23-36 160 0,0 0-160 0,5 33 0 0,-6-25 0 16,-2 2 128-16,0-1-128 0,-1-2 0 15,-2 2 144-15,-1-2-144 0,1-1 0 0,-2 0 0 0,-1-1 0 0,-1-1 0 16,-1 1 0-16,-1 0 0 0,-1-3 0 0,-1 1 0 15,0 1 0-15,1-4 0 0,2 0 0 0,2-4 0 16,2 1 0-16,3-1 0 0,0-4 0 0,2-1 0 16,2-3 0-16,2 0 0 0,1 0 0 0,1-4 0 15,1 2 0-15,0-1 0 0,3 1 0 0,-1 0 0 16,1 2 0-16,1-2 0 0,1 0 0 0,0 0 0 16,1 2 0-16,-1-2 0 0,0 2 0 0,0 0 0 15,1 0 0-15,0-3 0 0,-2 4 0 0,-2 0 0 16,-1 2 0-16,-2 0 0 0,0 2 0 0,-2 0 0 0,-2 0 0 0,0 2 0 15,-2 0 0-15,-2 1 0 16,0 1 0-16,-4 1 0 0,0 2 0 0,-3 2 128 0,0 1-128 0,0 1 0 16,0-2-128-16,-1 4-16496 15</inkml:trace>
  <inkml:trace contextRef="#ctx0" brushRef="#br0" timeOffset="78897.42">3444 7646 11055 0,'0'0'976'0,"0"-2"-784"0,1 2-192 0,-1 0 0 16,0 0 848-16,0-1 128 0,0 1 32 0,0 0 0 15,0-2 368-15,0 0 80 0,0 1 16 0,1-1 0 0,-1 2-512 0,0-1-112 16,1 0-16-16,-1 1 0 0,1-2-224 16,-1 1-48-1,1 1-16-15,-1 0 0 0,1 0-16 0,0 0 0 0,-1 1 0 0,0 1 0 16,0-1-176-16,0 0-32 0,0 1-16 0,0 3 0 16,0 0-32-16,-1-1 0 0,0 5 0 0,0 0 0 15,-1 2 0-15,0 1 0 16,1 3 0-16,-2-1 0 0,1 2-128 0,-1-2-16 0,0 1-128 0,1-1 192 0,-1 0-192 0,1-2 144 15,-1 0-144-15,1-1 128 0,1-3-128 0,1 1 0 16,-1-3 0-16,1-2 128 0,0 1-128 0,0-1 0 0,1-4 0 16,0 2 0-1,0-2 0-15,-1-2 0 0,1 2 0 0,0-2 0 16,1-1 0-16,-1-1 0 0,0 1 128 0,1-1-128 0,-1-2 160 0,0 0-160 0,0-1 192 0,0 2-192 16,1-3 128-16,-1 0-128 0,0 0 0 15,0-2 0 1,0-2 0-16,0 1 0 0,-1-1 0 0,0-2 0 0,0 0 128 0,0-1-128 0,0-1 0 0,0 2 0 31,0-1 160-31,0 3-160 0,0 3 128 0,1-1-128 16,0 3 304-16,-1 2-32 0,1 1 0 0,-1 0 0 15,0 1 304-15,1 1 64 0,-1 1 16 0,1 0 0 0,-1 1-288 0,0 0-64 16,0 0-16-16,0 0 0 0,0 1-48 0,0-1-16 16,0 2 0-16,-1 1 0 0,2 0-96 0,-2 0-128 15,1 1 176-15,-1 3-176 0,1-2 128 0,0 4-128 16,-1-1 0-16,1 3 0 0,-1 1 0 0,0 2 0 15,0 1 128-15,0 1-128 0,-1-2 0 0,1 2 0 16,0 1 128-16,0 0-128 0,0-1 0 0,1-1 0 16,0-1 128-16,0-3-128 0,0-1 0 0,0-3 0 15,1-2 0-15,1 0 0 0,-1-3 0 0,0-1 0 16,1-2 0-16,0 1 0 0,0-4 0 0,0 1 0 0,1-2 0 16,0 0-144-1,0-1-1312-15,-1-2-256 0</inkml:trace>
  <inkml:trace contextRef="#ctx0" brushRef="#br0" timeOffset="81659.88">4852 5806 2751 0,'1'-3'256'0,"-1"-1"-256"0,0 3 0 0,0 1 0 16,0 0 736-16,0-2 96 0,0 1 32 0,0-2 0 31,0-2 224-31,-1 1 64 0,0 1 0 0,0 0 0 15,0-1-208-15,1 3-48 0,-1-1 0 0,0 1 0 16,0 0 64-16,0 1 16 0,0-2 0 0,1 1 0 16,-1-1-144-16,0 2-16 0,1-2-16 0,-1 1 0 15,0 1-80-15,0 0-16 0,-1-2 0 0,1 2 0 16,0 0-112-16,0 0-16 0,-1 0-16 0,0 0 0 16,0 2-176-16,-1-2-16 0,1 3-16 0,0-1 0 15,-1 1-176-15,0-1-48 0,0 1 0 0,0 2 0 16,0 0 0-16,0 1-128 0,0-1 192 0,1 2-64 15,-2-1 16-15,1 2 0 0,0 1 0 0,0 0 0 0,1 0-144 16,-2-1 160-16,1 2-160 0,0 1 160 0,1 0-160 0,-1-1 0 16,0 3 0-16,0-1 128 0,1-2 64 0,1 1 0 15,1-1 0-15,1 0 0 0,0-1 64 0,1 0 0 16,1-1 16-16,-1-1 0 0,1 0-272 0,0-2 0 16,1 2 0-16,1-4 0 0,0 0 0 0,2 0 0 15,0 0 0-15,1-1 0 0,2-2 400 0,0-2 32 16,1-1 0-16,0-2 0 0,0 3-32 0,0-5 0 15,1 0 0-15,0-3 0 0,1-1-144 0,-1-1-48 0,-1 0 0 16,-1 0 0-16,-2 0-208 0,0-2 0 0,-3 2 0 16,-1-2 0-16,-1 0 0 0,-2-1 0 0,-2 1 0 0,-4 0 0 15,-1 0 0-15,-4 0 0 0,-3 2 0 0,0 0 0 16,-1 0 0-16,0 2 0 0,0 1 0 16,-1 2 0-16,1 0 0 0,-1 4-192 0,2 3 192 0,1 2-208 31,3 1-864-31,0 4-160 0,1 0-48 0,2 3-11744 0</inkml:trace>
  <inkml:trace contextRef="#ctx0" brushRef="#br0" timeOffset="83383.78">4724 6242 1839 0,'0'-5'160'0,"-1"3"-160"16,1-1 0-16,0 1 0 0,0 2 2000 0,-1 0 368 16,1 0 80-16,-1 0 16 0,-1 0-672 0,0-1-144 15,-2 2-32-15,-1-1 0 0,1 2-512 0,-1 1-96 0,0 2-32 0,-1-3 0 16,1 2-176-16,-1 2-32 0,-1-2-16 0,2 1 0 16,-2 2-176-16,1-2-48 0,-1 2 0 0,2-2 0 15,0 2-144-15,1-2-48 0,0 2 0 0,0 0 0 16,1 0 32-16,1 0 0 0,0 2 0 0,0 1 0 15,1-3 16-15,1 2 16 0,0-1 0 0,1 1 0 16,0-2-224-16,0 3-48 0,2-3-128 0,-1 1 192 16,2-1-192-16,0-1 128 0,0 1-128 0,1-4 0 15,1 0 0-15,-1-3 0 0,1-1 0 0,0-1 0 0,0-1 0 0,0-2 0 16,1-2 0-16,0-1 0 0,1-3 0 0,2 0 0 16,-2-1 0-16,0 0 0 0,-1 0 0 0,-1 1 0 15,0-1 0-15,-1 2 0 0,-3-2 0 0,-1 2 0 16,-1-1 0-16,-1 2 0 0,0 1 0 0,-3-2 0 15,-1 1 0-15,-1 0 0 0,-2-1 0 0,0 3 0 16,1 0 0-16,-1-1 0 0,2 4 0 0,-2 0 128 16,3 3-128-16,-1 1 0 0,1 0 0 0,0 3 0 15,1-1 128-15,0 3-128 0,2 2 0 0,0 0 0 16,1 0 0-16,1 0 0 0,0-1-224 0,2 0 64 0</inkml:trace>
  <inkml:trace contextRef="#ctx0" brushRef="#br0" timeOffset="83636.71">4834 6319 13823 0,'-5'-1'608'0,"2"1"128"0,0 0-592 0,2-2-144 15,0 2 0-15,0 0 0 16,1 2 1216-16,-1-2 192 0,-1 1 64 0,0 0 0 0,0 2-720 0,1 1-144 15,1 1-32-15,0 0 0 0,2 2 272 0,0-2 48 16,-2-5 16-16,0 0 0 0,0 0-224 0,0 0-48 16,0 0-16-16,26 37 0 0,-26-37-208 0,0 0-32 15,0 0-16-15,0 0 0 0,0 0-368 0,36 15 0 16,-31-18 0-16,0 1-12464 0</inkml:trace>
  <inkml:trace contextRef="#ctx0" brushRef="#br0" timeOffset="84058.22">4964 6216 11055 0,'-3'0'976'0,"1"-2"-784"0,2 2-192 0,0 0 0 0,0-2 1840 0,0 2 320 0,0-1 64 0,1 1 16 15,1-2 304-15,0 0 64 0,3-1 16 0,0 1 0 16,0-3-1296-16,2 2-256 0,0 0-48 0,2 0-16 15,-1 2-320-15,0-1-64 0,1 3-16 0,-2 0 0 0,-7-1-256 0,0 0-48 16,0 0-16-16,0 0 0 0,0 0-288 0,35 38 0 16,-35-38 0-16,0 0 0 15,0 0 0-15,6 33 0 0,-7-23 0 0,-2-2 0 0,0 0 0 0,-1 0 0 16,-2 1 0-16,0-2 0 0,0 1 0 0,-1-2 0 16,-1 2 0-16,0-1 0 0,0 0 0 0,-2-2 0 15,3 2 0-15,-1-5 0 0,2 3 0 0,-1-2 0 31,1 1 0-31,1-2 0 0,2 0 0 0,1-1 0 0,1 1 0 0,1-2 0 0,2 1 208 0,0-1-16 16,0 2 0-16,2 0 0 0,2-2 448 0,0 0 96 0,1 1 16 0,0-1 0 16,0 0-384-16,3-1-80 0,0 1-16 0,1-2 0 31,0-1-144-31,-1 1-128 0,1 1 144 0,-2-1-144 16,1 1 0-16,0 0 0 0,0 1 0 0,0-2 0 15,-1 0 0-15,-2 2 0 0,1 0 0 0,-2 2 0 16,-1-2-1408-1,0 2-240-15</inkml:trace>
  <inkml:trace contextRef="#ctx0" brushRef="#br0" timeOffset="85808.39">4734 6668 8287 0,'-2'-2'736'15,"1"2"-592"-15,1-1-144 0,0 0 0 16,0 1 960-16,0-2 144 0,-1-1 48 0,-1-1 0 16,1-1 656-16,-1-2 144 0,0 2 32 0,0-2 0 0,2 0-432 15,-1 0-80-15,0 2 0 0,1 0-16 0,-1 2-192 0,0 1-48 16,0 2 0-16,0 0 0 0,-1 0-464 0,-1 2-112 15,0 2 0-15,-2 1-16 0,0 1-352 0,-1 3-64 16,-2 1-16-16,0 2 0 0,0 2-64 0,-1 0 0 16,0 3-128-16,1 2 192 0,-1-1-64 0,-1 2-128 15,3 1 176-15,-2 0-176 0,2 1 128 0,1-3-128 16,1 2 0-16,1-7 0 0,3 0 176 16,1-3-32-16,0-11 0 0,0 0 0 0,0 0 48 15,0 0 0-15,0 0 0 0,0 0 0 0,43 3-64 0,-32-12 0 0,0 0 0 0,1-2 0 16,1-2 304-16,0-1 48 0,1 0 16 0,0-3 0 15,-1 0-496-15,0-1 0 16,0-1 0-16,-3 2 0 0,-1-2 0 0,-1 2 0 16,-3 3 0-16,-2-4 0 0,-1 5 0 0,-3-1 0 0,-2 0 0 0,-1 2 0 15,-3 1 0-15,0 3 0 0,-2 3 0 0,-3 1 0 16,-1 3 0-16,0 4 0 0,0 0 0 0,2 2 0 16,0 1 0-16,2 1 0 0,1 3 0 0,0-1 0 15,4-2-160-15,0 3 32 0,2-1 0 0,1-2-10544 16,2 3-2096-16</inkml:trace>
  <inkml:trace contextRef="#ctx0" brushRef="#br0" timeOffset="86029.87">4823 6790 13823 0,'-1'0'1216'0,"1"0"-960"15,0 0-256-15,0 0 0 0,0 0 1360 0,0-2 240 0,0 2 32 0,-1 0 16 16,0 2-16-16,1-2 0 16,-1 2 0-16,1 1 0 0,0 4-1136 0,-1-3-240 0,1 3-32 0,0 0-16 15,0 1-208-15,0-2 0 0,1 2 0 0,1-1 0 32,0-2 0-32,0-1 0 0,1-1 0 0,1-1-11744 0</inkml:trace>
  <inkml:trace contextRef="#ctx0" brushRef="#br0" timeOffset="86394.09">4993 6610 11967 0,'-2'-2'1072'16,"1"1"-864"-16,0 1-208 0,0 0 0 0,0 1 1408 0,-1 1 256 31,0 0 32-31,-1 0 16 0,-1 3 80 0,-2 2 0 0,-1 1 16 16,-1 1 0-16,3 2-1328 0,-1-1-272 15,0-2-48-15,2 1-16 0,0 0-144 0,2 1 128 16,0-3-128-16,2 1 128 0,1 0 160 0,1-1 32 16,1-2 0-16,1 0 0 0,-1-1 32 0,-3-4 16 0,0 0 0 0,0 0 0 0,0 0-80 0,0 0-16 31,0 0 0-31,43 17 0 0,-36-14 320 0,2-1 64 0,-2 0 16 0,1 1 0 16,-8-3-240-16,0 0-48 0,0 0-16 0,0 0 0 15,0 0-224-15,0 0-144 0,37 26 192 0,-34-21-192 16,-1-1 160-16,-1 1-160 0,0 0 128 0,-1-1-128 15,-1 2 256-15,-1 0-48 0,0-1 0 0,-2 1 0 16,-1 0 96-16,0-1 16 0,-3 0 0 0,1 0 0 16,-1 0-192-16,-3-1-128 0,2 1 192 0,-2-1-192 15,1-1 0-15,-1 1 0 0,-1-3 0 0,0-1 0 16,2-1 0-16,0-1 0 0,-1-1 0 0,2-1 0 16,1-1-1648-16,2-2-336 0</inkml:trace>
  <inkml:trace contextRef="#ctx0" brushRef="#br0" timeOffset="86536.37">4938 6657 5519 0,'5'-6'496'0,"0"2"-496"16,-1 2 0-16,0-1 0 0,-2 3 2528 0,0-2 416 15,1 2 64-15,2-2 32 0,4 0 320 0,4-3 64 16,1 2 16-16,1-1 0 0,-1-1-1552 0,-1 2-304 16,-1 0-64-16,-1 2-16 0,-1-1-1104 0,-1 2-208 15,-2 2-64-15,0-1-10352 16,-1 2-2064-16</inkml:trace>
  <inkml:trace contextRef="#ctx0" brushRef="#br0" timeOffset="88637.42">4657 7155 7359 0,'0'-2'656'0,"0"1"-528"16,1-1-128-16,-1 2 0 0,0-2 1024 0,0 2 160 0,1-2 32 0,-1-4 16 16,1 2 560-16,-1-1 96 0,0-2 32 15,0 2 0-15,-1 1-336 0,-1 3-64 0,2-1-16 0,-1 1 0 16,-1 2-528-16,0-1-96 0,-1 2-32 0,0-1 0 16,1 3-448-16,-3 1-80 0,1-1-32 0,-1 4 0 15,-1-1-80-15,0 2-16 16,-2 1 0-16,0 0 0 0,0 2 64 0,2 2 0 0,-2 0 0 0,-1 1 0 15,2 3 32-15,0-1 16 0,1 1 0 0,0 0 0 16,2 0-16-16,1-2 0 0,1-3 0 0,2-13 0 16,0 0-128-16,3 31-32 0,-3-31 0 0,0 0 0 0,0 0-128 15,0 0 0-15,0 0 0 0,0 0 0 0,0 0 0 0,44 14 0 16,-34-21 0-16,-1-1 0 0,1-1 0 0,0-2 0 16,0-2-144-16,0-1 144 0,-2 2 0 0,-1-2 0 15,0 0 0-15,-1 2 0 0,-3 0 0 0,0 0-160 16,-1 0 160-16,-1 0-128 0,-2 0 128 0,-2 3 0 15,-1-2 0-15,-1 3-128 0,-1 1 128 0,1 1 0 16,-3 2 0-16,1 0 0 0,-1 3 0 0,0-1 0 16,1 2 0-16,0 2 128 0,3-2-128 0,-1 3 0 15,3-1 0-15,1 1 0 16,1 1-1120-16,1-1-144 0</inkml:trace>
  <inkml:trace contextRef="#ctx0" brushRef="#br0" timeOffset="88827.49">4772 7252 15663 0,'0'-2'1392'0,"0"2"-1120"16,0 0-272-16,0 0 0 0,0 0 1328 16,1 0 208-16,-1 0 32 0,1 0 16 0,-1 2 80 0,1 0 0 0,0 0 16 0,0 2 0 0,1 0-1120 15,-1 0-240-15,1 1-32 16,0 0-16-16,-1 0-272 0,2-2 0 0,0 1 0 0,1-2 0 15,-1 0-496 1,1-2 0-16,1 0 0 0,-1-2-11552 0</inkml:trace>
  <inkml:trace contextRef="#ctx0" brushRef="#br0" timeOffset="89365.25">4989 7103 12895 0,'0'-3'1152'0,"0"2"-928"0,0 0-224 0,0 1 0 15,0 0 1296-15,-1-2 224 0,0 2 32 16,-1-3 16-16,-1 1 544 0,-2 2 96 0,1 2 32 0,-2 1 0 16,1 1-1312-16,-2 3-256 0,1 0-48 0,-1-1-16 15,3 0 80-15,-1 2 16 0,0-1 0 0,1 2 0 16,1-2-176-16,1 0-16 16,2-2-16-16,1 0 0 15,1-1-176-15,1-1-16 0,0-1-16 0,2-1 0 16,1 1-96-16,2 0 0 0,-8-2-16 0,0 0 0 15,0 0 160-15,35 7 48 0,-35-7 0 0,0 0 0 16,0 0-176-16,36 19-16 0,-36-19-16 0,0 0 0 16,0 0 0-16,33 36 0 0,-33-36 0 0,0 0 0 0,0 0-176 0,17 40 0 15,-17-40 0-15,0 0 128 0,0 0-128 0,5 33 0 16,-6-26 0-16,-2 0 0 0,1 0 0 0,-1-1 0 16,-2 0 0-16,-1-1 128 0,1 0-128 0,-3 0 160 15,1 0-160-15,-2-1 160 0,-1 1-160 0,-2 0 0 16,1-3 0-16,0 0 0 0,1-3 0 0,1 0 0 15,0-1 0-15,3-3 0 0,0 0 0 0,2-2 0 16,1-3 128-16,1-1-128 0,1-1 0 0,2-2 0 16,2-1 0-16,1-2 0 0,1 4 0 0,2 0 0 15,-1 1 0-15,2 1 0 0,1 1 0 0,-1 1 0 0,0-1 0 0,1-1 0 16,1-1 0-16,0 2 192 0,1-1-192 16,-1 1 192-16,-2 0 48 0,0 3 16 0,1-2 0 0,-3-1 0 15,1 1-256-15,-3 2 128 0,0-1-128 0,-1 2 0 16,-1-1 0-16,-2 2 128 0,-1 0-128 0,-2 0 0 15,-2 3 0-15,-1-2 0 0,-3 3 128 0,-4-1-128 16,1 1 0-16,-1 1 0 0,-2 1 0 0,-1 1 0 16,-2 3 0-16,1-3 0 0,3 5-176 0,1-2-17392 15</inkml:trace>
  <inkml:trace contextRef="#ctx0" brushRef="#br0" timeOffset="92226.87">4698 7622 9215 0,'-1'-2'816'0,"0"-1"-656"0,1 0-160 0,0 2 0 15,0 0 928-15,-1 0 160 0,1-2 16 16,-2 0 16-16,-1-4 608 0,0 3 128 0,-1-1 32 0,1 2 0 16,-2 1-432-16,1 0-96 0,0 0-16 0,-2 2 0 15,2 2-352-15,-1 0-80 0,0 2-16 0,0 1 0 16,0 2-336-16,0 1-80 0,-1 1-16 0,-1 1 0 16,1 4-112-16,-1 2-32 0,1 3 0 0,-1 0 0 15,1 2-128-15,-1-3-48 0,2 0 0 0,0-1 0 16,1-2 16-16,0 1 0 0,1-2 0 0,2-5 0 15,2 1 96-15,1-3 32 0,1-3 0 0,1-1 0 0,1 0-288 16,1-3 0-16,0-3 0 0,2 0 0 0,0-1 0 0,0-5 0 16,2 1 0-16,-1-1 0 0,0-1 176 0,1 1-32 15,0-3 0-15,0 1 0 0,-1 1-144 16,0-2 128-16,1 0-128 0,-2 0 128 0,0 0-128 0,-1 3 0 16,-2-1 0-16,-1 1 0 0,-2 0 0 0,-1 1 0 15,0-1 0-15,-3 1 0 0,0-1 0 16,-1 2 0-16,0 0 0 0,-3 0 0 0,0 2 0 0,-1 1 0 15,-1 2-144-15,-2 1 144 0,2 1 0 0,0 0 0 16,0 0-128-16,2 1 128 0,1 0-256 0,0 0 16 16,3 1 0-16,1 0 0 15,1-1-1552-15,0 1-304 0</inkml:trace>
  <inkml:trace contextRef="#ctx0" brushRef="#br0" timeOffset="92448.05">4805 7707 7359 0,'0'-2'656'0,"0"2"-528"16,1 0-128-16,-1-2 0 0,1 2 2160 0,-1 0 400 0,0 2 64 0,0-2 32 0,2 2-32 0,-1 3-16 16,-1-1 0-16,1 1 0 0,-1 2-1104 0,1-1-224 15,-1 1-32-15,1 2-16 16,-1-2-784-16,1 0-144 0,0 0-48 0,2-2 0 0,-1-1-256 0,1-1 0 15,0 0 0-15,1-1-14080 16</inkml:trace>
  <inkml:trace contextRef="#ctx0" brushRef="#br0" timeOffset="93111.8">5011 7591 18431 0,'-2'0'1632'0,"0"-2"-1312"0,2 2-320 0,0 0 0 16,0 0 1200-16,-1 0 160 0,0 0 48 0,-1-1 0 15,0 1 240-15,-2 0 48 16,1 0 16-16,0 1 0 0,1 1-896 0,0 0-176 0,-1 1-48 0,0-1 0 16,1 3-80-16,0-2-32 0,0 2 0 0,0-1 0 15,0 1-48-15,0-1-16 0,1 1 0 0,-1-2 0 0,1 1-80 0,0-1-16 16,1 1 0-16,0 1 0 0,0-3-32 15,1 0-16-15,1 1 0 0,-1-1 0 16,1 1-96-16,1-3-32 0,0 2 0 16,-1 0 0-16,3 1 48 0,0-1 16 0,-5-2 0 0,0 0 0 0,0 0-16 0,0 0-16 15,0 0 0-15,40 19 0 16,-40-19-48-16,0 0 0 0,0 0 0 0,0 0 0 0,38 24-128 0,-38-24 128 16,0 0-128-16,0 0 128 0,0 0-128 0,0 0 0 15,35 28 0-15,-35-28 0 0,0 0 0 0,0 0 0 16,0 0 0-16,0 0 0 0,19 37 0 0,-18-31 0 0,-1 0 0 0,-1 0 0 31,-1-1 0-31,1 0 0 0,-3 2 0 0,0-3 0 0,0 1 0 0,-1 1 0 0,-2 0 0 0,0 1 0 31,0-3 0-31,-1 2 0 0,1-2 0 0,-2 1 0 0,2 0 0 0,-1-3 0 0,1 0 0 0,0 1 0 16,0-3 0-16,0 0 0 0,0 0 0 0,1-3 0 16,0 1 0-1,1-2 0-15,-1-1 0 0,1 0 0 0,0-2 0 0,0 0 0 16,2-1 128-16,0 1-128 15,0 0 0-15,1 0 0 0,0 0 0 0,2 2 0 0,2-2 0 16,1 0 0-16,1 0 0 0,0 0 0 0,2 1 0 16,0 0 0-16,2-1 0 0,-1-1 0 0,1 4 0 0,0-5 0 15,1 2 0-15,0-2 0 0,1-1 272 0,-1 2-16 16,1-1-16-16,-1-1 0 0,0 3-240 0,-1-2 0 16,0-1 128-16,-3 1-128 0,1 2 0 0,-2-1 0 15,0 2 0-15,-2-3 0 0,0 1 0 0,-2 1 0 16,-2-3 0-16,-1 3 0 0,-1 0 0 0,-1-2 0 15,-2 2 0-15,-1-1 0 0,-1 1 144 0,-1 2-144 16,-2 3 128-16,-1 0-128 0,0 2 0 0,0 0 0 16,0 2 0-16,3 0 0 0,0 1 0 0,2 2 0 15,-2 1 0-15,2 3-18240 0</inkml:trace>
  <inkml:trace contextRef="#ctx0" brushRef="#br0" timeOffset="96421.93">6154 5770 13823 0,'2'-4'1216'0,"-1"1"-960"0,0 0-256 0,-1 1 0 16,0 2 1136-16,1-1 176 0,0-2 32 0,1-4 16 15,-1 0-112-15,1-1-32 0,-2 1 0 0,0 1 0 16,0 0-448-16,0 2-112 0,-2 3-16 0,0-1 0 15,0 1-112-15,-1 1-16 0,-1 1-16 0,1 1 0 16,-2 3-112-16,-1 0 0 0,-2 2-16 0,1 2 0 16,-2 1-112-16,1 2 0 0,0 2-16 0,-1 2 0 15,1 4-112-15,2-1-128 0,-1 2 176 0,2 0-176 16,1 0 128-16,0-3-128 0,2-2 0 0,2 0 0 16,0-16 160-16,0 0-160 0,11 39 128 0,-11-39-128 0,0 0 0 15,0 0 0-15,0 0 0 0,41 23 0 0,-30-25 0 0,1-3 0 16,2-2 0-16,0-3 0 0,2-4 496 0,1-2 112 15,-2-1 32-15,1 0 0 0,0 1-336 0,-3-1-64 16,-3 0-16-16,-1 1 0 0,-2 0-224 0,-2 1 0 16,-2 1 0-16,-2 0 0 0,-2 2 0 0,-3 0 0 15,-3 0 0-15,-3 0 0 0,-4 3 0 0,-1-1 0 16,-1 3 0-16,2 0 0 0,-1 3 0 0,0 3 0 16,0 4 0-16,2-1 0 0,2 5 0 0,1 2-160 15,0 0 0-15,3 4-9568 16,1 3-1904-16</inkml:trace>
  <inkml:trace contextRef="#ctx0" brushRef="#br0" timeOffset="97023.06">5896 6206 11055 0,'3'-4'976'0,"-1"-1"-784"0,-1 2-192 0,-2 1 0 31,1 2 1408-31,0-2 256 0,0-1 32 0,1-2 16 0,0-1-16 0,-2-1 0 0,0 3 0 0,-2 3 0 16,1 1-576-16,-2 1-112 0,-1 2-32 0,0 5 0 15,-2-1-512-15,1 4-96 0,-2 2-32 0,2 0 0 16,0 2-336-16,0 0 144 0,0 3-144 0,1 1 0 16,1 0 0-16,1-2 0 0,1 0 0 0,2-1 0 15,1-2 0-15,-1-14 0 0,0 0 0 0,0 0 0 16,18 40 0-16,-18-40 0 0,0 0 0 0,0 0 0 0,36 10 0 0,-25-13 0 31,0-2-160-31,0-3 160 0,2-2 0 0,-1-2 0 0,2 0 0 0,-2-4 0 0,-1 1 0 16,0 1 0-16,-2-3 0 0,-3 3 0 0,-1 0 0 0,-4 0 0 15,-3 2 0-15,-2 0 0 0,-3 2 0 0,-1-1 0 16,-4 4 0-16,0 0 0 0,0 4 0 0,0-1 0 31,0 3 128-31,0 1-128 0,0 3 0 0,1 1 0 0,3 1 0 0,0 0 0 16,3 0 0-16,1 2 0 0,1-3 0 0,3 2 0 31,1-1-496-31,2 1-80 0</inkml:trace>
  <inkml:trace contextRef="#ctx0" brushRef="#br0" timeOffset="97239.9">6078 6310 9215 0,'-1'-4'816'0,"1"0"-656"0,0 1-160 0,0 1 0 0,0 1 2304 0,-1 1 416 15,1 0 96-15,0-2 0 0,0 2-368 0,0-1-80 16,0 0 0-16,-1 2-16 15,1 0-1440-15,0 2-272 0,0 2-64 0,-1 1-16 0,1 2-288 0,-1-2-48 16,2 4-16-16,-1-2 0 0,0-2-208 0,1 1 0 16,1-2 0-16,1 0 0 15,1 0-320-15,0-3-128 0</inkml:trace>
  <inkml:trace contextRef="#ctx0" brushRef="#br0" timeOffset="97623.06">6235 6152 21183 0,'-1'0'944'0,"1"0"192"0,0 0-912 0,0-2-224 0,0 2 0 0,1 0 0 16,0 0 1344-16,1-2 208 0,1 1 48 0,0-1 16 16,2 0-528-16,0 0-96 0,3 1-32 0,-1-1 0 15,1-1 64-15,0 3 16 0,0-2 0 0,2 2 0 0,-10 0-528 16,0 0-128-16,0 0 0 0,0 0-16 15,38 15-368-15,-38-15 128 0,0 0-128 0,0 0 0 0,0 0 0 16,0 0 0-16,17 42 0 0,-18-35 0 0,0 2 0 16,-3-1 0-16,-2 1 0 0,0-2 0 0,-1 1 0 0,1 0 0 15,-3 0 0-15,1-1 0 0,-2 2 0 16,-1 1 0-16,-1-1 0 0,0 1 0 0,1-1 0 16,0 1 0-16,4-6 0 0,2 2 0 0,1-2 0 0,3 1 0 15,1-2 0-15,2-1 0 0,1 1 288 0,2-2-16 16,0-1 0-16,2 0 0 0,1-1 240 0,3 0 64 15,1-1 0-15,1-3 0 0,2 2-160 0,2-1-32 0,3-1 0 0,-1-1 0 16,-2 3-208-16,-3-2-48 0,-2 2-128 16,2 2 192-16,-1 0-192 0,-2 1 0 0,-2-2 0 0,-2 4-11920 15,0-2-2480-15</inkml:trace>
  <inkml:trace contextRef="#ctx0" brushRef="#br0" timeOffset="99294.76">6021 6648 1839 0,'0'-6'160'0,"0"2"-160"15,1-1 0-15,-1 3 0 0,1-1 2272 0,-1 3 416 16,-1-2 96-16,1 0 16 0,0-1-432 0,-2-2-64 16,0 2-32-16,-1 2 0 0,-1-1-864 0,0 2-192 15,-2 0-16-15,1 2-16 0,-1 0-352 0,1 0-80 16,0 1-16-16,-1 2 0 0,1-3-304 0,-1 3-64 15,2 0-16-15,-2-1 0 0,1 1-112 0,0 1-32 16,-1 2 0-16,1-1 0 0,0 3 48 0,0 0 0 16,1 2 0-16,-1 2 0 0,2 0 64 0,0 0 32 0,1 0 0 0,0 2 0 15,1 1-160-15,1 0-48 0,0-17 0 0,0 0 0 16,11 40 688-16,-11-40 144 0,0 0 32 0,0 0 0 31,0 0-1648-31,38 17-320 0,-29-20-64 0,-2 1 0 0,2-5 832 0,1 0 192 0,-1-3 0 0,0 1 0 16,0-1 384-16,1-1 48 0,-1-3 0 15,1 1 0-15,-1-1-304 0,1 0-128 0,-3-1 0 0,-1 2 128 16,-2 1-128-16,-2 0 0 0,-1 2 0 0,-2-1 0 0,-2-1 0 0,-1 1 0 16,-2 2 0-16,-1 0 0 15,-1 0 0-15,-1 2 0 0,1 2 0 0,-3 1 0 0,2 3 0 16,-1 1 0-16,0 0 0 0,1 3 0 16,1-1 0-16,3 2 0 0,-1-1 0 0,2 2 0 0,1 0 0 0,1 0-224 15,2 1 32-15,1 1-14528 16</inkml:trace>
  <inkml:trace contextRef="#ctx0" brushRef="#br0" timeOffset="99526.14">6164 6710 11967 0,'-2'1'1072'0,"1"-1"-864"0,1 1-208 16,0-1 0-16,0 0 1328 0,0 2 208 15,-1-2 64-15,0 2 0 0,0 0 272 0,0 1 64 16,1 2 16-16,-1-1 0 16,1 1-1184-16,0 0-256 0,1 0-32 0,0 2-16 0,0-2 48 0,1 2 0 0,0-3 0 0,0 2 0 15,1-1-384-15,1-1-128 0,0 0 0 0,-1-1-8320 16,2-1-1760-16</inkml:trace>
  <inkml:trace contextRef="#ctx0" brushRef="#br0" timeOffset="99849.21">6365 6562 18431 0,'-1'-4'816'0,"0"3"160"0,1 1-784 0,-1-2-192 16,0 2 0-16,0 0 0 0,0 2 1920 0,-1-2 320 0,0 3 80 0,-2-1 16 15,-2 3-1072-15,0 2-224 0,-1-2-32 0,0 3-16 16,0 0-672-16,1-1-144 0,-1 1-32 0,0 1 0 15,2 0 256-15,-2 2 48 0,1 1 16 0,1 1 0 16,1-3-208-16,0 1-32 0,1-3-16 0,1 3 0 16,0-1-80-16,1-1-128 0,1-2 176 0,1 3-176 15,1-5 128-15,1 2-128 0,-1-3 0 0,2 1 0 16,0 0 0-16,1-3 160 0,2 0-160 0,-7-2 128 16,0 0 256-16,0 0 64 0,44 6 0 0,-44-6 0 15,26 0-160-15,-13-1-32 0,-13 1 0 0,25-2 0 0,-13 0-256 16,-1 1 0-16,-1-2 0 0,-2 2 0 0,0-3 0 0,-1 1 0 15,0 0 0-15,-1 0 0 0,0-1 0 0,-1 0 0 16,0 0-192-16,-1 1 192 16,-1-2-1616-16,-2 2-240 0,0-1-32 0,-3 1-7680 15,1-1-1536-15</inkml:trace>
  <inkml:trace contextRef="#ctx0" brushRef="#br0" timeOffset="100008.16">6447 6654 6847 0,'-2'-9'144'0,"1"4"48"0,0 3 0 0,1 2 0 0,-1-2-192 0,1 2 0 16,-1-2 0-16,0 1 0 0,0-3 2944 0,-2 1 544 15,0 3 112-15,0 0 32 0,-2 3-896 0,0 4-176 0,-1-1-48 0,-1 4 0 16,-1 3-576-16,-1 0-112 0,-1 4-32 0,-1 0 0 16,0 1-896-16,0 1-176 0,2-2-32 0,0 0-16 15,-2 5-448-15,3-2-96 0,1-1 0 0,1-2-11408 16,2 0-2288-16</inkml:trace>
  <inkml:trace contextRef="#ctx0" brushRef="#br0" timeOffset="101814.13">6036 7102 10127 0,'-1'-2'896'0,"0"0"-704"0,1 2-192 0,0-2 0 16,0 2 1184-16,-1-2 208 0,0 1 32 0,-1-3 16 16,0 1 160-16,-1-1 48 0,1 1 0 0,-2-2 0 15,1 3-464-15,-1-1-96 0,1 1 0 0,-1 0-16 16,1 1-160-16,-1-1-16 0,-1 1-16 0,0 0 0 15,1 1-240-15,-1 0-32 0,-1 0-16 0,1 2 0 16,0 0-48-16,0 1-16 0,-2 3 0 0,1 0 0 16,-1 1-224-16,0 1-48 0,-2 5-16 0,0 2 0 15,1-1-112-15,-1 5-128 0,0 4 176 0,-1 1-176 16,1 2 0-16,-1 2 0 0,3-1 0 0,1-3 0 16,2-1 176-16,2-3-176 0,2-2 160 0,0-18-160 0,0 0 192 0,0 0-48 15,15 36-16-15,-9-34 0 0,3-2-128 0,0-2 0 16,1-3 0-16,0-1 0 0,2-4 0 0,0 0 0 15,2-4 0-15,-1-1 0 0,3-1 192 0,-3-3 16 16,0 1 0-16,-2 0 0 0,-1 1-208 0,-1 0 0 16,-3 0 0-16,-1 2 0 0,0 1 0 0,-4 0 0 15,-1-1 0-15,-1 1 0 0,0 2-128 0,-3 0 128 16,-3-2 0-16,-2 2 0 0,-1 1 0 0,1 3 0 16,-2 1 0-16,2 5 0 0,-1 0 0 15,1 4 0-15,0 0 0 0,2 3 0 0,0 2 0 0,1-2 0 16,1 4 0-16,3-2 0 15,1 0-848-15,0 1-64 0</inkml:trace>
  <inkml:trace contextRef="#ctx0" brushRef="#br0" timeOffset="102047.19">6106 7238 12895 0,'-3'1'576'0,"1"0"112"0,0 1-560 0,1-2-128 0,1 1 0 0,-1 1 0 16,1 0 1344-16,-1 1 256 0,0 0 32 0,0 3 16 16,0 0-48-16,-1 2-16 0,1-1 0 0,1 1 0 15,1 1-768-15,-1-2-160 0,0-7-16 0,0 0-16 0,0 0-304 0,0 0-48 16,0 0-16-16,13 36 0 16,-9-34-256-16,0 0-272 0,-2-2 48 0,1 1-11888 0</inkml:trace>
  <inkml:trace contextRef="#ctx0" brushRef="#br0" timeOffset="102397.06">6273 7099 16575 0,'3'-6'736'0,"-1"2"160"0,0 1-720 0,-1 1-176 0,0 2 0 0,-1 0 0 31,0-2 1936-31,0 2 368 0,1-1 64 0,0-1 0 0,1 2-1184 0,-2-2-240 15,0 2-48-15,0 2-16 0,-2 0-368 0,0 1-64 16,0 1 0-16,-2 1-16 0,0 0-16 0,0 2 0 16,0 0 0-16,-2 3 0 0,1 1 16 0,-1 2 0 15,0-1 0-15,1 1 0 0,0 0-176 0,2-1-16 16,-1 2-16-16,0-2 0 0,2 1-48 0,0-3-16 16,1 1 0-16,0-2 0 0,2-1-160 0,0-3 128 15,1 2-128-15,1-2 128 0,1-1-128 0,0-1 0 16,1-2 144-16,2 0-144 0,-7-1 384 0,0 0 16 15,0 0 0-15,35-2 0 0,-26 2 176 0,1-3 16 16,1 1 16-16,0 1 0 0,-11 1-304 0,0 0-64 0,34-3-16 16,-34 3 0-16,23-3-224 0,-23 3 144 0,0 0-144 0,30-4 128 15,-30 4-128-15,0 0 0 0,0 0 0 0,30-1 0 16,-23 1-128-16,-2-2-64 0,0 2-16 0,-1 0 0 31,-2 0-1952-31,0 0-384 0</inkml:trace>
  <inkml:trace contextRef="#ctx0" brushRef="#br0" timeOffset="102569.72">6411 7122 15663 0,'-2'-7'688'0,"0"4"144"15,2 1-656-15,-1 0-176 0,0 1 0 0,0 2 0 0,0 1 2080 0,-2-1 384 16,-1 2 80-16,-1 5 16 0,-2 2-336 0,-2 6-64 16,0-1-16-16,-2 5 0 0,-1 4-848 0,0 2-160 15,-1 1-48-15,0 3 0 0,1-2-816 0,1-1-272 16,1-1 160-16,2-3-160 0,1 1 0 0,3-5 0 15,0-2 0-15,2-1-16288 0</inkml:trace>
  <inkml:trace contextRef="#ctx0" brushRef="#br0" timeOffset="104914.5">5990 7716 1839 0,'-1'-6'160'0,"0"1"-160"0,0-1 0 0,0 2 0 16,1 2 1040-16,0-1 176 0,0 0 48 0,-1-2 0 16,1-3 848-16,-2-2 192 0,0 1 16 0,-1 2 16 15,0 0 32-15,1 2 0 0,-2 3 0 0,0-1 0 16,-1 3-896-16,0 1-160 0,-1 3-32 0,1-1-16 15,-2 4-464-15,0-1-96 0,0 2 0 0,0-1-16 16,0 3-80-16,-2 1-16 0,2 3 0 0,-2 3 0 16,2-2-224-16,1 2-48 0,-1 1-16 0,1-1 0 15,2-3-112-15,0 0 0 0,1-2-16 0,3-3 0 0,1 1-176 0,2-2 192 16,1-2-192-16,1-1 192 0,1-3-192 0,0-2 0 16,2 0 0-16,0-5 0 0,2-2 0 0,1 0 0 15,2-4 0-15,0-1 0 0,0 0 0 0,1-3 0 16,0 1 144-16,-2-2-16 0,1 1-128 0,-3 1 0 15,0 0 0-15,-3 0-128 0,-1-1-96 0,-2 1-16 16,-1 2 0-16,-2-1 0 0,-1 3 32 0,-2 0 0 16,-1-2 0-16,-1 3 0 0,-1 2 208 0,0 0-144 15,-1 2 144-15,0 2-128 0,-1-1 128 0,1 3 0 16,0 1 0-16,0 0 128 0,2 1-128 0,-1 1 144 0,1 1-144 16,1 1 160-16,0 1-160 0,0-2 0 0,2 1 0 0,0-1 0 31,2 1-1088-31,0-1-128 0</inkml:trace>
  <inkml:trace contextRef="#ctx0" brushRef="#br0" timeOffset="105136.62">6156 7721 14735 0,'0'1'1312'0,"0"-1"-1056"15,1 2-256-15,-1-2 0 16,0 0 1248-16,0 1 192 0,1 0 32 0,0 2 16 0,0 2 224 15,0-1 32-15,0 3 16 0,0 0 0 0,0 0-1136 0,-1 1-240 16,1 1-32-16,-1-1-16 0,1 0-208 0,0 0-128 16,1-1 160-16,0 0-160 0,1-2 0 0,0 0 0 15,-1-1 0-15,2-2-12400 16</inkml:trace>
  <inkml:trace contextRef="#ctx0" brushRef="#br0" timeOffset="105460.59">6343 7648 3679 0,'-1'-2'320'0,"1"2"-320"0,0 0 0 0,-1 0 0 15,0 0 3200-15,0 0 560 0,0 2 112 0,0-1 32 16,-1 0-1056-16,-1 2-208 0,0 1-32 0,-2 1-16 16,0 0-1248-16,1 2-256 0,-1-3-64 0,0 4 0 15,0-1-480-15,0-1-96 0,0 2-32 0,0-1 0 16,0 1-64-16,1-1-16 0,0 2 0 0,0-2 0 15,2 2-48-15,0-3-16 0,0 0 0 0,1-1 0 0,2 0-144 0,0-3-128 16,1 1 192 0,0-1-192-16,2 1 160 0,1-1-160 0,-1 0 128 0,2-2-128 0,-6 0 288 0,0 0-32 31,0 0 0-31,0 0 0 0,39 10-16 0,-39-10-16 0,0 0 0 0,0 0 0 0,43 2-224 16,-43-2 144-16,0 0-144 0,33 2 128 0,-33-2-128 0,0 0 0 31,29-2 0-31,-29 2 0 0,0 0-256 0,24-5 32 0,-17 3 0 0,-1-3 0 31,0 3-1504-31,-1-3-288 0,0 0-64 0,-1 1-11856 0</inkml:trace>
  <inkml:trace contextRef="#ctx0" brushRef="#br0" timeOffset="105634.53">6471 7620 16575 0,'-1'-2'736'0,"-1"1"160"0,1 1-720 0,0 0-176 0,0 1 0 0,0 1 0 15,0 1 2048-15,-2 1 368 0,0 4 80 0,-3 3 0 16,-1 4 32-16,-3 2 0 0,0 3 0 0,0-1 0 0,0 2-1200 0,0 0-240 16,-2-2-64-16,2 3 0 0,1-1-688 15,1-2-144-15,-2 0-16 0,5-2-16 0,0-1-160 0,2-3-224 16</inkml:trace>
  <inkml:trace contextRef="#ctx0" brushRef="#br0" timeOffset="108458.67">7516 5769 8287 0,'0'-8'736'0,"0"3"-592"0,0 1-144 0,0 1 0 16,1 1 944-16,-1 1 144 0,1-1 48 0,0 0 0 15,-1-3 976-15,1 0 192 0,0 1 32 0,-1-2 16 32,-1 2-592-32,0 2-112 0,-1-1-32 0,-1 3 0 0,-1-2-624 0,0 4-128 0,-2-1-32 0,0 1 0 31,-1 2-400-31,0 1-96 0,-1 0-16 0,0 2 0 16,-1 0 0-16,1 1 0 0,0 1 0 0,-1 2 0 15,1 1 16-15,0 2 0 0,-2 3 0 0,3 1 0 16,1 2-96-16,0-1-32 0,2 0 0 0,2 0 0 0,1-2-16 0,1 2-16 15,0-19 0-15,0 0 0 0,11 44-176 0,-11-44 192 16,0 0-192-16,0 0 192 0,34 36-192 0,-34-36 0 16,0 0 0-16,39 5 0 0,-25-8 0 0,1-1 0 15,0-6 0-15,0 1 0 0,-1-1 128 0,0-1 80 16,0-3 32-16,-2-1 0 0,0 1-80 0,-3-3-16 16,0 1 0-16,-4 0 0 0,-1 1-144 0,-3 0 0 15,-1-1 0-15,-4-1 0 0,-1 3 0 0,-4-2 0 0,-2 3 0 0,-2 0 0 16,1 5 0-16,-2-1 0 0,1 4 0 15,0 3 0-15,1 0 0 0,0 6 0 16,2-1 0-16,2 3 0 16,0 2-960-16,1 1-64 0</inkml:trace>
  <inkml:trace contextRef="#ctx0" brushRef="#br0" timeOffset="109028.04">7189 6270 11055 0,'1'-12'976'0,"0"3"-784"16,0 2-192-16,0 0 0 0,0 4 1664 0,-1 1 272 0,1 0 64 0,0-3 16 16,0-2-32-16,0-1 0 0,-1 2 0 15,-1 1 0-15,-1 2-1152 0,-1 3-224 0,-1 3-48 0,-1 2-16 16,0 2-240-16,0 2-48 15,-1 3-16-15,0 1 0 0,2 0-48 0,0-1-16 0,0 1 0 0,2-1 0 16,0 1-48-16,0-1 0 0,2 2 0 0,-1-2 0 16,1-12-128-16,0 0 0 0,0 0 0 0,10 38 0 0,-7-34 0 15,1 1 0-15,0-2 0 0,2-2 0 0,0-1-128 0,2-1 128 32,1-2 0-32,0-2 0 0,1-1 0 0,-1-2 0 0,0-1 128 0,1 0-128 0,1-1 624 0,-1-2 32 15,0-1 16-15,-1 1 0 0,0-1-448 0,-2 0-96 16,0 0 0-16,-3 1-128 0,1 0 128 0,-3 0-128 15,-1 0 0-15,-3 0 0 16,0 1 128-16,-4 1-128 0,1 1 0 0,-5 2 0 0,1 0 160 0,-2 4-160 16,-1 1 128-16,-1 2-128 0,0 2 336 0,0 3-16 15,1 2 0-15,0 2 0 0,3 1-320 0,-1 0 0 0,4-1 0 0,0 0 128 16,3 0-128-16,1 0-192 0,1-1 64 0,2 0-14832 16</inkml:trace>
  <inkml:trace contextRef="#ctx0" brushRef="#br0" timeOffset="109232.81">7357 6264 18431 0,'-1'0'1632'16,"0"0"-1312"0,1 0-320-16,0 0 0 0,0 0 1408 0,0 2 224 0,0-2 32 0,-1 2 16 15,1-2 544-15,0 3 96 0,0 1 32 0,1-1 0 0,1 1-1296 16,-1 1-256-16,1 1-48 0,1 0-16 0,0 1-496 0,-1-2-112 15,2 2 0-15,-1-2-128 0,1 2 0 0,-1-3 0 16,-3-4 0-16,0 0-10624 16,0 0-2128-16</inkml:trace>
  <inkml:trace contextRef="#ctx0" brushRef="#br0" timeOffset="109441.24">7566 6206 14735 0,'-1'0'1312'0,"1"-2"-1056"0,0 2-256 0,0 0 0 0,0 0 2048 0,0-2 368 16,0 2 64-16,-1-3 16 0,1 1 240 0,-1-1 48 0,1 1 16 15,-2 2 0 1,1 2-1792-16,-1-1-368 0,1 4-64 0,-2 1 0 16,0 2-320-16,0 1-48 0,0 3-16 0,-1 2 0 15,0 0 0-15,1-2-16 0,1 2 0 0,1-1 0 16,0 1-176-16,0 0 0 0,1-14 0 0,0 0 0 0,6 40-256 15,-6-40-96-15</inkml:trace>
  <inkml:trace contextRef="#ctx0" brushRef="#br0" timeOffset="110153.88">7328 6662 5519 0,'0'-3'496'0,"-1"1"-496"0,1 2 0 0,1 0 0 16,-1 0 1520-16,0 0 208 0,-1-3 32 0,1 1 16 16,-1-2 512-16,-1 1 96 0,0-2 32 0,0 3 0 15,-1 0-352-15,1 0-64 0,-1 1-16 0,-1 1 0 16,0 3-656-16,0-1-144 0,0 2-32 0,-1 1 0 15,1 0-672-15,-2 5-144 16,1-1-16-16,-2 3-16 0,1 3-144 0,-1 1-32 0,1 0 0 0,0 1 0 16,1-3-128-16,1 3 0 0,0 0 0 0,1 1 128 0,3-18-128 0,0 29 0 15,0-29 0-15,0 0 128 0,7 31-128 0,-7-31 0 16,0 0 0-16,0 0 0 0,0 0 0 0,0 0 0 16,0 0 0-16,40 5 0 0,-33-11 0 0,1-2 256 15,2 0-32-15,-1-4-16 0,1 0 192 0,-1 0 48 16,0 0 0-16,-2-2 0 0,2-1-448 0,-3 0 0 15,1 0 128-15,-4-1-128 0,1 2 0 0,-3 1 0 16,-1-3 0-16,-2 2 0 0,-2-2 0 0,-1 3 0 16,-2 0 0-16,-1 5 0 0,-1-1 0 0,-2 4 0 15,1 1 128-15,0 3-128 0,1 2 0 0,-1 3 0 16,3 0 0-16,1 1 0 0,0 0 0 0,1 3 0 0,2 0 0 16,0 2-176-1,1-2-512-15,2 1-96 0</inkml:trace>
  <inkml:trace contextRef="#ctx0" brushRef="#br0" timeOffset="110374.91">7397 6770 26719 0,'2'-2'1184'0,"-1"2"240"0,0 0-1136 16,0-1-288-16,0 1 0 0,-1 1 0 0,1-1 896 0,-1 2 112 15,3 1 16-15,-1-1 16 0,1 3-800 0,0 0-240 16,-3-5 0-16,0 0 128 0,0 0-128 0,10 35 0 16,-10-35 0-16,0 0-128 0,0 0 128 0,9 38-128 15,-9-38 128-15,0 0-9040 16,0 0-1728-16</inkml:trace>
  <inkml:trace contextRef="#ctx0" brushRef="#br0" timeOffset="111527.05">7661 6668 8287 0,'1'-3'736'0,"0"2"-592"0,-1-1-144 0,0 2 0 15,0 0 1600-15,0-2 304 0,1 1 48 0,-1-1 16 16,1-3 560-16,0 3 112 0,-1 0 32 0,0 1 0 15,-1 1-688-15,0 0-144 16,0 0-32-16,-1 3 0 0,1-1-496 0,-2 3-96 0,0 2-32 0,-1 0 0 16,1 2-480-16,0 3-112 15,-1 2-16-15,-1 1 0 0,2 0-416 0,-2 1-160 0,2 2 0 0,0-1 144 16,2 0-144-16,-1-4 0 0,2-13 0 0,0 0-16944 16</inkml:trace>
  <inkml:trace contextRef="#ctx0" brushRef="#br0" timeOffset="112617.83">7244 7112 2751 0,'1'-2'256'0,"0"0"-256"0,0 1 0 0,0 1 0 15,-1 0 1008-15,0-2 144 0,1 0 48 16,1-1 0-16,-1 1 400 0,0-2 96 0,1 1 16 0,-1 1 0 15,-1 1-272-15,0-1-48 16,0 2-16-16,0 0 0 0,0 0-64 0,0 0-16 0,-1-2 0 0,0 2 0 16,0 0-192-16,0 0-32 0,0 2-16 0,0-2 0 15,-1 0-352-15,-1 0-80 0,0 0-16 0,-1 0 0 16,1 2-144-16,-2 0-16 0,0 1-16 0,0 0 0 16,0 1-96-16,0 1-16 0,-2 0 0 0,2 0 0 15,-2 4-48-15,0-2-16 0,0 2 0 0,0 3 0 16,0-1-128-16,1 2-128 0,-1 1 192 0,1 0-192 0,0 1 128 15,2 1-128-15,-1-1 0 0,2-1 0 0,1-2 0 0,2-12 160 16,0 0-160-16,0 0 128 0,9 33 0 0,-9-33 0 16,0 0 0-16,0 0 0 0,0 0-128 0,34 5 0 15,-25-10 0-15,2-2 128 0,0-1 64 0,0-1 0 16,0-2 0-16,-1 1 0 0,0-1 16 16,0 0 16-16,-2 0 0 0,0-1 0 0,0 0-224 0,-1 0 0 15,-1 1 0-15,-2 1 0 0,0 0 0 0,-3-1 0 16,1 1 0-16,-1-2 0 0,-1 0 0 0,-2 1 0 0,0 1 0 0,-2 0 0 15,0 3 0-15,-2 0 0 0,0 2 0 16,-1 3 0-16,0-1 0 0,0 3 0 0,1 1 0 16,-1 1 0-16,3 0 0 0,-1 1 0 0,1-1 0 0,1 3 0 31,0 0-416-31,2-1-128 0,0 1-32 0,2 0-9504 0,0-3-1904 0</inkml:trace>
  <inkml:trace contextRef="#ctx0" brushRef="#br0" timeOffset="112843.71">7374 7188 19231 0,'2'0'416'0,"-1"1"96"0,1 2 0 0,-2-3 48 0,2 0-560 0,-1 0 0 0,-1 1 0 0,2 1 0 0,-2-2 2256 0,0 0 352 16,0 0 64-16,0 0 16 0,0 0-1168 0,22 38-240 15,-22-38-32-15,0 0-16 0,0 0-704 0,0 0-144 16,18 40-16-16,-18-40-16 0,0 0-352 0,0 0 0 15,0 0 0-15,0 0 0 16,18 36-1072-16,-15-31-128 0</inkml:trace>
  <inkml:trace contextRef="#ctx0" brushRef="#br0" timeOffset="113061.22">7636 7088 21183 0,'2'-6'944'0,"0"1"192"0,1 1-912 0,-2 1-224 0,0 2 0 0,-1 1 0 16,1-1 1936-16,0 0 352 0,1 1 64 0,0-2 16 15,0 1-608-15,0 2-112 0,-2 2-32 0,-1 2 0 16,0 3-656-16,-2 1-128 0,0 3-16 0,0 3-16 0,-1-1-304 0,-1 3-64 16,1 2-16-16,-1 2 0 0,1 0-256 0,2-2-160 15,-1 1 192-15,3-20-192 16,-3 37 0-16,3-37-320 0</inkml:trace>
  <inkml:trace contextRef="#ctx0" brushRef="#br0" timeOffset="115730.62">7235 7620 7359 0,'1'-3'656'0,"0"1"-528"0,-1 1-128 0,0 0 0 0,0 1 1104 0,0-1 192 15,1 0 48-15,-1-2 0 0,0 0 240 0,0-2 48 16,0 2 16-16,0-1 0 0,-1 2-240 0,-1-1-64 15,1 1 0-15,-2 2 0 0,1 0-112 0,-2 0-16 16,1 2-16-16,-2-1 0 0,0 3-368 0,0-1-80 16,-2 1-16-16,0 1 0 0,0 2-160 0,-3 1-16 15,1-1-16-15,-1 2 0 0,-1 3-288 0,0-2-64 16,0 1-16-16,1-1 0 0,2 1-176 0,0-1 0 16,2 2 144-16,0-4-144 0,3 0 288 0,0 0-16 15,1 1 0-15,1-2 0 0,1 0-16 0,0-7-16 16,0 0 0-16,0 0 0 0,0 0-240 0,0 0 0 0,0 0 128 15,36 30-128-15,-36-30 0 0,0 0 0 16,0 0 0-16,36 6 0 0,-36-6 0 0,0 0 0 0,29-3 0 0,-19 0 0 16,1 0 0-16,-1-3 128 0,0 0-128 0,-1-4 0 15,1 1 176-15,-2-1-16 0,-1 1 0 0,0-3 0 16,-1 1 80-16,-2-2 16 0,1 1 0 0,-4 0 0 16,1 0-256-16,-1 0 0 15,0 1-144-15,-3 1 144 0,1-1-400 0,-2-1 16 0,-2 2 0 0,-1 0 0 16,-1 1-256-1,-1 2-32-15,-2 0-16 0,0 1 0 0,2 3 112 0,0 0 32 0,0 4 0 0,3 1 0 16,-1 1 416-16,2 1 128 0,2 1 0 0,0 1 0 16,2 4-640-16,0-10-32 0,0 0 0 0,0 0-12016 15</inkml:trace>
  <inkml:trace contextRef="#ctx0" brushRef="#br0" timeOffset="115968.35">7402 7702 14735 0,'1'0'1312'0,"0"0"-1056"0,-1 0-256 0,1-2 0 0,0 2 1984 0,-1 0 352 16,0 2 64-16,1-1 16 0,2 1 112 0,-1 0 32 0,-2-2 0 16,0 0 0-16,0 0-1552 0,0 0-304 0,0 0-64 0,0 0-16 15,13 35-192-15,-13-35-48 0,0 0 0 0,0 0 0 16,0 0-256-16,0 0-128 0,0 0 0 0,16 34 128 31,-15-32-704-31,1 0-160 0,1-1-32 0,-1-1-9568 0,1 2-1920 0</inkml:trace>
  <inkml:trace contextRef="#ctx0" brushRef="#br0" timeOffset="116253.96">7698 7522 11055 0,'1'-1'976'0,"0"0"-784"16,0 1-192-16,0-2 0 0,-1 2 1984 0,0 2 336 16,0-2 80-16,0 1 16 15,1 2 320-15,-1 0 64 0,-1 3 16 0,0 0 0 0,-1 2-992 0,1 1-192 31,-1 0-32-31,-1 0-16 0,1 5-464 0,-1-2-96 0,3-12 0 0,-3 31-16 16,0-16-496-16,1 1-112 0,0 3-16 0,2-19 0 16,-2 35-256-16,2-35-128 0,-1 29 128 0,1-29-128 15,2 26 0-15,-2-26-192 0,0 0 0 0,3 36-17792 16</inkml:trace>
  <inkml:trace contextRef="#ctx0" brushRef="#br0" timeOffset="118717.86">8496 5853 4607 0,'1'-5'400'0,"-1"1"-400"15,1 1 0-15,0 3 0 16,-1-2 1136-16,0 0 144 0,1-2 16 0,0-2 16 0,0-3 576 0,0 1 112 16,-1-1 32-16,-1 3 0 0,0 1-240 0,-1 2-64 15,-1 0 0-15,0 3 0 0,0 0-560 0,-1 2-112 32,-2 2-32-32,-1 2 0 0,-1 4-448 0,-1-1-112 0,1 1-16 0,-2 2 0 0,0 2-256 0,1 2-64 15,1 1-128-15,1-4 192 0,2-2-192 16,0 3 0-16,1 0 0 0,2 2 0 15,1-1 0-15,1-3 0 0,1-3 0 0,-1-9 0 0,0 0 0 0,0 0 0 16,0 0 0-16,0 0 0 16,0 0 0-16,39 36 0 0,-29-36 0 0,-1-2 0 0,-1 2 0 0,3-3 192 0,1-2 0 0,1-1 0 31,0-2 0-31,1-2-16 0,0-1 0 0,-1-1 0 16,0 0-176-16,-1-2 0 0,-1-3 0 0,-1 3 0 15,-3-3 0-15,-1 1-144 0,-2-1 144 0,-2 1-160 0,-1 0-96 0,-4 3-32 16,-1-1 0-16,-3 2 0 15,1 3-112-15,-4 1-32 16,-1 1 0-16,-1 2 0 0,-2 5-16 0,-1 1 0 0,0 6 0 0,0 0 0 16,0 5-576-16,-1 4-128 0</inkml:trace>
  <inkml:trace contextRef="#ctx0" brushRef="#br0" timeOffset="119275.75">8415 6327 8287 0,'3'-9'368'0,"-1"2"80"0,0 2-448 0,-2 0 0 16,1 0 0-16,-1 3 0 0,-1 0 832 0,1-3 64 16,0-2 32-16,-1-5 0 0,-1 3 544 0,0 2 128 15,-1 1 0-15,1 3 16 0,-2 2-144 0,0 2-16 16,1 0-16-16,-2 4 0 0,1-2-464 0,0 1-80 15,0 1-32-15,0 0 0 0,0 0-208 0,1 2-32 16,-1-1-16-16,0 0 0 0,1 1-272 0,-1 2-48 16,0-2-16-16,0 2 0 0,1 1-16 0,0-2-16 15,1 0 0-15,0 0 0 0,2-1-96 0,1 0-16 0,2 0 0 0,1-1 0 16,-4-6-128-16,0 0 128 0,0 0-128 0,0 0 128 16,0 0-128-16,40 18 0 0,-29-20 0 0,1-1 0 15,1-1 288-15,0-1 80 0,0 0 16 0,0-3 0 16,1 0-128-16,-2 0 0 0,-1-1-16 0,-1 2 0 15,-1-3-240-15,-2 0 176 0,-1 1-176 0,-1 2 160 16,-2-3-160-16,-2 1 0 0,-1 0 0 0,-1-1 0 16,-3 1 0-16,-3 0 128 0,0 2-128 0,-3-1 0 15,-1-1 128-15,-2 1-128 0,-2 1 0 16,0 2 128-16,0 3-128 0,0 2 0 0,0 4 0 0,3 2 0 0,0 0 0 0,2 2 0 16,3-1 0-16,0 1-14800 15</inkml:trace>
  <inkml:trace contextRef="#ctx0" brushRef="#br0" timeOffset="119990.65">8426 6716 12895 0,'1'-4'1152'0,"-1"1"-928"0,0 3-224 0,0 0 0 16,-1 0 1232-16,1-2 208 0,0 1 32 0,-1-2 16 15,-1 0-80-15,-1 0-32 16,1 1 0-16,-3-1 0 0,2 3-224 0,-2 0-32 0,1 0-16 0,-1 1 0 16,0 3-176-16,1-1-32 0,-1 1-16 0,1 1 0 15,0 0-336-15,0 2-64 0,0 0-16 0,0 0 0 31,1 2-192-31,0 1-32 0,-1 3-16 0,2 0 0 16,-1 1-224-16,1 1 176 0,1 1-176 0,0-1 160 16,1-15-160-16,2 32 0 0,-2-32 144 0,0 0-144 0,0 0 240 0,24 36-32 15,-24-36 0-15,0 0 0 0,0 0-80 0,45 5 0 16,-31-12-128-16,0-3 192 0,-1 1-48 0,1-3-16 16,1-2 0-16,1-3 0 0,-1-1 16 0,-1 0 0 15,0-3 0-15,-1 0 0 0,-3 2-144 0,-4 0 0 16,-1 1 0-16,-4 1 0 0,-2 1 0 0,-4 1 128 15,-3 0-128-15,-4 2 0 0,-3 3 0 0,-4 2 0 16,0 4 0-16,-2 2 0 0,1 4 0 0,1 2 0 16,1 6 0-16,1 0 0 15,1 4-400-15,3 0-64 0,0 0-16 0,1 1 0 16,4 1-928-16,1-1-176 0</inkml:trace>
  <inkml:trace contextRef="#ctx0" brushRef="#br0" timeOffset="120595.89">8387 7178 9215 0,'-3'-3'816'0,"1"0"-656"0,1 0-160 0,0 1 0 16,1 1 1664-16,0-1 320 0,0 0 48 0,0 0 16 16,0-3 768-16,-1 0 144 0,1 0 48 0,-1-2 0 15,1 1-1408-15,-2 2-288 0,1 1-48 0,0 2-16 16,0 1-592-16,-2 1-112 0,0 2-32 0,0 0 0 16,1 2-208-16,-2-1-48 0,-1 4-16 0,2-1 0 15,-2 2-112-15,1 2 0 0,0 0-128 0,2 3 192 16,0 0-192-16,1 0 144 0,1-14-144 0,2 32 128 15,-2-32-128-15,0 0 0 0,11 44 0 0,-11-44 128 0,0 0-128 0,0 0 0 16,36 34 0-16,-36-34 0 0,0 0 0 0,34 0 0 16,-22-3-128-16,0-4 128 0,2-3 0 0,-2 1 0 15,0-3 0-15,-2 0 0 0,0 0 0 0,-1-2 0 16,-1 3 0-16,-3-2 0 0,1-1 0 0,-3 0 0 16,-2 2 0-16,-1 0 0 0,-1 0 256 0,-2-2-48 15,-3 0 0-15,-3-1 0 0,-2 1-208 0,-1 2 144 16,-2 0-144-16,-1 6 128 0,-1 1-128 0,1 3 0 15,1 4 0-15,0 0 0 0,0 3 0 0,1 3 0 0,1 3 0 0,2-2 0 32,1 1-848-17,2 3-160-15</inkml:trace>
  <inkml:trace contextRef="#ctx0" brushRef="#br0" timeOffset="121145.28">8388 7648 22111 0,'0'-5'1968'0,"1"1"-1584"0,0 3-384 0,-1-1 0 0,0 2 976 0,0-1 112 0,1-2 32 0,-1-2 0 16,0 0-160-16,0 0-48 0,0 0 0 0,-2 3 0 16,1 2-480-16,-2 0-112 0,0 1 0 0,-1 2-16 31,0 3-48-31,-1-2-16 0,0 3 0 0,0 0 0 0,0 1-80 0,0 1-16 15,0-2 0-15,1 5 0 0,1-2-144 0,0-1 192 16,1 3-192-16,1-1 192 16,1-1-16-16,0-10 0 0,0 0 0 0,6 29 0 0,-6-29 80 0,0 0 32 15,0 0 0-15,0 0 0 0,30 35-48 16,-30-35-16-16,0 0 0 0,0 0 0 0,36 7-224 0,-36-7 128 16,22-7-128-16,-11 3 0 0,0-4 304 0,0 1-48 15,0-2 0-15,-1-1 0 0,1-1 240 0,-1 1 32 16,-1-1 16-16,-1 1 0 0,-1 0-192 0,-2 0-32 15,1-1-16-15,-3 2 0 0,0 1-304 0,-3-2 128 16,-1 1-128-16,-3-2 0 0,0 3 128 0,-3-1-128 16,-3 2 0-16,-2-3 0 0,-3 3 0 0,-2 0 0 15,-1 0 0-15,-1 2 0 0,-1 3 0 0,-1-1 0 0,1 3 0 16,-1 1 0 0,3 3-528-16,1 1-64 0,4 2-16 0,2 0-16112 0</inkml:trace>
  <inkml:trace contextRef="#ctx0" brushRef="#br0" timeOffset="122421.13">8812 5760 8287 0,'-2'-4'736'0,"2"2"-592"16,-1-1-144-16,0 3 0 0,0-2 912 0,1 2 160 15,1 0 16-15,-2 0 16 0,0-3 704 0,-1 3 144 16,0-2 32-16,1 0 0 0,0 2-608 0,0-2-112 16,1 2-32-16,0 0 0 0,1-1-208 0,1 1-64 15,0-2 0-15,1 2 0 0,2 0 96 0,0-3 16 16,1 3 0-16,1-2 0 0,0 1-272 0,1 0-48 15,-1-1-16-15,0 2 0 0,0 0-160 0,0 0-48 0,1 2 0 0,-2-2 0 16,1 2-256 0,-2 0-48-16,0 3-16 0,0-2 0 0,-1 1-208 0,0-1 0 0,0 2 0 0,-1-1 0 15,-1 3 0 1,0-2 0-16,-2 0 0 0,1 2 0 0,-2-3 0 0,0 0 0 16,-1 1 0-16,0-2 0 0,-1 2 0 0,-1-2 128 0,1 1-128 0,1-1 0 15,-1-1 0-15,1 1 128 0,-1-1-128 0,0 0 0 16,1 1 208-16,-1 2-48 0,-1-1-16 0,0 3 0 0,2 0 32 15,-2 1 0-15,1 1 0 0,-1 0 0 0,2 1-176 0,-1-1 0 16,1 1 144-16,0 1-144 0,0-1 0 0,0 2 128 16,2 0-128-16,-1 0 0 15,0 0 128-15,2 0-128 16,-1-3 160-16,1 3-160 0,-1-12 0 0,0 0 128 0,7 35-128 0,-7-35 0 16,0 0 0-16,0 0 0 0,14 48 0 0,-14-48 0 0,0 0 0 0,15 52 0 31,-15-52 0-31,8 38 0 0,-8-38 0 0,8 36 0 0,-8-36 0 0,6 38 0 15,-6-38 0-15,4 40 0 0,-4-40 0 0,2 36 0 0,-2-36 0 0,1 38 0 0,-1-38 0 0,3 44 0 32,-3-44 0-32,3 45 128 0,-3-45-128 0,5 43 0 0,-5-43 0 0,3 42 0 15,-3-42 0-15,7 38 0 16,-7-38 0-16,5 34 0 0,-5-34 0 0,5 33 0 16,-5-33 0-16,0 0 0 0,6 47 0 0,-6-47 0 15,3 32 0-15,-3-32 128 0,3 32-128 0,-3-32 0 16,2 36 304-16,-2-36 16 0,3 33 0 0,-3-33 0 15,2 33-192-15,-2-33-128 0,2 34 192 0,-2-34-192 16,0 0 0-16,5 44 0 0,-5-44 0 0,0 0 0 0,6 41 128 16,-6-41-128-16,0 0 0 0,4 36 0 0,-4-36 0 0,0 0 0 15,3 37 128-15,-3-37-128 0,0 26 0 0,0-26 128 16,0 26-128-16,0-26 0 0,0 0 128 0,1 36-128 16,-1-36 0-16,0 0 0 0,3 31 0 0,-3-31 0 15,0 0 0-15,0 0 0 0,3 35 128 0,-3-35-128 16,0 0 0-16,0 0 0 0,0 0 160 0,7 38-32 15,-7-38 0-15,0 0 0 0,0 0-128 0,0 0 192 16,4 36-192-16,-4-36 192 0,0 0-192 0,0 0 0 16,0 0 144-16,3 31-144 0,-3-31 128 0,0 0-128 0,0 0 128 15,0 0-128-15,0 0 128 0,0 0-128 0,6 32 160 0,-5-29-160 16,-1 2 144-16,0 0-144 0,0-5 128 0,0 0-128 16,0 0 144-16,0 0-144 15,0 0 160-15,0 0-160 0,1 28 128 0,-1-28-128 0,0 0 0 0,0 0 144 16,0 0-144-16,-2 26 0 0,1-20 144 0,0 0-144 15,0 0 128-15,0 0-128 0,1-1 128 0,-1 2-128 16,0-4 176-16,0 4-48 0,0-3 0 0,0 3 0 16,-1-3 0-16,-1 2 0 0,-1 2 0 0,0 1 0 15,-2-2 0-15,0 2 0 0,1 1 0 0,-3 1 0 0,-2 2-128 0,-2 3 192 16,-3 0-192-16,-1 4 192 0,-4 1-192 16,-2 2 0-16,-1 3 0 0,-2 0 0 0,1 0 0 0,-1 1 0 15,2-1 0-15,0 0-20064 16</inkml:trace>
  <inkml:trace contextRef="#ctx0" brushRef="#br0" timeOffset="124593.39">9547 5675 6447 0,'0'-2'576'0,"-1"-1"-576"16,1 3 0-16,0-2 0 0,0 2 1312 0,0 0 160 0,0-2 16 0,0 0 16 15,0-1 144-15,0 0 16 16,-1 1 16-16,1 1 0 0,0 2-320 0,0 1-64 16,0 4-16-16,0 0 0 0,-1 2-576 0,0 4-128 0,0 2-32 0,-1 2 0 15,0 1-224-15,-1 3-64 0,-1 0 0 0,1 1 0 0,-1 1-256 0,1-5 0 16,0 0 0-1,0-3 0-15,0 0 0 0,3-5 0 0,-1 3 0 0,1-5 0 0,0 3-160 0,0-6 16 16,1 1 0-16,-1 0-10960 16</inkml:trace>
  <inkml:trace contextRef="#ctx0" brushRef="#br0" timeOffset="124940.68">9710 5714 7359 0,'-1'-1'656'0,"0"1"-528"0,0 0-128 0,0 0 0 0,1 0 528 0,-1 0 80 16,0 1 16-16,1 1 0 0,-2 0-192 16,-1 0-48-16,0 3 0 0,-1 0 0 0,1-1-64 0,-1 1 0 0,1 2-16 0,0-1 0 15,1 0 720-15,0 2 128 0,1 1 48 16,0-2 0-16,1 0-176 0,2 0-48 15,0 1 0-15,0-2 0 0,-2-6-368 0,0 0-80 0,0 0-16 0,0 0 0 0,0 0-80 0,0 0-32 32,42 14 0-32,-34-18 0 0,3-1 192 0,-1 0 48 15,-1-2 0-15,0-1 0 0,0 0 0 0,-3 3 0 16,1-4 0-16,-3 1 0 0,1 0-416 0,-2-2-80 16,-1 3-16-16,-2-1 0 0,-1 1 64 0,-3 1 16 15,-1 0 0-15,-2-1 0 0,-2 3 96 0,-1 1 16 16,-3 0 0-16,0 3 0 0,-1 0-320 0,0 3 160 15,0 0-160-15,2 1 128 16,2 1-544-16,2 0-112 0</inkml:trace>
  <inkml:trace contextRef="#ctx0" brushRef="#br0" timeOffset="127266.41">9425 6202 8287 0,'1'-3'736'0,"-1"1"-592"15,0 2-144-15,0-2 0 0,0 1 1280 0,0 1 240 0,0-2 32 16,0 0 16-16,0-3 288 0,-1 0 64 0,1 3 16 0,-1-2 0 16,1 3-384-16,-1-1-80 0,1 2 0 0,-1-2-16 15,0 2-560-15,-1 2-96 16,1 0-32-16,0 1 0 0,-1 1-128 0,-1 3-48 15,1 3 0-15,0-1 0 0,-2 3-304 0,1 0-64 16,0 0-16-16,0 0 0 0,0 0-208 0,0 0 176 16,0-3-176-16,1 0 160 0,1 2-160 0,0-2 0 0,0 0 0 0,0-2 0 0,1 0-128 0,1-1 128 15,-1-2-160-15,1 1 160 16,0-1-1760-16,0 1-256 0</inkml:trace>
  <inkml:trace contextRef="#ctx0" brushRef="#br0" timeOffset="127709.42">9490 6208 10239 0,'0'-2'224'0,"0"0"48"0,0 0 16 0,1-1 0 0,0 3-288 0,-1-2 0 0,1 2 0 0,1-3 0 16,2 0 2288-16,-1-2 400 0,3-1 64 0,-1 2 32 15,1-3-1056-15,1 3-224 0,0 0-32 0,-1 2-16 16,1-1-272-16,-2 1-48 0,2 2-16 0,-1 0 0 16,1 2-336-16,-2 1-64 0,2-1-16 0,-7-2 0 0,0 0-304 15,0 0-64-15,0 0-16 0,0 0 0 0,23 43-320 0,-23-43 0 16,0 0 0-16,0 0 0 0,0 0 0 0,8 33 0 16,-8-26 0-16,0-2 0 0,-1 2 0 0,-1-2 0 15,-1 2 0-15,-1-2-128 0,1 0 128 0,-2-1 0 16,0 1 0-16,-1 0 0 0,-1 0-128 0,1 0 128 15,-2 0-128-15,1-1 128 0,-1 1-400 0,-1-1 0 0,2-1 0 16,0 1 0-16,0 1 240 0,3-5 160 0,1 3-192 0,1-1 192 16,0 0 0-16,1-2 0 0,2 0 0 0,0 0 0 15,2 1 0-15,-1-2 0 0,2 1 0 0,1-2 0 16,1-1 240-16,0 1 48 0,-1 0 16 0,3 0 0 16,-3 1 240-16,1-1 48 0,1-1 16 15,0 1 0-15,-1 0-336 0,2 0-64 0,-1-1-16 0,1 0 0 16,-2 1-192-16,0 1 176 0,-1 0-176 0,0 1 160 15,-1-2-160-15,1 0 0 0,0 1 0 0,-1 1-176 32,0 0-1248-32,0 0-256 0,-1 0-48 0,-1 0-12128 0</inkml:trace>
  <inkml:trace contextRef="#ctx0" brushRef="#br0" timeOffset="127899.66">9715 6238 1839 0,'-1'-1'160'0,"1"-1"-160"15,0 2 0-15,-1 0 0 16,1 0 2560-16,0 0 496 0,0 0 80 0,-1 0 32 0,1 2-48 0,0 1-16 16,-1-1 0-16,1 0 0 0,0 3-1216 0,1 0-240 15,-1-1-48-15,1 1-16 0,1 0-928 0,0-2-176 16,0 2-32-16,0-1-16 0,2-2-432 0,-1 0 0 16,1 1 0-16,0-1-14080 0</inkml:trace>
  <inkml:trace contextRef="#ctx0" brushRef="#br0" timeOffset="128297.25">9858 6128 13823 0,'-1'-2'608'0,"1"-2"128"0,0 3-592 0,0-1-144 0,0 1 0 0,0 1 0 15,0 0 1920-15,0 0 368 0,0 0 64 0,-1-2 16 16,0 2-336-16,0 0-64 0,0 2-16 0,-1 1 0 15,0-1-1056-15,0 3-224 0,-1 2-32 0,1 0-16 0,-1 1-272 0,0 1-48 16,1 1-16-16,0 0 0 0,2-10-48 0,0 0-16 16,-2 32 0-16,2-32 0 15,0 0-48-15,0 0-16 0,0 0 0 0,0 0 0 0,13 38-160 0,-9-37 160 16,2 1-160-16,-1 0 160 0,2-2 16 16,-1 0 0-16,2 0 0 0,-1 0 0 0,1 0 256 15,-2 1 48-15,0 0 16 0,-1 1 0 0,1 1-240 0,-2-1-64 16,-1 3 0-16,0-3 0 0,-1 1-192 0,0 2 176 0,0-1-176 0,-1 1 160 31,-1 0-160-31,0-1 192 0,0 1-192 0,-1 0 192 0,0-1-48 0,-1 2 0 16,-1 0 0-16,-1 0 0 0,1 0 16 15,-2-1 0-15,-1 2 0 0,0-2 0 0,-1 2-160 0,0 0 160 0,-1-1-160 0,0 0 160 16,2-1-160-16,-1-1 0 16,-1 1 0-16,0-2 0 0,3-1 0 0,-1-2 0 15,0 2 0-15,-1-4 0 0,1 1 0 0,-1-2-192 0,2-2 0 0,0 0-11408 16,1-3-2288-16</inkml:trace>
  <inkml:trace contextRef="#ctx0" brushRef="#br0" timeOffset="128488.65">9796 6150 16575 0,'0'-2'736'0,"1"1"160"0,1-1-720 0,-1 1-176 15,0 1 0-15,0 0 0 0,1 0 2336 0,0-1 432 16,4 0 96-16,2 0 16 0,3-2-320 0,1 0-64 15,1-2-16-15,0 1 0 0,1-1-1328 0,-1 0-256 0,2 1-48 0,-1-1-16 16,-2 2-608-16,-2 0-224 0,1 2 144 0,-3 1-144 16,0 1 0-16,-8-1 0 0,0 0 0 0,0 0-11632 15,0 0-2208-15</inkml:trace>
  <inkml:trace contextRef="#ctx0" brushRef="#br0" timeOffset="131680.12">9486 6700 8287 0,'2'-3'736'0,"0"-1"-592"0,-1 3-144 0,0-1 0 16,0 2 960-16,0-2 176 0,1-1 16 0,1-2 16 15,-1 1 448-15,2-3 96 0,-1 3 16 0,-1 1 0 16,0 0-208-16,-2 3-48 0,0 0 0 0,-1 1 0 0,-1 3-256 0,0-2-64 16,0 3-16-16,0 0 0 0,-1-1-208 0,2 2-32 15,-1 0-16-15,-1 2 0 0,1-1-448 0,-1 2-96 16,1 1-16-16,0-3 0 0,-1 4-128 0,-1-2-16 16,2-1-16-16,0 1 0 0,-1 1-160 0,0 0 0 15,1-1 0-15,0 0 128 0,0 0-128 0,1-1 0 16,0-1 0-16,0-1 0 15,1-1-832-15,0 1-160 0</inkml:trace>
  <inkml:trace contextRef="#ctx0" brushRef="#br0" timeOffset="132154.06">9666 6633 13823 0,'3'-2'1216'0,"-2"-1"-960"0,0 3-256 0,-1 0 0 16,-1 0 1024-16,1 0 176 0,0-2 16 0,0 2 16 16,0 0-96-16,-1-2-32 0,-1 4 0 0,0-2 0 15,-1 3-736-15,-1 1-160 0,0 1-16 0,0 0-16 16,-1 2 208-16,0-2 64 0,2 2 0 0,0-3 0 16,0 2 64-16,1 0 32 0,1-1 0 0,1 0 0 15,0-3-384-15,2 3-160 0,0-3 128 0,0 1-128 16,1-1 128-16,0 0-128 0,1-2 0 0,0 2 128 0,1-1 80 15,0 1 16-15,1 0 0 0,0-1 0 16,1 1 224-16,-2 0 32 0,3 0 16 0,-2 1 0 16,1 0-112-16,-1 1 0 0,0-1-16 0,-2 1 0 0,2-1-16 0,-2 1 0 15,-4-4 0-15,0 0 0 0,0 0-128 0,0 0-32 16,0 0 0-16,0 0 0 0,0 0 0 0,0 0-16 16,21 38 0-16,-21-33 0 0,0 0 32 0,-1-3 16 15,-1 3 0-15,0 0 0 0,-1-2 64 0,1 0 16 0,-1 2 0 16,-1-2 0-16,0 1-48 0,1-1 0 0,-2 0 0 0,1 1 0 15,-1-2 16-15,-1 1 0 16,1 0 0-16,-2 1 0 0,1-3-272 0,-1 2 0 16,0-2 128-16,-1 1-128 0,0 0 0 0,-1-2 0 0,0 0 0 0,2 0 0 31,1-2-432-31,0-3-144 0,1 1-16 0,1-2-15360 0</inkml:trace>
  <inkml:trace contextRef="#ctx0" brushRef="#br0" timeOffset="132349.46">9640 6640 10127 0,'1'-2'896'0,"1"0"-704"16,1-1-192-16,-2 3 0 15,0 0 1456-15,1-2 256 0,1-1 48 0,3-1 16 16,1-3 1136-16,2 2 224 0,1 0 64 0,0-1 0 16,0 3-688-16,1 0-128 15,-1 1-16-15,0 0-16 0,0 2-1456 0,-1 0-304 16,-9 0-48-16,0 0-16 0,28 4-528 0,-19-4 0 15,-9 0 0-15,0 0 0 0,0 0-400 0,0 0-144 0,39 7-32 0,-32-7-15888 0</inkml:trace>
  <inkml:trace contextRef="#ctx0" brushRef="#br0" timeOffset="133990.41">9474 7029 12895 0,'0'-2'1152'0,"0"2"-928"0,0 0-224 0,0 2 0 15,0-2 1280-15,-1 1 192 0,0 1 64 0,0 0 0 16,0 2-368-16,-2 2-64 0,0 1-16 0,0 2 0 16,0 3-256-16,0-2-48 0,-1 2-16 0,1 1 0 15,-1 0-256-15,0 0-48 0,0 2-16 0,0-1 0 16,2-2-64-16,-1 0 0 0,-1 2-16 0,2-2 0 15,-2-2-368-15,0 1 0 0,1-2 0 0,2-1 0 16,-1-2 0-16,0 0-128 0,1-2 0 0,1 1 0 16,-1 0-1312-16,1-3-256 0,0 0-48 0,1-1-8752 15</inkml:trace>
  <inkml:trace contextRef="#ctx0" brushRef="#br0" timeOffset="134340.97">9578 7029 13823 0,'2'-2'1216'0,"0"1"-960"15,-1 0-256-15,-1 0 0 0,1 1 1216 0,0 0 192 16,1-1 32-16,0 0 16 0,2-3-288 0,0 3-48 16,1-3-16-16,0 3 0 0,0-1-496 0,-1 0-96 0,2-2-32 0,0 1 0 15,1 0 304-15,0-1 64 0,2 1 16 0,-1-1 0 16,0 1-160-16,1 1-16 15,-1-3-16-15,-1 0 0 0,1 3-160 0,-3 0-16 0,1 2-16 0,-1-2 0 16,-3 2-160-16,1 2-48 0,-1-2 0 0,0 3 0 16,-1-2-272-16,-1 4 0 0,0 0 0 0,-1 0 0 15,-2 2 224-15,0 2-64 0,0-2-16 0,-2 5 0 16,0-2 16-16,0 1 0 0,-1 2 0 0,0 0 0 16,-1-1-160-16,2 1 192 0,-2 0-192 0,1 2 192 0,-2-1-192 0,1 0 128 15,-1 3-128-15,1-1 128 0,1 1-128 0,-1-3 0 16,1-1 0-16,2-1 0 0,0-1 0 15,1-5 0-15,2 2 0 0,1-6 0 16,0 1-1248-16,0-1-128 0,0-2-32 0,1 0-12544 16</inkml:trace>
  <inkml:trace contextRef="#ctx0" brushRef="#br0" timeOffset="134587.45">9566 7176 4607 0,'-3'-2'400'0,"2"-1"-400"0,0 3 0 0,0-2 0 15,1 2 2304-15,0 0 384 0,-1 0 80 0,1-2 16 16,0 1 128-16,1-1 32 0,0 1 0 0,1-2 0 16,-1 0-560-16,3-1-96 15,1 1-32-15,1 1 0 0,1-1-784 0,0-2-176 0,2 1-16 0,-1 0-16 16,2 0-640-16,0 1-128 0,0-2-32 0,2 2 0 16,-3-2-208-16,0 3-32 0,-1-1-16 0,0-1 0 15,-3 1-208-15,2 2 0 0,-1-2 128 0,-1 0-128 16,2 1 0-16,-3 0 0 0,2 1 0 0,-1-1-12032 15,0 0-2304-15</inkml:trace>
  <inkml:trace contextRef="#ctx0" brushRef="#br0" timeOffset="134810.15">9740 7190 20271 0,'-1'0'896'0,"0"0"192"0,1 0-880 0,0 0-208 0,0 0 0 0,1 0 0 16,0 0 1872-16,0 0 336 0,0 0 64 0,2 0 16 16,0 0-704-16,1 2-144 0,-1-1-32 0,1 2 0 15,-1 1-608-15,0 0-128 16,-3-4-32-16,0 0 0 0,0 0-464 0,0 0-176 0,0 0 0 0,0 0 144 16,13 36-144-16,-12-31 0 15,-1-3 0-15,0 1-176 0,1-1-1296 0,0-1-272 0</inkml:trace>
  <inkml:trace contextRef="#ctx0" brushRef="#br0" timeOffset="135205.71">9929 7022 17503 0,'1'-4'768'15,"0"1"176"-15,0 0-752 0,0 3-192 0,-1-2 0 0,0 2 0 0,0 0 2032 16,1 0 368-16,-1-1 80 0,0 1 16 0,0 0-608 0,-1 0-112 15,-1 3-32-15,0-2 0 0,-1 3-1040 0,-1 1-224 16,0 0-32-16,-2 3-16 16,2 0-192-16,-2-1-48 0,1 1 0 0,1-1 0 15,-1 2 64-15,2-2 0 0,1 0 0 0,1-2 0 0,0 2-112 0,2-4-16 0,1 1 0 0,1-1 0 16,1-1-128-16,1-2 0 16,-1 2 0-16,2-1 0 0,0 1 0 0,1-2 0 15,-2 2 0-15,1-1 0 16,-1 1 0-16,1 0 0 0,-2 0 0 0,0 1 0 0,-4-3 0 0,0 0 0 0,0 0-144 0,0 0 144 31,0 0 0-31,0 0 0 0,0 0 0 0,27 37 0 16,-24-34 0-16,-2 2 0 0,1-3 0 0,-1 1 0 15,0 1 224-15,0-3 96 0,-1 1 32 0,1 0 0 16,-1-1-128-16,0 0-32 0,0 1 0 0,-1 1 0 16,1-2-64-16,-1 1 0 0,-1 1-128 0,-1 0 192 15,0 2-48-15,-1-2-16 0,0 2 0 0,-2 2 0 0,1-1-128 16,-3 2 0-16,1-3 144 0,-1 4-144 0,-2-2 0 15,1-1 0-15,0 0 0 0,-1 1 0 0,2-5-128 0,0 1-64 16,1-3 0-16,1 0-11264 16,0-3-2272-16</inkml:trace>
  <inkml:trace contextRef="#ctx0" brushRef="#br0" timeOffset="135411.81">9861 7030 9151 0,'2'-1'192'0,"0"-2"64"0,0 1 0 0,-1 2 0 0,0 0-256 0,0-1 0 0,3 0 0 0,3-4 0 16,2 0 3088-16,1-1 576 0,2 0 112 0,1 0 32 16,0 1-1072-16,1 0-224 15,1 0-32-15,0 0-16 0,-2 1-864 0,0-1-192 0,2 2-16 0,-2 0-16 16,0 2-912-16,-13 1-176 0,0 0-32 0,28 0-16 16,-21 2-496-16,-1 0-112 0,-6-2-16 0,0 0-15920 15</inkml:trace>
  <inkml:trace contextRef="#ctx0" brushRef="#br0" timeOffset="137544.71">9532 7559 7359 0,'-3'-1'656'0,"0"-1"-528"16,1-1-128-16,1 3 0 0,0-2 832 0,0 1 144 0,0 1 32 0,0-2 0 16,-2 0 800-16,0 0 176 0,1-3 16 15,-1 2 16-15,1-1-64 0,0 1-16 0,1 1 0 16,1-1 0-16,0 1-272 0,0 0-48 15,1 2-16-15,0-2 0 0,0-1-464 0,0 3-112 0,1-2 0 0,0-1-16 16,0 1-400-16,1 0-80 0,1 0-16 16,1-1 0-16,2 0-224 0,-1 1-48 0,1 0-16 0,0 0 0 15,1 0 0-15,0 1 0 0,0 1 0 0,0 3 0 16,-1-1-48-16,-1 0-16 0,-1 0 0 0,-2 3 0 16,-3-5-160-16,0 0 0 0,0 0 0 15,0 0 0-15,16 36 0 0,-16-29 0 0,-1 3 0 0,-2-1 0 0,-1 0-128 0,-2 2 128 16,-1 0 0-16,-1-1 0 0,-1 1-144 0,-1-1 144 15,0 1-192-15,-1-1 192 0,1 0-384 0,-2-1 48 16,-2 0 0-16,1 1 0 16,-2-1-192-16,0-2-48 0,0 1 0 0,0-2 0 0,2 0 256 0,1-2 32 15,2 1 16-15,1-2 0 0,3 1 272 0,1-4 0 16,1 0 0-16,4 2 0 16,-1-2 0-16,2 0 0 0,-1 0 0 0,3-2 0 0,0 2 0 0,1-4 0 15,0 3 0-15,2-3 0 0,1 1 0 0,2 1 176 16,-1-2-48-16,1 1-128 0,2 0 448 0,-11 3 0 0,22-2-16 0,-22 2 0 15,23-5 16-15,-23 5 16 0,25-5 0 0,-25 5 0 16,27-4-64 0,-27 4-16-16,27-5 0 0,-27 5 0 0,24-5-208 0,-24 5-48 15,24-4-128-15,-12 1 192 0,-1-1-192 0,-1 1 0 0,0 1 0 0,-2-3 0 16,-1 2-1168 0,0 1-176-16,-1 0-48 0,-2-2 0 0,1 3-1568 0,-2-1-320 0</inkml:trace>
  <inkml:trace contextRef="#ctx0" brushRef="#br0" timeOffset="137977.22">9830 7567 6447 0,'1'0'576'0,"0"-2"-576"15,0 2 0-15,0-2 0 0,0 1 1952 0,0 1 288 16,-1 0 48-16,2-2 16 15,0 2 192-15,2-1 32 0,-2 0 16 0,2-1 0 0,-1 0-560 0,-1 1-128 0,0-1 0 0,-2 1-16 32,1 1-528-32,-1 0-96 0,0 0-32 0,-1 0 0 15,1 1-480-15,-1 1-112 0,0 1-16 0,-2-1 0 16,1 0-304-16,-1 3-64 0,0-2-16 0,0 1 0 16,-1 3-192-16,1-1 176 0,1 0-176 0,-1 1 160 15,3-7-160-15,-3 17 0 0,1-8 0 0,2-9 0 16,0 0 0-16,-2 26 0 0,2-26 0 0,0 0 0 15,0 0 0-15,4 32 0 0,-4-32 0 0,0 0 0 0,0 0 0 0,0 0 0 16,0 0 0-16,0 0 0 0,38 18 0 16,-29-20 0-16,1-3 0 0,2-2 0 0,-2-2 0 15,1 1 256-15,-1-1 0 0,1-1-16 0,0-1 64 16,0 1 16-16,-1 1 0 0,-2-1 0 0,0 0-144 0,-1-2-32 16,-1 3 0-16,-1-2 0 0,-1 2-144 0,-1 0 0 15,-3 0 0-15,0 0 0 0,-2 1 0 0,-2 2 0 16,-2-4 128-16,-4 3-128 0,1 1 0 0,-3 3 0 15,-1 0 0-15,0 4 0 0,-1 1 0 0,1 2 0 16,1 1 0-16,0 0 0 16,1-1-416-16,1 2-64 0,1 0-16 0,2 4-16912 0</inkml:trace>
  <inkml:trace contextRef="#ctx0" brushRef="#br0" timeOffset="139508.75">10480 5607 4607 0,'-1'-1'400'0,"0"-1"-400"0,1 2 0 0,-1-1 0 16,1 1 416-16,0 0 0 0,0 0 0 0,-1 0 0 15,0 1 448-15,0-1 96 0,0 0 0 0,-1 0 16 16,1-1-80-16,1 2 0 0,-1-1-16 0,1 0 0 0,0-1 16 0,0 1 16 16,0 0 0-16,0 0 0 0,1 0-160 0,-1 1-48 15,1-1 0-15,0 0 0 0,0 2-16 0,1-1-16 16,-1 3 0-16,1-1 0 0,-1 1-336 0,0 1-64 15,0 0-16-15,1 0 0 0,-1 4-64 0,-1-9-32 16,0 0 0-16,6 36 0 0,-6-36 48 0,0 0 16 16,6 47 0-16,-6-47 0 0,0 0 32 0,5 48 0 15,-5-48 0-15,2 35 0 0,-2-35-128 0,2 34 0 16,-2-34-128-16,3 32 192 0,-3-32-48 0,1 31-16 16,-1-31 0-16,3 34 0 0,-3-34 0 0,2 35 0 0,-2-35 0 15,3 36 0-15,-3-36 16 0,3 42 0 0,-3-42 0 0,2 45 0 16,-2-45 16-16,0 36 0 0,0-36 0 0,2 46 0 15,-2-46-160-15,0 44 192 0,0-44-192 0,0 36 192 16,0-36-32-16,0 33 0 0,0-33 0 0,-1 33 0 16,1-33-160-16,-1 31 0 0,1-31 0 0,-1 27 128 15,1-27-128-15,-2 33 0 0,2-33 144 0,-3 37-144 16,3-37 0-16,-3 38 0 0,3-38 0 0,-1 38 0 16,1-38 0-16,-2 40 0 0,2-40 0 0,-1 38 0 15,1-38 128-15,0 35-128 0,0-35 128 0,0 35-128 0,0-35 352 16,2 33 0-16,-2-33 0 0,1 39 0 15,-1-39-224-15,0 36-128 0,0-36 160 0,-1 43-160 0,1-43 0 0,-3 49 128 16,1-24-128-16,2-25 0 0,-5 51 0 0,3-27 0 16,-1-1 0-16,1 1 0 0,2-24 0 15,-5 43 0-15,5-43 0 0,-4 44 0 0,4-44 0 16,-2 47 0-16,0-21 0 0,0 0 0 16,0 2 0-16,1-2 0 0,-1 0 0 0,2-26 0 0,-2 48 0 0,0-25 0 15,2-23 0-15,-1 45 0 0,1-45 0 0,-3 48-128 16,2-20 128-16,-1-2 0 0,0 0 0 0,0 3 0 0,0 1 0 0,0 1 0 15,-1 1 0-15,-1 0-128 0,1-1 128 0,0 0 0 16,0-3 0-16,0-2 0 0,-1-2 0 0,4-24 0 16,-3 40 0-16,3-40 0 0,-2 34 0 0,2-34 0 15,0 0-320-15,2 33 64 0,-2-33 0 0,0 0-12528 16</inkml:trace>
  <inkml:trace contextRef="#ctx0" brushRef="#br0" timeOffset="140255.48">10473 5614 11055 0,'1'-2'976'0,"0"1"-784"15,0-1-192-15,0 2 0 0,-1-2 1216 0,1 1 192 31,1-2 32-31,0-2 16 0,0-1 80 0,2 0 32 0,-1-2 0 0,0 3 0 0,-2 0-736 0,0 1-160 16,-1 2-32-16,0-1 0 0,-2 3-112 0,-1 0-16 16,0 0-16-16,-2 5 0 0,1-1 48 0,-3 4 16 15,0 2 0-15,-2 4 0 16,0 0-176-16,0 2-48 0,-2 8 0 0,-1 2 0 16,0 2 32-16,1 1 0 0,0 0 0 0,1 0 0 15,3-2-64-15,0-3-16 0,2-5 0 0,2-2 0 16,1-6-288-16,2-1 0 0,2-3 0 0,1-4 0 15,0-1 0-15,0-2 0 0,3-3 0 0,0-1-144 32,3-4-624-32,-1-1-128 0,1-3-32 0,0 0 0 0,0-5-2256 0,-1 1-448 0,0 0-80 0,-2-1-32 15,1-1 1120-15,-3 0 240 0,2-3 32 0,-2 0 16 16,-2 2 1424-16,1-5 272 0,-1 0 64 0,1 1 16 0,-1 2 1424 0,-1 3 288 16,0 2 48-16,1 4 16 0,1 1 1120 0,-1 3 224 15,0 1 64-15,0 2 0 16,0 1-288-16,1 3-48 0,-1-1-16 0,2 4 0 0,-1-1-624 0,1 2-128 15,2 2-32-15,-6-5 0 0,0 0-384 0,0 0-80 16,37 41 0-16,-37-41-16 0,0 0-224 0,39 49-32 16,-39-49-16-16,28 37 0 0,-28-37-432 0,24 39-96 15,-24-39-16-15,22 42 0 0,-22-42-192 0,19 42 0 16,-19-42 0-16,19 45-17088 0</inkml:trace>
  <inkml:trace contextRef="#ctx0" brushRef="#br0" timeOffset="140873.25">10326 7827 16575 0,'-2'-9'1472'0,"1"3"-1168"0,1 1-304 0,0 3 0 0,0 1 1792 16,-1-1 320-16,1-3 48 0,-2-4 16 0,1-3 336 0,-1-1 80 15,1 2 16-15,0 4 0 16,0 0-976-16,0 3-192 0,1 1-32 0,0 1-16 0,0 1-800 0,0 1-144 16,1 1-48-16,1 3 0 0,-2-4-272 0,0 0-128 15,0 0 0-15,0 0 128 0,17 34 16 0,-17-34 0 16,0 0 0-16,21 33 0 0,-21-33-144 0,0 0 0 15,24 35 0-15,-24-35 128 0,0 0-128 0,26 36 0 16,-26-36 0-16,0 0 0 0,26 36 0 0,-26-36 0 0,0 0 0 0,21 42 0 16,-21-42-272-16,0 0-48 15,16 38 0-15,-16-38-11632 0,0 0-2320 0</inkml:trace>
  <inkml:trace contextRef="#ctx0" brushRef="#br0" timeOffset="141050.53">10528 7729 23951 0,'0'0'1056'0,"-1"2"224"0,0 0-1024 0,0-1-256 0,-1 3 0 0,1-2 0 15,-1 3 1216-15,-2 2 192 0,-3 5 48 0,-2 7 0 0,-2 3 272 0,-2 6 64 16,1-2 16-16,1 2 0 0,0 1-912 0,1-3-176 16,4-2-32-16,-1-3-16 0,4-4-672 0,1-2-384 15</inkml:trace>
  <inkml:trace contextRef="#ctx0" brushRef="#br0" timeOffset="143103.91">10975 5795 11967 0,'4'-3'1072'0,"-1"0"-864"0,-1 1-208 0,-1 1 0 15,0-1 1280-15,0 2 224 0,2-2 32 0,1-3 16 16,1 0-48-16,0-1-16 0,-2 1 0 0,0 1 0 15,-1 1-560-15,-1 0-112 0,-1 3-32 0,0-2 0 16,-1 0-144-16,-1 2-16 0,0-1-16 0,1 1 0 16,-2 0-288-16,-1 0-48 0,1 1-16 0,-1-1 0 15,-1 0-112-15,-1 2-16 0,-1-2-128 0,0 0 192 16,-1 0-64-16,1 0-128 0,-2 2 176 0,1-1-176 0,0 1 160 0,0 0-160 16,0 0 128-16,0 1-128 0,-1-1 128 0,2 3-128 15,-1-1 0-15,1 1 128 16,0 2-128-16,0-2 160 0,1 2-160 0,-1 1 160 0,2-1 800 0,0 2 176 15,1-1 16-15,1 0 16 16,1 0-1424-16,1-2-272 0,0 2-64 0,1-3-16 0,1 2 608 0,1-3 0 16,-1-1 224-16,3 2-64 0,1-3-160 0,1 0 0 15,2 0 0-15,0-2 0 0,1 0 0 0,1-2 0 16,1 2 128-16,1-2-128 0,0 0 0 0,1-1 0 16,-1-2 0-16,0 2 0 0,-1 0 0 0,-3 0 0 15,1 0 0-15,-4 1 0 0,0 0 0 0,-2 0 0 0,-2 2 0 16,-1 0 0-16,0 0 0 0,-3 2 0 0,0 0 0 15,-2 0 0-15,0 3 0 0,-3-1 0 0,0 2 0 0,-1 1 0 16,-1 0 0-16,-2 2 0 0,2-1 0 16,-2 2 0-16,-2 3 0 0,0-1 0 0,2-2 0 15,0 2 0-15,0 2 320 0,0-2-32 0,4 0 0 0,-1-1 0 16,4 0 352-16,0 0 80 0,3-4 16 0,1 2 0 16,2-2-384-16,-1-7-80 0,0 0-16 0,0 0 0 15,0 0-256-15,0 0 0 0,40 17 0 0,-27-19 0 0,-1-1 352 16,1-1-32-16,3 0-16 0,-1 0 0 0,-1-1-176 15,-1 1-128-15,1-1 144 0,-2 3-144 0,-4-1 0 0,1 3 0 16,-1 0 0-16,-1 0 0 16,0 1-1584-16,-7-1-256 0</inkml:trace>
  <inkml:trace contextRef="#ctx0" brushRef="#br0" timeOffset="149546.88">10698 6429 8239 0,'-1'-2'0'0,"1"0"0"0,0 1 0 0,0 1 0 16,0 0 320-16,0-2 160 0,0 1 32 0,0 0 32 16,0-4 480-16,1 0 112 0,-1 1 16 0,0-1 0 15,1 0-16-15,0-2-16 0,-1 2 0 0,2-1 16 16,-1 0-304-16,1 2-64 0,1-1-16 0,-2 2 16 16,1-1 16-16,0 1 16 0,-1 1 0 0,0-1 16 15,0 3-48-15,1-2-16 0,-1 1 0 0,0 0 16 16,0 1-192-16,0 0-16 0,-1 0-16 0,0 0 16 15,1 0-96-15,-1 1-16 16,1 0 0-16,0 2 16 0,0 1-48 0,-1 1-16 0,1 2 0 0,0-2 16 0,0 2-96 0,0 0 0 16,-1-7-16-16,0 0 16 0,9 38-144 0,-9-38-32 15,0 0 0-15,13 45 16 16,-13-45-160-16,0 0 0 0,0 0 0 0,23 45 0 0,-23-45 0 0,0 0 0 16,0 0 0-16,0 0 0 0,23 36 672 0,-20-32 224 15,-1-1 64-15,1-1 0 16,2-2-2608-16,-2 0-512 0</inkml:trace>
  <inkml:trace contextRef="#ctx0" brushRef="#br0" timeOffset="149818.35">10859 6382 8287 0,'0'1'736'0,"0"0"-592"0,0 1-144 0,0-1 0 16,0 1 896-16,-1 0 128 0,0 1 48 0,0 1 0 15,-1 4 288-15,-1 1 64 0,1 0 16 0,-2 1 0 16,1 0-304-16,-1-1-64 0,1 0-16 0,-2 1 0 16,2 0-256-16,-2 1-48 0,-1-1-16 0,2 1 0 0,-2 1-272 15,0 2-48-15,1-2-16 0,-1 3 0 0,0-1 176 0,0 0 48 16,-1-2 0-16,1 2 0 16,-1-4-368-16,2 1-64 0,0 1 0 0,-1-2-16 0,2 0-176 0,-1-3 0 15,1 2 144-15,0-4-144 0,0 2 0 0,1-3 0 16,0-1 0-16,1-1 0 15,1 1-512-15,-1-3-80 0,1 0-16 0,0 0-11296 0</inkml:trace>
  <inkml:trace contextRef="#ctx0" brushRef="#br0" timeOffset="150938.46">10905 6500 10127 0,'3'-2'448'0,"0"0"96"0,0 2-544 0,-1-2 0 0,-1 1 0 0,0 1 0 16,-1-2 1536-16,2 2 208 0,2-2 48 0,1 1 0 16,-2-1-464-16,2 1-96 0,-1 0-16 0,-2-1 0 15,1 0-560-15,-1 1-112 0,0-1-32 0,-1 1 0 16,0-2-320-16,0 0-64 0,-1 0 0 0,0-2-128 16,0 2 400-16,-1-1-16 0,1-1-16 0,0-1 0 0,-1 0 32 0,1 2 16 15,0-3 0-15,-1 0 0 0,1 0-96 0,-1 2-32 16,0 0 0-16,0 1 0 0,0 1-48 0,0 3-16 15,-1-1 0-15,1 2 0 0,-1 1-48 0,-1-1-16 16,-1 3 0-16,1 2 0 16,-3 0-16-16,0 3 0 0,1 1 0 0,-2 0 0 0,1 1 16 15,-1 1 0-15,1-2 0 0,0 1 0 0,0 1-160 0,0 0 0 16,2-1 0-16,0-2 0 16,1-1 0-16,1 0 0 0,1-3 128 0,2-1-128 0,0 1 1040 0,2-5 176 0,0 0 48 0,1 0 0 15,1 0-960-15,0-4-304 0,2-1 160 0,0 1-160 31,0-1-464-31,0-1-176 0,0 2-48 0,-1-3 0 0,2 2 688 0,-2 0 0 16,1-1 176-16,-2 0-48 0,1 1-128 0,-1 1 0 0,-2 1 0 0,1-2 0 16,-1 2 0-16,-1 0 0 0,0 1 0 0,-2 1 0 15,0 1 0-15,1-2 0 0,-1 1 0 0,0 1 0 16,-1 0 0-16,1 0 0 0,0 0 0 0,-1 0 0 16,1 0 0-16,-1 0 0 0,1 0 0 0,-1 0 0 15,1 0 0-15,-1 0 0 0,1 0 0 0,0 0 0 16,0 0 0-16,0 0 0 0,1 0 0 0,-1 1 0 15,1 1 128-15,0-2-128 0,0 2 0 0,0 1 128 0,1-1 432 16,0 1 80-16,-2-3 0 0,0 0 16 16,0 0-336-16,0 0-80 0,0 0-16 0,0 0 0 0,0 0-224 0,0 0 0 15,24 35 128-15,-21-33-128 0,1 1 0 0,-1-3 0 16,2 0 0-16,0-2 0 0,-1 1 0 0,1-3 0 16,1-1 0-16,0-1 0 0,0 0-192 0,0 1 192 15,0-2-192-15,-1 0 192 16,1 1-1088-16,-3 0-96 0,2-1-32 0,-2 0 0 31,1 0 544-31,-1-2 96 0,1 1 32 0,-1-1 0 0,1 0 416 0,-2 1 128 0,0 2 0 0,1 0 0 0,-2 0 0 0,1 0 0 0,-1 3 0 0,-2 0 144 16,2 3 176-16,-1-2 48 0,0 2 0 15,0 2 0-15,-1 0 160 0,0 0 48 16,0 3 0-16,0-2 0 0,0 1 64 0,0 1 0 0,-1 2 16 0,1-2 0 16,0 2-208-16,1 0-32 15,-1 1-16-15,1-2 0 0,0 1-256 0,0-2-144 0,0 2 160 0,0-2-160 16,0 2 0-16,0-2 128 0,0 2-128 0,0-3 0 15,0-1 0-15,0 2 0 0,0-1 0 0,0-2 0 16,0 1 0-16,1-2 0 0,0 1 0 0,0-2 0 16,0 0 0-16,1-2 0 0,0 1 0 0,1-1 0 0,-2-1 0 0,2 1 0 15,1-2 0-15,0-1 0 0,-1 2 0 16,1-3 0-16,2 0 0 0,-1-1 0 16,1-1-384-16,-1-1-32 0,1 1 0 0,-1 0 0 15,0 1-80-15,0-2-16 0,-1 1 0 0,1 2 0 0,-2 0 320 0,0 3 192 16,-1-1-208-16,0 2 80 0,0-1 128 0,-2 3 0 15,1-2 0-15,-1 2 0 16,0 0 128-16,0 2-128 0,0-2 160 0,0 0-160 0,0 1 304 0,-1 1-48 16,1 0 0-16,0-2 0 0,0 3 112 0,-1-2 16 15,1 0 0-15,0 2 0 0,0 1-80 16,-1 1-16-16,1-1 0 0,0 0 0 0,0 2-96 0,0 1 0 16,-1 0-16-16,1-7 0 0,0 0-176 0,0 0 160 15,4 36-160-15,-4-36 160 0,0 0-160 0,0 0 128 16,0 0-128-16,15 39 128 0,-15-39-128 0,0 0 0 0,0 0 0 0,0 0 0 15,0 0 0-15,0 0 0 0,0 0 0 0,36 15 0 16,-30-18 208-16,-2-1 64 0,2-1 16 0,-2-1 0 16,1 0 48-16,0 0 16 0,-1 1 0 0,0-2 0 15,0-3-160-15,0 1-16 0,1-1-16 0,-1 1 0 32,0-2-160-32,0 0 160 0,1 2-160 0,-2-3 160 0,2 1-160 0,-1 2 0 0,0 0 0 0,-1 3 0 15,0-1 0 1,0 2 0-16,-1 0 0 0,-1 2 0 0,0 1-480 0,-1 1-128 0</inkml:trace>
  <inkml:trace contextRef="#ctx0" brushRef="#br0" timeOffset="152561.54">10738 7061 8367 0,'-1'0'0'15</inkml:trace>
  <inkml:trace contextRef="#ctx0" brushRef="#br0" timeOffset="153479.22">10693 7091 1839 0,'0'0'160'0,"1"0"-160"0,-1 0 0 0,0 0 0 16,0 0 976-16,-1 0 176 0,1 0 16 0,-1 0 16 15,0 0 464-15,1 0 80 0,-2 0 32 0,1 2 0 16,1-2-96-16,0 1-32 0,-1 1 0 0,1-2 0 15,-1 2-240-15,1-1-48 0,1 0-16 0,-1-1 0 16,1 0-560-16,-1 2-96 0,2-2-32 0,-1 0 0 16,1 0-256-16,0-2-48 0,0 2-16 0,0-1 0 15,-1 0 128-15,2 1 0 0,0-2 16 0,0 2 0 16,0-3 160-16,0 1 16 0,2 0 16 0,0-1 0 16,0 1-112-16,2-1-32 0,0-2 0 0,1 1 0 0,0-1-272 0,-1 0-64 15,0 1-16-15,-1-1 0 0,1 2-160 0,0-3 0 16,0 1 0-16,-2 1 0 0,0 1 0 0,-1-2 0 15,0 2-128-15,-1-1 128 0,0 1 0 0,-1-2 0 16,-1 1-144-16,1-1 144 0,-1 0 496 0,-1-1 144 16,0 3 48-16,-1-2 0 0,0 0-688 0,0 0-384 15,-1 1 64-15,-2 0 0 16,0 0-816-16,0 2-144 0,-1 0-48 0,-1 0 0 0,1 0 960 0,0 1 192 16,0 2 48-16,-1 1 0 0,1-2 128 0,-1 2 0 15,0 0 128-15,1 3-128 0,0-2 0 0,1 1 128 0,-1 1-128 16,0 2 0-16,1-4 128 0,-1 4-128 0,-1-1 128 0,2 0-128 15,-2 0 192-15,2 2-48 0,-2-3 0 0,2 2 0 16,1-3-144-16,0-1 192 0,-1 2-192 0,0-1 192 16,2 1 160-16,-2 2 32 0,1-2 16 0,0 2 0 15,1 2 48-15,-2-2 16 0,1 4 0 0,0 0 0 16,1-2-160-16,0 1-48 0,-1 4 0 0,1-2 0 16,2-12-48-16,-2 24-16 0,2-24 0 0,0 0 0 15,1 33-192-15,-1-33 176 0,0 0-176 0,0 0 160 16,0 0-160-16,0 0 0 0,0 0 0 0,17 35 0 15,-13-35 128-15,1 0 0 0,1-2 0 0,-1-1 0 0,3-1 320 0,-1-1 64 16,0-1 16-16,3 0 0 0,-2-1-400 0,1-2-128 16,2 2 0-16,-2-2-11088 15,1-1-2272-15</inkml:trace>
  <inkml:trace contextRef="#ctx0" brushRef="#br0" timeOffset="154206.48">10918 7050 911 0,'-1'0'0'0,"0"0"0"16,1-2 0-16,-1 2 0 0,1 0 1408 0,0 0 208 16,0 0 48-16,-1 0 0 15,0 0 896-15,0 0 192 0,-1 0 48 0,1-1 0 0,0 0-512 0,0 1-112 16,0-2 0-16,1 1-16 0,-1 1 448 0,1-2 80 0,1 0 32 0,1-1 0 31,-1 1-2336-31,1-2-384 0,1 0-256 0,0 1 32 0,1-2 608 0,1 0 128 0,-1 1 32 0,2-1 0 31,-1 2-224-31,0 0-32 0,0-1-16 0,0 1 0 0,0-1-96 0,0 1-32 16,-2 3 0-16,1 0 0 16,-1 0-16-16,0 2-128 0,-1-2 192 0,-1 5-64 15,-1-5-128-15,0 0 0 0,0 0 0 0,1 32 0 0,-1-32 0 0,0 0 0 0,-4 35 0 0,1-23 0 16,-1 4 0-16,1-4 0 16,-1 1 0-16,1-2 0 0,0-4 0 0,0 1-144 15,2 0 144-15,-2-3 0 0,1 2 0 0,0-4-128 16,1 1 128-16,0-2 0 0,0-2 0 0,1 0 0 15,0 0 0-15,1-2 0 0,-1 0 0 0,1-2 0 16,1 1 0-16,0-2 0 0,0 0 0 0,1-2 0 16,-1 1 0-16,2 0 0 0,0-3 0 0,-1 2 0 15,1-1 0-15,0 0 0 0,1-2 0 0,1-2 0 16,1 0 0-16,1-2 0 0,-1 2 0 0,1 0 0 0,-2 0 0 16,2 3 0-16,-2 2 0 0,1-1 0 0,0 1 0 0,-1 2 0 15,-1 1 0-15,0-1 0 0,-2 3 0 0,-1 1 0 16,1 1-192-16,-2 0 32 0,0 1 0 0,0 1 0 31,0-1-1328-31,-1 1-272 0</inkml:trace>
  <inkml:trace contextRef="#ctx0" brushRef="#br0" timeOffset="154711.93">11117 7026 4607 0,'-2'3'192'0,"0"-3"64"0,1 1-256 0,0 1 0 15,1-2 0-15,0 0 0 0,0 0 2032 0,0 0 352 16,0 2 80-16,1-4 16 0,0 2 416 0,1-3 96 15,2 0 16-15,0-1 0 0,2-1-320 0,0-2-64 16,0 2-16-16,1 0 0 0,-2 1-1760 0,0 0-336 16,1-1-80-16,1 2-16 15,-3-1-784-15,1 3-144 0,0-1-48 0,-2 4 0 0,1-1 944 0,-1 3 192 0,0-2 48 0,-2 4 0 16,1 0-320-16,-1 2-64 16,-1 1-16-16,0 0 0 0,-1 1-224 0,-1 2 0 0,0 0 0 0,-2 0 0 15,0-1-144-15,0 1 144 0,-2 2-208 0,0-1 80 16,0-1-128-16,0-1-32 0,0-2 0 0,0 1 0 15,2-3 288-15,-1-1 0 0,1-2-128 0,1 0 128 16,1-1 0-16,0-3 0 0,1 0 0 0,1-2 0 16,0 1 0-16,1-4 0 0,1 1 144 0,0-1-144 15,0-1 416-15,0 0 0 0,3-3 0 0,1-3 0 16,0 0-176-16,1 0-48 0,0 0 0 0,-1 2 0 0,3-1-192 0,-1-1 0 16,0 1 0-16,0 1 0 15,-1-1 0-15,2 0 0 0,-1 2 0 0,-1 0 0 0,0 1 0 0,-1 1 0 16,-1 2 0-16,0 1 0 15,-2 1-512-15,0-1-32 0,-1 3-16 0,0-1 0 16,0 2-1376-16,-1 0-288 0</inkml:trace>
  <inkml:trace contextRef="#ctx0" brushRef="#br0" timeOffset="155109.06">11357 7009 17503 0,'-1'1'768'0,"0"-1"176"0,0 2-752 0,1-2-192 0,0 0 0 0,0 0 0 16,0 0 1328-16,-1 1 224 0,1 1 48 15,-1-2 16-15,1 3-656 0,-1-1-144 0,-1 1-32 0,0-1 0 16,0 2-128-16,-1-1-16 0,1 3-16 0,-1 0 0 16,-2 0-176-16,1 4-16 0,0-2-16 0,-1 3 0 15,0-1-32-15,2 1 0 0,0 3 0 0,3-14 0 16,-3 20-96-16,3-20-32 0,0 0 0 0,-1 30 0 0,1-30-128 0,0 0-128 15,0 0 144-15,0 0-144 16,0 0 0-16,27 32 0 0,-27-32 0 0,0 0 0 0,24-4 384 0,-14 0 64 16,0-1 32-16,-1-2 0 0,-1 2-80 0,2-2-16 15,-2 0 0-15,1-2 0 0,1-1-384 0,-1 0 0 16,-2 2 0-16,-1-1 0 0,0 0 0 0,-1-2 0 16,0 1 0-16,-3-3 0 0,-1 3-176 0,-2-1 48 0,-1 2 0 0,-2-2 0 15,-3 1 128-15,-2 2 0 16,-1 2 0-16,-1 1-128 0,-1 3-208 0,-1 2-48 15,1 1 0-15,1 0 0 16,0 4-128 0,3-2-48-16,1 1 0 0,2-2 0 0,1 1-208 0,1 2-32 0,2-1-16 0,1 2-12304 15</inkml:trace>
  <inkml:trace contextRef="#ctx0" brushRef="#br0" timeOffset="155535.51">11505 7000 14735 0,'0'-2'1312'0,"1"2"-1056"0,0-1-256 0,-1 1 0 0,1 0 2048 0,0-1 336 15,0 1 80-15,1-4 16 16,1 3-880-16,0-3-160 16,1 1-32-16,1 3-16 0,-1-2-976 0,1 0-192 15,0 2-32-15,-1-1-16 0,1 2 528 0,0-1 128 16,-5 0 0-16,0 0 16 0,0 0-128 0,0 0-16 15,0 0-16-15,0 0 0 0,0 0-256 0,33 25-48 0,-33-25-16 0,0 0 0 16,0 0-144-16,0 0-32 0,0 0 0 16,12 43 0-16,-12-43-192 0,0 0 128 0,-1 34-128 0,-2-23 0 15,1 3 0-15,-2-2 0 0,-1 1 0 0,1 1 0 16,-2 0-160-16,0-2-32 0,1 2 0 0,-1-2 0 16,1-1 192-16,-1-1-128 0,2-1 128 0,0-2-128 15,0-3 320-15,0-1 64 0,3 0 0 0,-1-1 16 16,1-2 272-16,0-2 48 0,1-1 16 0,1-1 0 15,0-1-224-15,1-2-64 0,0-3 0 0,3-1 0 16,0 1-144-16,2-7-48 0,1-3 0 0,4-2 0 0,-1-4-128 0,2 0 0 16,0-2 144-16,1 2-144 0,1 4 0 15,-1 0 0-15,-1 7 0 0,-2 2 0 0,0 1 0 0,-2 3 0 16,-1 2 0-16,-1 2 0 0,-2 3 0 0,-5 2 0 16,0 0 0-16,0 0 0 0,0 0-240 0,0 0-16 15,0 0 0-15,0 0-17632 16</inkml:trace>
  <inkml:trace contextRef="#ctx0" brushRef="#br0" timeOffset="159203.69">2955 8074 3679 0,'0'-2'320'0,"0"2"-320"0,0-1 0 0,-1 0 0 16,1 1 864-16,0 0 96 0,0 0 32 0,0-2 0 16,0 0 416-16,1 1 96 15,-1-1 16-15,0-1 0 0,0 3-256 0,0-2-48 0,0 2-16 0,0 0 0 16,0 0-208 0,1 0-32-16,-1 0-16 0,0 0 0 0,1 0-304 0,-1 0-64 0,1 2-16 0,-1-2 0 15,1 0 64-15,1 0 16 0,0 0 0 0,1 0 0 16,1 0 128-16,-1 0 16 0,3 0 16 0,-1 0 0 0,2-2-32 0,0 2 0 15,2-1 0-15,-1 0 0 0,2 1-96 0,-1 0-32 16,2 0 0 0,-1 1 0-16,-10-1-240 0,0 0-48 0,0 0-16 0,41 11 0 15,-41-11-336-15,0 0 0 0,0 0 0 0,0 0 0 16,46 15 0-16,-38-14 0 0,2 1 0 0,-2-2 0 16,0 0 0-16,1-2 0 0,-1 2 0 0,0-2 0 15,0 0 0-15,0-1 0 0,1-2 0 0,0 1-128 16,-1 1-256-16,1-2-32 0,-2 1-16 0,-1-1 0 15,1 2-1360-15,-2 1-256 0,0 1-64 0,-2 2-10048 0</inkml:trace>
  <inkml:trace contextRef="#ctx0" brushRef="#br0" timeOffset="159525.04">3358 8034 11967 0,'-1'-4'528'0,"0"-1"112"0,2 2-512 0,-1 0-128 16,0 2 0-16,0-1 0 0,0 1 960 0,1-1 144 16,-1-1 48-16,1-1 0 0,0 0 272 0,-1 1 64 15,0 0 16-15,-1 3 0 0,1 0-416 0,-1 1-64 16,0 3-32-16,0 1 0 0,-1 0-224 0,1 4-32 15,-1 1-16-15,0 0 0 0,1 1-128 0,-1 1-16 16,1 2-16-16,0-4 0 0,1 1-400 0,0-1-160 16,0-1 128-16,0-2-128 0,1 1 0 0,-1-4 0 15,1 1 0-15,0 0 0 0,1-3 0 0,0 0 0 16,0-1 0-16,-1-1 0 16,2-1-768-16,0-1-16 0</inkml:trace>
  <inkml:trace contextRef="#ctx0" brushRef="#br0" timeOffset="159903.98">3469 8039 8287 0,'0'-4'368'0,"0"1"80"0,1 1-448 0,-1 0 0 0,1 1 0 0,-1 1 0 16,-1 0 1792-16,1-2 288 0,0 2 48 0,-1-3 16 16,1 3-480-16,-2 0-80 0,0 3-32 0,-1-1 0 0,0 3-720 0,0-2-160 15,1 2-32-15,-1 1 0 0,1 1-112 16,0-2-16-16,1 3-16 0,0-2 0 0,0 2 64 0,1-2 16 15,0-1 0-15,1 2 0 0,1-2-48 0,-1 0 0 16,1 0 0-16,0 2 0 0,1-3-64 0,0 1-16 16,0 0 0-16,1-1 0 0,0-1-176 0,0 2-32 15,1-3-16-15,-1 1 0 0,1 1-224 0,0-3 0 16,-1 1 0-16,2-2 0 0,-1 0 0 0,2 0 0 16,-1-2 0-16,-1-1 0 0,1 0 192 0,-1-3 112 15,2 0 16-15,-1 0 0 0,1-2 192 0,-1 1 32 16,-1-2 16-16,0 0 0 0,-1 1-304 0,0 0-48 0,-2-1-16 0,0 0 0 15,-2 2-32-15,0-2-16 0,-1 4 0 0,-2-3 0 16,-2 4 48-16,0-1 16 0,-4 3 0 0,-1 2 0 16,-2 0-80-16,-1 2 0 0,-1 1-128 0,-1 1 192 15,0 2-192-15,2 0 128 0,1-1-128 0,3 0 0 16,2-1 0-16,1 1-192 0,2-2 16 0,2 0-16400 16</inkml:trace>
  <inkml:trace contextRef="#ctx0" brushRef="#br0" timeOffset="162040.03">4428 8071 11967 0,'-1'-1'1072'0,"-1"-1"-864"16,1 2-208-16,1-3 0 0,0 3 672 0,0 0 96 16,-1-2 0-16,1 2 16 0,0-2 624 0,0-1 112 15,1 2 16-15,0-2 16 0,1 2 96 0,-1-1 16 16,1 2 0-16,2 0 0 0,0 0 0 0,-1 2 0 0,2-1 0 0,1 1 0 15,0 0-704-15,-6-2-128 0,0 0-16 0,0 0-16 16,0 0-336-16,39 14-64 0,-39-14-16 0,0 0 0 16,0 0-384-16,36 5 128 0,-26-7-128 0,-2 1 0 31,-1 1 0-31,0-2 0 0,0 0 0 0,-1 0 0 16,0-3-912-16,0 2-112 0</inkml:trace>
  <inkml:trace contextRef="#ctx0" brushRef="#br0" timeOffset="162362.67">4652 7971 9215 0,'-3'0'816'0,"1"0"-656"16,1 0-160-16,0 0 0 16,1 0 1584-16,0 0 272 0,0 1 64 0,0 0 16 15,2 1 0-15,0-2 0 16,1 1 0-16,2-1 0 0,-1 2-720 0,3-4-160 15,-1 2-32-15,1-1 0 0,0 1-16 0,0-3-16 16,2 2 0-16,-1 0 0 0,2-1-304 0,0 0-64 16,-1-1-16-16,0 1 0 0,-1-1-320 0,0 1-64 0,-1 0-16 0,1-2 0 15,0 3-16-15,-1-2 0 0,-1 1 0 0,0 1 0 16,-2 1 16-16,0 1 0 0,0 1 0 0,-2-1 0 16,-1 3-80-16,0 1 0 0,-1 2-128 0,-1 0 192 15,-1 1-48-15,-2 3-16 0,-1 1 0 0,1 1 0 16,-1 3-128-16,0-1 192 0,0 0-192 0,0 2 192 15,1-3-192-15,-1 3 0 0,1-3 0 0,1 0 128 16,1-2-128-16,-1 0 0 0,1-2 0 0,-1-1 0 16,1-2 0-16,1 0 0 0,-2-2 0 0,1-1 0 15,1-1-448-15,-1 0-32 0,2-3 0 16,-1 0-15040-16</inkml:trace>
  <inkml:trace contextRef="#ctx0" brushRef="#br0" timeOffset="162606.53">4715 8086 17503 0,'-2'3'768'0,"0"-3"176"0,1 2-752 0,0-1-192 15,0 1 0-15,1-2 0 0,0 2 1984 0,0-2 384 0,0 2 64 0,0 1 0 16,1-1-304-16,1-1-64 0,1 1-16 0,1-2 0 16,0 0-768-16,1-2-176 0,2 1-16 0,-1-1-16 15,1-1-448-15,0 1-96 0,0 2-16 0,1-2 0 16,0 0-352-16,0 1-160 15,-1-1 128-15,0 0-128 0,2 1 0 0,-2-1 0 0,1 1 0 0,0 0 0 16,-1-1-1344-16,-1 2-208 0,0 0-48 0,0 0-14336 16</inkml:trace>
  <inkml:trace contextRef="#ctx0" brushRef="#br0" timeOffset="163283.82">4978 8001 6447 0,'1'-2'576'0,"0"-1"-576"0,0 1 0 0,0 1 0 0,0 0 1808 0,-1 1 256 0,0-2 48 0,1 1 16 16,1-3 928-16,-1 1 176 0,1-1 32 0,-2 1 16 0,1 0-784 15,-1 1-176-15,0 2-16 0,-1-2-16 0,1 2-800 0,0 0-144 16,0 2-48-16,-1-1 0 16,0 3-880-16,0-3-176 0,0 3-48 0,0-3 0 0,0 2-192 0,1-2 0 15,-1 3 0-15,1-1 0 0,0-1 0 16,0 0 0-16,1-1 0 0,-1 1 0 16,1 0 0-16,-1-1 0 0,1 1 0 0,0-2 0 0,1 2 0 0,-2-2 0 15,1 1 0-15,-1 0 0 0,0 1 0 0,0 1 0 16,1-2 0-16,-1 3 0 0,1-3 0 0,0 2 128 0,0 0-128 0,0 2 144 15,0-3-144-15,1 2 160 16,0-1-160-16,0 2 160 0,0-3-160 0,2 0 0 16,0 3 0-16,0-2 128 0,0-1-128 0,2 1 0 0,-2 1 0 0,1-1 0 15,-5-3 0-15,0 0 0 0,0 0 0 0,0 0 0 16,0 0 0-16,0 0 0 0,41 21 0 0,-36-18 0 16,1 1 0-16,-1-2 0 0,-1 3 0 0,1-2 0 31,-1 1 0-31,-2 1 0 0,1 0 0 0,-1-1 0 15,0 4 0-15,-2-4 0 0,0 2 0 0,0 0 0 0,-1 1 0 0,0-2 0 0,-1 0 0 0,0 0 0 0,-1 1 0 0,0-1 0 32,-2 0 0-32,1 0 0 0,-2 2 0 0,-1-3 0 15,-1 0 0-15,0 0 0 0,0 0 0 0,0-1 0 16,-2-1 0-16,0-1 0 0,0-1 0 0,1-1 0 16,1 1 0-16,-1-2 0 15,1-1-1280-15,1-1-272 0,1-1-64 0,0 0-14592 0</inkml:trace>
  <inkml:trace contextRef="#ctx0" brushRef="#br0" timeOffset="163507.92">4972 8027 13823 0,'-2'-4'608'0,"1"3"128"0,1-1-592 0,0 2-144 0,0-1 0 0,0 1 0 16,0-1 2480-16,1 1 464 0,0-3 80 0,1 1 32 15,1-1-240-15,-1 1-64 0,2 1 0 0,2 0 0 16,-1-1-1392-16,3-1-272 0,-1 1-64 0,1 0-16 15,2 1-688-15,0-1-144 0,1 1-32 0,-1 0 0 16,-10 1-144-16,0 0 0 0,32 2 0 0,-32-2 0 16,0 0-160-16,0 0-16 0,0 0 0 0,41 13 0 15,-41-13-1072-15,0 0-224 0,0 0-32 0,0 0-13952 16</inkml:trace>
  <inkml:trace contextRef="#ctx0" brushRef="#br0" timeOffset="163744.32">4904 8160 15663 0,'-4'0'688'0,"1"0"144"0,1 0-656 0,0 0-176 0,1 0 0 0,0 0 0 15,0 0 2496-15,0 2 448 0,-1 1 112 0,0 0 16 16,-1 3-384-16,0 1-64 0,1 0 0 0,1 1-16 16,-1 1-1936-16,2-2-384 0,0 1-80 0,1-1-16448 15</inkml:trace>
  <inkml:trace contextRef="#ctx0" brushRef="#br0" timeOffset="167708.6">5900 8146 7359 0,'-1'0'656'0,"0"0"-528"15,1 0-128-15,0 0 0 0,0 0 1104 0,-1-2 192 31,1 2 48-31,-1 0 0 0,0-2 304 0,-1 1 64 16,1-1 16-16,1 1 0 0,0-1-48 0,0 0 0 0,1 2 0 0,-1-2 0 0,1 2-336 0,0-2-80 16,0 1-16-16,0-1 0 0,1 2-288 15,1 0-64-15,1-2-16 0,-1 1 0 16,2 1-176-16,1-2-16 0,-1 2-16 0,2-2 0 16,1 0-224-16,0-1-32 0,2 1-16 0,-1 1 0 0,1-1-144 0,-1 0-16 0,1 0-16 0,-1 0 0 31,0 1-224-31,-2-1 0 0,-1-1 0 0,0 1 0 31,-2 2-432-31,0 0-80 0,0-2 0 0,0 2-16 16,-2 0-1776-16,0-2-368 0</inkml:trace>
  <inkml:trace contextRef="#ctx0" brushRef="#br0" timeOffset="168198.75">6163 8027 7359 0,'2'-2'656'0,"-2"0"-528"16,1 1-128-16,-1 1 0 0,1 0 1808 0,-1 0 336 16,2-2 64-16,0 1 16 0,1 0-752 0,0-2-160 15,-1 1-32-15,1 2 0 0,-1-2-560 0,-1 1-112 16,1 1-32-16,-1 0 0 0,0 1 96 0,-1 1 16 16,0-2 0-16,0 2 0 0,0 1-16 0,-2-2 0 15,1 0 0-15,-1 2 0 0,-1 1 0 0,0 1 0 16,1-2 0-16,-2 2 0 0,1 0-144 0,-1 1-16 15,3-1-16-15,-1-1 0 0,0-1-288 0,1 2-48 0,1-2-16 0,-1 0 0 16,2 0-144-16,0 0 192 0,0-1-192 0,1 0 192 16,0 0-192-16,0-2 160 0,2 3-160 0,0-3 160 15,-1 2-160-15,1-1 192 0,1 1-192 0,-1 0 192 16,1-2-64-16,0 2 0 0,-1-1 0 0,1 1 0 16,1 1 32-16,-2-1 0 0,2 1 0 0,-1 0 0 15,1 0-160-15,-1-1 0 0,-5-2 0 0,0 0 0 16,0 0 0-16,0 0 0 0,0 0 0 0,0 0 0 15,42 21 0-15,-37-18 0 0,-1 0 0 0,-2 1 0 16,1-2 0-16,-1 3 0 0,-1-2 0 0,-1-1 0 0,1 0 0 0,-2 1 0 16,0 0 0-16,-1 1 128 0,0-2 96 15,-1 1 16-15,0-1 0 0,-1 1 0 0,0 0-80 0,-1 0-16 16,-2 0 0-16,0 2 0 0,0-3-144 0,-1 0 0 16,-1 1 0-16,-1 0 0 0,1 1 0 0,0-4 128 15,1 1-128-15,-2 0 0 0,1-1 0 0,1-2 0 16,-1 0 0-16,2-1 0 0,-1 0 0 0,2-1-272 15,0-1 32-15,2-2-10112 16,-1 3-2016-16</inkml:trace>
  <inkml:trace contextRef="#ctx0" brushRef="#br0" timeOffset="168399.48">6152 8044 3679 0,'2'-5'320'0,"0"0"-320"0,0 3 0 0,0 0 0 15,-1 0 1920-15,0 2 304 16,0 0 64-16,1-1 16 0,1 1 1264 0,3-2 256 16,1 2 48-16,1 0 16 0,0 0-1680 0,-8 0-336 0,0 0-64 0,0 0-16 15,37 7-752-15,-37-7-144 0,0 0-48 0,0 0 0 0,42 4-560 0,-42-4-112 16,0 0-32-16,30 1 0 16,-30-1-752-16,0 0-160 0</inkml:trace>
  <inkml:trace contextRef="#ctx0" brushRef="#br0" timeOffset="171367.41">7121 8082 9215 0,'-2'-2'816'0,"0"0"-656"15,1 1-160-15,0 1 0 0,0 0 1168 0,-1 0 208 16,0-2 32-16,-3 1 16 0,-1-1 416 0,1 0 80 16,-1 2 0-16,2 0 16 15,0-2-176-15,0 2-32 0,1 0-16 0,1 0 0 0,1 0-416 0,-1 0-80 16,2 2 0-16,-1-2-16 0,2 1-352 0,0-1-64 16,2 0-16-16,-1 0 0 0,2 0-64 0,2-1 0 15,-1 1-16-15,2-2 0 0,0-1-80 0,1 1-16 0,1-1 0 0,-1 1 0 16,1 0-208-16,0-3-32 15,0 2-16-15,-1 0 0 0,0 0-160 0,-1 1-48 16,0 1 0-16,-1-2 0 0,0 2-128 0,-1 0 0 0,0 1 0 0,-1 0 0 16,-2 1-192-16,1 0-32 0,-1 2 0 15,0 0-11728-15,-2-1-2336 16</inkml:trace>
  <inkml:trace contextRef="#ctx0" brushRef="#br0" timeOffset="171780.4">7289 7984 11055 0,'0'1'976'0,"-1"-1"-784"15,1 0-192-15,0 0 0 0,0 0 1792 0,1 2 304 16,-1-2 64-16,0 0 16 0,1 0 128 0,1 0 16 16,2 0 16-16,1-2 0 15,0 1-960-15,1-1-192 0,0 1-32 0,1 0-16 0,0-1-288 0,0 2-48 16,0 0-16-16,0 0 0 0,0 0-160 0,-7 0-48 15,0 0 0-15,0 0 0 0,0 0-240 0,0 0-48 16,38 18-16-16,-38-18 0 0,0 0-272 0,0 0 0 16,0 0 128-16,0 0-128 0,0 0 0 0,0 0 0 0,20 38 0 0,-20-33 0 15,-1 0 0-15,-1-1 0 0,-1 1 0 0,-1-1 0 16,0 2 0-16,-1-1 0 0,0-1 0 0,-1 1 0 16,0 0 0-16,-1-1 0 0,-2 2 0 0,1 0-144 15,1-1-112-15,-1 1-32 0,3-2 0 0,-1 3 0 16,1-3 96-16,2-1 0 0,0 2 16 0,1-1 0 15,0-1 176-15,1 0 0 0,1-1 0 0,1 0 0 0,1 0 0 0,1-2 0 16,2 2 0-16,-1-4 0 0,2 2 256 0,0-1 16 31,2 0 16-31,0-1 0 0,0-1 240 0,2 0 48 16,-2 0 16-16,0 0 0 0,0 0-400 0,-1-1-192 0,1 1 160 0,-2 2-160 16,1-2 0-16,-2 0-240 0,0 0 32 0,-1 1-11232 15,1 0-2240-15</inkml:trace>
  <inkml:trace contextRef="#ctx0" brushRef="#br0" timeOffset="171987.06">7534 8045 6447 0,'-2'1'576'0,"2"-1"-576"0,-1 2 0 0,0-2 0 16,1 1 2720-16,0 1 432 0,0-2 96 0,0 2 16 31,0-1 480-31,-1 1 96 0,2 0 32 0,0 1 0 15,0 1-1648-15,-1 1-336 0,0-5-64 0,0 0-16 16,0 0-1104-16,0 0-240 0,0 0-32 0,0 0-16 16,0 0-416-16,0 0 0 0,0 0 128 0,0 0-128 15,0 0 0-15,0 0 0 0,0 0 0 0,0 0-17920 16</inkml:trace>
  <inkml:trace contextRef="#ctx0" brushRef="#br0" timeOffset="172399.47">7651 7978 18879 0,'0'0'416'0,"0"0"96"0,0 0 0 0,-1 0 16 0,1 0-528 0,0 0 0 16,0 0 0-16,0 0 0 0,1 0 2704 0,0 0 432 0,0 2 96 0,0-2 16 16,0 0-2304-16,0 1-464 0,0 0-96 0,0 1 0 15,-1-1-48-15,0 3 0 0,-1-1 0 0,0-1 0 16,0 3 176-16,-1 0 16 0,0-1 16 0,0 1 0 15,0 1-176-15,2-2-48 0,-1 1 0 0,0-1 0 16,1 0 128-16,1 2 0 0,0-2 16 0,-1-4 0 16,0 0-208-16,0 0-64 0,0 0 0 0,0 0 0 15,0 0-192-15,0 0 0 0,0 0 0 0,35 24 0 16,-35-24 0-16,0 0 0 0,0 0 0 0,0 0 0 16,0 0 0-16,0 0 0 0,32 24 0 0,-32-24 0 15,0 0 0-15,0 0 0 0,0 0 0 0,0 0 0 0,0 0 0 0,0 0 0 16,19 35 0-16,-19-32 0 0,-1 1 0 0,0-2 0 15,-1 2 0-15,0 0 0 0,-1-2 0 0,1 3 0 16,-2-3 0-16,0 3 0 16,0-3 0-16,-1 1 0 0,0-1 128 0,0-1-128 0,-2 1 0 0,2 0 0 15,-2-1 128-15,0 0-128 0,0-1 0 0,0-1 0 16,0 0 0-16,1-1 0 16,0-3-1344-16,1 2-256 0,-1-1-48 0,2-1-13904 0</inkml:trace>
  <inkml:trace contextRef="#ctx0" brushRef="#br0" timeOffset="172587.06">7634 8034 7359 0,'1'-2'320'0,"0"-2"80"0,0 3-400 0,-1-1 0 0,1 2 0 0,0 0 0 15,0 0 2784-15,1-3 480 0,1 1 80 0,0 0 32 16,2-1-272-16,1-1-48 0,0 1-16 0,1 1 0 16,-1-3-912-16,1 3-176 0,3-3-32 0,-2 1-16 15,1 1-1056-15,0 0-208 0,-1 1-32 0,0 1-16 16,0 0-400-16,-1-1-64 0,0 2-128 0,-2 0 176 15,0 0-432-15,0-2-64 0,-1 4-32 0,0-2-11232 16,0 0-2240-16</inkml:trace>
  <inkml:trace contextRef="#ctx0" brushRef="#br0" timeOffset="174331.26">8513 8071 3679 0,'-1'-1'320'0,"0"-1"-320"0,1 0 0 0,0 1 0 15,-1 1 352-15,0-2 0 0,0 0 0 0,-1-1 0 16,-1-2-496-16,1 0-112 0,-2-1 0 0,1 3-16 16,0-2 32-16,2 3 16 0,-1 0 0 0,-1-1 0 15,2 1 416-15,-1-1 64 0,1 1 32 0,1 0 0 16,-1 2 480-16,0-3 80 0,0 1 32 0,0 2 0 15,1-2 128-15,0 1 16 0,-1 1 16 0,0 0 0 16,0-2 0-16,-1 2 0 0,1-1 0 0,-1 0 0 16,1 1 144-16,-2 0 32 0,2 0 0 0,-3 0 0 0,1 1-128 0,-1 0 0 15,0 1-16-15,-1 1 0 0,0 0-256 0,-1 1-48 16,0 1-16-16,0 0 0 0,0-1-96 0,0 1-16 16,0 2 0-16,1-2 0 0,-1 2 64 0,2 0 0 15,-1 2 0-15,0 0 0 16,2-1-80-16,0 2-16 0,0-2 0 0,1 0 0 0,1-1-336 0,0 1-64 15,1-8-16-15,0 0 0 0,0 0-192 0,0 0 128 16,0 0-128-16,0 0 0 0,24 38 0 0,-16-38 128 16,-1 2-128-16,2-4 0 15,1 0 320-15,0-1 0 0,1-2 16 0,0 0 0 0,1-2 16 0,0 0 0 0,1-4 0 0,0 1 0 16,-1 0-176-16,-1-2-48 0,-2 3 0 0,-2-2 0 16,-1 1-128-16,-2 0 0 0,-3 1 0 0,-1 2 0 15,-1-3 0-15,-4 3 0 0,-3 1 0 16,-1 0 0-16,-1 1 0 0,-4 1 0 15,-1 1 0-15,-2 3 0 16,-1 0-832 0,-1 1-64-16,2 3 0 0,0 0-14432 0</inkml:trace>
  <inkml:trace contextRef="#ctx0" brushRef="#br0" timeOffset="176408.81">3012 8365 6447 0,'-2'-1'576'0,"1"-1"-576"0,1 0 0 0,0 1 0 16,1 1 736-16,-1-2 32 0,1 2 16 0,0 0 0 15,1-3 720-15,2 1 144 0,0 0 16 0,1 0 16 16,2 1-368-16,-1-1-80 0,1 0-16 0,-1 2 0 16,1-1-384-16,2 1-64 0,-1 0-32 0,1-2 0 15,0 2-160-15,-1-1-48 0,0 0 0 0,2 1 0 0,-1-2 32 0,0 0 0 16,1 1 0-16,0 1 0 0,-1-2 16 0,2 1 16 16,-2 0 0-16,0 1 0 0,0-1 48 0,0 1 0 15,-9 0 0-15,0 0 0 0,31 1 448 0,-21-2 112 16,-10 1 16-16,0 0 0 15,34 0-1792-15,-34 0-336 0,0 0-80 0,38-2-16 0,-38 2 816 0,0 0 192 16,39-2 0-16,-39 2 0 0,26-2 0 0,-26 2 208 16,29-1-64-16,-29 1-16 0,28-2 288 0,-28 2 48 15,0 0 16-15,38 3 0 0,-38-3-160 0,0 0-16 16,42 4-16-16,-42-4 0 0,0 0-96 0,41 7 0 0,-41-7-16 0,0 0 0 16,47 5-32-16,-47-5 0 0,33 2 0 0,-33-2 0 15,36 0 80-15,-36 0 16 0,40-2 0 0,-40 2 0 16,43-5 32-16,-22 1 16 0,-21 4 0 0,43-3 0 15,-21 1-64-15,0-1-16 0,-2 1 0 0,-1 0 0 16,-19 2 32-16,39-3 0 0,-39 3 0 0,44-2 0 16,-44 2-48-16,45-4-16 0,-45 4 0 0,46-3 0 15,-46 3-176-15,43-1 128 0,-43 1-128 0,44-2 128 0,-44 2-128 16,41 0 0-16,-41 0 0 0,38-2 0 0,-38 2 0 0,38-2 0 16,-38 2 0-16,39-3 0 0,-39 3 0 0,37-4 0 15,-37 4 128-15,38-3-128 0,-38 3 0 0,40 0 0 16,-40 0 0-16,39 2 0 0,-39-2 0 0,37 3 0 15,-37-3 0-15,37 5 0 0,-37-5 0 0,37 4 0 16,-37-4 0-16,36 5 0 0,-36-5 0 0,35 5 0 16,-35-5 0-16,39 4 0 0,-39-4 0 0,41 3 0 15,-41-3 0-15,42 2 0 0,-42-2 0 0,42 0 0 16,-42 0 0-16,42 0 0 0,-42 0 0 0,41 0 0 16,-41 0 0-16,38 1 0 0,-38-1 0 15,38 0 0-15,-38 0 0 0,35 0 0 0,-35 0 0 16,36 0 0-16,-36 0 0 0,35 0 0 15,-35 0 0-15,34 0 0 0,-34 0 0 0,36-1 0 0,-36 1 0 0,39 0 0 16,-39 0 0-16,38-2 0 0,-38 2 0 0,35-3 0 0,-35 3 128 0,35-2-128 16,-35 2 0-16,35-2 0 0,-35 2 0 0,35-3 0 15,-35 3 0-15,30-2 0 0,-30 2 0 0,31-2 0 16,-31 2 0-16,30-1 0 0,-30 1 0 0,33 0 0 16,-33 0 0-16,33 0 0 0,-33 0 0 0,34 0 0 15,-34 0 0-15,34 1 0 0,-34-1 0 0,34 2 0 0,-34-2 0 16,34 0 0-1,-34 0 0-15,35 1 0 0,-35-1 0 0,33 2 0 0,-33-2 0 0,33 2 0 16,-33-2 0-16,32 2 0 0,-32-2 0 0,32 0 0 16,-32 0 0-16,34 0 0 0,-34 0 0 0,38 0 0 0,-38 0 0 0,37 0 0 15,-37 0 0-15,37-2 0 16,-37 2 0-16,39 0 0 0,-39 0 0 0,40-3 0 0,-40 3 0 16,40-2 0-16,-23 0 0 0,1 1 0 0,-18 1 192 0,39-2-64 15,-39 2 0-15,37-2 0 16,-37 2-128-16,34 0 0 0,-34 0 144 0,40-2-144 0,-40 2 0 0,40 0 0 15,-40 0 0-15,40 2 128 0,-40-2-128 0,40 2 0 16,-40-2 0-16,35 3 0 0,-35-3 0 0,36 2 0 16,-36-2 0-16,35 2 0 15,-35-2 0-15,33 0 0 0,-33 0 0 0,33 1 0 16,-33-1 0-16,34 0 0 0,-34 0 0 0,34 0 0 0,-34 0 0 0,30-1 0 0,-30 1 0 0,33 0 0 31,-33 0 0-31,33-1 0 0,-33 1 0 0,35-1 0 16,-35 1 0-16,36 0 0 0,-36 0 0 0,37 0 0 15,-37 0 0-15,34 0 0 0,-34 0 0 0,32 0 0 16,-32 0 0-16,33 0 0 0,-33 0 0 0,36-2 0 0,-36 2 0 0,36 0 0 16,-36 0 0-16,34-1 0 0,-34 1 0 0,34 0 0 15,-34 0 0-15,36 0 0 0,-36 0 0 0,33 0 0 16,-33 0 0-16,32 1 0 0,-32-1 0 0,29 2 0 16,-29-2 0-16,28 1 0 0,-28-1 0 0,27 1 0 15,-27-1 0-15,0 0 0 0,37 3 0 0,-37-3 0 16,0 0 0-16,39 0 0 0,-39 0 0 0,30 0 0 15,-30 0 0-15,31 0 0 0,-31 0 0 0,27-2 0 16,-27 2 0-16,29-2 0 0,-29 2 0 0,33-1 0 16,-33 1 0-16,32-3 128 0,-32 3-128 0,31-3 0 15,-31 3 0-15,30-3 0 0,-30 3 0 0,30-3 144 0,-15 1-144 16,-15 2 160-16,30-3-160 0,-14 1 0 0,0 1 0 0,-1-2 128 16,3 0-128-16,1-2 0 0,-2 3 0 0,1-2 0 15,-2 0 0-15,1 1 0 0,1 0 0 0,0-2 0 16,1 0 0-16,0 3 0 0,1-1 0 0,-3 1 0 15,-2-1 0-15,1 1 0 0,-16 2 128 0,30-1-128 16,-30 1 0-16,26-1 0 0,-26 1 144 0,26-2-144 16,-13 2 0-16,-1-2 0 0,1 1 0 0,0-1 128 15,-13 2-128-15,25 0 0 0,-25 0 0 0,24 0 0 16,-12-2 0-16,-12 2 0 0,27-1 0 0,-27 1 0 0,25 0 0 0,-25 0 0 16,27 0 0-16,-27 0 0 0,25 0 0 15,-25 0 0-15,26 0 0 0,-26 0 0 0,0 0 0 0,42 5 0 16,-42-5 0-16,26 1 0 0,-26-1 0 0,0 0 0 15,36 2 0-15,-36-2 0 0,0 0 0 0,37 0 0 16,-37 0 0-16,26 2 0 0,-26-2 0 0,27 0 0 16,-27 0 0-16,30 1 0 0,-30-1 0 0,31 1 0 15,-31-1 0-15,29 2 0 0,-29-2 0 0,29 0 0 16,-29 0 0-16,31 1 0 0,-31-1 0 0,30-1 0 16,-30 1 0-16,27-2 0 0,-13 0 0 0,-1 0 0 15,0 0 0-15,0-1 0 0,-2 1 0 0,1-1 0 16,1 2 0-16,-1-2 128 0,0 2-128 0,-1-1 0 0,-11 2 0 0,23-3 0 15,-23 3 0-15,22 0 0 0,-22 0 0 0,0 0 0 16,32 0 0-16,-32 0 0 0,0 0 0 0,0 0 0 16,33 6 0-16,-33-6 0 0,0 0 0 0,0 0 0 15,0 0 0-15,0 0 0 0,0 0 0 0,0 0 0 16,0 0 0-16,0 0 0 0,0 0 0 0,0 0 0 16,0 0-896-1,0 0-80-15,0 0-32 0,0 0-16704 0</inkml:trace>
  <inkml:trace contextRef="#ctx0" brushRef="#br0" timeOffset="176763.1">8900 8181 2751 0,'-1'-2'256'0,"0"0"-256"16,1 1 0-16,-1-1 0 0,1 2 2128 0,-1-2 384 15,0 0 80-15,-1-3 16 0,-1 0-208 16,0-2-32-16,1 2-16 0,-1 3 0 0,1-2-240 0,-1 3-32 15,1 1-16-15,0 0 0 0,1 0-336 0,-1 3-64 16,1-1 0-16,0 0-16 0,0 1-528 0,0 1-96 0,1-1-32 0,0 1 0 16,0 1-320-16,2-2-64 0,0 1-16 0,1-1 0 15,1 1-224-15,2-3-48 16,-6-1-16-16,0 0 0 16,0 0-112-16,31 6 0 0,-31-6-16 0,0 0 0 0,31 1 0 0,-20-1 0 0,-11 0 0 0,21 2 0 15,-21-2-176-15,0 0 128 0,30 5-128 0,-30-5 128 16,0 0-128-16,0 0 0 0,32 12 0 0,-32-12 0 15,0 0 0-15,0 0 0 0,0 0 0 0,0 0 0 16,0 0 0-16,22 40 0 0,-22-40 0 0,0 0 0 16,0 0 128-16,-8 24-128 0,2-18 128 0,-1 0-128 15,-1 0 144-15,-2 0-144 0,-2 0 160 0,-2 0-160 0,-4 2 0 0,-4 0 0 16,-1-2 0-16,-9 2-18976 16</inkml:trace>
  <inkml:trace contextRef="#ctx0" brushRef="#br0" timeOffset="177823.03">3107 8236 11055 0,'2'-5'976'0,"0"1"-784"16,-1 1-192-16,0 1 0 0,0 2 896 0,-1-2 144 0,1 1 32 16,-1-1 0-16,1-1 624 0,0 0 128 15,-1 0 32-15,-1 0 0 0,0 3-368 0,-1-2-64 0,0 4-16 0,-2-2 0 16,0 3-304-16,-1-1-64 0,1 2-16 0,-3 1 0 16,1 0-560-16,-1 0-112 0,2 0-32 0,-2-1 0 15,2 1-192-15,-2 0-128 0,-1-1 128 0,0-1-128 16,-1 2 192-16,2-2-16 0,-1-1-16 0,1 2 0 15,0-1 96-15,-1-1 32 0,2 0 0 0,-2 0 0 16,2 1-32-16,-1-1-16 0,1 1 0 0,-1-1 0 16,1 0-240-16,0 1 128 0,1-1-128 0,0-1 0 0,0 1 160 0,1 0-160 15,1-2 160-15,-1 1-160 0,2 0 384 0,0-1-32 16,1 2 0-16,-1-2 0 0,2 1 32 0,-1 1 0 16,2-2 0-16,-1 2 0 0,2 1-128 0,0-3-32 15,-1 2 0-15,1 0 0 0,2 1 48 0,0 2 16 16,-1-3 0-16,2 0 0 0,-5-2-128 0,0 0-32 15,0 0 0-15,0 0 0 0,0 0-128 0,0 0 160 16,40 26-160-16,-40-26 160 0,0 0 48 0,0 0 16 16,0 0 0-16,40 10 0 0,-40-10-48 0,0 0-16 15,0 0 0-15,42 7 0 0,-42-7-16 0,0 0 0 16,0 0 0-16,45 12 0 0,-45-12-144 0,0 0 0 0,0 0 0 0,39 24 128 16,-39-24-128-16,0 0 0 15,0 0 0-15,34 29 0 0,-34-29 0 0,0 0 0 0,0 0 0 0,0 0 0 16,41 28 0-16,-41-28 0 0,0 0 0 0,0 0-18624 15</inkml:trace>
  <inkml:trace contextRef="#ctx0" brushRef="#br0" timeOffset="185478.09">9515 8174 911 0,'1'-2'0'0,"0"-2"0"0,0 3 0 0,-1-1 0 16,1 2 1568-16,-1 0 224 0,0-2 64 0,0 1 0 16,1-1 336-16,0 2 80 0,0-2 16 0,-1-1 0 15,1-1-192-15,0 3-48 0,0-2 0 0,-1 0 0 16,1 1-48-16,0-2-16 0,1 2 0 0,-1-2 0 0,0-1-448 0,0 0-80 16,1 1-32-16,-1-1 0 0,0 0-672 0,-1 0-144 15,0 0-32-15,0 1 0 0,-1-1-336 0,0 0-80 16,-1 1-16-16,0 1 0 0,-1-2-144 0,-1 3 128 15,-1-2-128-15,0 3 128 0,0-1-128 0,-2 0 0 16,0 1 0-16,0 1 0 0,0 0 0 0,-1 0 0 16,1 0 0-16,0-2 0 0,1 2 0 0,2-2 0 15,-1 0 0-15,1 1 0 0,1-1 0 0,-1 0 0 0,1-1 0 16,0 2 0-16,0 0 0 0,2-3 0 0,-1 3 128 16,1-2-128-16,0 2 0 0,0 0 0 0,1 1 0 0,0 0 0 15,0 1 0-15,1 1 0 0,-1 3 0 0,1-1 0 16,-1-4 144-16,0 0-144 0,3 36 160 0,-3-36-160 15,2 31 176-15,-2-31-176 0,2 38 192 0,-2-38-192 16,1 45 0-16,-1-45 0 0,2 50 0 0,-2-50 0 16,2 52 0-16,-2-52 0 0,3 52 0 0,-3-52 0 15,2 54 0-15,-2-54 0 0,4 43 0 0,-4-43 0 16,0 0 0-16,5 43 0 0,-5-43 0 0,0 0 0 16,0 0 0-16,0 26 0 0,-1-24 0 0,-1 0 0 15,0-2 0-15,0 0 0 0,0 0 0 0,-2-2 0 16,0 0 0-16,0-3 0 0,1 0 0 0,-2 1 0 0,-1-4 128 0,1 1-128 15,-1 0 0-15,-1-3 0 0,0 1 0 0,0 0 0 16,0-3 0-16,-1 0 0 0,2 2 0 0,0 1 0 16,1 0 0-16,-1 1 0 0,2 2 0 0,0 0 0 15,1 2 0-15,0-1 0 0,1 2 0 0,1 1 0 16,1 2 0-16,0 0 0 0,2 0 0 0,-1 0 0 16,1 2 0-16,1-2 0 0,0 1 0 0,1 1 0 15,1 1 0-15,0-3 0 0,2 0 160 0,0 2-32 16,1-2 0-16,-1-2 0 0,1 2 112 0,1-3 16 15,2 0 0-15,-1 1 0 0,1 0-256 16,-1-2 176-16,2 1-176 0,-2 0 160 0,-1 1-160 0,-1 0 0 0,1-1 0 0,-2 3 0 16,-1-2 0-16,-1 2 0 0,1 0 0 0,-2 0-18112 15</inkml:trace>
  <inkml:trace contextRef="#ctx0" brushRef="#br0" timeOffset="189915.3">13155 5880 11055 0,'0'0'976'0,"0"0"-784"16,-1 0-192-16,1 0 0 0,0 0 640 0,0 0 64 16,-1 2 32-16,-1-2 0 0,0 2 112 0,0-1 32 0,0 2 0 0,0-2 0 15,1 2-384-15,0 1-80 0,0-2-16 0,0 3 0 16,1-2 112-16,-1 1 32 0,1 3 0 0,-1 0 0 16,0 4 272-16,-1 0 48 0,0 3 16 0,-1 2 0 15,2 4-112-15,-3 1 0 0,-1 5-16 0,0 0 0 16,-1 2-208-16,0 1-32 0,0 1-16 0,0-1 0 15,0 0-304-15,1-5-48 0,2-3-16 0,-1-2 0 16,2-3-128-16,0-2 0 0,2-4 0 0,1-3 0 16,0-2 0-16,0-1 0 0,0-3 0 0,0-1 0 15,1-1 0-15,0-1-176 0,0-3 176 0,0-2-128 16,1 0-880-16,-1 0-160 0,1-3-48 0,-2 1 0 16,0-3-1552-16,1 0-320 0,-1-2-64 0,0 0-1968 15,0-1-384-15</inkml:trace>
  <inkml:trace contextRef="#ctx0" brushRef="#br0" timeOffset="190296.73">13081 5999 2751 0,'0'-3'256'0,"0"2"-256"16,0 1 0-16,0 0 0 0,0-2 1184 0,1-3 192 16,0-1 32-16,0-2 16 0,1-2 48 0,0 1 16 15,0 0 0-15,2 2 0 0,1 2-64 0,-1-2-16 16,2 3 0-16,0-2 0 0,2 1 128 0,1 1 0 16,1-1 16-16,2 0 0 0,0 1-496 0,1-1-96 0,0 2-32 0,0 1 0 15,-1 2-496-15,-12 0-112 16,0 0 0-16,0 0-16 15,39 19-304-15,-39-19 160 0,0 0-160 0,13 38 128 0,-13-38-128 0,0 33 0 0,-2-19 0 0,-2 0 0 16,-2-2 0-16,0 2 0 16,-2 1 0-16,-4-3 0 0,1 0 0 0,-1 1 0 0,-1-3 0 0,-1 2 0 15,0-2 0-15,-1-1 0 0,-2 0 0 0,2-1 0 16,2-4-384-16,2-1 0 0,1-1 0 0,1-1 0 16,0-2 384-16,3-1 0 0,0-1 0 0,3-1 0 15,1 1 128-15,1-2-128 0,0-1 128 0,2 1-128 0,0 0 400 0,1 0 0 16,0 3 0-16,1-3 0 15,1 4 384-15,-1 0 80 0,2 1 16 0,1 0 0 0,-6 0 16 0,0 0 0 16,0 0 0-16,0 0 0 16,36 33-320-16,-36-33-48 0,0 0-16 0,31 35 0 0,-31-35-80 0,0 0-32 15,35 41 0-15,-35-41 0 16,0 0-96-16,32 35-32 0,-32-35 0 0,0 0 0 0,0 0-272 0,40 37 128 16,-40-37-128-16,0 0 0 0,0 0 0 0,0 0 0 15,0 0 0-15,0 0-11712 0,35 29-2384 16</inkml:trace>
  <inkml:trace contextRef="#ctx0" brushRef="#br0" timeOffset="190930.43">13400 6232 7487 0,'0'-2'160'0,"0"2"32"0,0-1 16 0,0 0 0 0,0 1-208 0,0 0 0 16,0 0 0-16,0 0 0 0,1 0 2304 0,-1-2 432 16,0 1 80-16,0 1 0 0,0 0-400 0,0-2-96 15,0 2-16-15,0 0 0 0,0-2-320 0,0 1-64 16,1 1 0-16,0 0-16 0,-1-2-624 0,1 1-112 15,1 0-16-15,0-1-16 0,-1-1-432 0,2 1-96 16,0 0-16-16,1-1 0 0,-1 3-272 0,1-2-48 0,1-1-16 0,-1 1 0 16,0 2-64-16,0-2-32 0,1 1 0 0,0 1 0 15,1 0-160-15,-1-2 128 0,1 2-128 0,0 0 128 16,1 0-128-16,0 0 0 0,0 0 144 0,-1 0-144 16,1 2 128-16,-1-2-128 0,0 1 128 0,-2 1-128 15,1 0 0-15,0 1 0 0,-2-1 0 0,0 1 0 16,0 1 0-16,-2 1 0 0,-1-1 0 0,-1 1 0 15,0 0 0-15,-2 0 0 0,0 2 0 0,-1-3 0 16,-1 2 0-16,0 0 0 0,-1-1 0 0,-1 0 0 16,1 2 0-16,-1-2 0 0,0-1 0 0,1 1 0 15,-1 0 0-15,0 0 0 0,-1 2 0 0,1-3 0 0,1 2 0 0,1-3 0 16,0 1 0-16,2 0 0 0,1-1 0 0,-1-1 0 16,1 1 0-16,0-1 0 0,1 1 0 0,0-1 0 15,0 0 0-15,1-2 0 0,0 0 0 0,0 0 0 16,0 0 0-16,1 0 0 0,1 0 0 0,-1 0 0 15,2-2 0-15,0 2 0 0,-1 0 0 0,1-2 0 16,2 2 0-16,0-1 0 0,1 1 0 0,-1-2 0 16,2 2 0-16,0-2 0 0,0 2 144 0,-1-1-144 15,2 1 192-15,-2 0-192 0,2 0 224 0,-1 0-64 16,0 0-16-16,1 0 0 0,-2-2-144 0,1 2 0 0,-2 0 0 0,1-2 0 16,0 2 0-16,-2-2 0 0,0 1 0 0,-1 1 0 15,0 0 0-15,0-2-272 0,0 2 64 0,1 0-18288 16</inkml:trace>
  <inkml:trace contextRef="#ctx0" brushRef="#br0" timeOffset="193081.59">13631 4734 11055 0,'1'-7'976'0,"1"2"-784"16,0 4-192-16,-2 0 0 0,1 1 1056 0,-1 0 160 15,2-2 48-15,-1 0 0 0,1 1 64 0,-1 2 16 16,-1 5 0-16,-1 4 0 0,-1 2-592 0,-1 2-112 0,-1 4-32 0,0 4 0 16,0 3-320-16,-1 1-64 15,0-3-16-15,1 3 0 0,-1 1 0 0,0 0 0 0,0 4 0 0,0-3 0 16,2-1 112-16,1-4 32 0,-1-4 0 0,2-2 0 31,0-3-96-31,1-5-32 0,1-3 0 0,-1-2 0 16,1-3-224-16,0-2 0 0,0-1 0 0,0-3 0 0,0-1 0 0,0-3-160 0,1 0 160 0,-1-3-128 31,1-2-992-31,-2 0-192 0,0-1-32 0,-1 1-16 0,-1 0 496 16,0 0 96-16,0-3 32 0,-1-2 0 0,0-1 1088 0,-1-2 224 0,1-4 32 0,-1-3 16 15,1 1-80-15,1 1-16 0,3 1 0 16,1 5 0-16,2 0-160 0,2 4-48 0,3 3 0 15,0 5 0-15,1-1 592 0,1 5 112 16,1 3 32-16,0 4 0 0,-12-2 32 0,0 0 16 0,39 19 0 0,-39-19 0 0,0 0-528 0,38 45-96 16,-38-45-32-16,0 0 0 15,24 48-288-15,-24-48-160 0,0 0 160 0,14 45-160 0,-14-45 0 0,5 33 0 16,-5-19 0-16,-2-2 0 0,-1 0 0 0,-1-3 0 16,-4 2 0-16,0-3 0 0,-2-1-128 0,-1 1 128 15,-2-4-192-15,-1 1 192 16,-1-4-912-16,-1-1-80 0,0-1-16 0,2-2 0 15,-1-1-368-15,3 0-80 0,1-1-16 0,2 0 0 0,0-3 1072 0,2 2 208 16,2-2 32-16,2 4 16 0,2-1 144 0,2 0 144 0,2 3-16 16,1 0-128-1,1 2 576-15,2 2 0 0,0 0 0 0,-7-2 0 16,0 0 528-16,0 0 112 0,43 25 32 0,-43-25 0 16,0 0-480-16,0 0-80 0,49 32-32 0,-49-32 0 15,0 0 112-15,43 21 0 0,-43-21 16 0,0 0 0 16,39 17-512-16,-39-17-96 0,0 0-32 0,0 0 0 15,39 21-144-15,-39-21 0 0,0 0 0 0,0 0-16032 16</inkml:trace>
  <inkml:trace contextRef="#ctx0" brushRef="#br0" timeOffset="193792.85">13915 4945 23039 0,'-3'-5'1024'0,"1"1"192"0,0 1-960 0,1 1-256 16,0 2 0-16,0-2 0 0,0 2 832 0,-1-1 128 16,0-1 32-16,-1 1 0 0,1-2-512 0,-1 2-96 0,0-1-32 15,2 2 0-15,-1 2-352 0,2 1 144 0,0-1-144 0,0 3 0 16,0 2 640-16,0 0 0 16,1 3 16-16,0 1 0 0,-1 3 176 0,0-14 16 0,2 29 16 0,-2-15 0 15,0-14-544-15,0 0-128 0,5 38 0 0,-4-29-16 16,-1-9-176-16,0 0 0 0,0 0 0 0,0 0 128 15,0 0-128-15,0 0 0 0,0 0 0 0,39 6 0 16,-30-15 0-16,-1-1 0 0,0 0 0 0,1-2 0 16,-2 1 0-16,1-1 0 0,1 0 0 0,-2-3 0 15,0 2 0-15,-1 0 0 0,0-4 0 0,-2 1 0 16,0 0 0-16,-2 1 0 0,0 1 0 0,-1 2 0 16,-1 3 0-16,0 2 0 0,0 3 0 0,0 3 0 0,0 1 0 15,-1 2 0-15,0 0 0 0,1 3 0 0,-1 2 0 0,-1 3 0 16,0-1 0-16,0 3 0 0,0 1 512 0,0 1 0 15,-1 2 16-15,2 0 0 0,0 1-256 0,0-2-48 16,1-15-16-16,2 29 0 0,-2-29 0 0,0 0 0 16,0 0 0-16,15 38 0 0,-10-34-208 0,0 0 128 15,1-4-128-15,-1-2 0 0,2 0 0 0,-1-2 0 16,2-2 0-16,-1-1 0 0,0 0 0 0,-1-2 0 16,1 1 0-16,-1-2 0 15,1-1-528-15,1-1-112 0,0 0 0 0,0 0-16 16,-2-1-2320-16,1 0-464 0,0-4-80 0,1 1-32 15,0-1 288-15,-2-1 48 0,2 1 16 0,-3-4 0 16,0 4 1616-16,-1-2 336 0,-1 2 64 0,1 1 16 0,-1 2 1168 0,-1 2 320 0,0 0 32 0,-1 1 0 16,1 0 1520-16,-1 4 304 0,0-1 64 0,-1 2 16 15,1-1 160-15,-2 5 16 0,1-1 16 0,-1 1 0 16,0 2-336-16,-1 0-64 0,1 0 0 0,-2 3-16 16,0 1-704-16,-1-2-144 0,1 3-32 0,0 1 0 15,1 0-528-15,-1 1-112 0,0 1-32 0,1 0 0 16,1 0-288-16,0 1-48 0,1-1-16 0,-1 3 0 15,2-1-128-15,0 0 0 0,0 1 0 0,-1 3 0 0,0-14 128 0,5 36-128 16,-5-36 0-16,4 43 128 16,-4-43 0-16,4 38 0 0,-4-38 0 0,4 45 0 0,-4-45-128 15,7 45 0-15,-7-45 0 0,5 35 128 0,-5-35-128 0,0 0 0 16,9 36 0-16,-9-36 0 16,0 0 0-16,0 0 0 0,0 0 0 0,0 0 0 15,0 0-992-15,0 0-176 0</inkml:trace>
  <inkml:trace contextRef="#ctx0" brushRef="#br0" timeOffset="194219.94">14351 4947 9215 0,'-1'1'816'0,"0"-1"-656"0,0 0-160 15,1 0 0-15,0 0 1360 0,0 0 240 0,-1 0 64 0,0 0 0 16,0 2 512-16,0-2 96 0,0 0 32 0,1 1 0 15,1 0-432-15,0-1-80 0,1 2 0 0,1-1-16 16,0 1-352-16,0 0-64 0,1-1-16 0,2 1 0 0,0-2-624 0,2 0-128 16,1 0-16-16,-1-2-16 0,1 1-368 0,-2-1-64 15,0-1 0-15,1 0-128 0,-2-1 144 0,1-1-144 16,-1 1 0-16,1-3 144 0,-3 2-144 0,1 1 0 31,-1-2 0-31,-1 2 0 0,0-5 0 0,-1 2 0 0,-1-1 0 0,-1 1 0 0,-3 0 0 0,0 0 0 16,-2 0 0-1,-1 0 0-15,0 0 0 0,-2-1 0 16,1 2 0-16,-1 0 0 0,1 3 0 0,0 2 0 0,0 1 0 0,1 0 0 0,0 2 0 0,2 3 0 0,-1 0 128 16,0 1-128-16,2 3 0 0,-1 2 0 0,0-2 0 0,1 1 0 15,1 2 160-15,0 1 0 0,0 2 0 0,1-3 0 32,1-12 160-32,0 0 16 0,5 36 16 0,-5-36 0 15,0 0-64-15,0 0-16 0,0 0 0 0,35 35 0 16,-35-35-272-16,0 0 160 0,29 2-160 0,-17-2 128 15,-2 0-128-15,0-1 0 0,0 0 0 0,1-1 0 16,0-1 0-16,-1 1 0 0,0-1 0 0,-1 1 0 31,0 1-1088-31,-1 0-192 0</inkml:trace>
  <inkml:trace contextRef="#ctx0" brushRef="#br0" timeOffset="194805.35">14897 4734 11055 0,'0'0'976'0,"-1"0"-784"16,1-2-192-16,0 2 0 0,0-2 1280 0,-1 1 224 16,0 1 32-16,0-4 16 0,-1 1 560 0,1 1 96 15,-1-3 32-15,-1 0 0 0,0 3-496 0,-1-2-80 16,2 1-32-16,-2 1 0 0,0 2-544 0,0 2-128 15,-2 0 0-15,0 3-16 0,-1 0-640 0,0 2-128 16,-2 2-32-16,1-1 0 0,1 3 0 0,-2 0 0 0,1 0 0 0,0 1 0 16,1 2-16-16,1 2-128 15,1 1 192-15,1 2-64 0,2 2 208 0,0-2 48 16,2-19 0-16,2 40 0 0,-2-40-64 0,7 36 0 16,-7-36 0-16,0 0 0 0,22 43-320 0,-22-43 144 0,0 0-144 0,0 0 0 15,41 31 0-15,-41-31 0 0,0 0 0 0,31 2 0 16,-20-6-384-1,-1-1-16-15,0 0-16 0,-1-3-16032 0</inkml:trace>
  <inkml:trace contextRef="#ctx0" brushRef="#br0" timeOffset="195393.61">15080 4832 9087 0,'1'2'400'0,"-1"-2"96"0,1 2-496 0,0-2 0 0,-1 0 0 0,0-2 0 0,2 2 1664 0,0-2 224 0,0-1 48 0,2 0 32 16,1-1 768-16,1-3 144 15,-1 2 48-15,1-4 0 0,0 4-944 0,-2-3-176 0,1 2-32 0,-1 0 0 16,-2 0-560-16,1 1-128 0,-1-1 0 0,-1 2 0 16,-1 0-384-16,-1 1-64 0,-1-1 0 0,0 1 0 15,0-1-256-15,0 1-64 0,-2 1 0 0,-2 0 16 16,1 1-176-16,-2 1-32 0,1 0-128 0,-2 0 192 16,2 1-192-16,-1 1 0 0,1 0 0 0,-1 1 0 15,2 1 0-15,-1 1 0 0,1 0 0 0,0 2 0 0,0-2 0 16,0 4-160-16,-1-1 160 15,0 3 0-15,0 1-128 0,0 2 128 0,0 0 0 0,2 3-128 0,-1-1 128 0,2-1 0 16,0-1 0-16,1 0-128 0,2-14 128 0,0 0 0 16,2 38 0-1,-2-38 0-15,0 0 0 0,0 0 0 0,0 0 0 0,0 0 0 16,0 0 0-16,32 33 0 0,-26-33 0 0,0-2 0 16,0-2 0-16,0 0 0 0,1 0 0 0,1-3 0 0,-1 0 0 0,1-1 0 15,-1-1 0-15,0 2 0 0,-2 0 0 0,0 1 0 16,-2 0 0-16,0 0 0 0,-1 1 0 0,0 0 0 15,-1 2 0-15,0-1 0 0,-1 2 0 0,0-1 0 0,-1 2 0 0,-1 1 0 16,1 0 0 0,-1 0 0-16,0 1-128 0,0 1 128 0,-1 1-160 0,0 0 16 15,0 0 0-15,1 0 0 0,0-1-128 0,0 1-32 16,0-1 0-16,-1 0 0 0,1 1-320 16,1-1-64-16,0 1-16 0,1-1-10240 15,-1-1-2064-15</inkml:trace>
  <inkml:trace contextRef="#ctx0" brushRef="#br0" timeOffset="196199.94">15032 4637 1839 0,'-2'-5'0'0,"0"3"160"0,1-3-160 0,-1 3 0 0,1 1 0 15,1-1 0-15,-1 1 1600 0,0 0 272 0,0-4 64 0,-1 0 16 16,1 1 128-16,-1-3 32 0,1 3 0 0,-1 0 0 16,2 0-608-16,-1 3-112 0,1-1-32 0,0 0 0 15,0 2-272-15,0 0-48 0,0 0-16 0,0 1 0 16,1 0-64-16,-1 1-32 0,1 1 0 0,-1 0 0 15,0 1 768-15,1-1 160 0,-1 2 16 0,1 1 16 16,0-1-1888-16,0 2-192 0,0 0-128 0,-1 1-16 0,1 1 592 0,-1 0 112 16,1-1 16-16,-1 1 16 0,0 3-144 15,0-3-16-15,-1 3-16 0,0-3 0 16,1 3-224-16,-2-2 0 0,1 2 128 0,-1-3-128 16,-1 1 0-16,1-1 0 0,0 2 0 0,1 0 0 0,-1-2 0 0,0 0 0 15,0 1 0-15,0 2 0 0,1-4 0 0,0 3 0 16,0-4 0-16,0 3 0 0,0-3 0 0,1 1 0 15,0-2 0-15,0-1 0 0,-1-1 0 0,1 1 0 16,0-2 0-16,-1-1 0 0,1 0 0 0,-1 0 0 16,0-1 0-16,0 1 0 0,1 0 128 0,-1-2-128 15,0 1 0-15,0-1 0 0,0 2 128 0,1-2-128 0,-1 0 0 0,1 0 0 16,0 0 0-16,0 0 128 0,0 0-128 0,0-2 0 16,1 1 0-16,0-1 0 0,0 0 0 0,1-1 0 15,-1 1 0-15,1 0 128 0,0-4-128 0,-1 2 0 16,2-3 0-16,-1 1 0 0,0 0 0 0,1-1 0 15,0-3 544-15,1 1 16 0,1-2 0 0,-1 1 0 16,2 0-224-16,0 0-32 0,0 1-16 0,1-2 0 0,2 2-112 0,-2 0-32 16,1 3 0-16,-1-2 0 15,0 2 16-15,0 0 0 0,-1 2 0 0,0 0 0 0,0 1-160 0,-1 0 192 16,0 3-192-16,-1 0 192 0,1 1-192 0,-2 3 128 16,1-1-128-16,-2 1 128 0,1 3-128 0,-1-2 0 15,0 2 0-15,0 0 0 0,0 3 0 0,-1-3 0 16,1 2 0-16,-1-1 0 15,0-1 0-15,-1 2 0 0,1-1 0 0,-2 1 0 0,0 0 0 0,0 1 0 16,-1-1 0-16,0-2 0 0,-1 3 0 0,0-3 0 16,-1-2 0-16,0 1 0 0,0 2 0 0,-3-3 0 15,0 2 0-15,0-3 0 0,-2 1 0 0,2 0 0 16,-1-3 0-16,-2 1 0 0,1-1 0 0,0 0 0 16,-1-1 0-16,0 1 0 0,2-2 0 0,-1 0 0 0,0 0 0 15,0-2 0-15,2 1 0 0,-1-1 0 16,1-1 0-16,1 0 0 0,1 0 0 0,1-2-144 0,1-1 144 0,2 0-12336 15,1 1-2336-15</inkml:trace>
  <inkml:trace contextRef="#ctx0" brushRef="#br0" timeOffset="196627.32">15330 4670 6447 0,'-1'-2'576'0,"0"-1"-576"16,1 1 0-16,0 2 0 0,1-2 1936 0,-1 2 288 16,0-1 48-16,1 1 16 0,1-2 976 0,2 0 192 15,0-3 32-15,2 2 16 0,0 0-1600 0,2 0-320 0,0 0-64 0,1 3-16 16,0 0-352-16,0 0-64 16,-9 0 0-16,0 0-16 15,0 0-432-15,37 17-96 0,-37-17-16 0,0 0 0 0,0 0-160 0,34 42-48 16,-34-42 0-16,0 0 0 15,13 48-192-15,-13-48-128 0,1 33 160 0,-2-18-160 16,-1 1 0-16,-4-2 0 0,0 5 0 0,-4-2 0 0,2-3 0 0,-1 0 0 16,-3 2 0-16,-1 1 0 0,-2 0 0 0,-1-3 128 15,0 1-128-15,-1-2 0 0,1 0 0 0,0-3-160 16,2-2 32-16,2-3-17520 16</inkml:trace>
  <inkml:trace contextRef="#ctx0" brushRef="#br0" timeOffset="197889.21">16278 4646 5519 0,'1'-7'496'0,"0"0"-496"0,0 3 0 0,0 1 0 15,0 0 1024-15,-1 1 96 0,1 1 32 16,-1-2 0-16,1-3 960 0,1 0 208 0,0-2 48 0,0 1 0 16,0 2-624-16,0 1-112 0,0-1-32 0,-2 3 0 15,1 0-400-15,0 1-96 0,0 1-16 0,-1 1 0 16,1 1-448-16,-1 3-80 16,1-1-32-16,-1 3 0 0,0 3-144 0,0-10-16 0,-1 28-16 0,1-28 0 15,-2 45-96-15,1-21 0 16,0 4-16-16,-1-2 0 0,0 0-240 0,-1-2 176 0,0-1-176 0,0-3 160 15,1-1-160-15,-1-3 0 0,-1-1 0 0,1-1 0 16,2-4 0-16,-1-1 0 0,1-4 0 0,0-2 0 0,0-1-256 0,1-2-48 31,1-3 0-31,0-1 0 0,0 0-1952 0,0-2-400 0,1-1-80 0,0-3-8304 16</inkml:trace>
  <inkml:trace contextRef="#ctx0" brushRef="#br0" timeOffset="198284.49">16284 4772 1839 0,'-4'-40'0'0,"2"28"160"0,1 7-160 0,1 2 0 16,0 3 0-16,-1-4 0 0,0-6 1088 0,-1-5 192 15,0-3 48-15,1-2 0 0,-1 2 1312 0,2 4 272 16,1 2 48-16,0 4 16 16,0 2-800-16,2 3-176 0,1 0-16 0,1 2-16 15,1-1-496-15,1 2-112 0,1 0-16 0,0 0 0 16,1 0-288-16,0 0-64 0,2 0-16 0,1 0 0 0,-2-2-256 0,3 2-48 0,2-1-16 0,2 1 0 16,-1 1-336-16,-16-1-80 15,32 6-16-15,-32-6 0 0,0 0-224 16,35 19 0-16,-35-19 0 0,0 0 0 0,0 0 0 0,20 38 0 15,-21-29 0-15,-2 3 0 0,-3-2 0 0,-1 0 0 16,-2-1 0-16,-2 1 0 0,-1 1-320 0,-2-1 32 0,0-1 16 16,-1-1 0-16,-3 2-400 15,1-2-80-15,-3 0-16 0,2-1 0 0,-1-1-304 0,3-3-64 0,3 0-16 0,3-3 0 0,2 0 768 0,1 0 128 16,3 0 48-16,0-2 0 0,2 1 208 0,1-2 0 16,1 0 144-16,3 0-144 0,1 0 672 15,1-2 32 1,1 3 16-16,1 0 0 0,2-1 640 0,-2 1 128 15,1 4 32-15,1-2 0 0,-9 0-416 0,0 0-80 16,0 0 0-16,39 18-16 0,-39-18-448 0,0 0-96 16,0 0-16-16,44 30 0 0,-44-30-160 0,0 0-32 15,0 0-16-15,43 35 0 0,-43-35-240 0,0 0 0 16,0 0 128-16,41 37-128 0,-41-37 0 0,0 0 0 16,0 0 0-16,0 0 0 0,35 25 0 0,-30-25-192 0,1 0 48 15,0 0-18256-15</inkml:trace>
  <inkml:trace contextRef="#ctx0" brushRef="#br0" timeOffset="200767.47">16707 4748 911 0,'-1'-1'0'0,"1"0"0"0,0 1 0 0,1 0 0 16,-1 0 320-16,-1 0-32 0,0-2 0 0,1 2 0 16,-1-3 608-16,0 3 112 15,-1 0 16-15,1-2 16 0,0 2 96 0,0 0 16 0,0 2 0 0,-1-2 0 16,2 0-176-16,0 0-16 0,0 0-16 0,0 0 0 16,0 0 144-16,0 0 16 0,0 0 16 0,0 0 0 31,0 0 48-31,0 0 16 0,-1 0 0 0,1 0 0 0,1-2-128 0,-1 2-32 0,2 0 0 0,-1 0 0 15,1-2-208-15,1 1-48 0,-1-1-16 0,1 2 0 16,1-2 112-16,0 0 32 16,0 1 0-16,2 1 0 0,-1-2-112 0,0 2-16 15,1 0 0-15,-2 0 0 0,2 2-160 0,-1-2-32 0,2 3-16 0,-2-1 0 0,1-2-208 0,1 3-32 32,-2 1-16-32,1-1 0 0,-1 1-160 0,0-1-16 0,0 2-128 0,-1 1 192 0,0 0-192 0,0 0 0 15,-1 2 128-15,0-4-128 0,-1 3 0 0,1-2 0 16,-1 3 128-16,-1 0-128 0,0 0 0 15,-1-3 0-15,0 4 0 0,-2-2 0 0,-1-1 0 0,-2 2 0 16,0-3 0-16,-2 3 0 0,1 0 0 0,-1-3 0 16,2 0 0-16,-2 0 0 0,0 2 0 0,-2-3 0 15,2 2 0-15,-1-2 0 0,0 1 0 0,0 0-128 16,0-3 128-16,2 3 0 0,0-3 0 0,3 1 0 16,-1-3-128-16,2 2 128 15,1-2 0-15,0 0 0 0,1 1 0 16,2-1 0-16,0 0 0 0,1-1 0 0,1 1 0 0,2-2 0 15,0 0 0-15,2-1 0 0,2 1 0 0,1-1 0 16,0 1 0-16,2-3 0 0,-1 2 0 0,1 0 0 16,-1 0 288-16,0 0-32 0,-1-1-16 0,2 2 0 15,0-1-48-15,-1 0-16 0,1 1 0 0,-2 0 0 16,-1 1-176-16,-1 1 0 0,-1-2 0 0,-1 2-11552 16,-1 0-2304-16</inkml:trace>
  <inkml:trace contextRef="#ctx0" brushRef="#br0" timeOffset="201226.24">17168 4680 8287 0,'-2'-3'736'16,"1"3"-592"-16,0 0-144 0,1 0 0 0,0-2 1328 0,0 2 224 16,-1-1 48-16,-2 0 16 0,1 0 528 0,0-1 96 15,0 0 32-15,1 0 0 0,0 1-352 0,1 1-80 16,1-2-16-16,0 2 0 0,2-2-592 0,1 1-112 16,0-1-32-16,3 1 0 0,0 0-448 0,2 1-112 15,1 0-16-15,1-2 0 0,-1 1-240 0,2 1-48 16,0-1-16-16,0 1 0 0,-12 0-208 0,0 0 0 15,32 4 128-15,-32-4-128 0,0 0-176 0,0 0-80 16,30 4 0-16,-26-3-16 16,0 1-1296-16,-3 0-256 0,0 1-48 0,-2-1-11568 0</inkml:trace>
  <inkml:trace contextRef="#ctx0" brushRef="#br0" timeOffset="201421.42">17143 4774 3679 0,'-3'2'320'0,"3"-2"-320"0,0 1 0 0,0 1 0 15,0-2 1904-15,1 0 304 0,0 1 64 16,1 1 16-16,1 0 848 0,2-2 160 0,0 0 32 0,3 0 16 16,2-2-688-16,0-1-144 0,2 0-16 0,2 0-16 15,0 0-896-15,0-2-176 0,0 2-48 0,-1-1 0 16,1 1-832-16,-1 1-160 0,0 0-48 0,-1 1 0 0,-1-1-320 0,-1 1-320 16,1 0 64-16,0-1-16816 15</inkml:trace>
  <inkml:trace contextRef="#ctx0" brushRef="#br0" timeOffset="202335.97">17792 4576 9215 0,'4'-8'816'0,"-2"3"-656"0,1 1-160 0,-1 1 0 0,-1 2 1344 0,-1 1 224 16,0-1 48-16,0 1 16 0,1-2 816 0,1-1 176 16,-1 0 16-16,0 3 16 0,-1 0-1232 0,-2 1-240 15,-1 4-48-15,-2-1-16 0,-1 6-384 0,-1 2-80 16,-1 2-16-16,-4 4 0 0,-1 4-64 0,0 4 0 16,-3 0-16-16,0 0 0 0,0 1-208 0,0-1-32 15,1 0-16-15,1-3 0 0,2 1-112 0,1-5-32 16,1 0 0-16,3-5 0 0,1 0-160 0,3-3 0 15,1-3 0-15,1-3 0 0,1 0 0 0,1-3 0 0,1-2 0 16,0-2-176 0,2-1-736-16,2-4-160 0,0-1-16 0,2-3-16 15,0-1-1344-15,0-2-272 0,2 0-48 0,-2-2-16 16,1-1 1024-16,0 0 208 0,-2 1 32 0,0-4 16 0,1 2 1136 0,-1-6 240 0,1 0 128 0,-2 0-160 16,1-1 160-16,-1 1 0 0,0-2 0 0,-1 4 0 15,0 4 336-15,-1 3 160 0,0 1 16 0,0 1 16 16,0 4 1088-16,-1 5 224 0,0 0 32 0,0 3 16 15,-1 2 0-15,1 3 0 0,-1 0 0 0,-2-4 0 16,0 0-736-16,0 0-128 0,16 41-48 0,-16-41 0 0,0 0-592 16,18 46-112-16,-18-46-16 0,0 0-16 0,20 53-240 15,-20-53 144-15,0 0-144 0,18 52 128 16,-18-52 64-16,14 41 16 0,-14-41 0 0,12 43 0 0,-12-43 0 0,9 38 0 16,-9-38 0-16,0 0 0 0,12 47-208 0,-12-47 0 15,0 0 0-15,0 0 0 0,8 36 0 0,-6-31 0 16,-1-2 0-16,-1-2 0 15,1-1-608-15,-1 0-64 0,-1-2-16 0,0-3 0 16,-1 0-2480-16,-1-2-496 0</inkml:trace>
  <inkml:trace contextRef="#ctx0" brushRef="#br0" timeOffset="202494.59">17719 4837 5519 0,'-19'-6'240'0,"10"2"64"0,5 3-304 0,1 1 0 0,3 0 0 0,-1 0 0 16,0-2 2208-16,-2 2 384 0,-1-2 80 0,0 0 16 15,1 1 496-15,1-1 96 0,3-1 32 0,1 1 0 16,1 0-1040-16,1 0-208 0,2-1-32 0,1-1-16 15,0 1-848-15,2-2-160 0,2 0-48 0,1 1 0 16,0-1-512-16,1 0-128 0,0 1 0 16,-1-1-16-16,0 2-304 0,0 1 0 0,-1 1 0 15,0 0 0 1,0 1-1344-16,0 1-288 0,-11-1-48 0,0 0-13904 0</inkml:trace>
  <inkml:trace contextRef="#ctx0" brushRef="#br0" timeOffset="202828.04">18009 4805 19343 0,'-1'1'848'0,"0"1"192"0,0-2-832 0,1 2-208 15,0-2 0-15,0 0 0 0,1 0 1696 0,0 0 288 16,0 0 64-16,3 0 16 0,1 0-624 0,2-2-128 0,2 0-32 0,1-1 0 16,1 0-496-16,0 1-96 0,0 0-32 0,0-1 0 15,0 1-48-15,-1 4-16 16,-2-2 0-16,-8 0 0 0,0 0-336 15,0 0-64-15,0 0 0 0,0 0-16 0,0 0-176 0,25 38 0 16,-27-29 0-16,-2-1 0 16,1 1-160-16,-4 1 160 0,-1-1-208 0,-1 2 80 0,-1 0-176 0,0-2-16 0,-1 0-16 0,0 1 0 15,0 0 80-15,2-4 32 0,1 2 0 16,3-4 0-16,1 1 224 0,1-2 0 0,2-1 0 0,2 0 0 16,1-2 0-16,2 0 128 0,2 0 0 15,2 0-128-15,1-2 752 0,2 0 32 0,2-1 16 0,0-1 0 0,-2 1-288 16,1 1-64-16,2-1-16 0,0 1 0 0,0-1-608 0,-1 0-112 15,0 0-32-15,0 0-16608 16</inkml:trace>
  <inkml:trace contextRef="#ctx0" brushRef="#br0" timeOffset="203143.76">18332 4642 21183 0,'-4'-5'944'0,"3"0"192"0,0 3-912 0,0-1-224 0,1-1 0 0,0 3 0 16,1 1 1216-16,0-3 192 0,0 0 32 0,0-2 16 15,3 1 144-15,0 1 48 0,1 0 0 0,1 3 0 16,0 0-16-16,-6 0 0 0,0 0 0 0,0 0 0 15,36 29-816-15,-36-29-176 0,0 0-16 0,33 38-16 16,-33-38-352-16,0 0-80 0,37 44-16 0,-37-44 0 16,0 0-160-16,41 46 0 0,-41-46 0 0,0 0 128 0,39 40-128 0,-39-40 0 15,0 0 0-15,31 28 0 0,-31-28 0 0,0 0 0 16,0 0 0-16,0 0 0 16,36 12-688-16,-32-12-16 0,0-1 0 0,-1-2-11008 15,-1 0-2192-15</inkml:trace>
  <inkml:trace contextRef="#ctx0" brushRef="#br0" timeOffset="203350.17">18615 4578 18431 0,'0'-3'816'0,"0"1"160"0,0 2-784 0,-1-2-192 0,1 4 0 16,-1-2 0-16,0 2 2256 0,-2-1 416 0,0 4 80 0,-4 1 0 16,-2 3-512-16,-3 3-128 0,-3 3 0 0,-1 2-16 15,-2 1-1024-15,-1 1-208 0,-1 0-32 0,-1 1-16 16,1-2-432-16,0 1-64 0,0-2-32 0,2-1 0 15,1 1-288-15,2-3 128 0,4-2-128 0,2-1 0 16,3-3 0-16,2-4-272 0,4 1 16 0,2-4-17328 16</inkml:trace>
  <inkml:trace contextRef="#ctx0" brushRef="#br0" timeOffset="203841.86">18829 4546 17503 0,'-1'-3'1552'0,"1"0"-1232"16,1 3-320-16,-1 0 0 0,0 0 1456 0,0 0 224 16,-1 0 48-16,1-2 16 0,-1 1 96 0,0 1 16 15,0 3 0-15,-1 1 0 0,0 2-880 0,0 3-160 16,2-9-48-16,-4 28 0 0,4-28-432 0,-3 35-80 16,3-35-32-16,-5 44 0 0,5-44-224 0,-4 42 144 15,4-42-144-15,-3 38 128 0,3-38-128 0,-2 30 128 0,2-30-128 0,0 0 128 16,0 32-128-16,1-26 0 0,0 2 0 0,0-6 0 15,0 1-192-15,0-1 16 0,0-2 16 0,-1 0 0 32,1-3-2016-32,-1 1-416 0</inkml:trace>
  <inkml:trace contextRef="#ctx0" brushRef="#br0" timeOffset="204364.37">18750 4546 13823 0,'-2'-2'608'0,"0"2"128"0,1-1-592 0,0 1-144 0,1 0 0 0,0 0 0 16,0 0 1488-16,0-1 272 15,0 1 48-15,0-2 16 0,2 2-432 0,1-3-96 16,0-1-16-16,4 1 0 0,-1-2-224 0,3-2-48 16,1 3-16-16,2-3 0 0,2 2-32 0,2-2-16 15,-1 3 0-15,2 1 0 0,1 1-176 0,-3 2-16 0,-15 0-16 0,31 6 0 0,-31-6-288 0,0 0-64 31,35 17-16-31,-35-17 0 0,0 0-368 0,0 0 0 0,28 33 0 0,-28-33 0 16,0 0 0-16,0 0 0 0,0 38 0 0,-5-30 0 16,-1 3 0-16,-3-2 0 0,-2 2 0 0,-2 0 0 15,1-2 0-15,-2 0 0 0,0-1 0 0,-1-1 0 16,0 0-144-16,-1-2 144 0,0 2-160 0,1-3 160 16,1-1-368-16,0 0 32 0,3-1 0 0,1 0 0 15,2 0 336-15,2-2 0 0,0 1 0 0,3 1 0 16,1-2 0-16,2 2 0 0,0-2 0 0,2 0 0 15,2 1 0-15,2-1 0 0,0 2 0 0,2-2 0 16,2 2 0-16,-1-2 0 0,-9 0 0 0,22 0 0 16,-8 0 0-16,-14 0 0 0,32 2 144 0,-32-2-144 0,33 2 208 0,-33-2-16 15,33 6-16-15,-33-6 0 0,0 0 32 16,36 14 16-16,-36-14 0 0,0 0 0 0,0 0-224 0,0 0 0 16,0 0 0-16,0 0 0 0,0 0 0 0,0 0 0 15,0 0 0-15,15 41 0 0,-21-35 128 0,-3 0-128 16,-2 2 0-16,-2-1 144 0,0-1-144 0,-3 2 0 15,-1 0 144-15,0-3-144 0,1 2 0 0,1-3 0 16,0 1 0-16,2 0 0 0,2-3 0 0,1 0 144 16,2 1-144-16,2-1 0 0,1-2 0 0,2 0 0 15,2-2 0-15,1-1 0 16,0 0-1072-16,4 0-320 0</inkml:trace>
  <inkml:trace contextRef="#ctx0" brushRef="#br0" timeOffset="204870.8">19099 4770 11055 0,'-2'-3'480'0,"0"1"112"0,2 2-464 0,-1-2-128 0,1 1 0 0,0 1 0 16,0 0 1872-16,0-2 368 0,1 2 64 0,-1-2 0 0,0 0 464 0,2 1 96 16,-1-1 16-16,2-1 0 0,1 3-784 0,-1-2-160 15,2 0-16-15,1 2-16 0,-1-2-1040 0,1 0-208 16,2 1-32-16,0 1-16 0,2 0-384 0,0 0-80 16,-1 0-16-16,1 0 0 0,1 0-128 0,0 1 0 15,0 1 0-15,-11-2 0 0,0 0 144 0,29 4-144 16,-29-4 160-16,0 0-160 0,0 0 128 0,0 0-128 0,33 20 0 0,-30-15 144 15,0-1-144-15,-3 1 0 0,1-1 0 0,-2 1 0 16,0 2 0-16,-3-2 0 0,0 0 0 0,-1 1 0 16,-1-1 0-16,1 0 0 0,-2 0 0 0,0 0 0 15,0-1 0-15,-1-1 0 0,-1 2 0 16,1-2 0-16,0 0 0 0,1 0 0 0,3-1 0 0,-1 1 0 16,2-1 0-16,1-2 0 0,2 2 144 0,0-1-144 15,2 1 192-15,2-2-16 0,1 0-16 0,1 0 0 16,3 0 0-16,2 0 0 0,2 0 0 0,1-3 0 0,3 1-160 0,1 0 192 15,0-1-192-15,1-2 192 0,-2 1-192 0,0-1 0 16,1 0 0-16,-1 3-18432 16</inkml:trace>
  <inkml:trace contextRef="#ctx0" brushRef="#br0" timeOffset="205677.61">13818 6179 911 0,'-1'-5'0'0,"1"2"0"16,0-2 0-16,-1 4 0 0,1 0 1920 0,0-1 288 0,0 1 64 0,1-3 16 15,-1 1-288-15,0-1-48 16,0-2-16-16,-1 2 0 0,1-1-64 0,-1 3-16 0,1-1 0 0,0 3 0 15,-1 0-480-15,1 0-96 0,1 0-32 0,0 0 0 16,1 0-336-16,0 0-64 16,2 0-16-16,2-2 0 0,0 2 0 0,2-1 0 0,1 1 0 0,2-1 0 15,0-2-384-15,2 1-64 0,1-1-32 0,1 1 0 16,1 0-128-16,-1 2-32 0,0-2 0 0,-15 2 0 16,29 2-192-16,-29-2 0 0,0 0 0 0,32 2 0 15,-23 0 0-15,-3 1-208 0,-1-2 64 0,-3 3 16 16,0-2-1664-16,-3 1-320 0</inkml:trace>
  <inkml:trace contextRef="#ctx0" brushRef="#br0" timeOffset="205884.72">13885 6258 18015 0,'-2'0'384'0,"1"-2"96"0,1 2 16 0,0-1 16 0,0 1-512 0,0-1 0 16,1 1 0-16,0-2 0 0,2-1 3280 0,2 0 560 0,1-1 96 0,1 0 32 15,0-1-1952-15,1 2-384 0,2 1-80 0,0-1-16 16,1 1-1040-16,0 2-224 0,-1 0-32 0,-10 0-16 16,0 0-224-16,0 0 0 0,41 12 0 0,-41-12 0 31,0 0-672-31,0 0-80 0,45 12-16 0,-45-12-15584 0</inkml:trace>
  <inkml:trace contextRef="#ctx0" brushRef="#br0" timeOffset="207371.19">14691 5583 19343 0,'1'-3'1728'0,"0"0"-1392"0,-1 2-336 0,0-1 0 16,0 1 1536-16,0 1 224 0,0-2 48 0,-1-1 16 15,-1-1-64-15,-1 0-16 0,1 1 0 0,-4 1 0 16,1 1-944-16,-1 1-192 0,-1 0-32 0,-2 3-16 0,0-1-288 0,0 1-48 31,-2 1-16-31,1-1 0 0,-1 1 0 0,-1-1 0 0,1-1 0 0,-3 1 0 0,1 1-64 0,-2-1-16 31,0-1 0-31,1 0 0 0,-1 0-128 0,0-2 128 0,1 1-128 0,0-1 128 0,2 0-128 0,2-1 0 16,1-1 0-16,1 1 128 0,3 0 256 0,-1-1 64 16,0-1 0-16,2-2 0 0,0 3-160 0,0-2-32 15,1-1 0-15,-1 1 0 16,0-1-112-16,0 0-16 0,1 2-128 0,-1-2 192 0,0 1-192 0,2 1 0 16,-2 1 0-16,0 0 0 0,1 0 0 0,1 1 0 15,-1 1 0-15,0-2 0 0,2 2 0 0,-1 0 0 0,1 2 0 0,0-1 0 16,1 1 0-16,-1 1 0 0,1 0 0 0,0 0 0 31,1 2 0-31,0-1 0 0,0 1 0 0,0-2 0 16,0 3 0-16,0 0 0 0,1 1 0 0,-1 2 0 0,0 1 0 15,0 1 0-15,0-2 0 0,-1 1 0 0,1 0 0 0,-1 2 0 16,0-12 0-16,0 28 0 0,0-28 0 0,2 33 0 0,-2-33 0 0,1 31 0 16,-1-31 0-16,2 33 0 0,-2-33 0 0,1 36 0 15,-1-36 0-15,1 38 0 0,-1-38 0 0,2 37 0 16,-2-37 0-16,2 34 0 0,-2-34 0 0,2 36 0 15,-2-36 0-15,2 32 0 16,-2-32 0-16,4 35 0 0,-4-35 0 0,5 37 0 0,-5-37 0 0,5 36 0 0,-5-36 0 16,7 35 0-16,-7-35 0 0,5 35 0 0,-5-35 0 0,5 36 0 15,-5-36 0-15,3 34 0 16,-3-34 0-16,2 32 0 0,-2-32 0 0,0 29 0 0,0-29 0 0,0 33 0 31,-1-17 0-31,-1-1 0 0,1-1 0 0,0 0 0 16,0 1 0-16,0 1 0 0,1-16 0 0,-1 31 0 15,1-31 0-15,2 33 0 0,-2-33 0 0,2 31 0 16,-2-31 0-16,0 0 0 0,6 43 0 0,-6-43 0 16,0 0 0-16,7 40 0 0,-7-40 0 0,0 0 0 0,4 36 0 0,-4-36 0 15,0 0 0-15,2 32 0 0,-2-32 0 0,0 0 0 16,1 38 0-16,-1-38 0 0,-1 25 0 0,0-12 0 16,0 2 0-16,1-3 0 0,-1 2 0 0,-1-2 0 15,2-12 0-15,-1 24 0 0,0-11 0 0,1-13 0 16,-1 24 0-16,0-12 0 0,0 0 0 0,0 2 0 15,1-14 0-15,-1 24 0 0,1-24 0 0,-2 26 0 16,2-26 0-16,-1 24 128 0,1-24-128 0,-1 24 0 16,1-24 0-16,-2 21 0 0,2-21 0 0,0 0 0 15,-2 32 0-15,2-32 0 0,-1 22 0 0,0-10 0 0,0-3 0 0,1 1 0 16,-1 2 0-16,0-2 0 0,0 1 0 0,-1 1 0 16,2-2 0-16,-2-1 0 0,1 1 0 0,0-1 0 15,-1 0 0-15,0 1 0 0,1 0 0 0,-1-1 0 16,0 0 0-16,1 0 0 0,0-1 0 0,-1 1 0 15,0-1 0-15,1-1 0 0,0 0 0 0,0 1 0 16,1 0 0-16,-1 1 0 0,1-9 0 0,-2 20 128 16,2-20-128-16,-2 18 0 0,2-18 0 0,-3 18 0 15,1-9 0-15,0 1 0 0,0-1 0 0,0-2 0 16,1 3 0-16,-2-3 0 0,0 2 0 0,1 1 0 16,1-3 0-16,0 0 0 0,0 0 0 0,1 0 0 0,0 0 0 0,0-2 0 15,0 3 0-15,0-2 0 0,1 2 0 0,-1-2 0 16,1-1 0-16,0 0 0 0,-1 3 0 0,1-2 0 15,-1 2 0-15,0-1 0 0,0 2 0 0,0-2 0 16,0 0 0-16,-1 3 0 0,0-3 0 0,-1 2 0 16,1 1 0-16,0-3 0 0,0 1 0 0,-1 1 0 15,0-3 0-15,-1 0 0 0,2 0 0 0,0 0 0 16,-1-1 0-16,2-1 0 0,-1 1 0 0,0-1 0 16,0-1 0-16,0 1 0 0,0 1 0 0,1-3 0 15,-1 3 0-15,0-2 0 0,0 1 0 0,0-1 0 16,0 1 0-16,1 0 0 0,-1 0 0 0,0 1 0 0,0 0 0 0,1-1 0 15,-2 3 0-15,1-3 0 0,0 1 0 0,0-2 0 16,0 1 0-16,1 1 0 0,-1-2 0 0,1 0 128 16,0 0-128-16,0 0 0 0,0-1 0 0,0-1 0 15,0 1 0-15,0-2 0 0,0 1 368 0,0-1-32 16,1 1 0-16,-1-1 0 0,0 0-160 0,1-1-48 16,-1 2 0-16,1-1 0 0,0 0 16 0,0 2 0 15,1 1 0-15,-2-3 0 0,0 0-16 0,0 0 0 0,0 0 0 16,0 0 0-16,19 35 0 0,-19-35 0 0,0 0 0 0,0 0 0 15,26 38-128-15,-26-38 0 0,0 0 0 0,29 31 0 16,-29-31 0-16,0 0 0 0,0 0 0 0,41 31 0 31,-41-31-704-31,0 0-112 0</inkml:trace>
  <inkml:trace contextRef="#ctx0" brushRef="#br0" timeOffset="209156.09">15007 5666 12895 0,'-1'-8'1152'0,"1"4"-928"0,-1-1-224 0,0 3 0 15,1 2 928-15,-1-3 144 0,0-1 16 0,-2-4 16 16,0-3 16-16,0 2 0 0,-1 0 0 0,-1 0 0 15,2 5-272-15,-1 2-48 0,0 0-16 0,-1 4 0 0,2 1-208 0,-2 3-32 16,0 1-16-16,0 3 0 0,0-1-96 0,0 3-32 31,-1 2 0-31,0 3 0 0,-1 2-176 0,2 0-32 0,-1 0-16 0,0 2 0 0,3 0 144 0,1-2 48 16,1-2 0-16,1-17 0 0,0 0-32 0,6 36 0 16,-6-36 0-16,0 0 0 0,0 0-208 0,0 0-128 15,0 0 160-15,46 14-160 0,-36-18 416 0,2-2-16 16,2-3 0-16,0-3 0 15,1-1-112-15,-2-2-32 0,1 0 0 0,-3-2 0 0,0 1-256 0,-2 2 0 16,-1-3 0-16,-3 3 0 0,-1 0 0 0,-3-1 0 16,-2 0 0-16,-3 1 0 0,-2 1 0 0,-4 1 0 15,-1 2 0-15,0 6 0 0,1 0 0 0,-2 4 0 0,0 4 0 0,1 0 0 16,1 4 0-16,3-1 0 16,-1 4 0-16,0 2-9760 0,3 4-1904 0</inkml:trace>
  <inkml:trace contextRef="#ctx0" brushRef="#br0" timeOffset="209772.46">14937 6254 10127 0,'-1'-4'896'0,"0"1"-704"0,0 2-192 0,0-1 0 15,1 2 1296-15,-1-2 240 0,0 0 32 0,-1-3 16 16,-2-1 192-16,0 0 32 0,0 1 16 0,1 3 0 15,-1-2-672-15,1 3-144 0,0 1-32 0,2 0 0 16,-2 0-336-16,0 3-64 0,1 1 0 0,0 1-16 0,0 2-80 0,1 0-16 16,-1 3 0-16,0 1 0 0,0 2-192 0,1 0-32 15,0 2-16-15,1-3 0 0,0 2-224 0,1-2 0 16,-1-12 0-16,0 0 0 0,0 0 0 0,17 38 0 16,-17-38 0-16,0 0 0 0,0 0 384 0,42 0-32 15,-30-4 0-15,0-4 0 0,1-1 416 0,0-1 96 16,0-2 16-16,-1 0 0 0,0 0-416 0,-2-2-80 15,-1 2 0-15,-1 0-16 0,-4 1-112 0,0 1 0 16,-2-2-16-16,-2 1 0 0,-3 1-64 0,-2-2-16 16,-2 2 0-16,-2 2 0 0,-1 1-160 0,-3-1 0 0,-3 3 0 0,-1 3 128 15,0 2-128-15,1 2 0 0,-1 3 0 0,3 0 0 16,3 4 0-16,1-2 0 0,2 3 0 0,4-1 0 31,1 0-896-31,2 1-96 0</inkml:trace>
  <inkml:trace contextRef="#ctx0" brushRef="#br0" timeOffset="210706.04">14979 6752 3679 0,'0'-2'320'0,"0"1"-320"16,0 1 0-16,0 0 0 0,0 0 1088 0,0 0 128 16,0-2 48-16,0 2 0 0,-1-2 656 0,1 1 144 15,0-1 32-15,0 1 0 0,0 0-336 0,1-1-64 16,-1 2-16-16,0-2 0 0,0 1-736 0,0 1-160 16,0 0-16-16,0-2-16 0,0 2-256 0,0 0-48 15,0 0-16-15,-1 0 0 0,0 0-64 0,1 0-16 16,-1 0 0-16,0 2 0 0,-1-2-144 0,1 0-16 15,-1 0-16-15,1 1 0 0,0-1-48 0,0 0-128 16,0 0 192-16,-1 2-64 0,2-2-128 0,-1 0 0 0,1-2 0 0,-1 2 0 16,1 0 0-16,0-1 0 0,-1 1 0 0,1-2 0 31,0 1 0-31,0 0 160 0,0 0-160 0,0 0 160 16,-1 0 192-16,1-1 32 0,0 0 16 0,-1 1 0 0,0-1 800 0,0-1 144 15,0 1 48-15,0 1 0 0,0 0-1744 0,-1-1-352 0,1 1-64 0,-1-1 0 16,0 2 768-16,0-2 0 0,0 1 224 0,1 1-48 15,-1 0-176-15,-1 0 0 0,1 1 0 0,0 1 0 16,-1 0 144-16,2 1-144 0,-2 1 160 0,1 1-160 0,0 0 192 0,-1 2-48 31,1 0-16-31,-1 3 0 0,0-3-128 0,1 2 160 16,-2 3-160-16,2 3 160 0,-2 1-160 0,1 1 0 16,0-1 0-16,1 1 0 0,0-1 0 0,1-1 0 15,1-3 128-15,1-3-128 0,-1-9 0 0,0 0 0 16,0 0 0-16,0 0 0 0,0 0 0 0,0 0 0 0,0 0 0 0,0 0 0 0,42 14 0 0,-34-21 192 31,1 0-64-31,0 0 0 0,2-5 320 0,1-1 64 0,-2 1 16 0,1-1 0 16,0-3-528-16,0 1 0 0,-1-2 0 0,1 1 0 15,-2 0 0-15,-3-1 0 0,0 2 0 0,-3 0 0 16,-1 1 0-16,-3 2 0 0,-2-1 0 0,-2 1 0 16,-1 2 0-16,-4 2 0 0,-1 2 0 0,-1 3 0 15,-1 2 128-15,-2 3-128 0,2 3 0 0,-3 4 0 16,1 1 0-16,0 2-272 0,2 0 48 0,2 2 16 31,3-2-1344-31,0 0-272 0</inkml:trace>
  <inkml:trace contextRef="#ctx0" brushRef="#br0" timeOffset="211974.6">14936 7311 6447 0,'1'0'576'0,"0"-2"-576"15,-1 2 0-15,0 0 0 0,1 0 1744 0,-1-2 240 31,1 1 64-31,1-1 0 0,-1 1 432 0,0-2 80 0,0 1 32 0,-1 1 0 0,-1-1-704 0,0 1-144 32,0 1-16-32,-1 0-16 0,-1 0-688 0,0 0-128 0,-1 1-16 0,0 1-16 0,-1 0-448 0,1 1-96 15,-1 1 0-15,-1 1-16 16,1 0-144-16,-1 2-32 0,1-1 0 0,-1 2 0 0,1-1 0 0,0 3 0 16,0-1 0-16,1 1 0 0,0 0 0 0,0 1-128 15,1 3 192-15,0-2-64 0,1 2 48 0,1-1 0 0,0 0 0 0,0 2 0 16,1-15-32-1,4 26 0-15,-4-26 0 0,0 0 0 0,0 0-144 0,0 0 0 0,28 35 0 0,-28-35 0 16,0 0 0-16,0 0 0 0,37 3 0 0,-27-8 0 31,1-2 0-31,1-2 0 0,2-1 128 0,-1-6-128 0,0 1 416 0,-1-1 0 0,0 1 0 16,-2-1 0 0,0 0-416-16,-4 1 0 0,0 1 0 0,-3 2 0 15,-1-2-256-15,-2 2 64 0,-2 0 0 0,-2 0 16 16,-3 0 176-16,-2 3 0 0,-2-2 0 0,0 3 0 15,-1 3-416-15,1 1 0 0,0 3 0 0,-1 2 0 16,-1 3-64-16,1 3-16 0,1 3 0 0,1 1 0 16,2 3-80-16,1 1-32 0,1 2 0 0,2-1-13664 15</inkml:trace>
  <inkml:trace contextRef="#ctx0" brushRef="#br0" timeOffset="212987.15">14905 7857 6447 0,'0'-1'576'0,"0"1"-576"0,0-2 0 0,0 2 0 16,0 0 1280-16,0 0 128 0,0 0 48 0,0-1 0 16,-1 0 736-16,1 1 160 0,-1-2 16 0,0 2 16 15,0 0-544-15,1 0-112 0,-1 0-32 0,0 0 0 16,1 0-864-16,-1 0-160 0,1 0-32 0,0 0-16 16,0 0-320-16,0 0-64 0,-1 0-16 0,1 0 0 0,0 0-48 0,1 0-16 15,-1 0 0-15,0 0 0 0,0 0 48 0,0 0 16 16,1 0 0-16,-1 0 0 0,1 0-16 0,-1 0 0 15,0 0 0-15,0 0 0 0,0-2-32 0,0 2-16 16,0 0 0-16,0-1 0 0,0 1-16 0,0 0 0 16,0 0 0-16,0-2 0 0,0 1 112 0,0 1 0 15,0-2 16-15,0 1 0 0,0 0 16 0,0-1 0 16,-1-1 0-16,1 1 0 0,0 0-64 0,-1-1-16 16,1 2 0-16,-1 0 0 0,1-2 0 15,-1 3 0-15,0-2 0 0,0 2 0 0,0 0-64 0,-1 0-16 16,2 2 0-16,-2-2 0 0,0 1-128 0,0 1 128 15,-1 0-128-15,1 1 128 0,0 1-128 0,-1-1 0 16,-1 1 144-16,0 1-144 0,1 0 128 0,-2 0-128 0,1 2 128 0,1-2-128 16,-1 2 0-16,0-1 0 0,0 2 0 0,-1 1 0 15,0 0 0-15,0 3 128 16,0-2-128-16,0 3 0 0,2 0 0 0,0-1 0 0,-1 0 0 0,1 0 128 16,1 2-128-16,-1-2 0 0,2-2 0 0,0 1 128 15,1-11-128-15,0 0 0 0,0 0 0 0,7 31 128 0,-7-31-128 16,0 0 0-16,0 0 0 0,0 0 128 0,0 0-128 15,33 26 0-15,-33-26 0 0,0 0 128 16,0 0-128-16,36 0 192 0,-36 0-64 16,0 0 0-16,33-10-128 0,-21 6 144 0,0-3-144 0,0 2 160 15,-2-2-160-15,0 0 0 0,1-3 0 0,0-2 128 0,0 3-128 0,-2-3 128 16,-1 0-128-16,0 0 128 16,-2-2-128-16,-1 2 128 0,-2 1-128 0,-2-1 128 0,-1 1-128 0,-1-1 0 15,-1 2 0-15,-3 0 0 0,-1 0 0 0,-3 1 0 16,-1-1 0-16,-2 1 0 0,0 4-304 0,-3 1-32 15,-1 1-16-15,0 6 0 32,-1 0-112-32,2 3-32 0,1 3 0 0,3 1 0 0,2-1-288 0,2 1-64 0,0 1-16 0,3 1-14304 15</inkml:trace>
  <inkml:trace contextRef="#ctx0" brushRef="#br0" timeOffset="214648.75">16178 5583 11055 0,'2'-3'976'0,"-1"-1"-784"16,0 2-192-16,0 1 0 0,-1 1 1152 0,1-2 192 16,1-1 48-16,0-3 0 0,2-1 480 0,-2-1 112 15,1 1 0-15,-1 0 16 0,-1 2-560 0,-2 1-112 16,0 1-32-16,-1 1 0 0,0 0-416 0,-2 1-96 0,0 1-16 0,-1 0 0 15,0 1-368-15,-2 1-80 0,2 0 0 0,-2 1-16 16,2 0-96-16,-2 1-16 0,1 3 0 0,-1-2 0 16,1 2-192-16,0 0 0 0,0 4 0 0,0 1 0 15,2 2 0-15,-1 1 0 0,1 4 0 0,2 0 0 16,2-19 0-16,2 43 0 0,-2-43 144 0,11 41-144 16,-11-41 0-16,0 0 128 0,32 47-128 0,-32-47 0 15,0 0 0-15,44 23 0 0,-44-23 0 0,34 2 0 16,-16-4 0-16,0-3-144 0,0-2 144 0,-3-2 0 15,-1-1 0-15,-2 0 0 0,-1-1 0 0,0-1 0 0,-3-3 0 16,-1 1 0-16,-2 0 0 0,-2 0 0 0,-2 2 0 0,-3-1 0 16,-3-1 0-16,-3 1-160 15,-3 1-384-15,-2 0-80 0,-3 2-16 0,-2 1 0 16,-1 2-176-16,0 2-32 0,-1 1-16 0,1 4 0 16,4 2-224-16,-1 1-32 0,2 3-16 0,4 2-9712 15</inkml:trace>
  <inkml:trace contextRef="#ctx0" brushRef="#br0" timeOffset="-214312.04">15904 6145 5519 0,'-2'-7'496'0,"1"-1"-496"0,1 4 0 0,0-1 0 0,0 2 2016 0,0 3 304 15,-1-2 64-15,1 1 16 0,-1-2 0 0,0 0 0 16,-1 1 0-16,0 2 0 0,-1 3-1440 0,0 3-304 16,0 5-48-16,-2 2-16 0,1 1-336 0,-1 5-64 0,1 2 0 0,0 1-16 15,2-1-176-15,-1 0 160 0,2-3-160 0,1 0 160 16,0-18-160-16,5 31 128 0,-5-31-128 0,0 0 128 16,0 0-128-16,0 0 0 0,31 35 0 0,-23-35 0 15,0-2 0-15,0-2 0 0,1-2 0 0,1-2 0 16,-1-2 240-16,0 0 160 0,0-2 48 0,-2 0 0 15,0 0-32-15,-1-2 0 0,-1 0 0 0,-2 2 0 16,-1-2-64-16,-1 1-16 0,-2 0 0 0,-2-1 0 16,0 2-48-16,-4-2-16 0,1 2 0 0,-2 0 0 15,0 2 48-15,-1 1 16 0,1 2 0 0,0 2 0 16,1 3-64-16,-1 2-16 0,3 0 0 0,-1 5 0 0,1-1-256 16,2 2 0-16,-1 0 128 0,2 2-128 15,0 1-512-15,2 0-144 0,1-1-48 0,-1-8-13456 16</inkml:trace>
  <inkml:trace contextRef="#ctx0" brushRef="#br0" timeOffset="-214138.02">16085 6273 15663 0,'-1'2'688'0,"0"-2"144"0,1 0-656 0,0 0-176 15,0 0 0-15,0 0 0 0,0 0 1504 0,0 1 272 0,1 3 48 0,-1-2 16 16,1 3-64-16,0 0-16 0,-1 0 0 0,1 2 0 15,1-1 128-15,-1 2 32 0,1-1 0 0,-2-7 0 32,0 0-2304-32,0 0-464 0,8 32-96 0,-8-32-16 0,0 0-240 15,0 0-48-15</inkml:trace>
  <inkml:trace contextRef="#ctx0" brushRef="#br0" timeOffset="-213900.4">16334 6159 17503 0,'2'-5'768'0,"1"3"176"0,0-3-752 0,-1 2-192 0,0 2 0 0,-1 0 0 0,0 1 1568 0,-1-2 288 31,3 0 48-31,0-1 16 0,0 1-624 0,-1 0-112 0,-1 4-32 0,-1 3 0 0,-1-1-336 0,-2 6-80 31,1 2-16-31,-1 2 0 0,0 2-192 0,0 4-32 16,-1-1-16-16,0 3 0 0,1-1-320 0,0 0-160 0,0 0 160 0,0-2-160 16,2 0-144-16,-1-3-128 0</inkml:trace>
  <inkml:trace contextRef="#ctx0" brushRef="#br0" timeOffset="-211983.03">15962 6745 9215 0,'0'-1'816'0,"-1"-1"-656"16,1 1-160-16,0 0 0 0,0 1 1520 0,0-2 272 15,1-1 48-15,-1-2 16 0,0 1 368 0,0-3 80 16,0 0 0-16,0 1 16 0,0 2-720 0,-1-1-160 16,0 0-32-16,-1 3 0 0,1 2-624 0,-2 0-128 15,0 0-16-15,-3 5-16 0,0 2-224 0,-3 0-32 0,1 2-16 0,-1 2 0 16,2 0-176-16,-1-1-48 0,-1 4 0 0,0 2 0 15,1 0-128-15,0 4 0 0,2-2 0 0,1 0 128 16,1 0-128-16,3-3 0 0,1-15 0 0,0 0 0 16,6 35 0-16,-6-35 0 0,0 0 0 0,0 0 0 15,0 0 0-15,45 7 0 0,-32-14-128 0,0 0 128 16,0 0 0-16,-1-4 0 16,2-2 0-16,-2-1 0 0,0 2 0 0,-1-1 0 0,0 0 0 0,-2-1 192 0,0 2-448 15,-1-2-96-15,-2-1-16 0,0 1 0 0,-1-2 112 0,-3 2 0 16,0 1 16-16,-4 1 0 15,1-1 240-15,-4 3 0 0,0 3 0 16,-1-1 0-16,-2 2 0 0,0 1 0 0,0 5-176 0,-1 0 176 16,2 5-160-16,0-2 160 0,2 3-128 0,1-1 128 15,1 2-192-15,1 0 32 0,2 0 16 0,1 0 0 16,1 0-944-16,1 0-192 0</inkml:trace>
  <inkml:trace contextRef="#ctx0" brushRef="#br0" timeOffset="-211789.37">16120 6792 18431 0,'1'0'816'0,"0"0"160"0,1 0-784 0,-1 0-192 0,0 0 0 0,0 2 0 0,0-1 2048 0,0 1 384 0,1 1 64 0,-2-3 0 32,0 0-560-32,0 0-112 0,0 0-32 0,16 42 0 0,-16-42-976 0,0 0-208 0,0 0-32 0,18 38-16 31,-18-38-432-31,0 0-128 0,0 0 0 0,0 0-10624 15,0 0-2160-15</inkml:trace>
  <inkml:trace contextRef="#ctx0" brushRef="#br0" timeOffset="-211597.98">16386 6640 11967 0,'0'0'1072'0,"0"0"-864"15,0 0-208-15,0 0 0 0,0 2 2912 0,0-2 544 16,0 3 96-16,0 0 32 0,0 3-480 0,0 0-96 16,0 2 0-16,-1 2-16 0,1 2-1888 0,-2-2-368 15,1 4-80-15,-1 0-16 0,0 0-400 0,0 0-96 16,0 3-16-16,1 0 0 0,0-2-128 0,1 0 0 0,0-15 0 0,1 27-17104 16</inkml:trace>
  <inkml:trace contextRef="#ctx0" brushRef="#br0" timeOffset="-211051.53">15943 7288 13823 0,'3'-12'608'0,"-1"2"128"0,0 1-592 0,-1 4-144 0,-1 3 0 0,0 0 0 15,0 1 1280-15,-1-3 240 0,0 0 32 0,-1-2 16 16,-1 1-96-16,-2 3 0 0,1 2-16 0,-2 1 0 16,0 5-496-16,-1 0-112 0,1 5-16 0,-2 3 0 15,1 2-112-15,-1 3-16 0,-1 5-16 0,1-2 0 16,0 3-416-16,1-1-80 0,1 0 0 0,0 0-16 16,0 0 144-16,3 2 48 0,0 0 0 0,2-3 0 15,2-2-48-15,-1-21-16 0,7 34 0 0,-7-34 0 16,0 0-304-16,0 0 0 0,36 24 0 0,-36-24 0 15,24-8 0-15,-13-1 0 0,1-1 0 0,0-4-144 0,-1 0 144 16,1-3-192-16,-1-4 192 0,-1 0-192 0,-1 1-32 16,-1-1-16-16,0 0 0 0,-3-1 0 0,-1 1 240 15,-3 0-176-15,-1 0 176 0,-4-1-160 0,-1 1 160 0,-2 0 0 16,-1 4-144-16,-2 1 144 0,1 4 0 0,1 2 0 16,-1 6 0-16,2 3 0 0,0 2 0 15,0 3 208-15,2 4 0 0,0 0 0 0,0 2-80 0,2 2 0 16,3 0-128-16,-1 0 192 0,1-12-384 0,2 24-64 15,-2-24-32-15,0 0-9152 16,0 0-1824-16</inkml:trace>
  <inkml:trace contextRef="#ctx0" brushRef="#br0" timeOffset="-210830.53">16097 7480 25791 0,'3'-2'1152'0,"0"1"224"0,-1 1-1104 0,-1 0-272 0,0 1 0 0,0 1 0 16,0 0 1616-16,1 0 272 0,-2-2 48 0,0 0 16 15,0 0-1104-15,0 0-208 0,21 36-64 0,-21-36 0 16,0 0-576-16,0 0 0 0,13 33 0 0,-13-33 0 16,0 0-656-16,0 0-112 0,0 0 0 0,0 0-13888 15</inkml:trace>
  <inkml:trace contextRef="#ctx0" brushRef="#br0" timeOffset="-210587.13">16353 7307 14911 0,'1'-4'320'0,"0"0"80"0,0 0 16 0,0 1 0 16,0 2-416-16,0 0 0 0,1-1 0 0,-1 0 0 0,2-1 2048 15,2 0 336-15,-1-1 64 0,1 1 16 0,-1 3-1104 0,-1 0-208 16,-1 1-64-16,0 3 0 0,-1-1-288 0,0 6-64 0,-1-9-16 0,0 0 0 16,2 28-80-16,-2-28-32 0,0 29 0 0,-1-13 0 15,0 1-96-15,-1-1-32 0,0 1 0 0,0 0 0 16,0 4-80-16,0-2-16 0,-1 3 0 16,1-3 0-16,0-1-384 0,1-1 0 0,1 0-144 0,-1 2-15600 31</inkml:trace>
  <inkml:trace contextRef="#ctx0" brushRef="#br0" timeOffset="-208963.08">15907 7833 11055 0,'-2'-3'976'0,"0"-1"-784"0,1 2-192 0,0 1 0 0,1 1 1344 0,-1-2 240 0,-2-1 32 0,-2 0 16 31,-1 0 160-31,-2 0 48 0,0 3 0 0,0 1 0 0,-1 3-848 0,1 3-160 0,-1 0-48 0,-1 5 0 15,2 0-416-15,-1 0-96 0,0 2-16 0,1 2 0 16,1 1 112-16,-1 4 16 0,1-1 0 0,0 0 0 31,3 2 928-31,0-3 192 0,2 0 32 0,1-5 16 0,1-14-1552 0,0 0-432 0,12 34-16 0,-12-34-16 32,0 0 592-32,0 0 112 0,39 14 16 0,-39-14 16 0,30-8-112 0,-14-1-32 0,1 0 0 0,1-5 0 0,-1-1 16 15,-1-2 0-15,0 1 0 0,-2 0 0 31,-2 1-752-31,-3-1-160 0,0 1-16 0,-3 1-16 0,-1 1 16 0,-3 0 0 0,0-1 0 0,-2 2 0 0,-1 0 528 0,-2 0 96 16,-2 2 32-16,-1 1 0 0,-3 1-64 0,0 2 0 16,0 3 0-1,-2 3 0-15,1 0 0 0,1 5 0 0,1-2 0 0,1 2 0 16,2 2 352-16,1-1 64 16,2 2 16-16,1-3 0 0,2 4-240 0,-1-9-240 15,0 0 48-15,0 0-12032 0</inkml:trace>
  <inkml:trace contextRef="#ctx0" brushRef="#br0" timeOffset="-208764.66">16108 7963 13823 0,'1'3'1216'0,"0"-1"-960"0,0 0-256 0,0-1 0 15,0 0 1664-15,0 2 272 0,-1-3 64 0,0 0 16 16,0 0 96-16,0 0 0 0,23 38 16 0,-23-38 0 15,0 0-1568-15,0 0-320 0,19 36-64 0,-19-36-16 16,0 0-416-16,0 0-64 0,0 0-32 0,18 33-12320 16</inkml:trace>
  <inkml:trace contextRef="#ctx0" brushRef="#br0" timeOffset="-208537.14">16348 7857 20271 0,'1'-1'896'0,"0"-1"192"0,1 0-880 0,0 0-208 0,-1 2 0 0,0-2 0 15,0 2 1776-15,1-1 304 0,0 1 64 0,2-3 16 16,1 3-752-16,-2-2-160 0,0 4-32 0,0-1 0 16,-1 4-96-16,-1 1-32 0,0 2 0 0,-2 2 0 15,-1 3-384-15,0 4-64 0,-2 2-32 0,1 2 0 16,-1 3-304-16,0 0-64 0,0 2-16 0,1-2 0 15,0-1-224-15,1-2 176 0,2-21-176 16,2 34-17488-16</inkml:trace>
  <inkml:trace contextRef="#ctx0" brushRef="#br0" timeOffset="-206640.32">17573 5542 6447 0,'-1'-3'576'0,"0"0"-576"0,0 1 0 0,0 1 0 0,0 1 1152 0,1 0 128 15,0 0 32-15,-1 0 0 0,-1 0-32 0,-1-2 0 16,1 1 0-16,-1 1 0 0,0 0-512 0,0-2-128 16,1 2 0-16,0 0-16 0,0 0 96 0,1 0 32 15,0 0 0-15,-1 0 0 0,2 0-112 0,-2 2-32 16,1-1 0-16,0 2 0 0,0 1-144 0,-1 0-16 16,-1 1-16-16,0 2 0 0,0 3-48 0,0 2-16 15,-1 3 0-15,0 0 0 0,0 2 64 0,2 2 16 0,0 1 0 0,0 0 0 16,2-20-256-16,0 38-32 0,0-38-16 0,0 0 0 15,9 45-144-15,-9-45 0 16,0 0 0-16,0 0 0 0,0 0 0 0,0 0 0 0,36 33-128 16,-28-36 128-16,0 0 0 0,1-3 0 0,2-2 0 0,-1 0 0 15,1-2 480-15,-1-1 16 16,2-3 0-16,-2 1 0 0,-1 2-368 0,-1-3-128 0,1 0 0 0,-2-1 0 16,-1-1 0-16,-1 2 0 0,-1 4 0 0,-3-2 0 15,-1-2 0-15,-3 0 0 0,-2-1 0 0,-1 1 0 16,-3 0 0-16,1-1 0 0,-2 2 0 0,0 1 0 0,-1 3 128 0,0 1-128 15,2 3 0-15,0 1 0 0,1 3 0 16,2 2 0-16,0 1 0 0,1 3 0 16,1 1-512-16,-1 3-192 0</inkml:trace>
  <inkml:trace contextRef="#ctx0" brushRef="#br0" timeOffset="-206069.81">17260 6153 10127 0,'3'-10'896'0,"0"2"-704"16,-1 1-192-16,-1 5 0 0,1-2 1280 0,-1 0 240 15,2-4 32-15,2-5 16 0,-1-3 672 0,1 1 128 16,-1 1 16-16,-4 3 16 0,1 3-800 0,-2 4-144 15,-2 3-48-15,-2 6 0 0,0 0-656 0,-3 7-144 16,1 0-32-16,-2 4 0 0,1 3-352 0,0 0-80 16,-2 5-16-16,2 1 0 0,0 0-128 0,1-1 0 15,2-1 0-15,1-4 0 0,1 0 0 0,2-4 0 0,1-15-144 0,0 0 144 16,0 0 0-16,16 37 0 16,-16-37-128-16,0 0 128 0,0 0 0 0,35 1 0 0,-24-7-128 0,2-3 128 15,1-2 0-15,1-2-128 0,0-1 128 0,-1-2 0 16,1 1-400-16,-3-4 16 0,-1 0 16 0,-2 1 0 15,-2 1 176-15,-3-2 16 0,-1 0 16 0,-3 1 0 16,-2 0 160-16,-2 1 0 0,-2 1 0 0,-3 0 0 16,-1-1 0-16,-3 3 0 0,2 5 160 0,-1 3-160 15,0 3 512-15,1 3 16 0,1 3 0 0,0 3 0 0,0 2-256 0,2 2-48 16,1 2-16-16,2 2 0 0,2 0-208 16,2 0 0-16,1-14 0 0,0 0-14448 15</inkml:trace>
  <inkml:trace contextRef="#ctx0" brushRef="#br0" timeOffset="-205896.59">17443 6230 16575 0,'1'-4'1472'0,"0"1"-1168"16,0 0-304-16,0 1 0 0,-1 2 2192 0,0 0 384 15,0 0 80-15,0 0 16 0,1 0-480 0,0 0-80 0,0 3-32 0,0 2 0 16,0 1-1552-16,0 2-304 0,-1-8-64 0,0 0-16 15,0 0-144-15,3 35 0 0,-3-35 0 0,0 0 0 32,0 0-560-32,0 0-32 0,11 35-16 0,-7-31-13936 0</inkml:trace>
  <inkml:trace contextRef="#ctx0" brushRef="#br0" timeOffset="-205548.73">17705 6055 16575 0,'-1'0'736'0,"0"0"160"0,1 0-720 0,-1 0-176 16,1 2 0-16,-1-2 0 0,1 2 1680 0,-1-2 304 15,1 3 64-15,-1-1 16 16,-1 1-640-16,1 2-128 0,-1 0-16 0,1 1-16 16,0 0-1024-16,-1 0-240 0,1 0 0 0,1 0 0 0,0 1 0 0,-1 0 0 15,1-7 0-15,0 0 0 0,0 0 256 0,0 0-64 16,8 36-16-16,-8-36 0 0,0 0-32 0,0 0 0 15,0 0 0-15,0 0 0 0,39 33 160 0,-39-33 16 16,0 0 16-16,0 0 0 0,40 16 256 0,-40-16 48 0,0 0 16 16,0 0 0-16,0 0-288 0,36 22-64 15,-36-22-16-15,0 0 0 0,0 0-112 0,0 0-32 0,0 0 0 0,0 0 0 16,0 0 304-16,2 30 48 0,-8-25 16 0,-1 0 0 16,-1 0-64-16,-2 2-16 0,0 0 0 0,-2-1 0 15,1 0-304-15,-2 1-128 0,-3 0 128 0,0 0-128 16,0 0 128-16,1-2-128 0,2 0 0 0,2-3 128 15,1-1-128-15,3-2 0 0,0-1 0 0,3-1-11488 16,-1-1-2256-16</inkml:trace>
  <inkml:trace contextRef="#ctx0" brushRef="#br0" timeOffset="-205375.31">17685 6057 20271 0,'3'-2'896'0,"-1"1"192"0,1 1-880 0,0-2-208 0,0 2 0 0,0-1 0 15,0 0 2576-15,3 1 480 0,2-4 80 0,5 1 32 16,4-2-1024-16,2-2-208 16,2 1-32-16,0-2-16 0,-1 3-1312 0,-4-2-272 0,-1 4-48 0,-2 0-16 15,-2 2-864-15,-2 2-160 0</inkml:trace>
  <inkml:trace contextRef="#ctx0" brushRef="#br0" timeOffset="-203874.69">17336 6702 6447 0,'0'-2'576'0,"0"-1"-576"0,0 3 0 0,0-2 0 0,0 2 1216 0,-1 0 128 16,1 0 16-16,-1 0 16 0,0 0 752 0,0 0 160 16,-1 0 16-16,-2 0 16 0,1 2-784 0,-1-2-144 15,1 3-48-15,-1-1 0 0,-1 0-224 0,0 1-48 16,0 1-16-16,0 0 0 0,-1 0-448 0,1 1-96 0,0 1 0 0,-1-1-16 16,1 2-112-16,-1 3-32 15,2-3 0-15,-1 4 0 0,0 1 160 0,1 0 16 0,-1 5 16 0,1-2 0 16,1 2-128-16,1-1-32 0,1 2 0 0,1-18 0 15,0 0-144-15,7 39-48 0,-7-39 0 0,0 0 0 16,0 0-192-16,0 0 0 0,41 30 0 16,-41-30 0-16,0 0 0 0,33-5 0 0,-21 0 0 0,0-3 0 15,0 0 0-15,-2-1 0 0,1-1 0 0,-1-2 0 16,0 1 0-16,-1-1 0 0,-2 0 0 0,0 0 0 16,-3 0 0-16,-1 0 0 0,-1 2 0 0,-2-1 0 0,0 4 0 15,-3-3 0-15,-2-2 0 0,-1 1 0 0,-2-1 0 16,-1 2 0-16,-1-1 0 0,1 2 0 0,0 3 0 0,1 0 0 15,1 3 0-15,1 0 0 0,2 3 0 0,0 1 0 16,1 1 0-16,1 1 0 0,1 0-256 0,1 3-64 16,2 0 0-16,0 2 0 15,-2-8-1424-15,0 0-304 0</inkml:trace>
  <inkml:trace contextRef="#ctx0" brushRef="#br0" timeOffset="-203704.94">17506 6846 20271 0,'2'1'896'0,"0"1"192"0,0 0-880 0,-1-1-208 0,0 1 0 0,0 0 0 16,0-2 1888-16,0 3 336 0,-1-3 64 0,0 0 16 15,0 0-688-15,0 0-128 0,15 43-16 0,-15-43-16 16,0 0-1008-16,0 0-192 0,12 37-32 0,-12-37-16 16,0 0-720-16,0 0-160 0</inkml:trace>
  <inkml:trace contextRef="#ctx0" brushRef="#br0" timeOffset="-203354.77">17705 6749 15311 0,'0'-2'320'0,"0"2"80"0,0-2 16 0,-1 1 32 0,1 1-448 0,0 0 0 0,0 1 0 0,0-1 0 0,0 2 2192 0,0-2 352 31,0 2 64-31,-1 1 16 0,1-1-1264 0,-1 0-240 0,0 3-48 0,-1 0-16 0,0 0-16 0,-1 2 0 16,1 2 0-16,-1-1 0 0,1 2-480 0,-1 1-112 0,1-1 0 16,0 1-16-16,2-11-432 0,0 0 128 0,1 31-128 0,-1-31 0 31,0 0 0-31,0 0 0 0,0 0 128 0,19 36-128 0,-19-36 0 0,0 0 0 0,0 0 0 0,0 0 0 16,30 28 0-16,-30-28 0 0,0 0 0 0,0 0 128 15,0 0-128-15,25 34 0 0,-25-34 0 0,0 0 0 16,0 0 0-16,0 0 0 0,10 32 0 0,-10-32 0 15,0 0 0-15,-4 17 0 16,0-12 0-16,0-1 128 0,0 2 48 0,-1-1 0 0,-1-1 0 0,-1 0 0 16,1 1-48-16,-3-3 0 0,2 3 0 0,-3-4 0 31,-1 3-128-31,-1-4-176 0,0 1 48 0,-1-2 0 16,1-1-2336-16,2-3-464 0</inkml:trace>
  <inkml:trace contextRef="#ctx0" brushRef="#br0" timeOffset="-203194.7">17633 6788 5519 0,'5'-6'240'0,"-3"2"64"0,2-1-304 0,-1 2 0 16,-2 3 0-16,0 0 0 0,1 0 2144 0,0 0 368 15,3-2 80-15,2 2 16 0,3-2 624 0,0 2 128 16,2-2 32-16,1-1 0 0,-13 3-1584 0,27-4-304 16,-12 3-64-16,-1-2-16 0,-1 0-976 0,1 0-192 15,-2 0-32-15,0 1-16 16,-3 2-1408-16,-1 0-272 0</inkml:trace>
  <inkml:trace contextRef="#ctx0" brushRef="#br0" timeOffset="-202555.3">17217 7387 14735 0,'0'-5'1312'16,"0"3"-1056"-1,0-2-256-15,0 3 0 0,0-1 1776 0,0 0 288 0,0-1 64 0,0-3 16 16,-1-1 272-16,0 1 48 0,0-1 16 0,0 3 0 16,-1 1-1120-16,0 3-208 0,-1 0-64 0,0 2 0 0,-1 3-608 0,-2 0-128 15,0 3-32-15,-1 1 0 0,1 2-176 0,-2 2-144 16,0 3 192-16,1 0-192 0,-2 1 128 0,2 2-128 16,1 0 0-16,1 0 0 0,0 2 0 0,3-2 0 15,1 1 0-15,1-2 0 0,0-18 0 0,6 33 0 16,-6-33 0-16,0 0 0 0,0 0-128 0,27 36 128 15,-27-36 0-15,0 0-144 0,0 0 144 0,38 2 0 16,-28-7 0-16,-1-1-128 0,1-2 128 0,-1-1 0 16,0-1 0-16,0-2 0 0,0-1 0 0,-1 0 0 15,0-4 0-15,-2 1 0 0,0 0 0 0,-3-1 0 16,0 2 0-16,-3 1-128 0,-1 0 128 0,-4 0-128 0,0 1 128 0,-2 2-128 16,-2 2 128-16,-1 2 0 15,-1 2 0-15,-1 2 0 16,0 1-272-16,2 4-128 0,0 1-32 0,2-1 0 15,2 3-112-15,2 0-32 0,1 0 0 0,1-1-14224 0</inkml:trace>
  <inkml:trace contextRef="#ctx0" brushRef="#br0" timeOffset="-202356.29">17361 7550 18431 0,'3'1'1632'0,"0"-1"-1312"0,0 0-320 0,-2 2 0 15,0-2 2048-15,0 1 320 0,0 1 80 0,1 0 16 16,-2-2 96-16,0 0 0 0,0 0 16 0,0 0 0 0,24 31-1680 0,-24-31-320 16,0 0-80-16,0 0-16 0,0 0-480 0,22 37-128 15,-22-37-16-15,0 0 0 32,0 0-1728-32,0 0-352 0</inkml:trace>
  <inkml:trace contextRef="#ctx0" brushRef="#br0" timeOffset="-202006.65">17624 7373 7359 0,'1'0'656'0,"-1"-2"-528"0,0 2-128 0,0 0 0 0,1 2 2560 0,-1-2 496 0,0 0 80 0,0 2 32 32,0 1 224-32,0 1 32 0,0 1 16 0,-1 1 0 15,1 2-1520-15,0-1-320 0,-2 1-48 0,0-1-16 0,-1 2-912 0,0 1-192 16,1-1-48-16,-2 0 0 0,0 1-192 0,1 2-32 15,0-2-16-15,0-1 0 0,2 0-144 0,1-9 192 16,0 0-192-16,0 0 192 0,5 31-192 0,-5-31 0 16,0 0 0-16,0 0 0 0,0 0 0 0,0 0 0 15,38 24 0-15,-38-24 0 0,0 0 0 0,0 0 0 16,37 7 0-16,-37-7 0 0,0 0 0 0,0 0 0 16,0 0 0-16,36 19 0 0,-36-19 0 0,0 0 0 15,0 0 0-15,0 0 0 0,0 0 0 0,16 33 0 0,-16-33 0 0,-2 17 0 16,-1-10 0-16,-2 3 0 0,0-1 144 15,-3 0-144-15,0 1 0 0,-1 0 0 0,-2-1 0 0,-1 0 128 16,0-2-128-16,-2 0 0 0,-3 1 0 0,-2-3 0 31,2 0-736-31,1-3-160 0,1-2-48 0,4-3-15520 0</inkml:trace>
  <inkml:trace contextRef="#ctx0" brushRef="#br0" timeOffset="-201839.3">17603 7411 32255 0,'0'0'1424'0,"0"0"304"16,0 0-1392-16,30-3-336 0,-30 3 0 0,0 0 0 0,0 0 1440 0,30-3 224 15,-30 3 32-15,44-6 16 0,-14 1-1056 0,-1 3-208 16,-3-3-32-16,-26 5-16 0,40-5-400 16,-40 5-224-16,29-2 32 0,-29 2-11520 15,0 0-2288-15</inkml:trace>
  <inkml:trace contextRef="#ctx0" brushRef="#br0" timeOffset="-201151.93">17445 7880 13823 0,'0'0'1216'0,"-1"0"-960"16,1 0-256-16,0 0 0 0,0 0 1616 0,-1 0 288 15,1 0 48-15,-1 0 16 16,0 0 256-16,0 0 48 16,0 0 16-16,0 0 0 0,0 0-752 0,0 0-128 0,0 0-48 0,0 2 0 0,1-2-496 0,-1 1-96 31,-1 1-32-31,1 1 0 0,-1 0-160 0,1 1-48 0,-1 3 0 0,0 0 0 16,1 2-64-16,0 3-16 0,-1 1 0 0,0 2 0 0,0 5-176 0,0-2-32 0,-1 2-16 0,1 0 0 15,1 2-64-15,-2 0-16 16,1-1 0-1,0-2 0-15,2-19-144 0,-1 33 0 0,1-33 144 0,-1 28-144 16,1-28-224-16,0 0-112 0</inkml:trace>
  <inkml:trace contextRef="#ctx0" brushRef="#br0" timeOffset="-199586.07">17158 7940 5519 0,'1'-3'496'0,"0"-1"-496"16,-1 3 0-16,0-1 0 0,0 2 1440 0,0-1 192 15,0-2 32-15,0 0 16 0,0-3 480 0,-1 0 80 16,0-1 32-16,-2 2 0 0,1 0-240 0,-2 2-48 15,0 2-16-15,-1 1 0 0,0 0-768 0,-1 2-160 16,1 3-16-16,-3 0-16 0,1 2-432 0,0 2-96 16,-2 1-16-16,0 2 0 0,0 2-128 0,-2 0-16 15,2 3-16-15,-1 2 0 0,3-1-160 0,1 0-16 16,0 2-128-16,3-3 192 0,0 0-192 0,3-17 0 0,2 27 128 0,-2-27-128 16,0 0 0-16,0 0 0 0,27 29 0 0,-27-29 0 15,0 0 0-15,35-3 0 0,-35 3 0 0,25-12-160 16,-11 4-80-16,-1-4-16 0,2-2 0 0,-1-3 0 31,0 1-544-31,-2-1-112 0,1 0-32 0,-5 2 0 16,-3 2 368-16,0-1 64 0,-1 0 0 0,-3 0 16 0,-1 1 176 0,-3 2 48 0,-1 1 0 0,-1 3 0 15,-4 0-32-15,1 2 0 0,-2 2 0 0,-1 1 0 32,0 3-800-32,2 1-176 0,1 3-16 0,-1-1-16 0,4 1 544 0,0 0 128 0,3-1 0 15,1 1-7904-15</inkml:trace>
  <inkml:trace contextRef="#ctx0" brushRef="#br0" timeOffset="-199348.36">17272 8120 20271 0,'0'-2'896'0,"0"1"192"0,0-1-880 0,0 2-208 0,1 0 0 0,-1-2 0 15,1 2 2064-15,-1-1 368 0,1 1 80 0,0 0 16 16,1 0-208-16,-1 0-32 0,0 0-16 0,-1 1 0 16,0 3-1120-16,1-1-208 15,-1 2-48-15,0-5-16 0,0 0-576 0,0 0-112 16,2 23-32-16,-2-23 0 0,0 0-160 0,0 0-144 16,0 0 144-16,0 0-18352 0</inkml:trace>
  <inkml:trace contextRef="#ctx0" brushRef="#br0" timeOffset="-196863.79">18871 5545 8287 0,'2'-3'736'0,"0"1"-592"0,-1 0-144 0,0 0 0 0,0 1 1184 0,-1-1 208 32,3-1 32-32,1-3 16 0,1-1 512 0,-1-1 96 0,1 1 32 0,-1 0 0 0,-3 2-432 0,0 3-96 15,0-3-16-15,-1 3 0 0,-1 0-624 0,0 1-128 32,0 1-16-32,-1 0-16 0,0 1-288 0,-2 1-48 0,0 1-16 0,1 1 0 15,-2-2-208-15,0 3-64 16,0 0 0-16,-2-1 0 0,1 2 0 0,-1 0-128 15,1 0 192-15,0 0-64 0,1 2 0 0,-1 1-128 16,1 1 192-16,0 1-64 0,1 1 112 0,1 1 16 0,0 2 0 16,-1 2 0-16,2 0-48 0,2-17 0 0,-1 33 0 0,1-33 0 15,3 33 112-15,-3-33 0 0,0 0 16 0,13 38 0 16,-13-38-336-16,0 0 144 0,0 0-144 0,0 0 0 16,45 21 144-16,-33-25-144 0,2 0 0 0,-1-2 144 15,1-3 112-15,0-1 32 0,1-2 0 0,-2-2 0 16,0 2-288-16,-1-2 0 0,0 0 0 0,-2-3 0 15,0 1 0-15,-3-1 0 0,0 3 0 0,-5-3 0 16,-1 3 0-16,-3-2 0 0,-1 1 0 0,-6 2 0 16,-2 0-176-16,-2 3 176 0,-3-1-192 0,-2 4 192 15,-1 0-672-15,0 6-32 0,-1 1 0 0,3 3 0 16,2 4 192-16,-1 0 16 0,1 2 16 0,1 3-9056 16,3 0-1792-16</inkml:trace>
  <inkml:trace contextRef="#ctx0" brushRef="#br0" timeOffset="-196295.62">18570 6080 7359 0,'3'-9'656'0,"0"2"-528"15,-1 3-128-15,-2 4 0 0,0 0 1040 0,0 0 176 16,0-3 48-16,1 0 0 0,1-1 720 0,-2-1 128 16,-2 5 48-16,-1 3 0 0,-2 3-784 0,0 4-160 15,-3 4-16-15,1 3-16 0,-1 4-400 0,-2 3-80 0,1 1 0 0,0 1-16 16,1 0-432-16,-1-1-64 0,2-1-32 0,-1-1 0 16,2-2 64-1,1-1 16-15,2-5 0 0,0-2 0 0,3-13 96 0,-1 25 32 0,1-25 0 0,0 0 0 31,0 0-64-31,0 0-16 0,0 0 0 0,0 0 0 0,42 21 432 0,-29-29 96 16,1-4 16-16,2-1 0 0,2-2-192 0,0-4-48 0,0-2 0 0,0-1 0 16,-3 1-368-16,0-3-80 0,0-2-16 0,-2-3 0 15,-2 1 80-15,-2 0 16 0,-2 2 0 0,-3 2 0 16,-3 0-224-16,-2 3 0 0,-1 3 0 0,-5 5 0 0,-1 6 0 0,-2 4 0 16,-1 3 0-16,-3 6 0 0,-3 2-352 0,-2 4 32 15,0 1 16-15,-2 1 0 0,-1 3 144 0,3-1 32 16,0-2 0-1,3 2 0-15,2-1-352 0,2-3-64 0,3 0-16 0,3-1-14400 16</inkml:trace>
  <inkml:trace contextRef="#ctx0" brushRef="#br0" timeOffset="-196008.25">18794 6278 21183 0,'0'-3'1888'0,"0"1"-1504"16,0 0-384-16,0 4 0 0,0-2 992 0,0 0 128 0,0 2 32 0,0-2 0 16,-1 3 64-16,0 1 32 0,-1 3 0 0,0 3 0 31,2 1-784-31,-2 2-144 0,2-13-48 0,-1 28 0 15,1-28-16-15,2 29 0 0,-2-29 0 0,0 0 0 0,0 0-256 0,15 41 0 0,-15-41-176 0,0 0-13840 32</inkml:trace>
  <inkml:trace contextRef="#ctx0" brushRef="#br0" timeOffset="-195678.48">19022 6019 24879 0,'3'-3'1088'0,"-2"1"256"0,1 1-1088 0,-1 1-256 16,-1 0 0-16,0 0 0 0,0 0 1392 0,0 1 208 0,0-1 64 0,-1 2 0 15,-1 1-752-15,-1 3-144 0,0 0-16 0,-1 1-16 16,-2 3-432-16,1 1-96 0,-2 1-16 0,0 1 0 16,0 1-192-16,1 2 128 0,-2-2-128 0,1 3 0 15,-1 0 128-15,2 1-128 0,-1 1 0 0,2-2 144 16,0 0-144-16,2-1 0 0,3-16 0 0,-1 29 0 15,1-29 0-15,0 0 0 0,0 0 128 0,18 36-128 16,-18-36 0-16,0 0 0 0,0 0 0 0,0 0 0 16,38 4 0-16,-30-8 0 0,1-2 0 0,-2 2 0 0,1-3 384 15,-2 2 64-15,0-3 0 0,-2 0 0 0,1 2-256 0,-3-1-64 16,0 2 0-16,-2 1 0 0,-2 0-128 0,-1 1 192 16,-2 2-192-16,1-1 192 0,-3 2-64 0,0 0-128 15,-1 2 192-15,-1 1-64 0,1 2-128 0,-1-1 0 16,-1 1 144-16,1 2-144 0,1-1 0 0,-1 2-128 15,2 0 0-15,0-1-16496 0</inkml:trace>
  <inkml:trace contextRef="#ctx0" brushRef="#br0" timeOffset="-194393.18">19084 6029 3679 0,'2'-3'320'0,"-1"-1"-320"31,-1 1 0-31,0 1 0 0,0 1 672 0,0-1 64 0,0-2 16 0,2-3 0 15,-2 2 576-15,0-3 112 0,-1 2 32 0,-2 1 0 0,1 3 304 0,0 1 64 16,-2 4 16-16,-1-1 0 0,1 3-400 0,-1-1-80 16,1 4-16-16,0-1 0 0,-3 1-128 0,2 3-16 31,-1-1-16-31,0 1 0 0,0 1-368 0,1-2-64 0,0 1 0 0,0 1-16 0,2-2 64 0,-1-1 16 16,-1 1 0-16,1-1 0 15,0 3-240-15,-1-4-32 0,0 3-16 0,-1 1 0 0,0 2-144 0,1 0-16 0,-2-2-16 0,2 2 0 31,-1 1-48-31,1-1-16 0,-1 0 0 0,1-2 0 0,1 1-112 0,0-2 0 0,1 1-16 0,1 0 0 16,1-1-48-16,0-1-128 0,1-10 192 0,0 0-64 31,0 0 16-31,0 35 0 0,0-35 0 0,0 0 0 16,0 0-144-16,0 0 0 0,11 41 144 0,-11-41-144 16,0 0 0-16,0 0 0 0,0 0 0 0,0 0 128 15,23 35 0-15,-23-35 0 0,0 0 0 0,0 0 0 16,0 0 0-16,0 0 0 0,0 0 0 0,35 31 0 15,-35-31-128-15,0 0 0 0,0 0 128 0,0 0-128 0,0 0 160 16,33 7-32-16,-27-7-128 0,1-5 192 0,-1 1-64 0,2-1 0 16,-1-2-128-16,0 0 192 0,-1-1-192 0,0-1 144 15,-1-2-144-15,1 1 128 0,-1-1-128 0,0-1 0 16,-1-2 0-16,-2 1 0 0,0-4 0 0,-2 3 0 16,-1-3 0-16,-1 1 0 0,-3 2 0 0,-1-1 0 15,0 1 0-15,-2 2 0 0,1 3 0 0,-2 1 0 16,-1 4 0-16,-1 2 0 0,2 2 0 0,0 2 0 15,-1 2 0-15,0 2 0 0,2 1 0 0,-1 2 0 0,0-1 0 16,1 1 0 0,1 2-400-16,-2-1-16 0,2 0 0 0,0-1-17600 0</inkml:trace>
  <inkml:trace contextRef="#ctx0" brushRef="#br0" timeOffset="-189008.49">18735 6846 12895 0,'2'-2'1152'0,"0"0"-928"16,0-2-224-16,-1 3 0 0,0-2 1504 0,1 1 256 16,1-2 48-16,1-4 16 0,2-1 704 0,-1 0 144 31,2-1 16-31,-2 0 16 0,-2 2-944 0,-1 4-192 0,0 0-32 0,-2 2-16 16,-1 4-640-16,-1-1-128 0,0 3-32 0,0 3 0 0,-1-2-272 0,-1 4-64 15,0 3-16-15,1 1 0 0,-2 2-192 0,0 2-48 0,1 2 0 0,-1-3 0 31,1 2-128-31,1 0 192 0,3-18-192 0,-3 31 192 0,3-31 0 0,-1 23 0 0,1-23 0 0,0 0 0 32,0 0-192-32,0 0 0 0,0 0 0 0,6 34 128 0,-6-32-128 0,1-2 0 0,0 0 0 0,0 0 0 31,0-1 0-31,1-2 0 0,-1 0 0 0,-1-2 0 16,1 1 0-16,-1-1 0 0,0-2 0 0,0 0 0 15,0 2 0-15,-1-3 0 0,-1 0 0 0,2-2 0 16,-1-1-128-16,0 0 128 0,1-1 0 0,0-3 0 15,0 0 0-15,1-2 0 0,0-2 0 0,0 3 0 16,1-1 0-16,1 0 0 0,0 1 0 0,0 2 0 0,1 2 0 0,-2 4 0 16,1 2 0-16,-2 3 0 0,1-1 0 0,0 3 0 15,-2 1 0-15,1 3 0 0,0 2 0 0,0 1 0 16,-1 2 128-16,0 2-128 0,0-10 160 0,-1 25-160 16,-1-12 192-16,1 3-192 0,0 0 176 0,-1 1-176 15,1 3 160-15,1-20-160 0,-2 38 128 0,2-38-128 16,-3 35 0-16,3-35 144 0,-3 32 0 0,3-32 0 15,-3 29 0-15,1-15 0 0,2-2-144 0,-1-2 128 16,0-1-128-16,2-2 128 0,0-2-128 0,-1-1 0 16,1-3 0-16,1-1 0 0,1-3-192 0,-1 1-80 0</inkml:trace>
  <inkml:trace contextRef="#ctx0" brushRef="#br0" timeOffset="-186804.94">18653 7425 11967 0,'-2'0'1072'0,"-1"1"-864"15,1-1-208-15,1 0 0 16,0 0 1216-16,-3 1 192 0,1 0 32 0,-3 1 16 0,-3-1 448 0,-2 2 80 15,1 0 32-15,0 2 0 0,1-1-832 0,-1 2-160 16,2 0-48-16,0 4 0 0,0-3-48 0,1 4-16 16,1-1 0-16,0 2 0 0,0 2-80 0,1 1-32 15,0 2 0-15,1 1 0 0,4-18-176 0,-3 33-48 0,3-33 0 0,1 31 0 16,-1-31-144-16,0 0-48 16,0 0 0-16,28 40 0 15,-28-40-240-15,0 0-144 0,34 12 160 0,-34-12-160 0,21-4 128 16,-10-2-128-16,1-2 0 0,1-2 0 0,-1-2 0 0,0-2 0 0,0-2 0 0,-1 1 0 15,-2-2 0-15,-1 3 0 16,0-5-192-16,-2 0 192 16,-1 1-144-16,-3 0 144 0,-2 0 0 0,-1 1-144 0,-5 3 144 0,0 2 0 0,-5 1 0 0,0 4 0 15,-1 1 0-15,-1 2 0 16,0 3 0-16,2 1-128 0,1 3 128 16,1-1 0-16,1 3 0 0,1 0-128 0,1 2 128 0,2 0 0 15,1 0 0-15,0 0 0 0,2 0 0 0,2 0 0 16,-1-7-176-16,0 0 176 15,0 0-1568-15,0 0-224 0</inkml:trace>
  <inkml:trace contextRef="#ctx0" brushRef="#br0" timeOffset="-186598.87">18801 7584 15663 0,'1'0'1392'0,"0"0"-1120"0,0 0-272 0,0 0 0 16,0 0 1680-16,0-2 288 0,1 2 48 0,1 0 16 15,0 0 784-15,1 0 176 0,1 0 16 0,-2 2 16 16,-3-2-1376-16,0 0-288 0,0 0-48 0,0 0-16 16,0 0-656-16,0 0-128 0,21 40-16 0,-21-40-16 15,0 0-480-15,0 0 0 0,5 37 0 0,-5-37 0 16,0 0-160-16,0 0-128 0,0 0-32 0,6 34-17248 16</inkml:trace>
  <inkml:trace contextRef="#ctx0" brushRef="#br0" timeOffset="-186119.13">19114 7292 9215 0,'2'-6'816'0,"0"3"-656"15,0-2-160-15,0 3 0 0,0-1 2560 0,-1 1 464 16,1 2 112-16,1-5 0 0,0 1-1040 0,2-2-224 0,1 0-32 0,-2-2-16 15,0 4-1024-15,-1-3-208 0,-1 4-32 0,-1 1-16 16,-1 2-32-16,0-2 0 0,-1 2 0 0,0 0 0 16,0 2-80-16,-1-2-32 0,1 2 0 0,-1-2 0 15,1 2 208-15,0 1 32 0,1-1 16 0,-1 1 0 16,0-1 80-16,1 0 16 16,0 1 0-16,-2 2 0 0,1-3-96 0,0 2-16 0,-1 0 0 0,0 1 0 15,0-1-256-15,0 1-64 0,-1 1-16 0,-1 2 0 16,-1-2-176-16,1 4-128 0,-2 0 192 0,0 4-192 15,-1 0 144-15,0 2-144 0,-2 2 0 0,1 2 144 0,0 3-144 16,-2 2 0-16,0 1 0 0,0 0 0 0,2 2 0 16,-1-1 0-16,3 1 0 0,0-4 0 0,2 0 0 0,4-24 0 15,-4 43 0-15,4-43 0 0,2 35 0 0,-2-35 0 16,0 0 0-16,9 35 0 0,-9-35 0 0,0 0 0 16,0 0 0-16,0 0 0 0,42 6 0 0,-31-12 0 15,1 0 0-15,1-3 0 0,0-2 0 0,-2 0 0 16,-1 1 0-16,0-2 0 0,-2-2 0 0,-1 0 0 15,0 0 128-15,-3 1-128 16,-1-1 0-16,-3 2 0 0,-2 1 0 0,-2 2 0 0,-3 1 0 0,-3 3 0 0,-2 0 0 0,-3 5 0 16,-1 0 0-16,0 5 0 15,-2 0 0-15,0 2 0 16,4 2-1264-16,1-1-128 0</inkml:trace>
  <inkml:trace contextRef="#ctx0" brushRef="#br0" timeOffset="-181319.87">18538 8040 20271 0,'2'-1'1792'0,"0"-1"-1424"0,0 1-368 0,-2 0 0 16,1 1 1632-16,-1-1 256 0,2 1 48 0,1-2 16 16,0-3-224-16,1 1-64 0,-2 1 0 0,0-1 0 15,-2 1-624-15,0 1-128 0,-2 1-16 0,0-1-16 16,-2 2-368-16,0 0-64 0,0 3 0 0,-2-1-16 15,0 3-144-15,0-1-32 0,-1 1 0 0,0 2 0 16,0 1-16-16,0 3-16 0,1-1 0 0,-1 2 0 16,2 2-64-16,1 0-16 0,-1 3 0 0,2-1 0 15,1 3-144-15,2-19 192 0,-2 36-192 0,2-36 192 0,5 32-192 0,-5-32 0 16,0 0 0-16,17 35 128 0,-17-35-128 0,0 0 0 16,0 0 0-16,0 0 0 0,42 18 0 0,-42-18 0 15,19-2 0-15,-9-3 0 0,1-2 0 0,0-2 0 16,-1 0 0-16,1-1 0 0,-1-2 0 0,0-2 0 15,-2 2 0-15,-1-2 128 0,0-1-128 0,-2 1 0 16,0 0 0-16,-3 2 0 0,-1-2 0 0,-2 2 0 16,-4 0 0-16,-1 0 0 0,-3 1 0 0,-1 1 0 15,-2 2 128-15,-1 2-128 0,-3 3 0 0,1-1 0 0,-2 4 0 0,1 0 0 16,1 2 0-16,2 0 0 0,3 1 0 0,2-1 0 16,2 0-128-16,2 1-16 0,2 1 0 15,1-1 0 1,1-3-1296-16,0 0-256 0,0 0-48 0,0 0-14448 0</inkml:trace>
  <inkml:trace contextRef="#ctx0" brushRef="#br0" timeOffset="-179075.09">18772 8165 15663 0,'0'0'1392'0,"0"0"-1120"0,0 0-272 0,0 0 0 15,0 0 2176-15,0 0 368 0,0 0 80 0,1 2 0 16,0-1 320-16,0 3 48 0,-1-2 16 0,0-2 0 16,0 0-1408-16,0 0-288 0,0 0-48 0,0 0-16 15,0 0-800-15,13 38-176 0,-13-38-16 0,0 0-16 16,0 0-240-16,0 0 0 0,0 0 0 0,0 0 0 16,0 0-240-16,0 0-144 0,0 0-16 0,0 0-17584 15</inkml:trace>
  <inkml:trace contextRef="#ctx0" brushRef="#br0" timeOffset="-178792.51">19045 7972 16575 0,'0'-4'1472'0,"1"2"-1168"0,1-1-304 0,0 3 0 0,-2-2 1488 0,1 0 240 0,0-1 64 0,1-1 0 31,0-1 1072-31,1 0 208 0,-1 1 64 0,0 3 0 16,-1 1-1376-16,-1 1-272 0,0-1-48 0,0 0-16 0,0 0-768 0,-4 40-144 16,4-40-48-16,-4 36 0 15,4-36-272-15,-5 49-64 0,1-23-128 0,1-3 192 16,3-23-192-16,-3 48 128 0,3-48-128 0,-1 40 0 15,1-40 0-15,1 34 0 0,-1-34 0 0,0 0-12256 16,4 40-2544-16</inkml:trace>
  <inkml:trace contextRef="#ctx0" brushRef="#br0" timeOffset="-176419.8">20070 5524 14735 0,'1'-3'1312'15,"0"-2"-1056"-15,-1 3-256 0,0 0 0 16,-1 2 1024-16,0-3 160 0,1-2 32 0,-1-1 0 0,-1-3 272 0,1-2 64 15,-2 4 16-15,-1-1 0 0,1 2-176 0,-1 2-48 16,0 1 0-16,-2 1 0 0,2 2-320 0,-2 0-80 16,1 0-16-16,-2 2 0 0,2 3-160 0,-1 0-48 15,-1-1 0-15,1 4 0 0,0-1-272 0,1 3-64 16,-2 1-16-16,1 1 0 0,-1 2-144 0,2 0-32 16,-1 2 0-16,1 2 0 0,-2 2-192 0,3 0 144 15,-1-1-144-15,5-19 128 0,-7 40-128 0,7-40 0 0,-1 35 144 0,1-35-144 16,0 0 0-16,7 36 0 15,-7-36 0-15,0 0 128 0,0 0-128 0,0 0 0 0,35 13 0 0,-25-18 0 16,2-1 0-16,-1-3 0 16,1-2 0-16,1-1 0 0,0 0 0 0,-2 0-192 0,-3 2 192 0,1-2-192 15,0-2-160-15,-2-2-32 0,0 2-16 0,-4-1 0 16,-1 1 128-16,-3-1 16 0,-1 1 16 0,-4 0 0 16,0 0 240-16,-4 2-192 0,1 0 192 0,-1 3-192 15,0 4 192-15,-2 0 0 0,1 3-160 0,0 4 160 16,1 1-336-16,0 1 0 0,0 6 0 0,1-1 0 15,1 1-880 1,0 2-192-16</inkml:trace>
  <inkml:trace contextRef="#ctx0" brushRef="#br0" timeOffset="-175706.56">19771 6107 9215 0,'1'-5'816'0,"-1"1"-656"0,1 1-160 16,0 3 0-16,0 0 1488 0,-1-2 272 0,1-1 48 0,0-1 16 16,1-1 640-16,-1 0 128 0,-1 0 32 0,0 3 0 15,-1-1-768-15,-1 3-128 16,-1 0-48-16,1 3 0 0,-3 0-512 0,-1 1-96 0,1 1-32 0,-1 2 0 15,0-2-448-15,-2 4-80 0,2 1-32 0,-2 0 0 16,1 3-304-16,0 2-176 0,0 1 192 0,1 1-192 16,6-17 0-16,-9 40 0 0,9-40 0 0,-4 40 0 15,4-40 0-15,1 34 0 0,-1-34 0 0,0 0 0 0,12 42 0 16,-12-42 0-16,0 0 0 0,0 0 0 16,30 24 0-16,-30-24 0 0,20 0 0 0,-10-5-144 0,1 1-48 0,1-4-16 15,0-1 0-15,0-1 0 0,1-4 16 0,-1 0 0 16,0 0 0-16,-1-1 0 0,0 3 192 0,-2-3 0 15,-1 0 0-15,0-4-144 0,-2 2 144 0,-2-1 0 16,-3 0 0-16,-1 3 0 16,-3 0 0-16,-2 1-160 0,-1-1 160 0,-3 1 0 0,-4 0 0 0,0 5-128 15,-1 1 128-15,0 6 0 0,1 0-240 0,0 4 16 16,2 3 0-16,0 2 0 16,1 2-176-16,2 1-48 0,0 1 0 0,1 2 0 15,2 1-560-15,5-14-112 0,-6 26-32 0,6-26-12160 0</inkml:trace>
  <inkml:trace contextRef="#ctx0" brushRef="#br0" timeOffset="-175483.52">19905 6289 17503 0,'3'-2'768'0,"-1"-1"176"0,0 1-752 0,0 1-192 16,-1 1 0-16,0 0 0 15,0 0 2080-15,1 0 384 0,1 1 80 0,0 1 16 16,0 1-864-16,-3-3-160 0,0 0-48 0,0 0 0 16,0 0-848-16,3 35-160 0,-3-35-32 0,0 0-16 0,-4 26-432 0,4-26-176 15,0 0 16-15,0 0-14624 0</inkml:trace>
  <inkml:trace contextRef="#ctx0" brushRef="#br0" timeOffset="-175085.61">20197 6012 18431 0,'1'-4'1632'0,"1"1"-1312"16,-1 1-320-16,-1 1 0 15,1 1 1888-15,-1 0 304 0,1-2 64 0,0 0 16 0,0-1-288 0,0-2-48 0,-1 3-16 0,-1 2 0 0,-1 0-1088 0,-2 3-208 31,-1 1-48-31,1 1-16 0,-3 2-96 0,1 2-16 16,-2 1 0-16,1 0 0 0,0 4-128 16,-2-1-16-16,2 2-16 0,-1 2 0 0,2 2-80 0,-1-2-16 15,7-17 0-15,-10 40 0 0,10-40-32 0,-9 40-16 16,9-40 0-16,-7 39 0 0,7-39 0 0,-2 32 0 16,2-32 0-16,0 0 0 0,3 38-144 0,-3-38 192 15,0 0-192-15,0 0 192 0,0 0-192 0,26 36 0 16,-26-36 0-16,0 0 0 0,0 0 0 0,37 4 0 15,-25-6 128-15,-1-2-128 0,0-1 0 0,-1 0 0 0,2-4 144 16,-2 2-144-16,0-1 128 0,-3-1-128 0,0 2 160 0,-2-1-160 16,0 1 0-16,-3-1 128 0,-1 0-128 0,-2 1 0 15,0-3 0-15,-5 3 0 0,-1 0 0 0,-3 0 0 16,0 2 0-16,-1 1 0 0,-2 1 0 0,1 3 0 16,-1 2 0-16,1 1 0 0,-2 1 0 0,2 2 0 15,0 0-704 1,3 2-176-16</inkml:trace>
  <inkml:trace contextRef="#ctx0" brushRef="#br0" timeOffset="-173203.12">19821 6712 10127 0,'0'-1'896'0,"0"0"-704"16,0 0-192-16,0 1 0 0,0 0 864 0,0 0 144 15,0-2 16-15,0 1 16 0,0-1 896 0,0 0 176 16,0 0 48-16,-1 0 0 0,2 2-528 0,-2-1-96 16,1 1-32-16,-1 0 0 0,0 0-288 0,0 0-64 15,0 1-16-15,-1 1 0 0,0 0-352 0,0 0-64 16,0 0-16-16,-3 1 0 0,1 2-160 0,-1-1-32 0,-1 4-16 0,1-3 0 15,-2 4-128-15,1-2-32 0,-2 2 0 0,2 1 0 16,-3 2-192-16,2 0-144 0,0 2 192 0,-1 2-192 16,2 4 160-16,-1-2-160 0,2 2 128 0,5-20-128 15,-8 42 160-15,8-42-160 0,-2 38 192 0,2-38-192 16,0 0 224-16,12 34-64 16,-12-34-16-16,0 0 0 0,0 0-144 0,37 6 0 0,-26-8 0 0,1-5 0 15,1-2 0-15,1-1 0 0,0-4 0 0,1-3 0 16,0 0-176-16,-2 1-16 0,-1 0 0 0,-2 1 0 15,0 1-432-15,-3-1-80 0,-1 3-32 0,-3-2 0 16,-1 2 304-16,-2 0 64 0,-2 3 16 0,-2-2 0 0,-2 3 64 0,-3-1 16 16,-1 3 0-16,-3 2 0 15,1 2-208-15,-1 0-32 0,1 4-16 0,0 1 0 0,1 0 336 0,2 0 192 16,1 2-192-16,1 0 192 0,3-3 0 0,1 0 0 16,1 1 0-16,3-1 0 15,2 1-1184-15,0-3-128 0</inkml:trace>
  <inkml:trace contextRef="#ctx0" brushRef="#br0" timeOffset="-172982.28">19952 6877 9215 0,'2'1'816'0,"-1"-1"-656"0,1 2-160 0,-1-2 0 15,1 0 2368-15,-1 0 448 0,0 0 96 0,1 1 16 16,-2-1 352-16,0 0 80 15,0 0 16-15,0 0 0 0,0 0-1520 0,28 32-288 16,-28-32-64-16,0 0-16 0,0 0-960 0,9 33-192 16,-9-33-32-16,0 0-16 0,0 0-288 0,0 0 0 0,4 33-176 0,-4-30-11136 15,0-3-2224-15</inkml:trace>
  <inkml:trace contextRef="#ctx0" brushRef="#br0" timeOffset="-172577.33">20223 6678 14735 0,'2'-4'1312'0,"-1"1"-1056"0,2 0-256 0,-2 1 0 16,0 0 2016-16,0 2 352 15,-1-2 64-15,2 0 0 0,1-1 128 0,0 0 0 0,0-1 16 0,-1 1 0 16,-2 1-1232-16,0 2-240 0,-1 2-48 0,-2 1-16 15,0 1-400-15,-2 2-96 0,0 2-16 0,-1 1 0 16,0 2-208-16,-1 1-64 0,0 0 0 0,-1 2 0 16,2 2-112-16,-1-1-16 0,1 1-128 0,0 1 192 15,1 1-192-15,0 0 128 0,1 0-128 0,-1 1 0 16,5-19 128-16,-6 36-128 0,6-36 0 0,-4 37 0 16,4-37 0-16,-2 34 128 0,2-34-128 0,0 0 0 0,4 36 0 0,-4-36 0 15,0 0 0-15,0 0 0 0,0 0 0 0,0 0 0 16,26 29 0-16,-26-29 0 0,15-5 0 0,-7 0 0 15,0 0 0-15,-1 0 0 0,1-2 0 16,-2 0 144-16,0 0-144 0,-1 0 128 0,-2 0-128 0,-1 1 0 16,-1 0 0-16,-1-2 0 0,-3 1 0 0,0 0 128 15,-3 0-128-15,-1 0 0 0,-3 2 0 0,0 1 0 16,-1 1 0-16,-1 1 0 0,2 0 0 0,0 1 0 16,-1 2 0-16,2 1 0 0,1 0 0 0,1 1 0 15,3 1 0-15,0-1-18032 0</inkml:trace>
  <inkml:trace contextRef="#ctx0" brushRef="#br0" timeOffset="-170578.57">19816 7340 10127 0,'2'-2'896'0,"0"1"-704"15,-1 1-192-15,-1 0 0 0,0 0 1280 0,0 0 240 16,1 0 32-16,0-2 16 0,0 2 240 0,0 0 48 16,0-2 16-16,-2 2 0 0,0 2 48 0,0 0 16 15,-1-1 0-15,-1 2 0 0,-1 0-608 0,0 0-128 16,-1 2-32-16,-1 1 0 0,1-1-320 0,-2 2-64 15,2 1-16-15,-2 1 0 0,1 0-240 0,-1 3-48 0,2 3-16 0,-3 1 0 16,2 2-176-16,-2 0-32 0,2 3-16 0,-1 1 0 16,1-1-240-16,0 0 176 0,6-21-176 0,-5 40 160 15,5-40-160-15,1 31 0 16,-1-31 144-16,0 0-144 0,0 0 0 0,0 0 0 0,26 30 0 0,-26-30 0 16,16-5 0-16,-5-1 0 0,-1-1 0 0,1-2 0 15,1-2 0-15,0-2 0 0,1 0 0 0,-1-2 128 16,-1 1-128-16,0 0 0 0,-1 2 0 0,-3-1 0 15,0 2 0-15,0-1 0 0,-2 0 0 0,-2 0 0 16,0-1 0-16,-1 1 0 0,-2 1 0 16,-2-1-128-16,-2 3 0 0,-1 0 0 0,-2-1 0 0,-2 1 0 0,0 4-192 0,-2 1-48 15,0 1 0-15,0 2 0 16,2 2-80-16,0 1-32 0,0 3 0 0,2-1 0 0,0 1 96 0,1 0 0 16,1 2 16-16,3-1 0 15,-1 0-864-15,3-1-176 0,0-5-48 0,0 0-12432 16</inkml:trace>
  <inkml:trace contextRef="#ctx0" brushRef="#br0" timeOffset="-170356.06">19922 7565 21183 0,'3'0'944'0,"-2"0"192"0,2 0-912 0,-2 2-224 15,0-2 0-15,0 1 0 0,1 1 2256 0,-2-2 416 16,0 0 80-16,0 0 0 0,0 0-928 0,0 0-192 0,22 38-32 0,-22-38-16 16,0 0-1072-16,0 0-192 0,10 40-64 0,-10-40 0 31,0 0-256-31,0 0 0 0,7 36 0 0,-7-36-16816 0</inkml:trace>
  <inkml:trace contextRef="#ctx0" brushRef="#br0" timeOffset="-169930.03">20242 7337 14735 0,'3'-2'1312'0,"-1"-1"-1056"0,1 1-256 0,-2 1 0 0,-1 1 1088 0,1-1 176 31,2 1 16-31,0-5 16 0,2 1 448 0,0-1 96 0,0 0 16 0,-1 0 0 16,-1 1-256-16,-1-1-64 15,-1 2 0-15,-1 1 0 0,0-2-320 0,-1 1-64 0,-1 1 0 16,0 1-16-16,-1 1-384 0,0 0-80 16,0 3-16-16,0-1 0 0,-1 3-144 0,-1 0-48 0,0 3 0 0,-2 3 0 15,0 1-128-15,-1 2-16 0,-2 2-16 0,0 3 0 16,0 2-160-16,-1 1-16 0,-1 2-128 0,1 2 192 15,0 0-192-15,2 0 0 0,1 0 128 0,1 0-128 16,2 0 0-16,0-2 176 0,5-24-176 0,-4 40 160 16,4-40-160-16,0 0 0 0,10 41 0 0,-10-41 0 0,0 0 0 15,0 0 0-15,34 16 0 0,-34-16 0 0,27-9 0 16,-12 1 0-16,1-4 0 0,0-2 128 0,-3 3-128 0,-1 1 0 16,-2-2 0-16,-1 0 0 0,-2 1 0 0,-2-1 0 15,-2 1 0-15,-3 0 0 0,-2 4 0 0,-3 0 0 16,-3 2 0-16,-5 3 0 15,-3 2-704-15,-2 2-160 0,-2 3-32 0,1 2-16768 0</inkml:trace>
  <inkml:trace contextRef="#ctx0" brushRef="#br0" timeOffset="-168411.11">19778 8056 13823 0,'1'-5'1216'0,"0"0"-960"16,-1 3-256-16,0 0 0 0,0 2 1216 0,0-3 208 15,-1-2 48-15,1-2 0 0,-1-2 640 0,-1-3 144 16,0 2 32-16,0 1 0 0,0 0-752 0,-2 2-128 0,1 2-48 0,-1 0 0 16,1 2-464-16,-2 1-112 0,0 1-16 0,-1 1 0 15,0 1-208-15,-1 1-48 0,1 1-16 0,-1 2 0 16,1-1-32-16,-1 4 0 0,0 1 0 0,-1 0 0 16,2 3-144-16,-1 3-16 0,1 4-16 0,-1-1 0 15,1 4-112-15,0-3-32 0,2 0 0 0,0-1 0 16,4-18-144-16,-3 32 0 0,3-32 0 0,0 0 0 15,0 0 0-15,18 32 0 0,-18-32 0 0,0 0 0 16,29 3 0-16,-18-6 0 0,2-1 0 0,0-6 0 16,1 1-224-16,0-2 80 0,0-2 16 0,0-1 0 0,-1 0-144 0,-1-1-32 15,-2 1 0-15,-1-1 0 0,-3 2-16 0,-1-1 0 16,-1 0 0-16,-3 0 0 0,0 2 320 0,-2 0 0 16,0 0 0-16,-3 2 0 0,-2 0 0 0,-1 4 0 15,-1 1 0-15,0 2 0 0,0 1 0 0,0 2 0 16,0 0 0-16,1 2 0 0,0 1 0 0,1-1 176 15,1 1-176-15,0 1 160 0,2-2-160 0,2 1-224 16,0 0 48-16,1 0 16 16,1-2-1408-16,0 1-288 0</inkml:trace>
  <inkml:trace contextRef="#ctx0" brushRef="#br0" timeOffset="-168175.18">19925 8101 11967 0,'6'-5'528'0,"-1"3"112"0,-1-1-512 0,0 1-128 0,-2 2 0 0,-1 0 0 15,1 0 1856-15,-2 0 320 0,0 0 80 0,0 0 16 16,0 0-224-16,0 0-64 0,0 0 0 0,0 0 0 16,33 23-320-16,-33-23-80 0,0 0-16 0,0 0 0 0,1 35-592 0,-1-35-112 15,0 0-32-15,0 0 0 0,-1 30-608 0,1-30-224 16,0 0 144-16,0 0-16160 15</inkml:trace>
  <inkml:trace contextRef="#ctx0" brushRef="#br0" timeOffset="-167843.25">20280 7890 15663 0,'0'0'1392'0,"0"0"-1120"16,0 0-272-16,0 0 0 0,0 1 1648 0,-1 0 272 0,0-1 48 0,0 2 16 15,0 3 784-15,-2-2 176 0,0 3 16 0,0 2 16 0,3-8-1184 0,-7 22-256 16,3-8-32-16,-1 2-16 16,-1 3-784-16,1 0-176 0,0 2-16 0,1-2-16 0,4-19-336 0,-7 40-160 15,7-40 160-15,-3 34-160 0,3-34 0 0,0 0 0 32,2 38 0-32,-2-38-12064 0,0 0-2464 0</inkml:trace>
  <inkml:trace contextRef="#ctx0" brushRef="#br0" timeOffset="-166231.3">20546 5414 12895 0,'-1'-2'1152'0,"1"1"-928"16,1 0-224-16,0 1 0 0,-1 0 368 0,1-2 16 16,-1 1 16-16,2-4 0 0,-1 1 864 0,0-1 160 15,1 0 48-15,0 1 0 0,0 1 208 0,-1 1 48 16,1-1 16-16,0 1 0 0,-1 2-80 0,2-1-32 15,0 2 0-15,0-1 0 0,1 0-528 0,1 2-96 16,1-2-32-16,1 0 0 0,1 1-400 0,2 1-64 0,-2-2-32 0,1 0 0 16,2-2-304-16,1 1-176 0,-1-1 192 0,1 1-192 15,0-2 192-15,-1 0-192 0,-1 1 192 0,-1-1-192 16,0 2 192-16,-2 0-64 0,0-1 0 0,-2-1-128 16,0 3 160-16,-1-2-160 0,-3 2 128 0,1 0-128 15,-1 0 128-15,-1 0-128 0,0 2 0 0,0-1 128 16,-1 1-128-16,-1 0 0 0,2 0 0 0,-2 1 0 15,0 0 192-15,0 1-32 0,1 0-16 0,0 1 0 16,0-2-144-16,0 1 160 0,1 2-160 0,-1 0 160 0,0 1-160 16,0 0 128-16,1-7-128 0,0 0 128 0,0 0-128 15,-1 38 128-15,1-38-128 0,0 0 128 0,-3 34 0 0,3-34-128 16,0 0 192-16,-2 36-64 0,2-36-128 0,0 0 160 16,0 37-160-16,0-37 160 0,0 0-160 0,2 40 128 15,-2-40-128-15,0 0 128 0,3 45-128 0,-3-45 0 16,0 0 144-16,3 50-144 0,-3-50 128 0,2 36-128 15,-2-36 128-15,2 42-128 0,-2-42 0 0,1 44 144 16,-1-44-144-16,0 46 0 0,0-46 128 0,0 43-128 16,0-43 0-16,-1 45 0 0,1-45 0 0,-1 43 0 0,1-43 0 15,-1 45 0-15,1-45 160 0,-3 42-160 0,3-42 128 0,-1 42-128 16,1-42 160-16,-1 42-160 0,1-42 192 0,-2 40-192 16,2-40 128-16,0 36-128 0,0-36 0 0,0 35 0 15,0-35 128-15,2 35-128 0,-2-35 0 0,1 36 0 16,-1-36 0-16,2 38 0 0,-2-38 128 0,1 38-128 15,-1-38 0-15,0 43 0 0,0-43 128 0,-3 43-128 16,3-43 0-16,-1 45 0 0,1-45 0 0,-3 49 0 16,3-49 0-16,-5 45 0 0,5-45 0 0,-4 43 0 15,4-43 128-15,-4 45-128 0,4-45 0 0,-2 43 0 16,2-43 0-16,-2 40 0 0,2-40 0 0,-3 41 0 0,3-41 0 16,-1 40 0-16,1-40 0 0,-1 42 0 15,1-42 0-15,-1 41 0 0,1-41 0 0,-2 35 0 0,2-35 128 0,0 31-128 16,0-31 0-16,0 31 0 0,0-31 0 0,0 0 0 15,0 47 0-15,0-47 0 0,0 0 0 0,1 45 0 16,-1-45 0-16,0 0 0 0,2 43 0 0,-2-43 0 16,0 33 0-16,0-33 0 0,1 31 0 0,-1-31 0 15,1 29 0-15,-1-29 0 0,0 0 0 0,2 42 0 16,-2-42 0-16,0 0 0 0,1 38 160 0,-1-38-160 16,0 0 128-16,0 38-128 0,0-38 128 0,0 0-128 15,-1 40 0-15,1-40 128 0,-2 29-128 0,2-29 0 16,0 0 0-16,-1 40 0 0,1-40 0 0,0 0 0 0,-1 43 0 0,1-43 0 31,0 0 0-31,0 38 0 0,0-38 0 0,0 0 0 0,2 35 0 0,-2-35 0 0,0 0 0 0,3 31 0 16,-3-31 0-16,0 0 0 0,0 0 0 0,4 38 0 15,-4-38 0-15,0 0 0 0,0 0 128 0,3 38-128 16,-3-38 0-16,0 0 0 0,0 31 0 0,0-31 0 16,0 0 0-16,-1 33 0 0,1-33 128 0,0 0-128 15,1 31 0-15,-1-31 0 0,0 0 0 0,0 0 128 16,1 38-128-16,-1-38 0 0,0 0 0 0,0 0 128 15,5 31-128-15,-5-31 128 0,0 0-128 0,0 0 128 0,0 0-128 0,7 33 128 16,-7-33-128-16,0 0 128 0,0 0-128 16,0 0 160-16,0 0-160 0,7 31 160 15,-7-31-160-15,0 0 0 0,0 0 0 0,0 0 0 16,0 0 0-16,0 0 128 0,0 0-128 0,8 33 0 16,-8-33 176-16,0 0-48 0,0 0-128 0,0 0 192 15,0 0-192-15,0 0 176 0,0 0-176 16,0 0 160-16,0 0-32 0,0 0 0 0,0 0 0 0,4 30 0 0,-4-30-128 0,0 0 192 15,0 0-192-15,-7 12 192 0,7-12-192 0,-9 8 192 16,4-4-192-16,-3 1 192 0,-2 2-192 0,-2 1 160 0,-5 4-160 16,-2 4 160-1,-4 2-160-15,-6 6 0 0,-4 5 0 0,-8 2 0 16,-7 5 0-16,-9 4 0 0,-5 2-176 0,-4 3-20496 0</inkml:trace>
  <inkml:trace contextRef="#ctx0" brushRef="#br0" timeOffset="-152173.64">10566 8857 12895 0,'0'-3'1152'0,"-1"2"-928"15,1 0-224-15,-1 1 0 0,1 0 1040 0,-1 0 176 16,0-1 16-16,-1 0 16 0,2-1 448 0,-3-1 96 0,1 3 0 0,0-2 16 15,0 2-272-15,0 0-48 0,1 2-16 0,0-2 0 16,0 3-384-16,0 1-96 0,0 1-16 0,-1 2 0 16,1 3-224-16,1-10-48 0,-2 28-16 0,0-9 0 15,2-19-176-15,-3 44-16 0,2-15-16 0,-2 1 0 16,0 2-224-16,-1-1-32 0,0 2-16 0,-1 3 0 16,0-2-208-16,-1-2 0 0,0-1 0 15,3-7 0-15,0-4 0 0,3-20 0 0,-3 26 0 0,3-26-160 31,0 0-608-31,0 0-112 0,0 0-16 0,0 0-16 0,9-1-1712 0,-6-10-320 16</inkml:trace>
  <inkml:trace contextRef="#ctx0" brushRef="#br0" timeOffset="-151730.2">10465 8904 10127 0,'-5'-3'896'0,"3"0"-704"15,0 1-192-15,1 1 0 0,1 1 1856 0,0 0 352 16,0-2 64-16,0 1 16 0,1 1 432 0,0-3 96 15,0 2 0-15,3-3 16 0,2 1-1056 0,0 0-224 16,3-1-32-16,3-4-16 16,2 4-672-16,0-5-144 0,4 4-32 0,1-3 0 15,0 2-256-15,1 1-48 0,1 2-16 0,-21 3 0 0,37 3-208 0,-37-3-128 16,0 0 128-16,43 23-128 0,-43-23 0 0,0 0 0 0,24 36 0 0,-24-36 0 16,0 0 0-16,3 42 0 0,-3-42 0 0,-6 29 0 15,0-15 0-15,0 1 0 0,-3-1-144 0,-1 0 144 16,1-2-240-16,-1 0 32 0,-2 0 0 0,-2-3 0 15,-1 1-160-15,-1-1-16 0,-1-2-16 16,-1-2 0-16,1 0-32 0,2-1 0 16,2-1 0-16,2-3 0 0,1 0 432 0,1 0-128 0,1-2 128 0,3 1 0 15,0-1 640-15,2-1 192 0,2 1 64 0,1 0 0 0,1 0-80 0,2 0-16 16,1 1 0-16,1 1 0 0,-5 0-400 0,0 0-80 16,0 0 0-16,0 0-16 0,38 14-112 0,-38-14 0 15,0 0-16-15,35 21 0 0,-35-21-48 0,0 0-128 16,48 34 192-16,-48-34-64 0,32 27-128 0,-32-27 192 15,29 25-192-15,-29-25 192 0,0 0-192 0,39 28 0 16,-39-28 144-16,0 0-144 16,0 0 0-16,41 26 0 15,-41-26 0-15,0 0 128 0,0 0-128 0,0 0 0 0,0 0 0 16,0 0 0-16,0 0 0 0,29 31 0 0,-29-28-128 0,-1-3-18688 0</inkml:trace>
  <inkml:trace contextRef="#ctx0" brushRef="#br0" timeOffset="-151223.22">10972 8999 11055 0,'-3'1'976'0,"0"1"-784"0,2-2-192 0,0 0 0 16,1 0 1824-16,-1 1 320 0,-2 0 64 0,-1 1 16 16,1-1 480-16,-1 3 112 0,1-4 0 0,2 1 16 15,0-1-848-15,2 0-192 0,2 0-16 0,0-1-16 16,1-1-896-16,1 2-176 0,2-3-48 0,0 3 0 15,1-2-192-15,1 1-32 0,-9 1-16 0,21-1 0 16,-21 1-128-16,0 0-16 0,32 0-16 0,-32 0 0 16,25-3-112-16,-25 3-128 0,23-2 176 0,-12 0-176 15,-11 2 0-15,19-3 0 0,-10 2 0 0,-2 0 0 0,-1-1 0 0,-2-1 0 16,0 1 0-16,-1-1 0 16,-1 3-1216-16,-1 0-208 0,-1 0-48 0,-1 0-14992 15</inkml:trace>
  <inkml:trace contextRef="#ctx0" brushRef="#br0" timeOffset="-151050.96">10989 9161 1839 0,'1'2'160'0,"1"-2"-160"0,0-2 0 0,0 1 0 16,1 1 4800-16,-1-2 912 0,1 2 192 0,2-2 48 16,4-3-2752-16,1 1-560 0,3 1-96 0,0-2-32 15,-13 5-1280-15,25-5-256 16,-25 5-48-16,23-3-16 0,-23 3-592 0,0 0-128 0,32-1-32 0,-32 1-10800 31,21-5-2160-31</inkml:trace>
  <inkml:trace contextRef="#ctx0" brushRef="#br0" timeOffset="-150621">11617 8836 11967 0,'-1'-4'1072'0,"1"1"-864"0,0 2-208 0,0-1 0 16,0 1 1488-16,0 0 256 0,1-4 48 0,-1 0 16 16,0-1 688-16,0 0 144 0,0 3 32 0,0 3 0 15,-1 1-752-15,1 6-160 16,0-7-32-16,0 0 0 0,-1 33-720 0,-1-16-160 0,2-17-16 0,-4 43-16 16,3-21-448-16,-3 3-96 0,0 4-16 0,-1-3 0 15,2 1-256-15,-2 0 128 0,1 2-128 0,0-1 0 16,1-4 128-16,3-24-128 0,-3 40 0 0,3-40 0 0,1 26 0 0,-1-26 0 15,0 0 0-15,0 0 0 16,0 0-448-16,0 0-64 0,0 0 0 0,0 0 0 16,21-8-1488-1,-19-3-304-15,1-3-64 0,0 0-11456 0</inkml:trace>
  <inkml:trace contextRef="#ctx0" brushRef="#br0" timeOffset="-150242.56">11527 8879 14271 0,'-3'-3'320'0,"1"2"64"0,1 0 0 0,0 1 16 0,1-2-400 0,1 2 0 0,-1-1 0 0,1 1 0 16,0-2 2560-16,1-1 416 0,2 0 96 0,0-2 0 15,3-1-1120-15,0 0-224 0,3-2-64 0,2 1 0 16,0 0-544-16,2-3-112 0,2 3-32 0,3 0 0 16,-1 3-144-16,3 1-16 0,-21 3-16 0,43 5 0 0,-43-5-496 0,40 16-112 0,-40-16 0 0,33 26-16 31,-33-26-176-31,0 0 0 0,33 46 0 0,-33-46 0 15,0 0-240-15,12 44 32 0,-12-44 0 0,-4 29 0 16,-1-17-240 0,-3 2-64-16,-1 0 0 0,-2-2 0 0,-1-2 320 0,-1-1 48 0,-1 1 16 0,-1-3 0 0,-1 0 128 0,-2-3-160 15,-1 1 160-15,1-2-160 16,2-2-352-16,2-2-80 0,1 1-16 0,4-5 0 0,1 2 608 16,1 0 288-16,1 0-32 0,3-2 0 0,0 2 384 0,1-1 80 15,2 1 16-15,1 1 0 0,3 0-192 0,-1 2-32 16,3 0-16-16,0 0 0 0,-2 2-272 0,2 0-48 15,-6-2-16-15,0 0 0 0,0 0-32 0,0 0 0 16,42 17 0-16,-42-17 0 0,0 0-128 0,0 0 0 16,40 19 0-16,-40-19 0 15,0 0-1152-15,0 0-144 0,41 23-48 0,-41-23 0 16,0 0-1344-16,0 0-256 0,43 29-64 0,-43-29-5312 0,0 0-1072 0</inkml:trace>
  <inkml:trace contextRef="#ctx0" brushRef="#br0" timeOffset="-149718.3">11683 9076 9215 0,'-1'-1'816'0,"1"1"-656"16,0-2-160-16,-1 2 0 0,1 0 1280 0,-1 0 208 0,1-3 48 0,-1 1 16 15,-1 1 1104-15,0-2 224 0,0 2 32 0,1 1 16 16,0-2-560-16,1 2-128 0,1 2 0 0,0-2-16 0,-1 0-528 0,0 0-96 16,0 0-32-16,0 0 0 0,0 0-816 0,30 30-176 15,-30-30-16-15,0 0-16 16,0 0-240-16,42 34-48 0,-42-34-16 0,0 0 0 15,37 27-32-15,-37-27 0 0,0 0 0 0,37 18 0 0,-37-18-32 0,0 0-16 16,0 0 0-16,42 24 0 16,-42-24-160-16,0 0 160 0,0 0-160 0,37 20 160 0,-37-20-160 0,0 0 0 15,0 0 0-15,0 0 128 0,33 17-128 0,-33-17 0 16,0 0 0-16,0 0 0 0,0 0 0 0,0 0 0 16,0 0 0-16,0 0-19392 15</inkml:trace>
  <inkml:trace contextRef="#ctx0" brushRef="#br0" timeOffset="-149221.45">12071 9113 16575 0,'0'-2'1472'0,"0"-1"-1168"0,0 1-304 0,0 2 0 16,-1 0 1984-16,1-2 352 0,0-1 64 0,-1-1 16 15,0 1 0-15,1-1 0 0,-1 1 0 0,1 3 0 16,0 1-816-16,0 3-144 0,0-4-48 0,0 0 0 16,0 0-704-16,5 40-160 0,-5-40-32 0,3 37 0 0,-3-37-288 0,2 42-64 15,-2-42-16-15,0 40 0 16,0-40-144-16,-1 34 160 0,1-34-160 0,0 27 160 0,0-27-160 0,0 0 0 16,0 0 0-16,0 0-12352 15,0 0-2448-15</inkml:trace>
  <inkml:trace contextRef="#ctx0" brushRef="#br0" timeOffset="-148561.45">12540 8985 1839 0,'-2'-5'160'0,"1"1"-160"16,1-1 0-16,0 2 0 0,1 1 2496 0,-1 0 480 15,1 0 96-15,-1-1 0 0,1-4-384 0,0 0-64 0,0 0-32 0,-1-1 0 16,0 2-416-16,-1 1-64 0,0 0-32 0,-2 3 0 16,0 0-288-16,0-1-48 0,0 3-16 0,0-2 0 15,0 2-672-15,-1 2-144 0,1-2-16 0,-1 2-16 16,1 1-448-16,0-1-96 15,0 0-16-15,1 1 0 0,-1 2-160 0,1-1-32 0,1 1-128 0,0 0 192 16,1-5-192-16,0 0 0 0,0 0 128 0,4 35-128 16,-4-35 0-16,0 0 0 0,5 31 0 15,-5-31 0-15,6 34 0 0,-6-34 0 0,7 40 0 0,-7-40 0 16,8 44 0-16,-8-44 0 0,6 47 0 16,-6-47 0-16,7 41 128 0,-7-41-128 0,0 0 0 0,15 40 0 15,-15-40 144-15,0 0-144 0,0 0 128 0,31 22-128 0,-31-22 128 0,0 0-128 16,32-2 0-16,-22-3 128 0,2 0 16 0,-1-4 0 15,1 0 0-15,0-3 0 0,0 0-16 0,0-3 0 16,0-2 0-16,0-1 0 0,-2-2-128 0,-1 0 128 16,-1 0-128-16,-1-1 128 0,-1 0-128 15,-2 2 0-15,-1 0 144 0,-3-3-144 0,-2-3 0 0,-4 1 0 16,0 0 0-16,-2 3 0 0,-4 2 0 0,3 5 0 16,-1 4 0-16,1 4 0 0,0 3 0 0,2 3 0 0,0 2 0 15,3 2 0 1,0 1-608-16,1 2-32 0,1 1-16 0,2-8-17648 0</inkml:trace>
  <inkml:trace contextRef="#ctx0" brushRef="#br0" timeOffset="-147735.48">13047 8886 17503 0,'-2'-3'768'0,"1"1"176"0,0 2-752 0,0-2-192 15,1 2 0-15,0 0 0 0,-1 0 1584 0,1-1 272 0,-1 1 64 0,1 0 16 16,-1 0 112-16,1 3 0 16,0-1 16-16,-1 3 0 0,1-1-704 0,0-4-144 0,0 0-16 0,0 32-16 15,0-32-496-15,0 29-112 0,0-29 0 0,1 37-16 16,-1-37-304-16,0 39-48 0,0-39-16 0,0 41 0 16,0-41-64-16,0 41 0 0,0-41-128 0,-2 40 192 15,2-40-192-15,-2 35 0 0,2-35 0 0,-1 26 0 16,1-26 0-16,0 0 0 0,0 0 0 0,2 32 0 15,-2-32 0-15,0 0-208 0,0 0 32 0,0 0 16 16,0 0-1216-16,10-5-240 0,-8 0-48 0,0-4-16 16,-1-1-1168-16,1-2-224 0,0-4-64 0,-1 1 0 15,-1 0-112-15,-1-2-16 0,0-1-16 0,-2 0 0 16,1-4 1216-16,-3-1 240 0,0-1 48 0,-2-2 16 0,1-2 1760 0,-3 3 368 16,4 2 64-16,-1 2 16 0,1 2 1632 0,1 5 336 15,2 4 64-15,0 5 16 0,2 1 32 0,0 2 16 16,2 1 0-16,1 1 0 0,0 0-192 0,1 0-48 15,0 0 0-15,0-2 0 0,-4 2-544 0,0 0-112 16,0 0-32-16,32-1 0 0,-32 1-912 0,0 0-176 0,31-4-32 0,-31 4-16 16,22-2-224-16,-22 2-64 0,23-3 0 0,-23 3 0 15,0 0 32-15,36 6 0 0,-36-6 0 0,0 0 0 16,0 0-224-16,40 28 0 16,-40-28 128-16,0 0-128 0,15 38 0 0,-15-38 0 0,0 0 0 0,0 42 0 15,0-42 0-15,-7 26 0 0,3-16 0 0,-2 1 0 16,0-1 0-16,-2 0 0 0,1-3 0 0,-2 2 0 15,-2-2 0-15,-1 0-160 0,-1 0 160 16,0-2-128-16,1 0-624 0,0 0-112 0,1-2-32 16,1-2 0-16,3 1 192 0,-1-1 48 0,1-2 0 0,0 1 0 0,2-2 656 0,0 0 0 15,2 0 128-15,0-1 0 0,3 1 448 0,-1-1 112 16,2 1 16-16,1 1 0 0,2 0 64 0,1 1 32 16,-5 0 0-16,0 0 0 0,0 0-352 0,0 0-80 15,37 14-16-15,-37-14 0 0,0 0-112 0,0 0-32 16,41 31 0-16,-41-31 0 15,0 0-80-15,38 33 0 0,-38-33-128 0,0 0 192 0,39 38-192 0,-39-38 144 16,0 0-144-16,34 34 128 0,-34-34-128 0,0 0 0 16,0 0 0-16,34 25 128 0,-34-25-128 0,0 0 0 15,0 0-160-15,0 0-18928 16</inkml:trace>
  <inkml:trace contextRef="#ctx0" brushRef="#br0" timeOffset="-146800.87">13444 9120 7359 0,'-1'0'656'0,"0"-1"-528"16,1 1-128-16,0-1 0 0,-1 1 1232 0,1 0 224 16,-1 0 32-16,0-2 16 0,-1 2 272 0,0-2 48 15,1 2 16-15,0 0 0 0,-1 0-96 0,1 0-16 16,0 0 0-16,0 2 0 0,0-2-448 0,0 2-80 15,0-2-32-15,0 1 0 0,0 0-368 0,0 1-80 16,1-2-16-16,0 1 0 0,-1-1-192 0,1 0-64 0,0 0 0 0,0 0 0 16,0 0-16-16,0 0-16 0,1 0 0 0,-1-1 0 15,0 1-32-15,1-2 0 0,1 1 0 0,-1 0 0 16,1-1 0-16,0-1-16 0,1 1 0 0,-1 0 0 16,0 1 736-16,1 1 160 0,0-2 16 0,-1 2 16 15,1 0-1648-15,0-2-336 0,1 2-64 0,0 0-16 16,-1 0 768-16,2 0 128 0,-5 0 48 0,0 0 0 15,0 0-176-15,0 0 192 0,31 2-192 0,-31-2 192 16,0 0-192-16,0 0 0 0,29 5 0 0,-29-5 0 0,0 0 0 0,0 0 0 16,0 0 128-16,0 0-128 0,34 15 0 0,-34-15 0 15,0 0 0-15,0 0 0 0,0 0 0 0,0 0 0 16,1 31 0-16,-5-25 0 0,0 1 0 0,-1 0 0 16,-1 0 0-16,-1 0 0 0,-2 0 0 0,1 1 0 15,-1-1 0-15,-1 1 0 0,1-2 0 0,-1 1 0 16,1-2 0-16,-1 2 0 0,2-2-160 0,1 0 160 15,0 1-208-15,2-3 80 0,1 2 0 0,0-3 0 16,1 1 0-16,1 1 0 0,2-1 128 0,0-1 0 16,0-1 0-16,0 0 0 0,0-1 0 0,0 0 0 0,0 0 0 15,0 0 128-15,0 0 16 0,0 0 16 0,0 0 0 16,39 7 0-16,-39-7 48 0,0 0 16 0,37-4 0 0,-37 4 0 16,28-3-80-16,-28 3-16 0,31-2 0 0,-31 2 0 15,29-4-128-15,-29 4 0 0,27-3 0 0,-27 3 0 16,23-5 0-16,-23 5 0 0,19-10 0 0,-19 10 0 15,15-6-240-15,-10 1-80 0</inkml:trace>
  <inkml:trace contextRef="#ctx0" brushRef="#br0" timeOffset="-146074.35">14017 9006 11055 0,'-2'0'976'0,"1"-2"-784"16,1 2-192-16,0 0 0 0,0 0 1584 0,0 0 272 0,0 0 48 0,-1 0 16 15,2 0 384-15,0-1 64 0,2 0 32 0,1 1 0 16,3-2-816-16,1 1-176 0,-8 1-16 0,25-2-16 15,-9-1-112-15,1 1-32 0,1 0 0 0,3 0 0 32,1-1-416-32,-1 1-96 0,1 0-16 0,-22 2 0 0,43-1-288 0,-43 1-64 0,43 0-16 0,-43 0 0 0,39 1-336 15,-39-1 128-15,31 0-128 0,-31 0 0 0,27 0 0 0,-27 0 0 32,22-1 0-32,-22 1 0 0,0 0 0 0,21-2 0 0,-16 0 0 0,-3 0 0 15,0 1-736-15,-2-1-112 0,0 2-32 0,-3-2-10368 16,1 1-2064-16</inkml:trace>
  <inkml:trace contextRef="#ctx0" brushRef="#br0" timeOffset="-145783.62">14292 8874 1839 0,'-2'-3'160'0,"0"-1"-160"0,1 3 0 0,1 1 0 16,0 0 1808-16,-1 0 336 0,0 0 64 0,-2-2 16 15,0 1 880-15,2 2 176 0,-1 1 48 0,1 1 0 16,1 2-384-16,0-5-64 0,0 0 0 0,0 0-16 15,0 0-880-15,0 0-160 0,30 28-32 0,-30-28-16 16,0 0-880-16,39 10-192 0,-39-10-16 0,35 4-16 16,-35-4-304-16,36 1-64 0,-36-1-16 0,36 0 0 15,-36 0-144-15,35 0-16 0,-35 0-128 0,31 4 192 16,-31-4-192-16,0 0 0 0,39 12 128 0,-39-12-128 0,0 0 0 16,0 0 0-16,0 0 0 0,31 33 0 0,-31-33 0 0,0 0 0 15,-8 28 0-15,0-18 0 0,-4 2 0 0,-1 0 0 16,-2-2 0-16,-3 1 0 0,-2 1 0 0,-2-3 0 15,-1 1 0-15,0-3 0 0,1 0-384 0,1-4 0 16,5-1-16-16,3-2-18048 16</inkml:trace>
  <inkml:trace contextRef="#ctx0" brushRef="#br0" timeOffset="-144202.77">15116 8983 5519 0,'-1'0'496'0,"1"0"-496"16,0 0 0-16,0-2 0 0,0 2 784 0,0-1 64 16,0 1 16-16,-1-2 0 0,1 0 528 0,1-1 96 15,-1-1 32-15,0 1 0 0,1 1-400 0,0 0-80 16,0-1-16-16,0 0 0 0,1 1-432 0,-2 1-80 0,2 0-32 0,-1 1 0 16,0 0-160-16,0-2-48 0,0 2 0 0,0 0 0 15,0 0 432-15,-1 0 64 16,1 0 32-16,-1 0 0 0,0 2 128 0,0-2 32 0,0 0 0 0,-1 0 0 15,2-2-128-15,-1 2 0 0,0 0-16 0,0 0 0 16,0-2-48-16,0 1-16 0,0 1 0 0,1-2 0 16,-1-1-240-16,1 3-32 0,-1-2-16 0,0 0 0 15,-1 0-80-15,1 1-32 0,-1 1 0 0,0-2 0 16,-1 2-112-16,0 0-32 0,-1-2 0 0,1 2 0 16,-1 0-16-16,-1 0 0 0,-1 0 0 0,1 0 0 15,-1 2 32-15,1-2 0 0,0 0 0 0,-1 0 0 0,2 0 32 0,-2 2 16 16,2-2 0-16,-1 0 0 0,1 1-16 0,-1 1-16 15,1-2 0-15,-1 1 0 0,1 2-112 0,-1 0-128 16,-1-1 176-16,1 3-176 0,-2-1 160 0,2 0-160 16,-1 1 128-16,0 1-128 0,1 1 0 0,-1 0 128 15,1 2-128-15,1-1 0 0,-1 1 128 0,0 0-128 16,1 1 0-16,3-10 128 0,-5 24-128 0,5-24 0 16,-6 22 144-16,6-22-144 0,-4 25 0 0,4-25 144 0,0 0-144 15,-3 33 0-15,3-33 176 0,0 0-176 0,0 0 160 0,3 36-160 16,-3-36 144-16,0 0-144 0,0 0 128 0,0 0-128 15,0 0 0-15,16 36 128 0,-16-36-128 0,0 0 0 16,0 0 128-16,0 0-128 0,0 0 0 0,0 0 128 16,33 9-128-16,-29-11 160 0,-4 2-160 0,0 0 160 15,0 0-160-15,27-5 128 0,-19 3-128 0,1-3 128 16,1-1-128-16,0 0 0 0,2-3 144 0,1-1-144 16,-2-2 0-16,1 0 0 0,-2 1 0 0,-1 1 0 15,0 1 0-15,-3-1 0 0,1 0 0 0,-3 1 0 0,0 2 0 0,-2 0 0 16,-1 0 0-16,-2 2 0 0,1 0 0 0,-2 1 0 15,-1 1 0-15,0 1 0 0,0 2 0 16,-1 0 0-16,-1 0 0 0,1 0 0 0,-1 2 0 0,0-1 0 16,1 1 0-16,0 0 0 0,0-2 0 15,1 1 0-15,0 0 0 0,-1 1 0 0,1-2 0 0,1 0 0 16,0 0 0-16,0 0 0 0,1 0 0 0,0-2 0 16,1 2 0-16,0-2 0 0,0 0 0 0,0-1 0 15,1-1 0-15,0 1 0 0,0-1 0 0,1 1 0 16,-1-2 0-16,0 1 0 15,1-2 0-15,0 2 0 0,0-1 0 0,-1-2 0 0,1 2 0 0,-2-3 0 0,0 0 0 0,-1 1 0 32,-1-1 0-32,-1 0 0 0,-1 1 0 0,0-3 0 0,-3 3 0 0,0-1 0 0,0 2 0 0,-1 1 0 15,1 2 0-15,-3 1 0 0,1 0 0 0,-2 1 0 16,1 2 0-16,0 1 0 0,-2 2 0 0,2 1 0 16,3 0-176-16,-1 2 176 0,3 0-208 0,0 1-12208 15,2 0-2432-15</inkml:trace>
  <inkml:trace contextRef="#ctx0" brushRef="#br0" timeOffset="-143446.73">15376 8871 11055 0,'-1'-4'976'0,"0"1"-784"0,1 3-192 0,0 0 0 15,0 0 1888-15,-1-1 336 0,1 0 64 0,-2-1 16 16,0-1 736-16,0 1 160 0,0 1 16 0,0 2 16 15,0 1-1440-15,-1 3-272 0,0-1-64 0,1 1-16 16,0 3-656-16,-1 3-128 16,-1 1-16-16,4-12-16 0,-5 28-272 0,5-28-48 0,-3 32-16 0,3-32 0 15,-3 35-128-15,3-35-32 0,-1 35 0 0,1-35 0 16,0 31-128-16,0-31 0 0,0 0 144 0,2 36-144 16,-2-36 0-16,0 0 0 0,0 0 0 0,0 0 0 0,0 0-176 0,0 0 0 15,0 0 0-15,0 0 0 31,0 0-384-31,0 0-80 0,0 0 0 0,0 0-16 0,0 0-416 0,0-5-80 0,-1-2 0 0,0-2-16 0,0-1 1168 0,1 1 192 16,-1-1 64-16,1-2 16 0,0 3 480 0,1-3 80 16,0-2 32-16,-1-2 0 31,1 1-1280-31,0-2-256 0,1 3-48 0,0-2-16 0,1 2 320 0,1 1 64 0,2 2 16 0,0 1 0 0,1 5 816 0,0 0 160 16,1 1 48-16,-8 4 0 0,0 0-48 0,26 0 0 31,-26 0 0-31,0 0 0 0,34 14-144 0,-34-14-48 15,0 0 0-15,31 24 0 0,-31-24-272 0,0 0-176 0,0 0 192 0,29 35-192 16,-29-35 128-16,0 0-128 0,0 0 0 0,0 0 0 16,13 36 0-16,-13-36 0 0,0 0 0 0,-7 14 0 15,3-11 0-15,-2-1 0 0,0 0-144 0,-2-2 144 32,0 0-704-32,-2 0-48 0,0-1-16 0,-3 0 0 0,0-1-64 15,0 0 0-15,0 2-16 0,1-1 0 0,3 1 112 0,1-2 32 16,0 2 0-16,1 0 0 0,2 2 1200 0,1-2 240 0,2 3 48 0,0-1 16 15,1-1 112-15,2 2 32 0,-1-3 0 0,0 0 0 16,0 0-256-16,0 0-48 0,0 0-16 0,0 0 0 16,34 38-224-16,-34-38-32 0,0 0-16 0,31 24 0 15,-31-24-112-15,0 0-32 0,35 25 0 0,-35-25 0 0,0 0-16 16,39 25-16-16,-39-25 0 0,0 0 0 0,39 19-176 0,-39-19 0 16,0 0 0-16,32 14 128 0,-32-14-128 0,0 0 0 15,0 0 0-15,0 0 0 16,29 7-320-16,-29-7-80 0,0 0-32 0</inkml:trace>
  <inkml:trace contextRef="#ctx0" brushRef="#br0" timeOffset="-143145.45">15743 8637 11967 0,'4'-5'528'0,"-1"0"112"31,0 1-512-31,-1 3-128 0,-1-1 0 0,-1 2 0 0,1 0 2608 0,0 0 480 0,0 0 112 0,0 0 0 0,-2 2-320 0,-1 3-80 16,-1 0-16-16,-2 2 0 0,0 3-880 0,-2 1-176 15,0 1-48-15,0 0 0 0,0 2-1056 0,0 0-224 16,1 0-32-16,0-2-16 0,6-12-352 0,-8 24 0 15,8-24 0-15,0 0 0 0,0 0 0 0,-4 28 0 16,4-28-160-16,0 0-17936 16</inkml:trace>
  <inkml:trace contextRef="#ctx0" brushRef="#br0" timeOffset="-142987.47">15847 8634 21183 0,'0'2'944'0,"0"1"192"0,0-1-912 0,-1 1-224 0,0-2 0 0,-1 2 0 16,0 0 1936-16,-1 2 352 0,-1 4 64 0,-3 3 16 16,-1 5-720-16,-1-1-144 0,1 0-32 0,1-1 0 15,1-3-1088-15,6-12-240 0,-7 23-144 0,7-23-15568 16</inkml:trace>
  <inkml:trace contextRef="#ctx0" brushRef="#br0" timeOffset="-142415.25">14763 8659 11967 0,'0'-1'1072'0,"1"-1"-864"0,0 2-208 0,0-2 0 0,-1 2 1440 0,0-1 240 15,1 1 48-15,1-2 16 0,0-1 608 0,1 0 112 16,-1 2 32-16,-1-2 0 0,1 3-512 0,-1-2-112 31,1 2-16-31,-1 2 0 0,0-1-544 0,0 2-112 0,-1-3-32 0,0 0 0 0,0 0-512 0,0 0-96 31,3 39-32-31,-3-39 0 0,0 0-304 0,0 34-64 0,0-34-16 0,0 0 0 0,-2 40-144 0,2-40 0 16,0 0 0-16,0 30 0 0,0-30 0 0,0 0 0 0,0 0 0 0,0 0 0 16,0 0 0-16,0 0 0 0,0 0 0 0,0 0 0 31,0 0-384-31,0 0-144 0,31 14-48 0,-25-18 0 31,-2-3-2624-31,0 2-512 0</inkml:trace>
  <inkml:trace contextRef="#ctx0" brushRef="#br0" timeOffset="-142114.45">14895 8674 3679 0,'3'-6'320'0,"-1"1"-320"16,1 1 0-16,-2 1 0 0,0 0 2240 0,0 1 368 16,0-1 80-16,1-1 0 0,0-3 512 0,1 0 112 15,0-1 16-15,-2 4 0 0,1-1-960 0,-1 5-176 16,0 0-32-16,-1 2-16 0,0 3-608 0,0-5-128 31,0 0-32-31,-1 31 0 0,1-31-672 0,-2 33-128 16,2-33-16-16,-2 38-16 0,2-38-368 0,-3 43-176 15,3-43 160-15,-2 43-160 0,2-43 0 0,1 35 128 0,-1-35-128 0,0 0 0 32,6 35-368-32,-6-35-112 0</inkml:trace>
  <inkml:trace contextRef="#ctx0" brushRef="#br0" timeOffset="-139911.04">16096 8992 10127 0,'-2'0'896'0,"0"0"-704"15,2 0-192-15,-1 0 0 0,1 0 896 0,-1 0 160 16,0 0 32-16,-1 0 0 0,0 0 816 0,0 0 160 15,2 0 48-15,1 0 0 0,1 0-288 0,1 2-48 16,2-2-16-16,3 0 0 0,0 0-288 0,1 0-48 16,3-2-16-16,3 2 0 0,2-2-432 0,2 0-80 15,1 0-32-15,2-1 0 0,1 0-416 0,1-1-64 16,-1-1-32-16,0 0 0 0,-1 1-160 0,-1-2-16 16,-1 0-16-16,0 1 0 0,-3 0-32 0,0 3 0 0,-2-1 0 15,-1 1 0-15,-2-1-128 0,-12 3 0 0,19 0 0 0,-11 0 0 16,0 0 0-16,-3 0 0 0,1 1 0 0,-1-1 0 31,-3 2-768-31,1-2-144 0,-1 0-32 0,-1 0-9872 0,-1 0-1968 0</inkml:trace>
  <inkml:trace contextRef="#ctx0" brushRef="#br0" timeOffset="-139606.45">16440 8850 9215 0,'-2'-2'816'0,"1"0"-656"16,1 2-160-16,0 0 0 0,0 0 2016 0,0 0 368 15,0 0 80-15,0-1 16 0,-1-1 256 0,1 2 48 16,-1-2 16-16,1 2 0 0,1-1-1104 16,0 1-224-16,0 0-32 0,2 0-16 15,2 0-304-15,-1 0-64 0,4 0-16 0,-8 0 0 0,0 0-288 0,25 3-64 16,-25-3-16-16,0 0 0 0,31 12-288 0,-31-12-48 16,0 0-16-16,38 24 0 0,-38-24-320 0,0 0 144 15,35 33-144-15,-35-33 0 0,0 0 128 0,31 30-128 16,-31-30 0-16,0 0 0 0,0 0 0 0,29 31 0 15,-29-31 0-15,0 0 0 0,0 0 144 0,0 0-144 0,0 0 0 0,0 0 144 16,-7 33-144-16,-3-28 128 0,1 0-128 0,-4-3 128 16,-2 3-128-16,-1 0 0 0,-4-1 0 0,-1 1 0 15,-1 0-208-15,2 0-80 0,2 2-16 0,1-2 0 32,3 2-3024-32,4-3-624 0</inkml:trace>
  <inkml:trace contextRef="#ctx0" brushRef="#br0" timeOffset="-138571.15">17265 8886 7359 0,'0'-2'656'0,"0"1"-528"31,0-1-128-31,0 2 0 0,0-2 1344 0,1 1 224 16,-1-1 48-16,0 0 16 0,0-3 800 0,0 2 144 15,-1-1 48-15,1-1 0 0,-1 1-688 0,0 3-128 16,0-1-16-16,0 2-16 0,-1 0-368 0,0 2-80 16,0 0-16-16,-1 4 0 0,0 1-352 0,-2 4-64 15,1 1 0-15,-2 2-16 0,1 1-304 0,-2 4-64 16,0-1-16-16,-2 2 0 0,3-4-208 0,-2 3-32 16,2 0-16-16,-2 1 0 0,0 0-112 0,0-3-128 0,8-17 176 0,-12 26-176 15,12-26 128-15,-8 21-128 0,8-21 0 0,0 0 0 16,-7 17 128-16,7-17-128 0,0 0 0 0,0 0 0 15,0 0 0-15,0 0 0 0,0 0 0 0,-1 0 0 16,2-5 128-16,0 3-128 0,1-5 0 0,-1 1 0 16,0-3 128-16,1 0-128 0,1 0 0 0,0-2 0 15,0-1 0-15,0-1 0 0,2 0 0 0,-1-2 0 16,1-2 0-16,1-2-176 0,0-2 176 0,0 2-160 16,1-2 160-16,2 2-192 0,0 0 192 0,0 4-192 15,0 3 192-15,0 1 0 0,-1 4 0 0,0 1 0 0,-1 3 0 16,-1 0 0-16,0 3 0 0,-1 0 0 0,-5 0 0 0,0 0 0 15,0 0 0-15,0 0 128 0,0 0-128 16,0 0 128-16,27 30-128 0,-27-30 128 0,0 0 0 0,0 0 16 16,7 46 0-16,-7-46 0 0,0 0-144 0,1 41 192 15,-1-41-192-15,-2 34 192 0,2-34-192 0,-4 36 0 16,4-36 0-16,-3 33 128 0,3-33-128 0,-5 29 0 16,5-29 0-16,0 0 0 0,-3 34 0 0,3-34 0 15,0 0 0-15,0 0 0 0,0 0 0 0,-2 29 0 16,2-26 0-16,0-3 0 0,1 0 0 0,-1-2 0 0,1-1 0 15,0 1 0-15,1-3 0 0,-1 0 0 16,2-2 0-16,0-1 0 0,-1-1 0 0,2-2 0 0,0 1 0 0,0-4 0 16,1 2 0-16,0-4 0 0,1 1 0 0,1-1 0 15,-1 2 0-15,1-1 0 0,0 1 0 0,0 2 0 16,2-1 0-16,-1 3 0 0,0 2 0 0,-1-1 0 16,1 2 0-16,1-1 0 0,-1 4 0 0,-1-3 0 15,0 2 0-15,-1-1 0 0,0 2 0 0,0 0 0 16,-1-1 0-16,-1 1 0 0,0 3 0 0,-2-1 0 15,1 2 0-15,-1 0 0 0,-2 0 0 0,0 0 0 0,0 0 0 16,0 0 0-16,6 36 0 0,-6-36 0 0,0 0 0 16,2 42 128-16,-2-42-128 0,1 34 0 0,-1-34 0 0,0 35 128 15,0-35-128-15,0 35 0 0,0-35 0 16,2 34 0-16,-2-34 128 0,0 0-128 0,4 35 0 0,-4-35 0 16,0 0 0-16,0 0 0 0,0 0 0 0,0 0 0 15,0 0 0-15,20 33 0 16,-20-33-320-16,0 0-80 0</inkml:trace>
  <inkml:trace contextRef="#ctx0" brushRef="#br0" timeOffset="-138009.9">17711 9070 15199 0,'2'-2'320'0,"-1"2"80"0,0-1 16 0,-1 0 32 0,1-1-448 0,0 1 0 0,1-1 0 16,1-1 0-16,2-1 2048 0,0-3 320 0,2 0 64 0,0-3 0 16,1 1-752-16,0 0-144 0,-1 0-48 0,1 0 0 15,-1-2-48-15,-1 1-16 0,-1 1 0 0,-1-2 0 0,0 0-560 0,-3 2-112 16,-1 2-32-16,-1-2 0 0,-1 2-272 0,-1 1-64 16,-2 0-16-16,-1 1 0 0,-1 1-48 0,-1 1 0 15,-1 1 0-15,-1 2 0 0,-1 2-112 0,0 0-16 16,-1 2-16-16,0 1 0 0,2 0-176 0,-1 3 160 15,0 0-160-15,0 2 160 0,2 2-160 0,0 2 0 16,0 1 0-16,-1 4 0 0,2-4 0 0,2 2 0 16,6-17 0-16,-10 38 0 15,10-38 0-15,-3 32 0 0,3-32 0 0,0 0 0 0,0 37 0 0,0-37 0 0,0 0 0 0,0 0 0 16,0 0 0-16,0 0 0 0,0 0 0 0,27 31 0 16,-27-31 0-1,14-4 0-15,-6-2 0 0,-1 0 0 0,1-1 0 0,1 0 0 16,-1-1 0-16,1-1 0 0,0-1 0 0,-1-1 0 15,0 1 0-15,1-3 0 0,-2 1 0 0,1-1 0 0,-3 1 0 0,1 0 0 32,-2 0 0-32,-1 1 0 0,0 2 0 0,0 1 0 0,-1 3 0 0,-1 0 0 0,0 3 0 0,0 2 0 31,-1 2 160-31,0-2-160 0,0 0 192 0,0 0-192 0,0 0 256 0,0 0-48 0,4 38-16 0,-4-38 0 16,0 0 32-1,7 38 0-15,-7-38 0 0,0 0 0 0,16 36-96 0,-16-36-128 16,0 0 176-16,26 29-176 0,-26-29 160 0,0 0-160 15,32 19 128-15,-32-19-128 0,0 0 0 0,30 12 0 16,-30-12 128-16,0 0-128 0,31 4 0 0,-31-4 0 16,18-4 0-16,-10-1 0 0,-1 1-192 0,2-2-32 15,0-1 0-15,0-3-12384 16,0-1-2464-16</inkml:trace>
  <inkml:trace contextRef="#ctx0" brushRef="#br0" timeOffset="-137755.06">18045 8867 13823 0,'-2'2'1216'0,"0"0"-960"0,2-2-256 0,0 0 0 16,0 0 1776-16,0 0 304 0,0 0 64 0,0 0 16 15,0 0 480-15,0 0 112 0,0 0 0 0,0 0 16 16,0 0-1008-16,12 38-208 0,-12-38-32 0,0 0-16 16,0 0-352-16,0 0-80 0,38 33-16 0,-38-33 0 15,0 0-576-15,32 32-112 0,-32-32-32 0,0 0 0 16,32 40-160-16,-32-40-48 0,0 0 0 0,28 40 0 15,-28-40-128-15,0 0 0 0,26 36 0 0,-26-36 0 0,0 0 0 0,18 32 0 16,-18-32 0-16,0 0 0 16,0 0-528-16,0 0-48 0,0 0 0 0,0 0-17664 15</inkml:trace>
  <inkml:trace contextRef="#ctx0" brushRef="#br0" timeOffset="-137609.61">18293 8852 5519 0,'-3'-4'496'0,"1"2"-496"15,-1 1 0-15,0 2 0 0,3-1 4112 0,0 0 736 0,-8 8 144 0,8-8 16 16,-18 20-1472-16,1-4-288 16,-7 6-64-16,-3 2-16 0,-1 2-1504 0,-3-2-320 15,-2 4-48-15,0 0-16 0,3-4-688 0,3-2-144 0,3-2-16 0,3-6-18464 16</inkml:trace>
  <inkml:trace contextRef="#ctx0" brushRef="#br0" timeOffset="-136159.47">18432 9032 10127 0,'-1'-2'896'0,"0"0"-704"15,1 2-192-15,0-2 0 0,0 2 1536 0,0-2 256 16,0 1 64-16,0-2 16 0,0 1 256 16,0 0 48-16,2-2 16 0,1 1 0 0,3 1-32 0,0 1-16 15,3-1 0-15,1 2 0 0,1-1-608 0,-11 1-112 16,25 1-16-16,-25-1-16 0,29-1-912 0,-29 1-176 15,27 0-48-15,-27 0 0 0,26-1-256 0,-26 1 0 16,25 0 0-16,-25 0-11424 16,22-3-2192-16</inkml:trace>
  <inkml:trace contextRef="#ctx0" brushRef="#br0" timeOffset="-135383.93">18967 8917 14735 0,'1'-5'640'0,"0"-2"160"0,0 4-640 0,0 1-160 16,0-1 0-16,-1 1 0 0,0 2 1856 0,1-3 352 16,0 1 64-16,-1-2 16 0,0 1-176 0,-1 1-48 0,-2 4 0 0,0-1 0 15,-2 3-928-15,-2 3-192 0,0 0-48 0,-1 5 0 16,-1 0-352-16,0 1-80 16,0 2-16-16,-1 0 0 0,3 1-80 0,0-1-32 0,7-15 0 0,-11 32 0 15,11-32 16-15,0 0 0 0,-1 36 0 0,1-36 0 31,0 0-112-31,0 0-32 0,0 0 0 0,36 17 0 0,-24-20-48 16,1-4-16-16,2-2 0 0,-1-1 0 0,2-2-144 0,-2 0 192 0,1-2-192 0,-1-1 192 16,-2 0-352-1,0 0-64-15,-2 1-16 0,-3 0 0 0,-2 2-48 0,-3 3-16 0,-2-1 0 0,-3 0 0 0,-2 3 160 0,-4 0 144 16,-3 3-208-16,-1 1 80 0,-1 1-208 0,-1 2-48 16,-2 2 0-16,-1 1 0 0,2 0 384 0,0 3-144 15,1-1 144-15,2 0 0 16,3 4 0-16,2-2 192 0,0 0 0 0,3 0 0 0,5-7-192 0,-8 15 176 15,8-15-176-15,0 0 160 0,0 0-160 0,0 0 0 16,0 0 0-16,35 24 0 31,-35-24-1024-31,26-1-256 0,-10-1-32 0,0-3-16 0,1 1-1088 0,-2-2-208 0,1 0-64 0,1-1 0 16,1-1 1472-16,1 0 304 0,-1-1 48 0,-1 0 16 0,-1 1 640 0,-1-1 208 16,-1 3 0-16,-2-4-160 0,0 5 288 0,-3-2 64 0,0 0 16 0,0 2 0 15,-2 1 1168-15,0-1 224 0,-1 0 64 0,-2 1 0 16,-1 1 512-16,0 0 128 0,-1 3 0 0,-2 0 16 15,1 0-784-15,-1 0-176 0,0 0-16 0,0 0-16 16,0 0-656-16,0 0-128 0,0 0-32 0,0 0 0 16,-6 26-272-16,6-26-64 0,0 0-16 0,0 0 0 15,-3 38-160-15,3-38 0 16,0 0 144-16,2 46-144 0,-2-46 0 0,1 38 128 0,-1-38-128 0,0 47 0 16,0-47 144-16,-2 50-144 0,2-50 192 0,-7 53-192 31,7-53 160-31,-7 56-160 0,2-27 128 0,1-1-128 15,4-28 0-15,-9 45 0 0,9-45 0 0,-4 33 0 0,4-33 0 16,0 0 0-16,0 33 0 0,0-33 0 0,0 0 0 0,0 0-144 16,0 0 144-16,0 0-208 15,0 0-576-15,0 0-112 0,1-7-32 0,0-2-16544 16</inkml:trace>
  <inkml:trace contextRef="#ctx0" brushRef="#br0" timeOffset="-135115.59">19163 8841 19343 0,'-1'0'848'0,"1"0"192"0,0 0-832 0,1 0-208 0,0 0 0 0,0 0 0 16,1 0 1920-16,-2 0 320 15,0 0 80-15,17-3 16 0,-4 1-848 0,0-1-160 0,2-2-48 0,2 2 0 16,0-2-704-16,-1 2-128 0,1 0-48 0,-17 3 0 16,31 0 48-16,-31 0 0 0,0 0 0 0,0 0 0 15,34 15-304-15,-34-15-144 0,0 0 160 0,0 0-160 16,0 0 0-16,-3 37 0 0,3-37 0 0,-15 20 0 15,4-11 0-15,-3 1 0 0,0 1 0 0,0-1 0 16,0-3 0-16,-1 2 128 0,2-1-128 0,1-4 0 16,2 2 0-16,1-2 0 0,4-4 0 0,0 1 0 15,2-1-448-15,2-1-192 0,2-1-48 0,1 0-9504 16,2-1-1904-16</inkml:trace>
  <inkml:trace contextRef="#ctx0" brushRef="#br0" timeOffset="-134779.95">19368 8916 14735 0,'0'0'1312'0,"0"0"-1056"16,0 0-256-16,0 0 0 0,0 0 2592 0,14-2 464 16,-14 2 80-16,12 0 32 0,-12 0-160 0,25-5-48 15,-9 3 0-15,0-3 0 0,1 1-1792 0,-1-1-352 16,1 1-80-16,-2-1-16 0,0-1-448 0,-1 2-80 0,0-3-32 0,-1 2 0 16,-1-2-160-16,-1 2 0 0,0-4 0 0,-2 2 0 15,-1-1 0-15,-2 1 0 0,-3-1 0 0,0-1 0 16,-3 3 0-16,-3 0 0 0,-1 0 0 0,-3 1 0 15,-1 0 0-15,-3 3 0 0,-1-1 0 0,-1 3 0 16,0 0-304-16,-3 3 64 0,-1 1 16 0,0 1 0 16,1 2-112-16,1 1-32 0,2-1 0 15,3 2 0-15,1-2 368 0,-1 2 0 0,10-9 0 0,-13 22 0 16,13-22 288-16,0 0 128 0,-9 29 32 0,9-29 0 16,0 0-32-16,0 0 0 0,12 37 0 0,-12-37 0 0,0 0-192 15,29 23-32-15,-29-23-16 0,28 9 0 0,-28-9-176 0,30 6 192 16,-30-6-192-16,34 2 192 0,-34-2-192 15,32 0 0-15,-15 0 0 0,-1-3 0 16,-1 2-640-16,-1-4-64 0,0 1-16 0,-1 0-11184 16,-1 0-2240-16</inkml:trace>
  <inkml:trace contextRef="#ctx0" brushRef="#br0" timeOffset="-134433.14">19719 8860 11967 0,'-1'-2'1072'0,"1"1"-864"16,1-1-208-16,-1 1 0 0,0 1 2592 0,0 0 480 0,3-3 80 0,0 0 32 15,1-2-16-15,1-1 0 0,1 0 0 0,1 1 0 16,0-1-1728-16,0 1-352 0,2 2-64 0,-1 1 0 31,-8 2-688-31,18-3-128 0,-18 3-16 0,17-2-16 0,-17 2-176 0,0 0 0 16,0 0 0-16,32 9 0 0,-32-9 0 0,0 0 0 0,0 0 0 0,20 34 0 16,-20-34 0-16,0 0 0 0,7 35 0 0,-7-35 0 15,0 0 0-15,-3 33 0 0,3-33 0 0,0 0 0 16,-11 29 0-16,11-29 0 0,-10 14 0 0,4-9 128 15,6-5 144-15,-10 7 32 0,6-5 0 0,0-2 0 0,2 0 16 0,1-4 0 16,2 1 0-16,0-4 0 16,3 0-64-16,1-5-16 0,1 2 0 0,3-3 0 15,0 0-240-15,1-1 128 0,1 0-128 0,1 0 0 16,2-3 0-16,0 0 0 16,1-1 0-16,-2 1 0 0,1 0 0 0,-1 3 0 0,0 2 0 0,-1 3 0 0,-1 2-320 0,0-1-16 15,-1 4 0-15,-1 0 0 16,-1 3-1104-16,-8 1-224 0,0 0-32 0,20 0-14880 0</inkml:trace>
  <inkml:trace contextRef="#ctx0" brushRef="#br0" timeOffset="-133743.95">20148 8836 16575 0,'0'0'1472'0,"0"0"-1168"0,9-5-304 0,-9 5 0 15,0 0 2432-15,7-5 448 0,-3 3 64 0,5-5 32 16,2-2-704-16,2-1-144 0,0-1-16 0,-1-2-16 0,-3 4-1488 0,-1-1-288 15,-2 1-64-15,-2-1-16 0,-2 0 144 0,-2 2 16 16,-1-1 16-16,-3 1 0 16,-1 3-416-16,-3-2 128 0,0 5-128 0,-2 1 0 0,-1 4 0 0,-1 0-304 15,-1 3 48-15,0 1 16 0,-1 0-64 0,1 3-16 16,0 2 0-16,0 0 0 0,1 3 320 0,1 1-128 16,0 3 128-16,11-19 0 0,-17 37 0 0,17-37 144 15,-12 31 16-15,12-31 0 0,0 0 512 0,0 33 96 16,0-33 32-16,0 0 0 0,0 0-512 0,0 0-96 15,36 24-32-15,-36-24 0 0,20 0-16 0,-20 0 0 0,21-7 0 0,-9 3 0 16,0-2-144-16,0 0 0 0,0 0 0 0,-2 0 128 16,0-1-128-16,-1 0-176 0,0-1 48 0,-2 2 0 15,1-1-160-15,-3-1-32 0,1-2 0 0,-2 2 0 32,0-2-224-32,-2 0-48 0,0 1-16 0,-2 0 0 15,0 1-16-15,-2 1 0 0,0 0 0 0,-1 3 0 0,0 1 304 0,1 3 64 0,-1 0 16 16,3 0 0-16,0 0 240 0,-9 7 0 0,9-7 0 0,0 0 0 15,-11 25 320-15,11-25 48 0,0 0 16 0,-8 32 0 16,8-32 416-16,0 0 96 0,-1 32 0 0,1-32 16 0,0 0-256 16,0 0-48-16,0 0-16 0,23 27 0 15,-23-27-272-15,0 0-64 0,26 2-16 0,-15-4 0 0,1-1-240 0,1-1 128 16,-1-1-128-16,0-2 0 0,2 0 0 0,-1 0 0 16,2-3 0-16,0 0 0 15,0-1-704-15,0 1-144 0,0-1-32 0,-1 1 0 16,-1-2-912-16,0 3-192 0,-1 0-48 0,-1-1 0 15,0 0 176-15,-2 0 48 0,1-1 0 0,-1-3 0 16,-1 2 864-16,-1-3 176 0,0-1 48 0,-2-1 0 16,-1-2 1696-16,0 3 352 0,-1 0 64 0,-1 3 16 0,-1 5 576 15,-1 2 128-15,0 3 32 0,-1 2 0 0,-2 3-768 0,3-2-160 16,0 0-16-16,-13 20-16 0,13-20-400 16,-12 25-80-16,12-25 0 0,-14 35-16 0,14-35-432 0,-14 43-96 0,14-43-16 0,-15 48 0 15,7-22-144-15,-1 2 0 0,2-2 0 0,0 2 128 16,7-28-128-16,-13 48 160 0,13-48-160 0,-4 40 160 15,4-40-160-15,0 0 0 16,6 40 0-16,-6-40 128 0,0 0-128 0,0 0 0 0,0 0 0 16,0 0 0-16,30 17-544 15,-24-22 16-15,0-2 0 0,1-2-17392 0</inkml:trace>
  <inkml:trace contextRef="#ctx0" brushRef="#br0" timeOffset="-133533.93">20388 8648 23951 0,'-7'8'1056'0,"1"-4"224"0,6-4-1024 0,-8 12-256 16,8-12 0-16,0 0 0 0,0 0 1584 0,0 0 256 16,-9 28 48-16,9-28 16 0,-7 26 208 0,7-26 32 15,0 0 16-15,0 0 0 0,8 38-1152 0,-8-38-240 16,0 0-32-16,26 5-16 0,-26-5-368 0,26-7-80 16,-11 1-16-16,2-2 0 15,2 1-256-15,0 0 160 0,0-3-160 0,1 3 128 0,-2 0-128 0,0 2 0 0,0-2 0 0,-2 0 0 16,1 0-144-16,-3 2-16 0,-1 1 0 0,-3 1 0 31,-1 1-1152-31,-9 2-224 0,0 0-64 0,18 0-15328 16</inkml:trace>
  <inkml:trace contextRef="#ctx0" brushRef="#br0" timeOffset="-133354.2">20700 8679 22111 0,'0'0'976'0,"5"-2"208"0,-5 2-944 0,0 0-240 0,0 0 0 0,0 0 0 0,0 0 2432 0,15-2 448 16,-15 2 96-16,0 0 16 0,23 0-800 0,-23 0-144 15,20 0-48-15,-20 0 0 16,19-1-1296-16,-19 1-256 0,19 0-48 0,-19 0-16 0,16-2-384 0,-16 2 0 31,14-2 0-31,-14 2 0 16,12-2-480-16,-8-1-176 0,1 0-48 0,-2 1-17024 0</inkml:trace>
  <inkml:trace contextRef="#ctx0" brushRef="#br0" timeOffset="-133179.86">20766 8726 8287 0,'0'0'736'0,"0"0"-592"0,0 0-144 0,0 0 0 16,0 0 2240-16,0 0 400 0,0 0 96 0,0 0 16 15,0 0 336-15,0 0 80 0,0 0 16 0,-4 36 0 16,4-36-640-16,0 0-128 0,0 0-32 0,-4 38 0 16,4-38-1232-16,0 0-240 0,-8 34-48 0,8-34-16 15,0 0-592-15,-10 33-112 0,10-33-16 0,0 0-128 16,-9 26 0-16,9-26 0 0,0 0-192 0,0 0 48 15,0 0-1600-15,0 0-320 0</inkml:trace>
  <inkml:trace contextRef="#ctx0" brushRef="#br0" timeOffset="-132464.56">20921 8767 19343 0,'0'0'848'0,"0"0"192"0,0 0-832 0,0 0-208 16,0 0 0-16,0 0 0 0,0 0 2176 0,0 0 384 0,0 0 64 15,0 0 32-15,0 0-160 0,0 0-16 0,-3 38-16 0,3-38 0 16,0 0-1312-16,-10 33-272 0,10-33-48 0,0 0-16 16,-11 36-576-16,11-36-112 0,0 0-128 0,0 0 176 15,-2 33-176-15,2-33 128 0,0 0-128 0,0 0 128 16,0 0-128-16,0 0 0 0,0 0 0 0,31 10 0 16,-22-13 0-16,1-4 0 0,1 0 0 0,-1-1 0 15,1-1 0-15,0 0 0 0,-1-2 0 0,1 0 0 16,-2 2 0-16,-2-3 0 0,0 1 0 0,-2-1 0 0,-1 0-224 15,-2 0 80-15,-2 0 16 0,-1 0 0 0,-2 0-128 16,0 0 0-16,-3 0-16 0,-1 3 0 0,-2 2 80 0,-1 2 0 16,0 3 16-16,-1 2 0 0,0 4-16 15,-1-1-16-15,2 1 0 0,1 1 0 16,9-5 208-16,-16 12 208 0,16-12-32 0,0 0-16 16,-14 19 160-16,14-19 16 0,0 0 16 0,0 0 0 0,0 0-128 0,0 0-32 15,0 0 0-15,0 0 0 0,0 0-192 0,25 24 0 16,-25-24 0-16,20-3 0 0,-20 3 0 0,21-5 0 15,-8 1 0-15,0-1 0 0,1 0 0 0,-2-1 0 16,1 1-128-16,0 0 128 16,2 0-544-16,-1-1 0 0,1 0 0 0,-1 1 0 0,0 1 288 0,0-1 64 0,0 2 16 0,-1 1 0 15,-13 2 176-15,23-2 0 16,-23 2 0-16,20 0 0 0,-20 0 480 0,0 0 32 0,0 0 0 0,27 14 0 16,-27-14-80-16,0 0-16 0,0 0 0 15,0 0 0-15,12 36-160 0,-12-36-48 0,0 0 0 0,-6 28 0 16,6-28-64-16,0 0-16 0,-10 38 0 0,10-38 0 15,-9 26-128-15,9-26 160 0,0 0-160 0,-13 31 160 16,13-31-160-16,0 0 0 0,0 0 144 0,0 0-144 16,0 0 0-16,0 0 0 0,0 0 0 0,0 0 0 0,0 0 0 15,0 0 0-15,0 0 0 16,21-9 0-16,-13 1 0 0,-1-3 0 0,2 1 0 0,1-2 0 0,1-2 0 16,-1 2 0-16,2-2 0 15,-1 2 0-15,0 0 0 0,0 0 0 0,0-1 0 0,1 3 0 0,-2 0 0 16,-1 3 0-16,-2 4 0 0,-7 3 0 15,0 0 0-15,20 0 0 0,-20 0 0 0,0 0 0 0,0 0 0 0,18 30 0 16,-18-30 0-16,0 0 0 16,9 39 128-16,-9-39 0 0,5 36 0 15,-5-36 0-15,7 40-128 0,-7-40 192 0,9 41-64 0,-9-41 0 0,12 35 0 0,-12-35 0 16,0 0 0-16,18 41 0 16,-18-41-128-16,0 0 0 0,0 0 0 0,0 0 0 0,0 0-176 0</inkml:trace>
  <inkml:trace contextRef="#ctx0" brushRef="#br0" timeOffset="-130473.72">3111 9970 25791 0,'-3'-3'2304'0,"1"0"-1856"0,1 2-448 0,0 0 0 16,1 1 0-16,0 0 0 0,-1 0-176 0,0 1 176 15,-1 0 656-15,-1 5 256 0,-1 3 48 0,-2 5 16 0,2 5-608 0,-2 3-128 16,1 6-32-16,-2 3 0 0,2 5-208 15,1 2 0-15,-1 3 128 0,1 5-128 0,1 1 0 0,0-2 128 16,1-5-128-16,-1-4 0 0,1-8 144 0,2-4-144 16,-1-4 128-16,0-2-128 0,1-18 0 0,0 21 0 15,1-16 0-15,-1-3 0 0,1-2 0 0,-1-2 0 16,1-3 0-16,1-4 0 16,-1-1-464-16,0-4-80 0,0-2-16 0,1-3-12240 0</inkml:trace>
  <inkml:trace contextRef="#ctx0" brushRef="#br0" timeOffset="-130053.39">3051 10126 8287 0,'2'-10'736'0,"0"3"-592"0,0 2-144 0,-1 3 0 16,0 0 2320-16,0-3 432 15,4-2 96-15,2-9 16 0,2-2-192 0,2 2-48 0,1-1 0 0,0 6 0 16,1 3-1120-16,1 4-224 0,2 1-64 0,-16 3 0 16,32 0-688-16,-32 0-144 0,0 0-16 0,51 14-16 15,-51-14-352-15,0 0 128 0,48 27-128 0,-48-27 0 16,0 0 0-16,39 35 0 0,-39-35 0 0,0 0 0 15,29 44 0-15,-29-44 0 0,0 0 0 0,9 39 0 16,-10-27 0-16,-2-2 0 0,-3-1 0 0,-1 2 0 16,-2-1 0-16,-4 0 0 0,-1-1 0 0,-5 0 0 0,-2 1 0 0,-3-2 0 15,-1 0 0-15,-1-2-192 16,2-3-656-16,3-2-144 0,4-1-32 0,1 0 0 0,1-2 832 0,3 0 192 16,1-1 0-16,2 0 0 0,3 1 928 0,3 2 176 15,1 0 48-15,3-1 0 0,1 2-64 0,3-1-16 16,-5 0 0-16,0 0 0 15,0 0-416-15,0 0-80 0,49 27 0 0,-49-27-16 0,0 0-208 0,42 28-32 16,-42-28-16-16,0 0 0 0,51 29-144 0,-51-29-32 16,0 0 0-16,49 29 0 0,-49-29 48 0,0 0 0 15,49 26 0-15,-49-26 0 0,0 0-16 0,44 23 0 16,-44-23 0-16,0 0 0 0,42 26-160 0,-42-26 0 0,0 0 144 0,0 0-144 16,45 28 0-16,-45-28 128 15,0 0-128-15,0 0 0 0,0 0 0 0,0 0 0 0,39 14 0 0,-35-15-12688 16,2-2-2576-16</inkml:trace>
  <inkml:trace contextRef="#ctx0" brushRef="#br0" timeOffset="-129759.21">3694 10185 911 0,'-1'-6'0'0,"0"2"0"15,0 2 0-15,0-1 0 0,1 3 1680 0,0-2 256 16,0 2 48-16,0 0 16 0,0 0 1344 0,-1-1 272 31,1 1 48-31,0 1 16 0,0 1-640 0,1 1-128 0,0 0-32 0,1 1 0 0,0-2-864 0,1 1-176 16,0 0-48-16,3-1 0 0,-6-2-1072 0,0 0-208 16,0 0-64-1,31 0 0-15,-19-3-224 0,-1 1-48 0,2-1-16 0,1-1 0 16,-1 1-160-16,1-1 128 0,1 1-128 0,-15 3 128 15,27-2-128-15,-27 2 0 0,0 0 0 0,34 1 0 16,-34-1 0-16,0 0 0 0,0 0 0 0,0 0 0 16,39 8-160-16,-34-5 160 0,-2-1 0 0,-2 3-144 15,-1-2-1552-15,-1 1-304 0</inkml:trace>
  <inkml:trace contextRef="#ctx0" brushRef="#br0" timeOffset="-129520.15">3737 10333 10127 0,'-3'3'896'0,"0"-2"-704"16,2 1-192-16,1-2 0 0,0 0 1728 0,-2 2 320 15,0-1 64-15,-1 3 16 0,-2 1 1312 0,1-2 256 16,1 1 48-16,1-2 16 0,1 0-1792 0,1-1-368 16,1 1-64-16,1-1 0 0,1 0-864 0,2 0-160 15,-5-1-48-15,0 0 0 0,0 0 48 0,33 2 16 0,-33-2 0 0,0 0 0 16,39-3-288-16,-39 3-64 0,28-2-16 0,-28 2 0 15,29-5-160-15,-29 5 0 0,29-4 0 0,-29 4 0 16,27-5 0-16,-27 5 0 0,27-5 0 0,-27 5 0 31,25-5-480-31,-25 5-80 0</inkml:trace>
  <inkml:trace contextRef="#ctx0" brushRef="#br0" timeOffset="-127328.79">4997 9654 9215 0,'1'-2'816'0,"0"2"-656"0,-1 0-160 0,1-1 0 15,-1 1 1776-15,0 0 320 16,1 0 64-16,-1 0 16 0,1-2 304 0,-1 0 64 0,0 1 16 0,0-1 0 15,-1 2-448-15,-1-1-64 0,0 0-32 0,0 1 0 16,-1-2-896-16,0 2-176 0,1-2-48 0,-1 1 0 16,-1-1-448-16,1-1-112 15,-2 1-16-15,0 2 0 0,1-2-128 0,-3-1-16 0,0 1-16 0,-1-3 0 16,1 3-160-16,-1-3 192 16,0 2-192-16,0-1 192 0,-2 0-192 0,2 1 0 0,-1-2 144 0,-1 3-144 15,-1-3 160-15,0 3-32 16,0 1-128-16,0-1 192 0,0 2-16 0,1 0-16 0,0 0 0 0,0 0 0 0,2 0-160 0,0 0 0 15,2-1 144-15,-1 1-144 0,1-1 160 16,0 1-32-16,1-2-128 0,-1-1 192 0,2 1-48 0,-2-1-16 16,2 1 0-16,0 0 0 0,-1-1 0 0,1 1 0 15,0-1 0-15,0 1 0 16,0 2-128-16,1-1 128 0,-1 1-128 0,0 0 128 16,1 0-128-16,0-1 0 0,0-1 0 0,1 2 0 15,-1 2 0-15,1-2 0 0,2 2 0 0,-2-2 0 0,1 5 0 0,0-2 0 16,0 1 128-16,1 1-128 15,0 2 0-15,0 0 0 0,0 2 0 0,0-1 0 0,1 2 0 0,-1 1 0 0,0-11 0 0,2 23 0 16,-1-11 0-16,0 2 0 16,-1-2 0-16,0 1 0 0,0 1 0 0,-1 0 0 0,1-3 0 0,-1 2 0 15,1-1 0-15,-1 4 0 0,1 1 0 0,-1-1 0 16,0 3 0-16,1-2 0 0,-1-1 0 0,1 1 0 16,-1 0 0-16,1 1 0 15,-1-1 0-15,1 0 0 0,0-1 0 0,-1-1 0 0,1 1 0 0,0-2 0 16,0 1 0-16,0-1 0 0,0-1 0 0,0-13 0 15,1 27 0-15,-1-27 0 0,3 28 0 0,-3-28 0 16,2 26 0-16,-2-26 0 0,3 27 0 0,-3-27 0 16,3 29 0-16,-3-29 0 0,4 32 0 0,-4-32 0 0,4 32 0 15,-4-32 0-15,1 35 0 0,-2-16 0 0,0-3 0 0,0 1 0 16,-1 0 0-16,-1-2 0 0,1 0 0 0,0-1 0 16,1-1 0-16,-1 0 0 15,1-1 0-15,0 0 0 0,1 0 0 0,0-2 0 0,-1-1 0 0,1 0 0 16,0-9 0-16,0 0 0 0,2 29 0 0,-2-29 0 15,0 0 0-15,4 31 0 0,-4-31 0 0,1 24 0 16,-1-24 0-16,3 24 0 0,-3-24 0 0,2 28 0 16,-2-28 0-16,2 26 0 15,-2-26 0-15,2 28 0 16,-2-28 0-16,2 29 0 0,-2-29 0 0,1 23 0 16,-1-23 0-16,0 0 0 0,2 31 0 0,-2-31 0 15,0 0 0-15,3 29 0 0,-3-29 0 0,0 0 0 0,2 27 0 0,-2-27 0 16,0 0 0-16,0 29 0 0,0-21 0 0,-1 1 0 15,0-2 0-15,0 4 0 0,0-2 0 0,0 0 0 16,0 0 0-16,0 1 0 0,0-1 0 0,0-1 0 16,0 2 0-16,0-2 0 0,0 2 0 0,1-10 0 15,-1 19 0-15,0-10 0 0,1-9 0 0,0 0 0 16,-1 26 0-16,1-26 0 0,0 0 0 0,0 24 0 16,0-24 0-16,0 0 0 0,1 24 0 0,-1-24 0 15,0 0 0-15,0 20 0 0,0-14 0 0,0-6 0 16,0 0 0-16,0 0 0 0,1 21 0 0,-1-16 0 0,0 1 0 0,0-2 0 15,-1 3 0-15,1-3 0 0,-1 1 0 16,1 1 0-16,-1 2 0 0,0-3 0 0,0 2 0 0,0 0 0 16,0 1 0-16,0 1 0 0,0-1 0 0,-1-1 0 15,1 1 0-15,0 0 0 0,0-3 0 0,0 2 0 16,0-1 0-16,1-6 0 0,0 0 0 0,0 20 0 16,0-15 0-16,0 2 0 0,1-3 0 0,-1 3 0 15,1-2 0-15,-1 0 0 0,1 2 0 0,-1-7 0 16,0 0 0-16,0 0 0 0,4 28 0 0,-4-28 0 15,0 0 0-15,2 22 0 0,-2-15 0 0,0 1 0 16,0-1 0-16,0 1 0 0,-1 0 0 0,1-8 0 16,-1 15 0-16,1-7 0 0,0-8 0 0,0 0 0 0,-1 18 0 0,1-18 0 15,-1 13 0-15,1-13 0 0,-1 14 0 0,1-14 0 16,-1 14 0-16,0-6 0 0,0-3 0 0,1-5 0 16,-1 14 0-16,0-6 0 0,0 0 0 0,0-3 0 15,0 3 0-15,1-8 0 0,0 13 0 0,-1-6 0 16,1-7 0-16,0 0 0 0,-1 20 0 0,1-20 0 15,-1 14 0-15,1-14 0 0,-1 10 0 0,1-10 0 16,-1 11 0-16,1-8 0 0,-1 1 0 0,1-2 0 16,-1 1 0-16,1-3 0 0,0 0 0 0,-1 11 0 15,1-11 0-15,0 0 0 0,-1 17 0 0,1-17 0 16,0 0 0-16,0 19 0 0,-1-13 0 0,1-6 0 0,0 0 0 0,0 20 0 16,0-12 0-16,0-2 0 0,-1 0 0 0,0 1 0 15,0 0 0-15,1-1 0 0,0 0 0 0,0 0 0 16,-1-1 0-16,1 0 0 0,-1 0 0 0,0 2 0 15,0-3 0-15,1 2 0 0,-1 0 0 0,0-1 0 16,0 0 0-16,0 0 0 0,1 0 0 0,0-1 0 16,-1 3 0-16,0-2 0 0,0-2 0 0,0 2 0 15,1 0 0-15,0-2 0 0,-1 3 0 0,0-2 0 16,1 1 0-16,-1 2 0 0,1-7 0 0,0 0 0 0,-1 13 0 16,1-13 0-16,-1 11 0 0,1-11 0 0,0 0 0 0,-1 14 0 15,1-14 0-15,-1 7 0 0,0-2 0 0,0-1 0 16,1-4 0-16,-1 10 0 15,0-6 0-15,0 0 0 0,0 1 0 0,1-1 0 0,-1 0 0 0,1-4 0 16,-1 10 0-16,0-3 0 0,1-7 0 0,0 0 0 16,0 13 0-16,-1-10 0 0,1-3 0 0,-1 8 0 15,1-8 0-15,0 0 0 0,0 0 0 16,0 0 0-16,0 14 0 0,-1-12 0 0,1-2 0 0,0 0 0 16,0 0 0-16,0 0 0 0,0 17 0 0,0-17 0 15,0 0 0-15,0 0 0 0,1 19 0 0,-1-15 0 0,0-4 0 0,0 0 0 16,0 15 0-16,0-10 0 15,0-5 0-15,0 0 0 0,0 12 0 0,0-12 0 0,-1 7 0 16,1-7 0-16,0 0 0 0,0 0 0 0,0 0 0 0,0 13 0 16,0-13 0-16,0 0 0 0,0 0 0 0,0 0 0 15,0 0 0-15,0 0 0 0,0 0 0 0,0 0 0 16,0 0 0-16,0 0 0 16,1 17 0-16,-1-16 0 0,-1 1 0 0,1-2 0 0,-1 2 0 0,1-2 0 15,-1 2 0-15,1-2 0 0,-1 1 0 0,0 1 0 16,0-2 128-16,1 0-128 0,-1 2 0 15,0-2 0-15,1 0 0 0,0 0 0 0,0 0 0 0,0 0 0 0,0 0 0 16,0 0 0-16,0 0 176 0,0 0 0 0,0 0 0 0,0 0 0 16,0 0 16-16,0 0 0 15,0 0 0-15,0 0 0 0,0 0-48 0,38 7 0 0,-38-7 0 0,0 0 0 16,0 0-144-16,43 22 128 0,-43-22-128 0,0 0 128 16,43 26-128-16,-43-26 0 0,0 0 0 0,45 23 0 15,-45-23-128-15,0 0-16 0,48 20 0 0,-48-20-19248 16</inkml:trace>
  <inkml:trace contextRef="#ctx0" brushRef="#br0" timeOffset="-125620.58">5292 9708 2751 0,'-1'-1'256'0,"1"0"-256"15,0 1 0-15,0 0 0 0,0 0 832 0,0-2 112 16,-1 2 16-16,1-3 16 0,-1 1 880 0,1-3 160 15,-1 3 32-15,0-1 16 0,1-1-192 0,-2 1-32 16,1 1-16-16,0-2 0 0,0 1-272 0,-1 0-48 16,1 2-16-16,-2-2 0 15,1 0-384-15,0 1-80 0,0-1 0 0,1 0-16 0,-1 0-240 0,0 0-64 0,-1 1 0 0,0 1 0 16,2-1-128-16,-2 0-16 16,-1 2-16-16,1 0 0 0,0 1-160 0,1 0-48 15,-3 2 0-15,1 2 0 16,0 1-128-16,-2 2-16 0,1 1-16 0,0 0 0 0,-1 4 32 0,1 1 16 0,-1 3 0 0,1 0 0 15,0-2-96-15,-1 2 0 0,3 2-128 0,-1-3 192 16,1 1-192-16,2-4 128 0,1-2-128 0,0-11 0 0,0 0 176 0,0 0-176 16,0 0 192-16,0 0-192 0,0 0 144 0,0 0-144 15,0 0 0-15,42 17 144 16,-33-24 128-16,2-1 32 0,0-3 0 0,1-1 0 0,0 1-112 16,0 0-32-16,0-3 0 0,1 1 0 15,0 0-160-15,-2-3 0 0,0 1 0 0,-3 1 0 16,1 2 0-16,-4-2 0 0,0 2 0 0,-3 0 0 15,-1 1 0-15,-2 2 0 16,-2 0 0-16,-2 3 0 0,-2 1 0 0,-1 2 0 0,-2 1 0 0,0-2 0 0,-1 3 0 0,0-1 0 31,1 2 0-31,0-2 0 0,0 2-176 0,1-3-64 0,0 1-16 16,1-3-16896-16</inkml:trace>
  <inkml:trace contextRef="#ctx0" brushRef="#br0" timeOffset="-122965.91">5131 10199 12895 0,'0'-3'1152'0,"0"1"-928"15,0 2-224-15,0-1 0 0,-1 1 992 0,1-1 160 16,0-1 16-16,-1-1 16 16,0-2 288-16,0 1 64 0,-1-1 16 0,0 2 0 15,1 1-368-15,-2 0-80 0,1 2-16 0,1-2 0 0,-2 2-336 0,-1 2-80 16,0-2-16-16,1 1 0 0,-1 0-240 0,0-1-48 16,1 2-16-16,-2 1 0 0,0-1-16 0,1-1 0 15,-1 2 0-15,-1 0 0 0,2 0 32 0,-2 0 0 0,1 1 0 0,-1 0 0 16,1 2-128-16,-1-2-32 0,1 3 0 0,1 0 0 15,-1 1-80-15,0-1 0 16,3 2-128-16,-2 3 192 0,1 0 32 0,0 2 0 0,2 2 0 16,0 1 0-16,0 0-64 0,2-3-16 15,0 2 0-15,-1-16 0 0,0 0-144 0,7 32 160 0,-7-32-160 0,0 0 160 16,0 0-160-16,0 0 192 0,0 0-192 0,41 16 192 16,-32-18-192-16,1-5 0 0,1 0 0 0,1-3 0 15,0-2 0-15,-1 0 0 16,0 1 128-16,-1-2-128 0,1-1 0 0,-2-2 0 0,-1 0 128 0,-2 1-128 0,0 0 0 0,-3 1 0 15,-1 0 0 1,-2 0 0-16,0 2 0 0,-2 0 0 0,-2 3 0 0,-3 2 0 16,2 0 0-16,-3 3 0 0,-1 1 0 0,-2 3 0 15,1 2 0-15,0 0 0 0,0 3 0 0,1 2 0 16,1 0 0-16,1 0 0 0,3 3-144 0,1-1 144 16,1 1-448-16,2-2-48 0,1 0 0 0,-1-8-14992 0</inkml:trace>
  <inkml:trace contextRef="#ctx0" brushRef="#br0" timeOffset="-122743.64">5225 10303 16575 0,'0'0'1472'0,"0"-2"-1168"0,1 2-304 0,-1 0 0 16,1 0 1824-16,-1 0 304 0,1 0 64 0,1 0 16 15,0 0 32-15,0 2 0 0,0 2 0 0,0 0 0 16,-2-4-1280-16,0 0-256 0,0 0-64 0,8 30 0 0,-8-30-400 16,0 0-96-16,0 0-16 0,0 0 0 0,0 0-128 0,19 31-144 15,-19-31 144-15,0 0-15712 16</inkml:trace>
  <inkml:trace contextRef="#ctx0" brushRef="#br0" timeOffset="-122328.77">5413 10121 10127 0,'-1'0'896'0,"0"0"-704"0,1 0-192 0,0 0 0 16,0 0 2192-16,1 0 416 0,0 0 80 0,0 0 0 16,2 0 480-16,1-2 96 0,0 1 0 15,2-1 16-15,0 2-1360 0,1-2-288 0,0 0-48 0,0 1-16 16,0-1-848-16,0 0-160 0,0 1-48 0,0 1 0 15,-7 0-256-15,0 0-64 0,0 0-16 0,0 0 0 16,0 0-176-16,39 18 0 0,-39-18 144 0,0 0-144 0,0 0 0 0,0 0 0 16,21 33 0-16,-21-33 128 0,0 0-128 0,0 0 0 15,5 28 0-15,-6-21 0 0,0-3 0 0,-2 0 0 16,-1 2 0-16,-1 1 0 0,-2 0 0 16,-1 3 0-16,-1-1 0 0,-2-1 0 0,-1 2 0 0,0 1 0 15,1-2 0-15,1-1 0 0,3 1 0 0,2-4 0 16,2 2 0-16,1-5 0 0,3 3 0 0,1-2 0 15,1 1 0-15,0-2 0 16,-3-2 0-16,0 0 192 0,0 0-32 0,0 0-16 0,42 5 128 0,-42-5 32 16,0 0 0-16,33-5 0 0,-33 5-128 0,0 0-32 15,31-4 0-15,-31 4 0 0,0 0-144 0,29-5 128 0,-29 5-128 0,0 0 128 16,22-6-128-16,-16 5 0 0,0-2 0 0,-1 1 0 16,0-1 0-16,-2 1-144 0,2 0 0 0,0 2-18560 15</inkml:trace>
  <inkml:trace contextRef="#ctx0" brushRef="#br0" timeOffset="-121267.04">5033 10793 4607 0,'-1'-1'400'0,"0"1"-400"15,0 0 0-15,1 0 0 0,-1 0 1392 0,0 0 192 16,0 0 32-16,-2-2 16 0,-1 0 272 0,0 1 48 16,1-1 16-16,0 1 0 0,-1-1 16 0,1 1 16 15,1 0 0-15,-1-1 0 0,-1 2-336 0,1 0-64 0,1 0 0 16,-2 0-16-16,0 2-496 0,0 0-112 0,2 3-16 0,-1 0 0 16,0 2-416-16,0 2-96 0,1 2 0 0,-2 1-16 15,1 1-160-15,-1 1-16 16,2 3-16-16,-2 2 0 0,1-1-240 0,2 2 128 0,1-2-128 0,2-1 0 15,-2-17 0-15,0 0 128 0,17 36-128 0,-17-36 0 16,0 0 0-16,0 0 0 0,0 0 0 0,43 5 0 16,-33-13 0-16,3-1 0 0,-2-3 0 0,-1-2 0 15,0 0 400-15,-1-1-16 0,2-1 0 0,-3-1 0 16,-1 1-384-16,1-1 0 0,-1-1 0 0,-1 1 0 0,-2 1 0 0,-2 1 0 16,-1-1 0-16,-3 3 0 0,-1 2 0 0,-2 1 0 15,-2 2 0-15,0 4 0 0,-1-1 0 0,-1 3 0 16,1 0 0-16,0 4 0 0,-1 0 0 0,3 1 0 15,-1 1 0-15,3 2 0 0,0 0-128 0,2 1 128 16,1 0 0-16,2-2 0 0,1 2-192 0,2-2 16 16,-4-5 16-16,0 0-16448 0</inkml:trace>
  <inkml:trace contextRef="#ctx0" brushRef="#br0" timeOffset="-121061.91">5227 10872 22111 0,'0'0'976'0,"0"0"208"0,1 1-944 0,0-1-240 0,0 0 0 0,0 2 0 15,0-2 1392-15,0 2 224 0,-1-2 48 0,0 0 16 16,0 0-16-16,0 0 0 0,0 0 0 0,30 31 0 16,-30-31-1152-16,0 0-256 0,0 0-32 0,0 0-16 15,18 36-208-15,-18-36 0 0,0 0 0 0,0 0-15536 16</inkml:trace>
  <inkml:trace contextRef="#ctx0" brushRef="#br0" timeOffset="-120730.21">5468 10737 21183 0,'-3'0'944'0,"1"0"192"0,1 0-912 0,-1 0-224 16,1 0 0-16,0 0 0 0,0 0 1616 15,-2 3 288-15,-1-1 48 0,-1 2 16 0,-1 2-224 0,0 0-32 0,0 2-16 16,2 1 0-16,-1-2-592 0,2 3-112 16,0 0-32-16,2-1 0 0,1 0-432 0,0 1-80 0,2 0-32 0,-2-10 0 31,0 0-416-31,0 0 0 0,16 32 128 0,-16-32-128 0,0 0 0 0,0 0 0 0,0 0 0 0,34 31 0 16,-34-31 0-16,0 0 0 0,0 0 0 0,35 24 0 15,-35-24 0-15,0 0 0 0,0 0 0 0,0 0 0 16,0 0 0-16,32 31 0 0,-32-31 0 0,0 0 0 15,0 0 0-15,3 26 0 0,-5-19 0 0,-2-1 0 0,1 0 0 16,-2 1 0-16,-1 0 0 0,-2-1 0 16,0 0 0-16,-2 1 0 0,-2-2 0 0,-1 2 0 0,0-3 0 0,-2 1 0 15,0-1 0-15,0-1 0 16,0 0-1104-16,3-3-160 0,3-5-16 0,1 0-14896 16</inkml:trace>
  <inkml:trace contextRef="#ctx0" brushRef="#br0" timeOffset="-120558.18">5423 10773 13823 0,'2'-7'608'0,"0"4"128"0,0-2-592 0,-1 3-144 16,0 0 0-16,0 2 0 0,1-2 2448 0,0 0 464 15,3-2 96-15,1 0 0 0,0 2-224 0,2-3-48 0,-8 5-16 0,0 0 0 16,27-7-1296-16,-27 7-256 0,0 0-48 0,31-8-16 16,-31 8-848-16,0 0-256 0,32-2 0 0,-32 2-17040 31</inkml:trace>
  <inkml:trace contextRef="#ctx0" brushRef="#br0" timeOffset="-119343.95">4967 11355 11967 0,'-3'-4'1072'0,"3"2"-864"0,-1-1-208 0,0 0 0 15,0 2 1120-15,1-1 176 0,0-1 48 0,-1-1 0 16,-1-1 960-16,1-3 192 0,-1 0 32 0,0 2 16 16,0 2-528-16,1 1-96 0,-2 1-32 0,1 2 0 15,-1 2-656-15,0 3-128 0,0-1-16 0,-1 4-16 16,-1 2-640-16,1 4-128 0,-1 2-32 0,0 4 0 15,2 5-272-15,0-1 160 0,1 2-160 0,1-3 128 16,1-1-128-16,1-1 0 0,1-2 0 0,-2-19 0 16,6 38 0-16,-6-38 0 0,0 0 0 0,16 36 0 0,-16-36 0 0,0 0 0 15,0 0 0-15,0 0 0 0,39 12 0 0,-30-19 0 16,1-2 0-16,0-3 0 0,1-3 0 0,-1-2 0 16,1-2 0-16,-1 0 0 0,-1-1 0 0,-1 0 0 15,-1 2 0-15,-3-2 0 0,0 4 0 0,-2-3 0 16,-2 4 0-16,-3 0 0 0,-1 2 0 0,-2 1 0 15,-1 3 0-15,-2 2 0 0,-1 0 0 0,1 4 0 16,-1 1 0-16,2 0 0 0,0 4 0 0,-1 0 0 16,3 1 0-16,-1 1 0 0,3 1 0 0,0-1 0 15,1 1 0-15,2 0 128 16,0 0-128-16,2 0 0 0,0-1 0 0,2 1 0 16,0 0-848-16,-3-5-48 0,0 0-16 0,0 0-14976 0</inkml:trace>
  <inkml:trace contextRef="#ctx0" brushRef="#br0" timeOffset="-119184.52">5139 11439 29487 0,'3'0'1296'0,"-2"0"288"15,1 0-1264-15,0 0-320 0,-1 1 0 0,0 1 0 16,1 0 1488-16,-2-2 240 0,0 0 64 0,0 0 0 16,0 0-656-16,26 36-128 0,-26-36-32 0,0 0 0 0,14 30-528 15,-14-30-128-15,0 0 0 0,0 0-16 0,0 0-304 0,25 31-144 16,-25-31 16-16,0 0-17776 15</inkml:trace>
  <inkml:trace contextRef="#ctx0" brushRef="#br0" timeOffset="-118633.46">5522 11268 22111 0,'-2'0'1968'0,"1"0"-1584"0,1 0-384 0,-1 0 0 0,-1 1 1440 0,0 0 208 0,0 2 32 0,-5 0 16 31,0 3-192-31,-3 2-32 0,-1-1-16 0,1 2 0 0,1 2-704 0,0 0-144 0,0-1-32 0,2 1 0 16,1-2-192-16,2-1-64 0,0-1 0 0,2 2 0 15,2-2-64-15,1-2 0 0,-1-5-16 0,0 0 0 32,0 0-240-32,0 0 0 0,0 0 0 0,0 0 0 0,0 0 0 0,34 28 128 0,-34-28-128 0,0 0 0 15,0 0 448-15,0 0-16 0,42 14 0 0,-42-14 0 16,0 0-208-16,0 0-32 0,0 0-16 0,39 30 0 15,-39-30-176-15,0 0 0 0,0 0 0 0,18 38 0 0,-18-38 0 16,0 0 0-16,5 32 0 0,-5-32 0 0,-3 22 0 0,0-13 0 16,-1 0 0-16,-1 0 0 15,1-3 0-15,-1-1 0 16,-1-1 0-16,0-1 0 0,-1-1 0 0,-2 0 0 16,0-1 0-16,-1-1 0 0,0 0 0 0,0-1 0 15,0 0 0-15,1 0 0 0,0-2 0 0,1 1 0 16,0 0 0-16,1 0 0 0,2-1 0 0,0 1 0 15,2-1 0-15,1 1 0 0,1 0 0 0,1-1 0 16,1-1 0-16,1 0 0 0,2-1 0 0,1-1 0 16,0 0 0-16,3-2 0 0,-1 1 0 0,1-4 0 0,1 1 0 15,1-2 0-15,-1 0 176 0,1-2-48 0,2 2-128 0,0-2 192 16,-1 2-192-16,-1 0 144 0,-1-1-144 0,0 1 128 16,1 1-128-16,-3 0 0 0,1 1 0 0,-2-1 0 15,0 1 0-15,-4 0 0 0,2 3 0 0,-3-2 0 16,-1 1 0-16,-2 1 0 0,-1 2 128 0,-1 1-128 15,-2 0 0-15,-1 3 0 0,-3 1 0 0,0 3 0 16,0-1 0-16,0 0 0 0,-1 3 0 0,1 0 0 16,-1-1 0-16,0-1 0 0,1 2 0 0,2-3 0 31,0 0-288-31,2 0-144 0</inkml:trace>
  <inkml:trace contextRef="#ctx0" brushRef="#br0" timeOffset="-117304.65">5251 11951 1839 0,'-2'-4'160'0,"1"1"-160"31,0 1 0-31,0 0 0 0,1 1 1344 0,-1-1 256 0,1-1 32 0,0-3 16 0,-2-2 1024 0,-1-3 208 15,1 1 32-15,-1-1 16 0,1 1-224 0,0 0-32 16,0 3-16-16,0 0 0 16,1 2-720-16,0 0-144 0,0 3-16 0,1 0-16 0,0 2-688 0,0 2-144 31,0 0-32-31,0 4 0 0,1 0-320 0,-1 5-80 16,0-11-16-16,3 29 0 0,-3-29-272 0,4 36-48 0,-4-12-16 0,1-5 0 0,0-2-144 0,-1 1 0 31,1 4 0-31,-2 0 128 0,1-1-128 0,-1 0 0 0,1-5 0 0,-1-2 0 0,1-4 0 15,0 0 128-15,0-4-128 0,-1 0 0 0,1-2 0 0,0-2 0 16,-1-1 128-16,0-1-128 16,1 0 0-16,-1-3 0 0,2 1 0 0,-2-2 0 15,1-2 0-15,0-1 0 0,1 0 0 0,0-3 0 16,1-1 0-16,-1-1 0 0,1-5 0 0,2 1 0 16,-1-1 0-16,0-2 0 0,-1 0 0 0,1 0 0 15,0-2 0-15,-1 2 0 0,1 0-144 0,-2 2 144 16,1 1 0-16,-1 4 0 0,1 2-128 0,-1 3 128 15,1 2 0-15,-2 3 0 0,0 2 0 0,0 2 0 0,-1 3 0 16,0 0 0-16,-2 5 0 0,0 0 0 0,1 3 0 16,-2 0 0-16,0 3 0 0,0-1 0 0,2 1 0 0,-2 3 128 15,0-3-128-15,1 1 0 0,0-1 128 0,1-1-128 16,0-1 0-16,0-2 0 0,1-3 128 0,0 0-128 16,1-3 0-16,0-2 0 0,1 1 0 0,-1-3 0 15,1-2 0-15,0 0 0 0,0 0 0 0,1-2 0 16,0-1 0-16,1 1 0 0,-2 0 0 0,1-3-208 15,1 0 16-15,1 3-17488 0</inkml:trace>
  <inkml:trace contextRef="#ctx0" brushRef="#br0" timeOffset="-115311.06">6475 9630 15663 0,'3'-5'1392'0,"0"0"-1120"16,-1 3-272-16,-1 1 0 0,-1 0 976 0,2-1 144 16,1-4 32-16,2-2 0 0,1 0 384 0,0-2 64 15,-2 4 32-15,-1 1 0 0,0 0-544 0,-2 3-128 16,0 0 0-16,-1 1-16 0,0 1-208 0,-1 1-32 15,0 1-16-15,-1 0 0 0,1 0-128 0,-1 1-32 16,1 0 0-16,-2 2 0 0,-1 1-192 0,0 0-32 16,1 0-16-16,-2 3 0 0,0 1 16 0,0 2 0 0,-1 2 0 0,2-1 0 15,-1 2 80-15,0 2 0 16,2 0 16-16,0-1 0 0,1-1-144 0,0 1-16 16,2-16-16-16,2 26 0 0,-2-26-224 0,0 0 176 15,0 0-176-15,13 36 160 0,-13-36-160 0,0 0 0 0,0 0 0 16,0 0 0-16,0 0 192 0,42 5 48 0,-34-10 16 15,0-2 0-15,3-3 64 0,1-2 32 0,-2 0 0 0,0-2 0 16,1 0-208-16,0-3-144 0,-1 1 192 0,-1 1-192 16,0-1 0-16,-1 0 0 0,0-1 0 0,-4 0 0 15,0 4 0-15,-3-2 0 0,-2 3 0 0,-3 0 0 16,1 0 0-16,-2 3 0 0,-1 4 0 0,-4 1 0 16,1 3 128-16,-3 2-128 0,0 4 0 0,-2 1 0 0,1 3 0 0,1 1 0 15,2-1 0-15,1 1 0 16,1-1 0-16,3 1-176 0,1-3 176 0,2 2-18048 15</inkml:trace>
  <inkml:trace contextRef="#ctx0" brushRef="#br0" timeOffset="-113760.99">6313 10206 13823 0,'0'-2'1216'0,"0"0"-960"0,0-1-256 0,-1 3 0 0,0-2 976 0,0 1 160 16,0-3 16-16,-2-1 16 0,1-2 112 0,-2 2 0 16,-1 0 16-16,1 3 0 0,-2 2-16 0,1 0-16 15,-1 2 0-15,-1 3 0 0,2-1-624 0,-1 2-128 16,-1 2-32-16,-1 1 0 0,2 0 0 0,-1 0 0 0,1 1 0 0,0 0 0 16,1 1-80-16,0-1-16 15,2 4 0-15,0-2 0 0,0 4 64 0,2-4 16 0,1 1 0 0,1-2 0 31,1-4-256-31,0 1-48 0,-2-8-16 0,0 0 0 0,0 0-144 0,0 0 0 0,0 0 0 0,0 0 0 16,47 11 160-16,-37-17-160 0,2-2 192 0,-1-2-192 16,0 1 512-16,0-2 0 0,0-2 0 0,0 1 0 15,-1-2-384-15,-1 1-128 0,2 0 0 0,-5 0 0 16,1 2 0-16,-3-1 0 16,0 1 0-16,-2 1 0 0,-2-1 0 0,-1 2 0 0,-2 1 0 0,-1 1 0 15,0 1 0-15,-4 2 0 0,0-1 128 0,-2 3-128 0,-2 0 0 16,0 4 0-16,1-2 0 0,1 2 0 0,1 1 0 0,0 1 0 15,1 1 0-15,1-2 0 0,0 1 0 0,4 1 0 16,1 0 0-16,2-3 0 16,0 0-848-16,3 1-128 0,-1-1-32 0,-2-2-14240 0</inkml:trace>
  <inkml:trace contextRef="#ctx0" brushRef="#br0" timeOffset="-113524.2">6445 10310 23039 0,'1'-3'1024'0,"-1"0"192"0,0 0-960 0,1 0-256 0,0 3 0 0,-1-2 0 15,1 1 1648-15,0-2 272 0,2 0 64 0,0-1 16 16,-1 3-400-16,0 1-96 16,0 0-16-16,0 5 0 0,-2-5-720 0,0 0-128 0,0 0-48 0,8 35 0 31,-8-35-352-31,0 0-80 0,7 34-16 0,-7-34 0 15,0 0-144-15,0 0 0 0,14 33 0 0,-14-33 0 16,0 0-560-16,0 0-32 0,0 0-16 0,0 0-15728 16</inkml:trace>
  <inkml:trace contextRef="#ctx0" brushRef="#br0" timeOffset="-113097.81">6721 10132 23039 0,'-3'-4'2048'0,"1"2"-1648"15,1-1-400-15,0 1 0 0,2 0 1856 0,-1 2 304 0,-1-1 48 0,1 1 16 16,0-2-160-16,-2 2-16 0,0-2-16 0,0 2 0 16,0 0-1280-16,1 0-256 0,1 0-48 0,0 0-16 15,3 1-240-15,0 0-32 0,1-1-16 0,1 2 0 16,-5-2-16-16,0 0 0 0,0 0 0 0,0 0 0 15,38 3-128-15,-38-3 0 0,0 0 0 0,0 0 0 16,0 0 0-16,41 11 0 0,-41-11 0 0,0 0 0 16,0 0 0-16,0 0 0 0,0 0 0 0,0 0 0 15,32 34 0-15,-32-27 0 0,-2 0 0 0,-1 1 0 0,-2 1 0 0,0 0 0 16,-3 1 0-16,0-1 0 0,-1 0 0 0,-2 1 0 16,0 0 0-16,-1-1 0 0,1 0 0 0,1 1 0 15,1 0 0-15,2-4 0 0,1 2 0 0,2-3 0 16,2 2 0-16,2-3 0 0,0-4 0 0,0 0 128 15,0 0-128-15,0 0 0 0,0 0 256 0,0 0-16 16,34 32-16-16,-34-32 0 0,0 0 48 0,0 0 16 16,45 11 0-16,-45-11 0 0,0 0-160 0,37 0-128 15,-37 0 192-15,0 0-192 0,36-2 0 0,-36 2 0 0,20-4 0 0,-9 1 0 16,-2 0 0-16,-1-2-256 0,1 3 32 0,-2 0-18784 16</inkml:trace>
  <inkml:trace contextRef="#ctx0" brushRef="#br0" timeOffset="-106066.72">6301 10844 2751 0,'0'-2'256'0,"0"-1"-256"0,0 1 0 0,-1 2 0 0,1 0 768 15,0 0 96-15,0-2 32 0,0 1 0 0,0 1 432 0,-1-2 80 16,1 0 32-16,0-1 0 16,-1 1 144-16,1 0 16 0,0-1 16 0,-1 1 0 0,1 0 112 0,0-1 32 15,-1 1 0-15,1-1 0 0,-1 1-224 0,-1 0-32 16,2 2-16-16,-2-3 0 16,1 3-224-16,-2-2-48 0,1 2-16 0,-1 0 0 0,1 2-368 0,-1-2-80 15,0 3-16-15,-2-1 0 0,2 0-336 0,-1 1-64 16,0 2-16-16,0 1 0 0,0 2-112 0,0-1-16 15,-1 2-16-15,1 3 0 0,-1-2-176 16,2 4 192-16,-2 0-192 0,0 2 192 0,2-1-192 0,-1 0 128 16,0 1-128-16,2-2 128 0,0-1-128 0,1-1 0 0,2-1 0 0,0-2 0 15,-1-9 128-15,0 0-128 0,0 0 0 0,0 0 128 16,0 0-128-16,0 0 0 0,0 0 0 0,39 21 0 16,-29-25 0-16,-1-4 0 0,0 1 144 0,0-1-144 15,1-2 352-15,-2 2 0 0,1-3 0 0,1 1 0 16,-2 0-352-16,0-2 128 0,2-1-128 0,0 0 0 15,-2 1 0-15,-1-2 0 0,-1 0 0 0,-1 2 0 16,-2-2 0-16,-2 1 0 16,0 0 0-16,-3 1 0 0,-1 1 0 0,-2 1 0 0,-1-1 0 0,-2 3 0 15,1-1 0-15,-3 4 0 0,1 0 0 0,-1 0-128 16,2 4 128-16,-1 1 0 0,2 1-144 0,1 1 144 0,2 1-192 0,0 0 16 16,1 1 16-16,1 1 0 15,1 2-208-15,2-3-32 0,1 4-16 0,-2-8 0 16,0 0-1312-16,0 0-256 0</inkml:trace>
  <inkml:trace contextRef="#ctx0" brushRef="#br0" timeOffset="-105873.74">6467 10903 17503 0,'-1'0'1552'0,"1"0"-1232"0,0 0-320 0,0 0 0 0,1 0 1376 0,-1 1 224 16,0 1 32-16,0 1 16 0,0 0 464 0,1 3 80 0,-1-6 32 0,0 0 0 15,0 0-1040-15,0 0-208 0,0 0-32 0,15 35-16 16,-15-35-624-16,0 0-128 16,0 0-32-16,0 0 0 0,0 0-848 15,0 0-160-15</inkml:trace>
  <inkml:trace contextRef="#ctx0" brushRef="#br0" timeOffset="-105492.7">6657 10716 16575 0,'0'0'1472'0,"0"0"-1168"0,0 0-304 0,-1 0 0 15,1 1 2048-15,-1 0 336 0,-1 2 80 0,0 2 16 0,0 2 96 0,-3 2 32 16,0 1 0-16,1 1 0 0,-1 1-1280 0,0-2-256 31,0 1-48-31,0 1-16 0,1-2-480 0,-1 0-80 0,2-1-32 0,1 0 0 0,1-3-160 0,0 0-48 31,2-3 0-31,0 2 0 0,1-1-208 0,1-2 0 0,1 1 128 16,0 0-128-16,-4-3 0 0,0 0 0 0,0 0 0 0,0 0 0 16,0 0 0-16,39 18 0 0,-39-18 0 15,0 0 0-15,0 0 0 0,0 0 0 0,39 25 0 0,-39-25 0 16,0 0 0-16,0 0 0 0,0 0 0 0,0 0 0 16,29 34 0-16,-29-34 128 0,0 0-128 0,0 0 0 15,4 33 0-15,-5-25 0 0,-2 1 128 0,-1-2-128 16,1-1 0-16,-2 0 144 0,-1 1-144 0,0-2 128 0,-1-1-128 15,0 2 128-15,-1-2-128 0,-2 1 128 0,-1 0-128 16,-1-3 0-16,-1 0 0 0,0-1 0 0,1 1 0 16,2-5 0-16,1 0 0 0,1-5 0 0,3-2 0 0,-1-2-272 15,2-5 32-15,2-1-11968 16,0-2-2384-16</inkml:trace>
  <inkml:trace contextRef="#ctx0" brushRef="#br0" timeOffset="-105336.37">6622 10749 1839 0,'3'-2'160'0,"-1"1"-160"15,-1 0 0-15,0 1 0 0,0 0 3616 0,1 0 688 16,1 0 144-16,2-1 32 0,-5 1-368 0,0 0-64 0,0 0-16 0,33-2 0 16,-33 2-1712-16,0 0-336 0,29-7-80 0,-29 7-16 15,24-7-1152-15,-24 7-224 0,25-8-64 0,-25 8 0 16,23-8-448-16,-23 8 128 16,0 0-128-16,31-5 0 15,-31 5-800-15,0 0-208 0</inkml:trace>
  <inkml:trace contextRef="#ctx0" brushRef="#br0" timeOffset="-104352.27">6291 11351 7359 0,'0'-2'656'0,"0"2"-528"0,0-2-128 0,0 2 0 0,0 0 1280 0,0-1 208 0,1 1 48 0,-1-2 16 16,0 0 416-16,0 0 80 0,0-1 0 0,0 1 16 16,-1 1-656-16,1-1-128 0,-1 2-16 15,0-2-16 1,0 2-352-16,1-2-64 0,-1 0 0 0,1 1-16 0,-1 1-192 0,0-2-48 0,1 2 0 0,-1-2 0 16,1 1-112-16,0 1-16 0,-1 0-16 0,1-2 0 15,-1 2 0-15,1 0 0 0,-1 0 0 0,0 0 0 16,1 0-176-16,-2 0-48 0,0 0 0 0,0 2 0 15,0-1-208-15,-2 1 144 0,2 1-144 0,-2 1 128 16,0-2-128-16,1 1 0 16,0 2 144-16,-1-1-144 0,0-1 0 0,1 1 144 0,-1 0-144 0,0-1 0 15,0 0 160-15,1 0-160 16,0 1 128-16,-1-2-128 0,1 1 256 0,0 0-16 0,0 2-16 0,0-2 0 0,1 2 0 0,0 0 0 16,-1 2 0-16,0 0 0 0,1 3 32 0,0-1 16 15,1 3 0-15,0-3 0 0,0 1-64 0,1 2-16 16,0-2 0-1,0 1 0-15,0-11-192 0,0 0 128 0,3 29-128 0,-2-24 0 0,1 2 128 0,0-3-128 16,-2-4 0-16,0 0 144 0,0 0-144 0,0 0 0 0,0 0 0 16,0 0 0-16,0 0 0 0,0 0 0 15,0 0 0-15,0 0 0 16,31-9 0-16,-27 2 0 0,2-3 0 0,0 1 0 16,1-1 0-16,-2-2 0 0,3 1 0 0,-2-1 0 15,2-2 0-15,-2 2 0 0,1-3 0 0,-3 2 128 16,1 0-128-16,-1-1 0 0,-1 2 0 0,-1 0 0 15,0 3 0-15,-1-1 0 0,-1 1 0 0,-1 2 0 16,-1 2 0-16,-1 0 0 0,1 3 0 0,-2 2 0 16,-1 1 0-16,1 2 0 0,-2 2 0 0,0 0 0 15,0 2 0-15,-1-2 0 0,3 2 0 0,-1-1 0 16,1-2-640-16,2 0 0 0,1 0 0 0,0-3 0 16,1 1-1408-16,0-2-272 0,1 0-64 0,1 0-11136 15</inkml:trace>
  <inkml:trace contextRef="#ctx0" brushRef="#br0" timeOffset="-104114.24">6409 11482 19343 0,'1'-2'1728'0,"0"1"-1392"0,1-1-336 0,-1 0 0 16,0 1 1984-16,1-1 320 0,1 0 64 0,2-3 0 15,2 0 0-15,-2 3 0 0,-5 2 0 0,0 0 0 16,0 0-1168-16,0 0-240 0,0 0-64 0,0 0 0 16,27 33-544-16,-27-33-112 0,0 0-32 0,0 0 0 15,12 33-208-15,-12-33 0 0,0 0 0 0,0 0-11984 16,0 0-2368-16</inkml:trace>
  <inkml:trace contextRef="#ctx0" brushRef="#br0" timeOffset="-103575.33">6645 11283 11055 0,'-1'-3'976'0,"1"1"-784"15,0 0-192-15,0 2 0 0,0 0 3424 0,0 0 640 16,0 0 128-16,-1 2 32 0,1-1-896 0,-1 2-192 16,0 0-16-16,0 2-16 0,0-1-1744 0,0 1-336 15,0 0-80-15,1 0-16 0,-1 2-544 0,-1-3-96 16,1 2-32-16,-1 0 0 0,0-1-256 0,2 0 0 0,-1-3 128 0,1 3-128 15,1-3 0-15,0 2 0 0,1-1 0 0,-2-3 0 16,0 0 0-16,0 0 0 0,0 0 0 0,0 0 0 16,37 24 0-16,-37-24 0 15,0 0 0-15,0 0 0 0,36 22 0 0,-36-22 0 0,0 0 0 0,0 0 0 16,38 33 0-16,-38-33 0 0,0 0 0 0,26 31 0 16,-26-31 0-16,0 0 0 0,21 32 0 0,-21-32 0 0,0 0 0 15,0 0 0-15,12 36 0 0,-12-36 0 0,-2 14 0 0,-1-6 0 16,0-2 0-1,-2 2 0-15,0-3 0 0,-1 2 0 0,1-3 0 0,-3 1 0 16,1 0 0-16,-1-1 0 0,0 1 0 0,-1-1 0 16,1-1 0-16,-1 0 0 0,1-1 0 0,-1-2 0 0,-1 1 0 0,0-2 0 15,1-4 0-15,1 1 0 16,0-4 0-16,2-3 0 0,0-1 0 0,1-3 0 0,1-1 0 0,0 0 0 16,2-4 0-16,2 2 0 0,2 1 0 0,1 3 0 15,2 2 0-15,1 1 0 0,1 3 0 0,2-1 0 16,-2 2 0-16,2 1 0 0,-1 0 0 0,1 1 0 15,-9 5 0-15,21-10 0 0,-21 10 0 0,20-9 0 0,-9 1 0 0,-1 4 0 16,0-3 192-16,-3 1-64 16,0 0 0-16,0 0-128 15,-1 0 128-15,-4 1-128 0,1 1 0 0,-3-1 0 0,0 0 0 0,-2 0 128 0,-1 0-128 0,-2-1 0 16,-2 1 128-16,-2 0-128 16,-2 3 0-16,-3 0 0 0,0 1 0 0,-3-1 0 0,-4 2 0 0,1 0-12576 15,1 2-2528-15</inkml:trace>
  <inkml:trace contextRef="#ctx0" brushRef="#br0" timeOffset="-101620.53">6178 11918 11967 0,'0'0'1072'0,"0"-2"-864"0,0 2-208 16,0 0 0-16,0 0 1248 0,-1 0 208 15,0-2 32-15,-1 1 16 0,-1 1 400 0,0 1 80 16,0 1 0-16,0 0 16 0,-1 0-496 0,0 1-96 0,0 2-32 0,0 1 0 16,-1 2-336-16,1 1-64 15,-1 0-16-15,0 3 0 0,3-2-384 0,-1 4-64 0,1 1-32 0,1 1 0 16,1-1-224-16,2-1-64 0,-2-14 0 0,7 28 0 15,-7-28-192-15,0 0 0 0,17 31 0 0,-17-31 0 0,0 0 0 0,0 0 0 16,0 0 0-16,39 20 0 0,-39-20 0 0,0 0 0 16,25-8 0-16,-18 3 0 0,2-4 208 0,-2 1 48 15,1-3 16-15,-2-1 0 16,2 0 0-16,-2-2 0 0,1 0 0 0,-2 0 0 0,0-1-272 0,-2 1 0 16,0 0 0-16,-1 1 0 0,-2 1 0 15,-1 1 0-15,-1 1 0 0,-1-1 0 0,-3 1 0 0,0 3 0 16,-3 0 0-16,0 0 0 0,1 4 0 0,-2 1 0 15,1 2 128-15,1 0-128 0,0 2 0 0,1 0 128 16,1 1-128-16,1-1 0 0,1 2 160 0,1-1-160 16,1 3 128-16,1 0-128 0,2 0 0 0,1 0 0 15,0-1 0-15,1 0 0 16,0-1-480-16,0 1-128 0</inkml:trace>
  <inkml:trace contextRef="#ctx0" brushRef="#br0" timeOffset="-101421">6415 12018 24879 0,'-1'0'1088'0,"0"-2"256"0,1 2-1088 0,0-1-256 0,0 1 0 0,0 0 0 0,0 0 2016 0,1 0 352 32,-1 0 64-32,1 0 0 0,-1 1-592 0,1 3-128 15,1-2-32-15,-1 3 0 0,-1-5-1008 0,0 0-208 0,0 0-32 0,0 0-16 16,0 0-416-16,22 33 128 0,-22-33-128 0,0 0 0 0,0 0 0 0,0 0-256 15,0 0 48-15,0 0-17968 0</inkml:trace>
  <inkml:trace contextRef="#ctx0" brushRef="#br0" timeOffset="-100876.22">6773 11811 19343 0,'-1'0'1728'0,"-1"0"-1392"0,1 1-336 0,0 1 0 15,0 0 1728-15,-1-2 288 0,-1 3 48 0,-4 2 16 32,-1 3 304-32,-3 1 64 0,0 0 16 0,0 2 0 0,0-2-1200 0,1 1-240 0,2 2-64 0,-1-4 0 31,3 1-512-31,0 0-96 0,3-2-32 0,-1-2 0 0,2 0-320 0,2 0 144 0,0-1-144 0,2-2 0 0,0 1 160 16,-2-3-160-1,0 0 128-15,0 0-128 0,0 0 192 0,0 0-64 0,0 0 0 16,39 12 0-16,-39-12 0 0,0 0-128 0,0 0 192 0,45 16-64 0,-45-16-128 0,0 0 0 15,0 0 144-15,39 31-144 0,-39-31 0 0,0 0 0 16,29 38 0-16,-29-38 0 16,0 0 0-16,22 40 0 15,-22-40 0-15,0 0 0 0,14 37 0 0,-14-37 0 16,0 0 0-16,2 27 0 0,-4-19 0 0,-1-1 0 16,0 1 0-16,-3-2 0 0,0 1 0 0,-1 0 0 0,-3-2 0 0,-2 0 0 15,-1 2 0-15,-2-5 0 0,-1 0 0 0,0 0 128 16,2-2-128-16,0-1 0 0,3 0 0 0,1-3 0 15,1-1 0-15,1-2 0 0,-1-3 128 0,3 1-128 16,-1-3 176-16,2-2-48 0,1 2 0 0,3 0 0 16,1 0-128-16,2 0 0 0,3 1 0 0,-1 1 0 15,3-2 0-15,1 2 0 0,0-1 0 0,2 1 0 16,-1 1 0-16,2-3 0 0,1 0 0 0,0-2 0 16,2 2 0-16,-1-2 128 0,-1 0-128 0,0 2 192 15,0-2-192-15,-1 2 0 0,0 0 144 0,-3 0-144 0,0 0 0 16,-2-1 128-16,-2 1-128 0,-2-1 0 0,-1 3 0 0,-2 1 0 15,-1-3 0-15,-3 1 128 0,0 1-128 0,-2 0 0 16,-1 4 0-16,-2 1 0 0,-1 4 0 0,-3 2 0 16,0 4 0-16,-1 2 0 0,3 2-144 0,0-2-48 15,4 2-16-15,2 1-18736 0</inkml:trace>
  <inkml:trace contextRef="#ctx0" brushRef="#br0" timeOffset="-99614.6">7834 9664 3679 0,'1'-1'320'0,"0"-1"-320"16,-1-1 0-16,0 3 0 0,1-2 1136 0,0 1 144 31,0-2 48-31,1-3 0 0,0 2 720 0,1-5 128 0,-1 4 48 0,1 0 0 0,-2 0-304 0,0 1-48 32,0 2-16-32,-1 1 0 0,0 1-352 0,0-2-80 15,0 4-16-15,-1-2 0 0,1 0-384 0,-1 3-96 16,0-3-16-16,1 2 0 0,-1-1-336 0,-1 0-64 15,0 1 0-15,-1-2-16 0,1 3-64 0,-1-1-16 0,1-1 0 0,-1 1 0 16,-1-2-16-16,1 2 0 0,0-2 0 0,-1 2 0 16,0-2-112-16,1 3-32 0,-1-1 0 0,-1 1 0 15,2-1-96-15,-2 0-32 0,0 3 0 0,0 1 0 16,-2 0-128-16,1 2 160 0,0 1-160 0,0 0 160 16,0 3-32-16,1-1-128 0,-2 4 192 0,1 0-64 15,1 5-128-15,0-2 160 0,2-2-160 0,1 0 160 16,0-2-160-16,2 0 192 0,0-2-192 0,0-12 192 15,0 0-48-15,0 0 0 0,0 0 0 0,0 0 0 0,21 34-144 16,-15-34 0-16,0 0 144 0,1 0-144 0,1-3 128 16,0-2-128-16,3 3 160 0,-2-2-160 15,-1 1 288-15,1-2-32 0,-1 1-16 0,0-1 0 0,1 0-240 0,-1 1 0 16,0-2 0-16,0 2 0 0,-1-3 0 0,1 0 128 16,-2-1-128-16,1 2 0 0,-2-1 0 0,0-1 0 15,-1 0 0-15,-2-1 0 0,0 1 0 0,-1 0 0 16,-2-2 0-16,0-2 0 0,-2 3 0 0,0-3 0 15,-3 3 0-15,-1-1 0 0,-3 3 0 0,0 0 0 16,-2 0 0-16,-1 1 0 0,0 0 0 0,-1 1 0 16,3 1 0-16,1 2 0 0,1 1 0 0,2 4 0 0,2-1 0 15,1 3 0 1,1 2-720-16,1 0-192 0</inkml:trace>
  <inkml:trace contextRef="#ctx0" brushRef="#br0" timeOffset="-98679.2">7572 10144 13823 0,'1'-3'1216'0,"-1"0"-960"0,0 1-256 0,0-1 0 15,0 2 1392-15,-1-1 224 16,0 0 48-16,0-3 16 0,-1 0 16 0,-3 1 0 0,-1 2 0 0,1 4 0 0,-2 0-688 0,1 1-144 31,-1 4-32-31,-1 2 0 0,-1 3-192 0,1 0-64 0,1 2 0 0,1 0 0 0,0-1-32 0,1 3-16 31,2-2 0-31,0 0 0 0,1 0-240 0,1 0-48 16,1-14-16-16,4 29 0 0,-4-29-16 0,0 0 0 16,14 35 0-16,-14-35 0 0,0 0-16 0,0 0-16 15,27 36 0-15,-27-36 0 0,0 0-176 0,0 0 0 16,41 10 0-16,-30-15 0 0,1 0 384 0,-2-4-16 15,0 0 0-15,0-1 0 0,-1-2 16 0,-1-4 16 16,-1 1 0-16,-1 1 0 0,-2 0-272 0,-1 1-128 0,-1-1 0 0,-2 2 128 16,-1 1-128-16,-2-1 0 0,-1 1 0 0,-1 3 0 15,0 1 0-15,-4 0 0 0,-1-1 0 0,-3 2 0 16,-1 0 0-16,0 2 0 0,1 2 0 0,1 2 0 16,1 2-144-16,2 1 144 0,1 2 0 0,2 1 0 15,0 4 0-15,3-3 0 0,1 0 0 0,2 0 0 16,2 0-144-16,-2-7 144 0,0 0 0 0,0 0-11280 15,0 0-2160-15</inkml:trace>
  <inkml:trace contextRef="#ctx0" brushRef="#br0" timeOffset="-98506.46">7722 10325 23039 0,'-1'2'1024'0,"0"-2"192"0,1 0-960 0,0 0-256 16,0 0 0-16,0-2 0 0,1 2 2048 0,-1 0 352 15,1-1 80-15,0 1 16 0,0 0-592 0,0 0-112 16,1 1-32-16,-1 2 0 0,1 1-1184 0,-1-2-256 16,1 3-32-16,-2-5-16 0,0 0-272 0,0 0 0 15,0 0 0-15,0 0-11648 16,0 0-2320-16</inkml:trace>
  <inkml:trace contextRef="#ctx0" brushRef="#br0" timeOffset="-98111.65">7912 10119 18431 0,'0'-3'816'0,"0"1"160"0,1 0-784 0,0 1-192 0,-1 1 0 0,0 0 0 16,1 0 2496-16,-1 0 448 0,0 0 80 0,1 0 32 16,0 1-640-16,-1 1-128 0,-1 0-32 0,0 3 0 0,0 0-1328 15,-2 1-272-15,1 2-48 0,-1 1-16 0,0 0-384 0,1 3-80 16,0-2 0-16,0 2-128 0,1 0 128 0,0 0-128 15,1-12 0-15,0 0 0 0,5 28 0 0,-5-28 0 16,0 0 0-16,0 0 0 0,0 0 0 0,0 0 0 16,31 26 0-16,-31-26 0 0,0 0 0 0,0 0 0 15,0 0 0-15,42 12 0 0,-42-12 208 0,0 0-64 16,0 0-16-16,0 0 0 0,40 26-128 16,-40-26 0-16,0 0 144 0,0 0-144 0,0 0 0 0,26 33 0 15,-26-33 0-15,0 0 0 0,0 0 0 0,0 0 0 0,4 31 0 0,-5-24 0 16,-1 0 0-16,-2-2 0 0,0 2 0 0,0-2 0 15,0 0 0-15,-2 0 0 0,-1 2 0 0,-2-3 128 16,-2 1-128-16,-3-2 0 0,-1 1 0 0,0-2 0 16,-1-2 0-16,1 0 0 0,2-3 0 0,1-2 0 31,2-1-640-31,1-1-80 0,1-4-32 0,0-1-16656 0</inkml:trace>
  <inkml:trace contextRef="#ctx0" brushRef="#br0" timeOffset="-97947.65">7921 10154 14735 0,'2'0'1312'0,"0"-2"-1056"0,1 2-256 0,-2-2 0 16,1 1 2240-16,2 1 400 0,-1-2 80 0,2-1 16 0,4 0 96 0,3-3 32 15,3-1 0-15,2-3 0 0,1 1-1888 0,-1 0-368 16,0 1-80-16,0 1-16 0,-1-1-368 0,-1 3-144 16,-15 5 0-16,28-4 144 15,-28 4-464-15,0 0-112 0,0 0-16 0,40 13-15504 16</inkml:trace>
  <inkml:trace contextRef="#ctx0" brushRef="#br0" timeOffset="-96311.54">7533 10704 3679 0,'0'-5'320'0,"-1"1"-320"0,1 1 0 0,0 1 0 16,0 0 2512-16,0 2 432 0,-1-2 96 0,0 1 16 16,-1-1-592-16,0 0-112 15,-2 3-32-15,1 2 0 0,-1 2-752 0,-1 0-160 0,1 3-16 0,-2 1-16 16,1 2-288-16,0 1-48 0,-1 3-16 0,2 1 0 15,-1-1-448-15,1-2-80 0,1 1-32 0,2 0 0 16,0-2-272-16,2-1-64 0,0-2-128 0,0-3 192 16,-1-6-192-16,0 0 0 0,0 0 0 0,0 0 0 0,0 0 128 0,0 0-128 15,0 0 0-15,34 26 0 0,-30-26 192 0,1 1-48 16,0 1-16-16,-2-2 0 0,-3 0 64 0,0 0 16 16,0 0 0-16,0 0 0 0,0 0-208 0,0 0 0 15,32-5 0-15,-27 1 0 0,0-4 0 0,1 1 0 16,-1-2 0-16,0-2 0 0,-1 0 0 0,-1-1 0 15,0-1 0-15,-1 1 0 0,-1 0 0 0,-1 0 0 16,-1 0 0-16,-2 0 0 0,0 1 0 0,-2 1 0 16,-1 0 0-16,-1 3 0 0,-2 0 0 0,2 2 0 0,-2 0 0 15,1 3 0-15,2 1 0 0,-1 2 0 0,3 1 0 0,-2 3 0 16,2 0 0-16,2 0 0 16,-1 3 0-16,2-2 0 0,0 1 0 15,1 0 0-15,0-7 0 0,0 0 0 0,0 0 0 0,0 0-160 0,0 0 160 0,0 0-15568 16</inkml:trace>
  <inkml:trace contextRef="#ctx0" brushRef="#br0" timeOffset="-96091.72">7732 10818 24879 0,'1'-2'1088'0,"0"-1"256"0,0 1-1088 0,0 2-256 16,-1 0 0-16,0 0 0 0,0 0 1936 0,0-2 336 15,0 2 64-15,1 0 16 0,0 2-736 0,0 0-144 16,-1 1-16-16,0 3-16 0,0-1-784 0,0 2-144 31,0 1-48-31,1-2 0 0,0 0-336 0,0 0-128 0,1-1 0 0,0 0 144 16,1-2-464-16,0-1-112 0,-3-2-16 0,0 0-17040 0</inkml:trace>
  <inkml:trace contextRef="#ctx0" brushRef="#br0" timeOffset="-95695.52">7880 10692 23039 0,'-2'0'1024'0,"1"0"192"0,1 0-960 0,-1 0-256 0,1 2 0 0,0-2 0 0,0 0 1984 0,-1 3 368 15,0 0 64-15,0 1 16 0,-1 1-688 0,0 0-128 0,0-1-16 0,0 1-16 31,1 0-816-31,-1-1-144 0,0 1-48 0,0 0 0 16,1 2-336-16,-1-1-80 0,1 0-16 0,1-1 0 0,0-1-144 16,-1 1 0-16,1-5 0 0,0 0 0 0,0 0 0 0,0 0 0 15,0 0 0-15,0 0 0 0,0 0 192 0,0 0-64 16,0 0 0-16,27 33 0 0,-27-33 112 0,0 0 16 16,0 0 0-16,0 0 0 0,0 0-128 0,40 20-128 15,-40-20 176-15,0 0-176 0,0 0 144 0,0 0-144 16,31 33 0-16,-31-33 144 0,0 0-144 0,0 0 0 15,16 33 0-15,-16-33 0 0,0 0 0 0,0 0 0 16,12 31 0-16,-12-31 0 0,0 0 0 0,0 0 0 16,3 28 0-16,-4-22 0 0,0 0 0 0,-1 1 0 15,-2-3 0-15,0 2 0 0,0 1 0 0,-2-2 128 16,0 1-128-16,-1-3 0 0,0 2 0 0,-3-2 0 0,0 0 128 0,-3-2-128 16,-1 2 0-16,-1-2 0 0,-1 0 0 0,-1-1 0 15,1-2 0-15,2-2-272 0,3-2 64 0,1-4-12208 16,3-2-2448-16</inkml:trace>
  <inkml:trace contextRef="#ctx0" brushRef="#br0" timeOffset="-95518.97">7846 10709 18431 0,'1'0'1632'16,"1"-2"-1312"-16,1 1-320 0,0-1 0 0,0 2 2688 0,0-1 448 15,0 0 112-15,-3 1 16 0,0 0-608 0,37-8-112 16,-37 8-32-16,39-12 0 0,-39 12-1664 0,37-11-336 15,-20 6-64-15,-17 5 0 0,31-7-448 0,-31 7 0 16,0 0 0-16,37-2 0 0,-37 2-160 0,0 0-112 16,0 0-32-16,38 12-17520 0</inkml:trace>
  <inkml:trace contextRef="#ctx0" brushRef="#br0" timeOffset="-93703.46">7481 11288 12895 0,'0'-1'1152'0,"0"1"-928"16,0-2-224-16,0 2 0 0,0 0 1616 0,-1-2 288 0,0 1 48 15,-1-1 16-15,-1 0-48 0,-2 0-16 0,1 2 0 0,-2 2 0 16,2 0-688-16,-2 1-144 15,0 4-32-15,1 0 0 0,-2 2-496 0,1 3-96 0,0 0-32 0,1 4 0 16,0 1-208-16,2 2-32 0,1 1-16 0,0 0 0 16,1-2-32-16,1 0 0 0,0-18 0 0,3 26 0 15,-3-26 32-15,0 0 0 0,13 31 0 0,-13-31 0 16,0 0-32-16,0 0 0 0,0 0 0 0,0 0 0 16,38 14-128-16,-31-18 0 0,1 1 144 0,2-4-144 15,-2 1 240-15,1-2-32 0,0 1 0 0,-2-3 0 0,0 3-80 16,0-4 0-16,0 3-128 15,1-4 192-15,-2-1-192 0,0 0 0 0,-1 1 0 0,-2-2 0 0,0 2 0 16,-2-1 0-16,-1 2 0 0,-2-1 0 16,0 0 0-16,-2 1 0 0,0-1 0 0,-3 1 0 15,-1 1-448-15,-1 0 32 0,-2 3 0 0,-1 0 0 16,2 2-96-16,1 1 0 0,1 3-16 0,0 1 0 0,2 5 176 0,1-2 32 16,2 3 16-16,1 0 0 15,1 0-176-15,2 0-32 0,2 0-16 0,-3-6-12656 0</inkml:trace>
  <inkml:trace contextRef="#ctx0" brushRef="#br0" timeOffset="-93495.24">7652 11382 24879 0,'0'0'1088'0,"0"0"256"0,1 2-1088 0,0-2-256 0,-1 1 0 0,0 1 0 15,1 0 1616-15,0 3 272 0,-1-5 48 0,0 0 16 16,0 0-352-16,9 33-64 0,-9-33 0 0,0 0-16 15,8 29-880-15,-8-29-192 0,0 0-16 0,0 0-16 16,0 0-416-16,0 0 0 0,0 0 0 0,0 0-17216 31</inkml:trace>
  <inkml:trace contextRef="#ctx0" brushRef="#br0" timeOffset="-93147.76">7841 11278 24879 0,'-3'0'1088'0,"3"0"256"0,-1 1-1088 0,0 0-256 16,0-1 0-16,0 2 0 15,0-1 1856-15,-1 3 320 0,0 1 64 0,-1 5 16 0,-2-1-656 0,0 3-144 16,2 0-32-16,-1 0 0 16,0 0-864-16,1 1-176 0,1-1-48 0,2-2 0 0,0-10-160 0,0 0-48 15,0 0 0-15,0 0 0 0,14 33-128 16,-14-33 0-16,0 0 0 0,0 0 0 15,0 0 0-15,0 0 0 0,45 10 0 0,-45-10 0 16,0 0 0-16,0 0 0 0,35 3 0 0,-35-3 0 16,0 0 0-16,0 0 0 0,0 0 0 0,40 14 0 15,-40-14 0-15,0 0 128 0,0 0-128 0,0 0 192 16,0 0-192-16,27 35 0 0,-27-35 0 0,0 0 128 16,1 23-128-16,-3-15 0 0,0-3 0 0,-1 2 0 0,0-1 0 15,-2 0 0-15,0 0 128 0,0 0-128 0,-2 0 0 0,0-1 0 16,-1 0 0-16,-3-1 128 0,1 1-128 0,-3-1 0 15,0 0 0-15,-2 0 0 0,0 1 0 0,-2-3 0 16,1-2 0-16,2 0 0 0,1-4-160 0,3-3-112 16,1-1-32-16,1-5-17392 15</inkml:trace>
  <inkml:trace contextRef="#ctx0" brushRef="#br0" timeOffset="-92976.08">7845 11279 33167 0,'5'-1'1472'0,"-3"-1"304"0,2-1-1424 0,-1 1-352 0,0 1 0 0,-1 0 0 16,1 0 1536-16,3 0 256 0,-6 1 32 0,22-6 16 16,-22 6-1008-16,30-9-208 0,-14 4-48 0,-16 5 0 15,30-7-368-15,-30 7-80 0,27-5 0 0,-27 5-128 16,0 0 0-16,32-2 0 0,-32 2-160 0,0 0-18528 16</inkml:trace>
  <inkml:trace contextRef="#ctx0" brushRef="#br0" timeOffset="-91095.64">7526 11832 18431 0,'1'-2'1632'0,"-1"0"-1312"16,1 0-320-16,-1 2 0 0,0 0 1392 0,-1-3 208 16,1 1 32-16,-2 0 16 0,0 1 272 0,-2-1 64 15,0 4 16-15,-2 1 0 0,0 4-976 0,-1-2-192 16,0 4-32-16,-1 1-16 0,1 0-320 0,0 3-64 15,-1-1-16-15,1 2 0 0,0 3-384 0,1-1 128 16,0 1-128-16,2 2 0 0,0 0 0 0,1 2 0 16,0-1 128-16,1-4-128 0,2 0 0 0,1-3 0 0,-1-13 0 0,0 0 0 15,13 30 0-15,-13-30 0 0,0 0 0 16,0 0 0-16,0 0-128 0,38 5 128 16,-29-12 0-16,0-2 0 0,1 0 0 0,1-4 0 0,0 0 0 0,-1-2 0 15,-1 3 208-15,0-4 64 0,1-1 16 0,0 0 0 16,-1 1-288-16,-1-1 0 0,0-1 0 0,-3 0 0 15,0 2 0-15,-2 1 0 0,-1-1 0 0,-1 0 0 16,-1 3 128-16,-2 0-128 0,-1 3 0 0,-2 2 0 16,1 4 0-16,-4-1 0 0,0 5 0 15,-1 3 0-15,-2 1 128 0,1 4-128 0,1 1 0 0,1 2 0 16,0-1 0-16,2 2 0 0,1-2 0 0,2-1 0 0,2 1 0 0,1-1-176 16,0-9 32-16,0 0-16176 15</inkml:trace>
  <inkml:trace contextRef="#ctx0" brushRef="#br0" timeOffset="-90854.05">7720 11977 26719 0,'-1'-2'2368'0,"0"2"-1888"0,1 0-480 16,0 0 0-16,1 0 1408 0,-1 0 176 15,0 2 32-15,1-1 16 0,1 3-336 0,-2-4-64 0,0 0-16 0,0 0 0 16,12 31-896-16,-12-31-192 0,0 0-128 0,9 33 144 31,-9-33-144-31,0 0 0 0,10 29 0 0,-10-29 0 0,0 0-704 0,0 0-64 0</inkml:trace>
  <inkml:trace contextRef="#ctx0" brushRef="#br0" timeOffset="-90541.91">7969 11797 29487 0,'-1'-3'1296'0,"1"3"288"0,0-2-1264 0,0 2-320 15,0 0 0-15,0 0 0 16,-1 2 1664-16,1-1 256 0,-1 2 64 16,1 2 16-16,-2 1-784 0,-1 1-144 0,0-2-48 0,0 3 0 15,0-2-704-15,-1 3-128 0,-1 1-48 0,1-2 0 0,-2 3-144 0,1-1 0 16,0 1 0-16,-1 1 128 0,3-2-128 0,-1 2 0 15,1 2 0-15,1-2 0 0,2 2 0 0,0-14 0 0,0 0 0 0,8 30 0 16,-8-30 0-16,0 0 0 0,0 0 0 0,0 0 0 31,35 29 0-31,-35-29 0 0,0 0 0 0,0 0 0 16,44 1 0-16,-44-1 0 0,0 0 0 0,33-8 0 0,-22 3 0 16,-11 5 0-16,22-9 0 0,-12 4 0 15,-10 5 0-15,21-6 0 0,-21 6 0 0,0 0 0 16,27-8-128-16,-27 8 128 0,0 0 0 0,22-7 0 15,-15 4-768 1,0-2-64-16,-1 2-32 0,0-2-10704 0,-1 1-2128 0</inkml:trace>
  <inkml:trace contextRef="#ctx0" brushRef="#br0" timeOffset="-90368.05">8123 11752 20271 0,'-5'0'1792'0,"2"0"-1424"16,0 0-368-16,1 0 0 0,1 2 2048 0,-1 3 320 15,1 0 80-15,-3 7 16 0,-1 4 144 0,-2 8 16 16,-2 4 16-16,0 6 0 0,0-1-1616 0,0 2-320 16,0 3-64-16,1-2 0 0,1 0-480 0,2-4-160 15,2-3 0-15,1-3 144 0,3-5-144 0,0-4 0 16,-1-17 0-16,7 27-18224 0</inkml:trace>
  <inkml:trace contextRef="#ctx0" brushRef="#br0" timeOffset="-87161.04">8974 9651 14847 0,'-2'-5'320'0,"1"3"80"0,0 0 16 16,1 0 0-16,0 0-416 0,0 2 0 0,-1-1 0 0,0 1 0 0,0-2 992 0,-1 0 112 15,0 2 32-15,-1-1 0 0,-1 2 80 0,0 1 32 16,1 0 0-16,-2-1 0 0,1 3-240 0,0-2-48 16,-1 3-16-16,0-3 0 0,1 2-224 0,-2-1-32 15,2 2-16-15,-3 1 0 0,1-2-128 0,1 3-32 16,-1-2 0-16,0 2 0 0,0 0-256 0,1 2-64 16,-1 2-16-16,1 0 0 0,1 3 256 0,-1-1 48 0,2 4 16 15,0 0 0-15,0 2-144 0,0 5-32 16,1-2 0-16,2 3 0 0,1-1-64 0,-1-24-32 0,6 41 0 0,-6-41 0 15,0 0-16-15,17 42 0 0,-17-42 0 0,0 0 0 16,0 0-208-16,0 0 0 0,45 12 0 0,-34-17 0 16,-1-2 0-16,1-3 0 0,1-2 0 0,0-1 0 15,0-2 0-15,0-1 304 0,-1-1-48 0,-1 0 0 16,-2 1-256-16,-2 2 0 0,-2-1 0 0,-1 1 0 16,-1 0 0-16,-3-2-192 0,-1 1 192 0,-3 1-192 15,-2 0 192-15,-2 0 0 0,-3-1 0 0,-1 3 0 0,0 3 0 0,-1-1 0 16,0 6 128-16,1 1-128 0,1 3 0 0,1 5 0 15,-1 0 0-15,3 4 0 0,0 3 0 0,3 0 0 16,1-2 0-16,2 2-10944 16,-1 2-2080-16</inkml:trace>
  <inkml:trace contextRef="#ctx0" brushRef="#br0" timeOffset="-86537.85">8750 10260 1839 0,'2'-9'160'0,"-1"2"-160"16,0 2 0-16,0 0 0 0,0 3 512 0,0 0 80 16,-1-3 16-16,1 0 0 0,0-4 944 0,1 0 192 15,-1 0 48-15,0 3 0 16,-1-1 384-16,-1 5 64 0,-1-1 32 0,0 3 0 0,1 0-416 0,-2 1-64 15,-1 1-32-15,1 0 0 0,0 1-432 0,-1 1-96 16,0-1-16-16,1 0 0 0,-1 0-304 0,0 3-64 0,0-2-16 16,1 3 0-16,-1-2-304 0,0 3-64 0,1 0-16 0,0 2 0 15,0 2-64-15,1 0 0 16,0 2-16-16,1 2 0 0,0 2-192 0,1-18-48 16,2 33 0-16,-2-33 0 0,5 28 48 0,-5-28 0 0,0 0 0 0,13 33 0 15,-13-33 0-15,0 0 0 0,0 0 0 0,0 0 0 16,36 14-176-16,-29-16 0 0,1-3 0 0,-1-3 0 15,2-1 320-15,-1-3 0 16,-1 1-16-16,1-1 0 0,-2 0-176 0,0 0-128 0,-1-2 192 0,-3 2-192 16,1 0 0-16,-1 1 0 0,-2-1 0 0,-1 1 0 0,-1 0 0 15,-2 2 0-15,-1-1 0 0,-1 1 0 0,0 2 128 0,-2-2-128 16,-2 0 0-16,0 0 0 0,0 3 0 0,0-1 0 16,-1 6 128-16,2 2-128 0,0 6 0 0,0-1 0 15,-1 6 0-15,3-2 0 0,0 4 0 0,2 0 0 16,0 0 0-16,3 1-144 15,1-1-944-15,1-14-192 0</inkml:trace>
  <inkml:trace contextRef="#ctx0" brushRef="#br0" timeOffset="-86273.83">8916 10345 30399 0,'1'-3'1344'0,"-1"2"288"16,0-1-1312-16,0 0-320 0,0 2 0 0,0 0 0 16,0 0 976-16,1 2 128 0,-1 0 32 0,0 1 0 15,-1 1-448-15,1 4-96 0,0-8-16 0,0 0 0 0,3 26-160 0,-3-26-32 16,0 0-16-16,0 0 0 0,0 0-368 0,17 33 144 15,-17-33-144-15,0 0 0 16,0 0-352-16,0 0-176 0,0 0-48 0,40 2-15760 16</inkml:trace>
  <inkml:trace contextRef="#ctx0" brushRef="#br0" timeOffset="-85815.22">9182 10176 10127 0,'4'-6'448'0,"-1"0"96"0,1 0-544 0,-2 2 0 0,0 2 0 0,-1 0 0 15,1 1 960-15,0-3 96 0,2-1 16 0,1-2 0 16,2 2 240-16,-3-2 48 0,1 4 16 0,-2 0 0 16,-2 2 384-16,0-1 80 0,0 2 16 0,0 0 0 15,-1 0-272-15,-1 0-48 0,1 0-16 0,-1 0 0 16,1 0-128-16,-1-1-32 0,0 1 0 0,-2-2 0 15,2 2-464-15,-1-2-80 0,0 1-32 0,-1 1 0 0,2-2-256 0,-2 2-48 16,1 0-16-16,-1 0 0 16,0 0-208-16,1 2-64 0,-1 1 0 0,0 0 0 0,-1 1-192 0,1 1 176 15,-3 2-176-15,0 0 160 16,1 2-160-16,-2 3 0 0,0 3 0 0,-2 4 128 0,1-1-128 0,-1 4 0 16,-2 2 0-16,1 2 0 0,-1 2 0 0,2-2 0 15,1 0 0-15,2-1 0 0,1-2 0 0,0 0 0 16,2-1 0-16,2-1 0 0,1-21 0 0,5 33 0 15,-5-33 0-15,0 0 0 0,0 0 0 0,27 31 0 16,-27-31 0-16,0 0 0 0,31-2 0 0,-19-3 0 0,0-4 0 16,-1-1 0-16,-1 0 0 0,1-2 0 0,0-2 0 0,0 0 0 15,0 0 0-15,-4 1 0 0,-1 1 0 0,0-1 0 16,-3 3 0-16,-2-1 0 0,-1 1 128 0,-3 2-128 16,-2 0 0-16,-2 3 0 0,-2 3 0 0,-3 2 0 15,-1 2 0-15,-2 2 0 16,-1 4 0-16,-1-1 0 0,2 2 0 0,-1 1-144 0,1 0 0 0,3 1-18288 15</inkml:trace>
  <inkml:trace contextRef="#ctx0" brushRef="#br0" timeOffset="-84123.24">8861 10870 14735 0,'1'-2'1312'0,"0"-1"-1056"0,0 1-256 0,-1 2 0 16,1-3 1344-16,0 1 224 0,1-2 32 0,1-2 16 16,0-3 576-16,2 0 112 0,-2 1 32 0,1 0 0 15,-2 2-864-15,0 2-160 16,0 1-32-16,-1-1-16 0,0 3-464 0,0-1-96 0,-1 2 0 0,0 2-16 16,0-2-304-16,-1 3-48 0,1-1-16 0,-1 1 0 0,1 1-64 0,-1 1-32 15,1 1 0-15,0 0 0 16,-1 1-16-16,1 3 0 0,-1 0 0 0,0 1 0 0,0-1-32 0,0 3-16 31,0 0 0-31,0 3 0 0,-1-1-160 0,-1 2 128 0,1-1-128 0,0 0 128 0,1-1-128 0,0-1 0 16,1-14 0-16,1 23 0 31,-1-23-464-31,0 0-80 0</inkml:trace>
  <inkml:trace contextRef="#ctx0" brushRef="#br0" timeOffset="-82032.65">8750 11416 1839 0,'0'-1'160'0,"0"1"-160"15,0 0 0-15,0-2 0 0,-1 2 736 0,1-2 112 16,0 1 32-16,0-1 0 0,1 0 928 0,-1-2 192 16,1-2 48-16,0 2 0 0,1-4 192 0,-1 4 32 15,0-4 16-15,0 4 0 0,0-3-288 0,-1 1-48 16,1 2-16-16,0-1 0 0,-1 3-432 0,0 0-96 0,-1 0 0 0,0 0-16 15,1 1-560-15,-2 1-96 0,0 1-32 0,-1 1 0 16,0 0-256-16,1 0-48 0,-1 3-16 0,0-2 0 16,-1 1-176-16,1 3-32 0,-2-1-16 0,0 0 0 15,2 3-160-15,-1-1 0 0,0 1 144 0,-1 0-144 16,2 3 0-16,-2 0 144 0,1 2-144 0,0-2 0 16,1 2 128-16,0-2-128 0,1 2 0 0,1-2 0 15,1-12 0-15,0 22 0 0,0-22 128 0,0 0-128 0,0 0 0 16,0 0 0-16,15 33 0 0,-15-33 0 0,0 0 0 0,0 0 0 15,0 0 0-15,32-11 0 0,-23 3 0 0,2-2 0 16,1-4 0-16,0 0 0 0,-1-2 0 0,2 1 0 16,-2-1 0-16,-1 1 0 0,-1 0 0 0,-1 1-144 15,-2 1 144-15,-2 1 0 0,-1 3 0 0,-3 0 0 16,0 2 0-16,-2 1-128 0,-2-1 128 0,-3 2 0 16,0-2 0-16,-1 3 0 0,-3 1 0 0,-1-2 0 15,0 3 0-15,-1-2 0 0,1 1 0 0,-1-2 128 16,1 4-128-16,2 0 0 0,1-1 0 0,0 1 128 0,3 2-128 0,0-1 0 15,4 0 0-15,0 0 0 0,1 2 0 0,2-2 0 32,2 0-1248-32,0 0-160 0,2-2-48 0,-5 2-13728 0</inkml:trace>
  <inkml:trace contextRef="#ctx0" brushRef="#br0" timeOffset="-81813.99">8851 11444 16575 0,'1'-2'1472'0,"1"2"-1168"15,0 0-304-15,-2 2 0 0,1-2 1504 0,1 2 240 16,-2-2 48-16,0 0 16 0,0 0-224 0,0 0-48 16,22 36-16-16,-22-36 0 0,0 0-752 0,12 35-160 15,-12-35-32-15,0 0 0 0,6 33-192 0,-6-33-32 16,0 0-16-16,0 0-9616 15,0 0-1920-15</inkml:trace>
  <inkml:trace contextRef="#ctx0" brushRef="#br0" timeOffset="-81431.65">9124 11223 9215 0,'-2'0'816'0,"0"-2"-656"0,1 2-160 0,1 0 0 16,0 0 4304-16,-1 0 832 0,0 0 176 0,0 0 16 16,1 2-2896-16,-3 1-576 0,-1 1-112 0,-1 1-16 15,1 2-1024-15,-3 1-192 16,1 3-32-16,-1 1-16 0,0 2-80 0,0 4-32 0,0 2 0 0,0-1 0 16,2 5-224-16,0-3-128 0,2 3 128 0,0-3-128 0,0 3 0 0,2-3 0 31,1-21 0-31,1 34 0 0,-1-34 0 0,6 28 0 0,-6-28 0 0,0 0 0 0,0 0 0 0,0 0 144 15,34 26-144-15,-34-26 160 0,20-6 48 0,-10 0 16 16,1-3 0-16,-1-1 0 0,-1-2 128 0,0 1 32 16,-2-1 0-16,-2 2 0 0,0-1-384 0,-2 1 144 15,-2 0-144-15,-1 3 0 0,-2-1 160 16,-1 2-160-16,-2 3 128 0,-2 3-128 0,-2 3 0 0,-3 2 128 16,-3 2-128-16,-2 2 0 0,0 1 0 0,-1-1 128 15,1 1-128 1,2 1 0-16,0-1 0 0,2 0-256 0,2-1 48 0,2-2-17744 0</inkml:trace>
  <inkml:trace contextRef="#ctx0" brushRef="#br0" timeOffset="-79982.28">8759 11906 11055 0,'1'-2'976'0,"0"-3"-784"16,0 2-192-16,0 1 0 0,-1 1 1344 0,1-2 208 16,1-5 48-16,0-3 16 0,0 1 144 0,-1-1 32 15,-1 3 0-15,-1 3 0 0,0 1-208 0,-1 4-48 16,-1 2 0-16,-1 0 0 0,0 2-624 0,-2 2-128 16,0 1-16-16,-2 0-16 15,0 0-304-15,0 3-64 0,0-1-16 0,1 0 0 0,-2 0 64 0,2 0 16 0,0 2 0 0,1-2 0 16,1 1-192-16,2 2-16 0,-1-3-16 0,1 3 0 15,2 1 0-15,1 1 0 0,1 3 0 0,-1-17 0 16,7 33-96-16,-7-33 0 0,13 31-128 0,-13-31 192 16,0 0-16-16,26 35-16 0,-26-35 0 0,0 0 0 15,0 0-160-15,41 16 192 0,-41-16-192 0,22-5 192 16,-12-2-192-16,1-4 0 0,-1-1 0 0,-1-1 0 16,0 2 0-16,-2-4 0 0,2-1 0 0,-3 0 128 15,0-1-256-15,-3 0-64 0,0 3-16 0,-2-2 0 16,-2 1-576-16,-1 1-112 0,-1 0-32 0,-3 4 0 15,0 1 400-15,-2 1 80 0,-3 2 0 0,-2 1 16 0,0 2 432 0,-1-1 0 16,1 2 0-16,1 2 0 16,3 0 256-16,0 2-32 0,2 0 0 0,0 1 0 15,4 4-32-15,1-1-16 0,2 0 0 0,0-6 0 0,0 0-176 0,0 0 0 16,0 0 0-16,0 0-9984 16,30 30-1904-16</inkml:trace>
  <inkml:trace contextRef="#ctx0" brushRef="#br0" timeOffset="-79777.19">8964 11982 13823 0,'-1'3'1216'0,"0"-1"-960"0,1 0-256 0,-1-2 0 16,1 1 1680-16,0 1 304 0,0 0 48 0,1 0 16 16,0 5 400-16,-1-7 96 0,0 0 16 0,6 27 0 15,-6-27-960-15,0 0-176 0,9 29-32 16,-9-29-16-16,0 0-800 0,0 0-176 0,14 37-16 0,-14-37-16 31,0 0-368-31,0 0 0 0,0 0 0 0,0 0 0 0,0 0-304 0,0 0-16 16,0 0-16-16,38 14-15600 0</inkml:trace>
  <inkml:trace contextRef="#ctx0" brushRef="#br0" timeOffset="-79460.12">9246 11866 15663 0,'4'-10'688'0,"-1"3"144"0,0 2-656 0,-2 3-176 0,-1 1 0 0,0 0 0 16,0 1 1632-16,2-3 288 0,0 1 64 0,1-1 16 15,-1 0 176-15,-1 2 48 0,-1 2 0 0,0 0 0 16,-1 2-480-16,-1 1-80 0,1 0-32 0,-2 0 0 15,1 3-640-15,1-3-128 0,-2 2-32 0,0 0 0 16,0 1-336-16,0 0-80 0,1-1-16 0,0 2 0 16,-1 0-48-16,1 1-16 0,1 1 0 0,0 2 0 15,1 4-144-15,-1-1-16 0,1 1-16 0,0 5 0 16,0 0-160-16,-1 1 0 0,1 3 0 0,-1-2 128 0,0-2-128 16,0-2 0-16,1-1 0 0,0-1 0 0,0-2 0 0,0-15-176 15</inkml:trace>
  <inkml:trace contextRef="#ctx0" brushRef="#br0" timeOffset="-76361.86">10069 9746 8287 0,'0'-4'736'0,"0"1"-592"0,1-2-144 0,-1 3 0 16,0 0 832-16,0 2 128 0,1-3 16 0,-1 1 16 16,1-3 800-16,0 0 176 0,0 0 16 0,-1-1 16 15,1 3-464-15,-1-1-80 0,0 1-32 0,0 3 0 16,0 0-272-16,0 0-48 0,0-2-16 0,0 2 0 16,0 0-384-16,0 0-64 0,0 0-32 0,0 0 0 15,0 0-96-15,1 0-32 0,-1 0 0 0,0 0 0 16,1-2-96-16,-1 2 0 0,1 0-16 0,-1-1 0 15,1 1-16-15,0-2 0 0,0 2 0 0,-1-2 0 16,1 1-160-16,0-1-16 0,0 2-16 0,-1-1 0 16,1 0-160-16,0 1 128 0,-1-2-128 0,0 2 128 15,0 0-128-15,0 0 0 0,1 0 0 0,-1 0 128 0,0 0-128 0,0 0 0 16,0 0 0-16,0 0 0 0,0 0 0 0,0 0 0 16,0 0 0-16,0 0 0 0,0 0 0 0,0 0 0 15,0 0 0-15,0 0 0 0,0 0 0 0,0 0 0 16,0 0 0-16,0 0 0 0,0 0 0 0,0 0 0 15,0 0 128-15,-1 0-128 0,1 0 0 0,0 0 0 16,-1 0 0-16,1 0 128 0,-1 0-128 0,1 0 128 16,-1 0-128-16,0 0 128 0,0 0 16 0,1 0 0 15,-2 0 0-15,1 0 0 0,0 0-144 0,0 2 192 0,-1-1-192 16,2 0 192-16,-2 1-192 0,0 1 0 0,1 0 144 0,-2 1-144 16,1 1 0-16,0 0 128 0,-2 1-128 0,1 2 0 15,0-1 208-15,0 2-16 0,-1 3-16 16,0 0 0-16,2 4-32 0,-1-1 0 0,1 0 0 0,-1 1 0 15,1-1-144-15,0 0 128 0,0 0-128 0,2-15 128 16,0 24-128-16,0-24 192 0,0 0-192 16,0 0 192-16,0 0-192 0,0 0 0 0,18 37 144 0,-14-37-144 15,0 1 176-15,2-2-48 0,0-1 0 0,2-3 0 16,-1 0 64-16,2-1 16 0,-1-3 0 0,1-1 0 0,1 2-64 16,2-5-16-16,-1 0 0 0,0-1 0 0,-2 3-128 0,0-2 0 15,2-1 0-15,-2 0 128 0,-2 2-128 16,-1 0 0-16,0-2 0 0,-2 2 0 0,-2 1 0 0,-2 2 0 15,-2 0 0-15,-2 3 0 0,-1-1 0 0,-3 4 0 16,0-1 0-16,-1 3 0 0,-1-1 0 0,0 2 0 16,0 2 0-16,-1 1 0 0,0-1 0 0,1 3 0 15,0 0 0-15,3-1 0 0,1 1-224 0,2 0-80 16,2-3-16-16,0 3-17504 0</inkml:trace>
  <inkml:trace contextRef="#ctx0" brushRef="#br0" timeOffset="-74717.19">9935 10315 15663 0,'-1'-8'1392'0,"1"4"-1120"0,0-1-272 0,0 1 0 16,0 2 400-16,0-1 32 0,0 1 0 0,-1-3 0 16,0-2 832-16,-2-2 160 0,0 1 48 0,-1 1 0 15,0 3-384-15,-2 3-80 0,0-1-16 0,-2 4 0 16,0 3-96-16,-1 0-32 0,-2 3 0 0,1 3 0 16,0-2-336-16,0 3-64 0,1 0-16 0,-1 0 0 0,3-2-192 0,1 1-32 15,2-1-16-15,0-2 0 0,3 1 112 0,0 0 0 16,1 0 16-16,0-9 0 0,0 0-96 0,7 29-32 15,-7-29 0-15,0 0 0 0,0 0-208 0,19 43 0 16,-19-43 0-16,0 0 0 0,0 0 128 0,0 0 16 16,36 28 16-16,-36-28 0 0,0 0 80 0,0 0 16 15,0 0 0-15,38 4 0 0,-28-8-64 0,-1-3-16 16,0 0 0-16,0-5 0 0,1 0 16 0,-1-2 0 16,0-3 0-16,0-2 0 0,-2 3-192 0,-1-3 0 0,-2 2 0 15,-3 1 0-15,0 1 0 0,-4 1 0 0,0 2-160 0,-3 0 160 16,-1 3-192-16,-2-1 192 15,0 4-208-15,0 1 80 0,-2 2 128 0,2 3 0 0,2 2 0 0,-1 1-128 16,2 4 128-16,0 1 0 0,2 3 0 0,-1 1 0 16,2 2 0-16,1 0-160 0,1 1 160 0,1-15 0 15,0 0-176-15,7 32 176 16,-7-32-160-16,0 0-10256 0,0 0-2048 0</inkml:trace>
  <inkml:trace contextRef="#ctx0" brushRef="#br0" timeOffset="-74520.59">10040 10394 11967 0,'0'0'1072'0,"0"2"-864"15,1-2-208 1,0 1 0-16,0 0 1488 0,0-1 256 16,0 2 48-16,1-1 16 0,0 3 704 0,1-1 144 0,0-1 32 0,0 1 0 0,-1 1-768 0,0-1-160 15,0-1-32-15,0 0 0 0,-1 3-832 0,0-4-192 0,1 3-16 0,-2-2-16 16,1 0-480-16,-1 1-192 0,1-1 176 0,0 1-176 31,0-1 0-31,-1-2 0 0,1 2 0 0,2-1 0 31,0 0-336-31,0-1-64 0</inkml:trace>
  <inkml:trace contextRef="#ctx0" brushRef="#br0" timeOffset="-74051.51">10297 10202 23951 0,'2'-6'1056'0,"0"2"224"16,1-1-1024-16,-1 1-256 0,0 1 0 0,-1 1 0 0,1-1 1104 0,2-2 176 16,0-3 16-16,3-2 16 0,-1 0-336 0,0 3-64 15,-1 0-16-15,-2 0 0 0,0 4-192 0,-1 1-64 16,-1 1 0-16,0 0 0 0,-1 2-160 0,-1 0-32 15,0 2-16-15,-2 1 0 0,1-1-256 0,-1 1-48 0,-1 1-128 16,0 2 192-16,-1-2-64 0,2 2 0 0,-2 0-128 0,0 0 192 16,-1 3 64-16,-1-1 16 0,2 3 0 0,-2 0 0 15,0 2 64-15,-1 3 16 0,-1 1 0 0,1 4 0 16,0 2-128-16,-3 2-32 0,2 0 0 0,0-2 0 16,1-1-192-16,-1-1 144 0,3 1-144 0,0 0 128 15,2 0-128-15,2-5 0 0,0 1 0 0,2-19 128 16,1 31-128-16,-1-31 0 0,0 0 0 0,0 0 0 15,0 0 0-15,22 34 0 0,-22-34 0 0,0 0 0 16,21-5 0-16,-13 1 0 0,0-2 0 0,0-1 0 16,1-3 128-16,-1 1 64 0,0-2 0 0,-1 1 0 0,-1-1-192 15,0 0 160-15,-2 0-160 0,-1 1 160 0,-1-1-160 0,-2 2 0 16,-1 1 0-16,-2 1 0 16,-1 2 0-16,-2 2 0 0,0 1 0 0,-2 2 0 0,-1 0 0 0,-1 3 0 15,-1 2 0-15,0 1 0 0,1 1 0 0,-1-2 0 16,1 3-192-16,0 0-17856 15</inkml:trace>
  <inkml:trace contextRef="#ctx0" brushRef="#br0" timeOffset="-73305.82">9892 10860 7359 0,'0'-4'656'16,"0"2"-528"-16,0-1-128 0,0 3 0 0,0-2 1472 0,-1-1 256 15,1-1 48-15,-2-1 16 0,0-2 688 0,-1 0 144 16,0 3 16-16,-1 1 16 0,0 3-832 0,1 0-160 15,-2 0-48-15,0 2 0 0,1 2-432 0,-2 1-96 0,1-1 0 0,0 2-16 16,-1 1-304-16,1 1-48 0,-1 0-16 0,2 2 0 16,-1 2-256-16,-1 4-48 0,1 4-16 0,-2 3 0 15,2 6-240-15,-3-2-144 16,3 2 160-16,-1-2-160 0,2 1 160 0,0-2-160 0,1-2 160 0,1-4-160 16,2-20 384-16,2 32-32 0,-2-32 0 0,0 0 0 15,0 0-208-15,0 0-144 0,0 0 192 0,34 21-192 16,-24-27 0-16,0-4 0 0,2-4 0 0,0-3 0 15,1-2 160-15,-1 0-160 0,0-2 128 0,-2-2-128 16,0 0 0-16,-4 2 0 0,0 0 0 0,-1 2 0 31,-2 2-512-31,-1-1-48 0,-2 1 0 0,-1 0 0 16,-2 3 48-16,-2 2 0 0,1 0 0 0,-3 5 0 0,3 0 352 0,-4 2 160 0,1 3-128 0,-2 2 128 16,2 2 0-16,-1 1 304 0,-1 2-48 0,2 4-16 15,0 0-96-15,2 1-16 0,-1-1 0 0,3 1 0 16,0 0-128-16,2-1 0 0,1-9 0 0,0 0 0 15,0 0-576-15,0 0-160 0</inkml:trace>
  <inkml:trace contextRef="#ctx0" brushRef="#br0" timeOffset="-73051.91">10072 11039 17503 0,'-1'-1'768'0,"1"1"176"0,0 0-752 0,0 0-192 0,0 0 0 0,0 0 0 15,0 1 1264-15,1 1 208 16,0 1 64-16,0 2 0 0,-1-5 0 0,0 0 0 16,0 0 0-16,5 30 0 0,-5-30-688 0,0 0-128 0,7 28-16 0,-7-28-16 15,0 0-432-15,0 0-64 0,0 0-32 0,9 32 0 16,-9-32 624-16,0 0 128 0,0 0 32 0,0 0-15952 15</inkml:trace>
  <inkml:trace contextRef="#ctx0" brushRef="#br0" timeOffset="-72672.88">10293 10820 27647 0,'1'-2'1216'0,"0"-2"256"0,0 3-1168 0,0-1-304 15,-1 2 0-15,0 0 0 0,0 0 1200 0,1 0 176 16,0-2 32-16,-1 2 16 16,0 0-752-16,-1 2-160 0,0 0-16 0,-2 1-16 0,0 3-128 0,-2 0-32 15,-1 3 0-15,0 0 0 0,-2 3-128 0,-1 0-48 16,-1 4 0-16,-1 1 0 0,0 2-144 0,0 1 0 16,0 1 0-16,3 0 0 0,2 1 0 0,0-2 0 15,1 2 0-15,3-3 128 0,2-19 64 0,-1 33 0 16,1-33 0-16,0 0 0 0,7 38-192 0,-7-38 0 0,0 0 0 15,0 0 0-15,0 0 0 0,31 29 0 0,-31-29 0 0,0 0 0 16,30-3 0-16,-30 3 0 0,23-10 0 0,-12 1 0 16,-1 0 304-16,0-2 16 0,0 0 16 0,-1-1 0 15,-1 3-80-15,-1-3 0 16,-1 3-16-16,-1-1 0 0,-2 0-240 0,-2 2 128 0,-1 0-128 0,-1 3 0 16,-1-2 144-16,-4 5-144 0,0-1 128 0,-2 3-128 15,-1 1 128-15,-3 3-128 0,0 3 0 0,-2 0 128 16,-1 3-704-16,0 2-128 0,1 0-48 0,0 2-16112 15</inkml:trace>
  <inkml:trace contextRef="#ctx0" brushRef="#br0" timeOffset="-72008.12">9929 11440 1839 0,'1'-6'160'0,"-1"4"-160"16,0-3 0-16,-1 3 0 0,1 0 1040 0,-1 1 176 15,0 1 48-15,0-2 0 0,-1 0 976 0,-1-1 192 31,0 1 32-31,-1 2 16 0,-1 0-208 0,1 2-32 0,-1-1-16 0,0 1 0 16,0 0-384-16,0 0-80 0,1 1-16 0,-1 0 0 0,0 1-288 0,0-2-64 16,0 3-16-1,1 1 0-15,-1 0-480 0,0 1-80 0,1 0-32 0,-1 2 0 0,1 1-288 0,0 2-64 0,0 0-16 0,0 2 0 16,1-1-224-16,0 2-64 16,2-1 0-16,1-14 0 15,2 25-128-15,-2-25 0 0,0 0 0 0,0 0 0 16,0 0 0-16,0 0 0 0,25 33 0 0,-25-33 0 15,0 0 0-15,0 0 0 0,32-10 0 0,-24 6 0 16,-1-2 0-16,0-3 0 0,0 2 160 0,0-3-160 16,0 1 256-16,0-2-48 0,-1 1-16 0,0-2 0 15,0 0-192-15,-1 2 0 0,-2 1 0 0,0-2 0 0,0 3 0 0,-3-2 0 16,0 4 0-16,-1-2 0 0,0 4 0 16,-2-1 0-16,0 0 0 0,1 3 0 0,-2 0 0 0,-1-1 0 15,0 3 0-15,-2-2 0 0,2 4 0 0,-3-2 0 16,1 3 0-16,0 1 0 0,1-2 0 0,-1 3 0 15,1-2 0-15,0-1 0 0,2 0 0 0,-1 1 0 16,2-1 0-16,-1 1 0 0,2-3 0 0,0 0 0 16,0 0-192-16,1 0 192 15,2-3-1728-15,1 1-256 0</inkml:trace>
  <inkml:trace contextRef="#ctx0" brushRef="#br0" timeOffset="-71550.62">10094 11538 25791 0,'0'0'2304'0,"0"0"-1856"0,0 0-448 0,0 0 0 15,0 0 1552-15,0 1 224 0,0 2 32 0,0 1 16 16,0 0-320-16,0-4-64 0,0 0-16 16,2 23 0-16,-2-23-752 0,0 0-160 0,0 0-16 0,8 32-16 15,-8-32-288-15,0 0-48 0,0 0-16 0,0 0 0 16,0 0-272-16,0 0-64 0,0 0-16 0,0 0-17184 15</inkml:trace>
  <inkml:trace contextRef="#ctx0" brushRef="#br0" timeOffset="-71152.34">10308 11397 7359 0,'4'-8'656'0,"-1"1"-528"16,-1 0-128-16,-1 4 0 16,0 1 2928-16,1 0 544 0,0-2 112 0,1 1 32 0,1-4-832 0,1 0-160 15,0 0-48-15,-2 2 0 0,-1 2-928 0,-1 1-192 0,-1 2-48 0,-3 0 0 16,2 2-320-16,-3 3-80 0,-1 2-16 0,0 0 0 16,-2 1-528-16,0 3-96 0,-1 1-32 0,-1 2 0 31,0 3-192-31,0 0-144 0,-2 2 192 0,1 2-192 0,1-2 128 0,0 2-128 15,1-1 0-15,1 0 0 0,2 0 0 0,1-2 0 0,3 0 128 0,1-18-128 16,0 30 128-16,0-30-128 0,0 0 192 0,0 0-192 0,19 36 144 16,-19-36-144-16,0 0 0 0,0 0 144 0,36 4-144 0,-36-4 0 15,22-12 0-15,-12 3 0 0,-1 2 0 0,1-4 0 16,0-2 0-16,1 0 0 0,-3 1 0 0,-1 1 0 16,0-1 0-16,-2 4 0 0,-2 1 0 0,-1 1 0 15,-2 1 0-15,-3 3 0 0,0 4 0 0,-5-1 0 16,0 4 0-16,-2 2 0 0,-3 2 0 0,-2 3-176 15,-1 0 176 1,0-2-128-16,4-1-464 16,-1 0-96-16,-2 1-16 0,1 1-16448 0</inkml:trace>
  <inkml:trace contextRef="#ctx0" brushRef="#br0" timeOffset="-70694.41">10144 11932 6447 0,'-4'-2'576'0,"2"-2"-576"0,0 1 0 0,1 1 0 15,0 1 3584-15,0-1 592 0,0 0 128 0,-1-1 32 16,0-4-1200-16,-1 0-256 0,0 1-32 0,-1 0-16 16,1 1-912-16,1 3-192 0,1 2-48 0,-1 3 0 15,0 2-800-15,0 3-176 0,0 2-16 0,0 4-16 16,2-14-352-16,-2 29-80 0,1-12-16 0,0 1 0 16,0 4-96-16,0-1-128 0,1 1 176 0,-2 1-176 15,2-1 128-15,0-4-128 0,0-18 0 0,0 34 0 16,0-34 0-16,3 28 0 0,-3-28 0 0,0 0-12416 15,3 28-2480-15</inkml:trace>
  <inkml:trace contextRef="#ctx0" brushRef="#br0" timeOffset="-67558.8">10707 9694 11055 0,'0'0'976'0,"0"-2"-784"0,0 0-192 0,0 1 0 16,0 1 1072-16,0-2 160 0,0 0 48 0,0-1 0 16,0 1 96-16,-1-2 32 0,1 1 0 0,-1 2 0 15,0 1 128-15,1 3 48 0,0 0 0 0,0 0 0 16,1 1-176-16,1 1-16 0,-2-5-16 0,0 0 0 16,0 0-448-16,0 0-96 0,0 0 0 0,37 32-16 15,-37-32-176-15,0 0-48 0,0 0 0 0,43 12 0 16,-43-12 16-16,0 0 0 0,33 1 0 0,-33-1 0 0,0 0-304 0,33 0-64 15,-23 0-16-15,-1-1 0 0,-1 1-224 0,1-2 176 16,-3 2-176-16,0-2 160 0,-2 2-160 0,-1-2 0 16,0 1 0-16,-2 1 128 0,0 1-128 0,-1 1 0 15,-1 0 0-15,0-1 0 0,-1 1 0 0,0 2 0 16,0-1 0-16,1 0 0 0,-2 0 0 0,0 2 0 16,1 0 0-16,-1 0 0 0,1 2 0 0,0-2 0 15,-1 3 0-15,0-2 0 0,1 1 0 0,0 0 0 16,1 0 0-16,-2 3 0 0,3-10 0 0,-3 19 0 0,3-19 0 0,-3 26 0 15,3-26 0-15,-2 29 0 0,2-29 0 0,-3 37 128 16,3-37 48-16,-3 38 0 0,3-38 0 16,-2 38 0-16,2-38-176 0,-3 44 128 0,2-21-128 0,1-23 128 15,-1 44-128-15,1-44 0 0,0 49 0 0,1-22 128 16,0 2-128-16,0-3 0 0,-1-26 0 16,5 52 0-16,-5-52 0 0,6 47 0 0,-6-47 0 0,7 46 0 15,-7-46 0-15,6 44 0 0,-6-44 0 0,7 49 0 16,-7-49 128-16,4 49 0 0,-4-49 0 0,4 52 0 0,-4-52 16 0,3 50 0 15,-3-50 0-15,3 50 0 0,-3-50-144 0,4 47 192 16,-4-47-192-16,2 43 192 16,-2-43-64-16,4 42-128 0,-4-42 192 0,2 41-64 0,-2-41-128 0,1 49 160 15,-1-49-160-15,0 49 160 0,0-49-160 0,1 47 0 16,-1-47 0-16,0 46 128 0,0-46-128 0,0 44 0 16,0-44 0-16,0 42 0 0,0-42 128 0,0 38-128 15,0-38 0-15,0 28 128 0,0-28-128 0,0 41 0 16,0-41 144-16,1 47-144 0,-1-47 0 0,1 41 0 15,-1-41 0-15,2 36 128 0,-2-36-128 0,3 30 0 0,-3-30 0 0,2 29 0 16,-2-29 0-16,0 0 0 16,2 35 0-16,-2-35 0 0,0 0 0 0,0 29 0 0,0-29 128 0,0 0-128 15,0 0 256-15,0 32-32 0,0-32 0 16,0 0 0-16,0 29-224 0,0-29 144 0,0 0-144 0,-1 31 128 16,1-31-128-16,0 0 0 0,-1 31 0 0,1-31 128 15,0 0-128-15,0 33 0 0,0-33 0 0,0 0 0 16,-1 30 896-16,1-30 112 0,0 0 16 0,-1 29 0 15,1-29-832-15,0 0-192 0,0 29 0 0,0-29 0 0,0 0 0 0,-3 26 0 16,3-26 0-16,0 0 0 0,-4 26 0 16,4-26 0-16,0 0 0 0,-4 28 0 0,4-28 0 0,0 0 0 15,-4 26 0-15,4-26 0 16,0 0 0-16,-2 28 0 0,2-28 0 0,0 0 0 0,-1 27 0 0,1-27 0 16,0 0 0-16,0 31 0 0,0-31 0 0,0 0 0 15,0 28 0 1,0-28 0-16,0 0 0 0,-1 24 0 0,1-24 0 0,0 0 0 15,0 0 0-15,0 0 0 0,-3 21 0 0,3-21 0 0,0 0 0 0,0 0 128 16,0 0-128-16,-5 7 0 16,3-7-592-16,2 0-176 0,-3 2-16 0,-1-2-16 0,0 0 800 0,0 3 0 0,-1-1 224 15,-2 1-48-15,1 1-176 0,-1 2 0 16,-1 2 144-16,-1 4-144 0,0 0 0 0,-4 2 0 16,1 4 0-16,-4 2 128 15,0 2-128-15,-2 0 0 0,-1 3 0 0,-1-1 128 16,2 0-128-16,-2-1 0 0,3-1 0 0,-1-4 0 0,2-1-416 15,2-5-96-15</inkml:trace>
  <inkml:trace contextRef="#ctx0" brushRef="#br0" timeOffset="-65964.16">11576 9806 7743 0,'-2'-12'688'0,"0"5"-560"0,1 2-128 0,0 0 0 0,1 2-160 0,0 1 160 15,0 0 288-15,0-3 128 0,0-4 32 0,1-3 32 16,-1-2 608-16,0-1 112 16,1-1 16-16,0 4 64 15,0-2-112-15,0 4-16 0,1-2 0 0,-2 3 32 16,1-1-96-16,-1 3 0 0,0 2-16 0,0 1 32 0,0 2-144 0,0 0-16 0,0 1-16 0,-1 1 32 16,1 1-192-1,-1 1-64-15,-1 1 0 0,1 1 48 0,0 3-256 0,0-3-48 0,0 6-16 0,0-3 16 16,1 2-80-16,-1 5-32 0,0-1 0 0,1-13 48 15,-1 34-96-15,1-34-16 0,-1 47 0 0,1-17 48 0,1 4-160 0,-1 1-32 16,2 5 0-16,-1-2 32 0,0-2-16 0,0 1 0 16,-1 4 0-16,1-1 48 0,2 0-192 0,-1 3 160 15,-1 0-160-15,1 0 192 0,-1-1-16 0,0-4-16 16,0 1 0-16,-1-4 32 0,1-4-64 0,0 5 0 16,1 3-128-16,0 1 192 0,0-2-192 0,1-2 128 15,0 2-128-15,-1-4 0 16,1 1 224-16,-2 2-48 0,0-1-16 0,0 2 0 0,0 2 80 0,-1-1 16 15,0 0 0-15,0-1 0 0,-1 0-16 0,1-4 0 16,-1-1 0-16,0-1 0 0,-1 0 96 0,1 3 32 16,0 3 0-16,0-3 0 15,0-3-64-15,0-1-16 0,0 2 0 0,1-2 0 0,0-3-80 0,0 1-16 0,0-1 0 16,-1 3 0 0,1-3-192-16,-1 3 128 0,1 2-128 0,-1-1 0 0,1 3 0 0,-1-1 0 0,-1 1 0 0,0-3 0 15,1-3 0-15,0 0 0 0,-1-2 0 0,1 0 0 16,-2 1 0-16,1-1 0 15,1-1 0-15,0 0 0 0,0 0 0 0,1 2 0 0,0-1 0 0,0-1 0 16,0 2 0-16,0 0 0 0,0-1 0 0,0-1 0 16,0-1 0-16,0-25 0 0,1 43 0 0,-1-43 0 31,0 41 0-31,0-41 0 0,-1 31 0 0,1-31 0 0,-2 21-384 0,2-21 0 0,0 0-16 0,0 0 0 31,0 0-1168-31,0 0-224 0,-3-2-64 0,3-7-13200 16</inkml:trace>
  <inkml:trace contextRef="#ctx0" brushRef="#br0" timeOffset="-65426.12">11568 9623 13823 0,'-4'0'1216'0,"1"2"-960"15,1-2-256-15,1 0 0 0,0 0 1472 0,0 0 240 16,-2 0 48-16,-4 0 16 0,0 1 144 0,-1 1 48 15,2-2 0-15,0 0 0 0,2 0-512 0,0 0-112 16,2 0 0-16,-1 0-16 0,2 2-288 0,-1 1-48 16,-1 4-16-16,-1 0 0 0,1 2-592 0,-2 5-128 0,-1 3-32 0,-1 2 0 15,0 3 16-15,-1 3 0 16,-1-1 0-16,0 2 0 0,2 0-240 0,1 1 0 0,-1-1 0 0,1 0 0 16,3-2 0-16,3-24 0 0,-3 34 0 0,3-34 0 31,0 0-720-31,0 0-96 0,0 0-16 0,23-2 0 0,-13-13-1728 15,2-5-368-15,0-1-64 0,0-1-9168 0</inkml:trace>
  <inkml:trace contextRef="#ctx0" brushRef="#br0" timeOffset="-65283.83">11528 9722 911 0,'4'-66'0'0,"-3"56"0"0,-1 8 0 0,0 2 0 15,0-2 2320-15,-1-3 384 0,1-6 80 0,-1-1 16 0,1 0 1872 0,0 4 368 16,1 6 80-16,-1 2 0 0,0 0-2384 0,12 41-496 16,-12-41-80-16,13 63-32 0,-5-23-976 0,1 4-208 15,2 3-48-15,2-1 0 0,1-2-464 0,1-6-112 16,1-2 0-16,-16-36-16 0,34 63-304 15,-34-63 160-15,34 50-160 0,-34-50 128 16,31 34-128-16,-31-34-176 0</inkml:trace>
  <inkml:trace contextRef="#ctx0" brushRef="#br0" timeOffset="-64449.01">11533 12131 14735 0,'-1'-5'1312'16,"0"3"-1056"-16,1 0-256 0,0 2 0 0,-1 0 1520 0,0-2 240 15,-2-1 48-15,-1-2 16 0,0-1 160 0,-1 0 48 16,0 3 0-16,2 0 0 0,0 0-560 0,0 1-96 16,1 1-32-16,1-1 0 0,0 2-336 0,1-1-80 15,-1 0-16-15,1-1 0 0,1 2-192 0,0-2-32 32,0 1-16-32,1 1 0 0,0 0-272 0,0 3-48 0,0 0-16 0,-2-3 0 0,0 0-144 0,0 0-16 15,15 39-16-15,-15-39 0 0,11 34-160 16,-11-34 128-16,10 37-128 0,-10-37 128 0,8 38-128 0,-8-38 0 0,7 41 0 0,-7-41 0 15,5 41 0-15,-5-41 0 0,5 35 0 0,-5-35 0 16,4 26 0-16,-4-26 0 0,0 0 0 0,0 0 0 31,0 0 0-31,0 0 0 0,0 0 0 0,0 0 0 0,0 0 0 0,36 4 0 16,-29-13 0-16,0-5 0 0,0-1 0 0,-1 0 0 0,1 0 0 0,-1-2 0 31,-1-2-1648-31,1 0-208 0,-2 0-32 0,2 1-14432 0</inkml:trace>
  <inkml:trace contextRef="#ctx0" brushRef="#br0" timeOffset="-64275.44">11709 12110 3679 0,'0'0'320'0,"0"0"-320"0,0 0 0 0,-1 0 0 16,1 2 2832-16,-1-2 496 15,-2 3 112-15,0-1 16 0,-1 4 112 0,0 0 16 16,-1 1 16-16,1 0 0 0,-1 1-1216 0,0 2-240 16,1 1-48-16,-1-1-16 0,0 3-864 0,2 0-192 15,-1 3-16-15,0-2-16 0,0 2-608 0,1 1-112 16,0 1-16-16,0-2-16 0,2 0-240 0,0 1 0 15,1-17 128-15,0 30-128 0,0-30 0 0,4 24 0 16,-4-24 0-16,0 0-18272 0</inkml:trace>
  <inkml:trace contextRef="#ctx0" brushRef="#br0" timeOffset="-63357.52">12293 10695 11967 0,'3'-3'1072'0,"-1"2"-864"16,-2 0-208-16,1 1 0 0,1 0 1632 0,-1-2 288 15,0 2 48-15,2-3 16 0,0 0 608 0,-1 1 128 16,1 0 32-16,-1 0 0 0,0-1-848 0,-1 1-176 16,-1-1-16-16,0 1-16 0,1-2-656 0,0 1-128 15,-1-2-16-15,0-1-16 0,0 0-544 0,-2 2-96 16,0-1-32-16,-2 0 0 0,0 1-80 0,-3 1-128 0,0 0 176 0,-3 1-176 15,0 2 192-15,-3 2-192 0,0 4 192 16,-2 0-192-16,0 3 128 0,-2 2-128 16,0 3 0-16,-1 2 0 0,-1 1 128 0,0 2-128 0,0-3 144 0,1 1-144 15,-1 0 128-15,2-2-128 0,3 0 0 0,0 2 144 16,2-3 32-16,2-1 0 0,2 1 0 0,1-3 0 16,4 1-176-16,0-3 0 15,3-1 0-15,0-8 128 0,0 0-128 0,0 0 0 0,0 0 0 0,35 15 0 16,-35-15 240-16,31-3-48 0,-12 0 0 0,2-4 0 15,1 3-16-15,-1-1-16 0,-2 1 0 0,-2 1 0 16,-2 0-160-16,0-1 0 0,0 3 0 0,-3-1 0 0,-2 2 0 0,-1 0 0 16,-4 0 0-16,0 2 0 0,-3 1 0 0,-2 0 0 15,-3 3 0-15,-3 1 0 16,0 0 0-16,-3 4 0 0,-3 0 0 0,-1 2 0 0,-1 2 0 0,-1 2 0 16,-1 0 0-16,-1 1 0 0,1 2 0 0,3 0 0 15,1 1 0-15,2-1 0 0,4-3 0 0,2-1 128 16,4-16-128-16,0 34 128 0,0-34 32 0,9 32 0 15,-9-32 0-15,0 0 0 0,35 38-160 0,-35-38 128 16,0 0-128-16,46 17 128 16,-46-17 96-16,32 1 16 0,-32-1 0 0,37-5 0 0,-19 2-240 0,-1-2 144 0,-2 0-144 15,-1 1 128-15,0-3-128 0,-2 2-144 0,-1-2 144 16,-2 2-19760-16</inkml:trace>
  <inkml:trace contextRef="#ctx0" brushRef="#br0" timeOffset="-61571.74">4977 12596 6447 0,'0'-1'576'0,"-1"0"-576"0,0-1 0 0,1 1 0 15,0 1 1168-15,-1-2 128 0,0-1 32 0,-1 0 0 16,-1 0 496-16,1-2 96 0,0 2 32 0,2 1 0 15,0 2-288-15,0-2-48 0,0 4-16 0,2-2 0 16,1 2-640-16,1 1-128 0,-4-3-16 0,0 0-16 0,0 0-208 0,0 0-32 16,0 0-16-16,42 12 0 0,-42-12-48 0,0 0-16 15,31-3 0-15,-31 3 0 0,22-7 320 0,-22 7 64 16,24-7 16-16,-24 7 0 0,0 0-176 0,38-7-48 16,-38 7 0-16,30-5 0 15,-30 5-272-15,33-4-64 0,-33 4-16 0,0 0 0 0,51-1-48 0,-51 1-16 16,0 0 0-16,52 5 0 0,-52-5-48 0,0 0-16 15,53 12 0-15,-53-12 0 0,0 0-176 0,51 10 128 16,-51-10-128-16,0 0 128 0,53 3-128 0,-53-3 0 16,38 1 144-16,-38-1-144 0,37-2 208 0,-37 2-16 0,40-8-16 15,-40 8 0-15,42-6 0 0,-42 6 0 16,44-5 0-16,-44 5 0 0,44-7-16 0,-44 7 0 0,41-4 0 0,-41 4 0 16,41 1-160-16,-41-1 160 0,40-5-160 0,-40 5 160 15,41-4-160-15,-41 4 128 0,40 2-128 0,-40-2 128 16,39 5-128-16,-39-5 0 0,40 7 0 0,-40-7 0 15,42 12 0-15,-42-12 0 0,41 10 0 0,-41-10 0 16,43 4 0-16,-43-4 0 0,43 2 0 0,-43-2 0 16,44-3 0-16,-44 3 0 0,48-6 0 0,-48 6 0 15,49-5 0-15,-49 5 0 0,52-4 0 0,-52 4 0 16,55-3 0-16,-55 3 0 0,55-4 0 0,-55 4 0 0,53-1 0 0,-53 1 0 16,50-4 0-16,-50 4 0 0,49-4 0 0,-49 4 128 15,50-4-128-15,-50 4 0 0,50 0 176 0,-50 0-48 16,51-2-128-16,-51 2 192 0,54-2-192 0,-54 2 0 15,53-7 0-15,-53 7 0 16,50-9 0-16,-50 9 128 0,48-8-128 0,-48 8 0 0,49-7 0 0,-49 7 0 16,50-5 0-16,-50 5 0 0,49-4 0 0,-49 4 0 15,49-5 0-15,-49 5 0 0,50-2 0 0,-50 2 0 16,47-3 0-16,-47 3 0 0,46-1 0 0,-46 1 0 16,47 0 0-16,-47 0 0 0,49-3 0 0,-49 3 0 0,51-3 0 0,-51 3 0 15,50-5 0-15,-50 5 0 16,52-4 0-16,-52 4 0 0,52-5 0 0,-52 5 0 15,48-5 0-15,-48 5 0 0,45-2 0 0,-45 2 0 16,44 0 0-16,-44 0 0 0,45 0 0 0,-45 0 0 0,44 0 0 0,-44 0 0 16,43 1 0-16,-43-1 0 15,46 3 0-15,-46-3 0 0,47 6 0 0,-47-6 0 0,45 6 0 0,-45-6 0 16,44 5 0-16,-44-5 0 0,44 7 0 0,-44-7 0 16,49 5 0-16,-49-5 0 15,51 5 0-15,-51-5 0 0,51 4 0 0,-51-4 0 0,52 1 0 0,-52-1 0 16,52-1 0-16,-52 1 0 0,49 2 0 0,-49-2 0 0,46 6 0 0,-46-6 0 15,44 4 0-15,-44-4 0 16,43 5 0-16,-43-5 0 0,45 5 0 0,-45-5 0 0,45 7 0 0,-45-7 0 16,46 8 0-16,-46-8 0 0,47 11 0 0,-47-11 0 15,44 7 0-15,-44-7 0 16,43 5 0-16,-43-5 0 0,44 2 0 0,-44-2 0 0,45 0 0 16,-45 0 0-16,47 2 0 0,-47-2 0 0,48 0 0 0,-48 0 0 31,49-2 0-31,-49 2 0 0,49 0 0 0,-49 0 0 0,46-4 0 0,-46 4 0 15,44-3 0-15,-44 3 0 0,42-5 0 0,-42 5 0 0,42-2 0 0,-42 2 0 0,43 0 0 16,-43 0 0-16,40-2 0 0,-40 2 0 16,43 2 0-16,-43-2 0 0,47 0 0 0,-47 0 0 15,45 2 0-15,-45-2 0 16,44 2 0-16,-44-2 0 0,42-2 0 0,-42 2 0 0,43-2 0 0,-43 2 128 16,45-5-128-16,-45 5 0 15,43 0 0-15,-43 0 0 0,46-3 0 0,-46 3 0 0,45-3 0 0,-45 3 0 0,46 0 0 0,-46 0 0 16,44 0 0-16,-44 0 0 0,43 1 0 0,-43-1 0 31,41 3 0-31,-41-3 128 0,41 3-128 0,-41-3 0 16,44 4 0-16,-44-4 0 0,41 1 0 0,-41-1 0 15,42 4 128-15,-42-4-128 0,46 7 0 0,-46-7 0 0,42 2 0 16,-42-2 128-16,41 4-128 0,-41-4 0 0,36 3 0 0,-36-3 0 16,35 3 0-16,-35-3 0 0,33 0 0 0,-33 0 0 15,33 0 0-15,-33 0 0 0,0 0 0 0,40 0 128 16,-40 0-128-16,0 0 0 0,37 2 0 0,-37-2 0 15,0 0 0-15,31-2 0 0,-31 2 0 0,0 0 0 16,0 0 0-16,33 2 0 0,-33-2 0 0,0 0 0 16,0 0 0-16,0 0 0 0,0 0 0 0,34 4 0 15,-34-4 0-15,0 0 0 0,0 0 0 0,0 0 0 16,0 0 0-16,0 0 0 0,0 0 0 0,24-4 0 16,-22 2 0-16,-1 2 0 0,0-3 0 0,-1 3-128 0,-1 0 128 15,-1-2 0-15,1 2-432 0,-1-1 32 0,-1 0 0 16,1 0-11952-16,-1 1-2368 15</inkml:trace>
  <inkml:trace contextRef="#ctx0" brushRef="#br0" timeOffset="-61175.71">10507 12497 8751 0,'-4'-3'192'15,"1"1"32"-15,0-2 16 0,2 1 16 0,1 2-256 0,0-1 0 0,-1 0 0 0,0-3 0 0,-1-2 1200 16,-1-3 192-16,0 1 32 0,0-2 16 16,1 2 352-16,1 0 80 0,-1 3 16 0,1-2 0 0,0 4 144 0,0 1 16 15,0 1 16-15,1 2 0 0,0 0-496 0,0 2-96 16,0-1-32-16,0 3 0 16,0-4-368-16,0 0-80 0,0 0-16 0,0 0 0 0,9 29-144 0,-9-29-48 15,0 0 0-15,0 0 0 0,0 0-256 0,27 37-48 16,-27-37-16-16,0 0 0 0,0 0-80 0,38 17 0 15,-38-17-16-15,0 0 0 0,0 0-48 0,44 7-16 16,-44-7 0-16,0 0 0 0,36 7-96 0,-36-7-16 16,0 0 0-16,0 0 0 0,43 24-192 0,-43-24 144 0,0 0-144 0,26 29 128 15,-26-29-128-15,0 0 128 0,20 32-128 0,-20-32 128 16,0 0-128-16,10 32 128 0,-10-32-128 0,0 0 128 16,-2 29-128-16,-2-20 0 0,-2 0 0 0,-1 0 128 15,-1-1-128-15,-2-1 0 0,-1 0 0 0,-2-5 128 16,-1 0-128-16,-6-2 0 0,-6 1-192 15,-8 1-19904-15</inkml:trace>
  <inkml:trace contextRef="#ctx0" brushRef="#br0" timeOffset="-60254.6">5207 12385 9215 0,'-1'0'816'0,"1"-3"-656"0,0 3-160 0,0-2 0 16,0 1 1488-1,0 0 272-15,0-1 48 0,1-1 16 0,0-1 672 0,1 0 144 16,0-2 32-16,1 1 0 0,-1 1-240 0,0-1-64 0,-2 2 0 0,1 1 0 0,0 2-896 0,-1-2-176 31,0 4-32-31,-1-2-16 0,0 2-752 0,-3 1-160 16,0 2-16-16,-1-3-16 0,-2 2-112 0,-1 2-32 15,-2 1 0-15,-3 2 0 0,0-1-160 0,-1 3 128 16,-2-2-128-16,-1 2 128 0,0 0-128 0,-2-1 0 16,0 1 0-16,0-1 0 0,3-1 0 0,0-2 0 15,3 0 0-15,1-4 0 0,1 1 0 0,0-1 0 16,1-1 0-16,-1-2 0 0,2 2 0 0,-1-2 0 0,2 1 0 0,1-1 0 15,1 2 128-15,0-2-128 0,1 2 0 0,0-2 128 16,1 3 64-16,1-1 16 0,0 0 0 0,-1-1 0 16,2 3-16-16,1 1-16 0,0-1 0 0,0 1 0 15,1-1-48-15,2 0-128 0,-1 3 192 0,-1-7-64 16,0 0-128-16,0 0 0 0,0 0 0 0,0 0 128 16,0 0-128-16,32 31 160 0,-32-31-160 0,0 0 160 15,0 0-16-15,0 0 0 0,49 18 0 0,-49-18 0 16,0 0-16-16,40 17 0 0,-40-17 0 0,0 0 0 15,44 28-128-15,-44-28 0 0,0 0 144 0,50 36-144 0,-50-36 0 16,0 0 0-16,50 38 0 0,-50-38 0 0,39 22 0 0,-39-22 0 16,40 20 0-16,-40-20-19472 15</inkml:trace>
  <inkml:trace contextRef="#ctx0" brushRef="#br0" timeOffset="-59320.93">7841 12774 16575 0,'2'0'1472'0,"-1"0"-1168"0,1 0-304 0,-1 0 0 16,0 0 1088-16,-1 0 144 0,0 0 48 0,1 0 0 15,1-2 1296-15,-1 0 272 0,2-1 48 0,-1-2 16 16,0 1-784-16,0-2-144 0,0 2-48 0,-1-3 0 16,-1 2-1040-16,0-4-192 15,0 1-64-15,0 0 0 0,-1 0-320 0,-1-1-80 0,-1 1-16 0,0 1 0 16,0 0-224-16,0 0 176 0,-1-2-176 0,-2 1 160 16,2 2-160-16,-2-2 0 0,0 3 144 0,-1-2-144 15,0 3 128-15,-1-1-128 0,0 2 160 0,0 1-160 0,0 2 128 0,1 0-128 31,1 2 0-31,2 0 144 0,0 2-144 0,1 1 0 16,-1 1 0-16,2 1 0 0,-2 3 0 0,1-1 0 0,1 0 0 0,0 3 0 16,0 3 0-16,1 2 0 0,0 3 0 0,1 3 0 15,1 2 0-15,0 4 0 16,1 4 0-16,1 0 0 0,2 1 0 0,-1-2 0 0,0 1 0 0,0-1 0 16,1 0 0-16,-2-3 0 0,1-3 0 15,0 2 0-15,0-2 0 0,1 1 0 0,0-3 0 0,-2-1 0 0,-3-23 0 0,6 40 0 0,-6-40 0 0,2 33 0 16,-2-33 0-16,0 26 0 0,-2-14 0 0,0 0 0 31,-1-2 0-31,0-1 0 0,0 0 0 0,-2-1 0 0,1 1 0 0,0-2 0 0,-2-1 0 0,1 0 0 31,-1-1 0-31,1 0 0 0,-1-3 0 0,-1 1 0 16,0-1 0-16,0-2 0 0,-2-2 0 0,1-2 0 16,1-2 0-16,-2-3 0 0,2-1 0 0,-2-6 0 15,2 1 0-15,-1-4 0 0,-1-2 0 0,1-3 0 0,1 1 0 16,1 0 0-16,1 3 0 0,2 3 0 0,0 1 0 0,1 2 0 15,1 2 128-15,1 0-128 0,0 4 0 0,1 4 0 16,0-1 0-16,1 5 0 0,1-2 0 0,-1 4 0 16,2 0 0-16,-4-2 0 0,0 0 0 0,0 0 0 15,0 0 0-15,37 29 0 0,-37-29 144 0,0 0 48 16,0 0 16-16,47 27 0 0,-47-27-64 0,0 0-16 16,41 9 0-16,-41-9 0 0,0 0-128 0,44-5 0 15,-44 5 0-15,27-9 0 0,-27 9 0 0,25-9 0 16,-25 9 0-16,25-6-19504 0</inkml:trace>
  <inkml:trace contextRef="#ctx0" brushRef="#br0" timeOffset="-52637.74">5968 13241 2751 0,'0'-3'256'0,"-1"1"-256"16,1 0 0-16,0 0 0 0,-1 2 1024 0,0-3 176 15,0-2 16-15,-1-2 16 0,0-2 800 0,0-2 144 0,0 1 48 16,0 2 0-16,0 1-192 0,1 0-48 0,1 0 0 0,0 2 0 15,2 0-624-15,-1 1-128 0,2-3-16 0,0 4-16 16,-1-1-368-16,1 1-64 0,1-1 0 0,0 1-16 16,-1 2-240-16,1 0-32 0,0 1-16 0,0 0 0 15,2 0-144-15,-1 1-48 16,-1 0 0-16,2 2 0 0,-2 1-144 0,1 1-128 0,1 2 144 0,-1 2-144 16,1 3 0-16,0 3 0 0,1 4 0 0,-2-1 0 15,1 5 0-15,-2 2 128 0,1 1-128 0,-1-2 0 16,-1 0 0-16,-2-1 0 0,2-2 0 0,-2-4 0 0,1 0 0 0,-2-3 0 15,1-4 0-15,-1-3 0 0,0 0 0 16,0-3 0-16,0-2 0 0,0-2 0 16,-1-2 0-16,1-2 0 0,-1-3 0 15,1-3 0-15,-1 1 0 0,2-5 0 0,-2-3 0 0,1-1 0 0,0-2 0 0,0 1 0 16,0-3 0-16,0 2 0 0,0-1 0 0,0 1 0 16,0 1 0-16,0-2 0 0,1 4 0 0,0-2 0 15,1 4 0-15,1 1 0 0,-1 5 0 0,1 0 0 16,0 2 128-16,0 3-128 0,0 1 0 0,1 2 0 15,-1-1 0-15,1 4 0 16,-1-2-512-16,2 3-32 16,1-1-16-16,-1 0-13264 0</inkml:trace>
  <inkml:trace contextRef="#ctx0" brushRef="#br0" timeOffset="-52210.98">6254 13056 7359 0,'-3'-1'656'0,"1"0"-528"0,0 1-128 0,1 0 0 0,0-2 1840 0,0 2 336 0,0 2 64 0,-1-1 0 32,-1 2 16-32,-2 2 0 0,0 2 0 0,1 0 0 0,0 3-1120 0,1-1-240 15,1 1-32-15,1 2-16 0,1 2-496 0,0 0-96 16,0 1-32-16,2 1 0 0,-1 1-96 0,1-1 0 16,1 1-128-16,1-1 192 0,-1-1-192 0,1-5 128 15,2-2-128-15,-2 0 0 0,0-4 160 0,1-1-160 16,0-1 160-16,0-2-160 0,0-2 192 0,-1-3-48 15,0 0-16-15,0-2 0 0,-1 0 512 0,1 0 80 16,0-3 32-16,-1 1 0 0,0 0-448 0,-1-1-96 16,1 0-16-16,-1-1 0 0,0 1-192 0,-2 1 0 15,0-1 0-15,0 0 0 0,0 1 0 0,-1 0 0 0,-1 1 0 0,0-1 0 16,-1 2 0-16,1 2 0 0,0 0 0 0,2 2 0 16,-1 2 0-16,0-1 0 0,1 2 0 0,0 0 0 15,-1 0 0-15,1 2 0 0,1 0 0 0,-1 0 0 16,1 3 0-16,0 2 0 0,0 1 128 0,1 1-128 15,0 3 432-15,1-1 32 0,-1 2 16 0,0 1 0 16,1-3-48-16,0 1-16 0,0 0 0 0,0 2 0 16,0-2-272-16,0 0-144 0,1-1 160 0,-1 0-160 15,1-4 144-15,0 0-144 0,1-3 128 0,-2-1-128 16,3-1 0-16,-2-2 0 0,2-4 128 0,0 0-128 16,0-2 0-16,2-1 0 0,-2-3 0 0,1-1 0 0,0 1 0 15,-1-2 0-15,1-1-160 0,-1 0-15840 16</inkml:trace>
  <inkml:trace contextRef="#ctx0" brushRef="#br0" timeOffset="-51626.8">6535 13153 15663 0,'-1'-2'688'0,"0"2"144"0,1-2-656 0,0 2-176 15,0 0 0-15,0 0 0 0,1 0 1984 0,0 0 384 16,-1-1 64-16,2 1 0 0,1 0-320 0,-1 0-80 0,1 0-16 0,-1 0 0 15,-1-2-944-15,1 0-192 0,1-1-48 0,-2-2 0 16,1 1-256-16,0-1-64 0,-1-2-16 0,-1 0 0 16,0 1-256-16,-1-2-48 0,0 1-16 0,-2-1 0 15,0 2-176-15,0 0 0 0,-3 0 0 0,-1 1 128 16,2 2-128-16,-2-1 0 0,1 1 0 0,-1 1 0 16,0 2 0-16,1-2 0 0,1 4 0 0,-1 3 0 15,3-1 192-15,-1 6-64 0,0-1 0 0,0 3 0 16,3 0-128-16,-2 2 128 0,1 4-128 0,0 2 128 15,2 1-128-15,0 3 0 0,0 0 0 0,2-2 0 0,0 1 0 16,2-4 0-16,-1-2 0 0,2-3 0 0,0-3 0 0,0-3 0 16,0-1 0-16,-1-5 0 0,0-1 0 0,0-2 0 15,0-3 0-15,-2-1 0 16,2-3 0-16,0-1 0 0,0-3 0 0,1-2 0 0,-1-3 0 0,0 1 0 16,0-3 0-16,-1 0 128 0,1 3-128 0,-3-3 0 15,2 0 0-15,0-1 0 0,-1-1 0 0,0 0 0 16,-1-1 0-16,-1-1 0 0,0-1 0 0,-2 1 0 15,0-1 0-15,-2 1 0 0,0-2 0 0,-1 1 0 16,0 3 0-16,0 0 0 0,1 5 0 0,0 1 0 16,1-1 0-16,1 6 0 0,-1 1 0 0,2 2 0 0,-1 4 0 0,1 3 0 15,0 0 0 1,0 1 0-16,0 3 0 0,1 5 0 0,0 2 368 0,0 3 32 0,1 4 16 0,0 1 0 16,0 2-224-16,1 3-64 0,1-1 0 0,0-1 0 15,-1 0-128-15,1 3 0 0,1-1 144 0,0 0-144 16,0-3 0-16,1 3 0 0,0 0 0 0,2-3 128 15,-1-1-128-15,1-4 0 16,-7-16 0-16,13 30 128 0,-13-30-128 0,0 0 0 0,18 33 0 0,-18-33 0 16,0 0 0-16,0 0 0 0,0 0 0 0,0 0-12032 15,0 0-2320-15</inkml:trace>
  <inkml:trace contextRef="#ctx0" brushRef="#br0" timeOffset="-51200.69">6727 13200 18431 0,'-3'1'816'0,"1"1"160"0,1-2-784 0,0 0-192 15,0 1 0-15,1-1 0 0,0 0 2240 16,-1 0 416-16,1 0 80 0,0 0 16 0,1 2-720 0,2-4-144 16,0-1-32-16,0 0 0 0,3 1-960 0,0-3-192 0,-1 0-32 0,2 1-16 15,-1-1-208-15,1-2-64 0,0-1 0 16,0 2 0-16,1-4-384 0,-2 3 0 15,0 0 128-15,-1-2-128 0,-2 4 0 0,1-3 0 0,-1 2 0 0,-1-1 0 16,-1 0 0-16,0-1 0 0,-1 1 0 0,-2 0 0 16,1 0 0-16,-3 1 0 0,-2 0 0 0,0-1 0 15,-2-3 0-15,0 3 0 16,1 2 0-16,-2 1 0 0,3 2 0 0,-1 2 0 0,3 2 0 0,-2 2 0 16,2 1 0-16,-2 2 0 0,2 1 0 0,0 1 0 15,0 3 0-15,0 2 0 0,1 1 0 0,1 3 0 16,1 1 176-16,0 0 0 0,2 0 0 0,0-1 0 0,0 5-48 0,2-4-128 15,1 2 192-15,1-3-64 0,-1-3-128 0,-4-15 0 16,0 0 0-16,18 28 0 16,-18-28 176-16,0 0-48 0,0 0-128 0,0 0 192 0,0 0-64 0,43 3 0 31,-36-11-128-31,-1-1 192 0,2 0-64 0,-2-2-128 0,2-1 176 16,-2 1-176-16,3-1 128 0,-4 3-128 0,2 0 0 0,-3 1 0 0,1 2-176 0,0 0-80 15,-2 2-32-15,1-1-17696 0</inkml:trace>
  <inkml:trace contextRef="#ctx0" brushRef="#br0" timeOffset="-49806.17">6861 13140 1839 0,'0'4'160'0,"1"-3"-160"0,-1 0 0 0,0 1 0 16,0-2 736-16,0 3 112 16,1-1 32-16,0 3 0 0,1 2-208 0,-1-2-32 15,-1-1-16-15,0-1 0 0,1 0-480 0,-1-1-144 0,0-2 0 0,-1 0 0 16,1 0 592-16,-1-3 16 15,0 1 0-15,0 0 0 0,0 1 592 0,0-2 112 16,0 2 32-16,0-3 0 0,0 3 80 0,1 1 32 0,-1-2 0 0,0 1 0 16,1 1-224-16,-1 0-32 0,1 0-16 0,0 1 0 15,0-1-288-15,0-1-64 0,0 1-16 0,0-1 0 16,0 0-32-16,1-1 0 0,-1 0 0 0,0-1 0 0,1-2-80 0,0 1-32 16,0-3 0-16,0 0 0 15,0-1 32-15,0-4 16 0,1-1 0 0,0 0 0 0,-2-2-112 16,1 0-32-16,0-2 0 0,0 0 0 15,-1-1-256-15,-1-2-48 0,-1 2-16 0,1-4 0 0,-2-1-96 16,-1 1-32-16,0-1 0 0,0 1 0 0,-1 1-128 0,0 2 192 16,-1 2-192-16,1 3 192 0,2 3-64 0,-1 3 0 15,0 1 0-15,1 2 0 0,0-1 208 0,-1 2 48 16,1 0 0-16,1 0 0 0,0 3-176 0,0-1-16 16,0 2-16-16,0 0 0 15,1 0-176-15,0 2 192 0,0 1-192 0,1 1 192 0,0 4-192 0,0 1 128 0,1 3-128 0,1 4 128 31,2 1-128-31,0 4 0 0,0 0 0 0,2 3 128 0,0 3-128 0,2 1 0 0,-1 0 0 0,0 1 0 16,0-3 0-16,-1 2 0 0,2 1 0 0,-1-1 0 16,1-4 0-16,-2 0 0 0,3 0 0 0,-1-1 0 15,0-3 0-15,1-2 0 16,-9-18 0-16,17 31 0 0,-17-31 0 16,0 0 0-16,23 33 0 0,-23-33 0 0,0 0 0 0,0 0 0 0,0 0 0 0,0 0 0 15,0 0 0-15,0 0 0 0,0 0 0 0,0 0 0 16,0 0-512-16,0 0-64 0</inkml:trace>
  <inkml:trace contextRef="#ctx0" brushRef="#br0" timeOffset="-49349.59">7053 13076 13823 0,'-5'-1'1216'0,"3"1"-960"0,0-2-256 0,0 1 0 16,1 1 1344-16,0 0 208 0,0 0 48 0,0 0 16 15,-1 0 544-15,0 0 96 0,0 0 32 0,1 1 0 16,0 1-704-16,1 1-144 0,1 0-32 0,0 0 0 16,1 2-448-16,2-2-112 0,0-1-16 0,-4-2 0 15,0 0-368-15,0 0-80 0,0 0 0 0,0 0-16 16,0 0-368-16,42-5 128 0,-37-2-128 0,0 1 0 15,-1-1 0-15,0-1 0 0,0 1 0 0,-1-1 128 16,-1-1-128-16,-1 0 128 0,0 1-128 0,-1-1 128 0,0 0-128 0,-2-1 0 16,0 1 0-16,-2 2 0 0,0-1 0 0,-1 4 0 15,-1-3 0-15,0 3 0 0,-2 0 0 0,1 2 0 16,0-1 0-16,0 3 0 0,-1 0 0 0,2 1 0 16,0 3 0-16,2 1 0 0,0 2 0 15,1 2 0-15,1 1 0 0,1 2 0 0,-1 2 144 0,1 3 16 16,0 2 0-16,2 2 0 0,1 3 64 0,0 2 16 15,1 0 0-15,1 0 0 0,1 0-240 0,0-5 0 16,1 1 0-16,-1-5 0 0,1-1 0 0,-6-16 0 16,0 0 0-16,19 29 0 0,-19-29 0 0,0 0 0 0,0 0 0 0,0 0 0 15,0 0 0-15,0 0 0 0,0 0 0 0,48-5 0 32,-42-5-1040-32,1-3-160 0,0 0-16 0,-1-1-14896 0</inkml:trace>
  <inkml:trace contextRef="#ctx0" brushRef="#br0" timeOffset="-49000.41">7200 13095 6447 0,'-1'1'576'0,"-1"-1"-576"0,1 0 0 0,0 0 0 15,1 0 2256-15,-1 0 352 0,-2 0 64 0,-1 0 16 16,1-1 512-16,0-2 128 0,0 0 0 0,2-2 16 0,1 1-1488 0,1 0-320 16,1 0-48-16,1 1-16 0,0 2-848 0,1-1-176 15,1 4-48-15,0 0 0 0,-5-2-240 0,0 0-160 16,0 0 192-16,25 29-192 0,-25-29 192 0,0 0-64 15,15 31 0-15,-11-20-128 16,0 2 0-16,-1 1 0 0,0 0 0 0,-1-2 0 0,0 3 128 0,-2-2-128 16,0 1 0-16,-1 0 0 0,1-2 0 0,-1 0 0 15,0-2 128-15,1-3-128 0,-1 1 0 0,-1-2 0 16,1-3 128-16,-1 0-128 0,1 0 224 0,-1-3-16 0,0 0 0 16,0-2 0-16,0 0 304 0,0-5 48 0,0 2 16 0,-1-7 0 15,2 2-80-15,0-4-16 0,1-4 0 0,-1-1 0 16,2 3-288-16,0-6-64 0,2-2-128 0,0-2 192 15,0 2-192-15,3 0 0 0,0 3 0 0,1 0 0 16,0 4-256-16,1 3-32 0,-2 2-16 0,1 2 0 16,-2 1-384-1,1 2-80-15,-2 2 0 0,1 0-10544 0,0 3-2096 0</inkml:trace>
  <inkml:trace contextRef="#ctx0" brushRef="#br0" timeOffset="-48587.96">7405 12637 10127 0,'-1'-3'896'0,"-1"-1"-704"15,1 1-192-15,1 1 0 0,0 1 1728 0,-1-1 320 16,-1-2 64-16,-2-2 16 0,1 2 880 0,0 2 160 16,1 2 32-16,0 3 16 0,3 6-1312 0,-1 2-272 15,2 4-48-15,0 1-16 0,1 1-928 0,1 2-176 16,2-1-32-16,-1-1-16 0,1-2-416 0,-6-15 0 16,12 26 0-16,-12-26 0 15,0 0-320-15,0 0-160 0,24 28-32 0,-18-28-9984 16,-2 0-2016-16</inkml:trace>
  <inkml:trace contextRef="#ctx0" brushRef="#br0" timeOffset="-48429.93">7488 12624 6447 0,'-1'-4'576'0,"0"2"-576"15,0-1 0-15,1 3 0 0,0 1 3136 0,-1 1 528 0,-1-2 112 0,0 2 0 16,-1 2-160-16,0 6-32 0,-1 4-16 0,2 3 0 16,0 4-1776-16,1 1-368 0,1-3-64 0,1 2-16 15,1-2-944-15,0 0-192 0,3-5-32 0,-5-14-17136 16</inkml:trace>
  <inkml:trace contextRef="#ctx0" brushRef="#br0" timeOffset="-48033.89">8094 12680 14735 0,'0'-4'640'0,"0"2"160"0,0 0-640 0,0 0-160 0,0 0 0 0,0 2 0 15,0 0 2032-15,0-1 368 0,-1 1 80 0,0 0 16 16,-1 3 176-16,-2 3 32 0,0 2 16 0,1 2 0 16,-2 2-1184-16,1 2-224 0,0 2-48 0,0 0-16 0,0 2-672 0,2-1-144 15,1-3-32-15,1-1 0 0,0-2-400 0,1-2 0 16,0-1 0-16,2-2 0 15,1-2-176-15,0-2-64 0,1-2-16 0,1-3-16992 16</inkml:trace>
  <inkml:trace contextRef="#ctx0" brushRef="#br0" timeOffset="-47904.79">8174 12660 15663 0,'1'-5'688'0,"0"3"144"0,-1-1-656 16,0 1-176-16,0 2 0 0,-1 2 0 0,1 1 2432 0,-2 2 448 15,0 4 80-15,-2 4 32 0,-1 5-480 0,1 3-80 0,-2 3-32 0,0 3 0 16,1 1-1136-16,0-2-240 0,1 1-32 0,2-4-16 15,2-5-720-15,1-1-256 0,2-5 144 0,-3-12-17344 16</inkml:trace>
  <inkml:trace contextRef="#ctx0" brushRef="#br0" timeOffset="-45739.33">11953 9853 4607 0,'-7'-5'400'0,"2"3"-400"16,2-1 0-16,0 1 0 0,3 2 784 0,-1-3 80 16,1 1 16-16,-2 0 0 0,0-3 608 0,0-2 128 0,1-2 32 0,-1 0 0 15,2 1 272-15,-1-2 64 0,1 4 16 0,0 0 0 16,1 2-80-16,1-1-32 0,-1 1 0 0,1 3 0 16,0-1-416-16,0 4-64 0,2 1-32 0,-1 4 0 15,-3-7-608-15,0 0-112 0,14 38-16 0,-14-38-16 16,11 39-304-16,-11-39-48 0,12 47-16 0,-12-47 0 15,9 44-128-15,-9-44-128 0,9 45 192 0,-9-45-192 16,9 38 128-16,-9-38-128 0,9 31 0 0,-9-31 0 16,0 0 0-16,0 0 0 0,12 36 0 0,-10-32 0 15,1-1-896-15,0-1-96 16,0-2-16-16,1-3-14016 0</inkml:trace>
  <inkml:trace contextRef="#ctx0" brushRef="#br0" timeOffset="-45516.25">12112 9870 14735 0,'-2'0'640'0,"0"0"160"0,0 0-640 0,2 2-160 16,-2 0 0-16,1 0 0 0,-1 1 1312 0,-1 2 224 15,-1 4 64-15,-2 3 0 0,-2 5 64 0,0 2 0 16,1 2 16-16,-2 0 0 0,1 0-784 0,1 1-176 0,-2 2-16 0,2-2-16 16,0-1-208-16,0 4-32 15,-1 2-16-15,-2 1 0 0,2 1-16 0,0-3 0 0,0-2 0 0,1-4 0 16,1-3-288-16,1-3-128 15,0-4 0-15,1-3 128 0,1 0-128 0,0-4 0 0,1-1 0 0,0-2 0 16,2-2-320-16,0-1-32 0,1-3-16 0,1-2-13584 16</inkml:trace>
  <inkml:trace contextRef="#ctx0" brushRef="#br0" timeOffset="-44520.78">12204 10062 6447 0,'-1'-3'272'0,"0"3"80"0,0-2-352 0,0 2 0 15,1-2 0-15,0 2 0 0,0 0 1984 0,-1-1 320 16,1 1 64-16,-1-3 0 0,1 2 784 0,0-2 160 15,0-2 16-15,1 2 16 0,1-2-720 0,0-1-128 0,0 0-48 0,1-2 0 16,0 1-1264-16,0-2-256 0,1-1-48 0,-1 3-16 16,0-2-624-16,-1 0-240 15,1 1 176-15,-2-1-176 0,1 3 0 0,-3 0 0 0,1 1 0 0,-2 0 0 16,0 3 0-16,-2 0 0 0,1 4 0 0,-3 0 0 16,1 0 0-16,-1 4 0 0,-2 2 0 0,0 2 0 15,1 0 0-15,-2 0 0 0,2 1 0 0,0 1 0 16,0 2 0-16,1 0 0 0,0 1 0 0,1-1 0 15,1 1 0-15,0 0 0 0,1-2 0 0,1 0 0 16,1-4 0-16,1-1 0 0,2-1 0 0,0-2 0 0,2 0 0 0,0-4 0 16,-1 0 0-16,1-1 0 0,0 0 0 0,-1-1 0 15,1 0 0-15,1-3 0 0,-1 0 0 0,2-2 0 32,0 1 0-32,1-2 0 0,0-3 0 0,0 3 0 0,-1-2 0 0,1 1 0 15,-2-1 0-15,1 2 0 0,0-3-128 0,-2 3 128 0,0-2 0 0,-1 0 0 16,-1 2 0-1,1 1 0-15,-1-1 0 0,-1 2 0 0,0 1 0 0,-1 0 0 0,0 1 0 0,-1 1 0 0,1 2 0 16,-1 0 0-16,0 2 0 0,-1 1 0 16,0 2 128-16,1 3-128 0,0-1 0 0,-1 3 144 0,0 2-144 0,1 0 128 15,0 2 0-15,0-2 0 0,1 2 0 0,1-2 0 32,1-3-128-32,0-2 0 0,1 1 0 0,0-2 0 15,1 2 0-15,0-6 0 0,0 0 0 0,1-1 0 16,0-2 0-16,-1-1 0 0,2 0 0 0,-2-3 0 15,2-2 0-15,1 0 0 0,0 0 0 0,-1-4 0 16,0 1 0-16,0 0 0 0,1-1 0 0,-1 1 0 16,-1 0-192-16,1 0 0 0,-2-2-16 0,1 3 0 15,-1-3-80-15,-2 1-16 0,1 1 0 0,-2 0 0 0,0 2 304 0,-1 1 0 16,-1 1 0-16,0 1 0 0,1 3 0 0,-1 2 0 16,0 0 0-16,0 2 0 0,1 1 192 0,-1 2-16 15,-1 1 0-15,1 3 0 0,-1 2 80 0,0 1 0 16,0 3 16-16,0 0 0 0,1 0-144 0,1-1-128 15,-1 1 144-15,1-2-144 0,1 0 0 0,-1-2 128 16,2-1-128-16,0 0 0 0,-2-10 0 0,0 0 0 16,0 0 0-16,0 0 0 0,0 0 0 0,0 0 0 15,0 0 0-15,0 0 0 0,0 0 0 0,40 12 0 16,-34-18 0-16,-1-1 0 0,2-2 0 0,-2 1 0 16,1-1 0-16,0-3 0 0,1 0 0 0,-1 0-128 0,1-2 128 0,-1 1 0 15,1 0 0-15,-2-1 0 0,2 0 0 0,-2-3 0 16,0 3 0-16,0 0 0 0,-1 1 0 0,-1 4 0 15,-1 2 0-15,0 3 0 0,-1 3 0 16,-2 2 0-16,1 3 0 0,-1 3 0 0,-1 2 0 0,0 1 0 16,0 2 0-16,0 1 0 0,1 2 0 0,-1-1 0 15,0 1 0-15,0-1 0 0,1 0 0 0,1-2 0 16,0-3 0-16,2-1 0 0,0-4 0 0,1-1 0 16,1-1 0-16,0-2 0 0,0 0 0 0,-1-4 0 0,3 0 0 15,-1-2 0-15,0-1 0 0,1-2 0 0,0-1 304 0,1-1-48 16,-2 1 0-16,1-4 0 15,0 2-256-15,0-2 0 0,-1 2 0 0,0-3 0 0,0 1 0 0,-2 0 0 16,1 2 0-16,-1-2 0 16,0 2-320-16,-1 2-112 0,-1 2-16 0,1 0-11408 15,0 3-2288-15</inkml:trace>
  <inkml:trace contextRef="#ctx0" brushRef="#br0" timeOffset="-43837.34">12771 9998 11055 0,'-1'2'976'0,"1"-2"-784"15,-1 1-192-15,1-1 0 0,0 0 1856 0,-1 0 320 0,0 1 64 0,-1-1 0 32,1 2 512-32,-1-1 80 0,1 1 32 0,1-2 0 0,1 0-864 0,0 0-160 0,2-2-48 0,0 2 0 15,0-1-880-15,2-1-176 0,1 2-32 0,1-2-16 16,-1 0-320-1,2-1-64-15,0 1-16 0,0-3 0 0,0 1-288 0,0-1 0 0,0 0 0 0,0-2 0 0,0 0 0 16,-1-1 0-16,1-1 0 0,-1 2 0 0,-2-3 0 0,0 3 0 16,-1-1 0-16,-2-1 0 0,-2 3-160 0,0-2 16 15,0 1 0-15,-2 0 0 32,-1 3-256-32,-1-3-48 0,-1 2-16 0,-2 0 0 0,-1 2 80 0,-1 1 32 0,-1 2 0 0,0 2 0 15,0 1 352-15,-2 4 0 16,1 0 0-16,-1 2 0 0,1 3-144 0,1 0 144 15,1 3 0-15,1 2 0 0,-1 0 0 0,3 3 0 16,0 1 128-16,2 1-128 0,0-1 416 0,1 0-16 0,2 1 0 16,2-5 0-16,0-1 128 0,-1-16 32 0,0 0 0 15,15 32 0-15,-15-32-256 0,0 0-48 0,0 0-16 0,42 9 0 16,-30-12-240-16,0-2 128 0,0-2-128 0,1 0 0 16,0-5 128-16,1 2-128 0,-1-3 0 0,0 1 0 31,-1 2-1024-31,-1-2-320 0,-1 1-48 0,0 1-15264 0</inkml:trace>
  <inkml:trace contextRef="#ctx0" brushRef="#br0" timeOffset="-43443.08">12974 9986 9903 0,'-2'-3'208'0,"0"3"48"0,1-2 16 0,0 0 16 0,0 1-288 0,1 1 0 15,0-2 0-15,0 0 0 16,-1 0 3488-16,0-4 640 0,1 2 128 0,0-1 32 0,1-2-1584 0,0 2-304 15,2 0-64-15,1-1-16 0,0 1-1024 0,2 0-208 16,0 0-32-16,1 1-16 0,0 0-656 0,1 1-128 16,-1 1-16-16,0 1-16 0,-7 1-32 0,0 0-16 15,0 0 0-15,0 0 0 0,0 0-176 0,41 27 0 16,-41-27 0-16,0 0 0 0,12 32 0 0,-12-32 0 16,4 24 0-16,-4-10 0 0,-1-2 0 0,-2 1 0 0,0 0 0 0,-1-1 0 15,-1-2 0-15,2 0 0 0,-1-2 0 0,0 0 0 16,0-3 0-16,2-1 0 0,0-1 0 15,0-1 0-15,1-4 0 0,1-1 0 0,1-2 0 0,0-1 0 16,1-2 304-16,0-1-32 0,2-1 0 0,-1-1 0 16,2-1-16-16,-1-2 0 0,3-1 0 0,-2-2 0 15,2-1-256-15,-1 1 0 0,2-2 128 0,-2 0-128 16,2 2 0-16,-1 1 0 0,0 2 0 0,0 0 0 16,-1 4 0-16,1 2 0 0,-2 2 0 0,-1 3-144 15,0 1-1024-15,1 0-208 0,-2 4-32 0,1 1-9808 16,-1 2-1968-16</inkml:trace>
  <inkml:trace contextRef="#ctx0" brushRef="#br0" timeOffset="-43078.87">13200 9953 17503 0,'-1'-3'768'0,"0"-1"176"0,0 1-752 0,1 1-192 16,0 1 0-16,-1-1 0 0,1 1 2064 0,-1-2 384 15,0 0 80-15,0-4 16 0,1 2-432 0,1-2-64 16,1 3-32-16,1-2 0 0,2 2-1216 0,-1 0-240 0,2 1-48 0,0 0-16 15,1 3-368-15,0-2-128 16,1 2 0-16,-8 0 144 0,0 0-144 0,0 0 0 16,0 0 0-16,0 0 0 0,43 16 0 0,-43-16 0 15,0 0 0-15,0 0 0 0,20 38 0 0,-20-38 0 0,5 24 0 0,-4-10 0 16,0-1 0-16,-3 3 0 16,0-1 0-16,0 1 0 0,-2-2 0 0,-2 0 0 0,0 0 0 0,-1-2 0 15,2-2-128-15,-2-3 128 0,1-1 0 0,1 0 0 16,1-3 0-16,-1 1 0 0,1-4 0 0,0 0 128 15,2-2 288-15,1-1 48 0,1-2 16 0,1-2 0 0,1-4 160 16,2 1 16-16,1-4 16 0,1-2 0 0,2 1-400 16,0-1-80-16,0 1 0 0,1-1-16 0,0-1-176 0,0 0 0 15,1 2 144-15,-2 2-144 16,1-1 0-16,-1 4 0 0,-1 1 0 0,-1 2 0 0,-1 2-176 0,0 2-96 16,-1 1-32-16,0 1 0 15,0 1-1808-15,-1 1-384 0</inkml:trace>
  <inkml:trace contextRef="#ctx0" brushRef="#br0" timeOffset="-42418.71">13542 9891 16575 0,'1'-2'1472'0,"-1"1"-1168"0,0-1-304 0,0 2 0 15,0 0 1984-15,-1-1 320 0,1 0 80 0,-1-2 16 16,0 1 192-16,-1 0 32 0,0 2 16 0,-2 2 0 16,-1 1-1248-16,1 3-256 0,-2 2-48 0,0 1-16 15,-2 5-720-15,0 1-144 0,-1 1-16 0,1 3-16 16,2 0-176-16,-2-2 0 0,3 4 0 0,1-5 0 16,1-1 128-16,3-3-128 0,1-1 128 0,-1-11-128 15,0 0 0-15,0 0 0 0,0 0 0 0,0 0 0 0,0 0 0 0,40 12 0 16,-31-19 0-16,1-2 0 15,1-1 128-15,1-2 32 0,-1 0 16 0,-1-2 0 0,0 2-176 0,-1-2 128 16,0 0-128-16,-2 0 128 0,0 2-128 0,-3-2 0 16,0 2 0-16,-2 0 0 0,-2 2 0 0,-1-1 0 15,-2 2 0-15,0 1 0 0,-2 6 0 0,-2-3 0 16,1 5 0-16,-2 0 0 0,-1 3 192 0,0 1-64 16,0 3 0-16,-1-1 0 0,3 0-128 0,0 1 128 15,-1 0-128-15,1 0 128 0,1-1-128 0,2 0 0 0,2-1 0 0,0 0 0 16,1-1-288-16,1-1-32 0,2-1-16 0,1 1 0 31,0-3-1904-31,2 0-384 0</inkml:trace>
  <inkml:trace contextRef="#ctx0" brushRef="#br0" timeOffset="-42044.74">13645 9911 9215 0,'1'1'816'15,"0"-1"-656"-15,0 0-160 0,0-1 0 16,0 0 2816-16,1 1 512 0,-1-2 128 0,3-1 0 15,2 0-640-15,0-3-144 0,2 1-32 0,0-1 0 0,-1 0-1456 0,2 0-288 16,-2 0-64-16,1 1-16 0,0-1-176 0,-1 1-48 16,2 2 0-16,-1 1 0 0,0 0-192 0,1 2-32 15,-9 0-16-15,0 0 0 0,0 0-160 0,0 0-16 16,37 35-16-16,-37-35 0 0,0 0-160 0,12 45 0 16,-12-45 144-16,2 38-144 0,-4-21 128 15,-1 2-128-15,-1-1 128 0,0 2-128 0,-1-4 0 0,-1 0 128 16,1 1-128-16,1-5 0 0,1-3 144 0,1-1-144 15,0-6 192-15,0 1-192 0,1-1 304 0,1-2-48 16,-1-3-16-16,1-1 0 0,-1-3 16 0,2-2 0 16,1-1 0-16,0-2 0 0,1-2-96 0,-1-1-16 0,3-2 0 15,1 0 0-15,0-3-144 0,1 1 0 0,-1 2 0 0,1-2 128 16,3 3-128-16,-1-4 0 0,1-1 0 0,0 5 0 16,0 1 0-16,-1 4 0 0,0 2 0 0,0 3 0 15,-1 3 0-15,-2 2 0 0,-6 1 0 0,0 0 0 16,0 0 0-16,0 0-144 0,0 0 144 15,21 38 0-15,-21-26-1344 16,-2 2-176-16</inkml:trace>
  <inkml:trace contextRef="#ctx0" brushRef="#br0" timeOffset="-41591.42">11865 10560 7359 0,'-2'-3'656'0,"1"0"-528"0,0 3-128 0,0 0 0 0,0 0 2432 0,1 0 448 15,-1 0 80-15,0 3 32 0,0 0 176 0,-2 1 32 16,1 6 16-16,-1 0 0 0,0 3-1232 0,0-1-256 16,0 0-64-16,2 0 0 0,1 0-896 0,0 0-192 15,0 0-48-15,2-3 0 0,0-2-528 0,1-2 0 32,1-1 0-32,-1-3 0 0,1 1-1024 0,0-2-144 0,-1-2-48 0,1-1-14208 0</inkml:trace>
  <inkml:trace contextRef="#ctx0" brushRef="#br0" timeOffset="-41432.71">11926 10592 2751 0,'1'-3'256'0,"-1"2"-256"0,0 1 0 0,0 0 0 16,0-2 2688-16,1-3 512 0,1 0 80 0,1-4 32 16,-1 4 704-16,-1-2 144 0,0 4 16 0,-1 3 16 15,-1 3-1728-15,0 2-352 0,-1 1-64 0,0 4 0 16,0 2-1088-16,0 2-192 0,-1 2-64 0,0 1 0 16,0 0-384-16,2-3-96 15,1 0-16-15,2-3 0 0,-2-11-208 0,0 0 0 16</inkml:trace>
  <inkml:trace contextRef="#ctx0" brushRef="#br0" timeOffset="-40959.24">12801 10517 10127 0,'-1'-3'896'0,"1"1"-704"0,0 0-192 0,0-1 0 0,0 1 1872 0,-1 2 352 16,1-2 64-16,0-1 16 0,0 1 864 0,0-3 176 15,-1 0 48-15,0 1 0 0,0 1-1216 0,0 3-224 16,-1 0-48-16,-1 3-16 0,-1 1-896 0,1 4-176 16,-3 1-48-16,0 5 0 0,1 0-464 0,-2 1-112 15,1 1 0-15,-1 1-16 0,2 2-176 0,-1-4 0 16,3 0 0-16,-1-3 0 0,2-1 0 0,3-3-272 16,1-1 32-16,1-2-17712 0</inkml:trace>
  <inkml:trace contextRef="#ctx0" brushRef="#br0" timeOffset="-40832.88">12962 10439 17503 0,'0'-1'1552'0,"0"1"-1232"0,0 1-320 0,0 1 0 15,-1 0 2656-15,-1 3 480 0,-1-1 80 0,-1 5 32 16,-3 4-848-16,-2 3-160 0,-2 4-48 0,-1-2 0 16,0 4-1296-16,1-3-256 0,1 0-48 0,2-5-16 15,3 0-576-15</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92.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4:56:06.575"/>
    </inkml:context>
    <inkml:brush xml:id="br0">
      <inkml:brushProperty name="width" value="0.05292" units="cm"/>
      <inkml:brushProperty name="height" value="0.05292" units="cm"/>
      <inkml:brushProperty name="color" value="#FF0000"/>
    </inkml:brush>
    <inkml:context xml:id="ctx1">
      <inkml:inkSource xml:id="inkSrc378">
        <inkml:traceFormat>
          <inkml:channel name="X" type="integer" max="27388" units="cm"/>
          <inkml:channel name="Y" type="integer" max="18258" units="cm"/>
          <inkml:channel name="T" type="integer" max="2.14748E9" units="dev"/>
        </inkml:traceFormat>
        <inkml:channelProperties>
          <inkml:channelProperty channel="X" name="resolution" value="1000.29218" units="1/cm"/>
          <inkml:channelProperty channel="Y" name="resolution" value="1000.43835" units="1/cm"/>
          <inkml:channelProperty channel="T" name="resolution" value="1" units="1/dev"/>
        </inkml:channelProperties>
      </inkml:inkSource>
      <inkml:timestamp xml:id="ts1" timeString="2023-10-30T05:01:31.974"/>
    </inkml:context>
  </inkml:definitions>
  <inkml:trace contextRef="#ctx0" brushRef="#br0">3418 5156 14735 0,'-1'0'1312'0,"1"0"-1056"0,0 0-256 0,1 0 0 16,-1 0 0-16,1 0 0 0,1 0-128 0,1-2 128 0,3-1 1280 0,1-1 336 15,3 1 80-15,1-3 16 0,2 0-416 0,0-1-80 16,0 0 0-16,0 0-16 0,1 1 112 0,-1 0 32 16,0-1 0-16,0 2 0 15,-1 0-512-15,-1 2-80 16,0 0-32-16,-1 0 0 0,-2 1-336 0,-1 1-64 0,1-1 0 0,-2 2-16 0,1 0-304 0,-2-1 0 16,0 0 0-16,-1-1 0 0,0 0-208 0,-2 1-160 31,0-1-16-31,-1 2-16 0,-1 0-2064 0,-1 0-416 0</inkml:trace>
  <inkml:trace contextRef="#ctx0" brushRef="#br0" timeOffset="206.88">3589 5118 6447 0,'-2'2'128'0,"1"-2"48"0,0 1 0 0,0-1 16 0,1 0-192 0,0 0 0 0,0 0 0 0,0 0 0 0,0 0 2848 0,0 2 544 0,0-2 96 0,0 0 32 16,0 0-880-16,0 0-160 0,0 2-48 0,0-1 0 15,0 3-704-15,1-2-128 0,0 3-48 0,0 0 0 31,0-1-848-31,-1 2-160 0,0 1-32 0,0 4-16 0,-1 0-288 0,0 3-48 0,0-1-16 0,-1 4 0 32,0 0-144-32,-1 3 128 0,-1 4-128 0,0 0 128 15,0-2-128-15,1-4 0 0,0 0 0 0,1-2 0 0,2-4 0 16,0-1 0-16,1-4 0 0,0-2 0 16,1 0-1088-16,0-4-208 0</inkml:trace>
  <inkml:trace contextRef="#ctx0" brushRef="#br0" timeOffset="413.46">3506 5403 8287 0,'-7'2'368'0,"3"-2"80"16,1 2-448-16,0-2 0 0,1 1 0 0,1 1 0 0,-1-2 1600 0,0 2 256 15,-2 3 32-15,0 0 16 0,0 1 720 0,2 2 160 16,0-1 32-16,2 0 0 0,2-2-432 0,0 0-80 16,2-1 0-16,-4-4-16 0,0 0-880 0,0 0-160 0,0 0-32 15,37 5-16-15,-27-7-496 0,2-1-112 0,0 1-16 16,-1-3 0-16,1 0-352 0,-1 3-80 0,1-3-16 0,-1 0 0 15,-2 2-128-15,1 0 0 0,-2 0 0 0,0 0 0 16,-1 0 0-16,0 0-144 0,0 0 144 0,-1-2-160 31,0 3-1488-31,-2 0-288 0</inkml:trace>
  <inkml:trace contextRef="#ctx0" brushRef="#br0" timeOffset="873">3966 5071 23951 0,'4'-10'1056'0,"0"3"224"0,0 0-1024 0,-2 1-256 16,-2 3 0-16,0 0 0 0,0 1 1344 0,1-1 224 15,0-4 32-15,0 0 16 0,-1 1-416 0,-1 0-96 16,-1 4-16-16,-1 0 0 0,-2 4-320 0,0-1-80 15,-2 2-16-15,0 2 0 0,-2 0-304 0,1 2-64 16,0 0-16-16,-2-2 0 0,2 1 32 0,1 0 16 16,0-1 0-16,1-3 0 0,1 1-112 0,1-1-32 15,1-2 0-15,0 0 0 0,2 0 80 0,0-3 16 0,0 3 0 0,1-2 0 16,0 2-128-16,0 0-32 0,0-1 0 0,0 1 0 16,1 1-128-16,0-1 160 15,1 3-160-15,-1 2 160 0,1 1-160 0,-2-6 0 0,0 0 0 0,8 38 128 16,-8-38-128-16,5 38 0 0,-5-38 0 0,5 43 0 15,-5-43 0-15,4 49 0 0,-3-17 0 0,0 0 0 16,0-5 0-16,0 1 0 0,1 3 0 0,-1-3 0 16,1-1 0-16,-1-2 0 0,1-1 0 0,-2-24 0 15,3 36 0-15,-3-36 0 0,0 0 0 0,3 38 0 16,-3-29 0-16,1-2 0 0,-1-1 0 0,-1-1 0 0,1-2 0 16,-1 0 0-16,1-3 0 0,-2 0 0 0,2-2 0 0,-2-1 0 15,0-1 0-15,-1-1 0 0,0-2 0 0,0-3 0 16,0-1 0-16,-2-4-12128 15,0 1-2416-15</inkml:trace>
  <inkml:trace contextRef="#ctx0" brushRef="#br0" timeOffset="1072.61">3815 5332 11055 0,'0'0'976'0,"0"-2"-784"0,0 1-192 0,0 1 0 16,1-2 2016-16,-1 1 352 0,1-1 80 0,1-2 16 15,1-1 1024-15,1-2 208 0,1-1 32 0,1-1 16 16,1 1-1488-16,1-1-288 0,2 1-64 0,0 0-16 15,3 1-1120-15,0-2-208 16,0 3-48-16,2 0-16 0,1-1-288 0,-1 3-48 0,2 1-16 0,1 0 0 16,-3 1-144-16,-15 2 0 0,32-1 0 0,-32 1 0 15,28 0 0-15,-28 0-272 0</inkml:trace>
  <inkml:trace contextRef="#ctx0" brushRef="#br0" timeOffset="2875.29">4606 5134 14735 0,'-1'-4'1312'0,"1"2"-1056"16,0 0-256-16,0 1 0 0,0 1 304 0,0-2 0 16,0-1 0-16,0-3 0 0,-1 0 464 0,1 0 112 15,-1-2 16-15,1 4 0 0,0-1 16 0,0 2 16 16,0 0 0-16,0 0 0 0,0 1-64 0,-1 1-16 16,1-1 0-16,0 2 0 0,-1-1-80 0,1 1 0 15,0 0-16-15,0 1 0 0,-1 1-16 0,0-1 0 16,0 3 0-16,0-2 0 0,1 3-304 0,-1 2-64 15,1 3-16-15,0-1 0 0,0 3-80 0,0 2-16 16,1 1 0-16,0 5 0 0,-1 2 0 0,1 0 0 0,-1-2 0 16,0 2 0-1,-1 0-16-15,1 1-16 0,0-1 0 0,-1 0 0 0,0-2-96 0,1-3 0 0,-1-3-128 0,1-2 192 16,-1-2-192-16,1-2 0 16,0 1 0-16,1-3 0 0,-1-3 0 0,0 1 0 0,1-4 0 0,0 0 0 15,1-5 0-15,-1 0 0 0,2-1 0 0,0-3-160 31,-1-1-1216-31,0 2-240 0,0-3-48 0,-1 1-12176 0</inkml:trace>
  <inkml:trace contextRef="#ctx0" brushRef="#br0" timeOffset="3348.77">4585 5210 1839 0,'-2'-4'160'0,"1"2"-160"16,0-1 0-16,0 3 0 16,1 0 1344-16,0-2 256 0,-2-1 32 0,0-1 16 15,0-1 480-15,0-2 112 16,0-1 0-16,2 2 16 0,1-2-240 0,2-1-48 0,0 2-16 0,1-1 0 0,2-1-784 0,0 1-144 31,1-1-48-31,0 0 0 0,2 2-160 0,-1-3-48 16,1 4 0-16,2 0 0 0,-1 2 80 0,0 2 16 15,2-1 0-15,-1 3 0 0,0 0-288 0,-11 0-48 16,0 0-16-16,36 7 0 0,-36-7-352 0,0 0-160 0,0 0 128 0,38 19-128 16,-38-19 0-16,0 0 0 0,0 0 0 0,0 0 0 15,0 0 0-15,0 0 0 0,0 0 0 0,23 38 0 16,-25-33 0-16,-1-1 0 0,-2 2 0 0,-2-2 0 15,1 3 0-15,-3-2 0 0,-2 2 0 0,-2 0 0 16,-2 3 0-16,-1-3 0 0,0 2 0 0,-1 1 0 16,-1 0 0-16,0 1 0 0,1-4 0 0,2 1 0 15,3-2 0-15,2 0 0 0,2-2 0 0,1-1 0 16,4-1 0-16,0 0 0 0,3-2 0 0,1 0 0 16,2 0 0-16,4-3 0 0,1-1 128 0,4 0-128 0,1-1 320 15,3 0 48-15,2 0 0 0,0-1 0 0,1 0 64 0,0 1 16 16,4 1 0-16,-1 1 0 0,2-2-256 0,-1 3-32 15,-23 2-16-15,45 2 0 0,-45-2 32 0,39 8 0 16,-39-8 0-16,0 0 0 0,41 16-176 0,-41-16 0 16,0 0 0-16,0 0 128 0,0 0-128 0,22 36 0 15,-27-27 0-15,-2 1 128 0,-2 1 144 0,-3-1 32 16,-5 5 0-16,-7 1 0 0,-3 1-144 0,-3 2-32 16,-4 2 0-16,1-5 0 0,1 1-128 0,2-3 0 15,5-4 0-15,5-5 0 0,5-3 0 0,4-4-176 16</inkml:trace>
  <inkml:trace contextRef="#ctx0" brushRef="#br0" timeOffset="7628.3">5200 4898 6447 0,'1'-3'576'16,"0"1"-576"-16,0 2 0 0,-1-2 0 0,0 1 800 0,0 1 48 15,1-2 16-15,0 0 0 0,0-1 368 0,-1-1 80 32,0 3 16-32,0-1 0 0,0 2-160 0,-2 2-16 0,0 2-16 0,-1 1 0 0,0 1-288 0,0 1-48 15,-2 0-16-15,-1 2 0 0,-1 3-160 0,0 0-48 16,-1 2 0-16,0-1 0 0,-3 5-288 0,-1 1-64 31,0 0-16-31,0 0 0 0,2-2-208 0,3-2 0 0</inkml:trace>
  <inkml:trace contextRef="#ctx0" brushRef="#br0" timeOffset="8154.38">5347 5244 4607 0,'0'0'400'0,"-1"-2"-400"0,1 1 0 0,0 0 0 16,1 1 1088-16,-1-1 128 0,0-1 16 0,0 1 16 16,0-2 752-16,3 0 160 0,-1 0 16 0,1-1 16 15,0 1-320-15,0 2-64 0,2-2-16 0,1 2 0 16,0-1-256-16,1 0-64 0,2 1-16 0,-1-1 0 16,1 1-432-16,2 0-96 0,-1 1-16 0,0 0 0 15,-1-2-512-15,2 2-96 0,-2 2-32 0,-1-2 0 0,0 0-272 0,-3 0 0 16,2 0 0-16,-3 0 0 15,2 0-608-15,-2 0-80 0,0 0-16 0,-1 0-13184 16</inkml:trace>
  <inkml:trace contextRef="#ctx0" brushRef="#br0" timeOffset="8385.92">5370 5317 5519 0,'-6'1'240'0,"2"1"64"0,1 0-304 0,0-2 0 15,1 0 0-15,2 0 0 0,-1 0 1664 0,-1 2 256 0,0 1 64 0,-1 0 16 16,-1 1 480-16,0 0 80 0,1 1 32 0,2-1 0 16,0 0-416-16,1 0-96 0,1-1-16 0,0 1 0 15,1-2-752-15,2 1-160 0,3-3-16 0,-1 1-16 16,2-1 0-16,-1-1 0 0,2 1 0 0,2-3 0 16,1 0-400-16,0-2-80 15,1 2 0-15,-1 0-16 0,-1-1-384 0,2-1-80 0,-1 0-16 0,0 1 0 16,-2-2-144-16,0 2 0 0,0 2 0 0,-1-1-11968 15,-3 1-2336-15</inkml:trace>
  <inkml:trace contextRef="#ctx0" brushRef="#br0" timeOffset="9553.68">5885 4971 6447 0,'-1'-7'576'0,"0"5"-576"16,1-3 0-16,0 2 0 0,1 1 544 0,-1 2 0 16,0 0 0-16,0-1 0 0,0 0 1088 0,0-2 224 15,0 1 32-15,1 2 16 0,0 0-96 0,0 1-16 16,0 3 0-16,0 1 0 0,1 2-608 0,-1 2-128 0,1 0-32 15,-2-9 0-15,0 0-448 0,7 34-80 16,-7-34-32-16,0 0 0 0,0 0-336 0,13 38-128 0,-13-38 0 0,0 0 0 16,0 0 0-16,0 0 0 0,0 0-176 0,0 0-11808 15</inkml:trace>
  <inkml:trace contextRef="#ctx0" brushRef="#br0" timeOffset="9686.21">6017 4952 6447 0,'1'-7'272'0,"0"1"80"0,0 3-352 0,-1 0 0 0,1 3 0 0,-1 0 0 15,0 0 1632-15,0 1 256 0,1 1 48 0,-1 2 16 0,1 2 96 16,-1 3 0-16,-1 3 16 0,1-12 0 0,0 30-608 0,0-30-128 16,2 31-32-16,-2-31 0 0,0 0-944 0,12 39-192 15</inkml:trace>
  <inkml:trace contextRef="#ctx0" brushRef="#br0" timeOffset="10091.21">6331 5207 16575 0,'6'-6'1472'0,"-1"1"-1168"0,-1 1-304 0,1 1 0 15,-3-1 1792-15,0 1 320 0,0 1 48 0,3-3 16 16,2-2 208-16,3-5 48 0,-1 0 16 0,-2 2 0 16,0-1-1296-16,-3 2-256 0,-3 1-48 0,-1 2-16 15,0 1-128-15,-4 2-16 0,-1-1-16 0,-1 3 0 16,-3 1-336-16,-1 0-64 0,-1 3-16 0,-3 1 0 0,-1 1-128 0,0 2-128 16,-3 0 144-16,1 1-144 15,2 1 0-15,-2 3 0 0,-1 2 0 0,1 2 0 16,2 1 0-16,1 2 0 0,2 1 0 0,2-2 0 0,3-1 0 0,2 2 0 15,4-1 0-15,1-18 0 0,4 36 0 0,-4-36 0 16,0 0 0-16,18 38 0 0,-18-38 0 0,0 0 0 16,0 0 0-16,45 24 0 0,-45-24 0 0,29 2 0 15,-13-4 0-15,1-2 0 0,-1 1 0 16,1-4 0-16,-1-1 0 0,-1-1 0 16,2 0-560-16,-1-3 0 0,1-2 0 0,-2 0-10832 0,-1 1-2176 15</inkml:trace>
  <inkml:trace contextRef="#ctx0" brushRef="#br0" timeOffset="10504.04">6583 4928 19343 0,'1'0'848'0,"-1"0"192"0,0 0-832 0,0 0-208 0,-1 0 0 0,0 1 0 0,1 1 2128 0,-2 0 384 0,0 1 80 0,-1 0 16 16,0 3-368-16,-2 1-64 0,-1 3 0 0,1-1-16 15,-1 3-1024-15,1 2-208 0,-2 3-32 16,1 4-16-16,0 3-592 0,-1 0-112 0,0 4-32 0,0-1 0 15,-1 1-144-15,2 0 0 16,-1-3 0-16,3-3 128 0,0-3-128 0,0 0 0 0,4-19 0 0,-1 33 0 0,1-33 0 0,0 0 0 16,3 36 0-16,-3-36 0 0,0 0 0 0,0 0 0 15,0 0 0-15,0 0 0 0,0 0 0 0,0 0 0 16,0 0 0-16,0 0 0 0,0 0 0 0,31 2 0 16,-26-9 0-16,-1-1 0 0,0-1 0 0,0 1 0 15,1 0 0-15,1-4 0 0,-1 0 0 0,3 0 0 0,0 0 0 16,-1 3 0-16,2 0 0 0,-2 1 0 0,1 2 0 0,-2 1 0 31,2 2 0-31,0-1 0 0,-1 2 0 0,1 1 0 16,-2 2 0-16,1 1 208 0,-7-2-48 0,0 0-16 15,0 0-144-15,0 0 0 0,0 0 144 0,21 44-144 16,-21-44 0-16,0 0 144 0,1 36-144 0,-1-36 0 16,0 0 144-16,0 36-144 0,0-36 0 0,0 0 144 15,0 0-144-15,3 28 0 0,-1-25 0 0,-1-1 0 16,2-2 0-16,1-2 0 0,1-1 0 0,1-3-18368 15</inkml:trace>
  <inkml:trace contextRef="#ctx0" brushRef="#br0" timeOffset="11327.11">6853 5268 15663 0,'1'0'1392'0,"0"0"-1120"15,-1 0-272-15,0 0 0 0,0 0 1792 0,1 0 320 16,0 0 48-16,2-2 16 0,0 1 64 0,1-4 0 15,0 3 16-15,1-3 0 0,-1-2-1488 0,0 2-320 0,1-2-48 0,-1-2-16 16,0 0-16-16,0 0-16 16,-1-2 0-16,-1 2 0 0,-2-1-128 0,0 1-32 0,0-1 0 0,-2 3 0 15,-1 2-192-15,-2 1 176 16,1 2-176-16,-2 2 160 0,0 2 32 0,-1 0 16 0,-2 6 0 0,0 1 0 16,1-2 0-16,-1 3 0 0,0 4 0 0,-1-2 0 15,3 0 16-15,-1 2 0 0,1 1 0 0,-1 1 0 16,0 5-96-16,2-3-128 0,0-1 176 0,2-2-176 15,4-15 240-15,-2 23-64 0,2-23-16 0,0 0 0 16,0 0-160-16,0 0 160 0,0 0-160 0,0 0 160 0,26 33-160 0,-19-35 0 16,1 0 0-16,-2-3 0 0,1-1 0 15,2-2 0-15,-1-1 0 0,0-1 0 0,2-1 0 16,-2 0 0-16,0-3 0 0,2 1 0 0,-1-2 0 0,0-2 0 16,0 3 0-16,-2 0 0 0,0 4 0 0,-2 2 0 15,0 2 0-15,-2 1 0 0,0 3 0 0,-2 2 0 16,1 1 0-16,-2 2 0 0,0 0 0 0,-2 4 0 15,1 1 0-15,-1 3 0 0,1-2 0 16,0 3 0-16,1-12 0 0,-3 26 192 0,3-26 144 0,0 26 48 16,0-26 0-16,0 0 0 0,6 34-240 15,-6-34-144-15,0 0 192 0,0 0-192 0,0 0 128 16,0 0-128-16,0 0 0 0,0 0 0 0,38 19 0 0,-31-23 0 0,0-2 0 0,2-1 0 16,-1-3 0-16,1-1 0 0,0 2 0 0,-2-1 0 15,1-1 0-15,2-2 0 0,-1 1-176 16,-1-2 176-16,1 2-320 0,0 2 64 0,-2-1 0 0,0 4 0 15,-2-1 256-15,1 4 0 0,-2-1 0 16,1 0 0-16,0 5 0 0,-2 0 0 0,0 0 0 16,0 3 0-16,0-1 0 0,-1 3 0 0,0 2 0 0,-2-7 0 15,0 0 256-15,0 0 48 0,4 40 16 0,-4-40 0 16,0 0-144-16,-1 36-32 0,1-36 0 0,-2 24 0 0,2-24-144 16,-3 22 128-16,1-11-128 0,0-4 128 15,-1 0-128-15,1-3 0 0,0-1 0 0,1 0 0 0,0-1 0 0,0-2 0 16,0-2 0-16,1-1 0 15,0 0 0-15,1-3 0 0,1-2 0 0,-1 1 0 0,1-1 0 0,1-2 0 16,1 0 0-16,0-4 0 0,1 2 0 0,1-3 0 16,0 1 0-16,1-2 0 0,0-1 0 0,1 1-176 15,1 2 176-15,-1 4-192 0,0 1 192 0,-1 3-128 16,-1 2 128-16,1 2-128 0,-2 0 128 0,0 4 0 16,0 0 0-16,-5-2 0 0,0 0 0 0,0 0 0 0,0 0 0 0,0 0 0 15,18 43 0-15,-18-43 0 16,0 0 0-16,3 38 0 0,-3-38 160 0,1 31-32 0,-1-31-128 0,-1 28 192 15,1-28-32-15,-1 28-16 0,1-28 0 0,0 0 0 16,0 38-144-16,0-38 0 0,0 0 0 0,0 0 128 16,0 0-128-16,0 0 0 15,0 0 0-15,0 0 0 0,0 0-256 0,0 0-16 16,21-1-16-16,-15-10-18032 0</inkml:trace>
  <inkml:trace contextRef="#ctx0" brushRef="#br0" timeOffset="11786.42">7391 5263 19343 0,'1'2'848'0,"-1"-1"192"0,1 1-832 0,0-2-208 0,0 0 0 0,0 0 0 0,1-2 2464 0,0 2 448 15,1-1 96-15,1-1 0 16,3-1-640-16,1-1-128 16,1-3-16-16,2 2-16 0,-1-5-1248 0,1 3-240 15,-1-2-48-15,1-2-16 0,-1 0-352 0,1-1-80 0,-1 0-16 0,-1-1 0 16,-1 1-208-16,-3-1 144 15,0 2-144-15,-2 1 128 0,-3-1-128 0,0 1 0 0,-1 3 0 0,-2 2 128 16,-2 3-128-16,0 2 0 0,-2 0 144 0,-2 2-144 16,0 5 128-16,-3-2-128 0,-1 3 128 0,2 0-128 15,1 0 0-15,1 1 0 16,0 0 0-16,0 1 128 0,2 2-128 0,0-2 0 0,2-1 0 0,0 0 0 16,2 2 0-16,1-2 0 0,2-3 0 0,0 2 0 15,0-8 0-15,0 0 0 0,0 0 0 0,0 0 0 16,20 38 0-16,-20-38 0 0,0 0 0 0,0 0 0 15,31 38 0-15,-31-38 0 0,0 0 0 0,27 35 0 16,-27-35 0-16,0 0 0 0,24 38 0 0,-24-38 0 16,0 0 0-16,17 40 0 0,-17-40 0 0,0 0 0 15,7 39 0-15,-7-39 0 0,-5 25 0 0,0-13 128 0,-2 0 32 0,-2-2 16 16,-1 1 0-16,-3 0 0 0,1-3-48 0,-2 2 0 16,-3-3 0-16,-1 3 0 0,0-4-128 0,1 0 0 15,2-2 0-15,1-2 0 0,2-2 0 0,1-2 0 16,2 0 0-16,1-3 0 0,2-1 0 0,0-3 0 15,3 0 0-15,0-2-176 16,2-1-656-16,3-3-128 0,1 1-16 0,2 0-17184 0</inkml:trace>
  <inkml:trace contextRef="#ctx0" brushRef="#br0" timeOffset="12118.21">7596 5279 18431 0,'4'0'816'0,"-1"0"160"0,1 0-784 0,-2 0-192 0,0 0 0 16,-1 0 0-16,1 0 1584 0,2 0 272 0,2 0 48 0,3 0 16 16,-9 0-144-16,23 0-32 0,-10 0 0 0,0-2 0 15,1-1-496-15,0-1-96 0,-1-1-32 0,0 0 0 16,1-2-464-16,-1-2-80 0,0 1-32 0,-2-1 0 16,1 0-96-16,-3-1-32 0,-1-1 0 0,0 1 0 0,-2 0-32 0,-2-3-16 15,-1 0 0-15,-3 0 0 0,-1 0-176 0,-4 1-48 16,0-1 0-16,-3 3 0 0,0 2-144 0,-2 4 0 15,-3 2 144-15,1 2-144 0,-2 6 144 0,1 0-144 16,1 1 192-16,1 6-192 0,0 2 160 0,1 2-160 16,0 2 128-16,1 3-128 0,-1 1 160 15,3-2-160-15,1-1 192 0,1 0-192 0,5-20 288 0,-4 40-48 16,4-40-16-16,0 0 0 0,14 43 0 0,-14-43 0 16,0 0 0-16,37 19 0 0,-37-19-224 0,31 3 0 15,-15-6 0-15,1-2 0 0,1 1 0 0,1-6-160 0,2 1 32 0,-1-1-19152 16</inkml:trace>
  <inkml:trace contextRef="#ctx0" brushRef="#br0" timeOffset="12563.55">8254 5099 12895 0,'6'-7'1152'0,"-1"0"-928"0,0 2-224 0,-2 1 0 0,0 2 1232 0,-1 2 208 0,0-1 32 0,3 1 16 16,3-3 1648-16,2 1 336 0,-10 2 64 0,0 0 16 15,36 8-1120-15,-36-8-208 0,0 0-48 0,35 16-16 0,-35-16-1184 16,0 0-224-16,0 0-48 0,42 25-16 16,-42-25-496-16,0 0-192 0,0 0 128 0,0 0-128 15,36 17 0-15,-32-16-176 0,0 1 16 0,-3-1-18144 16</inkml:trace>
  <inkml:trace contextRef="#ctx0" brushRef="#br0" timeOffset="12741.79">8364 5192 17503 0,'-2'2'768'0,"2"0"176"0,-1 0-752 16,0 1-192-16,0 0 0 0,1-1 0 0,-1 0 2496 0,0 5 480 0,-2 0 96 0,0 5 0 31,3-12-848-31,-6 28-176 16,2-13-48-16,0-1 0 0,4-14-1424 0,-4 26-304 0,4-26-48 0,0 0-16 15,-2 31-480-15,2-31-112 0</inkml:trace>
  <inkml:trace contextRef="#ctx0" brushRef="#br0" timeOffset="13104.25">8552 5169 24879 0,'0'0'1088'0,"0"1"256"0,0 1-1088 15,0 1-256-15,0-1 0 0,0 1 0 0,-1-1 1904 0,1 3 320 16,0 3 64-16,0-8 16 0,0 0-480 0,1 37-96 15,-1-37 0-15,0 0-16 0,6 38-1280 0,-6-38-256 16,0 0-48-16,0 0-128 0,11 38 144 0,-11-38-144 16,0 0 0-16,0 0 144 0,0 0-144 0,0 0 0 15,0 0 0-15,0 0 0 0,0 0 0 0,0 0 0 0,0 0 0 0,24-3 0 16,-24-4 0-16,0 0 0 0,1-4 0 0,-1 1 0 16,2-2 0-16,-1 0 0 0,1 2-128 0,0-4 128 15,1 0 0-15,0 1 0 0,3-2 0 0,-1 3 0 16,4-2 0-16,-1 4 0 0,2 0 0 0,1 4 0 15,1-2 256-15,0 5 32 0,1 0 0 0,-1 2 0 16,-12 1 32-16,0 0 0 0,33 7 0 0,-33-7 0 16,0 0-64-16,0 0 0 0,33 29 0 0,-33-29 0 15,0 0-96-15,0 0-32 0,18 48 0 0,-18-48 0 16,0 0-128-16,1 42 0 0,-1-42 0 0,-5 26 128 0,5-26-128 16,-5 19 0-16,2-11 0 0,-1-2-12864 15,2-3-2592-15</inkml:trace>
  <inkml:trace contextRef="#ctx0" brushRef="#br0" timeOffset="15007.51">9138 5201 8287 0,'-6'-4'736'0,"3"3"-592"0,0 0-144 0,1 0 0 15,2 1 1312-15,-1-2 224 16,1 2 64-16,0-3 0 15,0 1-288-15,0-1-48 0,1-1-16 0,1-3 0 0,1 2 96 0,2-2 32 16,1 0 0-16,1-1 0 0,0 2 96 0,4-4 32 0,1 1 0 0,1-1 0 16,2 1-352-16,-1-1-80 0,1 1-16 0,-1 4 0 15,1-2-320-15,-2 4-64 0,-1 1-16 0,-1 3 0 16,-11-1-352-16,0 0-80 0,0 0-16 0,0 0 0 0,39 32-208 0,-39-32 0 31,0 0 0-31,7 41 0 0,-8-25-128 0,0 0 128 0,-2-1 0 0,0-1 0 0,-1 0 0 0,-1-1-128 16,0-1 128-16,0-1 0 0,-1-1 0 15,2-1 0-15,0-2 0 0,0-2 0 0,1-1 0 0,1-1 0 16,0-1 0-16,1-1 0 0,0-2 0 0,2 1 0 16,0-4 0-16,1 0 0 0,1-2 320 0,1-3-16 31,1-1-16-31,1 0 0 0,1-1-16 0,0-1 0 0,2 0 0 0,1-3 0 16,3 1-272-16,0-2 0 0,1-1 0 0,2-2 0 0,0 4 0 0,-1 0 0 15,0 0 0-15,-2 2 0 31,-2 3-448-31,-1 0-32 0,0 1-16 0,-2 4 0 16,-1 0-1680-16,-2 3-320 0</inkml:trace>
  <inkml:trace contextRef="#ctx0" brushRef="#br0" timeOffset="15448.87">9586 5128 13823 0,'-3'-5'608'0,"1"2"128"15,1 0-592-15,0 2-144 0,0-1 0 0,0 1 0 0,0 1 1024 0,0-2 160 16,-2 2 32-16,-1-3 16 0,-1 3-96 0,0 0-32 16,0 3 0-16,0 0 0 0,-1 1-384 0,2 4-80 15,0 1 0-15,0 2-16 0,0 1 96 0,2 0 32 16,0-1 0-16,0 2 0 0,2-13-160 0,0 0-16 16,2 40-16-16,-2-40 0 0,0 0 112 0,0 0 32 0,14 38 0 0,-14-38 0 15,0 0-448-15,0 0-64 0,0 0-32 0,35 12 0 16,-28-13 192-16,4-3 32 15,0-5 16-15,1-1 0 0,0 1 48 0,0-3 16 0,1 0 0 0,-1-2 0 16,0 0-464-16,-1 0 0 0,-2 1 0 0,-1 0 0 16,-1 0 0-16,-1 1 0 0,-1-1 0 0,-1 3 0 15,0-2 0-15,-2 3 0 0,-1 2 0 0,1 2 0 16,-2 3 0-16,1 0 0 0,-1 4 0 0,0 0 0 16,-1 2 0-16,-1 2 0 0,0 3 0 0,-1 0 0 15,-1 3 160-15,0 0-16 0,2 0 0 0,-2 0 0 0,1 0 0 0,0 0 0 16,1 4 0-16,0-2 0 0,2-14 64 0,0 0 16 15,2 38 0-15,-1-30 0 0,2-2-48 0,1-1-16 16,0 0 0-16,1-4 0 16,3-2-160-16,0-1 0 0,0-1 0 0,2-4 0 0,-2 2 0 0,1-2-176 15,1 1 176-15,-1-1-192 16,0 1-2240-16,0-1-448 0</inkml:trace>
  <inkml:trace contextRef="#ctx0" brushRef="#br0" timeOffset="15984.42">9947 5106 11055 0,'0'-7'480'0,"0"2"112"0,1 3-464 0,-1-2-128 0,1 3 0 0,-1-1 0 16,1-1 2352-16,0 1 448 0,0-2 80 0,1-2 32 16,-1 2 208-16,0-1 32 0,-1 1 16 0,0 3 0 15,0 1-1440-15,-1 3-304 0,-1 0-48 0,-1 3-16 16,0 2-976-16,-1-1-192 0,-1 4-32 0,1 1-16 15,-1-1-144-15,0 0 0 0,2 1 0 0,-1-1 0 16,1-3 0-16,0 2 0 0,0 1 0 0,2-2 0 0,-1 0 0 0,1 0 0 16,1-1 128-16,1-3-128 0,0-2 0 0,1 1 0 15,0-3 0-15,1-1 0 0,1-1 0 0,-1-1 0 16,1-1 0-16,0 0 0 0,0 0 0 0,-1 0 0 16,1-3 0-16,0 1 0 0,-1 0 0 0,-2 2 0 15,1-1 0-15,-1 1 0 0,0 0 0 0,-1 1 0 16,0 1 0-16,-1 0 0 0,1-1 0 0,0 2 0 15,0-1 0-15,-1 1 0 0,1 0 0 0,-1 0 0 16,2 1 0-16,-1 1 0 0,0-2 0 0,0 1 0 16,0 0 0-16,0-1 0 0,0 2 208 0,0-2-32 15,1 1-16-15,-1 1 0 0,1-2 64 0,-1 2 16 0,1-2 0 16,-1 0 0-16,0 0-240 0,0 0 0 0,0-2 128 0,0 2-128 31,0-3 176-31,1 3-16 0,-1-2 0 0,0 1 0 0,0 0-32 0,0-2 0 0,0-1 0 0,0 3 0 16,0-1-128-16,1 0 192 15,-1 0-192-15,0 0 192 0,1 1-192 0,-1-1 0 16,-1 2 0-16,1 0 0 0,1-2 0 0,-2 2 0 0,1 2 0 0,0-2 0 31,0 2 0-31,0-1 0 0,-1 1 0 0,0 0 0 16,1 0 0-16,-2 0 0 0,1 3 0 0,-1-2 0 0,2-1 0 0,-1 1-224 0,0 1 48 0,0-1 16 16,1 0-1088-16,-1 0-224 0,1 3-32 0,0-2-15152 15</inkml:trace>
  <inkml:trace contextRef="#ctx0" brushRef="#br0" timeOffset="16695.88">10091 5142 16575 0,'-1'-2'1472'0,"1"-1"-1168"0,1 3-304 0,-1 0 0 31,-1 0 960-31,0-2 128 0,1 1 16 0,-2-1 16 0,2 0 288 0,-2 0 48 0,-1-1 16 0,1 1 0 31,0-1-448-31,-1 1-64 0,2 0-32 0,1 0 0 0,-1-1 32 0,0 0 16 0,-1 0 0 0,0-2 0 32,1-1-656-32,0 2-128 0,-1-4-16 0,1 2-16 15,0-2 32-15,-1 1 0 0,0 0 0 0,-1 2 0 16,0 0 240-16,0-1 48 0,0 1 16 0,-1 2 0 15,0 1-48-15,0 0 0 0,0 0 0 0,0 4 0 16,0-2-144-16,-1 4-48 0,-1-1 0 0,1 4 0 16,-1-3-256-16,0 4 160 0,-1 1-160 0,0 1 128 0,-1 4-128 0,1 0 0 15,1 0 0-15,-1 1 0 0,2-1 0 0,-1 0 0 16,0 2 144-16,3-4-144 0,-1 0 288 0,0 0-16 16,1 2 0-16,3-14 0 0,-4 27-112 0,4-27-32 15,0 0 0-15,0 0 0 0,2 34 0 0,0-31-128 16,3 2 192-16,0-4-64 0,-1-1-128 0,3 0 160 15,0-1-160-15,2-4 160 0,1-1-16 0,1-2 0 16,1-2 0-16,0-1 0 0,2-1-144 0,-1-2 0 0,0 2 0 16,-1-2 128-16,-1 0-128 0,-1-1 0 0,0 1 0 15,-2 0 0-15,-2 0 0 0,1-1 0 0,-2-1 0 0,-1-1 0 16,0-1 0-16,0 0 0 16,-2 0 0-16,-1 4 0 0,1 2 0 0,0-2 0 0,-1-1 0 0,0 1 0 15,0 2 0-15,1 1 0 0,-1 2 0 0,0 1 0 16,-1 3 0-16,0 0 0 0,1-2 0 0,0 2 0 15,0 0 0-15,0-1 0 0,1 1 0 0,-1 2 0 16,0-1 0-16,1 1 0 0,0-1 0 0,-1 1 128 16,0-1-128-16,1 3 0 0,-1-1 0 0,0 0 128 15,0 2-128-15,-1-1 0 0,1 1 0 0,-1 1 0 16,0 1 0-16,1 0 0 0,-1 3 0 0,0 0 0 0,0-5 0 16,0 0 0-16,0 0 0 0,0 37 0 0,0-37 0 15,-2 29 0-15,2-29 0 0,-4 38 0 0,4-38 128 0,-4 43-128 16,1-19 128-16,0 0-128 0,0 1 144 0,1-4-144 15,2-21 160-15,-3 36-160 0,3-36 0 0,1 36 128 16,-1-36-128-16,0 0 0 0,8 39 0 0,-8-39 0 16,0 0 0-16,0 0 0 0,0 0 0 0,0 0 0 15,35 27 0-15,-28-27 0 16,0-2-880-16,1-3-112 0</inkml:trace>
  <inkml:trace contextRef="#ctx0" brushRef="#br0" timeOffset="17250.71">10338 5168 17503 0,'1'0'768'0,"0"0"176"0,1 0-752 0,-1 0-192 0,0-2 0 0,0 2 0 15,1 0 2352-15,0-3 432 0,2 1 96 0,1-1 0 16,1-1-576-16,0-1-112 0,1 0-16 0,-2 1-16 16,1-2-1360-16,-1 0-272 0,-1-1-48 0,0 2-16 15,0-3-256-15,-2 0-48 0,-2 0-16 0,1 1 0 16,-2 0-16-16,0-3-128 0,-2 3 192 0,-1 0-64 15,0 0-128-15,0 2 128 0,-1 1-128 0,0-1 128 0,0 3 16 0,0 1 0 16,0 2 0-16,-2 1 0 0,2 1 16 0,-2 3 0 16,1 1 0-16,-1 1 0 0,0 5-160 0,-1-1 0 15,0 3 0-15,1-1 0 0,-1 0 0 0,1 1 0 16,-1 1 128-16,1 1-128 0,1-1 0 0,2-1 0 16,0-3 0-16,2-1 0 0,2-11 0 0,0 0 0 15,0 0 0-15,0 0 0 0,0 0 0 0,0 0 0 16,0 0 0-16,0 0 0 0,0 0 0 0,37 24 0 15,-28-29 0-15,1-2 0 0,1 0 0 0,0-2 0 16,1 1 0-16,0-1 0 0,0-2 0 0,0 0 0 0,-1 0 0 0,1 1 0 31,-1-2-320-31,-1 1-64 0,-1-3 0 0,0-1 0 0,0-2 0 0,-3-1-16 0,0 1 0 0,-2-2 0 16,0-3 64-16,0-1 16 0,-1 2 0 0,-1-2 0 16,0 3-64-16,0 3 0 0,-1 1 0 0,-2 4 0 15,1 1 384-15,-1 3 0 0,-1 3 0 0,1 1 0 16,0 3 256-16,-1 1 112 0,0 0 16 0,0 5 16 15,0-2 240-15,0 4 32 0,0 0 16 0,1 2 0 16,-2 3-176-16,0 4-48 0,0 1 0 0,0 4 0 16,3-21-176-16,-6 48-32 0,3-24-16 0,0 2 0 15,3-26-112-15,-3 43 0 0,3-43-128 0,-1 35 192 0,1-35-192 0,1 33 128 32,-1-33-128-32,0 0 0 0,0 0 0 0,11 43 0 0,-11-43 0 0,0 0 0 0,0 0 0 0,0 0 0 15,0 0-192-15,0 0 192 16,0 0-1888-16,0 0-272 15</inkml:trace>
  <inkml:trace contextRef="#ctx0" brushRef="#br0" timeOffset="17597.48">10599 5156 11967 0,'1'0'1072'0,"-1"2"-864"0,1-2-208 0,0 0 0 31,-1 0 2272-31,1 1 416 0,1 1 64 0,1 0 32 0,1-1 336 0,-4-1 64 0,0 0 16 0,0 0 0 31,30 4-1760-31,-22-4-352 0,0-2-64 0,0 0 0 0,1-1-592 0,-2 0-112 0,2-1-32 0,0-1 0 32,-1 0-288-32,0-1 128 0,0 0-128 0,-1 0 0 15,0-2 0-15,-3 1 0 0,2 0 0 0,-3-3 0 16,-2 1 0-16,1 2 0 0,-2-4 0 0,-2 0 0 0,0 4 0 0,-2-2 0 16,-2-1 0-16,0 1 0 15,-2 3-208-15,0 1 48 0,-1 4 16 0,-1 1 0 0,1 2-80 0,0 2-16 16,1 2 0-16,-1 3 0 0,2 1 240 0,-1 2-192 15,2 2 192-15,-1 0-192 0,0 5 320 0,1-2 80 16,0 1 16-16,0-1 0 0,3 0 240 0,3-17 48 16,-5 29 16-16,5-29 0 0,0 0-144 0,4 37-48 15,-4-37 0-15,0 0 0 0,0 0-208 0,0 0-128 16,25 36 128-16,-25-36-128 0,0 0 0 0,0 0 0 16,36 5 0-16,-24-6 0 15,2-3-384-15,1-1-128 0,0-2-48 0,-1-2-16912 0</inkml:trace>
  <inkml:trace contextRef="#ctx0" brushRef="#br0" timeOffset="17963">10814 5147 11967 0,'0'-1'1072'0,"1"-1"-864"0,-1 0-208 0,1 2 0 15,0-2 1248-15,1 0 208 0,1-2 32 0,2 0 16 16,2-5-288-16,0 1-64 0,2 0-16 0,0 0 0 15,-1 3-80-15,2-2-16 0,-1 1 0 0,0 3 0 16,1-3-144-16,-2 4-48 0,0 0 0 0,-8 2 0 16,0 0 288-16,0 0 48 0,33 8 16 0,-33-8 0 0,0 0-208 0,0 0-32 15,26 35-16-15,-26-35 0 0,0 0-448 0,0 0-96 16,18 47-16-16,-18-47 0 0,0 0-256 0,9 39-128 16,-9-39 128-16,0 0-128 0,2 32 0 0,-2-32 0 15,0 0 0-15,0 0 0 0,-6 26 0 0,2-21 0 16,0-3 0-16,0-1 0 0,0-1 144 0,-1 0 0 15,0-3 0-15,-1-2 0 0,3-2 112 0,0-2 32 16,2-3 0-16,2-2 0 0,2 0 224 0,0-1 64 0,3-1 0 0,2-3 0 16,2 0-384-16,2-3-192 0,1 1 192 0,0 2-192 15,1 3 0-15,0 4 0 0,0 2-192 0,2 3 48 32,0 2-1264-32,0 1-256 0,0 2-64 0,-16 2-14784 0</inkml:trace>
  <inkml:trace contextRef="#ctx0" brushRef="#br0" timeOffset="19464.06">11635 5078 16575 0,'1'0'1472'0,"0"0"-1168"16,-1 0-304-16,0 0 0 0,1 0 2064 0,-1 0 368 31,2 0 64-31,0-2 0 0,0 2 32 0,0 0 0 16,1 0 0-16,1-3 0 0,-1 3-1168 0,0-3-224 15,1 1-48-15,0 0-16 0,-1-3-704 0,0 1-144 0,-1 1-32 0,0-1 0 16,-1-1-192-16,-1 2 0 0,-2-1 0 0,0 1 0 16,0-2 0-16,-1 1 0 0,-2-1 0 0,0 2 0 15,-2 0 0-15,1 0 0 0,-2 0-144 0,0 3 144 16,-2 0-224-16,1 0 48 0,-1 1 16 0,-1 3 0 16,0 1 160-16,0 2 0 0,-1 2 0 0,2 0 0 15,0 1 0-15,0 3 0 0,0 0 0 0,-1 2 0 16,2 3 0-16,0-3 0 0,2 0 0 0,-1-2 0 15,3 3 0-15,-1-3 0 0,6-13 0 0,0 0 0 16,-1 33 0-16,1-33 0 0,0 0 0 0,0 0 128 0,0 0-128 0,0 0 128 16,39 14-128-16,-29-18 128 0,2-1 64 15,0 0 32-15,0 0 0 0,0-2 0 0,1-3-224 16,1-1 0-16,0-1 128 0,0 0-128 0,0 0 0 0,-3 0 0 16,-1 3 0-16,-1-3 0 15,-1 1 0-15,-1 0 0 0,-1 0 0 0,0 4 0 0,-3-1-176 0,1 2 176 16,-2 3-160-16,-1 0 160 0,1 1-160 0,-2 4 160 15,0 1-160-15,-1 2 160 0,-1 1 0 0,0 3 0 16,-1 2 0-16,0-1 0 0,1 4 0 0,2-14 0 0,-4 28 0 16,4-28 0-16,-4 30 160 0,4-30-32 15,-1 32 0-15,1-32 0 0,0 0 16 0,0 0 0 0,8 37 0 0,-8-37 0 16,0 0-144-16,0 0 0 0,0 0 0 0,0 0 0 16,42 12 0-16,-31-19-144 0,0 0 0 0,1-5 0 31,0 1-2032-31,0-1-384 0,0-3-96 0,0-1-16 15,0 1-1280-15,-1 1-256 0,0-2-48 0,0 1-16 0,1-3 2672 16,-3 3 512-16,0 1 128 0,0 2 0 0,-1 0 2112 0,0 3 432 0,0-1 80 0,-2 5 0 16,0 3 1280-16,-2 1 240 0,-1 2 48 0,-1 2 16 15,-2-3-624-15,0 0-112 0,0 0-16 0,1 35-16 16,-1-35-1472-16,-5 26-304 0,5-26-48 0,-6 28-16 16,1-16-448-16,0 2-192 0,0-2 176 0,-1 0-176 0,1-1 0 15,-1 1 0-15,0-1 0 0,-1-1 0 0,0 1 0 0,-1-4 128 16,2 3-128-16,-1-4 0 15,2-1 0-15,-1 0 0 0,3-3 0 0,1-1 0 0,0-1 0 0,2-3 0 16,0 2 0-16,3-4 0 0,0-2 0 0,2-3 0 16,2 0 0-16,2-2 0 0,-1 0 0 15,1-2 0-15,2 0 0 0,0-1 0 0,0 0 0 0,-1 0-192 16,2 1 192-16,-1 2-208 0,0 0-32 0,0 1 0 0,0 3 0 16,-1 1 0-16,0 2 240 0,-1 0 0 15,1 3-160-15,-3 0 160 0,0 2 0 0,0 2 128 0,-7-2 0 0,0 0 0 16,0 0 208-1,0 0 48-15,0 0 0 0,29 30 0 0,-29-30-192 0,0 0-48 0,0 0 0 0,6 44 0 16,-6-44-16-16,-2 26-128 0,2-26 192 0,-4 24-64 16,1-11-128-16,-1-3 0 0,0 2 144 0,0-3-144 15,1-1 0-15,0-2 0 16,1 0 0-16,2-1 0 0,-2-2-160 0,1 0-96 0,0-2-32 0,1 0-18112 16</inkml:trace>
  <inkml:trace contextRef="#ctx0" brushRef="#br0" timeOffset="20120.48">12255 5144 19343 0,'-1'-1'1728'0,"1"1"-1392"0,0 0-336 0,1 0 0 0,-1 0 1280 0,0 0 192 16,1 0 48-16,0 0 0 0,1-1 672 0,0-1 144 0,1 2 32 0,2-3 0 16,0 0-784-16,3 0-160 0,0-2-16 0,1 0-16 15,2 0-704-15,1-3-144 0,1 2-32 0,-3-4 0 16,0 3-368-16,-2-2-144 0,0 1 0 0,-2-1 144 16,0 2-144-16,-2-3 0 0,-2 3 0 0,0 0 0 15,-2 0 0-15,-2 1 0 0,0 0 0 0,-3-1 0 16,0 2 0-16,-1 0 0 0,-2 1 0 0,0 1 0 15,0 1 0-15,-2 0 0 0,1 4 0 0,-1 0 0 16,1 3 128-16,-2 0-128 16,1 3 128-16,1 0-128 0,2 0 0 0,-2 3 0 0,2 3 128 0,-1-1-128 15,2 3 0-15,1 1 0 0,5-17 0 0,-3 27 0 16,3-27 0-16,0 0 0 0,0 0 0 0,14 41 0 0,-14-41 0 0,0 0 0 16,0 0 0-16,31 31 0 0,-31-31 0 0,0 0 0 15,0 0 0-15,43 29 0 16,-43-29 0-16,0 0 0 0,0 0 0 0,37 30 0 0,-37-30 0 15,0 0 0-15,0 0 0 0,0 0 0 0,22 43 176 0,-22-43-48 16,0 0-128-16,-4 26 192 0,0-19 0 0,-2 3 0 16,0-3 0-16,-3 2 0 0,-1-1 16 0,-1-2 0 15,-1 2 0-15,-1-4 0 0,-1 1-208 0,0 0 144 16,0-3-144-16,0 1 128 0,1-3-128 0,2 0 0 16,1 0 0-16,1 0 0 0,0-3 0 0,2 1 0 15,1 2 0-15,1 0 0 16,2-2-464-16,1 0-32 0,1 1 0 0,2-3-11856 0,1 0-2384 15</inkml:trace>
  <inkml:trace contextRef="#ctx0" brushRef="#br0" timeOffset="20437.3">12596 4928 7359 0,'3'-9'656'0,"-2"2"-528"15,1 2-128-15,-1 0 0 0,0 4 2688 0,-1 2 512 0,0-2 112 0,0 0 16 0,0-1-128 0,0-1 0 16,0 1-16-16,0-1 0 0,-1 3-1536 0,1-2-304 16,-1 2-64-16,0 2-16 15,0-2-816-15,0 3-144 0,0-1-48 0,0-1 0 0,0 1 32 0,0 1 0 32,0-1 0-32,0 2 0 0,0 1 32 0,0 0 0 0,1-5 0 0,0 0 0 15,0 0 0-15,-1 38 0 0,1-38 0 0,-2 30 0 0,2-30-64 0,-4 39-16 31,4-39 0-31,-6 46 0 0,6-46-80 0,-8 43-16 0,8-43 0 0,-4 34 0 0,4-34-144 0,0 0 0 16,-2 38 0-16,2-38 0 0,0 0 0 0,0 0 0 0,0 0 0 0,0 0 0 31,0 0-2224-31,0 0-320 0</inkml:trace>
  <inkml:trace contextRef="#ctx0" brushRef="#br0" timeOffset="20783.68">12694 5120 16575 0,'0'3'736'0,"0"-3"160"31,0 2-720-31,1-2-176 0,-1 0 0 0,1 0 0 0,0 1 2736 0,2 1 512 0,1 0 96 0,-4-2 32 0,0 0-1040 0,0 0-208 16,32 4-32-16,-20-6-16 0,1 2-1152 0,0-2-224 16,3 0-64-16,-2-3 0 0,1 0-336 15,-1 0-80-15,0-2-16 0,-1 0 0 0,-1 0-208 0,-2-3 144 16,-2 4-144-1,0-3 128-15,-3 1-128 0,-1-1 0 0,-2 0 0 0,-2 1 0 0,-1-2 0 0,-3 2 0 16,-2-1 0-16,-1 3 0 0,-1-2 0 0,-3 1 0 16,-1 2 128-16,-1 1-128 0,2 4 0 0,-3 0 0 15,1 4 0-15,0 2 0 0,0 1 128 0,2 3-128 32,1 2 0-32,1 3 128 0,1 0 112 0,0 2 16 0,2 3 0 0,6-20 0 0,-6 36 32 0,6-36 16 15,0 0 0 1,7 46 0-16,-7-46-32 0,0 0 0 0,33 32 0 0,-33-32 0 15,34 14-144-15,-34-14-128 0,37 5 192 0,-16-5-192 16,1-2 0-16,0-4 0 0,1-2-192 0,0 1-18896 16</inkml:trace>
  <inkml:trace contextRef="#ctx0" brushRef="#br0" timeOffset="22885.78">13360 4834 11055 0,'0'-2'976'0,"-1"1"-784"15,1-1-192-15,-1 2 0 0,1 2 752 0,-1-2 96 16,-1 0 32-16,-1 1 0 0,-2 1 208 0,-1 1 32 16,-1 1 16-16,2 4 0 0,-2 0 16 0,0 0 16 0,0 2 0 15,2 1 0-15,-1-1-624 0,1-1-128 0,2 2-32 0,0-3 0 16,1-1-384-16,2 0 0 0,1-3 0 0,1-1-10624 15</inkml:trace>
  <inkml:trace contextRef="#ctx0" brushRef="#br0" timeOffset="23027.39">13399 4857 9215 0,'3'-4'400'0,"-2"3"96"0,1 1-496 0,-1 0 0 15,-1 0 0-15,0 0 0 0,0 1 1536 0,0 1 224 0,0 3 32 0,-1-1 16 0,0 1-272 16,-1 2-48-16,-2 3-16 0,1-1 0 15,-1-2-512-15,-2 3-128 0,1-1 0 0,-2 1-16 0,1 1-272 0,0-2-48 16,2 0-16-16,-1-1 0 0,1 0-704 0</inkml:trace>
  <inkml:trace contextRef="#ctx0" brushRef="#br0" timeOffset="23556.76">13573 5182 16575 0,'-2'-4'1472'0,"1"1"-1168"0,1 0-304 0,-1 1 0 0,1 0 1152 16,0 2 192-16,1-2 16 0,0-1 16 0,1-2 672 0,1-1 128 15,2-2 16-15,1-2 16 16,0 1-1120-16,2 0-240 0,0-1-32 0,2 1-16 0,0 0-224 0,1 1-64 16,1 1 0-1,1 0 0-15,0 0-32 0,0 2-16 0,1 1 0 0,-2 3 0 0,0 2 112 0,-12-1 32 31,0 0 0-31,34 12 0 0,-34-12-352 0,0 0-64 0,0 0 0 0,25 42-16 0,-25-42-176 0,0 0 0 32,3 34 0-32,-6-18 0 0,0-2 0 0,-2 0 0 0,-1 2 0 0,-1-1 0 0,1-3 0 0,-1-1 0 0,0-1 0 15,0 0 0-15,2-3 0 0,0-2 0 0,2-1 0 0,0-2 0 32,1-2 128-32,1-2-128 0,2 0 0 0,0-5 128 15,2 2 160-15,0-5 32 0,2 1 0 0,2-3 0 16,2-2-80-16,2-3-16 0,1 1 0 0,0-3 0 15,3 2-224-15,0 1 0 0,1-3 128 0,-2 4-128 16,1 1 0-16,-2 2 0 0,0 1 0 0,-2 3 0 16,0 3 0-16,-2 1 0 0,-2 2 0 0,0-1 0 15,-3 4-528-15,1 1-112 16,-2 1 0-16,-3-3-11104 0,0 0-2208 0</inkml:trace>
  <inkml:trace contextRef="#ctx0" brushRef="#br0" timeOffset="23887.46">13946 5144 1839 0,'2'0'160'0,"0"0"-160"15,0 0 0-15,-1 0 0 0,0-1 2944 0,1 1 576 16,2-1 96-16,3-1 32 0,2 0 128 0,2 1 48 16,1-2 0-16,0 0 0 0,1 0-1200 0,2-2-224 15,-1 2-48-15,0-3-16 0,0 1-1264 0,-1 0-256 16,0 0-48-16,-1 0-16 0,-1 1-560 0,-1-1-192 16,-1 0 0-16,-1 3 144 0,-2-3-144 0,0 0 0 0,0 3 0 0,-2-5 0 15,-1 2 0-15,-1 1 0 0,-1-2 0 0,-3 2 0 16,-1-3 0-16,-1 2 0 0,0-2-144 0,-4 2 144 15,1 0-304-15,-2 1 0 0,-2 1 0 0,-2 1 0 16,0 0 80-16,-1 0 16 16,1 4 0-16,0 0 0 0,3 2-16 0,-1-1 0 0,3 4 0 15,0 0 0-15,0 3 224 0,1 1 256 0,0 2-48 0,2 3-16 16,-1-2 352-16,6-14 64 0,-7 31 16 0,7-31 0 0,-6 31-224 16,6-31-32-16,-3 32-16 0,3-32 0 0,0 0-160 0,3 41-16 15,-3-41-16-15,0 0 0 0,0 0-160 16,24 38 128-16,-24-38-128 0,0 0 128 0,0 0-128 0,37 12 0 15,-24-14 0-15,1-2-12480 16,1-2-2496-16</inkml:trace>
  <inkml:trace contextRef="#ctx0" brushRef="#br0" timeOffset="25415.4">14356 5123 10127 0,'2'0'896'0,"-1"0"-704"16,1 0-192-16,-1 0 0 0,0 0 1840 0,0 0 336 15,2 0 64-15,1 0 0 0,3 0 608 0,0-2 112 16,1-1 32-16,1 1 0 0,0-1-880 0,0-4-160 16,1 3-32-16,-2-4-16 0,-1 2-1104 0,0-2-224 0,-2 1-32 15,-1 0-16-15,-1 0-528 0,-1-2 0 16,-1 1 0-16,-2 2 0 0,0 0 0 0,-2 2 0 0,-2-3 0 0,-2 3 0 16,0 0 0-16,-3 2 0 0,0 2 0 0,0 0-192 15,0 3 64-15,0 0 128 0,2 0-208 0,-1 3 80 16,0 1 128-16,1 0 0 15,1 2 0-15,-1-2 0 0,2 5 0 0,-1 0 0 0,2-3 0 0,-2 3 0 16,1 0 0-16,-2-2 0 0,1 1 0 0,1-3 0 16,2-1 0-16,0 0 0 0,2-2 0 0,2 0 128 0,1-1 0 0,-1-4 0 0,3 1 0 0,2-2 0 15,0 1-128-15,2-4 144 0,1 1-144 0,1-2 160 16,0 0 96 0,2-2 0-16,-1 3 16 0,1-2 0 0,-1 0-272 0,-1-1 0 0,1 2 0 0,-2 0 0 15,0 0 0-15,-2 3 0 0,0-2 0 0,-3 3 0 16,0 1 0-16,-2 0 0 15,0 3 0-15,-2-1 0 0,0 3 128 0,-1 2-128 0,-2 0 0 0,0 2 0 0,-2 3 128 16,1 0-128-16,0-2 144 0,-1 4-144 16,-3 2 128-16,1 3-128 0,-2 2 0 0,0 4 144 15,-1 1-144-15,0 4 0 0,-1 1 0 0,0 3 0 0,-1 1 0 0,2 0 0 16,0-3 0-16,2-3 0 0,1-4 176 0,3-4-48 31,0-2-128-31,5-19 192 0,-2 36-64 0,2-36 0 0,0 0-128 0,0 0 192 0,15 36-192 0,-15-36 0 31,0 0 0-31,31-1 0 0,-16-8 128 0,2-3 0 16,3-2-128-16,1-5 192 0,2 0-192 0,-1-5 176 16,0 0-176-16,-2-2 160 0,-2-2-352 0,-4-1-64 15,-1-1 0-15,-2 4-16 0,-3-1-32 0,-2-3 0 0,-2-6 0 16,-1-2 0-16,-3 2 144 0,-1 3 32 0,-2 3 0 0,0 8 0 16,-1 3 128-16,-2 7 0 0,2 6 0 0,-3 3 0 15,2 3 192-15,-3 3 64 0,1 5 0 0,-3 1 16 16,2 2-16-16,-1 3-16 0,0 0 0 0,3 0 0 15,0-2-96-15,3 2-16 0,3-14 0 0,-5 23 0 16,5-23-128-16,0 0 128 0,0 0-128 0,0 0 128 16,0 0-128-16,0 0 0 0,39 25 0 0,-25-30 0 15,1-2 0-15,2-2 0 0,3-1 0 0,1-1 0 16,1-1 0-16,2 0 0 0,-1-2 128 0,0 1-128 16,1 0 0-16,-2-2 0 0,1 1 0 0,-3-1 0 0,-1-1 0 0,-4-1 0 15,-1 0 0-15,-2 3 0 0,-1 0 0 0,-2 2 0 16,-4 5-128-16,0 0 128 0,-1 3 0 0,-2 3 0 15,-2 1 0-15,0 0 0 0,0 0 0 0,-1 3 0 16,-1-1 0-16,-1 3 0 0,0 2 0 0,0 0 160 16,-2 2-16-16,0 1 0 0,1 2-16 0,4-12-128 15,-9 26 192-15,9-26-64 0,-7 28-128 0,7-28 0 16,-7 29 144-16,7-29-144 0,-4 28 0 0,4-28 0 16,0 0 0-16,-2 33 0 0,2-33 0 0,0 0 0 15,0 0 0-15,0 0 0 0,0 0 0 0,0 0 0 0,27 36 0 0,-19-38 0 16,1-1 0-16,2-4 0 0,2 0 0 0,1-2 0 15,2-3 0-15,-1 0-160 0,0 0 160 0,-1-2-208 16,-1 2-64-16,-2-2-16 0,-1 0 0 0,-1 0 0 16,1 2 288-16,-4-2 0 0,0 2-128 0,-3 3 128 15,0 3 0-15,-2 1 0 0,-1 1 0 0,-1 4 0 16,-1 0 0-16,0 2 0 0,-1 1 0 0,-1 2 0 16,-1 1 144-16,2 1-16 0,-1 3 0 0,-1 1 0 15,1 4-128-15,4-15 128 0,-8 26-128 0,8-26 128 0,-4 27-128 16,4-27 128-16,0 0-128 0,2 39 128 15,-2-39-128-15,0 0 192 0,0 0-192 0,0 0 192 0,24 38-192 0,-24-38 0 16,0 0 0-16,0 0 0 0,0 0-160 0,34 5-16 16,-27-7 0-16,2-3-18208 15</inkml:trace>
  <inkml:trace contextRef="#ctx0" brushRef="#br0" timeOffset="25701.88">15164 4916 15663 0,'0'-2'1392'16,"0"2"-1120"-16,1 0-272 0,-1 0 0 0,0 0 3104 0,0 0 560 15,1 2 112-15,0-2 32 0,0 1-624 0,1 3-128 32,-2-4-32-32,0 0 0 0,0 0-2064 0,0 0-432 0,0 0-80 0,0 0 0 15,32 24-448-15,-32-24 0 0,0 0 128 0,0 0-128 16,0 0-256-16,0 0-96 0,29 10-16 0,-27-8-17872 16</inkml:trace>
  <inkml:trace contextRef="#ctx0" brushRef="#br0" timeOffset="25893.04">15160 5036 10127 0,'0'2'896'0,"0"-2"-704"0,0 0-192 0,0 0 0 15,0 2 2240-15,-1-2 400 16,0 2 96-16,0 1 16 16,1-3 416-16,0 0 96 0,-10 28 0 0,10-28 16 0,-7 27-1584 0,7-27-320 0,-7 30-64 0,7-30-16 15,-8 29-976-15,8-29-320 0,0 0 160 0,-6 35-160 31,6-35-192-31,0 0-112 0,0 0-16 0,0 0-15680 0</inkml:trace>
  <inkml:trace contextRef="#ctx0" brushRef="#br0" timeOffset="26603.15">15304 5052 15663 0,'3'-3'688'0,"-1"1"144"0,1-1-656 0,-1 1-176 15,0 1 0-15,0 0 0 0,1-1 2640 0,2-1 496 16,2-2 112-16,4-4 16 0,3 2-992 0,1-3-192 16,0 1-32-16,-1 2-16 0,1-1-1168 0,-2 2-224 15,1 1-64-15,-2 2 0 0,-2 1 32 0,-10 2 0 16,0 0 0-16,0 0 0 0,31 14-224 0,-31-14-64 0,0 0 0 0,0 0 0 16,12 50-128-16,-12-50-16 0,-2 36-16 0,2-36 0 15,-7 38-160-15,7-38 0 16,-10 35 0-16,10-35 128 0,-12 29-128 0,12-29 0 0,-9 21 0 0,9-21 0 15,0 0 0-15,0 0 0 0,0 0 128 0,0 0-128 16,0 0 240-16,0 0 16 0,0 0 0 0,0 0 0 16,8 0 112-16,-2-9 16 0,3-1 16 0,0-2 0 15,2-4-192-15,1-1-32 0,2-1-16 0,0 0 0 16,-2-1-160-16,1 1 0 0,1-2 0 0,0 4 0 16,-1 0 0-16,-1 4 0 0,0 2 0 0,-1 0 0 0,-2 4 0 15,0 0-176-15,-2 4 176 0,-2 1-192 16,-1 1-384-16,-4 0-64 0,0 0-32 0,0 0 0 15,0 0-1456-15,0 0-304 0,-4 37-48 0,4-37-16 16,-8 19-1680-16,8-19-352 0,-7 21-64 0,7-21-16 16,0 0 880-16,-10 31 160 0,10-31 48 0,0 0 0 15,0 0 2432-15,0 0 512 0,0 0 80 0,0 0 32 0,0 0 2736 0,0 0 544 16,0 0 128-16,0 0 0 0,34 23 1024 0,-26-26 192 16,1 2 32-16,-1-3 16 0,2 0-1264 0,0 1-240 15,1 0-48-15,1 0-16 0,-2-2-1648 0,1 3-336 16,0 0-64-16,-1-3-16 0,0 3-576 0,-1 1 0 15,-1-1 0-15,0 0 0 0,-2 0-240 0,0 0-16 0,-2 1 0 0,0-1 0 32,-1-1-208-32,-2 1-48 0,0 0-16 0,-2-3 0 15,0 2-128-15,-1-1-32 0,-1-4 0 0,0 2 0 16,0-1 224-16,0 2 32 0,0-3 16 0,-2-1 0 0,1 2 416 0,-1-3 0 0,1 3 0 0,0 2 0 16,0 1 448-16,0 2 128 0,2 2 32 0,-2 2 0 15,0 0 416-15,0 3 96 0,1 2 16 0,-2 1 0 16,0 3-384-16,5-11-80 0,-13 24-16 0,13-24 0 15,-13 29-336-15,5-11-64 0,1-1 0 0,-2 2-16 16,2-3-96-16,7-16-16 0,-11 24 0 0,11-24 0 0,0 0 816 0,0 0 144 16,-2 36 48-16,2-36 0 15,0 0-1712-15,0 0-352 0,0 0-64 16,0 0-16-16,34 10 816 0,-24-13 192 0,1 0 0 0,1-1 0 0,0-1-192 0,1 0 0 16,1 1 0-16,0-2 0 15,-1 2-720-15,0-3-144 0,-1 2-32 0,1 3-16192 0</inkml:trace>
  <inkml:trace contextRef="#ctx0" brushRef="#br0" timeOffset="27177.62">16133 5064 23039 0,'3'0'1024'0,"-2"-2"192"0,1 2-960 0,-1 0-256 0,0-1 0 0,0 1 0 15,0 0 2592-15,0 0 480 0,2-2 80 0,1 0 32 16,0 1-1504-16,-1-1-288 16,0 0-64-16,1 0-16 0,-1-1-784 0,-2 0-144 0,1 1-48 0,-1-2 0 15,-1 1-336-15,0-2 0 0,-2-1 0 0,1 0 128 16,-2 2-128-16,-1-1 0 0,-1 0 0 0,1 1 0 0,-2 1 0 0,1-1 0 16,-2 1 0-16,1 3 0 0,0 2 0 0,0 1 0 31,-2 0 128-31,1 3-128 0,0-1 128 0,1 2-128 0,-1 0 160 0,0 1-160 0,0 2 0 0,0 1 128 15,0-1-128-15,7-10 0 0,-13 23 0 0,13-23 0 16,-13 23 0-16,13-23 0 0,-10 22 0 0,10-22 0 16,0 0 0-16,-7 28 0 0,7-28 128 0,0 0-128 15,0 0 0-15,0 0 144 0,0 0-144 0,0 0 0 16,0 0 0-16,0 0 0 0,33 19 0 0,-23-24 0 16,1-1 0-16,2-2 0 0,-1 1 128 0,1-4-128 0,0 1 0 15,0-2 128-15,-1 0-128 0,1-2 0 0,-1 0 0 0,1-3 0 16,-1 0 0-16,0-3 0 15,0-1 0-15,0-2 0 0,0 0 0 0,-1-5 0 0,0 0 0 0,0-1 0 16,1 0 0-16,-4 3 0 0,0 2-128 0,-3 3 128 16,-1 4 0-16,-2 4-144 0,-1 5 144 0,0 3 0 15,-1 5 0-15,-2 1 0 0,0 3 0 0,2-4 0 16,-7 19 0-16,7-19 224 16,-9 29-32-16,9-29-16 0,-14 47 16 0,6-18 16 0,0 1 0 0,1 4 0 15,-1 3 48-15,2-1 0 0,0 4 0 0,3-5 0 0,3-35 16 0,0 61 16 16,0-61 0-16,11 46 0 0,-11-46-288 15,0 0 0-15,24 46 0 0,-24-46 0 0,0 0 0 0,0 0 0 16,38 28-160-16,-38-28-19536 16</inkml:trace>
  <inkml:trace contextRef="#ctx0" brushRef="#br0" timeOffset="30153.64">3908 6133 12895 0,'-1'0'1152'0,"0"0"-928"0,1 2-224 0,0-2 0 15,0 1 1040-15,-1 1 176 0,1 0 16 0,-1-1 16 16,0 2 208-16,1 3 32 0,0-2 16 0,0 1 0 16,2 0-80-16,2-3-16 0,2 1 0 0,2-1 0 15,4-4-144-15,2 1-48 0,-1-3 0 0,4-1 0 0,2-1-336 0,2-2-80 16,3 1-16-16,-1-3 0 0,-2 3-576 0,-2-2-208 16,0 1 144-16,-2 1-144 0,0 0 0 0,-3 3 0 15,0-2 0-15,-2 2 0 0,-1 0 0 0,-3 1 0 16,-2 1 0-16,-1 2 0 0,-1 0 0 0,-2 2 0 15,-2-2-176-15,-2 2 176 16,0 1-2096-16,-3 1-336 0,2-1-64 0,-3 2-10528 0</inkml:trace>
  <inkml:trace contextRef="#ctx0" brushRef="#br0" timeOffset="30320.71">4146 6124 3679 0,'-10'4'160'0,"7"-2"32"0,2-2-192 0,1 0 0 0,0 0 0 16,-1 0 0-16,-1 3 1344 0,-1-1 208 0,-1 3 48 0,1-1 16 15,-2 4 816-15,1-1 144 0,1 2 48 0,-1 3 0 16,1 0-560-16,-1 3-96 0,2 3-32 0,-2 0 0 15,0 0-960-15,0 2-192 16,1 3-32-16,-2-2-16 0,1 0-224 0,2-2-64 0,-1 0 0 0,0 0 0 16,2 0-256-16,1-19-48 0,3 38-16 0,-3-38 0 15,0 0-128-15,12 36 0 0,-12-36-160 0,0 0-8880 16,0 0-1776-16</inkml:trace>
  <inkml:trace contextRef="#ctx0" brushRef="#br0" timeOffset="30699.69">4371 6060 15663 0,'5'-14'688'0,"-1"6"144"0,0 1-656 0,-1 2-176 16,-2 3 0-16,-1 2 0 0,1 0 1856 0,-1 0 320 15,3 1 80-15,0 2 16 0,-1 2-384 0,0 3-80 16,-2-8-16-16,0 35 0 0,0-11-896 0,-2 0-176 16,-1 5-32-16,0 0-16 0,0 0-112 0,-1 0-32 15,0-3 0-15,1-2 0 0,0 0-96 0,0-1-32 16,1 0 0-16,0-3 0 0,1-4-272 0,0-2-128 15,0-2 128-15,0-4-128 0,2-2 0 0,-1-1 0 0,1-4 0 0,0-1 0 16,-1-3 0-16,1-1 0 0,1-4 128 16,0-1-128-16,1-1 384 0,-1-4 32 0,2 0 16 0,-1-1 0 15,1-2-272-15,-2 1-160 16,1-2 192-16,1 0-192 0,0 3 192 0,0 0-64 0,1 3 0 0,0 4-128 16,1 2 240-16,0 1-64 0,-1 5-16 0,0 0 0 15,0 2-32-15,-5-2 0 0,0 0 0 0,0 0 0 16,0 0 0-16,24 44 0 0,-24-44 0 0,0 0 0 15,9 42-128-15,-9-42 0 0,2 28 0 0,-2-14 0 16,0-14 0-16,0 21 0 0,0-9 0 0,0-2 0 0,-1-2 0 16,1 0 0-16,0-2 0 0,0-1 0 15,0-2 0-15,1 0 0 0,1-3 0 0,0 0 0 0,2-3-256 0,1-1-48 16,0-1 0-16,2-2-17216 16</inkml:trace>
  <inkml:trace contextRef="#ctx0" brushRef="#br0" timeOffset="31095.01">4644 6337 21183 0,'0'2'944'0,"0"-2"192"0,0 0-912 0,0 0-224 15,1 0 0-15,-1 0 0 0,1 1 2048 0,0-1 352 0,2-1 80 16,1 1 16-16,0-2-688 0,3 0-128 16,1 1-16-16,2-1-16 0,0 0-944 0,1-1-176 0,0 1-32 0,0-1-16 15,2 0-272-15,0 0-48 16,-1-2-16-16,0 2 0 0,1-1-144 0,-2-3 0 0,0 3 0 0,-1 0 0 15,-1-1 0-15,-2 1 0 16,0-1 0-16,-2-2 0 0,-1 2 0 0,-2 0 0 0,-1 1 0 0,-3-1 0 16,-1 0 0-16,-1 1 0 0,-3-1 0 0,-1 2 0 15,-3 1 0-15,-2 0 0 0,0 0 0 0,-2 1 0 16,1 1 0-16,-1 3 0 0,1-1 0 0,2 1 0 16,2 1 0-16,1 1 0 0,0 2-144 0,2 0 144 0,0 3 0 0,-1-1 0 15,3 0 0-15,0-1 0 0,0 1 0 0,2 0 128 16,2 1-128-16,-1 2 192 0,2-5 176 15,2 0 16-15,1 1 16 0,2-2 0 16,0 0-112-16,-5-6-32 0,0 0 0 0,0 0 0 0,0 0-256 0,49 18 128 16,-49-18-128-16,0 0 0 0,41 2 0 15,-41-2 0-15,30-3 0 0,-14 2 0 16,2-3 0-16,0 0-272 0,2 1 16 0,-1 0 16 16,1 0-2192-16,-1-1-432 0,0 1-80 0,-2 1-32 15,1-3-928-15,-2 2-192 0</inkml:trace>
  <inkml:trace contextRef="#ctx0" brushRef="#br0" timeOffset="31521.71">5101 6289 4607 0,'4'-7'192'0,"-2"3"64"0,0 1-256 0,-2 1 0 0,1 2 0 0,-1-2 0 0,0-1 1328 0,1-2 208 0,1-4 64 0,-1-2 0 15,0 0 912 1,0 2 192-16,-1 0 48 0,-1 2 0 0,0 2-368 16,0 2-64-16,0 1-16 0,-1 2 0 15,1 0-208-15,-1 2-48 0,1 3-16 0,-1-2 0 16,1 4-768-16,-1 2-160 0,0 0-16 0,-1 1-16 15,1 0-624-15,0 1-128 0,0-1-32 0,-1 1 0 0,1 1-288 0,-1 0 0 16,0 0 0-16,0 0 0 16,1 0 240-16,-1-3-64 0,1 1-16 0,-1-2 0 0,3-2-160 0,-2-1 128 15,2-3-128-15,-1 0 128 0,1-2-128 0,0 0 0 16,0-2 0-16,0-2 0 0,1 1 0 0,0-3 0 16,0 0 0-16,1-3 0 0,1-1 0 0,0-1 0 15,0 1 0-15,0-2 0 0,2-2 0 0,0-3 0 16,-1 3 0-16,2-2 0 0,-2-1 0 0,2 3 0 15,0 2 0-15,-2 2 0 0,2 1 0 0,-2 1 0 16,1 2 0-16,-1 1 0 0,1 2 0 0,0 1 0 0,1 0 0 0,-2 2 0 16,1 0 0-16,-1 1 0 15,1 0 0-15,-5-1 0 0,0 0 0 0,0 0 0 0,0 0 0 0,0 0 0 16,28 34 0-16,-28-34 0 0,0 0 0 0,0 0 0 16,18 40 0-16,-18-40 0 0,0 0 0 0,8 33 0 15,-8-33 0-15,0 0 0 0,3 33 0 0,-3-25 0 16,0 0 0-16,0 0 0 0,-1 1 0 0,0-2 0 15,1 0 0-15,1-3 0 0,0-1 0 0,1-2-18560 16</inkml:trace>
  <inkml:trace contextRef="#ctx0" brushRef="#br0" timeOffset="32890.61">5496 6548 22111 0,'2'-2'1968'0,"0"2"-1584"0,-1-2-384 0,0 1 0 16,0 1 1024-16,0 0 112 0,2-3 16 0,2 1 16 15,0-2 96-15,1-1 16 0,0 0 0 0,1-2 0 16,-1 2 16-16,0-2 16 0,0 0 0 0,0 0 0 0,0 1-400 15,1-3-80-15,0 3 0 0,1-4-16 0,0 0-400 0,0-1-80 16,1 1-16-16,-1-1 0 0,2-3-192 0,1-1-128 16,1-2 128-16,-1-2-128 0,1 0 0 0,0-5 0 15,-1 1 0-15,1-3 128 0,-1-3-128 0,0-1 0 16,-1-1 0-16,1 1 0 0,-2 4 0 0,-1 3 0 16,1 0 0-16,-2 4 0 0,0 0 0 0,-1 4 0 15,0 1 0-15,-3 3 0 0,0 4 0 0,-1 0 0 16,0 4 0-16,-2-1 0 0,-1 3 0 0,0 1 0 15,-1 1 0-15,-1 1 0 0,0 0 0 0,1 3 0 0,-2 0 144 0,0-1-144 16,0 6 160-16,-2-1-160 0,1 0 128 0,0 0-128 16,-1 4 0-16,1 0 0 0,-1 2 128 0,0 2-128 15,0 2 0-15,1 0 0 0,0 2 0 0,0 3 0 16,2 0 0-16,0-2 128 0,1 1-128 0,0-4 0 16,2-2 0-16,0-1 128 0,0-16-128 0,4 29 0 15,-4-29 0-15,0 0 0 0,9 37 0 0,-9-37 0 16,0 0 0-16,0 0 0 0,0 0 0 0,0 0 0 15,0 0 0-15,30 31 0 0,-26-32 0 0,2-4 0 0,0-1 0 0,2-1 0 16,1-5 0-16,1-1 0 0,1 0-192 0,-1-3-32 16,1-1 0-16,0 1 0 15,1-3-480-15,-1 2-80 0,0-4-32 0,-1 0 0 16,-2 1 176-16,0 4 16 0,-1-4 16 0,0 2 0 0,-1-1 288 0,0 0 48 16,-1 2 16-16,-1 3 0 0,-1 3 256 0,-1 3 0 15,-1 1 0-15,0 2 0 0,-1 3 464 0,-1 0 0 16,0 2 0-16,-2 0 0 0,1 2 240 0,-1 0 64 15,-2 3 0-15,1 0 0 0,-1 2-432 0,-2 0-80 16,1 2 0-16,-1 1-16 0,1 1-48 0,-2 4 0 0,3 2 0 16,-1 1 0-16,1 2-48 0,0 1-16 0,1 0 0 15,2 3 0-15,-1 0-128 0,2-1 192 16,0-6-192-16,1 0 192 0,0-17-192 0,4 35 0 0,-4-35 144 0,0 0-144 16,19 42 0-16,-19-42 0 0,0 0 0 0,0 0 0 15,32 32 0-15,-32-32 0 0,0 0 0 0,0 0 0 16,42 7-1840-1,-42-7-272-15,24-3-64 0,-13-1-13792 0</inkml:trace>
  <inkml:trace contextRef="#ctx0" brushRef="#br0" timeOffset="33173.16">6166 6301 3679 0,'2'-4'320'0,"-1"3"-320"0,0-1 0 0,0 0 0 15,-1 2 2032-15,0-2 336 0,1 1 64 0,-1-1 0 0,1-1 1344 0,0 0 256 16,-1 0 48-16,0-2 16 0,-1 3-976 0,0 1-192 16,-1 1-48-16,0 1 0 0,-1 3-1664 0,2 1-352 0,-3 2-64 0,1 0-16 15,-1 5-544-15,1 0-112 16,-1 2-128-16,-1 2 176 0,2-1-176 0,-1 0 0 0,0 5 0 0,1 0 128 16,1 0-128-16,-1 1 0 15,1-1 0-15,1-1 0 0,1-19 0 0,-1 34 0 0,1-34 0 0,2 28 0 31,-2-28 0-31,0 0 0 0,0 0 0 0,0 0 0 0,0 0-848 16,0 0-112-16,0 0 0 0,30-2-16 0,-26-6-2192 0,1-1-432 0</inkml:trace>
  <inkml:trace contextRef="#ctx0" brushRef="#br0" timeOffset="33654.06">6138 6308 11055 0,'-3'-7'480'0,"0"2"112"31,1 3-464-31,1 0-128 0,1 2 0 0,-1 1 0 0,0-1 1952 0,0 1 368 15,1 1 80-15,-2-1 16 0,0 3 208 0,1-1 32 16,0 1 16-16,1-1 0 0,2 0-864 0,1-1-160 16,0 0-48-16,3-2 0 0,0 0-944 0,2-2-192 15,0 0-32-15,1 1-16 0,-1-2-416 0,1 1 0 16,0-2 128-16,1 1-128 0,-3 1 0 0,2-1 0 16,0 0 0-16,0 2 128 0,-1-1 16 0,0 4 0 15,-2-1 0-15,-1 2 0 0,0 0-144 0,-3 0 0 16,0 2 0-16,-1 1 128 0,-2 0-128 0,-2 0 0 0,1 1 0 0,-3 0 0 15,-2 2 0-15,0-1 0 16,0-1 0-16,-2 1 0 0,2-2 0 0,-2 1 0 0,-1 0 0 0,0 0 0 16,-1-2 0-16,1 0 0 0,0-1 128 0,0 0-128 15,4 0 0-15,0-3 0 0,1 0 0 0,1 1 0 16,0-1 0-16,2 1 0 0,1 0 0 0,-1 1 0 16,2-1 0-16,0 1 0 0,1 1 0 0,1-1 0 15,1 0 0-15,2 0 0 0,-5-3 0 0,0 0 0 16,0 0 448-16,0 0 16 0,36 10 0 0,-36-10 0 0,0 0-160 0,32 0-48 15,-32 0 0-15,0 0 0 0,35 2-128 0,-35-2-128 16,0 0 192-16,33 5-192 0,-33-5 0 0,0 0 0 16,0 0 0-16,0 0 0 0,36 17 0 0,-33-13 0 15,-2 1 0-15,-2 0 0 0,-1 2 0 0,-1-2 0 16,-3 2 0-16,-1 0 0 0,-4 1 128 0,-1 0-128 16,-2 0 0-16,0-1 0 0,-4 0 0 0,-1 0 0 15,2-1 0-15,1-3 0 0,2 0 0 0,3-1 0 0,1-4 0 0,2 0 0 16,3 1 0-16,1-3 0 0,2 0 0 0,1-2 0 31,2 2-544-31,3-3-160 0,1 2-48 0,1-2-16544 0</inkml:trace>
  <inkml:trace contextRef="#ctx0" brushRef="#br0" timeOffset="33889.14">6425 6197 24879 0,'3'-7'1088'0,"-1"2"256"16,0 2-1088-16,-1 0-256 0,-1 2 0 0,0 1 0 0,0 0 2448 0,1 0 432 15,1 1 96-15,-2 0 16 0,1 4-1296 0,-3 0-256 16,0 4-48-16,-3-1-16 0,0 5-800 0,-1-1-176 16,-2 2-16-16,0 1-16 0,0 2-208 0,-1-5-32 15,3 2-128-15,-2-2 192 0,3 2-192 0,1-2 0 16,3-5-144-16,0 1-18608 15</inkml:trace>
  <inkml:trace contextRef="#ctx0" brushRef="#br0" timeOffset="34525.41">6568 6126 15663 0,'-1'-2'1392'0,"1"1"-1120"15,0 0-272-15,0 1 0 0,0 0 1536 0,0-1 256 32,0 1 64-32,0-2 0 0,0 1 224 0,1-1 48 0,0 1 16 0,1 0 0 15,1-1-640-15,1 0-128 16,1 2-32-16,0-1 0 0,2 1-480 0,0 0-96 16,2 0-32-16,0 0 0 0,0 0-384 0,-9 0-80 15,0 0-16-15,34 0 0 0,-34 0-48 0,0 0-16 16,38 0 0-16,-38 0 0 0,23-2-192 0,-12-1 176 15,0-1-176-15,0 1 160 0,-2-2-160 0,0 1 0 16,-3 2 0-16,1-1-176 16,-4 1-1936-16,-1 1-400 0</inkml:trace>
  <inkml:trace contextRef="#ctx0" brushRef="#br0" timeOffset="34788.83">6584 6254 18431 0,'-4'-2'816'0,"2"2"160"0,0 0-784 0,1 0-192 16,1 0 0-16,0 0 0 15,-1 0 1680-15,1 2 304 0,-1-2 48 0,0 2 16 0,0 0-512 0,0 3-112 16,0-4-16-16,0 3 0 0,2-2-320 0,0-1-80 16,1 3-16-16,0-4 0 0,2 1-176 0,1-1-48 15,0 0 0-15,2 0 0 0,0-1-224 0,2-1-48 16,0 0-16-16,2 1 0 0,0-1-224 0,1 0-64 15,0-1 0-15,0 1 0 0,2-1-192 0,-1 0 0 16,1 0 0-16,0-2 0 16,0 2-896-16,-2 1-240 0</inkml:trace>
  <inkml:trace contextRef="#ctx0" brushRef="#br0" timeOffset="38282.12">7316 6101 13823 0,'1'-1'1216'0,"-1"1"-960"0,0 0-256 0,0 0 0 15,0 0 1600-15,0-2 256 0,1 2 64 0,-1-1 16 16,1 1 64-16,-1-2 16 0,1 0 0 0,-1 1 0 15,0 1-496-15,0 0-112 0,-1 0 0 0,1 1-16 16,-1 1-768-16,-1 1-160 0,1 1-16 0,-1 3-16 16,0 0-144-16,-2 5-32 0,1 1 0 0,-1 2 0 15,-1 5 0-15,-1-4 0 0,2 3 0 0,-3-1 0 16,2 0-96-16,-2 1-32 0,1-3 0 0,-1-1 0 0,1-1-128 0,-2 0 0 16,2 1 0-16,-2-1 128 15,1-2-128-15,1-3 0 0,1 0 0 0,1-4 0 0,1 0 0 0,1-1 0 16,0-3 128-16,1 1-128 0,0-2 0 0,1 0 0 15,0-3 0-15,1-1 0 0,1-1 0 0,1-2 0 16,1-3 0-16,1 1 0 0,0-3 0 0,2-2 0 16,-1 2 0-16,1-3 0 0,-1 1 0 0,1-1 0 15,0 0 0-15,0 1 0 0,0-1 0 0,-1 3 0 0,0-2-144 0,0 2 144 16,0-1 0-16,0 3 0 0,-1 0 0 0,1 3 0 16,0 0 0-16,0 0 0 0,-1 2 0 15,0 1 0-15,-1 1 0 0,1 0 0 0,-1 1 0 0,0 0 0 16,1 2 0-16,-3-2 0 15,1 2 0-15,0 2 0 0,-1-1 0 0,0 0 0 0,-1 1 0 16,-1 3 0-16,0-2 0 0,1 1 0 0,-1 1 0 0,0 2 0 16,0-2 0-16,-1 2 0 0,0 3 0 0,0-3 0 15,-1 2 0-15,-1 3 0 0,1-2 0 0,-2 2 0 16,2 0 0-16,-2 0 0 0,0-1 0 0,1 1 144 16,-1-1 112-16,1-1 0 0,1-3 16 0,-1 0 0 15,2 1-112-15,0-2-32 0,0 0 0 0,0-2 0 0,1 1-128 0,0-3 0 16,0-1 0-16,0 1 0 0,0-2 0 0,1 0 0 15,0 0 0-15,0-3 0 0,0-1 0 0,3 1 0 16,-1-4 0-16,2 0 0 0,-1-1 0 16,3-1 0-16,-1-3 0 0,3 1 0 0,0-3-208 0,0 0 16 15,0 1 16-15,1-3 0 16,0 2-240-16,-1 1-48 0,0 1-16 0,1 1 0 0,-1-1 224 0,0 3 32 0,0 1 16 0,0-1 0 16,-3 3 208-16,2 0 0 0,-2 1 0 0,1-1 0 15,-1 1 0-15,1 2 0 0,-2 1 0 0,0-1 0 16,0 1 128-16,-2 2-128 0,0 0 192 0,1 0-192 15,-1 2 464-15,-2 1-16 16,2-1 0-16,-1 3 0 0,-2-5-160 0,0 0-32 0,0 0-16 0,0 0 0 16,7 40-112-16,-7-40 0 15,-1 26-128-15,1-26 192 0,-2 26-192 16,-1-13 176-16,3-13-176 0,-6 28 160 0,5-16-160 0,-2-1 192 0,0 1-192 0,0-3 192 16,1 0-192-1,0-1 0-15,1-1 0 0,-1-1 128 0,0 2-128 0,-1-2 0 16,1 0 0-16,0 0 0 0,0-1 0 0,0-1 0 0,-1 0 0 15,1 0 0-15,0-1 0 0,0 0-272 0,1 0 32 16,-2 1 16-16,1-2-1968 0,0 0-400 0</inkml:trace>
  <inkml:trace contextRef="#ctx0" brushRef="#br0" timeOffset="62125.27">7838 6194 18431 0,'2'-2'1632'0,"0"1"-1312"0,-1 0-320 0,0 1 0 16,0-2 1536-16,0 1 256 0,0-1 32 0,2-1 16 16,0-1-176-16,1-1-16 15,0 1-16-15,-1 1 0 0,0 1-928 0,0-1-176 0,0 1-32 0,-1-1-16 0,1 1-224 16,1-2-32-16,0 1-16 0,0-2 0 0,-2 1-64 0,1-1-16 15,-1 0 0-15,-1 0 0 16,0 0-128-16,0-1 0 0,-2 1 144 0,0 0-144 0,-1 3 0 0,-2-3 0 16,0-1 0-16,-2 1 128 0,0 2-128 0,-1 0 0 15,-1 1 0-15,-2 0 0 0,0 2 128 0,0 2-128 16,0-1 160-16,-1 2-160 16,0 1 128-16,0 2-128 0,1 1 0 0,1 0 0 0,1 3 0 0,-2-2 0 15,2 3 0-15,1 3 0 0,-1-2 0 0,3 2 0 16,-1 0 0-16,1 1 0 0,2-1 0 0,0-2 0 15,2-3 0-15,1 1 0 0,1-1 0 0,1-1 0 16,1-2 0-16,1-1 0 0,1 0 0 0,-1-1 0 0,2-3 0 16,0 1 0-16,2 0 0 0,-2-4 0 15,3 0 0-15,-2-1 0 0,2-1 0 0,0-3 0 0,-1 2 0 0,1-3 0 16,0 0 0-16,-2 0 0 0,0 1 0 0,-2-2 0 16,1 1 0-16,-2 1 0 0,-1 0 0 0,0 0 0 15,-2 2 0-15,-1 0 0 0,0 1 0 0,-1 1 0 16,0 1 0-1,-1-2 0-15,0 3 0 0,1 1 0 0,0 0 0 0,-1 0 0 0,1 1 0 0,0 1 0 16,0 2 0-16,1-2 0 0,-1 3 0 0,1 0 0 16,0 0 160-16,2 0-16 0,0 0 0 0,0 2 0 0,0-1 288 0,-2-6 48 15,0 0 16-15,0 0 0 0,0 0-176 0,0 0-48 16,26 36 0-16,-26-36 0 0,0 0-144 0,0 0-128 16,0 0 192-16,41 20-192 0,-41-20 0 0,0 0 0 15,0 0 0-15,34 5 0 31,-23-6-1072-31,-2 1-208 0</inkml:trace>
  <inkml:trace contextRef="#ctx0" brushRef="#br0" timeOffset="62404.39">8076 6090 15663 0,'-1'0'1392'0,"0"-1"-1120"0,1 1-272 0,0 0 0 16,0 1 1280-16,0-1 192 0,1 0 32 0,-1 0 16 16,1 2 816-16,0-1 160 0,1 3 48 0,0-1 0 15,2 1-992-15,0 1-192 0,-4-5-32 0,0 0-16 16,0 0-368-16,0 0-80 0,29 43-16 0,-29-43 0 16,0 0-352-16,0 0-80 0,33 43-16 0,-33-43 0 0,0 0-272 0,0 0-128 15,35 37 128-15,-35-37-128 16,0 0 0-16,0 0 0 0,36 26 0 0,-36-26 0 0,0 0 0 0,0 0 0 15,0 0 0-15,39 17 0 16,-32-17-640-16,-1 0-48 0,0 0-16 0,-1 0-10592 16,-2-2-2128-16</inkml:trace>
  <inkml:trace contextRef="#ctx0" brushRef="#br0" timeOffset="62601.47">8288 6092 12895 0,'-2'-2'1152'0,"0"2"-928"0,1 0-224 0,0 0 0 15,0 0 1664-15,-1 0 272 0,1 2 64 0,-2-2 16 16,0 3 688-16,-4 2 144 16,0-1 32-16,-4 4 0 0,-1 3-784 0,-1 1-160 0,-2 0-16 0,-1 2-16 15,0 1-976-15,-1-1-192 0,1 2-32 0,1-2-16 16,1-1-432-16,2-2-96 0,2 1-16 0,0-2 0 16,4-3-384-16,1 0-80 0</inkml:trace>
  <inkml:trace contextRef="#ctx0" brushRef="#br0" timeOffset="64046.78">8750 5870 11055 0,'2'-5'976'0,"-1"0"-784"15,0 3-192-15,0 0 0 0,-1 0 1104 0,0 1 176 16,0-4 48-16,0-4 0 0,0 2 288 0,-1-3 64 16,-1 1 16-16,0 3 0 0,-2 2-256 0,1-1-48 15,-2 3-16-15,-1 1 0 0,-1 2-416 0,1 1-64 16,-2 1-32-16,0 2 0 0,-1 0-368 0,-2 2-80 15,2 0-16-15,0 0 0 0,0 0-240 0,0-2-160 16,2 0 192-16,0 2-192 0,3-3 256 0,-2 1-48 16,2 0-16-16,2-1 0 0,-1 1-64 0,2-2-128 0,0 3 176 0,2-1-176 15,0 0 128-15,1 0-128 0,0 0 0 16,1-1 0-16,1 2 0 0,0 0 0 16,-4-6 0-16,0 0 0 0,0 0 0 0,0 0 0 0,0 0 0 0,30 45 0 15,-30-45 128-15,0 0-128 0,0 0 0 0,14 41 0 16,-14-41 0-16,0 0 0 0,8 33 0 0,-8-33 0 15,0 0 0-15,2 33 0 0,-3-25 0 0,1 0 0 16,-2 1 128-16,-2-1-128 0,1-3 0 0,-1 0 0 16,0 0 0-16,-2-1 0 0,2-1 0 0,-3-1 0 15,2 1 0-15,-1-1 0 0,1-2 0 0,2 0 0 0,-2 0 0 0,2-3 0 16,0 3 0-16,1-2 0 0,0-1 144 0,0 1-144 16,0 0 0-16,2 0 144 0,-1 0-144 0,1 1 0 15,0 1 0-15,-1 0 0 0,2 1 0 0,0 1 0 16,-1 0 0-16,1 0 0 0,0 3 0 0,1-2 0 15,-1 2 0-15,1 1 0 16,-1-1 336-16,0-1 48 0,0 1 0 0,-1 0 0 0,2 2-64 0,-2-2-16 16,1 2 0-16,0-1 0 0,-1 0-112 0,-1 1-32 15,1 0 0-15,-2 0 0 0,-1 3 96 0,1-3 32 0,-1 2 0 0,-2 1 0 16,2-1-288-16,-3 1 160 0,1-1-160 16,0 1 128-16,0-1-128 0,0 1 0 0,0 1 0 15,0 1 128-15,2-2-128 0,1 0 160 16,0-1-160-16,1-1 160 0,1-1-32 0,1-1 0 0,0 1 0 0,3 0 0 15,-1-2-128-15,-3-5 0 0,0 0 0 0,0 0 0 16,0 0 0-16,0 0 0 16,43 26 0-16,-43-26 0 0,0 0-1344 0,35 5-256 15</inkml:trace>
  <inkml:trace contextRef="#ctx0" brushRef="#br0" timeOffset="64943.98">9053 6045 12895 0,'-1'0'1152'16,"1"-2"-928"-1,0 2-224-15,0-2 0 0,0 2 1504 0,-1 0 256 0,0-1 48 0,0 1 16 0,-1-2 352 0,0 2 64 16,0-2 0-16,-1 2 16 0,2 2-1088 0,-2 0-208 31,0 4-64-31,0 0 0 0,0 4-320 0,-1 0-80 0,-1 4-16 0,1 0 0 0,-2 2-128 0,-1 1-32 16,2 0 0-16,-3 1 0 0,2-3-128 0,0 1-48 16,1-4 0-1,-1-3 0-15,3 0 48 0,-1-3 16 0,1 1 0 0,1-5 0 0,1 0 16 0,1-2 0 16,0 0 0-16,0-2 0 0,2 0-32 0,0-3-16 15,1-2 0-15,1 0 0 0,0-2-176 0,1-1 192 16,0-2-192-16,1-1 192 16,-1 0-192-16,2-1 0 0,0 0 144 0,1 0-144 0,-2 0 0 0,2 1 0 0,0-1 0 0,0 2 0 15,0 1 0-15,0 1 0 0,1-2 0 0,1 2 128 16,-1 1 0-16,-2 3 0 0,1 1 0 0,-2 2 0 31,1 0 208-31,-2 3 48 0,0 0 16 0,-1 1 0 16,-1 3-96-16,0 1-32 0,-1-1 0 0,0 2 0 15,-1-2-144-15,-1 3-128 0,0 1 192 0,-2 3-192 16,0 0 144-16,-1 2-144 0,0 0 0 0,-2 0 144 0,0 1-144 0,0-2 0 16,-1 1 0-16,1-2 128 0,-1 1-128 15,1-5 0-15,1 2 0 0,-1-3 128 0,1 0-128 0,1-3 0 16,0 1 0-16,1-3 128 0,0 1-128 0,2-4 0 16,0 1 0-16,0-3 128 0,2 0-128 0,1-2 0 15,2-3 0-15,-1 1 0 0,2-1 0 0,1-3 0 16,2-2 0-16,0-1 0 0,0 1-208 0,0 0 16 15,0 2 16-15,-1 1 0 0,-1 3-128 0,2-1-16 16,0 0-16-16,-1 1 0 0,1 1 336 0,-2 3-144 16,1-2 144-16,-2 2 0 0,0 2 0 0,-2-1 0 15,1 3 0-15,-1 0 0 0,-2 1 0 0,0 1 0 0,0 0 0 0,-1 0 0 16,0 0 144-16,0 2 48 0,0 1 0 0,-1-1 0 16,-1 3 0-16,0-2 0 0,0 2 0 0,-1 0 0 15,1 2-64-15,-1 1-128 0,0 0 192 0,-1 1-64 16,1 1-128-16,-1 0 0 0,0 2 144 0,0-3-144 15,0 2 0-15,0-1 0 0,2-1 0 0,0-1 128 16,0-1-128-16,1-2 0 0,1-2 0 0,1 0 0 16,2-3 0-16,-1 0 0 0,-1 1 0 0,2-3 0 15,0 0 0-15,1-3-208 0,-1 1 48 0,2 0 16 16,-1-3-1776-16,2 0-368 16</inkml:trace>
  <inkml:trace contextRef="#ctx0" brushRef="#br0" timeOffset="65138.61">9438 5982 14735 0,'3'-3'640'0,"0"1"160"0,1 1-640 0,-3-1-160 15,0 2 0-15,0 0 0 0,1 0 2304 0,0 2 448 16,3-2 64-16,0 1 32 0,1 1-320 0,0 0-64 16,1 1-16-16,-1-1 0 0,-6-2-1424 0,0 0-272 15,0 0-64-15,0 0-16 16,0 0-864-16,0 0-192 0,42 16-16 0,-37-13-10096 15,-3-1-2000-15</inkml:trace>
  <inkml:trace contextRef="#ctx0" brushRef="#br0" timeOffset="65322.68">9483 6104 19343 0,'-5'6'848'0,"1"-1"192"16,2-1-832-16,0 0-208 0,0 0 0 0,0-1 0 15,0 2 1984-15,-1 1 336 0,-1 5 80 0,-3 3 16 0,0 3-880 0,0-1-160 16,3 1-32-16,0-5-16 0,1 0-1008 0,2-5-192 16,1 0-128-16,1-3 160 0,2 1-336 0,1-4-64 15</inkml:trace>
  <inkml:trace contextRef="#ctx0" brushRef="#br0" timeOffset="65750.35">9702 6005 19343 0,'-1'3'848'0,"0"1"192"0,0 0-832 0,0-1-208 0,0 0 0 0,0 0 0 15,0 0 1984-15,-1 3 336 0,0 3 80 0,-3 3 16 16,-1 4-544-16,1 1-96 0,-1-3-32 0,1 2 0 16,0-1-560-16,1-1-112 0,1-2-32 0,0-3 0 15,1 1-448-15,1-5-80 0,1 2-32 0,0-3 0 16,1-1-352-16,0-3-128 15,0 0 0-15,1-2 0 0,0 1 0 0,0-3 0 0,1-1 0 0,0-1 0 16,0 0-192-16,-1-3-48 16,1 1 0-16,1-1 0 0,0 0-400 0,-1-1-96 0,2-3-16 0,0-1 0 15,0-1 496-15,0 0 80 0,0 1 32 0,1 2 0 0,0-2 144 0,0 2 0 16,1 0 0-16,1 3 0 0,-2 1 448 0,1 2 0 16,-2 1 16-16,2 2 0 15,-2 1 96-15,0 2 16 0,1 0 0 0,-1 0 0 0,0 2-288 0,0-1-48 16,0 3-16-16,-5-4 0 0,0 0-224 0,0 0 0 15,0 0 128-15,0 0-128 0,24 38 128 0,-24-38-128 16,0 0 176-16,0 0-176 0,6 35 144 0,-7-26-144 16,-1 4 0-16,-1-1 144 0,-1 1-144 0,1 0 0 0,-2 1 0 15,0-2 128-15,1 0-128 0,-1-2 0 16,1-1 144-16,1-1-144 0,1-1 0 0,0-2 0 0,1-1 0 0,0 0 128 16,0-3-336-16,1 1-64 0,0-2-16 0,0 0-17808 31</inkml:trace>
  <inkml:trace contextRef="#ctx0" brushRef="#br0" timeOffset="67159.87">10309 5929 10127 0,'3'-2'896'0,"-1"1"-704"15,-1 1-192-15,-1 0 0 0,0 0 1744 0,1 0 320 16,0-2 64-16,0 2 16 0,1-2 384 0,0 2 80 16,-1-2 16-16,-1 2 0 0,-1-2-672 0,0 1-128 15,-2 1-32-15,1 0 0 0,-1 0-800 0,-2 0-160 16,1 0-48-16,-1 0 0 0,-2-2-384 0,2 0-80 16,-2 1 0-16,0-1-16 0,1-2-176 0,-1 1-128 0,0 0 144 0,-1 0-144 31,2-1 0-31,-1 0 128 0,1 1-128 0,0 1 0 15,0-3 128-15,-1 3-128 0,2-3 176 0,-1 3-176 0,0-1 240 0,1 1-64 16,0 0-16-16,0 1 0 0,1 1-160 0,0-2 0 0,1 4 144 0,0-2-144 16,-1 1 0-16,0 1 144 0,2 0-144 0,0-2 0 15,-1 3 160-15,1-1-160 16,0 1 128-16,-1 1-128 0,2-1 144 0,-2 1-144 0,1-1 160 0,0 4-160 16,-1 0 128-1,1 0-128-15,0 1 0 0,0 0 0 0,0 0 0 0,-1 1 128 0,1 0-128 0,0 3 0 0,-1 1 0 31,-1 1 0-31,0 2 0 0,2-4 0 0,-1 0 0 0,0 5 128 0,-1 1-128 16,0 5 0-16,0 2 0 0,0-3 0 16,0 1 0-16,3-3 0 0,-1-2 0 0,2-18 0 15,0 32 0-15,0-32 0 0,0 0 0 0,4 30 0 16,-4-30 0-16,0 0 0 0,0 0 0 0,0 0 0 16,0 0 0-16,0 0 0 0,0 0 0 0,29 35 0 15,-23-33 0-15,-6-2 0 0,0 0 0 0,0 0 0 16,0 0 0-16,35 10 0 0,-35-10 0 0,0 0 0 15,0 0 0-15,36 1 0 0,-27-1 0 0,1-1 0 0,0-1-128 16,-1 0 128 0,0 1-1200-16,3-3-176 0</inkml:trace>
  <inkml:trace contextRef="#ctx0" brushRef="#br0" timeOffset="68112.94">10426 6394 4607 0,'-2'2'400'15,"0"-2"-400"-15,1 0 0 0,1 0 0 0,0 0 1008 0,0 0 112 0,-1 2 32 0,0-1 0 16,-1 1 912-16,0 1 192 0,0 1 48 0,0-2 0 0,1 0-208 0,-1 1-48 16,1-1 0-16,1 1 0 15,0-2-336-15,0 0-80 0,0 1-16 0,0-2 0 0,1 1-432 0,0-1-96 16,1 0 0-16,-1-1-16 15,1-1-272-15,1 1-48 0,-1-3-16 0,3-1 0 16,0 2-128-16,0-3-32 0,4-3 0 0,-1-2 0 0,3 0-320 0,0-3-80 16,2 0-16-16,1-2 0 0,1 1-160 0,1-4 0 15,0 1 0-15,2-2 0 0,0-1 0 0,-1-3 0 16,0-2 0-16,-1 0 0 0,-1-3 0 0,-2 3 0 0,0 0 0 0,-3-1 0 16,1 1 0-16,-2 1 0 15,0 2 0-15,-2 4 0 0,-1 4 0 0,-3 3 0 16,0 3 0-16,-2 0 0 0,0 4 0 0,-3 2 0 15,1 3 0-15,-2 0 0 0,0 3 0 0,-1-1 0 0,-1 3 0 0,0 2 128 16,0-2 0-16,0 2 0 0,0 0 0 0,0 2 0 16,1 1-128-16,-1 0 0 0,0 2 0 0,1-1 128 15,1-1-128-15,-2 3 0 0,2 2 0 0,-2 4 0 16,0 0 0-16,2 1 0 0,0 3 0 0,-1-2 0 16,1 2 0-16,1 0 128 0,1 0-128 0,1-23 0 15,0 38 0-15,0-38 0 0,1 28 0 0,-1-28 0 0,0 0 0 0,0 0 0 16,0 0 0-16,0 0 0 0,0 0 0 0,0 0 0 15,0 0 0-15,40 21 0 0,-32-28-160 0,-1 0 160 16,1-2-208-16,2-2 80 16,-2 0-272-16,2 0-48 0,0-2-16 0,0 0 0 0,-2 0 96 0,1-1 32 15,1-1 0-15,-1 0 0 0,-2 0 336 0,2-2 0 16,-1 1 0-16,0-3 0 16,1 0 0-16,-2 0 0 0,0 0 0 0,-1 1 0 0,-1 1 0 0,-1 2 0 0,-1 3 0 0,-1 3 0 15,-1 2 0-15,0 2 0 0,-2 1 128 0,-1 3-128 16,0 1 368-16,0 0-16 15,-2 0 0-15,1 3 0 0,-1 0 32 0,1 1 0 0,-1 3 0 0,-1 2 0 16,1 1-192-16,-1 2-48 16,1 1 0-16,1 2 0 0,-1 5-144 0,0 1 192 15,1 0-192-15,2-2 192 0,0 1-192 0,1-2 128 16,0-18-128-16,0 0 128 16,8 41-128-16,-8-41 0 0,0 0 0 0,0 0 0 0,0 0 0 0,34 35 0 0,-34-35 0 0,0 0-12160 31,0 0-2336-31</inkml:trace>
  <inkml:trace contextRef="#ctx0" brushRef="#br0" timeOffset="68510.8">11035 6174 10703 0,'-1'0'224'0,"0"-1"48"0,1 1 16 0,0 0 32 0,0 0-320 0,-1 0 0 0,1 0 0 0,-1-2 0 16,1 2 3456-16,-1 0 608 0,-1 0 128 0,0-2 32 15,0 2-1488-15,0 2-304 0,0 0-48 0,0 1-16 0,-2 0-1104 0,0 3-240 16,-1 1-32-16,-1 1-16 0,0 3-544 0,-2 1-112 16,0 0-32-16,-1 0 0 0,-1 2-128 0,1-2-32 15,0 0 0-15,-1 0 0 16,1 2-128-16,0 0 0 0,2-2 0 0,-1-3 0 0,3 2 0 0,0-2 0 16,1-3 0-16,1 2 0 0,2-4 0 0,0-1 0 15,0 1 0-15,1-1-176 16,1-3-608-16,0 0-128 0,3-2-32 0,1-3 0 15,0 0-1600-15,2-3-320 0,1-3-64 0,1-1-10048 0</inkml:trace>
  <inkml:trace contextRef="#ctx0" brushRef="#br0" timeOffset="68730.17">10998 6171 911 0,'6'-17'0'0,"-4"10"0"0,-1 2 0 0,-1 3 0 16,1 2 1376-16,-1 0 192 0,0-2 32 0,2-1 16 16,0-1 1440-16,0 3 272 0,1-1 64 0,-1 5 16 15,-1 2-304-15,0 1-64 0,-1-6-16 0,0 0 0 16,0 0-1392-16,8 36-288 0,-8-36-48 0,0 0-16 15,4 33-576-15,-4-33-112 0,0 0-16 0,0 0-16 16,9 38-112-16,-9-38 0 0,0 0-16 0,0 0 0 16,0 0-208-16,15 40-32 0,-15-40-16 0,0 0 0 15,0 0-176-15,10 31 0 0,-8-23 0 0,0-2 128 16,0-1-128 0,0-2 0-16,0 1 0 0,-1-2 0 0,1-1-576 0,-1 1-80 0,-1-2-32 0,1 0 0 15,0 0-2320-15,-1-2-480 16</inkml:trace>
  <inkml:trace contextRef="#ctx0" brushRef="#br0" timeOffset="68930.11">10942 6304 8287 0,'-7'0'368'0,"3"0"80"0,1 0-448 0,0 0 0 16,2 0 0-16,0 0 0 0,1-2 1872 0,-2 2 304 16,0 0 48-16,1 0 16 0,-1 0 576 0,1-1 128 0,2 1 32 0,0 0 0 15,1 0-800-15,2-2-144 16,0 2-48-16,1 0 0 0,1 0-832 0,-1 0-160 0,2-2-32 0,0 2-16 15,-7 0-608-15,0 0-112 16,0 0-32-16,33-1 0 0,-26 1-192 0,2-2-208 16,-1 0 32-16,0 0-16688 0</inkml:trace>
  <inkml:trace contextRef="#ctx0" brushRef="#br0" timeOffset="69144.2">11202 6025 19343 0,'0'-1'1728'0,"0"-1"-1392"0,1 2-336 0,-1 0 0 0,0 0 1680 0,0 2 272 32,0-2 48-32,-1 0 16 0,1 1-32 0,-2 0-16 0,1 4 0 0,-3 2 0 0,0 0-1072 0,-1 2-224 15,-1 4-32-15,-1 3-16 16,-1-1-176-16,0 3-48 0,-1-1 0 0,2 0 0 0,1-1-400 0,0-2 128 15,3-2-128-15,2 0-16592 0</inkml:trace>
  <inkml:trace contextRef="#ctx0" brushRef="#br0" timeOffset="69771.21">11518 6246 14735 0,'2'-3'1312'0,"0"2"-1056"16,0-1-256-16,-1 2 0 0,0 0 1456 0,0 0 224 16,1 0 48-16,0-2 16 0,2 2 1632 0,0 2 320 15,-2 0 64-15,-3 0 16 0,1 3-2864 0,-4 2-560 16,0 0-112-16,-1 0-32 0,-2 3 240 0,1-1 32 15,-3 1 16-15,0 1 0 0,0-1-304 0,1 2-64 16,-1-2-128-16,2-1 192 16,0-2-944-16,3 0-192 0</inkml:trace>
  <inkml:trace contextRef="#ctx0" brushRef="#br0" timeOffset="71227.81">11726 6391 4607 0,'0'1'400'16,"0"1"-400"-16,0-2 0 0,0 0 0 16,0 0 800-16,0 0 80 0,1 0 16 0,0 1 0 15,-1 0 736-15,1 1 160 0,0-1 16 0,0 1 16 0,1 0 160 0,-1-1 48 16,-1 1 0-16,1 0 0 0,0 0-176 0,0 0-16 16,1-2-16-16,-1 3 0 0,1-2-624 0,0 0-128 15,0 0-32-15,0-1 0 0,-1 2-272 0,1-2-64 16,1 0-16-16,-1 0 0 0,1-2-304 0,-1 1-64 15,1-1-16-15,0-1 0 0,1 1-48 0,-1-2 0 16,1-1 0-16,2-1 0 0,-1 0 0 16,2-3 0-16,0-1 0 0,2-2 0 0,-1-1 0 0,0 0 0 0,2-3 0 15,0-1 0-15,0-1-96 0,0-2-32 0,1-1 0 0,0-2 0 16,0 0-128-16,0-2 0 0,-1 3 0 0,-2 1 0 16,-1 2 0-16,-1-2 0 0,2-2 128 0,-2 1-128 15,1 5 0-15,-2 0 0 16,1 5 0-16,-2 1 0 0,0 1 0 0,-1 3 0 15,0 1 0-15,-1 0 0 0,-1 1 0 0,1 1 0 0,0 1 0 0,0-2 0 16,-1 3 0-16,0 0 0 0,1-1 0 0,-1-1 0 16,0 3 0-16,-1-2 0 0,1 0 0 0,0 3 0 15,-1-3 0-15,0 3 192 0,0 0-192 0,-1 0 192 16,0 1 16-16,0 1 16 0,-2 1 0 0,0 1 0 16,-1 3-224-16,0 2 176 0,-1 0-176 0,-1 3 160 15,1 3-160-15,-1 1 128 0,1 1-128 0,-1 2 128 0,1 2-128 0,-1 1 0 16,1 1 0-16,0-2 0 0,0 3 0 0,1-2 0 15,0 0 0-15,1-2 0 0,0-1 0 0,1-1 0 16,1-3 0-16,0 0 0 0,1-3 0 0,0-1 0 31,1 0 0-31,0-2 0 0,-1-9 0 0,0 0 0 0,0 0 0 0,0 0 0 32,0 0-448-32,0 0 16 0,0 0 16 0,0 0 0 15,39 0-144-15,-33-8-16 0,1 1-16 0,1-2 0 16,0-3 0-16,1-2 0 0,1 0 0 0,1-3 0 15,-1-2-16-15,1 0 0 0,-2 0 0 0,2-3 0 16,-2 1-144-16,0-2-16 0,-1 3-16 0,-1-1 0 16,0 2 64-16,0 0 16 0,-1-2 0 0,0 2 0 0,-1 2 512 0,-1 2 192 0,0 3 0 0,-1 1-144 15,-1 4 144-15,-1 2 176 0,-1 1-48 0,0 2 0 16,0-1 576-16,0 3 128 0,-1 0 0 0,0 0 16 16,0 3-16-16,-1-3 0 0,1 2 0 0,-1-1 0 15,0 0-352-15,0 1-80 0,0 1-16 0,-1-1 0 16,0 1-32-16,0 1-16 0,0 4 0 0,-2-1 0 15,0 5 32-15,1 2 0 0,-1 0 0 0,0 5 0 16,1 2 16-16,-2 5 0 0,2 1 0 0,-1 1 0 0,1 0-192 0,1-1-16 16,2 1-16-16,0-4 0 0,1-24-160 0,0 38 160 15,0-38-160-15,3 30 160 0,-3-30-160 0,0 0 0 16,0 0 0-16,20 33 0 0,-20-33 0 16,0 0 0-16,0 0 0 0,31 5 0 15,-21-10-1216-15,0-1-160 0,1 0-32 0,-1-2-14736 0</inkml:trace>
  <inkml:trace contextRef="#ctx0" brushRef="#br0" timeOffset="72208.73">12272 6214 4607 0,'0'-2'400'0,"0"1"-400"0,0 1 0 0,0 0 0 0,0 0 1600 0,0 0 224 15,0-2 48-15,-1 1 16 0,1 1 928 0,-1-1 176 16,0 0 32-16,1 1 16 0,-1 0 160 0,0 0 16 15,1 2 16-15,-1 1 0 0,0-2-2384 0,-1 3-464 16,1 0-112-16,-1-1-16 0,1 2 432 0,0-1 80 16,-1 1 0-16,0-2 16 0,1 1-448 0,0-2-80 0,0 2-32 0,0 0 0 15,0-2-224-15,1 0 0 0,-1 1 0 0,0 0 0 16,0-1 0-16,1 0 144 16,0 0-144-16,-1 1 128 0,1 0 32 0,-1 1 0 0,0-2 0 0,0 1 0 15,0 1-160-15,-1-1 160 0,1-1-160 0,-1 3 160 16,0 0-160-16,0-1 128 0,-1 1-128 0,0 1 128 15,1 0-128-15,-1-1 160 16,1 0-160-16,-1 0 160 0,0 0-160 0,1-2 128 0,0 2-128 0,1-2 128 16,0 1-128-16,-1-3 128 0,1 1-128 0,0 0 128 0,0-1-128 15,0 1 128-15,1-2-128 0,0 0 128 0,0 2-128 0,-1-2 0 16,1 0 0-16,0 0 128 0,-1 0-128 0,0 0 0 16,0 0 0-16,0 1 0 0,1-1 0 0,-1 0 0 15,1 1 0-15,-1-1 0 16,0 0 0-16,0 2 0 0,0-2 0 0,0 0 0 0,0 0 0 0,0 0 0 15,1 0 0-15,0 0 0 0,0-2 0 0,1 0 0 16,2-2 0-16,-1-2 0 0,0 2 0 0,2-3-176 16,0 0 48-16,0-3 0 0,2 0-80 0,-1-2-16 15,0 1 0-15,1-1 0 0,-2 0 224 16,2 0-144-16,-1-1 144 0,-2 3-128 0,2 0 128 0,-2 3 0 0,0 1 0 0,-2 3-128 16,1 0 128-16,0 0 0 15,0 1 0-15,1 2 0 0,0 0 0 0,-1-2 0 0,2 2 0 0,2 0 0 16,-1 0 192-16,3 0-48 0,-1-2 0 0,0 2 0 31,2-3 32-31,-1 1 0 0,-8 2 0 0,0 0 0 0,0 0-176 0,30 0 0 0,-30 0 0 0,0 0 128 16,0 0-128-16,0 0 0 0,0 0 0 0,0 0 0 15,0 0 0-15,0 0 0 16,29 31 0-16,-29-27 0 0,-1 2 0 0,-2-1 0 0,0-1 0 0,0 3 0 0,0-3 0 16,-2-1 0-16,0 2 0 0,0-1 0 0,-1-1 0 15,0 0-256 1,-2 1 64-16,0-2 16 15,0 0-608-15,-1 1-128 0,0-1-32 0,2-2 0 16,0 0-272-16,2 0-48 0,2-2-16 0,-1 2 0 0,1-3 1024 0,1 1 256 16,0 0 0-16,2 0 0 0,-1-1 0 0,0-1 0 15,0 1 0-15,1 3 0 0,0-2 128 0,-1 0 80 16,2 1 16-16,-1 1 0 0,1 0 144 0,0 1 16 16,0 1 16-16,-1 0 0 0,2 0 304 0,0 1 48 15,-1-1 16-15,1 3 0 0,0-3-144 0,0 3-32 0,0 0 0 16,0-1 0-16,0 4-224 0,-2-8-48 0,0 0-16 15,0 0 0-15,0 0-80 0,0 0-16 0,25 38 0 0,-25-38 0 16,0 0-48-16,0 0-16 0,0 0 0 0,0 0 0 16,40 30-144-16,-40-30 0 0,0 0 0 0,0 0 128 15,0 0-128-15,38 17 0 0,-38-17 0 0,0 0 0 16,0 0-384-16,0 0-64 16,32-5-16-16,-28 3-17584 0</inkml:trace>
  <inkml:trace contextRef="#ctx0" brushRef="#br0" timeOffset="73397.5">12666 5955 1839 0,'0'-2'160'0,"0"2"-160"16,0 0 0-16,0 0 0 0,0 0 992 0,0 0 160 15,0 0 48-15,0 0 0 0,-1-1 480 0,1 1 112 16,0 0 0-16,-1 0 16 15,1 0 144-15,0 0 32 0,-1-2 0 0,1 2 0 0,1 0-160 0,-1-1-32 16,1 0 0-16,0-1 0 0,1 0-608 0,-2 1-128 31,2-1-32-31,0 0 0 0,-1 1-256 0,1-1-48 0,0 2-16 0,-1-1 0 16,1 0-64-16,-1 1-32 0,0 0 0 0,1 0 0 16,0-2-80-16,1 1-16 0,1-1 0 0,-1 2 0 0,2-3-192 0,-1 1-64 0,0 1 0 0,1-2 0 15,0 0-32-15,1 0-16 0,0 1 0 0,0 0 0 16,1 0-32-16,-1 0-16 0,0 1 0 0,0 1 0 31,0-2 32-31,-1 0 16 0,1 2 0 0,-2-1 0 16,0 1-16-16,0 0 0 0,0 0 0 0,-2 1 0 15,0-1-192-15,1 0 176 0,-1 2-176 0,-1-2 160 16,0 0-160-16,-1 0 0 0,1 0 0 0,-1 0 128 16,0 2-128-16,0-2 0 0,0 0 0 0,-1 0 128 0,2 0-128 0,-1 0 0 15,0 0 0-15,0 0 128 0,0 0-128 0,0 0 0 16,0 0 0-16,0 0 0 0,0 0 0 0,1 0 0 15,-1 0 128-15,0 0-128 0,0 0 0 0,0 1 0 16,0-1 0-16,0 0 0 0,0 0 0 0,1 0 0 16,-1 0 0-16,0 2 0 0,0-2 0 0,0 2 0 15,-1-2 0-15,1 2 0 0,0 1 0 0,-1 2 0 16,1-1 144-16,0 3-144 0,0-3 144 0,0 2-144 16,0 3 192-16,0-1-192 0,0-8 0 0,0 0 0 0,0 0 0 15,3 35 0-15,-3-35 0 0,0 0 0 0,0 0 0 0,7 38 0 16,-7-38 0-16,0 0 0 0,7 38 0 0,-7-38 0 15,0 0 128-15,6 43-128 0,-6-43 0 0,2 30 0 16,-2-30 0-16,2 29 128 0,-2-29-128 0,0 0 0 16,1 36 128-16,-1-36-128 0,0 0 0 0,0 0 0 15,0 33 0-15,-1-30 0 0,1 0 0 0,-2 1 0 16,0 0 144-16,-1-3-16 0,0 0-128 0,0 1 192 16,-2-1-192-16,0 1 176 0,-1 0-176 0,-2 1 160 15,1-1-160-15,-3 1 0 0,0 2 0 0,-1 0 128 16,0 1-128-16,-1-1 0 0,-1 2 0 0,-1 2 0 15,0-1 0-15,0-2 0 0,1 0 0 0,3-2 0 0,2-1-288 16,2-3-32-16</inkml:trace>
  <inkml:trace contextRef="#ctx0" brushRef="#br0" timeOffset="74347.88">13114 5751 4607 0,'1'-5'400'0,"0"1"-400"0,0 1 0 0,0-1 0 16,0 3 1200-16,0-1 144 15,0 1 48-15,0-2 0 0,1 0 592 0,0-3 128 0,0 0 32 0,1-1 0 16,0 2-112-16,-1 0-32 0,1 1 0 0,-1-1 0 15,1 3-112-15,0-1-32 0,0 1 0 0,0 0 0 16,1 2-624 0,0-3-128-16,1 1-16 0,-1 2-16 0,1 0-432 0,-1 0-96 0,1 2-16 15,0-1 0-15,-2 1-224 0,-3-2-48 0,0 0-16 0,0 0 0 16,0 0-48-16,0 0 0 0,0 0 0 0,24 40 0 16,-24-40-48-16,0 0-16 0,0 0 0 0,1 36 0 0,-2-27-128 0,-2 1 0 15,-1 1 144-15,0-1-144 0,-1 0 144 0,-1 1-144 16,2-2 192-16,-2 1-192 0,1 0 192 0,1-1-192 31,-1 1 192-31,1-1-192 0,-1 1 176 0,1-1-176 0,1-2 160 0,1 3-160 0,0-1 128 0,1-2-128 31,1 1 0-31,0-8 0 0,0 0 0 0,0 0 128 0,0 0-128 0,0 0 0 0,0 0 0 0,28 37 0 16,-28-37 0-16,0 0 0 0,0 0 0 0,0 0 0 0,0 0 0 16,40 17 0-1,-40-17 0-15,0 0 0 0,0 0 0 0,0 0 0 0,29 0 0 0,-23-4 0 0,-2 1 0 0,1 0 0 16,0 1 128-16,-2-3-128 0,0 1 0 0,-1 1 144 15,0 1-144 1,-2 0 0-16,1 0 0 0,-2 1 0 0,1 1 0 0,-2 1 0 0,0 1 0 0,0 0 0 16,0-1 0-16,-1 2 0 0,0 2 0 0,0 0 0 31,1 0 0-31,1 2 0 0,-1-2 0 0,0 3 0 16,1 3 0-16,-1 1 128 0,2-12-128 0,0 0 0 15,-1 35 128-15,1-35-128 0,0 0 128 0,3 40-128 16,-3-40 160-16,0 0-160 0,5 43 192 0,-5-43-192 0,3 29 192 0,-3-29-64 15,3 33 0-15,-3-33-128 0,1 33 192 0,-1-33-192 16,-3 28 192-16,3-28-192 0,-4 26 144 0,-1-13-144 16,-1-2 0-16,1-1 144 0,-3 1-144 0,0 1 0 15,-2-1 0-15,0 0 128 0,-2-2-128 0,0 0 128 16,-2 3-128-16,0-1 128 0,-2 0-128 0,0 1 0 16,0-2 0-16,0 1 0 0,-1-2 0 0,0 1 0 15,1-3 0-15,1-2-18928 0</inkml:trace>
  <inkml:trace contextRef="#ctx0" brushRef="#br0" timeOffset="81891.28">4170 7035 4607 0,'2'-3'400'0,"-1"-2"-400"0,0 3 0 0,0 1 0 16,0 0 960-16,0 0 96 0,1-4 32 0,1 0 0 16,1-2 272-16,1 0 64 0,-1 0 16 0,-2 0 0 15,1 2-208-15,-1 3-32 0,0-1-16 0,0 3 0 0,-1 0-400 0,1 3-80 16,-1 2 0-16,0-1-16 15,0 4-304-15,0 1-48 0,-1 3-16 0,0 0 0 0,-1 0 32 0,0 0 0 16,0 4 0-16,-2-2 0 0,0 3-96 0,-1-1 0 16,1-2-16-16,-2-1 0 15,-1 3-48-15,0-2-16 0,-1 1 0 0,1-3 0 0,-1-1-176 0,3-4 0 16,-1 1 0-16,1-5 128 0,2 0-128 0,-1-3 0 16,2 1 0-16,0-2 0 0,1-1 0 0,0-2 0 15,0-1 144-15,1 0-144 0,0-2 0 0,1 1 0 0,0-2 0 16,-1-1 0-16,2-1 0 0,0-1 0 15,1 0 0-15,-2 2 0 0,2-2 0 0,0 1 0 16,0-2 0-16,0 0 0 0,2-2 0 0,0-1 0 0,1 4 0 0,0-1 0 16,2 0 0-16,-1 0 0 0,2-1 0 0,0 2 0 15,0 2 0-15,1-1 0 16,-1 1-144-16,0-1 144 0,0 4 0 0,0 0 0 0,0 3 0 0,-1 0 128 16,-1 2 208-16,0 2 48 0,-1 2 0 0,0 1 0 15,-1 1-160-15,-1 1-32 0,-1 2 0 0,0-1 0 16,-1 4-192-16,0 0 0 0,-1 0 128 0,-2 3-128 15,-1 0 0-15,-1 0 144 0,0 0-144 0,-1 1 128 0,-1-1-128 16,0 0 0 0,0-2 0-16,0-2 0 0,1-1 128 0,-2 1-128 0,1-1 128 0,2-2-128 0,-1-2 0 0,0 0 0 15,1-3 0-15,1 0 0 0,0-2 0 0,1-2 128 16,0 1-128-16,2-3 0 0,0-1 0 0,1-1 0 16,1-4 0-16,3-2 0 0,0 0 0 0,2 0 0 15,1-3 0-15,0 0 0 0,0 0-128 0,0 1 128 16,-2 5-160-16,-1-1 160 0,3-1-160 0,-1 1 160 15,1 0-160-15,-1 2 160 0,1 2 0 0,-3 1 0 16,0 1 0-16,-1 2 0 0,0 1 0 0,-2-1 0 16,0 2 0-16,0 2 0 0,-2 1 0 0,1-1 0 15,-1 3 0-15,0 2 0 16,1 0 128-16,-2 2-128 0,1 4 0 0,-2 0 0 0,1 0 0 0,0 3 160 16,-1 3-160-16,0 0 128 0,1-4 272 15,0 1 48-15,0 0 16 0,0 1 0 16,1-3-320-16,-2-14-144 0,0 0 128 0,0 0-128 0,13 36 0 0,-8-31 0 0,1-5 0 0,1-2 0 31,1-1-496-31,-1-2-16 0</inkml:trace>
  <inkml:trace contextRef="#ctx0" brushRef="#br0" timeOffset="82097.86">4786 6858 16575 0,'-1'0'1472'0,"1"0"-1168"15,0 0-304-15,0 0 0 0,1 1 912 0,-1 1 128 16,0-2 32-16,0 2 0 0,1 3 272 0,0-3 48 16,1 3 16-16,1-2 0 0,2 3-880 0,-1-1-160 15,1-2-48-15,-1 1 0 0,-4-4-320 0,0 0 0 16,0 0 0-16,0 0 0 0,0 0 0 0,36 37-128 16,-36-37 128-16,0 0-11808 0</inkml:trace>
  <inkml:trace contextRef="#ctx0" brushRef="#br0" timeOffset="82289.21">4771 7046 12895 0,'-5'2'576'0,"2"-2"112"0,1 2-560 0,1-2-128 0,0 3 0 0,1-3 0 16,0 2 1712-16,-1 1 304 0,0 0 64 0,-2 1 16 15,1 3-224-15,0 0-32 0,0 0-16 0,1 1 0 0,1 0-944 0,-1 0-192 16,1-1-48-16,-1 0 0 0,1 0-512 0,0-2-128 15,-1 0 0-15,1 2 0 0,1-5 0 0,1 3 0 16,-2 0-160-16,3-1 160 16,0-1-1200-16,0 1-144 0,0 0-16 0,1-1-10160 15</inkml:trace>
  <inkml:trace contextRef="#ctx0" brushRef="#br0" timeOffset="82749.7">4946 7038 11967 0,'3'-6'528'0,"-1"1"112"0,-1 2-512 0,0 1-128 0,0 0 0 0,-1 2 0 16,1 0 1536-16,0-2 288 0,0 1 48 0,0 1 16 16,0 1 256-16,-1 3 48 0,1-1 16 15,-1 4 0-15,0 0-816 0,-1 4-176 0,0 0-16 0,0 0-16 16,0 1-736-16,-1-2-160 0,0 3-32 0,0-3 0 16,1-1-256-16,-1 1 128 0,-1 2-128 0,1-5 0 15,-1 2 192-15,2 1-64 0,-1-3 0 0,-1 0-128 16,1-3 336-16,0 0-32 0,1 0-16 0,0-3 0 0,0 0-160 0,0-2-128 15,1 0 192-15,0-1-192 16,0-3 160-16,1 2-160 0,0-3 128 0,1-2-128 0,0 1 0 0,0 0 0 16,0-3 0-16,1-2 0 0,0 0 0 0,2-2 0 15,-1 2 0-15,0 0 0 0,0 3 0 0,1 0 0 16,-1-1 0-16,2 3 0 0,-1 0 0 0,0 0 0 16,-1 2 0-16,0 3 0 0,2-2 0 0,-1 3 0 15,0-1 0-15,-1 1 0 0,0 1 0 0,0 1 0 16,0 1 0-16,1-1 0 0,-2 3 0 0,1-2 0 15,0 1 0-15,-1 2 192 0,1-1 224 0,-2 3 48 0,1-1 16 0,-2 0 0 16,0 1-208-16,-1 0-32 16,1 1-16-16,-2 2 0 0,1 1-224 0,-1-2 176 0,0-2-176 0,-1 1 160 15,0 3-160-15,-1-3 0 16,0 3 144-16,2-1-144 0,-1-1 0 0,0-2 144 0,1 1-144 0,1-2 0 16,0-1 128-16,1 0-128 0,0-3 0 0,1-1 0 15,0-1 0-15,1 0 0 0,0-1 0 0,2-1-11120 16,-1-2-2160-16</inkml:trace>
  <inkml:trace contextRef="#ctx0" brushRef="#br0" timeOffset="83066.57">5476 6980 1839 0,'7'-8'160'0,"-3"1"-160"0,0 2 0 0,-2 1 0 0,-1 1 1360 0,-1 1 240 0,0 0 64 16,1-1 0-1,0-1 496-15,-1-2 96 0,-2 2 32 0,-2 0 0 16,-1 4-560-16,-2 2-96 0,-1 1-32 0,-2 3 0 16,-1 1-256-16,-2 3-48 0,0 2-16 0,0 0 0 15,-1 4-96-15,2 0-32 0,0-2 0 0,1 3 0 16,2 0-64-16,1 0 0 0,-1 4-16 0,5-2 0 15,1 0-336-15,1-2-64 0,2 1-16 0,1 0 0 16,-1-18-304-16,10 35-64 0,-10-35-16 0,0 0 0 16,32 38-272-16,-32-38 128 0,0 0-128 0,43 23 0 15,-43-23 0-15,0 0 0 0,46 10 0 0,-46-10-11296 16,30-1-2144-16</inkml:trace>
  <inkml:trace contextRef="#ctx0" brushRef="#br0" timeOffset="83810.85">5607 7363 8287 0,'-4'-1'368'0,"3"0"80"0,-1 1-448 0,1 0 0 0,0 0 0 0,1 0 0 16,0 0 1520-16,-1 0 208 0,0-2 64 0,0 1 0 15,1 1 160-15,0 0 32 0,1-2 16 0,1 0 0 0,2 0-288 16,0-3-64-16,3 0-16 0,0-2 0 16,2-2-560-16,3-1-112 0,1-2-32 0,0-2 0 0,1-2-544 0,1-1-128 15,-1 2 0-15,-2 1-16 16,-1 0-240-16,0 2 0 0,1-2 0 0,1-3 0 0,0-2 0 0,2-4 176 15,0 1-48-15,-2-1-128 16,-1 1 320-16,-1-1-64 0,-1 1 0 0,-1-1 0 0,-2 1-256 0,-2 1 0 16,0 4 0-16,-2 3 0 0,-1 2 0 0,-1 3 0 15,-1 4 0-15,-1 1 0 0,-1 3 128 0,0 1 0 16,0 1 16-16,-2 3 0 0,-1 0 368 0,1 2 80 16,-2 1 16-16,0 4 0 0,2 1-320 0,-2 3-64 15,2-1-16-15,0 0 0 0,1 0 48 0,-1 1 0 0,2 3 0 0,-1 1 0 16,1-4-96-16,0-1-16 0,2 2 0 0,-1 1 0 15,1-3-144-15,1 0 0 0,0 1 0 16,0 0 128-16,1 0-128 0,0-1 0 0,1-2 0 16,-2 0 0-16,-1-12 0 0,0 0 0 0,0 0 0 0,0 0 0 15,18 36 0-15,-14-35 0 0,-1-1 0 0,2-1 0 16,0-3 0-16,0-1 0 0,2 0 0 0,-1-3 0 16,2-3 0-16,0 1 0 0,0-3 0 0,0 0 0 15,-1 2-144-15,1-1 144 0,1-3 0 0,-1-2 0 16,1 1-176-16,-2 0 176 0,1-1-160 0,0-1 160 15,-1 1-208-15,0 2 48 0,-1 1 16 0,-1 2 0 16,-1 1-144-16,1 3-32 0,-2 1 0 0,-1 0 0 16,0 2 320-16,-2 0 0 0,0 3 0 0,0 0 0 0,0 4 0 0,0-2 0 15,-1 2 0-15,-2 0 0 0,1 4 0 0,-1-2 0 16,-1 1 144-16,2 2-144 0,-2-2 192 0,1 3-32 16,0-1-16-16,1-1 0 0,0 1 16 0,0 0 0 15,1 3 0-15,0-1 0 0,1-2-160 0,0 3 128 16,1 0-128-16,1 1 128 0,0-3-128 0,0 2 128 15,-2-10-128-15,0 0 128 0,0 0-128 0,15 39 0 16,-15-39 0-16,0 0 128 0,0 0-128 16,0 0 0-16,36 40 0 0,-36-40 0 0,0 0-144 0,0 0-16 0,0 0 0 0,45 14-16528 15</inkml:trace>
  <inkml:trace contextRef="#ctx0" brushRef="#br0" timeOffset="84173.33">6269 7105 9215 0,'-1'-6'192'0,"0"1"64"0,1 1 0 0,0 2 0 0,0 0-256 0,0 2 0 16,0-2 0 0,0 2 0-16,0-3 2752 0,0 1 512 0,-2 0 112 0,0 4 16 0,0 0-1232 0,-2 3-240 15,1 2-64-15,-2 3 0 0,0 4-592 0,0 0-128 16,-2 3-32-16,1 1 0 0,-1 4-400 0,0-1-64 16,-2 1-32-16,1 1 0 0,0-1 16 0,-1-1 0 0,0-1 0 0,2-2 0 15,1-4-80-15,2-2-16 0,1-3 0 0,1-3 0 31,1-2-352-31,2-2-176 0,0-1 160 0,2-1-160 0,0-3 0 0,2-1 0 0,0-2 0 0,1-3 0 32,2 0-1728-32,2-3-272 0,-2 1-64 0,0-2-12976 0</inkml:trace>
  <inkml:trace contextRef="#ctx0" brushRef="#br0" timeOffset="84398.04">6292 7119 11055 0,'3'-5'480'0,"-1"3"112"15,-1 1-464-15,-1 0-128 0,1 1 0 0,-1 0 0 16,0 1 1792-16,0-1 352 0,0 1 64 0,0 1 16 15,0 1 80-15,0 0 32 0,0 1 0 0,0 0 0 0,0-1-736 0,0 2-128 32,1-1-48-32,0 1 0 0,1 0-608 0,0 0-128 15,0 2-32-15,0 0 0 0,-2-7-368 0,0 0-80 16,0 0-16-16,15 40 0 0,-15-40 0 0,0 0-16 16,9 43 0-16,-9-43 0 0,6 28-176 0,-5-13 0 15,0 1 144-15,-1-16-144 0,3 26 0 0,-3-14 0 16,0-12 0-16,0 0 128 0,0 0-128 0,0 0 0 15,0 0 0-15,0 0-128 16,0 0-960-16,0 0-176 0,0 0-32 0,0 0-13552 0</inkml:trace>
  <inkml:trace contextRef="#ctx0" brushRef="#br0" timeOffset="84598.98">6246 7245 7199 0,'-9'-2'144'0,"2"1"48"0,2 1 0 0,1 0 16 0,2 0-208 0,1 1 0 0,0 1 0 0,-1-2 0 15,-2 2 2416-15,-1 1 432 0,1 1 96 0,-1-1 0 16,3 2 0-16,0-3 0 0,3 0 0 0,0 0 0 16,2-2-640-16,0 1-128 0,1-1-16 0,2-1-16 15,0 1-1152-15,3-3-224 0,1 0-64 0,0-2 0 16,1 2-496-16,1 1-208 0,0-2 176 0,0 1-176 0,1 1 0 0,-1 1-192 16,-12 1 16-16,0 0-16976 15</inkml:trace>
  <inkml:trace contextRef="#ctx0" brushRef="#br0" timeOffset="86278.23">6567 6994 14735 0,'2'-5'1312'0,"-1"2"-1056"0,0 1-256 0,0 0 0 16,-1 2 1184-16,1 0 176 0,0-3 48 0,-1-2 0 16,2 3 416-16,-2 0 96 0,0 0 0 0,-2 5 16 15,1 1-528-15,-3 5-96 0,-1 1-32 0,0 1 0 16,-1 4-416-16,-1-1-96 0,0 0 0 0,1 2-16 15,-3 1-208-15,2 0-32 0,2-5-16 0,0 0 0 0,2 0-496 0</inkml:trace>
  <inkml:trace contextRef="#ctx0" brushRef="#br0" timeOffset="87971.18">6792 7240 12895 0,'3'-2'1152'0,"-1"-1"-928"0,0 1-224 0,-1 2 0 0,-1 0 1360 0,1-2 240 15,1 1 32 1,0-2 16-16,1 0 32 0,1 1 16 0,-1 1 0 0,-1 2 0 0,-1 3-480 0,0 0-112 16,-1 4-16-16,-1 1 0 0,-1 0-544 0,-2 3-112 0,0 3-32 0,-2-1 0 31,-1 0-272-31,-1 1-128 0,-1-1 0 0,2-2 128 0,0-1-128 0,0-1 0 0,1-3 0 0,2-2-13536 31</inkml:trace>
  <inkml:trace contextRef="#ctx0" brushRef="#br0" timeOffset="89194.65">7142 7202 3679 0,'0'0'320'0,"-1"0"-320"0,1 0 0 0,-1 0 0 16,1 0 960-16,-1 0 128 0,0 2 32 0,-1-2 0 16,1 3 32-16,-2-1 0 0,0 3 0 0,-1-2 0 15,2 2 160-15,-1 0 32 0,1 1 16 0,-1-1 0 16,0-1-256-16,1 1-48 0,1 0-16 0,0-1 0 0,0-3 32 0,1 1 0 16,0-1 0-16,1-1 0 0,1-1 144 0,0-1 16 15,2-1 16-15,1-1 0 16,0-4-96-16,3 1 0 0,1-2-16 0,1-3 0 15,-1 3-592-15,2-1-112 0,1-2-32 0,1-2 0 16,-2 2-224-16,2-2-48 0,2-4-128 0,-1 0 192 16,3-3-192-16,-1 0 176 0,-2 0-176 0,-1-1 160 15,0-3-160-15,-2 0 0 0,0 4 0 0,-3 2 0 0,1 2 0 0,-3 0 0 16,1 3 0-16,-3 2 0 0,1 3 0 0,-2 0 0 0,-1 2 0 0,-2 3 0 16,1 1 0-16,-2 0 0 0,0 1 0 15,-1 2 0-15,0 2 0 0,0 1 0 0,-2 0 0 0,2 0 0 16,-2 3 0-16,-1 0 0 15,1 0 0-15,-1 0 0 16,0 4 192-16,1-3-32 0,-2 2-16 0,1 2 0 0,0 0-144 0,-1-2 128 0,0 1-128 16,0 1 128-1,3-3-128-15,-2 2 0 0,0 3 0 0,2-1 128 0,0-2-128 0,-1 2 0 16,1 4 0-16,0 1 0 0,0 1 0 0,-1 2 0 0,1-5 0 0,2 0 0 31,-1 2 0-31,0 0 0 0,1-1 0 0,0 3 0 16,1-4 0-16,1 1 0 0,0-4 0 0,1-2 0 0,0-1 0 0,0-4 0 15,2-1 0-15,0-4 0 0,-1 2 0 0,1-4 0 16,1-2 0-16,0-1 0 0,1-2-128 0,0-1 128 16,3-1 0-16,0-3 0 15,0-1-592-15,1 0-48 0,-1-1-16 0,2-3 0 16,0 1-800-16,0-1-144 0,0-2-48 0,1 1 0 16,-5 4 528-16,1-1 96 0,1-2 32 0,-1-1 0 15,1 0 256-15,-1 0 48 0,-2 1 16 0,1 1 0 0,-3 3 496 0,0 2 176 0,0 1 0 16,-2 1-144-16,0 1 848 0,0 0 192 0,-1 2 16 0,0 2 16 15,0-1 64-15,-1 2 16 0,-1 0 0 0,1 0 0 16,-1 1-96-16,0 1-16 0,1-1 0 0,-1 2 0 16,0-2-304-16,0 2-64 0,1-1-16 0,-1 1 0 15,0 0-224-15,0-2-48 0,0 2-16 0,0 2 0 16,-1-2 32-16,1 3 0 0,0 0 0 0,-1 3 0 16,0 2-32-16,-1 3 0 0,-1 4 0 0,0 1 0 15,1 3 0-15,-1 1 0 0,0 0 0 0,0-1 0 16,2 1-32-16,-1 1 0 0,-1 2 0 0,0 1 0 15,3-3-48-15,-1-3-16 0,1 2 0 0,1-3 0 0,2-3-128 0,-2-14 0 16,0 0 0-16,0 0 0 0,14 38 0 0,-10-33 0 16,1-2 0-16,-1-1 0 0,1-4 0 15,0 1 0-15,1-3 0 0,1 1 0 16,0-4-704-16,2 1-64 0</inkml:trace>
  <inkml:trace contextRef="#ctx0" brushRef="#br0" timeOffset="89801.92">7684 7025 12895 0,'-2'-1'1152'16,"1"1"-928"-16,1 0-224 0,0 0 0 0,-1 0 1760 0,0 0 304 0,0 0 64 0,-2 2 16 16,0 2 80-16,-1 1 16 0,-1 1 0 0,0 3 0 15,0 3-1152-15,0 2-208 0,1 3-48 0,-1 0-16 16,1-1-560-16,1 3-96 0,-1-2-32 0,0 2 0 15,0 2-128-15,0 1 0 0,0-3 0 0,1 0 0 16,1-3 0-16,0-2 0 0,0-3 0 0,1-3 0 16,1-1 0-16,0-2 0 0,1-4 0 0,0-1 0 0,0-1 0 0,1-3 0 15,-1 1 0-15,1-4 0 0,0 0 0 0,0-1 0 16,-1-1 0-16,0 0 0 0,0 1 0 0,1-3 0 16,-1 1 0-16,0-2 0 0,-1 1 192 15,1-4-64-15,1-1 0 0,-1 1 0 0,1 0 256 0,0 0 32 16,1-5 16-16,-1 4 0 0,1 2-176 0,1 0-48 15,1 3 0-15,0 2 0 0,1 5 304 0,0-1 48 16,0 3 16-16,1 2 0 0,1 5-128 0,-8-5-32 16,0 0 0-16,0 0 0 0,0 0-176 0,0 0-48 15,46 31 0-15,-46-31 0 0,0 0-192 0,0 0 0 16,31 35 0-16,-31-35 0 0,0 0 0 0,0 0 0 0,0 0 0 0,0 0 0 16,23 39 0-16,-23-35 0 15,-1 1 0-15,-1-1 0 0,-2 1 0 0,-1-3 0 0,-2 1 0 0,-1 0-160 31,-2-2-416-31,-1 1-64 0,-2-2-32 16,-1 1 0-16,0-1-288 0,2-1-64 0,0-1-16 0,1 1 0 0,3 0 592 0,2-1 112 0,0 0 16 0,1 1 16 16,2 1 304-16,0 0 192 0,3 0-16 0,0 0-16 15,0 1 352-15,2 3 64 0,1-2 0 0,0 1 16 16,2 4 224-16,0 0 32 0,-5-7 16 0,0 0 0 0,0 0-144 16,28 33-16-16,-28-33-16 15,0 0 0-15,0 0-352 0,35 36-64 0,-35-36-16 0,0 0 0 0,0 0-256 0,39 26 128 16,-39-26-128-16,0 0 0 0,0 0 0 0,39 12 0 15,-39-12 0-15,0 0 0 16,26-3-272-16,-18 1-176 16,0-3-16-16,0 3-17312 0</inkml:trace>
  <inkml:trace contextRef="#ctx0" brushRef="#br0" timeOffset="90131.74">7941 6851 4607 0,'0'-8'400'0,"1"2"-400"0,1 3 0 0,-1 0 0 0,-1 2 2400 0,0 1 400 16,1 0 80-16,-1-2 0 0,1 2 832 0,1-3 144 15,0 3 48-15,0-2 0 0,-1 4-1712 0,1-1-336 16,1 1-64-16,1 0 0 0,0 2-752 0,-4-4-144 16,0 0-16-16,0 0-16 0,0 0-416 0,34 34-64 15,-34-34-32-15,0 0 0 0,28 40-128 0,-28-40-32 16,0 0 0-16,27 48 0 0,-27-48-192 0,0 0 176 16,25 44-176-16,-25-44 160 0,0 0-160 0,15 36 0 0,-15-36 0 0,0 0 128 15,5 38-128-15,-7-26 0 16,-1-2 0-16,-2 2 0 0,-2 0 0 0,0 1 0 0,-2 2 0 0,-3-3 0 15,0 0 0-15,-1 0 0 0,-1 2 0 0,-4-3-18144 16</inkml:trace>
  <inkml:trace contextRef="#ctx0" brushRef="#br0" timeOffset="91918.62">8394 6986 8287 0,'-1'-2'736'0,"0"2"-592"15,1 0-144-15,-1 0 0 0,1 0 1184 0,-1 0 208 16,0-2 32-16,0 2 16 15,0-3 112-15,-1 3 32 0,0-2 0 0,0 2 0 0,1 0-544 0,1-2-96 16,-1 2-32-16,1 0 0 0,0 2-208 0,0-2-32 16,2 2-16-16,0-2 0 0,1 0-96 0,0 0-32 15,2 0 0-15,2 0 0 0,0 1 176 0,1-1 48 16,2-1 0-16,1 1 0 0,0-2 80 0,1 0 32 16,0 1 0-16,0-1 0 0,-1 2-304 0,0-1-64 15,-11 1-16-15,23-3 0 0,-12 1-288 0,-2 1-64 16,-2-2-128-16,-1 3 192 0,-1-2-192 0,0 2 0 0,-1 0 0 0,-1 0 0 15,-2 0 0-15,1 0 0 0,0 2 0 0,-1-2 0 32,-1 3-480-32,0-3-32 0,0 3-16 0,-1-1 0 15,0-1-1808-15,-1 0-352 0</inkml:trace>
  <inkml:trace contextRef="#ctx0" brushRef="#br0" timeOffset="92258.22">8413 7119 2751 0,'-3'1'256'0,"1"1"-256"0,0-2 0 16,1 0 0-16,0 2 640 0,1-2 64 0,-1 0 32 0,0 0 0 0,0 2 96 0,0-2 32 15,-1 2 0-15,1 1 0 0,-1-2-80 0,1 0-16 31,1 2 0-31,-1-2 0 0,1 0 176 0,1-1 16 0,0 2 16 0,0-2 0 0,1 0 368 0,1 0 80 16,0 0 16-16,2-2 0 0,-1 1 304 0,3 0 64 16,-1-2 16-16,3 1 0 15,-2-1-544-15,2 0-96 0,0 0-32 0,0 0 0 16,0 1-368-16,1-1-80 0,-1 1 0 0,-1 0-16 16,1 2-432-16,-2-2-96 0,-1 1-16 0,-1 1 0 0,3 0-144 0,-5 0 0 0,2 1 0 0,-2 1 0 31,-1-1-1168-31,-1 0-112 0,-1-1-32 0,0 2 0 0,0 1-1088 0,-1-1-224 0</inkml:trace>
  <inkml:trace contextRef="#ctx0" brushRef="#br0" timeOffset="92520.22">8404 7245 7359 0,'-2'2'656'0,"1"1"-528"15,0-3-128-15,1 0 0 0,0 0 1152 0,0 0 192 16,-1 2 32-16,-1-1 16 0,0 2 368 0,0-2 80 16,1 1 16-16,0 1 0 0,2-3-384 0,-1 2-80 15,3-2-16-15,-1 1 0 0,2 0 96 0,0-1 32 16,1 0 0-16,1 0 0 0,1 0-160 0,0-1-48 16,2 0 0-16,-1 1 0 0,2-2-400 0,0 2-96 15,-10 0-16-15,0 0 0 0,29-3-432 0,-20 0-96 0,1 1 0 0,-1 1-16 16,1 0-240-16,-1-1 0 0,1-1 0 0,-2 1 0 31,-1 0-960-31,2 1-64 0,-2-1-32 0,0 2-9456 0,-2-1-1904 0</inkml:trace>
  <inkml:trace contextRef="#ctx0" brushRef="#br0" timeOffset="93486.05">9104 6901 10127 0,'3'-5'896'16,"-1"3"-704"-16,-1 0-192 0,-1-1 0 0,0 3 1152 0,0-2 208 16,1-1 48-16,0-1 0 0,1-3 48 0,-1 2 16 15,-1-2 0-15,0 4 0 0,-1 1 0 0,0 0 0 16,-1 2 0-16,-1 0 0 0,1 2-576 16,-1 0-128-16,-1 1 0 0,0 2-16 0,0 1-208 0,-1 2-32 0,-1 1-16 0,1 3 0 31,-2 3 64-31,0 2 16 0,-2 1 0 0,0 1 0 0,2-3-208 0,-2 2-48 15,-1 2 0-15,0 0 0 0,1-2-112 0,-1 1-16 0,1 0-16 0,-1-2 0 16,3 0-176-16,-1-1 128 16,2 0-128-16,-1-3 128 0,3 0-128 15,-1-3 0-15,2-2 0 0,0-2 0 0,1-1-288 0,1 0 16 0,0-3 0 0,0 0 0 16,0-2-1536-16,1 0-304 0,0 0-64 0,-1-2-16 31,2 2-448-31,-1-2-96 0,1 0-16 0,0-1-5776 0</inkml:trace>
  <inkml:trace contextRef="#ctx0" brushRef="#br0" timeOffset="93770.93">9108 6851 12895 0,'3'-7'576'0,"-1"3"112"0,0 1-560 0,-1 0-128 15,-1 1 0-15,0 2 0 0,1 0 1680 0,-1-1 304 0,1 0 64 0,0-1 16 16,1 0 208-16,-1 1 32 0,0 1 16 0,0 0 0 15,0 0-848-15,-1 3-192 0,2-1-16 0,0 2-16 16,-1 2-656-16,0 0-128 0,-1-6-16 0,0 0-16 16,0 0-256-16,12 44-48 0,-12-44-128 0,9 33 192 15,-9-33-48-15,9 42-16 0,-9-42 0 0,10 45 0 16,-10-45 32-16,11 45 0 0,-11-45 0 0,9 45 0 16,-9-45-160-16,9 48 0 0,-9-48 0 0,9 42 0 15,-9-42 0-15,11 37 0 0,-11-37 0 0,0 0 0 16,19 46 0-16,-19-46-192 0,0 0 32 0,0 0 16 15,0 0-816-15,0 0-176 0,0 0-16 0,0 0-8704 16,0 0-1744-16</inkml:trace>
  <inkml:trace contextRef="#ctx0" brushRef="#br0" timeOffset="94023.52">9001 7119 11055 0,'-7'0'480'0,"2"1"112"0,1 1-464 0,1-2-128 15,2 0 0-15,0-2 0 0,0 2 1360 0,0-1 256 0,-1 1 48 0,1-2 16 16,0 0 672-16,2-1 128 16,1 1 16-16,3-3 16 0,1 0-272 0,3 1-48 0,-1-1-16 0,1 2 0 15,-1 1-912-15,1-3-192 0,3 1-48 0,4 1 0 16,1-1-592-16,-1 1-128 0,-16 3-32 0,29-2 0 31,-29 2-720-31,0 0-128 0,38-1-48 0,-38 1-15936 0</inkml:trace>
  <inkml:trace contextRef="#ctx0" brushRef="#br0" timeOffset="94577.64">9431 6688 7359 0,'0'-3'656'0,"0"-1"-528"16,1 1-128-16,-1 2 0 0,1 0 1328 0,-1 1 224 15,1-2 48-15,0 0 16 0,0-2 800 0,1 0 144 16,0-1 48-16,1 0 0 0,-1 1-624 0,-1 2-112 0,-1 1-16 0,1-1-16 15,-1 2-512-15,-1 0-112 0,-1 3 0 0,0 0-16 16,-1 1-384-16,0 3-80 0,-2-3-16 0,0 6 0 16,-1-1-336-16,-1 1-64 0,1-1 0 15,-1 1-16-15,0 2-176 0,-1 2-128 0,1-4 144 0,1 1-144 16,-1 1-128-16,1-2-128 0,1 1-32 0,0 0-16096 16</inkml:trace>
  <inkml:trace contextRef="#ctx0" brushRef="#br0" timeOffset="95071.96">9602 6881 20271 0,'1'-1'1792'0,"0"-1"-1424"16,0 1-368-16,-1 1 0 0,1 1 1728 0,0-1 256 16,1 2 64-16,1-2 16 0,1 2-208 0,-4-2-32 15,0 0-16-15,0 0 0 0,32 31-528 0,-32-31-128 16,0 0 0-16,31 46-16 0,-31-46-496 0,22 37-112 15,-22-37-16-15,21 38 0 0,-21-38-320 0,0 0-64 16,31 50 0-16,-31-50-128 0,21 35 0 0,-21-35 0 16,0 0 0-16,30 47 0 0,-30-47 0 0,0 0 0 15,30 41 0-15,-30-41 0 16,0 0-1456-16,0 0-240 0,0 0-48 0,32 28-14448 0</inkml:trace>
  <inkml:trace contextRef="#ctx0" brushRef="#br0" timeOffset="95278.7">9909 6915 16575 0,'-6'3'1472'0,"2"1"-1168"0,1 1-304 0,-1-2 0 16,2 0 1216-16,-1 0 192 0,0 0 48 0,-3 4 0 0,-4 6 816 0,-4 2 160 16,-3 2 48-16,-1 0 0 0,2-2-768 0,-2 0-160 15,1 2-16-15,0-3-16 0,0 3-640 0,0-3-128 16,2 1-32-16,0-2 0 0,3-1-528 0,2-2-192 15,1-2 144-15,2-2-11664 16,2-3-2352-16</inkml:trace>
  <inkml:trace contextRef="#ctx0" brushRef="#br0" timeOffset="95912.76">10253 6868 12895 0,'1'-5'1152'0,"-1"0"-928"16,1 3-224-16,0 2 0 0,-1-2 1584 0,1 2 272 16,0-5 48-16,0 0 16 0,0 1 64 0,1-2 32 15,-1 2 0-15,-1 0 0 0,1 3-592 0,-2 4-112 16,0 0-32-16,0 4 0 0,-1 4-512 0,0 3-128 16,0 3 0-16,0 2-16 0,2 7-256 0,-2 0-48 15,-1 2-16-15,-1-2 0 0,1 1-80 0,-1-1-16 16,0-2 0-16,0-3 0 0,2 0-208 0,-1-4 128 15,0 2-128-15,0-3 0 0,1-2 0 0,1-2 0 0,1-2 0 0,0-5 0 16,0 2-128-16,0-4-32 0,0-2 0 0,1-2 0 31,0-2-1536-31,0 0-304 0,2-4-64 0,-1 0-11520 0</inkml:trace>
  <inkml:trace contextRef="#ctx0" brushRef="#br0" timeOffset="96355.54">10235 6902 10127 0,'1'-4'448'0,"-1"2"96"0,1 0-544 16,0 2 0-16,0-2 0 0,-1 2 0 0,0 0 1920 0,1-2 256 16,0 1 64-16,2-1 16 0,2-1 192 0,-1 1 48 15,1 0 0-15,2-1 0 0,-1-1-768 0,1 1-160 16,0-1-32-16,1 1 0 0,2-2-576 0,-1 1-112 16,1-1-16-16,1 2-16 0,-1 1-256 0,-10 2-48 15,0 0-16-15,35 2 0 0,-35-2-144 0,0 0-32 16,0 0 0-16,40 32 0 0,-40-32-320 0,0 0 144 15,18 37-144-15,-18-37 0 0,0 0 128 0,6 39-128 16,-7-27 0-16,-3 1 0 0,0-5 0 0,-1 2 0 16,0-3 0-16,-1 1 0 0,-3-2-192 0,0 0 16 15,0 0 0-15,0 0 0 0,-3-1-80 0,-1 0 0 0,2-3-16 0,0 1 0 32,1-1-368-32,-1 0-64 0,0-2 0 0,0 0-16 0,-1 0 400 0,2-2 64 0,1-1 32 0,1 1 0 15,2 1 224-15,0 0 0 0,4-1 0 0,0 1 0 16,0-1 288-16,2 2-48 0,1 0-16 0,2 0 0 15,-1 2 352-15,2 1 80 0,0-2 16 0,1 2 0 16,-5-3 32-16,0 0 0 0,0 0 0 0,0 0 0 16,41 24-272-16,-41-24-48 0,0 0-16 0,0 0 0 15,44 28-96-15,-44-28-16 0,0 0 0 0,36 27 0 0,-36-27-64 16,0 0 0-16,42 35-16 0,-42-35 0 0,0 0-176 0,42 34 128 16,-42-34-128-16,0 0 128 0,38 26-128 0,-38-26 0 15,0 0 0-15,0 0-19024 16</inkml:trace>
  <inkml:trace contextRef="#ctx0" brushRef="#br0" timeOffset="102885.28">3131 8283 911 0,'-5'-2'0'0,"3"2"0"16,0 0 0-16,0 0 0 0,1 0 3632 0,0 0 640 0,1 0 128 0,-1 0 16 15,-1 0-1920-15,0 0-400 0,0 0-80 0,1 0-16 16,0 2-416-16,0-2-96 0,1 0-16 0,0 0 0 15,0 0-128-15,2 0-48 16,-1 1 0-16,1-1 0 0,1 2-272 0,1-2-64 0,0 1-16 0,0 0 0 16,2 1-432-16,-1 1-64 0,3-1-32 0,0 1 0 15,-8-3-224-15,0 0-32 0,0 0-16 0,0 0 0 16,49 10-144-16,-49-10 128 0,0 0-128 0,0 0 128 16,44 4-128-16,-44-4 0 0,0 0 0 0,31 0 0 0,-21 0 0 15,-2 0 0-15,0 0 0 0,-1-2 0 0,-1 4-256 0,-2-2 32 16,0 0 0-16,-2 1 0 15,-1 0-2496-15,0 1-496 0</inkml:trace>
  <inkml:trace contextRef="#ctx0" brushRef="#br0" timeOffset="103169.22">3156 8487 3679 0,'-8'5'160'0,"3"-4"32"0,0 0-192 0,2 1 0 0,1-1 0 0,0 1 0 15,-1-2 1296-15,-1 3 224 0,-2 0 32 0,-1 1 16 16,-1 0-448-16,2 0-96 0,1-1 0 0,1-2-16 16,2 1 320-16,2 0 64 0,0-2 16 0,1 0 0 15,2-2 384-15,1 0 96 0,1 1 16 0,1-1 0 16,1-2 192-16,1 1 32 0,1 0 16 0,0 0 0 16,2 0-736-16,2 0-128 0,-1 0-48 0,-12 3 0 15,0 0-656-15,39-2-128 0,-39 2-16 0,0 0-16 16,43 0-256-16,-43 0-160 0,0 0 192 0,40 3-192 15,-40-3 0-15,0 0 0 0,38 5 0 0,-38-5 0 16,0 0-432-16,0 0-144 0</inkml:trace>
  <inkml:trace contextRef="#ctx0" brushRef="#br0" timeOffset="104924.19">3985 7833 11967 0,'1'-2'1072'0,"0"1"-864"15,-1-1-208-15,0 2 0 0,-1 0 1680 0,1-1 304 0,0 0 48 0,1-2 16 16,-1-1 256-16,0 1 48 0,1-1 16 0,-1 1 0 15,-1-1-576-15,0 1-96 0,0 3-32 0,-1-2 0 16,0-1-448-16,0 1-80 0,-2 2-32 0,0-3 0 16,0 3-560-16,0-2-112 0,-1 0-32 0,-1 2 0 15,-1-2-176-15,1 0-32 0,-3 1-16 0,1 1 0 16,0 0-176-16,-2-2 0 0,2 1 144 0,-1-1-144 16,0 2 0-16,0-2 0 0,0 0 0 0,-1 0 0 15,0 1 0-15,1-1 0 0,2-1 0 0,-1 1 0 16,1 0 0-16,0-1 0 0,2 1 0 0,-1-1 0 0,3 1 0 15,-2 0 128-15,1 0-128 0,1-1 0 0,1 3 208 0,-1-2-16 16,1 1-16-16,0 0 0 0,-1 1-176 0,2-1 0 16,-1 1 144-16,0 0-144 0,1 0 128 0,-2-2-128 15,1 2 128-15,0 0-128 0,1 0 128 0,-1 0-128 16,0 0 128-16,0 0-128 0,0 0 0 0,0 2 0 16,0 0 0-16,0 1 128 0,0 0-128 0,0-1 0 15,0 0 0-15,0 3 0 0,1 0 0 0,-1 0 0 16,1 4 0-16,0-2 0 0,0 3 0 0,0 1 0 15,0 1 0-15,1 0 0 0,0 0 0 0,0 1 0 16,0 0 0-16,0 0 0 0,0 2 0 0,-1 2 0 0,1 1 0 16,0 2 0-16,1-1 0 0,0 2 0 0,-1 0 0 0,1-1 0 15,0 1 0-15,-1-1 0 0,1 0 0 0,-1-2 0 16,0-2 0-16,0 1 0 0,1 1 0 16,-1-2 0-16,0 4 0 0,-1-2 0 0,1 2 0 0,0-2 0 15,0 2 0-15,-1-2 0 0,0 2 0 0,0-1 0 16,1-1 0-16,-1 0 0 0,1 0 0 0,1 1 0 15,-1-3 0-15,0 1 0 0,1 0 0 0,0-3 0 16,0 2 0-16,-1-16 0 0,3 29 0 0,-2-15 0 0,-1-14 0 16,3 27 0-16,-2-11 0 0,0-2 0 0,-1 5 0 0,0-2 0 15,0-1 0-15,0 1 0 16,-1 2 0-16,-1-2 0 0,1 2 0 0,0-1 0 0,0 1 0 16,-1-2 0-16,1-1 0 0,0 1 0 0,0 0 0 0,0-3 0 15,1-1 0-15,0-2 0 0,0 1 0 0,0-3 0 16,1 1 0-16,-1 0 0 0,1 1 0 0,0-2 0 15,-1-1 0-15,0 2 0 0,1 1 0 0,-1-2 0 16,0 3 0-16,1-2 0 0,-1 2 0 0,0 1 0 16,0-1 0-16,0 0 0 0,0 2 0 0,-1-2 0 0,0 2 0 0,0-2 0 15,0-1 0-15,0 0 0 16,0 1 0-16,0-3 0 0,0 0 0 0,1 0 0 16,-1-1 0-16,0-1 0 0,1 1 0 0,0-2 0 0,1 2 0 0,-1-1 0 15,1 0 0-15,-1-2 0 0,0-5 0 0,0 0 0 16,0 0 0-16,3 24 0 0,-3-17 0 0,0-3 0 15,-1 3 0-15,1-2 0 0,-1 2 0 0,0-2 0 16,0 0 0-16,-1 2 0 0,2 0 0 0,-1-2 0 16,0 0 0-16,1 0 0 0,-1 1 0 0,1-1 0 15,0 0 0-15,0 0 0 0,-1 2 0 0,0-3 0 0,1 1 0 16,-1 2 0-16,0-2 0 0,0 2 0 0,0-2 0 0,0 0 0 16,1 1 0-16,-1 0 0 0,0 0 0 0,1-1 0 15,-1 1 0-15,1 0 0 0,0 1 0 16,0 0 0-16,0-2 0 0,0 2 0 0,1 0 0 0,-1-2 0 15,0 2 0-15,0-2 0 0,0 2 0 0,0-2 0 16,0 2 0-16,0 0 0 0,0-2 0 0,0 0 0 16,0 0 0-16,0 1 0 0,0-1 0 0,0 2 0 15,0 0 0-15,0 0 0 0,0-1 0 0,0 2 0 16,0-2 0-16,1 0 0 0,-1 2 0 0,0-2 0 16,-1-1 0-16,1 2 0 0,0 1 0 0,0-1 0 0,-1 2 0 15,1-2 0-15,-1 0 0 0,1 1 0 16,0-2 0-16,0 0 0 0,-1 0 0 0,1-1 0 0,0 0 0 0,0 2 0 15,-1-2 0-15,1-1 0 0,0 1 0 0,0-1 0 16,0 0 0-16,0 0 0 0,0 1 0 0,0-1 0 16,0 2 0-16,0-2 0 0,0 3 0 0,0-2 0 15,0-2 0-15,0 4 0 0,0-3 0 0,0 1 0 16,0 2 0-16,0-2 0 0,0 2 0 0,0-3 0 16,0 2 0-16,0-2 0 0,0 1 0 0,0 0 0 15,0-1 0 1,0 1 0-16,0 0 0 0,0-3 0 0,0 1 0 0,0 0 0 0,-1 1 0 0,1-2 0 0,0 0 0 15,0 1 0-15,-1-1 0 0,1 1 0 0,0-1 0 0,-1-2 0 16,1 3 0-16,-1 1 0 0,0-1 0 16,1 1 0-16,-1-2 0 0,0 1 0 0,0 0 0 0,0 1 0 15,1-2 0-15,-2 1 0 16,1 2 0-16,0-3 0 0,0 0 0 0,0 1 0 0,0 0 0 0,0-1 0 16,0 0 0-16,0 0 0 0,0 0 0 0,0-2 0 15,0 1 0-15,0 1 0 0,0-2 0 0,0 2 0 16,1-2 0-16,-1 1 0 0,1 1 0 0,0 0 0 31,-1-2 0-31,1 0 0 0,0 2 0 0,-1 1 0 0,1-3 0 0,0 2 0 0,0-2 0 0,0 1 0 16,0 1 0-16,0-2 128 0,0 2-128 0,0-2 0 0,0 2 0 15,0-2 0-15,0 2 0 0,1-2 0 0,-1 3 0 0,1-1 0 16,-1 1 0-16,0-2 176 0,2 2-176 0,0 2 192 16,-2-5-16-16,0 0 0 0,0 0 0 0,0 0 0 15,19 33-176-15,-19-33 0 0,0 0 0 0,19 36 128 31,-19-36-128-31,0 0 0 0,27 42 0 0,-27-42 0 16,23 32 0-16,-23-32 0 0,27 35 0 0,-27-35 0 0,29 31 0 0,-29-31 0 16,0 0 0-16,36 30 0 0,-36-30 0 0,0 0 0 15,38 20-192-15,-38-20-18736 16</inkml:trace>
  <inkml:trace contextRef="#ctx0" brushRef="#br0" timeOffset="106037.49">4402 7678 4607 0,'0'-1'400'0,"0"1"-400"16,0 0 0-16,0-1 0 0,0 1 1264 0,0 0 160 0,-1 0 48 0,0 0 0 16,1 0 336-16,-2 0 80 0,1 1 16 0,-1-1 0 15,1 1-416-15,-1 0-80 16,1 1 0-16,-1-1-16 0,2 1-304 0,-2-2-64 0,1 2-16 0,-2-2 0 16,1 2-336-16,0-2-64 0,0 2-16 0,1 1 0 15,0-1-160-15,-1-1-48 0,0 1 0 0,-1 0 0 16,1 1-80-16,0 1-32 0,0-1 0 0,-1 1 0 15,0-1-80-15,0 2-32 0,0-1 0 0,0-1 0 16,0 2 80-16,0-1 16 0,0 1 0 0,1 0 0 16,0-1-32-16,-1 1 0 0,0 1 0 0,0 0 0 0,1 1 96 15,-2 1 32-15,1 1 0 0,0 2 0 0,1 1-48 16,-2 5-16-16,0 0 0 0,1 1 0 0,1 1 80 0,-1-1 16 16,1 2 0-16,0 1 0 0,0 1-64 0,2-3 0 15,-1 1 0-15,2-4 0 0,1 0-160 16,-2-16-32-16,0 0-128 0,0 0 192 0,15 36-192 0,-10-34 0 15,1-1 0 1,0-2 0-16,1-2 0 0,1-1 128 0,0-1-128 0,1-4 144 0,-1 1 144 0,0-1 32 31,1-3 0-31,0 0 0 0,0-1-320 0,0-2 0 0,0-2 0 0,2-2 0 0,-3 3 0 16,0-1 0-16,1-4 0 0,-1 0 0 16,0-2 0-16,-1 1 0 0,-2 1 0 0,-1 1 0 15,-1 1 0-15,-1 0 0 0,-3 5 0 0,-1-2 0 0,-1 4 0 16,-2 2 0-16,1 3 0 0,-4 2 0 15,-1 4 0-15,-1 2 0 0,-3 2 0 0,-1 4 0 0,-1 0 0 0,1 1 0 0,1 0 0 0,1 2 0 16,2-3-1248 0,1 3-160-16</inkml:trace>
  <inkml:trace contextRef="#ctx0" brushRef="#br0" timeOffset="106936.64">4168 8441 5519 0,'0'-3'496'0,"0"-2"-496"0,0 2 0 0,0 2 0 16,0 0 1376-16,-1 1 176 0,0-5 48 0,-1-3 0 0,-1-1 784 0,1 3 176 15,-2-2 16-15,0 6 16 16,0-2-640-16,1 4-128 0,-1 0-32 0,-1 2 0 0,2 2-768 0,-2 1-144 16,1 1-48-16,0 2 0 0,0 2-496 0,-1 2-96 15,2 2-32-15,0 0 0 0,0 0-208 0,1 1 144 16,1-1-144-16,0-1 128 0,1 2-128 0,1-3 192 15,1 1-192-15,0-2 192 0,-2-11-16 0,0 0 0 16,0 0 0-16,17 31 0 16,-17-31-176-16,0 0 192 0,0 0-192 0,0 0 192 0,0 0-192 0,0 0 0 15,41 11 0-15,-34-15 0 0,1-3 0 0,-1 0 0 0,1-1 0 0,-1-1 0 16,-1-2 0-16,0 1 0 0,-2-2 0 16,0 0 0-16,-1 0 0 0,-2 0 0 0,-1 0 0 0,-2 0 0 15,-2 1 0-15,-1 1 0 0,-3-2 0 0,0 3 0 16,-2 1 0-16,1 2 0 15,0 1 128-15,0 3-128 0,0 2 0 16,1 2 0-16,1 3 0 0,1-1 0 0,2 2 0 0,1 0 0 0,0-1 0 0,1 2 0 16,3-2-160-16,0 0 160 15,1-1-208-15,0 1-9328 0,2 1-1872 0</inkml:trace>
  <inkml:trace contextRef="#ctx0" brushRef="#br0" timeOffset="107158.8">4304 8544 11055 0,'0'-4'976'0,"0"1"-784"0,0 0-192 0,0 1 0 15,0 1 2512-15,0 0 464 16,0 1 96-16,0-4 0 0,0 1 112 0,0 0 16 0,1-1 0 0,-1 1 0 0,0 1-1536 0,0 2-320 0,1 2-48 0,-1 2-16 31,2 0-752-31,0 3-144 0,0-1-48 0,0 2 0 16,1 1-336-16,0-2 0 0,0 3 0 0,-3-10 128 15,0 0-128-15,0 0 0 0,14 30 0 0,-11-22 0 16,2-4-240-16,0-1-16 0,-1 0 0 0,3-1-17040 16</inkml:trace>
  <inkml:trace contextRef="#ctx0" brushRef="#br0" timeOffset="107396.12">4562 8326 9215 0,'-3'-7'816'0,"1"2"-656"15,1 1-160-15,0 1 0 0,1 1 2816 0,0 1 544 16,0-1 96-16,0 1 32 0,0 0-608 0,-1-3-112 16,0 3-16-16,-1-1-16 0,0 4-1584 0,0 3-304 15,1 2-64-15,0 2-16 0,1 3-368 0,-2 2-80 16,2 6 0-16,-1-1-16 0,1 4-176 0,-1 1-128 15,0-2 192-15,1 1-192 0,-1-3 0 0,1-2 0 16,0 1 0-16,1-3-15936 0</inkml:trace>
  <inkml:trace contextRef="#ctx0" brushRef="#br0" timeOffset="109340.99">4173 8884 9215 0,'0'-1'816'0,"0"-1"-656"15,1-1-160-15,-1 3 0 0,0 0 1024 0,-1-2 192 16,1 1 16-16,-1-2 16 0,1 0 448 0,-2 0 96 16,-2 3 0-16,0 0 16 0,1 1-704 0,-1 3-144 15,-1-1-16-15,1 1-16 0,-2 1-288 0,1 0-48 16,0 2-16-16,0 0 0 0,0 0 16 0,1 1 0 15,1 3 0-15,-1 0 0 0,1 2-144 0,-1-1-16 16,1 2-16-16,0-1 0 0,1 2-176 0,-2 2-48 16,1 0 0-16,1-1 0 0,1-2 128 0,1-2 0 15,1 0 16-15,2-4 0 0,0-1 48 0,1 0 0 16,0-4 0-16,2-2 0 0,-1-1-384 0,1 0 128 0,0-2-128 16,2-5 0-16,1 2 192 0,0-5-16 0,2-2-16 0,-2 1 0 15,0 1 160-15,1-4 16 0,0-3 16 0,2-3 0 31,-1 0-720-31,-1 1-144 0,-2-1-16 0,0 0-16 16,-3 1-336-16,-1 2-64 0,-2 1-16 0,-3 1 0 0,-1 3 560 0,-1 3 96 0,0 1 32 0,-2 3 0 16,-2 4 272-16,-1 1-128 15,0 3 128-15,-2 3 0 0,1 4-288 0,0 0 48 0,1 1 16 0,-1 1 0 16,2 1 224-16,0 0 0 0,3 0 0 0,0 0 0 16,2-1-256-16,1 0 64 0,3-5 0 0,2 3-11648 15</inkml:trace>
  <inkml:trace contextRef="#ctx0" brushRef="#br0" timeOffset="109559.55">4300 8954 14735 0,'-1'0'1312'0,"1"0"-1056"15,0 0-256-15,0 0 0 0,0 0 1664 0,0 0 288 16,-1 0 48-16,1 2 16 0,-1-1 16 0,1 4 0 15,0-1 0-15,1 3 0 0,0 0-1072 0,-1 3-224 16,2-3-32-16,0 3-16 0,1 0-304 0,0 1-48 0,0-2-16 0,-3-9 0 16,0 0-320-16,0 0 0 0,16 33 0 0,-12-27-9744 15,1-1-1952-15</inkml:trace>
  <inkml:trace contextRef="#ctx0" brushRef="#br0" timeOffset="109937.73">4522 8793 23039 0,'-1'-3'1024'0,"1"3"192"0,0-2-960 0,-1 2-256 0,1 0 0 0,-1 0 0 0,2-1 1776 0,-2 1 304 16,0 0 64-16,0 0 16 15,-2 0-896-15,0 1-176 0,0 4-48 0,-1 0 0 0,1-1-656 0,-2 4-144 16,0 1-32-16,-1 0 0 15,1 1 0-15,1 2 0 0,-2 1 0 0,1 0 0 0,-1 0-208 0,0 0 128 16,1 1-128-16,0-2 0 0,2-2 0 0,1 0 0 16,1-2 0-16,1 0 0 15,2-1 144-15,0-2-144 0,2 0 128 0,1-1-128 0,-5-4 0 0,0 0 0 16,0 0 128-16,0 0-128 0,0 0 192 0,0 0 0 0,46 17 0 0,-46-17 0 16,0 0 160-1,0 0 32-15,38 4 16 0,-38-4 0 0,0 0-272 0,0 0-128 0,0 0 128 0,40 1-128 16,-33-1 0-16,0-1 128 0,0 1-128 0,-1 0 0 15,-1-2 0 1,1 2 0-16,-1-2 0 0,0 0 0 16,0 1-368-1,0-1-48-15,-1-1-16 0,0 0-16416 0</inkml:trace>
  <inkml:trace contextRef="#ctx0" brushRef="#br0" timeOffset="110086.53">4618 8852 19343 0,'-5'-2'848'0,"2"2"192"0,1-2-832 0,0 2-208 0,1 0 0 0,-1 2 0 0,0-1 1792 0,-2 2 320 16,-1 5 64-16,-4 1 16 0,-1 4 224 0,1 3 32 31,-1 1 16-31,0 4 0 0,2-2-1216 0,1 2-240 16,-2 3-48-16,3 0-16 0,-1-3-688 0,3 0-256 0,0 1 176 0,2-4-176 31,2-1-288-31,1-3-160 0</inkml:trace>
  <inkml:trace contextRef="#ctx0" brushRef="#br0" timeOffset="111092.59">4184 9308 7519 0</inkml:trace>
  <inkml:trace contextRef="#ctx0" brushRef="#br0" timeOffset="111816.64">4183 9310 9071 0,'0'0'816'0,"0"0"-656"16,0 0-160-16,0 0 0 0,1-2 624 0,-1 2 80 16,0 0 32-16,0 0 32 0,1-2 656 0,0 1 144 15,0-1 32-15,1 0 0 0,-1 1-192 0,1-1-64 16,-1 1 0-16,-1 0 32 0,1 1-224 0,0-2-32 15,-1 1-16-15,0 1 32 0,0 0-320 0,0 0-64 16,0-2-16-16,-1 2 16 0,1 0-336 0,0 0-64 0,-1 0-16 0,0 0 32 16,1 0-112-16,-1 0 0 15,1 0-16-15,0 0 16 0,-1 0-80 0,1 0-32 16,0 0 0-16,0-2 16 0,-1 2-160 0,1-1 0 0,-1 1 0 0,0 0 0 16,1 0 128-16,-1 0-128 0,0-2 0 0,1 2 0 15,-1 0 144-15,1 2-144 0,-1-2 160 0,-1 0-160 16,0 0 128-16,1 1-128 15,-1 1 0-15,-1 0 128 0,2 1-128 0,-1-1 192 0,-1 0-192 0,-1 1 192 0,1-1-192 0,1 3 176 16,-2-3-176-16,0 1 160 0,1 2-32 16,1-1 0-16,-1 1 0 0,0 2 0 0,1-2-128 0,-1 0 160 15,1 2-160-15,-1 2 160 0,0-1-160 0,1 1 0 16,-1 2 144-16,2 1-144 0,-1 0 128 0,-1 0-128 31,0 4 160-31,0 1-160 0,2-4 160 0,-1 1-160 0,0-2 160 0,1-1-160 0,1-2 208 0,1 0-48 31,0-3-16-31,1-1 0 0,-1-1-16 0,2-2 0 0,0-2 0 0,1 0 0 0,0 0-128 16,0-2 128-16,2 0-128 0,-1-2 128 0,1 1 208 0,-2-2 48 16,1 3 0-16,1-3 0 0,0-2-112 0,2-3-16 15,1 3 0-15,-1-4 0 0,0 3-256 0,-1-3 0 0,-1 1 0 0,2 1 0 32,-2-1 0-32,0-2 0 0,-1 0 0 0,-1 1 0 15,-1 3 0-15,0-3 0 0,-1 1 0 0,-1-2 0 16,-1 2 0-16,0-1 0 0,-1 1 0 0,-1 1 0 15,-1-1-192-15,0 1 192 0,-1 2-208 0,1-1 80 16,-2 4-256 0,1-3-64-16,1 4 0 0,0 1 0 0,0 2 64 0,-1 2 16 0,2 1 0 0,-1 2 0 15,0 1-512-15,1 0-96 16,0 0-32-16,1 2-8608 0,1-1-1728 0</inkml:trace>
  <inkml:trace contextRef="#ctx0" brushRef="#br0" timeOffset="112070.51">4306 9438 11055 0,'1'0'976'0,"-1"-2"-784"0,1 0-192 0,-1 2 0 15,1 0 2480-15,-1-1 448 16,1 1 80-16,1-2 32 0,-1 2-160 0,1 0-16 0,0 5-16 0,1-2 0 15,-1 3-1664-15,0 3-336 16,-1-1-64-16,0 1-16 0,-1-9-448 0,0 0-112 0,8 31-16 0,-8-31 0 16,0 0-192-16,0 0 0 0,0 0 0 0,0 0 0 15,0 0-528-15,0 0-160 0,0 0-16 0,0 0-14464 16</inkml:trace>
  <inkml:trace contextRef="#ctx0" brushRef="#br0" timeOffset="112624.25">4559 9298 17503 0,'-2'-4'768'0,"1"1"176"16,0 1-752-16,1 1-192 0,0-1 0 0,0 2 0 16,-1 0 1904-16,0-2 336 0,0 0 80 0,-2 2 16 15,0-2-320-15,-1 2-64 0,-1 2-16 0,0 1 0 0,0 1-1248 0,-2 3-256 0,2 0-48 0,-2 1-16 16,1 1-112-16,0 2-32 0,0-1 0 0,1-1 0 15,1 1-96-15,1 0 0 0,-1-1-128 0,2 0 192 16,0 1-64-16,2-3 0 0,0-2-128 0,2-1 192 16,2-2-32-16,0-1-16 0,2-1 0 15,0-1 0-15,2-1 224 0,1 0 32 0,0 0 16 0,2-1 0 16,-4 1-192-16,-7 2-32 0,0 0-16 0,0 0 0 16,40 2-176-16,-40-2 0 0,0 0 0 0,0 0 0 15,0 0 0-15,43 26 0 0,-43-26 0 0,0 0 0 16,0 0 0-16,19 41 0 0,-17-27 0 0,-1 0 0 15,-1-2 0-15,-2 1 0 0,0 1 0 0,-2-2 0 16,0-1 0-16,0 1 0 0,-2-3 0 0,0-2 0 0,-1 1 0 0,-1-2 0 16,0 2 0-16,-2-4 0 15,1 1 0-15,0-3 0 0,2-2 0 0,-2-2 0 0,3 0 0 0,-1-1 0 16,2-1 0-16,-1-2 0 0,2 0 144 0,0-2-144 16,1 1 160-16,1-4-160 0,0-1 304 0,2 0-48 15,1 0 0-15,1 2 0 0,0-1-128 0,2-1-128 16,-1 2 144-16,2-3-144 15,0 3 144-15,-1-1-144 0,3 2 128 0,-1 0-128 0,1 2 0 0,-2-2 0 16,2 4 0-16,-1-3 0 0,2 0 0 0,-1 0 0 0,0 1 128 0,0 0-128 16,-1-1 0-16,0 2 0 0,-1-1 0 15,-1 2 128-15,0-2-128 0,-1 3 0 0,-1-1 0 0,-2 2 128 16,1-2-128-16,-3 3 0 0,0-1 0 0,-1-2 0 16,-1 3 0-16,-1 0 0 0,0-2 128 15,-1 1-128-15,-2 0 0 0,1 1 0 0,-2-2 0 0,-1 1 0 31,1-2-352-31,0 3-96 0,1 0-32 0,2 1-11280 0,1 2-2256 0</inkml:trace>
  <inkml:trace contextRef="#ctx0" brushRef="#br0" timeOffset="114494.29">4364 9832 5519 0,'1'0'496'0,"0"-3"-496"0,0 3 0 0,-1-2 0 0,0 2 1184 0,1-3 144 31,0 1 16-31,1-2 16 0,0-1 880 0,1 0 160 16,-2 0 32-16,0 0 16 0,-1 3-336 0,0 0-80 16,0 0-16-16,-1 1 0 0,0 1-384 0,1 0-80 15,-1 1-16-15,-1 1 0 0,0 0-624 0,1 0-128 16,0 3-16-16,-1-2-16 0,1 1-176 0,-1 3-16 16,1-2-16-16,-1 2 0 0,1 0-208 0,0 3-32 15,0-1-16-15,1 1 0 0,-1-1-160 0,0 2-128 0,0-2 192 0,0 2-192 16,0-2 160-16,0 1-160 0,0 0 128 0,1-1-128 15,0-2 0-15,0-2 128 0,1 0-128 0,-1-2 0 16,0 0 0-16,1-2 0 0,-1 1 0 0,0-2 0 16,0 0 0-16,1 0 0 0,-1 0 0 0,0-2 0 15,0 1 0-15,0-2 0 0,0 0 0 0,0-2 0 16,1 0 0-16,0-2 0 0,0 0 0 0,0-3 0 16,1 1 0-16,-1 0 0 0,1-3-128 0,-2 2 128 15,0-2-160-15,0 1 160 0,1-2-208 0,-1 1 80 16,0 3 128-16,0-3-192 0,1 3 192 0,-1-1-192 15,0 3 192-15,0 0 0 0,0 5 0 0,-1-1 0 16,1 1 128-16,-1 2-128 0,1 1 128 0,-1 3-128 0,0-2 320 0,-1 3 0 16,1 2 0-16,-1 0 0 0,1 0-16 0,-1 3-16 15,1 0 0-15,-1 1 0 0,2 1-96 0,-1 0-32 16,0 2 0-16,0-2 0 0,0 2-160 0,0 0 128 16,0-2-128-16,0-2 128 0,1 1-128 0,0-3 0 15,0-1 0-15,0 0 0 0,1-5 0 0,0 1 0 16,0-1 128-16,0 0-128 0,0-2 0 0,1-2 0 15,-2 0 0-15,1 1 0 0,0-2 0 0,0 0 0 16,0-2 0-16,1 0 0 0,-1 0 0 0,0-2 0 0,1 0 0 16,0-2 0-16,-1 1 0 0,0-1 0 0,1-2 0 15,-1 1 0-15,-1 0 0 0,1 0 0 0,1-3-144 0,-1 3 144 16,1-1-176-16,-1 3 32 0,0-2 0 0,0 3 0 16,-1 0 144-16,1 1 0 0,-1 2 0 0,1 2-128 15,-1 0 128-15,0 2 0 0,0 2 0 0,-1 1 0 16,0 4 0-16,0-3 0 0,-1 4 0 0,0 1 128 15,0 0-128-15,-1 1 192 0,1 0-64 0,1 0 0 16,-2 1-128-16,0 1 144 0,0 0-144 0,1-1 160 16,1-1-160-16,1-3 0 0,-1 0 0 0,1-2 128 0,0 1-128 0,1-3 0 15,-1 2 0-15,2-4 0 0,-1 3 0 0,0-3 0 16,0 0 0-16,0 1 0 0,0-2 0 0,0 1 0 16,-1 1 0-16,1-2 0 15,-1 3-688-15,0-3-160 0,1 2-48 0,-1 0-16400 16</inkml:trace>
  <inkml:trace contextRef="#ctx0" brushRef="#br0" timeOffset="115964.77">5053 7577 4607 0,'-1'-2'400'0,"-1"1"-400"0,1-1 0 0,1 2 0 16,0 0 1888-16,0 0 288 0,-1 2 64 0,1-2 16 0,-1 3-816 0,0 0-160 15,0 2-48-15,-1 3 0 16,1 2-464-16,-1 1-80 16,1 6-32-16,0 1 0 0,1 5-288 0,-1 1-64 0,1 4-16 0,0 0 0 0,1 0-288 0,1 1 128 15,-1 0-128-15,1-1 0 16,1-4-400-16,0 2-192 0,1 2-48 0,-1-2-7936 16</inkml:trace>
  <inkml:trace contextRef="#ctx0" brushRef="#br0" timeOffset="116265.67">5072 8385 4607 0,'-3'15'400'0,"2"-9"-400"0,0 3 0 0,0-1 0 16,2-3 944-16,-2-1 96 0,1 4 32 0,0 1 0 16,-1 8 432-16,0 4 96 0,0 3 0 0,0-3 16 15,0-1-288-15,0 0-64 16,2-2-16-16,-1-1 0 0,0-1-864 0,0 0-160 15,1 1-32-15,-1-1-16 0,1-1-176 0,0 1 0 0,1 1 0 0,-2-2 0 16,2 0-768-16,-1 2-16 0,0 0-16 0,0-1 0 16,0-1-608-16,-1 1-128 0,0 1-32 0,0-2 0 15,0 1 544-15,-1 0 96 0,0 1 32 0,0-1 0 0,0 3 656 16,0-1 240-16,0 0-144 0,-1 1 144 16,0-3-384-16,0 1 0 0,1 0 0 0,0-1 0 15,2 3 384-15,-1-4 128 0,0 1 0 0,1-3 0 0,-1 0-128 0,1 3 0 16</inkml:trace>
  <inkml:trace contextRef="#ctx0" brushRef="#br0" timeOffset="116503.3">5044 9374 6447 0,'-2'12'272'0,"1"-5"80"0,0 0-352 0,1-2 0 0,0 0 0 0,-1-2 0 0,0 3 992 0,-1 6 128 0,0 7 32 0,-2 5 0 31,2 4 320-31,-2-3 64 0,1-2 0 0,1 0 16 0,0-2-384 0,1-1-80 0,0 1 0 0,1-2-16 31,-1 0-560-31,-1 2-96 0,1 0-32 0,-1-2 0 16,0 0-240-16,0 0-144 0,1 0 160 0,0 0-160 16,1-2 0-16,0-2-240 0,0-1 32 0,0 0 0 15,1-2-1408-15,0 0-288 0,-1-1-48 0,1-1-16 16,-1 1 480-16,1 0 80 16,-1 0 32-16,1 1 0 0,-1-2 1152 0,0 1 224 0,1 3 0 0,0-2 0 0,-1 0 1024 0,0 2 112 15,0-2 16-15,0 2 0 0,0-2 256 0,-1 2 48 16,0-1 16-16,0-4 0 0,1-2-480 0,-1-2-96 15,1-1 0-15,1-4-16 0,1-5-880 0</inkml:trace>
  <inkml:trace contextRef="#ctx0" brushRef="#br0" timeOffset="117659.18">5529 7788 7359 0,'0'0'656'0,"-1"-2"-528"16,1 2-128-16,0 0 0 0,0 0 1024 0,-1 0 160 15,2-2 32-15,-2 1 16 0,0-1 256 0,0-1 48 16,0 2 16-16,0 0 0 16,0 1-112-16,0-2-32 0,0 2 0 0,1 0 0 0,-1 0-192 0,1 0-32 15,0 0-16-15,0 0 0 0,0 0-400 0,0 0-96 0,-1-2-16 0,1 2 0 16,-1 0-128-16,1 0-16 0,-1 0-16 0,0 0 0 15,1 0-176-15,-1 0-48 0,1-1 0 0,-1 1 0 16,1 0-144-16,-1 0-128 0,0 0 192 0,1 0-192 16,-1 0 128-16,1 0-128 0,-1 0 0 0,1 0 0 15,0 0 128-15,0-2-128 0,-1 2 0 0,1 0 0 16,0 0 128-16,0-2-128 0,-1 2 0 0,1 0 0 16,0 0 0-16,0 0 0 0,-1 0 0 0,0 0 0 15,0 0 176-15,0 2-176 0,0 0 160 0,-1-1-160 16,2 1 0-16,-1 0 128 0,-1 0-128 0,-1 1 0 0,0 2 0 0,0-1 0 15,0 1 128-15,-1-2-128 0,0 3 0 0,2-1 128 16,-2 0-128-16,0 0 0 16,1 2 128-16,1-2-128 0,-1 2 0 0,0-1 144 0,0 2 48 0,1-3 16 15,0 4 0-15,1-1 0 0,-1 3 48 0,0 1 16 16,-1 2 0-16,1 1 0 0,0 1-16 0,0 0 0 16,0 4 0-16,-1-2 0 0,0 0-48 0,1 2-16 15,1-1 0-15,0-4 0 0,0 0-192 0,2-2 0 16,0-5 128-16,1-2-128 0,1-1 0 0,1-3 0 0,-1-2 0 15,2 0 0-15,0-4 0 0,0 0 0 0,4-4 0 0,-1-2 0 16,2 1 320-16,0-5 0 0,0-1 16 0,-1-1 0 16,1 1-208-16,-1-1-128 0,0-1 128 0,-2-1-128 15,1 3 0-15,-2-1 0 0,1-1 0 0,-2 0 0 16,1 1 0-16,-3-1 0 16,-1 0 0-16,-1 3-128 0,-2 0 128 0,-1 4 0 0,-2-1 0 0,-1 4 0 31,-1 2 0-31,-2 2 0 0,0 1 0 0,-1 2 0 0,-2 2 0 0,0 1 0 15,0-1 0-15,0 3 0 0,1 0 0 16,1 2 0-16,0-2 0 0,2 3 0 0,1 0-288 0,2-1-32 16,0 3 0-16,2-3-10736 15,1 2-2144-15</inkml:trace>
  <inkml:trace contextRef="#ctx0" brushRef="#br0" timeOffset="118607.61">5330 8397 7359 0,'0'-2'656'0,"0"-1"-528"16,1 1-128-16,-1 2 0 0,0 0 1216 0,0-2 192 15,1-1 64-15,-1-1 0 16,0 0 592-16,-1 1 128 0,0-2 32 0,-1 4 0 0,0 1-800 0,-1 0-144 16,1 1-48-16,1 1 0 0,-2-2-336 0,1 3-64 15,0-1 0-15,1-2-16 0,-1 2-224 0,1-2-32 16,0 2-16-16,0-1 0 0,0 1-160 0,-1 1-16 0,1 1-16 0,-1-1 0 15,0 2-64-15,0 1-16 0,1 1 0 0,-1 3 0 16,-1-1-16-16,0 3 0 16,1 0 0-16,1 0 0 0,0 0-256 0,2-3 128 0,0 1-128 0,0-1 0 15,2-2 0-15,0 0 0 0,0-2 0 0,-3-5 0 16,0 0 0-16,0 0 0 0,0 0 0 0,0 0 0 16,0 0 0-16,46 5 0 0,-37-12 0 0,0-2 0 15,1 0 304-15,-2-2 0 0,-1 0 0 0,1 1 0 16,-1-2-112-16,0 0 0 0,-2-1-16 0,0 3 0 15,-1-2-176-15,-2 2 0 0,-1 1 0 0,-1-1 0 16,0 2 0-16,-2-1 0 0,-2 3 0 0,-1-2 0 0,1 1 0 16,-3 2 0-16,1-1 0 0,-2-1 0 15,1 4 0-15,-1-2 0 0,1 1 128 0,-1 3-128 0,1 1 0 0,2 1 0 16,-1 3 0-16,1 1 0 0,1-1 0 0,0 2 0 16,1 0 0-16,1 2 0 0,1-1-128 0,1 0-64 15,3 1-16-15,1 0-15216 16</inkml:trace>
  <inkml:trace contextRef="#ctx0" brushRef="#br0" timeOffset="118830.55">5481 8421 14735 0,'0'0'1312'0,"0"0"-1056"15,0 0-256-15,0 0 0 0,0 2 1600 0,0-2 272 16,0 0 48-16,0 1 16 0,0 1 480 0,0 1 80 15,0 0 32-15,0 0 0 16,1 2-992-16,-1-1-208 0,1 1-48 0,0 2 0 16,1-1-608-16,-1 0-128 0,0 1-32 0,1 0 0 15,1-1-336-15,-1 0-176 0,0-1 160 0,0 0-160 0,-2-5 0 16,0 0 0-16,0 0 0 0,0 0-16672 0</inkml:trace>
  <inkml:trace contextRef="#ctx0" brushRef="#br0" timeOffset="119058.21">5689 8279 12895 0,'-2'-3'1152'0,"1"2"-928"0,1 0-224 0,0-1 0 16,0 0 2544-16,-1 1 464 0,1 1 80 0,0-2 32 15,-1 0 16-15,1 1 0 0,-1-1 0 0,-1 2 0 16,0 0-1840-16,1 2-352 0,-1 3-80 0,-1 0-16 15,2 4-464-15,-2 1-80 0,1 4-32 0,0 1 0 16,-1 2-272-16,0 3 0 0,0 1 0 0,0 3 0 16,0 2 0-16,0-2 0 0,0 0 0 0,0-3 0 15,3-2 0-15,-1 1-176 0,1-1 32 0,1-1-17264 16</inkml:trace>
  <inkml:trace contextRef="#ctx0" brushRef="#br0" timeOffset="133031.99">5385 8834 6447 0,'0'-2'576'0,"0"1"-576"0,0 1 0 0,0-2 0 16,0 1 1216-16,0-1 128 0,0 0 16 0,0-2 16 16,0-1 192-16,0 0 32 0,-1 0 16 0,0 0 0 15,0 3-336-15,-1 0-80 0,1-1-16 0,-1 0 0 16,0 1-304-16,0 2-64 0,1 0-16 0,-2-1 0 0,0 2-128 0,-1-1-32 31,1 3 0-31,-2 2 0 0,0-1-144 0,1 1-48 0,-2 2 0 0,1 0 0 0,0 2-144 16,-1 1-48-1,2 0 0-15,-1-1 0 0,1 0-80 0,1 1-32 0,1 0 0 0,1-1 0 0,0 0-144 0,1 1 0 16,1-3 0-16,0 0 0 0,1 0 0 0,1 0 0 16,1-2 128-16,0 0-128 0,0-1 0 0,1-1 128 15,0 0-128-15,0-1 128 0,2-2 64 0,-1 1 0 16,1-2 0-16,-1 1 0 0,1-2-32 0,0-1 0 15,0 1 0-15,0-1 0 0,-1-1-160 0,0 1 0 0,0-4 0 16,-1 2 0-16,2-3 0 0,-3 2 0 16,1-3 0-16,0 1 0 0,-3 0 0 0,1 0 0 15,-2-2 0-15,-2 3 0 0,0-2 0 0,-1 0 0 16,-1 2 0-16,-2-1 0 0,0 1 0 0,-2 0 0 16,-1 0 0-16,-1 2 0 0,1 0 0 0,0 0 0 15,-1 1 0-15,2 0 0 0,0 3 0 0,2-1 128 0,0 1-128 0,1 1 0 16,3 0 0-16,-1 1 0 0,1 1 0 0,1-2 0 15,1 3 0-15,1-3 0 0,0 2-144 0,3-1-9136 16,1 0-1840-16</inkml:trace>
  <inkml:trace contextRef="#ctx0" brushRef="#br0" timeOffset="133271.1">5557 8831 14735 0,'-1'-3'640'0,"1"1"160"0,0 0-640 0,0 2-160 0,-1-2 0 15,1 2 0-15,-1 0 1600 0,0 0 304 0,0 0 48 0,0 2 16 16,1 2-368-16,-2 0-80 0,0 4-16 0,1 2 0 16,0-2-576-16,1 3-112 0,0-1-32 0,0 1 0 15,2 0-208-15,-1 0-32 0,2-4-16 0,0 1 0 16,0-2-336-16,2-1-64 0,-1-3 0 0,3 0-128 15,-1-2-128-15,1-2-144 0</inkml:trace>
  <inkml:trace contextRef="#ctx0" brushRef="#br0" timeOffset="133622.76">5739 8677 15663 0,'-3'0'688'0,"1"0"144"16,1 0-656-16,0 0-176 0,0 0 0 0,0 0 0 0,1 0 1728 0,-2 0 320 16,0 2 64-16,-2 1 16 0,0 1-544 0,-1-1-112 15,0 2-32-15,1-1 0 0,-1 3-864 0,0-2-192 0,1 2-16 0,0-1-16 16,-1 3 32-16,1-2 16 0,-1 4 0 0,0 0 0 16,2 0-80-16,-1 1 0 0,1 0-16 0,2 0 0 15,0 2-48-15,1-4-16 0,1 1 0 0,1-2 0 16,1 1 64-16,0-1 16 0,0-4 0 0,2 2 0 15,0-2-320-15,1-3 128 0,1 3-128 0,-1-4 0 16,-6-1 400-16,0 0-16 0,0 0-16 0,0 0 0 16,39 6-32-16,-31-6 0 0,-1 0 0 0,-1 0 0 15,0 0-336-15,1 0 128 0,-2 0-128 0,1 0 0 16,-1 0 0-16,1 0 0 0,-2-1 0 0,0 0 0 0,1-1 0 0,-2 0 0 16,-1 1 0-16,0-2 0 0,1 1-272 0,-1 2-80 15,-1-2-16-15,0 0 0 16,0 0-2000-16,-1 1-384 0,-1-1-96 0,0-1-10192 15</inkml:trace>
  <inkml:trace contextRef="#ctx0" brushRef="#br0" timeOffset="133777.53">5811 8796 7359 0,'-2'-15'320'0,"1"10"80"0,1 3-400 0,-1 1 0 15,1 1 0-15,0-1 0 0,-2-2 2112 0,-1 1 320 16,-2-3 80-16,0 3 16 0,-1 2 288 0,-1 0 48 16,0 4 16-16,1 1 0 0,-2 3-1120 0,1 3-224 0,-1 3-32 0,0 3-16 15,0 0-224-15,-1 1-48 0,1 2-16 0,0-2 0 16,-1 2-624-16,2-2-112 0,0 2-16 0,1-2-16 15,2-1-432-15,1 0 0 0,3-1 0 0,-1 1-11200 16,2 0-2304-16</inkml:trace>
  <inkml:trace contextRef="#ctx0" brushRef="#br0" timeOffset="135595.45">5385 9258 6447 0,'-2'-4'576'0,"0"3"-576"0,1-1 0 0,0 1 0 15,0 1 992-15,0-2 96 0,0 2 0 0,0-1 16 16,-1 0 672-16,-1-1 128 0,-1 0 16 0,0 2 16 16,0 4-688-16,0-2-144 15,0 3-16-15,0 2-16 0,0 3-272 0,-1-1-48 16,1 3-16-16,0 0 0 0,0 2-176 0,0 1-48 0,0 1 0 0,0-2 0 0,1 0-160 0,0 1-32 15,1 2-16-15,-1 1 0 0,1 1-16 0,1-1 0 32,0-1 0-32,1 0 0 0,1-5-32 0,0 0-16 0,2-2 0 0,1-1 0 0,-1-2-240 0,2-4 0 31,0 0 0-31,-1-2 0 0,2-1 0 0,-1-2 0 0,3-3 0 0,-2-2 0 0,3-3 0 0,-2-2 0 16,1 1 0-16,-2-1 0 0,1 1 0 15,0-2 0-15,0-3 0 0,-1 1 0 0,-1-1 0 0,0-1 0 16,0 0 0-16,-2 1 0 0,-1-1-192 0,-1 1 192 0,-2 2-192 0,-1 4 192 15,-1-1 0-15,-1 3 0 0,-2 3 0 16,0-2 0-16,0 5 0 0,-1 0 0 0,0 2 0 0,0 2 0 31,1 0 0-31,-1 3 0 0,2 0 0 0,-1-1 0 0,2 2 0 0,1-1 0 0,1-1 0 0,1 1 0 16,0-1-432-16,1-2 32 0,2 1 0 0,0-1-11760 31</inkml:trace>
  <inkml:trace contextRef="#ctx0" brushRef="#br0" timeOffset="135786.07">5511 9412 14735 0,'-1'0'1312'0,"1"0"-1056"15,0 0-256-15,0 0 0 0,0 1 1184 0,0 0 176 16,0-1 48-16,0 3 0 0,0 0 272 0,0 2 64 15,1 1 16-15,0-1 0 0,0 2-864 0,1 1-160 16,1 1-32-16,0 0-16 0,0 0-320 0,-1-1-64 16,-2-8-16-16,0 0 0 0,0 0-448 0,0 0-96 0</inkml:trace>
  <inkml:trace contextRef="#ctx0" brushRef="#br0" timeOffset="136338.38">5715 9233 3679 0,'-4'0'320'0,"1"0"-320"0,0 1 0 0,2-1 0 15,-1 2 3280-15,1-1 592 0,-2 1 112 0,-1 1 32 16,-2 3-1216-16,-2 2-240 0,-1 3-64 0,1-3 0 16,-1 1-1200-16,3-2-240 0,1 0-48 0,1 1-16 15,1-2-256-15,1 0-48 0,0 0-16 0,2 1 0 0,0-2-208 0,2 0-32 16,1 0-16-16,0-1 0 0,0 3-224 0,2-2-64 15,-1 0 0-15,0 2 0 0,1-3 0 0,0 2-128 16,-5-6 192-16,0 0-64 0,0 0 96 0,31 30 16 16,-31-30 0-16,0 0 0 15,0 0-48-15,31 34 0 0,-31-34 0 0,0 0 0 16,0 0-192-16,0 0 176 0,28 36-176 0,-24-30 160 0,1 1-160 0,-2-2 0 16,-1 2 144-16,0-2-144 0,-1-1 208 0,0-1-16 15,0 0-16-15,-2 0 0 0,0 0-16 0,-1 0 0 0,0-1 0 16,-2 1 0-16,-1 0-160 0,-1 0 0 15,-1 0 0-15,-1 2 128 0,-1-1-128 0,-1-1 0 0,-1 2 0 0,-1-3 0 16,-1 3 0-16,1-2 0 0,1 1 0 0,1-2 0 16,0 0 0-16,2-2 0 0,2 0 0 0,-1 0 0 15,2 0 0-15,2-2 0 0,-1 0 0 0,2-3 0 16,1 0 0-16,2-1 128 0,2-3-128 0,2 0 0 16,-1-2 144-16,3-1-144 0,1 0 160 0,1-2-160 15,2-3 320-15,0 3-16 0,-1 0-16 0,1 0 0 16,-1 0-288-16,1 2 160 0,1-2-160 0,0 2 128 15,-1-2-128-15,1 1 128 0,-1-1-128 0,0 2 128 16,-1 1-128-16,-1 1 0 0,-1-2 144 0,-2 3-144 0,0 2 0 0,-2-1 128 16,-2 1-128-16,-2-1 0 0,0 2 0 0,-2 1 0 15,-2 3 0-15,-3-2 128 0,0 4-128 0,-3 2 0 16,-2 0 0-16,-3 2 128 0,-1 4-128 0,-1-1 0 16,-2 2 0-16,2 1-12256 15,3-6-2400-15</inkml:trace>
  <inkml:trace contextRef="#ctx0" brushRef="#br0" timeOffset="138124.47">5388 9765 10127 0,'-1'-4'896'0,"0"3"-704"16,1-1-192-16,0 1 0 15,-1 1 1536-15,1-1 256 0,-1-1 64 0,-2-1 16 0,-1-2 304 0,0 3 48 16,-1 0 16-16,0 2 0 0,1 0-896 0,-1 2-160 15,0 0-32-15,0 1-16 0,-1 4-496 0,1-3-80 16,-1 4-32-16,0 1 0 0,1 0-192 0,-1 1-32 0,1 3-16 0,0 2 0 16,1 2-80-16,0 2-16 15,0-2 0-15,1 2 0 0,1 0-16 0,1-3-16 0,1-2 0 0,1-2 0 16,1-3-160-16,0-1 0 0,2-4 0 0,1-1 128 16,0-1-128-1,2-2 0-15,-1-2 0 0,2-4 0 0,2-2 0 0,-1-2 0 0,1-2 0 0,0-4 0 16,1-1 144-16,-3 3 48 0,1 0 16 0,0-2 0 15,-2 1-208-15,0 0 176 0,-1-1-176 0,-1 4 160 16,-2 1-160-16,0 1 0 0,-2 1 0 0,0 1 0 16,-2 1 0-16,-1 0 0 15,-2 2 0-15,1 0 0 0,-2 2 0 0,0 2 128 0,-1-1-128 0,-1 2 0 0,2 2 0 16,-2-2 0-16,0 2 0 0,0 1 0 0,1 1 0 0,0-1 0 16,3-1 128-16,0 0-128 0,0 1 0 0,2-1 0 15,0-2 0-15,0 1 0 16,2-1-848-1,0 0-112-15,2 0 0 0,1 0-13376 0</inkml:trace>
  <inkml:trace contextRef="#ctx0" brushRef="#br0" timeOffset="138346.75">5526 9884 12895 0,'-1'0'1152'0,"1"0"-928"0,0 0-224 0,0 0 0 15,0 0 1152 1,0 0 192-16,0 0 48 0,0 0 0 0,1 1 592 0,-1 0 128 0,0 2 32 0,1 1 0 16,1 1-1056-16,0-1-224 0,0 2-32 0,1 0-16 15,-3-6-432-15,0 0-64 0,0 0-32 0,0 0 0 32,19 35-288-32,-19-35-192 0,0 0 16 0,0 0-12816 0</inkml:trace>
  <inkml:trace contextRef="#ctx0" brushRef="#br0" timeOffset="138948.6">5719 9758 9215 0,'-1'-1'816'0,"0"0"-656"16,1 1-160-16,-1 0 0 0,0 0 2272 0,1 0 416 15,-1 0 96-15,0 0 16 0,-1 0 240 0,-1 1 48 16,0 2 16-16,0-2 0 0,-1 3-1632 0,0-1-336 0,0 1-64 15,0-1-16-15,0 2-496 0,0-1-112 0,0 1 0 0,1-2-16 16,0 1-224-16,1 0-32 0,2 0-16 16,-1 1 0-16,1-2-160 0,0 2 192 0,1 0-192 0,2 0 192 15,0 0-192-15,1-1 128 0,0 2-128 0,2-1 128 16,-6-5 0-16,0 0 0 0,0 0 0 0,0 0 0 16,0 0-128-16,37 27 192 0,-31-22-192 0,-6-5 192 15,0 0 96-15,0 0 32 0,0 0 0 0,0 0 0 16,0 0-144-16,39 26-32 0,-39-26 0 0,0 0 0 15,0 0 0-15,0 0 0 0,0 0 0 0,33 31 0 16,-33-31-144-16,0 0 160 0,0 0-160 0,15 30 160 0,-13-21-160 16,0 0 0-16,-2 0 0 0,0 0 0 0,-1 2 0 15,-1-2 0-15,1 2 0 0,-2-2 0 0,-1-1 0 0,0 1 0 16,-1-2 0-16,-1 0 0 0,0 0 0 0,-1 3 0 16,-1-3 0-16,0-1 0 0,-1 0 0 0,-1-1 0 15,2-3 0-15,-1-2 0 0,2 2 0 0,0-4 0 16,0-2 0-16,1-2 0 0,0 0 0 0,1-4 0 15,0 0 128-15,0-2-128 0,3 1 0 0,0-3 0 16,3 1 0-16,0-1 0 0,1 2 0 0,2 1 0 16,1 1 0-16,0 1 0 0,2 1 0 0,-1 0 0 15,1 0 0-15,-2 3 0 0,2-2 0 0,-2 1 0 0,2 0 0 0,-1 2 0 16,1-3 0-16,0 2 0 0,1-3 0 0,0 2 0 16,-2-2 128-16,2 1-128 0,0-2 192 0,0-1-64 15,-2 1-128-15,1-1 0 0,-3 1 144 0,1-1-144 16,-2 1 0-16,0 2 0 0,-3-3 0 0,0 1 128 15,-1 2-128-15,-2-3 0 0,-2 3 0 0,1 2 0 16,-2-1 0-16,-2 1 0 0,-4 2 0 0,-1 2 0 16,0 1 0-16,-1 1 0 0,2 2 0 0,0 2 0 15,0-1-192-15,3-1-48 0,1 2-16 0,0 1-17712 16</inkml:trace>
  <inkml:trace contextRef="#ctx0" brushRef="#br0" timeOffset="140575.6">6285 7567 6447 0,'-1'-2'576'0,"1"2"-576"16,0 0 0-16,0 0 0 0,0 0 864 0,0 0 64 15,0 2 16-15,-1-1 0 16,0 3 336-16,0-1 80 0,0 4 16 0,1 2 0 0,-1 3-512 0,-1 2-96 15,1 3-32-15,-1 4 0 0,1 1-368 0,-1 4-80 16,1 2-16-16,1 1 0 0,1-1-272 0,0 2 160 16,0 4-160-16,1 4 128 15,1 1-128-15,-1 0 0 0,2 3 0 0,0-4-5568 16,0-3-1040-16</inkml:trace>
  <inkml:trace contextRef="#ctx0" brushRef="#br0" timeOffset="141099.67">6326 8540 3679 0,'0'11'320'0,"0"-4"-320"0,0-1 0 0,0 0 0 15,0-1 896-15,0-2 96 0,0 1 32 0,0 6 0 16,-1 4 256-16,0 2 48 0,1 6 16 0,-2-1 0 16,1 3-864-16,-1-3-160 0,1 1-48 0,1-4 0 15,-1 1-272-15,1 0 0 0,1-2 0 0,0 2-144 31,0-3-768-31,0-1-160 0,0 1-16 0,0-1-16 0,0 0 1104 0,1 0 0 16,0-3 192-16,0 2 0 0,-1-2-192 0,1 2 0 0,1-1 0 0,-2 0 0 0,1-1 0 0,-1 0 0 16,0-1 0-16,-1 0 0 0,0 1 0 0,0-1 0 15,-1 1-144-15,1 1 144 0,-1 1 0 0,-1 2 0 16,1-2 0-16,-1 1 0 0,0 1 0 0,1 1-144 16,-1-2 144-16,0 1 0 0,0 0 784 15,0-1 256-15,0 1 48 0,0-2 16 0,1 0 368 0,-1 0 80 16,1 1 16-16,-1 1 16 15,1-1-400-15,1-1-80 0,-1 1-16 0,1-2 16 0,0-1-720 0,0-2-160 16,0 2-32-16,1 0 0 16,0-1 48-16,0-1 0 0,0 4 0 0,0-2 16 15,0 2-256-15,0 0 0 0,-1-2 0 0,0 2 0 16,0-2 272-16,0 2-48 0,0 1-16 0,0-1 0 16,0 0-16-16,-2 0-16 0,1 0 0 0,-1 1 16 15,0 1-192-15,0-1 0 0,1 1-192 0,-1-2 192 16,1 1-336-16,0 1 48 0,-1 1 16 0,1-1 16 15,1 1-688-15,-1-3-128 0,1 1-16 0,-1 1 0 16,0-3 64-16,-1 2 0 0,2-1 16 0,-2 1 0 0,1-1 736 0,0 0 144 16,-1 3 128-16,0-3-176 0,0 0 352 0,1 0 64 15,-1-1 16-15,0 1 0 0,1 0 848 0,0 0 176 16,0 0 48-16,-1-2 0 0,1-3 32 0,1 0 16 16,1-3 0-16,1-1 0 0,0-3-656 0,-1-2-128 15,2 0-16-15,1-5-13248 0</inkml:trace>
  <inkml:trace contextRef="#ctx0" brushRef="#br0" timeOffset="143249.37">6944 7786 11087 0,'0'-2'992'16,"0"1"-800"-16,1-1-192 0,0 1 0 0,-1 1 1104 0,1-2 176 16,0 1 48-16,1-2 32 0,0-2 384 0,1-1 80 15,-1 2 16-15,-1-1 0 0,1 1-432 0,-1 0-96 16,0 0-16-16,-1 0 48 0,0 2-288 0,0 0-48 16,-1 1-16-16,0-1 32 0,0-1-64 0,-1 3 0 0,2 0-16 0,-3 0 32 15,1 1-304-15,-1 1-64 16,0 0-16-16,0 1 48 0,0 1-480 0,-1-1-160 0,0 2 0 0,1 1 192 15,-1 0-192-15,0 0-256 16,1 0 64-16,-1 0 64 0,1 2-48 0,0-1 0 16,1 4 0-16,-1-1 48 0,1 2 0 0,-1 0 0 15,1 2 0-15,0 2 128 0,1-2 0 0,1 3-144 0,0 0 144 0,0-1 0 16,1-2 0-16,-1-14 0 0,0 0 192 0,11 36-32 16,-11-36-160-16,0 0 0 0,0 0 0 15,0 0 128-15,0 0-128 0,0 0 0 0,36 26 0 0,-31-28 0 0,2-2 240 0,-1-1-32 16,2 0 0-16,-1-5 0 0,1 3-16 0,-1-2-16 15,0-2 0-15,1 0 0 0,-3 0-176 0,2 1 0 16,-2-2 0-16,1-2 0 0,-1 2 0 0,-1-2 0 16,0-1 0-16,-1-1 0 0,0-1 0 0,-3-2 0 15,-1 3 0-15,-1-3 0 0,-3 1 0 0,1 1 0 16,-3 2 0-16,0 1 128 16,1 2-128-16,0 5 0 0,-2 0 0 0,0 6 0 0,-1 4 0 0,0 4 0 15,-1 5 0-15,0 4 0 16,0 1-896-16,1 2-144 0,0 3-48 15,0 2-14272-15</inkml:trace>
  <inkml:trace contextRef="#ctx0" brushRef="#br0" timeOffset="145082.98">6737 8310 2751 0,'0'-5'256'0,"0"2"-256"0,0 1 0 0,0-2 0 16,1 3 848-16,-1 1 128 0,0-2 32 0,0-1 0 15,0 0 656-15,-1-1 128 0,0 0 16 0,-1 1 16 16,0 1-16-16,-1 0 0 0,1 0 0 0,-2 2 0 16,0 0-576-16,0 2-112 0,0-2-32 0,-1 3 0 15,0 0-256-15,1 0-48 0,-1 0-16 0,2 1 0 16,-1 1-272-16,0 0-64 0,-1 1-16 0,2 0 0 0,-1 3-64 0,1-2-16 15,0 5 0-15,1 0 0 0,0 0 80 0,1 0 16 16,1 2 0-16,1 0 0 0,0-2-240 0,-1-12-32 16,0 0-16-16,9 33 0 0,-9-33-144 0,0 0 0 15,0 0 0-15,0 0 0 0,0 0 0 0,43 20 0 16,-35-23 0-16,1-2 0 0,1-2 0 0,0-1 0 16,-1-3 192-16,-1 1-64 0,1-2 192 0,-3 1 16 15,1 1 16-15,-1-4 0 0,-1 2-352 0,0-2 0 16,-2 2 0-16,0 0 0 0,-3 0 0 0,-1 2 0 15,0 1 0-15,-3 0-128 0,0 1 128 0,-2-1 0 16,0 0 0-16,-3-1 0 0,1 3 0 0,-1 0 0 16,-1 2 0-16,0 1 0 0,1 3 0 0,1 4 0 0,-1-1 0 0,1 3 128 15,2 0-128-15,1 3 0 0,0 1 0 0,2 0 0 16,2 0-272-16,1 2-80 0,1-2-16 0,-1-9-13680 16</inkml:trace>
  <inkml:trace contextRef="#ctx0" brushRef="#br0" timeOffset="145290.78">6856 8357 20271 0,'-1'0'1792'0,"1"0"-1424"16,0 0-368-16,0 0 0 0,0 0 1408 0,0 2 224 15,0-1 32-15,0 3 16 0,0-2-576 0,0 4-112 16,2 0-32-16,0 2 0 0,0 1-832 0,1-1-128 15,0 1 0-15,-3-9-160 0,0 0 160 0,0 0-160 16,14 38 160-16,-14-38-160 16,0 0-640-16,0 0-128 0,0 0-32 0,0 0-11056 0</inkml:trace>
  <inkml:trace contextRef="#ctx0" brushRef="#br0" timeOffset="145554.6">7004 8246 12895 0,'-1'-2'576'0,"0"1"112"0,0 1-560 0,0 0-128 0,1 0 0 0,0 0 0 15,-1 0 1536-15,1 0 288 0,-1 0 48 0,0 1 16 16,-1 0-512-16,1 0-96 0,0 1-32 16,-1-2 0-16,0 2-416 0,1-2-96 0,0 2-16 0,-1-1 0 15,1 1-32-15,0 1-16 0,0 1 0 0,1 0 0 16,-1 4 96-16,0-3 32 0,1 4 0 0,-1 3 0 15,0 0-160-15,0 2-48 0,1 3 0 0,-2 2 0 16,1 0-112-16,-1 2-32 0,0-2 0 0,2 0 0 16,-2-2-304-16,1-1-144 0,1-2 128 0,0-1-10752 15,0-2-2176-15</inkml:trace>
  <inkml:trace contextRef="#ctx0" brushRef="#br0" timeOffset="146221.99">6750 8748 5519 0,'0'-7'496'0,"0"2"-496"0,1 3 0 0,-1-2 0 15,0 3 1152-15,0-1 128 0,0 1 16 0,-1 1 16 0,0-2 880 0,-1 1 176 0,-1 1 48 0,0 1 0 16,-1 1-1136-16,-1 1-208 16,0 2-48-16,0-1-16 0,-2 4 16 0,2-3 0 0,-2 4 0 0,1-2 0 15,0 0-256-15,1 1-64 0,0 0 0 0,1 0 0 16,1 1-144-16,0 1-48 0,0-1 0 0,1 1 0 15,1 0-16-15,0 1-16 0,0-1 0 0,1 1 0 16,2-1-112-16,-1-1-32 0,1-1 0 0,0 1 0 16,1-2-144-16,0-1-48 0,-3-6 0 0,0 0 0 15,0 0-144-15,0 0 0 0,0 0 0 0,0 0 128 16,39 11-128-16,-30-16 0 0,-2 0 0 0,2-2 128 0,-2-2 160 0,0 1 32 16,1-3 0-16,-2-1 0 0,2 2-16 0,-3-4 0 15,2 0 0-15,-3-1 0 0,1-1-176 16,-2 2-128-16,-2-2 192 0,0 1-192 0,-2 3 128 0,-2 0-128 15,-1 1 0-15,-1-1 0 16,-1 0 0-16,0 2 0 16,-1 4 0-16,1 3 0 0,-1 0 0 0,1 4 0 0,-1 3 0 0,0 1 0 15,0 2 128-15,1 2-128 0,0 3 0 0,1-1 0 0,1 2 0 0,0-1 0 32,1-2 0-32,2 1 0 0,1-2-272 0,1 0-64 15,2-1-16-15,1-3-15760 0</inkml:trace>
  <inkml:trace contextRef="#ctx0" brushRef="#br0" timeOffset="146444.87">6869 8841 17503 0,'1'2'768'0,"-1"-2"176"15,1 0-752-15,-1 0-192 0,0 0 0 0,1 0 0 0,0 2 1552 0,0-1 288 16,0 3 48-16,1-2 16 0,1 6-160 15,-1-2-16-15,0 2-16 0,0 1 0 0,0 0-1040 16,0 0-208-16,0 0-32 0,-1 0-16 0,2 2-80 0,0-2-16 16,-1 0 0-16,2-1 0 15,-1 0-320-15,0-4 128 0,1 1-128 0,0-2 0 16,-1-1-592-16,1-2-192 0</inkml:trace>
  <inkml:trace contextRef="#ctx0" brushRef="#br0" timeOffset="146761.12">7081 8713 13823 0,'-1'0'1216'0,"1"0"-960"0,0 0-256 0,0 0 0 16,0 0 2240-16,0 0 384 0,-1 0 96 0,0 2 16 16,-1 0-560-16,0 1-96 0,0 1-32 0,0 1 0 15,-2 1-1392-15,1 0-272 0,-1 3-64 0,0 1-16 16,-1 2-64-16,1 0-16 0,-2 2 0 0,0 0 0 0,2-1-48 15,0 0-16-15,1-1 0 0,1 0 0 0,1-3 96 0,1-1 0 16,0-1 16-16,2-1 0 16,1-1 192-16,-3-5 48 0,0 0 0 0,0 0 0 0,0 0-192 0,0 0-16 15,0 0-16-15,47 12 0 0,-47-12 64 0,0 0 16 16,30-2 0-16,-30 2 0 0,0 0-368 0,31 0 144 16,-31 0-144-16,0 0 0 0,0 0 0 0,32 0 0 15,-25 0 0-15,-2 0 0 0,1-2 0 0,-2 1-144 16,2-1 16-16,-1 1 0 15,-2 0-1584-15,0-3-304 0,0 1-64 0,-2 0-12880 0</inkml:trace>
  <inkml:trace contextRef="#ctx0" brushRef="#br0" timeOffset="146918.69">7171 8773 911 0,'-3'-4'0'0,"1"2"0"0,1 0 0 0,0 1 0 16,0 1 2976-16,1 1 512 0,-1 1 96 0,0 3 32 15,0 0 160-15,-3 6 48 0,-1 1 0 0,0 5 0 16,-1 0-1504-16,0 1-288 0,0 2-64 0,0 0-16 15,-1 0-1056-15,2-2-192 0,-1 2-64 0,1-4 0 16,1 1-640-16,1-3-272 0,0 0 16 0,1-2-15952 16</inkml:trace>
  <inkml:trace contextRef="#ctx0" brushRef="#br0" timeOffset="147725.25">6709 9206 14735 0,'1'-3'1312'0,"0"1"-1056"0,-1-1-256 0,0 3 0 15,0-2 1632-15,0 2 272 0,1-2 48 0,0-3 16 16,-1 0 336-16,0 3 80 0,-2 0 16 0,0 2 0 15,-1 3-976-15,-1 3-192 0,1 1-32 0,-2 5-16 0,0 0-624 0,-1 4-128 16,0 2-32-16,1 2 0 0,-2 2-272 0,2 0-128 16,-1 1 128-16,1 0-128 0,0 1 0 0,1 0 0 15,2-2 128-15,1-1-128 0,2-2 0 0,1-3 0 16,-2-16 0-16,7 29 0 0,-7-29 0 0,0 0 0 16,0 0 0-16,0 0 0 0,0 0 0 0,37 22 0 15,-30-27 0-15,1-3 0 0,1-2 0 0,-1-3 0 16,1 0 0-16,0-3 192 0,-2 0 160 0,2-1 32 15,-3 0 16-15,2-2 0 0,-2-2-400 0,0-3-144 16,-2 3 0-16,-2 0 0 0,-1 1-112 0,-3 4 0 16,-1-1-16-16,-3 1 0 0,-1 4 80 0,0 0 0 0,0 5 16 0,-2 0 0 15,1 4 32-15,-1 3 0 0,1 1 0 0,1 4 0 32,0 1-304-32,1 1-64 0,0 3-16 0,3-1 0 0,-1 1 192 0,2 2 32 0,0-2 16 0,1 1-9472 31,2-2-1888-31</inkml:trace>
  <inkml:trace contextRef="#ctx0" brushRef="#br0" timeOffset="147930.79">6885 9387 22111 0,'-1'1'1968'16,"0"1"-1584"-16,1-1-384 0,0 1 0 0,1-2 1376 0,-1 2 192 15,0 3 32-15,1 0 16 0,0 4-384 0,0 1-80 16,2-1 0-16,0 0-16 0,-1 1-880 0,1-2-256 16,-3-8 128-16,0 0-128 0,0 0 0 0,0 0 0 15,0 0 0-15,0 0-9472 16,30 32-1952-16</inkml:trace>
  <inkml:trace contextRef="#ctx0" brushRef="#br0" timeOffset="148310.4">7042 9286 11967 0,'1'-4'528'0,"-1"1"112"0,1-1-512 0,-1 1-128 0,0 3 0 0,0 0 0 15,0-2 2624-15,0 2 480 0,1-3 96 0,-1 3 32 16,0-2-128-16,-1 2-32 0,0 2 0 0,-1 1 0 16,0 1-1776-16,-1 1-352 0,1 1-80 0,-1 0-16 15,-1 1-576-15,0 3-112 0,0-3-32 0,0 2 0 0,1 3 32 0,0-4 0 16,1 0 0-16,1 1 0 0,0-1 32 0,1-1 0 15,1-1 0-15,1 0 0 0,0-1-192 0,1 0 128 16,-3-5-128-16,0 0 128 16,0 0-128-16,0 0 0 0,0 0 0 0,34 28 128 0,-34-28 0 0,0 0-128 15,0 0 192-15,0 0-64 0,32 29-128 0,-32-29 160 16,0 0-160-16,0 0 160 16,0 0-160-16,23 35 0 0,-23-35 0 0,0 0 0 0,0 0 0 0,0 0 0 15,6 29 0-15,-8-22 128 0,0-3-128 0,-2 2 192 16,1 0-192-16,-2-1 192 0,1 2-192 0,-1 0 160 0,-2-2-160 0,-1 2 160 15,1-2-160-15,-1 0 0 0,-1 2 144 0,-1-5-144 16,1 1 0-16,-1-1 0 0,2 0 0 0,-1-4 128 16,2 0-432-16,-1-3-80 0,4-5 0 0,0-2-17664 15</inkml:trace>
  <inkml:trace contextRef="#ctx0" brushRef="#br0" timeOffset="148484.1">7055 9189 23951 0,'2'0'1056'0,"-1"0"224"16,0 0-1024-16,1 0-256 0,0 0 0 0,0 0 0 16,1 0 2240-16,1 1 400 0,-4-1 80 0,0 0 16 0,0 0-704 0,41 6-144 15,-41-6-32-15,0 0 0 0,0 0-1344 0,44 3-256 16,-44-3-64-16,0 0-16 16,0 0-320-16,0 0-64 15,43 7-16-15,-43-7-17824 0</inkml:trace>
  <inkml:trace contextRef="#ctx0" brushRef="#br0" timeOffset="149829.12">6750 9796 14735 0,'-1'-2'1312'0,"0"0"-1056"16,0 1-256-16,0-1 0 0,0 2 1536 0,-1-2 240 0,-1-1 48 0,-1 1 16 16,-3-5 64-16,-1 2 16 0,1 1 0 0,-1 1 0 15,1 1-560-15,-1 2-96 0,3 4-32 0,-2 1 0 16,2 0-576-16,-2 4-112 0,2 5-32 0,-2 0 0 15,2 4-304-15,0 2-64 0,0 4-16 0,2 0 0 0,1 2 0 0,0-4 0 16,1-2 0-16,2-3 0 16,-1-17 0-16,6 27-128 0,-6-27 192 0,0 0-64 15,0 0-128-15,0 0 0 0,0 0 0 0,0 0 0 0,42 17 0 0,-34-25 0 16,3-2 0-16,-1-3 0 0,1 0 0 0,-1-3 0 16,0-1 128-16,-1 1-128 0,-1-4 0 0,-1 4 0 15,-2-3 0-15,-1 3 0 0,-2 1 0 0,0 1 0 16,-2-2 0-16,-1 1 0 0,-2 1 0 0,-2 2 0 15,1 0 0-15,-3 3 0 0,1-1 0 0,-3 3 0 0,2 2-128 0,-2 3 128 16,2 0 0-16,0 2 0 0,-1 2 0 0,2 0 0 16,1 0-128-16,1 2 128 0,1 1 0 0,1 1 0 31,0 0-560-31,2 0-32 0,1-1-16 0,2 1-14624 0</inkml:trace>
  <inkml:trace contextRef="#ctx0" brushRef="#br0" timeOffset="150035.16">6840 9843 3679 0,'-1'1'320'0,"1"1"-320"0,0-2 0 0,0 1 0 16,0 0 2512-16,0 1 432 16,1 1 96-16,-1-1 16 0,2 3 48 0,-1 5 16 0,1-1 0 0,0 3 0 0,1 0-1440 0,-1 2-272 15,0-2-64-15,0 0-16 16,1 2-928-16,0-3-176 15,0-2-32-15,-3-9-16 0,0 0-176 0,0 0 0 16,0 0-160-16,0 0-13712 0</inkml:trace>
  <inkml:trace contextRef="#ctx0" brushRef="#br0" timeOffset="150319.73">7050 9733 23951 0,'-2'1'1056'0,"1"-1"224"0,0 1-1024 0,0 1-256 0,0 0 0 0,0 1 0 16,-1-1 1632-16,-1 0 272 0,-1 5 48 0,-2 3 16 15,-1-1-432-15,0 3-64 0,0 0-32 0,0 0 0 0,0 2-864 0,0-2-160 16,2 1-32-16,0-2-16 0,0 1-368 16,3-1 128-16,-1-1-128 0,2 1 0 0,2-1 0 0,0-2 0 15,-1-8 0-15,0 0 0 0,0 0 0 0,0 0 0 16,0 0 0-16,36 32-128 0,-36-32 128 0,0 0 128 15,0 0-128-15,42 5 176 0,-42-5 336 0,0 0 64 16,38 3 0-16,-38-3 16 0,0 0-320 0,39 0-64 16,-39 0-16-16,0 0 0 0,33 0-192 0,-33 0 0 15,0 0 0-15,28-5 0 0,-20 2 0 0,0 0 0 0,-2-1-128 16,1-1 128 0,-2 2-1728-16,-1-2-224 0</inkml:trace>
  <inkml:trace contextRef="#ctx0" brushRef="#br0" timeOffset="150478.48">7182 9739 14735 0,'-2'3'1312'0,"0"-1"-1056"0,1 0-256 0,0 0 0 15,-1 3 2176-15,1 2 368 0,-3 5 80 0,-4 7 0 16,-3 11 160-16,-3 9 32 0,0 1 0 0,0 0 0 16,0-2-1184-16,0 0-224 0,3-3-64 0,1-5 0 0,3-2-928 0,3-5-192 15,2-3-32-15,2-4-17808 16</inkml:trace>
  <inkml:trace contextRef="#ctx0" brushRef="#br0" timeOffset="151100.13">7565 7586 10127 0,'-2'-9'896'0,"1"4"-704"0,1 0-192 0,0 1 0 0,0 3 1216 0,0 1 224 0,0 0 32 0,1-2 16 32,-1 2 560-32,1-1 96 0,0 1 32 0,-1 3 0 0,0 2-976 0,1 2-192 15,0 5-48-15,0 5 0 0,-1 2-384 0,1 2-96 16,-1 6-16-16,1 2 0 0,-1 0-464 0,2-3 128 16,0 0-128-16,0-2 0 0,0 0 0 0,0 1 0 15,0-4 0-15,-1 2-8480 16,1 0-1632-16</inkml:trace>
  <inkml:trace contextRef="#ctx0" brushRef="#br0" timeOffset="151272.01">7613 8326 3679 0,'-2'12'320'0,"1"-5"-320"16,1 2 0-16,-1-1 0 0,0-2 1120 0,1 0 160 0,0 3 16 0,-2 6 16 15,0 8 448-15,-1 5 96 0,0 3 0 0,1-5 16 16,2 0-784-16,-1-4-144 0,1-1-48 0,0 0 0 15,1-2-1200-15,-1 0-240 0,1 1-48 0,1 0-16 16</inkml:trace>
  <inkml:trace contextRef="#ctx0" brushRef="#br0" timeOffset="151527.72">7653 9137 15663 0,'-1'3'1392'0,"0"1"-1120"15,0-2-272-15,1 0 0 0,-1 1 1760 0,0 0 288 16,0 4 64-16,-3 5 16 0,0 4 48 16,0 3 0-16,1-3 0 0,-1-1 0 0,2 0-880 0,0 3-160 15,0-4-48-15,1 1 0 0,0 1-384 0,1 1-64 16,0-1-32-16,0 1 0 0,0-2-416 0,1-1-192 0,0 2 160 0,1-2-160 16,1 3 0-16,0 0 0 0,0 1 0 0,0 1 0 31,0-2-400-31,1 2-80 0,0 2-16 0,-1 1 0 15,1-1-1776-15,-1 0-352 0,-1-1-80 0,-1 0-6224 0,0 2-1248 16</inkml:trace>
  <inkml:trace contextRef="#ctx0" brushRef="#br0" timeOffset="151652.1">7660 9846 911 0,'0'12'0'0,"0"-8"0"0,0-1 0 16,0-1 0-16,0-1 1120 0,-1 1 144 0,1 2 16 0,-2 3 16 0,1 1 1328 16,-2 3 272-16,1 0 48 0,-1 0 16 15,1-2-144-15,-1 0-48 0,1 1 0 0,-1-2 0 0,0 1-592 0,1 0-128 16,1 1-32-16,0-3 0 0,-1 2-768 0,2-1-160 15,0-2-16-15,1-1-16 16,1 0-1696-16,0-2-320 0</inkml:trace>
  <inkml:trace contextRef="#ctx0" brushRef="#br0" timeOffset="153583.54">8186 7648 1839 0,'1'-2'160'0,"-1"0"-160"0,1 1 0 0,-1-1 0 16,0 2 592-16,1-2 96 0,-1 1 16 0,1-3 0 0,1-1 560 15,0-1 112-15,0 1 32 0,-2 0 0 16,1 3 256-16,0-1 48 16,-1 0 16-16,0 1 0 0,1 0-256 0,-2 1-64 0,1 1 0 0,-1-2 0 0,1 2-320 0,-1 0-64 31,1 0 0-31,0 0-16 0,-1 0-192 0,0-1-48 0,0 1 0 0,0-1 0 0,1 1-96 0,-1 0-32 31,1-3 0-31,0 1 0 0,0 0-160 0,0 1-32 16,-1-1-16-16,1 1 0 0,0 0-256 0,-1-1-48 0,1-1-128 0,-1 1 192 0,0 0 16 0,1 1 0 15,-1-1 0-15,0 0 0 0,0 2-64 0,0-2-16 16,1 1 0-16,0 1 0 0,-1 0-128 0,1 0 192 16,-1 0-192-16,0 0 192 15,1 0-192-15,-1 0 160 0,0 0-160 0,0 0 160 0,1 1-160 0,-1-1 160 0,1 2-160 0,0-2 160 16,0 0-32-16,0 0-128 0,0 2 192 0,0-2-64 31,-1 0-128-31,1 0 192 0,-1 2-192 0,1-1 192 0,-1 1-192 0,0-2 128 16,1 2-128-16,-1-1 128 0,1 1-128 0,-1 0 192 0,0-2-192 0,0 2 192 31,0-2-192-31,-1 2 128 0,1 1-128 0,-1-1 128 0,1 1 16 0,-1-1 0 0,1 1 0 0,-1 1 0 16,0 1 112-1,-1-1 0-15,1 4 16 0,0-3 0 0,0 3 0 16,1 1 0-16,-1 0 0 0,-1 2 0 0,1 1-80 0,-1 2 0 15,2-2-16-15,0 0 0 0,1 0-48 0,0 0-128 0,0-2 192 0,0-1-64 0,1 1-128 0,1-1 160 16,0 1-160-16,1-4 160 0,1 0-160 0,-2-2 0 31,4 1 0-31,-1-3 0 0,1-1 0 0,0-2 0 16,0 1 0-16,2-4 0 0,0 1 192 0,1-4-64 16,1-2 0-16,2 1 0 0,-1-3 80 0,0 1 16 15,0-2 0-15,0 0 0 0,0-1-224 0,-1 0 0 0,-1 1 0 0,-1-2 0 16,-1 0 0-16,-2 0 0 0,-1 4 0 0,-1-4 0 15,-2 2 0-15,-2 0 0 0,-2 0 0 0,-1 3 0 16,-1-1 0-16,-1 3 0 0,-3-1 0 0,-2 2 0 16,-2 1 0-16,-1 3 0 0,-1 2 0 0,0 0 0 15,1 2 0-15,0 1 0 0,-1 2 0 0,1-1 0 16,3 3-192-16,1-2-128 0,3-2-16 0,1 4-17200 16</inkml:trace>
  <inkml:trace contextRef="#ctx0" brushRef="#br0" timeOffset="154269.73">7989 8182 12895 0,'1'-3'1152'0,"0"0"-928"0,-1 1-224 0,0 2 0 0,0 0 1824 0,1-1 320 16,-1 0 64-16,0-4 16 0,1 1 96 0,0 1 32 15,-1-1 0-15,0 3 0 16,-1-1-704-16,0 2-144 0,1 0-32 0,-2 0 0 0,-1 2-656 0,0 1-144 16,0 1-32-16,0 1 0 0,-1 0-336 0,0 2-80 15,0-1-16-15,0 3 0 0,0 2-16 0,-1 3-16 16,2-2 0-16,-2 3 0 0,1 2-176 0,2 1 160 0,0-1-160 0,1-1 160 16,2 1-160-16,1-1 0 0,-2-16 0 0,0 0 0 15,12 38 0-15,-12-38 0 0,0 0 128 0,0 0-128 16,0 0 0-16,0 0 0 0,42 18 0 0,-33-23 0 15,-1-1 0-15,1-3 0 0,0 0 0 0,-1-1 0 16,0-2 0-16,0-1 128 0,-1 0-128 0,-1-1 192 16,-1 0-192-16,0 0 192 0,-1-3-192 0,-2 0 192 15,-1 3-192-15,-1-3 0 0,-2 1 0 0,-3 1 0 16,-1 3 0-16,-2-1 0 0,0 3 0 0,-2 1 0 16,0 3 0-16,0 2 0 0,0 2 0 0,0 2 0 0,1 0 0 0,1 4 0 15,1 2 0-15,2 2 0 16,0 2 0-16,2 0 0 0,0 2 0 0,3-1 0 31,2 1-336-31,-2-12-112 0,0 0 0 0,0 0-16608 0</inkml:trace>
  <inkml:trace contextRef="#ctx0" brushRef="#br0" timeOffset="154456.26">8152 8312 16575 0,'0'-2'1472'0,"1"1"-1168"0,0 0-304 0,-1 1 0 0,0 0 2240 0,1-1 400 0,-1 1 80 0,1 0 16 32,0 0-256-32,0 0-48 0,0 0-16 0,0 2 0 0,1 2-1680 0,0 0-336 0,0 3-64 0,0-2-16 15,0 4-176-15,0-4-144 0,-2-5 192 0,0 0-192 16,0 0 0-16,0 0 0 0,16 37 0 0,-16-37-10848 31,0 0-2128-31</inkml:trace>
  <inkml:trace contextRef="#ctx0" brushRef="#br0" timeOffset="154708.78">8355 8162 19343 0,'-1'-4'848'0,"1"1"192"0,0 1-832 0,0 0-208 15,0 1 0-15,0 1 0 0,0 0 2672 0,0-2 480 16,1 1 112-16,-1 0 0 0,1-1-1088 0,-1 0-240 0,0 2-32 15,0 2-16-15,0 0-1168 0,-1 0-224 0,0 3-48 0,1 2-16 16,-1 5-224-16,0 0-32 0,0 2-16 0,0-1 0 16,1 0-160-16,-1 3 0 0,0 4 144 0,0 3-144 15,0 1 0-15,0-2 0 0,1 3 0 0,1-2 0 16,-1-23-128-16,6 41-64 0,-6-41 0 0,9 39-17472 16</inkml:trace>
  <inkml:trace contextRef="#ctx0" brushRef="#br0" timeOffset="156274.43">7991 8770 5519 0,'-1'-6'496'0,"0"3"-496"0,1 0 0 0,-1 0 0 0,1 1 1280 0,0-1 176 16,-1 1 16-16,0-3 16 0,0-3 1056 15,0-3 208-15,-2-3 32 0,1 2 16 0,0 0-576 0,-1 1-112 16,0 1-32-16,1 3 0 0,-1-3-608 0,0 4-112 16,0 3-16-16,-1 0-16 0,1 3-464 0,-1 3-96 15,-1 2 0-15,0 2-16 0,-1 4-400 0,0 4-80 16,-2 5-16-16,1 3 0 0,0 3-128 0,0 2-128 16,0 3 144-16,2-2-144 0,0-1 0 0,1-6 128 15,3 1-128-15,0-4 0 0,2-5 0 0,0-1 0 0,-1-13 0 0,0 0 0 16,0 0 0-16,0 0 0 0,0 0 0 0,0 0 0 15,46 15 0-15,-36-23 0 0,2-2 0 0,0-5 0 16,0-1 448-16,0-1-16 0,0 1 0 0,-2-4 0 16,-2 4-432-16,-2-3 0 0,-1 2 128 0,-1 1-128 15,-3-1 0-15,-1 1 0 0,-2 2 0 0,-2 1 0 16,0-1 0-16,-3 0 0 0,-1 4 0 0,-1 2 0 16,0 2-224-16,-2 2 80 0,0 1 16 0,0 3 0 15,1 0 128-15,3 3 0 0,0 1 0 0,1 2 0 16,2 0-128-16,2 2 128 0,1 1-128 0,2 2 128 15,0-1-832-15,-1-10-96 0,0 0-16 0,0 0-14992 16</inkml:trace>
  <inkml:trace contextRef="#ctx0" brushRef="#br0" timeOffset="156450.82">8071 8893 19343 0,'0'2'848'0,"0"-2"192"0,0 0-832 0,0 0-208 16,0 0 0-16,0 1 0 0,0 1 1424 0,0 0 240 0,1 0 64 0,0 3 0 16,0 0-1104-16,0 0-224 0,1 2-32 0,0-1-16 15,0 0-352-15,-1-2-240 0,3 1 48 0,0 0-11552 16</inkml:trace>
  <inkml:trace contextRef="#ctx0" brushRef="#br0" timeOffset="156814.84">8250 8710 7359 0,'1'-4'656'0,"-1"1"-528"0,1 1-128 0,-1 1 0 16,0 1 2944-16,0 0 576 0,0 1 96 0,-1 1 32 0,1-2-416 15,-2 3-80-15,0 1-16 0,1 3 0 0,-3 0-2064 0,0 3-432 16,1 0-64-16,-1 1-32 0,0 1-256 0,0 0-48 15,1 2-16-15,-1-2 0 0,1 2-224 0,1-4 0 16,1 1 0-16,0-1 0 0,2-2 0 0,0 0 0 16,1-2 0-16,0 0 0 15,0 0 0-15,1-1 0 0,-1 1 0 0,-2-6 0 0,0 0 144 0,0 0-16 16,0 0 0-16,0 0 0 0,0 0 288 0,0 0 48 16,36 26 16-16,-36-26 0 0,0 0-80 0,0 0-16 0,0 0 0 15,40 6 0-15,-40-6-128 0,0 0-16 0,32-1-16 0,-32 1 0 16,21-5-224-16,-10 1 0 0,-2 1 128 0,0-1-128 15,0 1 0-15,0-2 0 16,-1 1 0-16,-1-1 0 16,0 2-384-16,-1 1-80 0,-1-2-16 0,-1 1 0 15,0 1-1008-15,-3 1-208 0,0-1-32 0,-2 0-13104 0</inkml:trace>
  <inkml:trace contextRef="#ctx0" brushRef="#br0" timeOffset="156968.67">8372 8679 11055 0,'-2'0'976'15,"1"3"-784"-15,1-1-192 0,-1 0 0 0,0 1 2528 0,0 2 464 16,0 2 80-16,-2 7 32 0,-2 5 32 0,-1 7 16 16,-1 4 0-16,0-1 0 15,-1 0-1552-15,3-3-304 16,-2 1-64-16,1-2-16 0,0-1-736 0,0-3-160 0,2 0-16 0,0-2-16 0,1-1-288 0,2-3-192 16</inkml:trace>
  <inkml:trace contextRef="#ctx0" brushRef="#br0" timeOffset="158522.07">8037 9274 8287 0,'0'-2'736'0,"-1"0"-592"0,1 2-144 0,-1 0 0 0,0 0 1296 0,0-2 240 0,-1 1 32 0,1 1 16 16,-3-2 336-16,-2-1 64 0,1 1 0 0,-1 1 16 15,1 1-512-15,0 0-96 16,-1 0-32-16,2 0 0 0,-1 1-400 0,0-1-64 0,2 2-32 0,0-1 0 15,-1 1-192-15,1 1-32 16,1-1-16-16,0 0 0 0,0 3-112 0,0-2 0 0,-1 3-16 0,2 1 0 31,0 1-176-31,1 3-48 0,0 1 0 0,0 0 0 0,-1 1-64 0,1 0-16 0,1 4 0 0,-1 2 0 32,0-3 0-32,1 1-16 0,1-3 0 0,0 0 0 0,-2-14-176 0,0 0 128 15,0 0-128-15,0 0 128 0,0 0-128 0,28 31 0 0,-22-32 0 16,0-3 0-16,0-1 304 0,0-1-32 0,1-4 0 0,-1 0 0 15,-1 1 48-15,0 0 16 0,1-2 0 0,-2 0 0 0,1 0-336 0,1-1 0 16,0-3 0-16,0-1 0 16,-1-3 0-16,-1 2 0 15,0 1 0-15,-3 1 0 0,0-1-320 0,-2 1-16 0,-1 1-16 0,-2 2 0 0,0 3 160 0,0 3 48 16,-1 1 0-16,-1 1 0 0,0 2 144 0,0 0 0 31,-2 4 0-31,2-1 128 0,-2 3 80 0,2 1 32 16,0-1 0-16,0 2 0 0,1 0-240 0,1 0 128 0,2 0-128 0,1-1 0 15,0 0 0-15,2-3-240 0,0 1 32 0,2-1-16176 16</inkml:trace>
  <inkml:trace contextRef="#ctx0" brushRef="#br0" timeOffset="158761.12">8171 9379 11055 0,'0'-1'976'0,"0"1"-784"0,0 0-192 0,0 0 0 0,0 0 2176 15,0 0 400-15,0 1 80 0,0 1 16 0,0 3-128 0,0-1-32 16,0 4 0-16,0 1 0 0,0-2-1152 0,1 3-224 16,-1-10-48-16,0 0-16 0,4 28-496 0,-2-21-112 15,0 0-16-15,0 1 0 0,-2-8-576 0,0 0-128 16,0 0-32-16,0 0-15072 0</inkml:trace>
  <inkml:trace contextRef="#ctx0" brushRef="#br0" timeOffset="159263.75">8387 9157 23039 0,'0'-5'1024'0,"0"2"192"0,1 1-960 0,-1 1-256 0,0-1 0 0,0 2 0 16,0-2 2080-16,0 2 368 0,1-3 80 0,-1-1 16 16,0 1-816-16,-1 3-176 0,1-2-16 0,-2 2-16 0,0 1-944 0,0 0-176 15,-1 1-32-15,0 3-16 0,0 0-208 16,-2-1-144-16,1 4 192 0,0-1-192 0,0 2 144 0,-1 1-144 16,1-2 0-16,-2 3 144 0,1 1-144 0,0 0 0 15,-1 0 144-15,1 1-144 16,-1 2 0-16,0-1 144 0,1 0-144 0,0 1 0 0,1-3 128 0,0 0-128 15,0 2 0-15,2-3 0 0,-1-1 0 0,1-1 0 16,0 1 0-16,0-1 0 0,1-1 128 0,0 2-128 16,1-2 0-16,0-1 0 0,1 3 208 0,0-3-64 15,-1-7-16-15,0 0 0 0,0 0-128 0,0 0 192 16,11 33-192-16,-11-33 192 0,0 0-192 0,0 0 0 0,0 0 0 0,0 0 128 16,0 0-128-16,0 0 0 0,0 0 0 0,0 0 0 15,31 29 0-15,-27-27 128 0,-1-2-128 0,1 0 0 16,0 0 176-16,1 0-48 0,-1-2-128 0,2 0 192 15,-1-1-16-15,2-1-16 0,-2 1 0 0,2-3 0 16,-1 0-160-16,1-1 160 0,0-2-160 0,1 2 160 16,-1-2-160-16,0-1 0 0,-1 2 144 0,0-1-144 15,-1-1 0-15,1 1 0 0,-3 0 0 0,-1 0 0 16,-1-2 0-16,-1 2 0 0,-1-1 0 0,-2-1 0 16,-3 1 0-16,-2 0 0 0,-2 4 0 0,-2 0 128 0,-1 2-128 0,-1 2 0 15,-3 4 0-15,0 0 0 0,1 4-160 0,2 2 0 16,1 2 0-16,1-2 0 15,4 3-240-15,2-1-48 0,2 0-16 0,2 1-17744 16</inkml:trace>
  <inkml:trace contextRef="#ctx0" brushRef="#br0" timeOffset="161130.57">7997 9766 13823 0,'0'-3'1216'0,"0"-2"-960"0,1 4-256 0,0 0 0 0,-1-1 1536 0,1-1 272 16,0 0 48-16,0-3 16 0,0-2 304 0,-1 2 64 15,-1 3 16-15,0 0 0 0,0 4-960 0,-1 3-192 16,-1-1-32-16,0 3-16 15,0 3-576-15,0 2-112 0,-1-2-32 0,1 0 0 16,-1 1-192-16,0 2-144 0,0 1 192 0,0 0-192 0,0 1 176 0,1 0-176 16,0 1 160-16,3-3-160 15,0 2 256-15,0-3-64 0,0 1 0 0,3-2 0 0,0 0-16 0,-3-10-16 16,0 0 0-16,0 0 0 0,0 0-160 0,0 0 160 16,40 14-160-16,-31-17 160 0,0-4 176 0,0 0 48 0,0 0 0 15,0-3 0-15,0 1-32 0,-1 0 0 16,-1 1 0-16,1-1 0 0,-2 0-224 0,1-1-128 15,0-2 160-15,-1 2-160 0,-1 1 0 0,-2 0 0 0,0-2 0 0,-2 0 0 16,0 4 0-16,-2-2 0 0,-1-1 0 0,-2 1 0 0,-1 0 0 16,-2 0 0-1,-2 0 0-15,-2 3 0 0,-1-1 0 0,-1 4 128 0,-1 2-128 0,2 1 0 16,2 1 0-16,0 1 0 16,0 3 0-16,3 0 0 0,2-2 0 0,1 4 0 15,2 0 0-15,1 1 0 16,2 0-288-16,1-1-96 0,3-2-32 0,-5-5-16448 0</inkml:trace>
  <inkml:trace contextRef="#ctx0" brushRef="#br0" timeOffset="161319.54">8209 9829 3679 0,'0'-2'320'0,"-1"0"-320"0,1 1 0 0,0 1 0 16,0-2 3600-16,0 2 656 0,0 2 128 0,0-2 32 15,0 1-1248-15,0 3-240 0,0 2-48 0,0 0-16 16,0-6-1344-16,0 0-272 0,3 31-48 0,-3-31-16 16,4 24-256-16,-4-24-48 0,0 0-16 0,12 38 0 0,-12-38-608 0,0 0-112 15,0 0-16-15,0 0-128 16,32 30 0-16,-32-30-304 0,0 0 48 0,0 0-16240 16</inkml:trace>
  <inkml:trace contextRef="#ctx0" brushRef="#br0" timeOffset="161574.42">8440 9694 11967 0,'0'0'1072'0,"1"0"-864"16,-1-2-208-16,1 2 0 0,-1 0 2832 0,0 0 528 0,1-2 96 0,-1 1 32 16,1 1-112-16,0-2-32 0,0 2 0 0,0-2 0 15,-1 4-2016-15,-1 0-416 0,1 1-80 0,-2-1 0 16,1 3-544-16,0 3-96 0,-1 1-32 0,1 3 0 15,0 2-32-15,0 0-128 0,0 5 192 0,0 2-64 16,-1 3-128-16,0 0 0 0,0 4 144 0,1-2-144 16,-1 5 0-16,2-5 0 0,-1 0 0 0,1-3 128 15,1-3-128-15,1-4 0 0,-2-16 0 0,8 26-18080 16</inkml:trace>
  <inkml:trace contextRef="#ctx0" brushRef="#br0" timeOffset="162208.43">8884 7428 11055 0,'0'-2'976'16,"0"1"-784"-16,0 1-192 0,0 0 0 15,0 0 1600-15,0 0 288 0,0 1 48 0,1 1 16 0,-1 1 352 16,0 3 64-16,0 3 0 0,-1 3 16 0,2 5-1072 0,-1 2-224 0,0 3-32 0,1 3-16 15,0 2-480-15,1 1-112 0,1 0 0 0,0 0-16 16,0 1-432-16,-3-29 128 0,5 52-128 0,-5-52 0 16,5 45 0-16,-5-45-272 0,4 43 32 0,-4-43-13792 31</inkml:trace>
  <inkml:trace contextRef="#ctx0" brushRef="#br0" timeOffset="162495.16">8938 8203 8287 0,'-1'7'736'0,"0"-3"-592"16,1 1-144-16,0-4 0 0,0 1 2048 0,-1 2 384 0,-1 6 80 0,-1 4 16 15,-1 8 640-15,1 4 128 0,0 2 32 0,-1-2 0 16,2 0-1472-16,0 0-304 0,2-1-48 0,0-2-16 16,0-2-816-16,-1 0-160 0,1-21-48 0,2 41 0 15,-2-41-464-15,3 40 0 0,-3-40 0 0,4 41 0 16,-3-21 0-16,-1-20 0 0,3 43 0 0,-1-22 0 31,0 2-576-31,0 0-16 0,-1 0 0 0,0 1 0 0,0-2-720 0,-1 0-144 0,0 1-16 0,0-4-16 16,0 2 16-16,0-4 16 0,0 2 0 0,0-1 0 15,-1 1 816-15,1-2 176 0,-1-3 16 0,0 2 16 16,0-1 272-16,0 0 160 0,1 1-192 0,0-2 192 0,0-1-128 16,0 0 128-16,0-1 0 0,0 0 0 15,0-12-640-15,2 22-32 0,-2-11 0 0,0-1-5280 16,0 1-1040-16</inkml:trace>
  <inkml:trace contextRef="#ctx0" brushRef="#br0" timeOffset="162728.26">8934 9554 19343 0,'-2'2'1728'0,"2"1"-1392"0,0-1-336 0,0-2 0 16,-1 3 2224-16,0-1 368 0,-1 3 80 0,0 4 16 15,-1 5 32-15,-2 3 16 0,0 0 0 0,2 1 0 16,-2 2-1632-16,1 3-320 0,0-2-64 0,0 3-16 16,1 2-464-16,1 0-112 0,0 0 0 0,2 0-128 15,0-2 0-15,1-2 0 0,1-1 0 0,-1-2 0 16,1 0 0-16,0-2 0 0,-1-2 0 0,0 0-144 16,-1-15-944-16,3 29-192 0,-3-29-48 0,2 24-15808 15</inkml:trace>
  <inkml:trace contextRef="#ctx0" brushRef="#br0" timeOffset="164070.1">9480 7565 10127 0,'1'-3'896'0,"0"1"-704"0,0 1-192 0,-1 1 0 16,0 0 1088-16,0-1 192 0,1 1 48 0,-1-2 0 16,1-1 224-16,0 1 48 0,0 1 16 0,-1-1 0 15,-1 2-592-15,0 0-112 0,0 0-16 0,-1 2-16 0,0-2-400 0,1 1-80 16,0 1-16-16,0-1 0 0,0 1 0 0,1-2 0 16,0 0 0-16,0 2 0 0,0-2-208 0,0 0-48 15,0 0-128-15,0 0 192 0,0 0-64 0,0-2 0 16,-1 2-128-16,1-2 192 0,0 1 112 0,-1 1 16 15,1-2 0-15,0 2 0 0,0-1-176 0,0 1-16 16,-1 0-128-16,1 0 192 0,-1 0-192 0,0 0 128 16,0 0-128-16,0 1 0 0,0-1 160 0,0 0-160 15,1 2 160-15,-1-2-160 0,1 0 192 0,-1 0-64 16,1 0-128-16,-1 0 192 0,1 0 112 0,0-2 16 0,-1 2 0 0,1-1 0 16,-1 1-64-16,0 0 0 0,1 0 0 15,-1 0 0-15,0 0 16 0,0 0 0 16,-1 3 0-16,0-2 0 0,0 3-144 0,-1-2-128 0,1 3 192 0,-1 2-192 15,0 0 128-15,0 2-128 0,1 1 0 0,-2 4 0 16,1 1 192-16,0 2-192 0,1 3 192 0,1 2-192 16,-1-1 384-16,0 0-16 0,2-1-16 0,0-2 0 15,0-18 32-15,2 32 16 0,-2-32 0 0,0 0 0 16,10 35-272-16,-10-35-128 0,0 0 128 0,0 0-128 16,0 0 0-16,0 0 0 0,44 15 0 0,-33-21 0 15,0-3 416-15,0-1 0 0,-1-3 0 0,2-2 0 0,-2 0-176 0,1-1-48 16,-1-3 0-16,-2 0 0 0,-1 3-192 15,-2-4 0-15,-1 4 128 0,-2-3-128 0,-3 2 0 0,-2 2 0 16,-2 0 0-16,0 1 0 0,-3 2 0 0,-2 2 0 16,-2 0 0-16,-3 2 0 0,0 4 0 0,0 2 0 15,-2 4 0-15,1 1-160 16,1 3-448-16,1 2-96 0,3 2 0 0,1 4-15808 16</inkml:trace>
  <inkml:trace contextRef="#ctx0" brushRef="#br0" timeOffset="164751.64">9277 8162 10127 0,'-2'-2'896'0,"1"0"-704"0,0-1-192 0,0 1 0 16,1-1 1440-16,0 1 256 0,-1 2 48 0,1-2 16 15,-1-3 928-15,1-2 192 0,-1 0 48 0,0 0 0 16,0 2-848-16,-1 0-160 0,0 3-48 0,1 0 0 15,-1 4-880-15,-1-1-176 0,1 5-48 0,-1 1 0 16,-1 5-512-16,0 2-96 0,0 3-32 0,-1 3 0 16,1 3-128-16,0 3 0 0,1 2 0 0,1 0 0 0,0 1 0 15,2-3 0-15,1-2 0 0,-1-24 0 16,7 40 0-16,-7-40 0 0,0 0 0 0,0 0 0 16,26 33 0-16,-18-33 0 0,2-2 0 0,0-3 0 0,-1-1-128 0,0-5 128 15,1-1 0-15,1-4 0 0,-1 0 0 0,-1-1 0 16,-1 0 0-16,-1-1 0 0,-2 1 0 0,-1 0 0 15,-1-2 0-15,-3 0 0 0,-2 1 0 0,-2 0 0 16,-2 2 0-16,-2 0 0 0,1 2 0 0,-1 1 0 16,-2 4 0-16,2 1 0 0,1 2 0 0,-1 3 0 15,2 1 0-15,-1 4 128 16,2 1 112-16,0 3 16 0,1 2 0 0,1-1 0 0,2 2-256 0,1-1 128 16,0 1-128-16,1 0 0 31,-1-9-304-31,0 0-144 0,0 0-48 0,17 34-15936 0</inkml:trace>
  <inkml:trace contextRef="#ctx0" brushRef="#br0" timeOffset="164942.37">9449 8300 24879 0,'0'-2'1088'0,"0"0"256"15,0 1-1088-15,0 1-256 0,0 0 0 0,0 0 0 0,0 0 1888 0,0 0 320 16,0 0 64-16,0 1 16 0,1 1-656 0,-1 1-128 15,2 0-32-15,-1 1 0 0,2 2-896 0,-1-1-176 16,-2-5-32-16,0 0-16 0,0 0-352 0,0 0 0 16,0 0 0-16,27 38 0 0,-27-38-304 0,0 0-80 15,0 0 0-15,0 0-16832 0</inkml:trace>
  <inkml:trace contextRef="#ctx0" brushRef="#br0" timeOffset="165148.31">9666 8065 7359 0,'2'-2'656'0,"-1"-1"-528"0,-1 1-128 0,0 2 0 15,-1 2 2992-15,1-2 560 0,0 0 112 0,0 0 32 16,0 1 208-16,-2 3 64 0,2 1 0 0,-3 2 0 16,2 2-2176-16,-2 1-416 0,1 2-96 0,0-2 0 15,0 2-768-15,1 2-160 0,-1 0-32 0,0 0 0 0,0 0-192 0,0 5-128 16,0-2 160-16,1 1-160 0,0-1 0 15,1 1 0-15,0 2 0 0,1-1 0 16,-1-19 0-16,6 37 0 0,-6-37 0 0,8 32-18128 16</inkml:trace>
  <inkml:trace contextRef="#ctx0" brushRef="#br0" timeOffset="166744.25">9320 8642 14735 0,'0'-1'1312'0,"0"-1"-1056"0,-1 2-256 0,1 0 0 15,0 0 1968-15,0 0 336 16,0-2 64-16,-1 1 0 0,0-1 0 0,0 1-16 0,-1 0 0 0,0 1 0 15,-1 0-1152-15,1 0-240 0,-1 1-32 0,1 0-16 16,-2 2-544-16,1 1-112 0,0 1-32 0,-1 0 0 16,1 3-96-16,0 1-128 0,-1 2 176 0,-1 2-176 15,1 3 192-15,-1 2-64 0,0 4 0 0,2 2-128 16,-1 0 128-16,1 2-128 0,1-2 0 0,0 1 0 16,1-4 176-16,2-1-32 0,-1-20 0 0,5 33 0 0,-5-33 32 0,0 0 0 15,0 0 0-15,0 0 0 0,35 33-176 0,-25-35 0 16,1-5 0-16,0 0 0 0,0-2 0 0,0-4 0 15,1 1 176-15,-1-4-176 0,0-1 208 0,0 0-48 16,-3 1-16-16,-2-3 0 0,-1 4-400 0,-2-1-64 16,-2 0-32-16,-4 1 0 0,-1 1 144 0,-2 2 16 15,-1 0 16-15,-1 1 0 0,-2 1 176 0,-1-2-208 16,-1 3 80-16,0 2 128 0,1 0-256 0,0 4 80 16,1 3 16-16,1 0 0 0,0 3 160 0,2 4 0 15,1-1 0-15,1 3 0 0,1 0 0 0,2 0 0 16,1 2 0-16,2-1-10592 15,-1-10-2112-15</inkml:trace>
  <inkml:trace contextRef="#ctx0" brushRef="#br0" timeOffset="166951.41">9465 8854 5519 0,'2'-3'496'0,"-1"0"-496"0,1 1 0 0,-1 1 0 15,0 1 2288-15,-1 0 352 0,0 0 80 0,2 1 16 0,-1 1 784 0,1 2 144 16,0 2 48-16,-2-6 0 16,0 0-1984-16,6 30-400 0,-5-17-80 0,0 0-16 15,-1 1-864-15,0 0-176 0,0-2-48 16,1 0 0-16,0-2-448 0,1-3-80 0,-2-7-32 0,0 0-14144 16</inkml:trace>
  <inkml:trace contextRef="#ctx0" brushRef="#br0" timeOffset="167250.67">9649 8633 1839 0,'1'-6'160'0,"0"2"-160"15,0 1 0-15,0 3 0 0,-1-2 3376 0,0 2 640 0,0 2 128 0,0-2 16 16,0 2 192-16,0 1 48 16,-2 4 0-16,0 2 0 0,-1 1-2336 0,-1 4-464 0,1 0-80 0,-2 3-32 15,-1-1-960-15,1 1-192 0,-1 2-32 0,1-3-16 16,-1 2-288-16,2-2 0 0,-1-2 0 0,2-1 0 15,1-1 0-15,2-4 0 0,2-1 0 0,1-2 0 16,-3-5 0-16,0 0 0 0,0 0 0 0,0 0 0 16,38 5 0-16,-38-5 0 0,25-2 0 0,-25 2 0 31,27-5 0-31,-27 5 128 0,28-3 0 0,-28 3-128 0,27-2 240 0,-27 2-64 16,28-2-16-16,-28 2 0 0,0 0-160 0,34 0 0 0,-34 0 0 0,0 0 0 0,0 0 0 0,30-2-320 15,-24 1 48-15,-2 1 16 16,1-2-2112-16,-2 2-432 0</inkml:trace>
  <inkml:trace contextRef="#ctx0" brushRef="#br0" timeOffset="167407.34">9810 8653 20783 0,'-4'-5'448'0,"0"3"112"0,2 2 16 0,0 0 0 0,1 2-448 0,-1 1-128 0,1 0 0 0,-1 3 0 0,-2 8 2784 0,-3 3 544 15,-1 7 96-15,-2 7 32 0,-1 2-1536 0,-1 2-288 16,0 2-64-16,1-2-16 0,0 0-944 0,2-4-192 15,3-3-32-15,1-2-16 0,3-2-368 0,0-2-192 0</inkml:trace>
  <inkml:trace contextRef="#ctx0" brushRef="#br0" timeOffset="169145.99">9299 9285 3679 0,'1'-8'320'0,"0"1"-320"15,0 2 0-15,-1 2 0 16,1 3 1200-16,-1-4 160 0,1-1 48 0,-1-4 0 15,1-3 1280-15,0 2 272 0,-1 3 48 0,-2 2 16 16,0 5-640-16,-2 0-128 0,0 5-16 0,-2 2-16 16,0 3-880-16,0 0-192 0,-1 2-16 0,1 4-16 15,0-2-352-15,-1-1-64 0,1 2 0 0,-1 0-16 16,1 1-208-16,-1 1-32 0,1-3-16 0,1-2 0 16,0 0-32-16,1 2 0 0,0 0 0 0,1 0 0 15,2 0-80-15,1-4 0 0,0-10-16 0,0 0 0 16,0 0-144-16,16 38-32 0,-16-38 0 0,0 0 0 15,0 0-128-15,0 0 192 0,43-2-192 0,-33-6 192 16,-2 1 0-16,2-2 16 0,2-7 0 0,1-2 0 0,0 0-208 16,-1-1 176-16,1-2-176 0,-3-1 160 0,-1 3-160 0,-2 0 0 15,-1 1 0-15,-2 1 0 16,-2 2 0-16,-3 0 0 0,0 2 0 0,-2-1 0 0,-2 2-304 0,0 2 64 16,-3 1 16-16,1 4 0 0,-1 1 224 0,0 2-192 15,-1 2 192-15,0 4-192 0,0 0 192 0,2 1 0 16,-1 2 0-16,3 1 0 0,-1 1 0 0,1 1 0 15,1 1 0-15,2 0 0 16,0 0-560-16,4-2-16 0,-2-9 0 0,0 0-16048 0</inkml:trace>
  <inkml:trace contextRef="#ctx0" brushRef="#br0" timeOffset="169386.6">9441 9410 11967 0,'1'-2'1072'16,"0"1"-864"-16,0-1-208 0,-1 2 0 15,0 0 2576-15,0 0 480 0,1 0 80 0,0 0 32 16,0 0-480-16,0 3-80 0,-1 3-32 0,0 1 0 0,1 3-1600 0,-1-1-320 16,1 3-64-16,0 0-16 0,-1-12-416 0,0 0-160 15,9 34 0-15,-9-34 144 0,0 0-336 0,0 0-80 16,0 0-16-16,0 0-14944 15</inkml:trace>
  <inkml:trace contextRef="#ctx0" brushRef="#br0" timeOffset="169795.53">9702 9194 7359 0,'7'-7'320'0,"-2"4"80"0,0-1-400 0,-1 1 0 16,-1 1 0-16,-1-1 0 0,-1 1 2464 0,4 0 416 0,2-5 64 0,1 2 32 16,0-3 96-16,1 2 0 0,-4 1 16 0,-1 2 0 15,-2 1-1360-15,-1 0-256 0,-1 2-64 0,-2 0-16 16,0 2-496-16,-2 0-112 0,1 1-16 0,-3-1 0 16,0 3-368-16,-1-3-80 0,0 4 0 0,-1 0-16 15,0 1-96-15,-1 3-16 16,-2-1 0-16,-1 3 0 0,1 2-32 0,-1 1-16 0,2 1 0 0,0 1 0 15,0 2-144-15,-1 2 160 0,3 3-160 0,0-2 160 0,1 3-160 0,3-3 192 16,0-1-192-16,3-2 192 0,1-2-192 0,0-17 0 16,0 0 0-16,13 40 0 0,-13-40 0 0,0 0 0 15,0 0 0-15,35 28 0 16,-35-28 0-16,0 0 0 0,34-4 0 0,-22-2 0 0,-2 2 0 0,0-5 0 16,-2 1 0-16,1-1 0 0,0-3 0 0,-1 0 0 15,0 0 0-15,-2-2 0 0,0 2 0 0,-3-2 0 16,-2 4 0-16,-2 1 0 0,-1 2 0 0,-3 0 0 15,-1 4 0-15,-2 3 0 0,-1 0 0 0,-2 3 0 0,-2 4 0 0,-2 3 0 16,-1-1 0-16,-1 3 0 16,1-1 0-16,1 1-17744 0</inkml:trace>
  <inkml:trace contextRef="#ctx0" brushRef="#br0" timeOffset="171250.61">9389 9725 14735 0,'0'-5'1312'0,"-1"3"-1056"0,1-1-256 0,-1 1 0 15,0 2 1520-15,-1-3 240 0,1-1 48 0,-3-3 16 16,-1 0 224-16,-1 0 32 0,-2 4 16 0,2 2 0 15,-2 2-752-15,0 4-160 0,1 2-32 0,-2 3 0 16,1 2-592-16,0 2-128 0,-1 2-32 0,1 3 0 16,1 0-96-16,0 3-32 0,1-1 0 0,2-1 0 15,-1-2-144-15,2-2-128 0,3-1 144 0,0-3-144 16,0-3 160-16,0-9-160 0,0 0 160 0,0 0-160 0,0 0 0 0,0 0 0 16,0 0 0-16,34 26 0 0,-34-26 0 0,0 0 0 15,0 0 0-15,29-6 0 16,-21 3 0-16,1-2 0 0,1 0 0 0,0 0 0 0,-1-4 288 0,0 1-32 15,0 0-16-15,0-2 0 0,1-1-240 0,0-2 144 16,0-1-144-16,-1 0 128 16,-1 2-128-16,-2 0 160 0,-1 0-160 0,-2 0 160 0,0 0-160 0,-2 3 0 15,-1-3 0 1,-3 3 0-16,-1 0 0 0,-1 1 0 0,-2 2 0 0,-1 2 0 0,-1 0 0 0,-3 3 0 16,1 2 0-16,0 1 0 15,-1 3-512-15,0 0-48 16,2 2 0-16,2-3 0 0,3 1-96 0,1 0-32 0,0 0 0 0,2 3-9344 0,1 0-1872 0</inkml:trace>
  <inkml:trace contextRef="#ctx0" brushRef="#br0" timeOffset="171471.45">9527 9843 11055 0,'0'0'976'0,"0"-1"-784"31,1 1-192-31,-1 0 0 0,0 0 1696 0,1 0 288 16,0 0 64-16,1-1 16 0,0 3 384 0,1 1 80 0,-1-1 16 0,1 3 0 16,0 2-1504-1,-1-2-288-15,-2-5-64 0,0 0-16 0,7 29-288 0,-7-29-64 16,0 0-16-16,9 32 0 0,-9-32-304 0,0 0-176 16,0 0 32-16,13 31-13568 15</inkml:trace>
  <inkml:trace contextRef="#ctx0" brushRef="#br0" timeOffset="171693.87">9760 9668 21183 0,'1'0'944'0,"-1"0"192"0,1 0-912 0,-1 1-224 0,1 0 0 0,-1-1 0 16,0 2 2240-16,0 1 384 0,0 0 96 0,-1 3 16 15,1 2-912-15,-2 1-176 0,0 3-48 0,0 2 0 16,1-1-896-16,-2 3-176 0,1 0-32 0,-1 3-16 0,1 0-224 16,0-2-32-16,2 2-16 0,-1-3 0 0,1-16-208 0,3 31 144 15,-3-31-144-15,4 24 128 0,-4-24-304 0,0 0-64 16,0 0-16-16,12 31-17040 16</inkml:trace>
  <inkml:trace contextRef="#ctx0" brushRef="#br0" timeOffset="173171.61">10093 7447 7359 0,'-1'-1'656'0,"0"1"-528"16,1 0-128-16,0 0 0 0,1-2 1216 0,-1 2 224 15,-1 0 32-15,1-2 16 0,-1-1 496 0,1 1 112 16,0-1 16-16,0 1 0 0,1-2-464 0,1 1-96 16,0 0-16-16,1-1 0 15,-1 2-320-15,2-3-64 0,1 0 0 0,-1 3-16 0,0 0-416 0,2 1-80 16,-2-1 0-16,2 2-16 15,-1 0-64-15,0 2-16 0,1-1 0 0,0 2 0 16,1 0-96-16,-2 2-32 0,1-2 0 0,-2 0 0 0,1 0-128 0,0 2-32 16,-2-1 0-16,1 0 0 15,-1 0-32-15,0 1-16 0,-1 0 0 0,0 0 0 0,0-1-16 0,0 1 0 0,-1 0 0 0,0 0 0 32,-1 2-32-32,1-1-16 0,-1 0 0 0,0 1 0 0,0 2-16 0,-1 3-128 0,0 2 192 0,0 2-64 31,0 2-128-31,0 2 192 0,1-20-192 0,0 47 192 15,0-21-192-15,0 1 160 0,0-1-160 0,0-26 160 0,1 48-160 16,-1-48 192-16,3 40-192 0,-3-40 192 0,3 36-192 0,-3-36 192 16,2 31-192-16,-2-31 192 0,3 37-192 0,-3-37 128 15,5 40-128-15,-5-40 128 0,4 41-128 0,-4-41 0 16,3 47 0-16,-3-47 128 0,3 52-128 0,-2-23 0 16,0-2 0-16,0 1 128 0,0 0-128 0,-1-28 0 15,3 46 0-15,-3-46 0 0,4 51 0 0,-4-51 0 16,8 56 128-16,-8-56-128 0,5 55 0 0,-5-55 0 15,6 53 0-15,-6-53 0 0,4 52 192 0,-4-52-64 0,2 43 0 16,-2-43 0-16,1 42 0 0,-1-42 0 0,0 45 0 0,0-45 0 16,1 45-128-16,-1-19 128 0,-1-2-128 0,0 2 128 15,-1 2-128-15,1-4 0 16,1 2 0-16,-1-3 128 0,1 2-128 0,-1-3 0 0,1-22 0 0,-1 44 0 16,1-44 0-16,0 40 0 0,0-40 0 0,2 44 0 15,-2-44 0-15,1 44 0 0,-1-44 0 0,2 41 0 16,-2-41 176-16,2 38-48 0,-2-38-128 0,2 37 192 15,-2-37-48-15,2 36-16 0,-2-36 0 0,1 33 0 16,-1-33-128-16,1 30 128 0,-1-30-128 0,1 30 128 16,-1-30-128-16,1 33 0 0,-1-33 144 0,1 30-144 0,-1-30 0 0,1 29 0 15,-1-29 0-15,1 31 0 0,-1-31 0 16,0 31 0-16,-1-14 0 0,1-17 0 0,-1 32 0 0,1-32 0 16,0 36 0-16,0-36 0 0,-1 29 0 0,1-29 0 15,0 28 0-15,0-28 0 0,-1 21 0 0,1-21 0 16,-1 24 0-16,1-24 0 0,0 0 0 0,0 31 0 15,0-31 0-15,0 0 128 0,-1 29-128 0,1-29 0 16,0 0 0-16,0 28 0 0,-1-19 0 0,1-2 0 16,-1 3 0-16,1-10 0 0,0 0 0 0,0 26 0 0,-1-17 0 15,1-9 0-15,-1 18 0 0,1-18 0 0,0 0 0 16,0 27 0-16,0-27 0 0,0 0 0 0,0 26 0 0,0-26 0 16,0 0 0-16,0 0 0 0,2 29 0 0,-2-22 0 15,0-2 0-15,1 0 0 0,-1-2 0 0,1 0 0 16,0 0 0-16,-1 0 0 0,1 0 0 0,0 0 0 15,-1 2 0-15,0-2 0 0,0 1 0 0,0 1 0 16,1-2 0-16,-2 0 0 0,1 0 0 0,0 2 0 16,-1 0 0-16,1 0 0 0,-1 0 0 0,1-1 0 15,-1-1 176-15,0 1 16 0,0 0 0 0,0-1 0 16,-1 2-16-16,0-2 0 0,0 0 0 0,1-1 0 16,-2 2 16-16,0-1 0 0,0 0 0 0,0 0 0 15,-1 0 0-15,-1 2 16 0,1 0 0 0,-1 2 0 0,-2 0-48 0,-1 4-16 16,1-1 0-16,-4 3 0 0,0 2-16 0,-2 2-128 15,-1 2 192-15,-1 2-64 0,0 0-128 0,-2 1 0 16,0 0 0-16,-2 1 128 0,-2-1-128 0,-3 3-192 16</inkml:trace>
  <inkml:trace contextRef="#ctx0" brushRef="#br0" timeOffset="176445.62">12984 6937 2751 0,'-1'-5'256'0,"0"0"-256"0,0 0 0 0,1 3 0 16,0 2 1328-16,0-2 208 0,1 0 64 0,-1-1 0 0,0 0 464 0,-1-3 112 0,1 0 0 0,0 0 16 15,0 1-160-15,-1 2-48 0,1 0 0 16,0 2 0-16,0 1-384 0,-1 0-96 0,0 2-16 0,0 3 0 16,0 2-688-16,0 3-144 0,-2 4-16 0,0 1-16 31,-1 3-368-31,1 1-64 0,-3 0 0 0,-1 0-16 0,3-1-176 0,-3 2 160 0,0 1-160 15,0 0 160-15,-2-1-160 0,2-2 0 0,1-4 0 0,2-2 128 16,0-1-128-16,1-3 160 16,1-1-160-16,1-2 160 0,0-2-160 0,1-1 0 15,0-2 144-15,1-2-144 0,1-1 0 0,1-2 128 16,0-2-128-16,1-4 0 0,2-1 0 0,0-5 0 16,2 0 0-16,0 1 128 0,0-3-128 0,1 0 0 15,-2-3 0-15,0 2 0 0,0 0 0 0,0-1-128 16,0 0 128-16,1-1 0 0,0 4 0 0,-1 3 0 15,0 3 0-15,0 0-128 0,0 3 128 0,-1 2 0 0,0 2 0 16,-1 1 0-16,1 1 224 0,-1 3 32 16,1 0 0-16,0 2 0 0,-6-2 368 0,0 0 80 0,0 0 0 0,0 0 16 15,26 50-464-15,-26-50-112 0,4 38-16 16,-4-38 0-16,0 40 0 0,-1-22-128 0,-2 2 192 0,0-1-64 16,-1-2-128-16,0 0 160 0,0-1-160 0,-1-3 160 15,0-1-160-15,2-3 0 0,-1-1 0 0,2-3 0 16,-1 0 0-16,1-3 0 0,2 1 144 0,0-5-144 15,0 1 0-15,0-1 0 0,2-5 0 0,1 0 128 16,0-3-128-16,1 3 0 0,0-2 0 0,2-3 0 0,0-4 0 0,4-4 0 16,-1-1 0-16,1-2 0 15,0 1 0-15,1-4 0 0,1 0 0 0,-1 0-128 0,0 4 128 0,-1 2 0 16,0 3-144-16,-1 5 144 0,-1 3 0 0,0 3-144 16,-1 2 144-16,-1 2 0 0,0 4 0 0,-2 0 0 15,0 5 0-15,-4-7 0 0,0 0 0 0,8 36-128 16,-8-36 128-16,1 37 0 0,-2-15 0 0,0 2 0 15,-3 0 0-15,0-5 0 0,0-1 192 0,1 0-16 16,-1 0 0-16,0-3 0 0,2-1 80 0,0-3 0 0,1-1 16 0,1-1 0 16,0-2-272-16,1-4 160 0,1-1-160 0,-2 0 128 15,2-2-128-15,1-2 0 0,1 0 0 0,0-3-11536 16,1-1-2272-16</inkml:trace>
  <inkml:trace contextRef="#ctx0" brushRef="#br0" timeOffset="177206.64">13564 6962 4607 0,'0'-3'0'0,"0"0"192"0,0 0-48 0,0 1-16 0,0 2-128 0,0-2 0 16,-1 1 0-16,1-2 0 0,-1-1 1600 0,1-1 304 16,0 2 48-16,-2-2 16 15,1 2 400-15,0 1 64 0,-1 1 32 0,1-1 0 0,0 2-192 0,0 2-32 0,-1-2-16 0,1 0 0 16,1 0-432-16,0 0-96 0,0 0-16 0,0-2 0 15,2 2-800-15,0-2-176 0,0-3-16 0,2 0-16 16,-1 1-496-16,1-4-176 0,-1 2 0 0,-1-2 144 16,1 3-144-16,-2-3 0 15,2 0 0-15,-1 1 0 0,-1-3 0 0,-1 0 0 0,0 1 0 0,-2 1 0 16,1 0 0-16,-2 1 0 0,0 2 128 0,-1 2-128 16,-1 1 0-16,0 2 0 0,-3 0 0 15,-1 3 0-15,0 4 0 0,-1-1 0 0,0 4 0 0,0 0 0 0,0 2 0 0,1 2 0 16,1 2 0-16,1-1 0 0,-1 4 0 15,2-1 0-15,-1 2 0 16,2 0 0-16,0 0 0 0,2-2 0 0,1-1 0 0,1-2 0 16,1-1 144-16,1-2 48 0,0-2 16 0,0-1 0 0,1 0-48 0,-2-9-16 15,0 0 0-15,0 0 0 0,0 0-144 0,0 0 0 16,0 0 0-16,0 0 0 0,37 16 0 16,-31-19 0-16,0-2 0 0,-1-1 0 0,1 0 0 0,-1 0 0 15,0-2 0-15,0 1 0 16,0-1 0-16,0 1 0 0,-2-4 0 0,2 1 0 0,-1 0 0 0,-1-1 0 0,1 1 0 15,-1 0 0-15,0 0 0 16,0 1 0-16,-1 2 0 0,0 0 0 0,1 1 0 0,-1 2 0 0,0 2 128 0,-1-1-128 16,1 3 256-16,-1 0 0 0,1 1 16 0,0 1 0 15,0 1-16-15,0 1-16 0,0 1 0 16,-2-5 0-16,0 0-48 0,0 0-16 16,0 0 0-16,20 43 0 0,-20-43-176 0,0 0 160 15,0 0-160-15,0 0 160 0,32 42-160 0,-32-42 0 16,0 0 0-16,0 0 128 0,33 38-128 0,-33-38 0 15,0 0 0-15,0 0 128 0,0 0-128 0,31 34 0 0,-31-34 0 0,0 0 0 0,0 0 0 0,0 0 0 16,0 0 0-16,0 0 0 0,0 0 0 16,0 0 0-16,0 0 0 0,35 28 0 0,-32-28-160 0,-1 0-64 15,1-3-16-15,0 1-18032 32</inkml:trace>
  <inkml:trace contextRef="#ctx0" brushRef="#br0" timeOffset="177442.69">13794 6922 9215 0,'-2'-2'816'0,"2"2"-656"0,0 0-160 0,0 0 0 15,0 2 1600-15,0-2 304 0,-1 3 48 0,0-1 16 16,0 3 864-16,0-1 176 0,1 4 48 0,1-1 0 16,-1-7-1008-16,0 0-208 0,0 0-48 0,16 38 0 15,-16-38-560-15,0 0-112 0,16 37-32 0,-16-37 0 16,0 0-448-16,18 39-112 0,-18-39-16 0,0 0 0 15,20 45-176-15,-20-45-32 0,0 0-16 0,20 40 0 16,-20-40-288-16,0 0 0 0,0 0 0 0,24 34 0 16,-24-34 0-16,0 0 0 0,0 0 0 0,0 0 0 15,0 0-224-15,0 0-48 0,0 0-16 0,0 0 0 16,0 0-2976-16,30-1-576 0</inkml:trace>
  <inkml:trace contextRef="#ctx0" brushRef="#br0" timeOffset="177601.71">13997 6984 10127 0,'0'0'448'0,"-1"0"96"0,0-2-544 0,1 2 0 16,-1 0 0-16,0 2 0 0,0-2 2240 0,-2 2 352 16,-1 1 64-16,-1 2 16 0,-3-1 272 0,-1 4 64 15,-3 1 16-15,-1 0 0 0,-2 2-1040 0,-1 0-192 0,0-2-64 16,-2 3 0-16,-3 0-640 0,-2 2-144 0,-2 1-32 0,1 1 0 16,-1-2-592-16,2 0-112 0,4-2-16 0,0-1-12192 15,2 0-2432-15</inkml:trace>
  <inkml:trace contextRef="#ctx0" brushRef="#br0" timeOffset="179027.31">14199 6806 3679 0,'2'-7'320'0,"-1"2"-320"0,1 3 0 0,-1-2 0 15,0 3 1952-15,0 1 320 0,-1-2 64 0,0 0 16 16,1 1 80-16,1-3 32 0,-1 0 0 0,0 1 0 15,0 0-832-15,-1 1-160 0,0 0-48 0,0 2 0 16,-1-2-480-16,0 1-112 0,1 1 0 0,-1 0-16 16,1 0-304-16,-1 0-48 0,1 0-16 0,-1 0 0 15,2-2 128-15,-1 0 0 0,1 1 16 0,0-2 0 16,0-1-48-16,0 0-16 0,0 1 0 0,-1-1 0 16,1 1-96-16,0-1-32 0,0 1 0 0,-1-1 0 15,1 1-144-15,-1 0-48 0,0 1 0 0,-1 0 0 0,1 0-64 0,-1 1-16 16,1-1 0-16,-1 0 0 0,0 1-128 0,1-1 192 15,-1 2-192-15,0 0 192 0,0-1-192 0,-1 1 0 16,1 0 0-16,-1 0 128 16,1 0-128-16,-1 1 0 0,1-1 0 0,0 0 0 0,0 0 0 0,-1 2 0 15,1-2 0-15,-1 0 0 0,-1 0 0 0,0 0 0 16,1-2 0-16,-2 2 0 0,-1 0 0 0,0-1 0 16,-1 0 0-16,0-1 0 0,-3 0 0 0,0 1 0 0,1-1 144 0,-2-1-144 15,0 1 240-15,1 2-32 16,0-4 0-16,-1 3 0 0,2-1-80 0,1-1 0 0,0 1-128 0,1 1 192 15,1 0-64-15,0-1 0 0,2 2-128 0,-1-2 192 16,1 1-192-16,0 1 176 0,2 0-176 0,-1 0 160 16,1 0-160-16,-1-2 0 15,1 4 0-15,0-2 128 0,1 0-128 0,-1 0 0 0,0 0 0 0,1 1 0 16,-1 1 0-16,1 0 0 0,-1-2 0 0,1 2 0 16,-1 0 0-16,1-1 0 0,-1 3 0 15,1-1 0-15,0 1 0 0,0 1 0 0,-1 0 0 0,0 4 0 16,1 1 0-16,-1 4 0 0,0 3 0 0,1 2 0 0,0-19 0 15,2 54 0-15,-1-23 0 0,-1 2 0 0,1 3 0 0,-1-1 0 16,0-4 0-16,-1 0 0 0,0-2 0 0,0-1 0 16,-1-5 0-16,1 1 0 0,1-24 0 0,1 41 0 15,-1-41 0-15,4 34 0 0,-4-34 0 16,0 0 0-16,0 0 0 0,13 37 0 0,-11-33 0 0,2-1 0 16,0-1 0-16,0-1 0 0,1 1 0 0,1-4 0 15,-1 1 0-15,3-1 0 0,0-1 0 0,0 0 240 16,3 2-64-16,-2-2-16 15,1 1-32-15,0-1 0 0,2 1 0 0,0 0 0 0,1 0-128 0,-1 0 0 0,0-1 0 0,1 1 0 32,-1-1-640-32,1 1-144 0</inkml:trace>
  <inkml:trace contextRef="#ctx0" brushRef="#br0" timeOffset="179809.08">14505 6780 22111 0,'-2'-1'976'0,"0"0"208"0,0 2-944 0,1 0-240 0,-1 1 0 0,1 1 0 0,1 2 1120 0,-3 0 176 0,-1 6 48 0,-2 3 0 32,-1 8-384-32,-1 2-80 0,-1 4-16 0,0-2 0 15,2 5-160-15,-2-3-16 0,2-4-16 0,0-2 0 0,2 0-32 0,0-5-16 0,2-2 0 0,2-3 0 16,1-3-352-16,0-2-64 0,1-2-16 0,0-5 0 31,2 0-192-31,-1-1 0 0,1-3 0 0,0-1 0 0,1-1 320 0,0-2 64 16,0-1 0-16,-1-2 16 15,2-1-128-15,1-1-16 0,-2 2-16 0,1-4 0 0,0-2-240 0,1-1 0 0,0-2 0 0,-1 0 0 16,0 0 0-16,-1 2 0 0,1-4 0 0,0 6 0 0,0-1 0 0,1 2 0 16,-1 6 0-16,0 0 0 0,0 2 128 0,0 2-128 15,0 3 0-15,0 0 144 16,1 4 160-16,-1 0 16 15,-5-2 16-15,0 0 0 0,0 0-80 0,25 36 0 16,-25-36-16-16,0 0 0 0,14 47-112 0,-14-47-128 16,3 38 176-16,-3-38-176 0,1 40 128 0,-3-21-128 15,0 1 0-15,-1 0 0 0,0 0 0 0,-1 0 0 16,1-3 0-16,-1-2 0 0,0-1 0 0,0-4 0 0,3 1 0 16,-1-4 0-16,1-2 128 0,0 0-128 0,1-5 0 0,1 0 0 15,1-7 0-15,1 0 0 0,1-2 0 0,2-4 0 16,-1-1 0-16,3-3 0 0,-1-3 0 0,1-2 0 15,0 1 0-15,0-3 0 0,0 0 0 0,1-2 0 16,-1 2 0-16,0 0 0 0,2 5 0 0,-2 3 0 16,0 4 0-16,0 1 0 0,0 3 0 0,1 1 0 15,-2 4 0-15,-1 1 0 0,0 2 0 0,-6 0 0 16,0 0 0-16,0 0 0 0,0 0-128 0,0 0 128 16,27 46 0-16,-27-46 0 0,0 0 0 0,8 46 0 0,-8-46 128 15,3 38 32-15,-3-38 0 0,0 38 0 16,-2-19-32-16,-1-1 0 0,1 0 0 0,-1-4 0 0,1-1-128 0,0 0 192 15,1-3-192-15,0 1 192 0,1-1-192 0,0-3 0 16,1 0 0-16,0-2 0 0,0-2 0 0,0 0 0 16,1-2 0-16,1-2 0 0,0 0 0 0,1-3-224 15,0 0 48-15,0-2-18192 16</inkml:trace>
  <inkml:trace contextRef="#ctx0" brushRef="#br0" timeOffset="180053.87">14931 6754 1839 0,'2'-2'160'0,"-1"-1"-160"0,1 1 0 0,-2 2 0 16,1 0 2240-16,0 0 432 0,2-3 80 0,1 1 0 15,3-2 1136-15,0 1 208 0,2 3 64 0,-2 0 0 16,0 3-1408-16,0 0-256 0,-7-3-64 0,0 0-16 15,0 0-1088-15,0 0-224 0,0 0-32 0,0 0-16 16,35 37-784-16,-35-37-144 0,0 0-128 0,0 0 144 31,0 0-1104-31,0 0-208 0</inkml:trace>
  <inkml:trace contextRef="#ctx0" brushRef="#br0" timeOffset="180245.05">14968 6987 14735 0,'0'-1'640'0,"0"-1"160"0,0 2-640 0,0 0-160 16,0 0 0-16,-1 0 0 0,1 0 2688 15,0 0 512-15,0 0 112 0,-1 2 16 0,0 3-720 0,-1 1-144 0,-1 3-32 0,0 2 0 16,1 4-1280-16,-2-1-272 0,0 2-48 0,0 3-16 16,2-1-464-16,-1 0-96 0,1-2 0 0,1-1-16 15,1-15-240-15,0 28 0 0,0-28 0 0,0 0-17472 16</inkml:trace>
  <inkml:trace contextRef="#ctx0" brushRef="#br0" timeOffset="183861.62">15217 6953 17503 0,'4'-7'1552'0,"-2"3"-1232"15,-1 1-320-15,-1 1 0 0,1 1 1248 0,-1-1 192 16,2-2 32-16,1-4 16 0,1-1-272 16,-2 2-48-16,1-1-16 0,-2 4 0 15,0 0-96-15,0 4-32 0,-2 2 0 0,1 2 0 0,-2 2-448 0,0 2-80 0,1 2-32 16,-2 2 0-16,0 0-208 0,-1 2-64 0,1 0 0 0,-1 0 0 16,0 3 64-16,0 0 0 0,-2 1 0 0,0-1 0 15,0 1 32-15,0-3 16 0,2-1 0 0,0-2 0 16,3-2-48-16,0-6 0 0,0 1 0 0,2-2 0 15,0-3-256-15,1-4 0 0,1-2 0 0,-1 0 0 16,2-3 0-16,-1-2 0 0,0 0 0 0,0-2 0 16,2-1 0-1,0-2 0-15,-1 0 0 0,0-2 0 0,0 0 0 0,-1-2 0 0,0 2 0 0,1-1 0 16,1 4 0-16,0 0 0 16,1 2 0-16,-1 1 0 0,1 3 0 0,0 2 0 0,2 0 0 0,-2 2 0 0,1 0 128 15,0 0 64-15,2 3 0 0,0 0 16 0,0 2 368 0,0 0 64 16,-1 3 0-16,0 0 16 0,-8-3-464 0,0 0-192 15,0 0 176-15,0 0-176 16,29 34 0-16,-29-34 128 0,0 0-128 0,7 35 0 0,-7-35 0 0,0 29 0 16,-1-17 0-16,0 2 0 15,-2 0 0-15,-1-1 176 0,0 2-176 0,1-3 160 16,-1 0-160-16,0 0 160 16,1 0-160-16,1-4 160 0,0 0-160 0,1 0 0 0,0-3 0 0,0-1 0 0,1 1 0 15,0-4 0-15,1 0 0 0,0 1-17744 16</inkml:trace>
  <inkml:trace contextRef="#ctx0" brushRef="#br0" timeOffset="185428.69">15766 6719 10127 0,'0'-1'896'0,"0"-1"-704"0,0 2-192 0,0-1 0 0,0 1 1040 0,0-1 176 0,0 1 48 0,0-4 0 16,-1 1 112-16,1 0 32 16,-1 1 0-16,0-2 0 0,0 3-448 0,1-1-64 0,-1-1-32 0,0 3 0 0,1-2-336 0,-1 2-64 15,0 0-16-15,0 0 0 0,0 0-128 0,1 0-16 16,-1 0-16-16,-1 2 0 0,1-2-48 0,0 0-16 31,-1 1 0-31,0 1 0 0,1 0-96 0,-2 1 0 16,0-1-128-16,0 0 192 0,0 3-192 0,0 0 144 15,-1-1-144-15,-1 1 128 0,1 2-128 0,-2 1 128 16,1-1-128-16,-1 1 128 0,1 0 16 0,-1 2 0 16,-1 4 0-16,0 1 0 0,-1 5 272 0,0 0 48 0,0 3 16 15,1 1 0-15,-1 4 144 0,2 1 16 0,-1 1 16 0,2-1 0 16,0 0 48-16,1-1 16 0,1-2 0 15,2-5 0-15,1-21-176 0,1 36-32 0,-1-36-16 0,0 0 0 16,0 0-352-16,25 40-144 0,-25-40 128 0,0 0-128 16,32 5 0-16,-21-9 0 0,-1 1 0 0,1-3 0 31,0 0-1728-31,-1-1-240 0</inkml:trace>
  <inkml:trace contextRef="#ctx0" brushRef="#br0" timeOffset="186126.2">15709 7286 16575 0,'-2'5'736'0,"1"-2"160"0,2 0-720 0,0-1-176 16,0-1 0-16,-1-1 0 0,3 0 1984 0,1-1 384 15,2 1 64-15,2-2 0 0,5-1-192 0,1-3-32 16,2-4-16-16,-1 0 0 0,3-4-816 0,0 0-160 15,0-2-48-15,1-1 0 0,0-1-656 0,-1 0-128 16,0-3-16-16,-1 0-16 0,-1 0-352 0,-1-1 0 16,0 0 0-16,-2-4 128 0,-1 0-128 0,0-2 0 0,-3-3 0 0,-1 0 0 15,0 3-288-15,-3 0-32 0,1-1 0 0,-4-2 0 32,3 3-128-32,0-1-16 0,-2 4-16 0,0 5 0 0,1 4 288 0,-1 2 192 0,0 4-208 0,0 3 80 15,-1 4 128-15,0 3 0 0,-1 0 0 0,0 3 0 16,-1-1 128-16,0 3 0 0,0-1 0 0,-1 5 0 15,1 0 128-15,0 3 16 0,-1 2 16 0,1 2 0 16,-1-4-112-16,0 2-32 0,0 5 0 0,-1 2 0 16,0 3-144-16,0 1 128 0,0 2-128 0,-1 1 128 15,0 1-128-15,0-2 0 0,-1 1 0 0,0-4 128 0,0-1-128 0,3-4 0 16,-1-3 0-16,2-16 128 0,-1 24-128 0,2-14 0 16,-1-10 0-16,0 0 0 0,0 0 0 0,0 0 0 15,0 0 0-15,0 0 0 0,0 0 0 0,42 12 160 16,-31-23-160-16,1-2 160 0,0 0 64 0,0-2 16 15,1 0 0-15,0-3 0 0,-1 3-240 0,1-1-240 16,-3-1 48-16,0 0 16 0,-2 1 176 0,1-1-192 16,-2 0 192-16,0 2-192 0,-3 1 0 0,1 1 0 15,-1-1 0-15,-1 2 0 0,-1 0-16 0,1 0-16 16,0 3 0-16,-2 4 0 0,1 0 224 0,-2 2 0 0,1 1 0 16,-1 2-144-16,0 0 144 0,0 0 0 0,0 0 0 0,0 0 128 15,0 1 64-15,0 0 0 0,0 2 16 0,0-2 0 16,0 3 0-16,0-2 0 0,-1 3 0 0,0 1 0 15,1 3 48-15,0-9 0 0,0 0 0 0,-1 40 0 16,1-40-80-16,0 40-16 0,0-40 0 0,1 43 0 16,-1-43-160-16,1 45 160 0,-1-45-160 0,4 35 160 15,-4-35-160-15,0 0 0 0,14 39 0 0,-14-39 0 16,0 0 0-16,0 0 0 0,0 0 0 0,38 23 0 16,-29-24-752-16,-1 0-80 0,-1-2 0 15,1 1-16 1,0-3-1776-16,0 0-336 0,1-1-80 0,-2 2-10288 0</inkml:trace>
  <inkml:trace contextRef="#ctx0" brushRef="#br0" timeOffset="186343.25">16476 7000 11967 0,'2'-3'528'0,"-1"0"112"0,1 0-512 0,-1 1-128 16,-1 0 0-16,0 2 0 16,0 0 2096-16,1-1 384 0,-1-1 80 0,1 2 0 0,-1-2 176 0,0 0 16 15,-1 1 16-15,-1 2 0 0,1 1-1312 0,-2 0-272 0,1 3-48 0,-2 0-16 31,-1-1-544-31,1 4-96 0,-2 3-32 0,0 1 0 16,1-2-128-16,-2 4-48 0,2 2 0 0,-2 1 0 0,2-1-80 0,0 1 0 16,0 1-16-16,0-2 0 0,1 2-176 0,1-3 0 15,3-15 144-15,-3 26-144 0,3-26 0 0,0 0 0 0,0 0 0 0,0 0 0 32,0 0-1440-32,0 0-304 0,0 0-64 0,0 0-8528 0,0 0-1696 15</inkml:trace>
  <inkml:trace contextRef="#ctx0" brushRef="#br0" timeOffset="186536.72">16478 6971 3679 0,'2'-8'320'0,"0"3"-320"16,-1 3 0-16,0 2 0 16,-1 0 2304-16,1 0 384 0,1-2 64 0,0-1 32 0,2 1 688 0,1 2 144 15,-5 0 32-15,0 0 0 16,0 0-1456-16,0 0-272 0,22 42-64 0,-22-42-16 16,0 0-880-16,11 45-160 0,-11-45-32 0,0 0-16 15,11 50-320-15,-11-50-64 0,0 0-16 0,10 47 0 0,-10-47-352 0,0 0 0 31,12 41 0-31,-12-41 0 0,0 0 0 0,0 0 0 0,0 0 0 0,14 36 0 16,-13-32-592 0,1-4-48-16,0-2 0 0,-1 0 0 15,1-1-1344-15,-2 0-288 0</inkml:trace>
  <inkml:trace contextRef="#ctx0" brushRef="#br0" timeOffset="186712.53">16424 7110 18431 0,'-4'-3'816'0,"2"-1"160"0,1 3-784 0,1-1-192 0,1 2 0 0,0 0 0 16,0 0 2576-16,1-1 480 0,1 0 80 0,3-1 32 15,1 0-640-15,4 1-128 0,0-1-32 0,0 1 0 16,1 1-1408-16,-12 0-272 0,0 0-64 0,33 8-16 0,-33-8-480 0,0 0-128 16,0 0 0-16,40 12-11968 15,-40-12-2464-15</inkml:trace>
  <inkml:trace contextRef="#ctx0" brushRef="#br0" timeOffset="186961.36">16721 6776 15663 0,'0'-1'1392'0,"1"1"-1120"0,-1 1-272 0,0 1 0 16,0 0 2400-16,-1 0 416 0,0 1 96 0,-1 4 16 15,0 3-560-15,-4 4-128 0,0 2 0 0,-3 6-16 0,1-1-1136 16,-1 2-240-16,-1-1-32 0,3-3-16 16,1 0-608-16,2-3-192 0</inkml:trace>
  <inkml:trace contextRef="#ctx0" brushRef="#br0" timeOffset="187422.89">16967 7055 14735 0,'1'-2'1312'0,"0"0"-1056"15,0 1-256-15,0 1 0 0,-1 1 2304 0,0-1 416 16,1 0 80-16,0 2 16 0,0 0-192 0,0 1-16 0,-1 1-16 0,-1 2 0 15,0 2-1728-15,-3 0-352 0,-1 1-64 0,0 0 0 32,-2 1-704-32,0 2-144 0,-2-2-32 0,0 1 0 15,1-1-1488-15,-1-1-288 0</inkml:trace>
  <inkml:trace contextRef="#ctx0" brushRef="#br0" timeOffset="188578.13">17164 7160 12895 0,'1'-3'1152'0,"-1"1"-928"0,0 2-224 0,1-3 0 16,-1 3 1824-16,1-2 320 15,1 0 64-15,2-5 16 0,1 0 64 0,1-3 16 0,2-2 0 0,3-1 0 16,0 0-976-16,0 0-192 0,2-2-48 0,1-2 0 16,0 0-528-16,0-2-112 0,1 0-32 0,1-4 0 15,-2 1-288-15,-1-3-128 0,-2-2 0 0,0 1 128 16,-2 1-128-16,-1-2 0 0,-1-2 0 0,0 0 0 15,-1 2 0-15,-1-2 0 0,-1 3 0 0,-2 3 0 0,0 3 0 16,0 4 0-16,-1 2 0 0,0 4 0 0,-1 3 0 0,0 2 0 16,0 1 0-16,-1 2 0 0,0 1 384 0,0 1 32 15,0 1 16-15,0 1 0 0,0 0-16 0,-1-1 0 16,1 0 0-16,0 2 0 16,-1 1-208-16,1-1-32 0,-1 1-16 0,0 4 0 0,0-2-160 0,0 2 160 0,-1 1-160 0,0 3 160 15,0 2-160-15,1 1 0 0,-1 1 0 0,0 1 128 16,0 2-128-16,0 3 0 15,0 8 0-15,-2 1 0 0,0 4 0 0,1 2 0 0,-1 0 0 0,1-4 0 16,1-2 0-16,1-7 0 0,2-24 0 0,-1 42 0 16,1-42 0-16,0 0 0 0,8 38 0 0,-8-38 0 15,0 0 0-15,0 0 0 16,0 0 0-16,0 0 0 0,35 12 0 0,-26-19 0 0,2 0 0 16,0-3 0-16,0 1 0 0,0-1 0 0,-1-3 0 0,0 3 0 15,-1-2-208-15,0 0-32 0,-2 0 0 16,1-1 0-16,0 0 240 0,-3-1-192 0,1-3 192 0,-2 0-192 0,1-1-16 0,-1-1 0 15,0 0 0-15,-2 2 0 16,1 0 16-16,0-1 0 0,0-5 0 0,0 0 0 16,0 2 192-16,1 0-192 0,-1 2 192 0,0 2-192 0,1 3 192 0,-1 0 0 15,1 4 0-15,-2 3 0 16,0 2 240-16,0 1-16 0,-2 2 0 0,1 2 0 0,-1 2 208 0,0-2 32 16,0 2 16-16,-1 3 0 0,0-2-32 0,0 3-16 15,0 1 0-15,-1-2 0 0,2 3-256 0,-2 0-48 16,0 4-128-16,-1 0 192 0,1 2-192 0,-1 3 0 15,1 0 128-15,-2 5-128 0,1 4 0 0,-1 3 0 16,2 5 128-16,-2-1-128 0,0 1 128 0,1-1-128 0,1-2 176 0,1-3-176 31,1-28 128-31,2 48-128 0,-2-48 0 0,0 0 0 0,13 49 0 0,-13-49 0 0,0 0 0 0,0 0-12160 16,0 0-2384-16</inkml:trace>
  <inkml:trace contextRef="#ctx0" brushRef="#br0" timeOffset="190540.03">17804 7053 15663 0,'1'-3'1392'0,"0"0"-1120"15,0 2-272-15,0 1 0 0,-1 0 1088 0,0-2 144 16,1-1 48-16,0 0 0 0,0-3 704 0,0 0 128 0,-1 2 48 16,-1-1 0-1,1 0-560-15,-1 2-128 0,-1 2 0 0,1-3-16 0,-1 3-576 0,1-2-112 16,0 3-32-16,-1 0 0 0,1 1-288 0,-1 1-48 0,1 1-16 0,-1 1 0 31,0 3-160-31,1 0-32 0,-2 4-16 0,3-11 0 16,-5 27-176-16,5-27 0 0,-6 31 144 0,6-31-144 0,-6 31 0 0,6-31 0 15,-7 29 0-15,7-29 128 0,-5 30-128 0,5-30 0 16,0 0 0-16,0 0 0 0,-2 33 0 0,4-30 0 16,-2-1 0-16,1-2 0 0,0 0 0 0,-1-2-128 15,0-1 128-15,1 1 0 0,-1-5-320 0,1 1 32 16,0-3 0-16,0 0 0 15,-1 1-592-15,2-1-112 0,0-2-32 0,1-1 0 16,0-3 464-16,0 1 96 0,0-1 16 0,0 0 0 0,1 0 448 0,-1 1 0 16,2 2 0-16,0 1 0 0,1 1 0 0,2 3 0 0,1 2 208 15,0 1-64-15,0 1 480 0,2 0 80 0,-1 3 32 16,0 0 0-16,-10 0-80 0,0 0-16 16,30 9 0-16,-30-9 0 0,0 0-400 0,0 0-96 0,0 0-16 0,34 39 0 15,-34-39-128-15,0 0 0 0,0 0 0 0,7 40 0 16,-7-32 0-16,-1-1 0 0,-2 0 0 0,0-3 0 15,-1-1 0-15,0-1-176 0,-1 1 176 0,-1-3-128 16,-2-2-560 0,-1 1-96-16,1-1-32 0,-3-1 0 0,1-1-304 15,-2-1-64-15,2 0-16 0,0 1 0 0,1-1 432 0,3 0 96 0,0 3 16 0,3-3 0 0,2 2 656 0,0 1 0 16,2 0 0-16,0 2 176 0,3 2 560 0,0 0 112 16,-4-2 32-16,0 0 0 0,0 0 384 0,0 0 80 15,31 27 0-15,-31-27 16 0,0 0-464 0,33 30-80 16,-33-30-32-16,0 0 0 0,31 31-336 0,-31-31-64 15,0 0 0-15,36 32-16 0,-36-32-192 0,0 0-48 16,32 28 0-16,-32-28 0 0,0 0-128 0,0 0 0 16,0 0 0-16,33 23-18032 0</inkml:trace>
  <inkml:trace contextRef="#ctx0" brushRef="#br0" timeOffset="190950.01">18146 6626 19343 0,'1'-2'1728'0,"1"-1"-1392"15,-1 1-336-15,1 0 0 16,0 1 1472-16,0-1 208 0,3 0 48 0,2-3 16 0,2 0 416 0,2 3 80 16,1 2 0-16,-12 0 16 0,0 0-1232 0,33 26-240 15,-33-26-48-15,0 0-16 0,30 54-352 0,-30-54-80 16,16 50-16-16,-16-50 0 0,12 55-80 0,-12-55 0 15,7 62-16-15,-7-62 0 0,1 60-176 0,-1-60 192 16,-4 51-192-16,4-51 192 0,-8 40-192 0,1-23 0 0,1-3 0 0,-2 0 0 16,1-2 0-16,-1 0 0 0,0-3 0 0,0 1 0 15,-1-3 0-15,0-1 0 0,0-2 0 0,-3 0-17008 16</inkml:trace>
  <inkml:trace contextRef="#ctx0" brushRef="#br0" timeOffset="191580.94">18453 6465 14735 0,'-2'0'640'0,"1"0"160"0,0 0-640 0,1 0-160 0,0 0 0 0,0 0 0 15,0 0 1408-15,0 0 256 0,1 2 64 0,1-2 0 32,1 3 464-32,1-3 112 0,1 2 0 0,1-1 16 15,2 0-912-15,0-1-176 0,1 0-32 0,2 0-16 0,-1 0-688 0,0 0-144 16,0-1-32-16,0 0 0 16,1 1-128-16,-1-2-48 0,0-1 0 0,-1 1 0 0,1 0 0 0,-3-1 0 0,0 2 0 0,0 0 0 0,-1-1 48 0,-1 1 0 15,0-1 0-15,-2 2 0 0,0 0-192 0,-1 0 160 16,-1 2-160-16,-1-1 160 0,0 2-160 0,-2 0 0 15,1 2 0-15,-2 1 128 16,1 0 0-16,-1 0 0 16,0 2 0-16,0-1 0 0,0 3 16 0,3-10 0 15,0 0 0-15,-4 31 0 0,4-31-144 0,0 0 0 16,-2 42 0-16,2-42 128 0,0 0-128 0,1 45 0 16,-1-45 0-16,1 36 128 0,-1-36-128 0,2 36 0 15,-2-36 0-15,2 42 128 0,-2-42 48 0,3 48 0 16,-3-48 0-16,3 48 0 0,-3-48 80 0,3 49 0 0,-3-49 16 15,4 50 0-15,-4-50-48 0,3 47-16 16,-3-47 0-16,4 45 0 0,-4-45-64 0,1 39-16 0,-1-39 0 0,-1 34 0 16,1-34-128-16,0 0 192 0,-7 38-192 0,1-28 192 15,-1 2 0-15,-1-2 0 0,-3-1 0 0,-2 0 0 16,-2-1-192-16,-2-2 0 0,-4-3 144 0,-3 0-144 16,-4 1-208-16</inkml:trace>
  <inkml:trace contextRef="#ctx0" brushRef="#br0" timeOffset="194133.38">12796 8103 11055 0,'0'1'976'0,"-1"-1"-784"0,1 0-192 0,-1 0 0 16,1 0 1488-16,0 0 256 0,-1 0 48 0,0 2 16 31,0-2 208-31,-1 0 32 0,1 2 16 0,0-2 0 0,1 0-656 0,0 0-144 15,0 0-32-15,1 1 0 16,1 0-528-16,-1-1-96 0,2 2-32 0,-1-2 0 16,3 1 96-16,2 1 16 0,0-2 0 0,1 0 0 0,-8 0-64 0,0 0-16 15,36-2 0-15,-22 1 0 0,-14 1-48 0,33-2-16 16,-15 1 0-16,-1 0 0 0,0-1-272 0,0 2-48 0,0-3-16 0,-17 3 0 16,30 0-208-16,-30 0 0 0,0 0 128 0,37 5-128 15,-37-5 0-15,0 0 0 16,0 0 0-16,32 7 0 0,-26-5 0 0,-2 1 0 0,-2-2 0 15,0 0-11584 1,-1 1-2240-16</inkml:trace>
  <inkml:trace contextRef="#ctx0" brushRef="#br0" timeOffset="194410.96">12889 8298 9215 0,'-6'3'400'0,"1"-2"96"0,1 1-496 0,2-2 0 0,1 1 0 0,0 1 0 15,1-2 1504-15,-1 0 208 0,-1 2 32 0,1-1 16 16,0 1 224-16,2-2 32 0,2 0 16 0,0-2 0 16,4 1 192-16,0-1 32 0,3-1 16 0,1 1 0 15,-1 0-512-15,2 0-96 0,1-1-32 0,0 1 0 16,1 0-848-16,1 1-160 0,0-1-48 0,-1 2 0 0,-1-1-352 0,-1 1-80 15,-1 0-16-15,-11 0 0 0,0 0-128 0,30 1 0 16,-30-1-160-16,0 0-17312 16</inkml:trace>
  <inkml:trace contextRef="#ctx0" brushRef="#br0" timeOffset="195389.6">13637 7975 22111 0,'2'-3'1968'0,"-1"1"-1584"15,-1 0-384-15,0 2 0 0,-1 0 1088 0,1-2 144 16,0 0 32-16,-2-1 0 0,0-2-112 0,-2 0-32 16,-1 0 0-16,-3 1 0 15,0 2-320-15,-1-1-64 0,-2 3-16 0,0-2 0 0,0 2-288 0,-1-2-64 16,-2 2-16-16,0-1 0 0,0 1-160 0,0 0-48 16,1 0 0-16,0-2 0 0,1 2-144 0,1-1 0 0,2 0 144 0,0-2-144 15,1 3 256-15,1-2-32 0,1 0 0 0,2-1 0 16,-1 2 208-16,2 0 32 0,0-1 16 0,2 0 0 15,0 1-160-15,-1-1-48 0,1 0 0 0,0 1 0 16,0 1-32-16,1-1-16 0,-1 0 0 0,1 1 0 16,-1 0-32-16,1 0-16 15,-1 0 0-15,1 1 0 0,-1 1-176 0,1 2 160 0,-1 1-160 0,1 2 160 16,-1 0-160-16,1 5 0 0,0-12 0 0,0 24 0 16,0-24 0-16,1 31 0 15,-1-31 0-15,2 38 0 0,-2-38 0 0,3 42 0 0,-3-42 0 0,2 40 0 16,-2-40 0-16,1 43 0 0,-1-43 0 0,-1 42 0 0,0-21 0 15,-1-1 0-15,0-1 0 0,-1 0 0 0,1 2 0 16,-2-1 0-16,1 0 0 0,0-3 0 0,2-2 0 16,-1-3 0-16,0-1 0 0,2-4 0 0,-1 0 0 0,1 0 0 15,1-4 0-15,1 0 0 0,0-1 0 16,0 0 0-16,2-2 0 0,2 0 0 0,0 0 0 0,1-2 0 16,2 2 0-16,0-2 0 0,-9 2 0 0,21-3 0 15,-11 3 0-15,-10 0 0 0,23-3 0 0,-23 3 0 16,29-3 0-16,-29 3 0 0,29-4-128 0,-14 2 128 15,-15 2 0-15,30-5-11984 16,-30 5-2352-16</inkml:trace>
  <inkml:trace contextRef="#ctx0" brushRef="#br0" timeOffset="195847.1">13933 8042 11055 0,'-1'-6'976'0,"1"2"-784"16,0 2-192-16,0 0 0 0,0 1 1488 0,0-1 256 31,1 2 48-31,-1-2 16 0,0 1 1040 0,0-2 208 0,0 0 32 0,0 2 16 0,0 1-960 0,0 3-192 0,-1 1-32 0,-1 4-16 31,0 1-880-31,0 1-192 16,-1 4-16-16,1 1-16 0,0 1-352 0,-1 0-80 0,0 1-16 0,0 2 0 16,1-3-208-16,0 3-144 0,0-2 192 0,-1-1-192 15,2-1 0-15,-1 1 0 0,-1 2 0 0,1 0 0 16,0-3 0-16,-1 1 0 0,0-2 0 0,1-4 0 16,2-10-384-1,-1 21-96-15,0-14-16 0,-1 0-16784 0</inkml:trace>
  <inkml:trace contextRef="#ctx0" brushRef="#br0" timeOffset="196910.94">14362 8298 15663 0,'1'-3'1392'15,"0"1"-1120"-15,1 2-272 0,-1 0 0 0,-1 2 1344 0,0-2 224 16,1 0 32-16,1 1 16 0,0 3-16 0,-1-2-16 16,0 3 0-16,-1 2 0 0,-2 0-1216 0,-1 1-240 15,0 1-128-15,-1 0 128 0,0-1-384 0,1 1-64 16,-2-1 0-16,1 0-11536 15</inkml:trace>
  <inkml:trace contextRef="#ctx0" brushRef="#br0" timeOffset="197412.19">15057 7994 2751 0,'-2'-1'256'0,"-1"0"-256"0,0-1 0 0,0 1 0 0,2 1 1472 16,-1 1 240 0,0-1 48-16,-2 2 16 0,-1-1-448 0,-4 0-96 15,0 4-16-15,-1-2 0 0,0 2-112 0,1 1-16 16,1 0-16-16,-1 2 0 0,2-1 272 0,0 1 48 16,-1 3 16-16,1-1 0 0,1-1-160 0,0 3-32 15,0 0 0-15,2 2 0 0,-1 1-416 0,1-1-96 0,1 0 0 16,2-2-16-16,1-12-160 0,0 0-16 0,6 33-16 0,-6-33 0 15,0 0-128-15,0 0-32 0,0 0 0 0,43 16 0 16,-30-19 16-16,1-3 0 0,1-1 0 0,1-3 0 16,0-1 240-16,-1-1 48 0,-1 0 16 0,-1 0 0 15,-1 0-320-15,-2-2-64 0,0 0-16 0,-3 0 0 16,-2 1-256-16,-2 0 0 0,-2 0 128 0,-3 2-128 16,-1 2 0-16,-2 1 0 0,-3 1 0 0,-2 2 0 15,0 3 0-15,-3 2 0 0,-3 0 0 0,0 2-144 16,2 1-64-16,0 2-16 0,0 1 0 0,2 2 0 0,1 1 64 15,3-2 16-15,1 4 0 0,1 0 0 16,3-2-432-16,1 0-96 0,2-9-16 0,0 0-14368 16</inkml:trace>
  <inkml:trace contextRef="#ctx0" brushRef="#br0" timeOffset="197633.75">15316 8141 17503 0,'0'-3'768'0,"0"-1"176"0,1 2-752 0,-1 0-192 0,0 1 0 0,0-1 0 15,0 2 2512-15,0-3 480 16,0 1 80-16,0-2 32 0,0 1-592 0,0 1-112 0,1 2-32 0,-1 2 0 16,0 3-1520-16,1-1-304 0,0 2-64 0,-1-6-16 15,0 0-256-15,0 0-48 0,8 37-16 0,-8-37 0 16,0 0-144-16,0 0 0 15,0 0 0-15,22 39 0 0,-22-39 0 0,0 0-256 0,0 0 64 0,0 0-17152 16</inkml:trace>
  <inkml:trace contextRef="#ctx0" brushRef="#br0" timeOffset="198236.28">15701 7916 23039 0,'5'-4'1024'0,"-2"3"192"0,-2-2-960 0,1 2-256 16,-1 0 0-16,-1 1 0 0,-1 0 1968 0,1 0 336 16,0 0 80-16,-1-1 16 0,-1 2-928 0,0-1-192 15,-3 2-48-15,-1 2 0 16,-1 0-752-16,0 1-160 0,-2 2-16 0,0 2-16 0,1-2-32 0,-2 3-16 0,2 0 0 0,0-1 0 16,1 2-112-16,3-2 0 15,0-1-128-15,2-1 192 0,2-7-192 0,0 0 0 0,0 0 0 0,0 0 0 16,0 0 0-16,23 36 0 0,-23-36 0 0,0 0 0 15,0 0 256-15,40 17 64 16,-40-17 16-16,0 0 0 0,0 0 736 0,43 16 144 0,-43-16 16 0,0 0 16 31,0 0-1824-31,41 29-352 0,-41-29-80 0,0 0-16 0,0 0 832 0,29 35 192 0,-29-35 0 0,0 0 0 0,0 0 0 0,0 0 0 16,13 40 0-16,-14-33 0 16,0 1 0-16,-1-2 0 0,1 0 0 0,-3-2 0 0,1 3 0 0,-1-3 0 15,-2 2 128-15,-1-1-128 0,1-1 0 16,-2 1 0-16,-1 0 0 0,-1-1 0 0,-2 1 0 0,-2-2 0 15,0 0 0-15,1-1 0 0,2-2 0 0,1 0 0 16,1-1 0-16,0-3 0 16,1-1 0-16,0-2 0 0,2-1 0 15,-1-1 0-15,4-2 0 0,-1-1 0 0,0-2 0 0,3 1 0 0,1-1 0 0,0 2 0 16,1 1 0-16,3-1 0 0,1 1 0 0,0 0 0 16,3 4 0-16,-1-2 0 0,1 1 128 0,2 0-128 0,0 1 0 15,1-1 0-15,1-1 0 0,-2 1 128 16,0 4-128-16,1-4 0 15,1 1 192-15,2-2-192 0,1-1 192 0,-1 1-192 0,1-1 128 16,0 1-128-16,-1-1 0 0,-1-1 0 0,-1 1 0 0,-2 1 0 0,-1-1 128 0,-2 3-128 16,-2 0 0-16,-2-2 0 0,-2 4 0 0,-2-3 0 15,-2 4 128-15,-3-3-128 0,-1 4 0 0,-3 1 0 32,0 0 192-32,-3 4-64 0,-4-1 0 0,-3 3-128 0,-1 3 128 0,-1-2-128 15,1 4 0-15,2-5 0 0,2 4 0 0,2-4 0 0,3 2 0 0,3 0-18720 16</inkml:trace>
  <inkml:trace contextRef="#ctx0" brushRef="#br0" timeOffset="200546.58">16182 8217 22111 0,'1'-2'1968'0,"0"1"-1584"16,0 1-384-16,-1 0 0 0,-1 0 1232 0,1 0 176 0,0 1 16 15,-1 1 16-15,0 0-32 0,1 1 0 0,-3 1 0 0,0 2 0 16,-1 2-960-16,1 1-208 15,-2 2-48-15,0-2 0 16,2 3-192-16,-2 0 0 0,0-1 0 0,2-2-9776 16,1-1-1952-16</inkml:trace>
  <inkml:trace contextRef="#ctx0" brushRef="#br0" timeOffset="201116.37">16659 8065 13823 0,'0'-5'608'0,"0"3"128"0,1 0-592 0,-1-1-144 0,1 1 0 0,-1 0 0 0,1-1 1344 0,-1 1 256 0,1-6 32 15,0 0 16 1,0 0 400-16,0-2 96 0,-1 2 16 0,-1 2 0 15,1-1-608-15,-2 2-112 0,1 3-32 0,0 1 0 16,-1 1-640-16,-1 1-144 0,0 4-32 0,-2 0 0 0,0 2-256 0,1 2-48 16,-2 2-16-16,1 2 0 0,0 1-80 0,0 3-32 15,2 0 0-15,-1 1 0 0,4-18 0 0,-4 31 0 16,4-31 0-16,-1 29 0 0,1-29 0 0,0 0 0 16,0 0 0-16,12 40 0 0,-12-40-160 0,0 0 192 15,0 0-192-15,0 0 192 0,35 7-64 0,-26-12-128 16,0-1 192-16,1-2-64 0,1-1 256 0,-1-1 32 15,0-1 16-15,-1-1 0 0,1 0-432 0,-2 0 128 16,-1 1-128-16,-1-2 0 0,-1 1 0 0,-1 0 0 16,-2 0 0-16,-1 0 0 0,-1 0 0 0,-2 1 0 15,-2-1 0-15,-2 0 0 0,-1 0 0 0,-1 3 0 0,-1 0 0 0,-1 4 0 16,-1 2 0-16,1 1 0 0,0 4 0 16,0 3 0-16,1 2 0 0,1 0 0 0,1 3-192 15,0-1 192-15,3 0-208 0,1 1 80 0,3-10 128 0,0 0-208 31,0 0-880-31,3 33-160 0</inkml:trace>
  <inkml:trace contextRef="#ctx0" brushRef="#br0" timeOffset="201528.31">16990 7885 16575 0,'0'-3'1472'0,"1"1"-1168"16,0 1-304-16,-1 2 0 0,0-1 2240 15,0 0 400-15,1 0 80 0,-1 0 16 0,0 0-352 0,-1 0-64 16,-1 3-16-16,0 1 0 0,-1 1-1472 0,-2 2-288 16,0 0-64-16,0 1-16 0,-2 3-48 0,0-1-16 15,-1 2 0-15,2 2 0 0,-1 0-160 0,3-2-48 0,-1-2 0 0,5-10 0 16,0 0 16-16,-3 28 0 16,3-28 0-16,0 0 0 0,0 0-32 0,0 0-16 0,0 0 0 0,0 0 0 15,32 29 32-15,-32-29 16 0,0 0 0 0,0 0 0 16,36 9-80-16,-36-9-128 0,0 0 176 0,0 0-176 15,35 20 0-15,-35-20 0 16,0 0 0-16,0 0 0 0,29 27 0 0,-29-27 0 0,0 0 0 0,0 0 0 16,0 0 128-16,21 36-128 0,-21-36 0 0,0 0 0 15,0 0 0-15,0 0 0 0,0 0 128 0,1 35-128 16,-2-31 0-16,-2 0 128 0,-1 1-128 0,-1-1 0 16,1 0 192-16,-3-1-192 0,0 2 192 15,-2-1-192-15,0 1 176 0,-2-1-176 0,0 0 160 0,-3 3-160 16,-1-3 144-16,0 1-144 0,0 0 128 0,-1-3-128 15,0 3 0-15,1-3 0 0,1-2 0 16,0 0 0-16,2-4-208 0,1 0-128 0,1-2-32 0,1-3-18000 16</inkml:trace>
  <inkml:trace contextRef="#ctx0" brushRef="#br0" timeOffset="201732.89">16894 7930 11967 0,'3'-1'1072'0,"2"0"-864"15,0-1-208-15,-2 1 0 0,-2 1 2224 0,3-2 400 0,3-1 64 0,4 0 32 16,4-3 592-16,5 0 112 0,2-4 32 0,0 2 0 31,-1-1-1616-31,-2 0-320 0,0 4-64 0,-2-3-16 0,-2 4-864 0,0-1-160 0,-2 2-32 0,0 1-16 32,-2 0-368-32,0 0 0 0,0 2 0 0,-2 0 128 0,0-2-912 15,0 2-176-15,-2 0-48 0,-1 0-16112 0</inkml:trace>
  <inkml:trace contextRef="#ctx0" brushRef="#br0" timeOffset="202365.8">16813 8172 1839 0,'0'-2'160'0,"0"2"-160"0,1-2 0 0,0 2 0 15,0 0 4192-15,0 0 800 0,1 0 176 0,-1 0 16 16,3 2-1408-16,1-2-272 0,-1 0-64 0,2 2-16 16,0-1-1616-16,-1 0-320 0,0-1-64 0,-1 2-16 15,-1 1-1088-15,0-1-320 0,-1-1 144 0,0 2-11408 16,-2 0-2272-16</inkml:trace>
  <inkml:trace contextRef="#ctx0" brushRef="#br0" timeOffset="203597.48">17433 8153 9215 0,'2'-2'816'0,"1"1"-656"0,-1 1-160 0,-1-2 0 16,0 2 2256-16,0 0 432 0,2-1 64 0,1 0 32 15,3-1 720-15,-1 2 144 0,0 0 16 0,-2 2 16 32,-4-2-1632-32,0 0-336 0,0 0-64 0,0 0-16 15,2 36-944-15,-5-25-192 0,-3 2-48 0,-1 0 0 0,0-1-304 0,-1 1-144 0,-2 1 128 0,-2 0-128 32,1 0-176-32,0-2-112 0</inkml:trace>
  <inkml:trace contextRef="#ctx0" brushRef="#br0" timeOffset="205068.23">17787 8075 15663 0,'2'-3'1392'0,"-1"1"-1120"0,0 0-272 0,-1 2 0 15,0-2 1136-15,0 1 160 0,0-1 48 0,1-3 0 16,-1 1 192 0,0-1 32-16,-2 2 16 0,0 1 0 0,-2 2-416 0,0 0-80 0,0 2 0 0,-1 1-16 0,0 2-624 0,-1 1-112 15,0 0-16-15,1 0-16 0,-1 2-160 0,1-2-16 32,-1 2-128-32,2-1 192 0,0 0-64 0,-1 2-128 0,2-1 176 0,0 2-176 0,0-1 208 0,1 0-64 15,0 0-16-15,2-9 0 0,0 0 112 0,0 0 16 31,0 0 0-31,8 36 0 0,-8-36 64 0,0 0 0 0,0 0 16 0,0 0 0 0,0 0 192 0,37 4 48 32,-27-8 0-32,0-3 0 0,1 1 96 0,-1-2 32 15,2 1 0-15,-2-3 0 0,-1 3-496 0,-1-2-80 0,1 0-128 0,-2 1 176 16,1-1-176-16,-2 1 0 0,0 1 0 0,-2-2 0 16,1-1 0-16,-2 3 0 0,-1-2 0 0,-2-1 0 15,0 0 0-15,-1 1 0 0,-1-2 0 0,-2 1 0 16,0 0 0-16,0-1 0 0,-2 3 0 0,0-1 0 15,-1 1 0-15,1 4 0 0,-1-1 0 0,1 3 0 16,-2-1 0-16,1 3 0 0,-1 3 0 0,1-1 0 16,0 1 0-16,0-1-144 0,2 3 144 0,-1 0-208 15,2-1-240-15,1 1-32 0,0-2-16 16,0 1 0-16,2-1-1552 0,0-1-304 0</inkml:trace>
  <inkml:trace contextRef="#ctx0" brushRef="#br0" timeOffset="205275.57">17945 8101 22111 0,'4'0'976'0,"-1"-2"208"0,1 2-944 0,-2-1-240 16,1 1 0-16,-2 1 0 0,1 1 1920 0,1 0 320 0,-3-2 80 0,0 0 16 16,0 0-304-16,0 0-64 0,0 0-16 0,30 35 0 15,-30-35-1120-15,0 0-208 16,0 0-48-16,0 0-16 0,21 41-400 0,-21-41-160 0,0 0 128 0,0 0-128 31,0 0-784-31,0 0-240 0</inkml:trace>
  <inkml:trace contextRef="#ctx0" brushRef="#br0" timeOffset="205795.9">18565 7731 18431 0,'4'-5'816'0,"-2"3"160"0,-1-2-784 0,1 1-192 0,-1 2 0 0,-1 1 0 15,-1-2 1824-15,1 0 320 0,0-2 64 0,-1 1 16 16,-1-2-496-16,-2 3-112 16,-1 0-16-16,-1 2 0 0,-1 2-544 0,-1 0-112 0,0 3-32 0,-2 0 0 15,-1 1-496-15,0 2-96 0,0 1-32 0,-2 0 0 16,0 3 48-16,0 0 16 0,-1 2 0 0,-1 3 0 16,0 2 32-16,-1 5 16 0,-3 2 0 0,1 3 0 15,-1 4-80-15,1-2-32 0,3 2 0 0,1-3 0 16,2 2-96-16,1-3-32 0,4-2 0 0,7-27 0 15,-8 41-160-15,8-41 0 0,0 0 144 0,2 40-144 16,-2-40 0-16,0 0 0 0,0 0 0 16,0 0 0-16,0 0 0 0,38 15 0 0,-28-19 0 0,-1-2 0 15,1-2 256-15,0 1-32 0,2 0 0 0,-3 0 0 0,0 0-224 0,-1 0 176 16,1 1-176-16,-3 0 160 0,-1 1-160 0,-1 3 0 16,-1-3 144-16,-1 1-144 0,-1 3 0 0,-1-1 128 15,-2 0-128-15,0 0 0 16,0 1 0-16,-3 1 0 0,-2-2 0 0,0 2 0 0,-2 2 0 0,-2-2 0 15,-1 1 0-15,0 1 0 0,-1-2 0 0,1 0 0 16,-1 0-160-16,2 0 160 16,0 0-1024-16,2 1-112 0,0 0-16 0,1 1-16384 0</inkml:trace>
  <inkml:trace contextRef="#ctx0" brushRef="#br0" timeOffset="206968.44">18396 8018 7359 0,'-1'-3'656'0,"0"2"-528"16,0 0-128-16,0 1 0 0,1 0 960 0,0-3 176 15,-1 1 16-15,-1 0 16 16,-2-3 144-16,0 0 32 0,1 1 0 0,-1-3 0 0,0 3 0 0,1-1 0 15,0 0 0-15,-1 2 0 0,1-1-192 16,0 1-16-16,1 0-16 0,-1 1 0 0,-1 2-112 0,1 2-32 0,0-1 0 0,-1 3 0 16,-1-1-208-16,1 1-32 0,-1 4-16 0,-1-1 0 15,2 4-32-15,-2 1-16 0,1 0 0 0,0 3 0 16,0 1-224-16,-1 1-32 0,1 1-16 0,2-3 0 16,-1-1-16-16,4-14-16 0,-5 27 0 0,5-27 0 15,0 0 48-15,-3 34 16 16,3-34 0-16,0 0 0 0,0 0-112 0,3 34 0 0,-3-34-16 0,0 0 0 15,0 0-80-15,0 0-16 0,0 0 0 0,0 0 0 16,22 39-80-16,-20-36 0 0,1 3-128 0,0 0 192 0,-3-6-192 0,0 0 0 16,0 0 128-16,0 0-128 15,0 0 128-15,0 0-128 0,0 0 176 0,0 0-176 16,39 17 240-16,-32-22-64 0,2-1-16 0,0-1 0 16,0-3 16-16,2 0 0 0,1-2 0 0,0-2 0 0,1 0-176 0,-2 2 0 15,-1-3 0-15,-1 1 128 0,-1 0-128 0,-1 1 0 16,-1-1 0-16,-4 1 0 0,0-1 0 0,-3 3 0 15,-2-1 0-15,-2 1 0 0,-3 4 0 0,-1-1 0 16,-2 2 0-16,-1 2 0 0,-1 1 0 0,-3 3 0 16,0-2 0-16,-3 2 0 0,0 2 0 0,-2 1 0 0,2 2-144 0,1 1 144 15,1 1 0-15,2 0 0 0,3 3 0 0,1-2 0 16,2 0-208-16,3 2 64 0,2-3 16 0,2 0-12208 16,2-7-2432-16</inkml:trace>
  <inkml:trace contextRef="#ctx0" brushRef="#br0" timeOffset="207554.6">18864 8127 20271 0,'3'-3'1792'0,"1"0"-1424"15,-1 2-368-15,-2-1 0 0,0 1 2176 0,1 1 384 16,0-2 64-16,3-1 0 0,0-1-288 0,0 2-64 15,-1 0-16-15,-2 4 0 0,-2-2-1360 0,0 0-288 16,-6 16-48-16,1-4-16 0,-3 0-320 0,0 2-64 0,-1 0-16 0,-1 0 0 16,2 0-144-16,0-2 0 0,2 0-192 0,1-1-17680 15</inkml:trace>
  <inkml:trace contextRef="#ctx0" brushRef="#br0" timeOffset="208300.57">19355 7944 7359 0,'-1'-2'656'0,"0"0"-528"0,0 0-128 0,0 1 0 0,1 1 1408 0,0-2 240 16,-1 2 48-16,1-3 16 15,0 1 1056-15,-1-3 224 0,0 1 32 0,0-1 16 0,-1 1-656 0,1-1-128 16,0 3-16-16,0-1-16 0,0 1-1072 0,0 1-224 15,-1 1-32-15,1 0-16 0,0 0-640 0,-1 1-240 16,1 1 176 0,-2 0-176-16,1 0 0 0,0 0 0 0,0 2 0 0,-1 0 0 0,0 0 0 0,0 4 128 15,0-1-128-15,0 2 0 0,3-9 128 0,-7 22-128 16,7-22 0-16,-6 28 144 16,6-28-16-16,-7 29 0 0,7-29 0 0,-5 31 0 0,5-31 16 0,0 0 0 0,-1 35 0 0,1-35 0 15,0 0 32-15,0 0 0 0,0 0 0 0,0 0 0 16,0 0-16-16,0 0 0 0,36 20 0 0,-29-23 0 15,1-2 224-15,0 0 64 16,1-2 0-16,1 0 0 0,-1-3-272 0,1-1-48 0,0 1-128 0,1-2 192 16,-2 1-192-1,0-1 0-15,0 0 0 0,-1 0 0 16,-1-2 0-16,-1 0 0 0,-3 1 0 0,1-1 0 0,-2 0-256 0,-2-1-64 0,-1 1 0 0,-4-2 0 16,0 2-48-16,-3 2-16 15,-1 0 0-15,-2 3 0 0,0 4 160 0,-1 2 32 16,-1 3 0-16,0 3 0 0,0 1 0 0,1 2 16 0,0 3 0 0,2 0 0 15,1 1 176-15,1 0-192 0,1 1 192 0,1 1-192 32,6-12-672-32,0 0-144 0</inkml:trace>
  <inkml:trace contextRef="#ctx0" brushRef="#br0" timeOffset="208571.79">19616 8022 23039 0,'-3'-2'1024'0,"2"2"192"0,0 0-960 0,0 0-256 0,0 0 0 0,1 0 0 15,-1 2 1952-15,0-1 352 0,0 3 64 0,0 1 0 16,1-5-416-16,0 0-96 0,-7 24 0 0,7-24-16 0,0 0-1040 0,-4 26-208 16,4-26-32-16,0 0-16 0,0 0-384 0,0 0-160 15,0 0 128-15,0 0-128 16,16 35-464-16,-16-35-176 0,0 0-48 0,0 0-16592 16</inkml:trace>
  <inkml:trace contextRef="#ctx0" brushRef="#br0" timeOffset="209126.33">20042 7660 13823 0,'1'0'1216'0,"0"-2"-960"15,0 1-256-15,-1 1 0 0,1 0 1792 0,-1-1 320 16,2 0 64-16,0-2 16 0,1 0-64 0,-1 0-16 16,0 0 0-16,-1 1 0 0,-1 2-672 0,-1-2-144 15,-1 4-16-15,0 0-16 16,-3 3-288-16,-1 2-48 0,0 0-16 0,-3 5 0 0,-1 1-400 0,-2 2-96 15,0 2-16-15,0 0 0 0,1 1-144 0,-1 2-16 16,-1 1-16-16,0 2 0 0,1 1 64 16,-1 2 16-16,0 3 0 0,0 0 0 0,0 1-144 0,1 1-32 15,1-4 0-15,2-2 0 0,2-1-128 16,7-24 128-16,-8 38-128 0,8-38 128 0,0 0-128 0,2 38 0 0,-2-38 0 0,0 0 0 16,0 0 0-16,0 0 0 0,37 16 0 0,-28-21 0 15,2 2 0-15,0-3 0 0,2-1 0 0,-1-3 0 16,0 1 0-16,0 0 0 0,-1-1 0 0,-1 1 0 15,-3 2 0-15,0-2 0 0,-3 1 0 0,0 1 0 16,-2 0 0-16,-1 2 0 0,-1-3 0 0,-2 2 0 16,-1 1 0-16,-2-1 0 0,0 1 0 0,-3-1 0 15,-1 2 0-15,-1-1 0 0,0 0 0 16,-1 1 0-16,1 1 0 0,1 0 0 0,1 1 0 0,0 2 0 16,1 0-176-16,1 2 48 0,1 1 0 0,-1 2 0 15,3-3-464-15,-1 3-96 0,1 0-16 0,0-2-10896 16,3-3-2192-16</inkml:trace>
  <inkml:trace contextRef="#ctx0" brushRef="#br0" timeOffset="209843.69">20315 7624 13823 0,'0'-1'1216'0,"0"0"-960"16,0 1-256-16,0 0 0 0,0 0 912 0,1 0 144 15,-1 0 32-15,1-2 0 0,1 2 1104 0,-1-2 240 16,1 1 32-16,0 1 16 0,1 0-432 0,1-2-64 16,-1 1-32-16,2 0 0 0,1 1-608 0,-1-1-128 15,-5 1-32-15,0 0 0 0,22 0-672 0,-22 0-144 16,19-1-32-16,-19 1 0 0,20-1-192 0,-20 1-144 0,19-2 192 0,-10-1-192 15,-9 3 144-15,17-2-144 16,-10-1 0-16,1 1 144 0,-2 0-16 0,0-1-128 0,-2 1 192 0,0-1-64 16,-1 1 80-16,0 1 16 0,-1 0 0 0,-2 1 0 15,0 0-224-15,0 0 144 0,-2 1-144 0,0 0 128 16,0 1-128-16,-1 1 160 0,1-1-160 0,0 1 160 16,-2 1-160-16,1-1 192 0,3-3-192 0,0 0 192 15,-8 15-192-15,8-15 0 0,0 0 144 0,-8 17-144 16,8-17 0-16,0 0 128 0,0 0-128 0,-6 30 0 0,6-30 128 15,0 0-128-15,-4 34 160 0,4-34-160 0,0 0 192 0,-4 39-64 16,4-39-128-16,0 0 192 0,-3 45-16 0,3-45-16 16,0 0 0-16,-3 43 0 0,3-43 0 0,0 0 0 15,2 45 0-15,-2-45 0 0,0 0-32 0,5 45 0 16,-5-45 0-16,4 34 0 0,-4-34-128 0,4 42 160 16,-4-42-160-16,2 42 160 0,-2-42-160 0,2 41 0 15,-2-41 0-15,3 35 0 0,-3-35 0 0,0 0 0 16,3 45 0-16,-3-45 0 0,0 0 0 0,2 33 0 15,-2-33 128-15,0 0-128 0,0 0 128 0,3 34 0 16,-3-34 0-16,0 0 0 0,0 0 80 0,0 0 16 0,0 0 0 0,-5 26 0 16,2-25-16-16,-2 0 0 0,-2 2 0 15,-2 1 0-15,-3-3-48 0,-3 3-16 0,-2-2 0 0,-3 1 0 16,-5 2-144-16,-5-1 0 0,-4-1 0 0,-3 1 128 31,-2-1-432-31,0-1-80 0</inkml:trace>
  <inkml:trace contextRef="#ctx0" brushRef="#br0" timeOffset="213425.62">11525 9073 9215 0,'1'-2'816'16,"-1"1"-656"-1,0-1-160-15,0 2 0 0,0 0 1120 0,0-1 192 0,0 0 32 0,-1-2 16 0,1 1 256 0,0-1 48 16,0 0 16-16,0 0 0 0,-1 1 0 0,1 1 0 16,0 1 0-16,0-2 0 0,0 2 624 0,0 2 112 15,0-2 16-15,0 3 16 0,-1 1-2240 0,1 3-448 16,-1 0-80-16,0 5-32 0,0 2 544 0,-1 3 96 31,1 2 32-31,-2 3 0 0,-1-1-320 0,0 2 128 16,0 1-128-16,-2-2 0 0,1 1 0 0,-1-1 0 15,1-1 0-15,0-2 0 0,0 0 0 0,1-3 0 0,1-2 0 0,1-4 0 32,1 0-416-32,1-5-96 0,1 0 0 0,1-1-16 15,0-4-1888-15,0 0-368 0</inkml:trace>
  <inkml:trace contextRef="#ctx0" brushRef="#br0" timeOffset="213665.21">11713 9061 13823 0,'5'-9'608'0,"-2"1"128"0,0 4-592 16,-1-1-144-16,-1 3 0 0,-1 1 0 15,0 1 1344-15,1-2 256 0,0 0 32 0,0 0 16 0,0 0-416 0,-2 2-80 16,0 4 0-16,-1 0-16 0,-1 6-512 0,0 3-112 16,0 3 0-16,-1 7-16 0,1 2-176 0,1 2-16 15,-1 5-16-15,0-2 0 0,0-2-112 0,0 1-32 16,2 0 0-16,-1-3 0 0,1-3-144 0,0-4 128 15,0 0-128-15,1-19 128 0,2 29-128 0,-2-29 0 16,0 0 0-16,0 0 0 16,0 0-496-16,0 0-16 0,0 0-16 0,0 0-11088 0</inkml:trace>
  <inkml:trace contextRef="#ctx0" brushRef="#br0" timeOffset="213853.84">11556 9284 11055 0,'-3'1'976'0,"2"0"-784"0,0 1-192 0,0-2 0 16,1 1 960-16,1-1 128 0,0 2 48 0,1 0 0 16,0-1 976-16,0 1 192 0,3 0 32 0,1-2 16 0,1 0-480 0,0 0-80 15,2-2-32-15,1-3 0 0,1 0-672 0,-1 1-144 16,2-3-32-16,-1 2 0 0,2-3-656 0,-2 2-256 16,0-2 176-16,-1 4-176 15,-1-1-528-15,1 3-208 0</inkml:trace>
  <inkml:trace contextRef="#ctx0" brushRef="#br0" timeOffset="214279.84">11842 9341 12895 0,'0'0'1152'0,"0"0"-928"0,1 0-224 0,0 0 0 16,-1 0 1296-16,1 0 224 0,1 0 32 0,1-2 16 15,0 1 672-15,4-1 128 0,0-2 16 0,2 1 16 16,0-2-1088-16,1 1-224 0,0-2-32 0,0 2-16 15,2-1-416-15,-2 0-96 0,2-1-16 0,-2 0 0 16,-1 3-336-16,1-2-176 0,-2 0 160 0,-1 2-160 16,0-2 0-16,-1 0 0 15,1 1 0-15,-3-1 0 0,-1 0-320 0,0 1-64 0,-3-1-16 0,0 0 0 16,-1 0-688-16,-2 0-128 0,0 1-16 0,-2-1-16 16,0 0 304-16,0 1 64 0,-2-1 16 0,1 0 0 0,-1 3 864 0,0-2 0 15,-1 3 0-15,0-1 0 0,2 2 496 0,-2 2 64 16,2-1 16-16,-2 3 0 0,2 3 192 0,-2 0 64 15,2 1 0-15,-2 3 0 16,2 1 160-16,-1 0 32 0,2 4 16 0,0-3 0 0,2 1-240 0,-1-2-48 16,1 2-16-16,1 0 0 0,0 0-176 0,2-2-48 15,1-3 0-15,1 0 0 0,-2-9-240 0,0 0-48 16,0 0-16-16,0 0 0 0,0 0-208 0,28 34 0 0,-28-34 128 16,0 0-128-1,0 0 0-15,36 5 0 0,-36-5 0 0,0 0 0 16,36-1-784-1,-36 1-112-15,27-2 0 0,-14-2-16 0,1 1-2464 0,1-2-480 0</inkml:trace>
  <inkml:trace contextRef="#ctx0" brushRef="#br0" timeOffset="214678.8">12180 9312 7359 0,'8'-12'320'0,"-4"8"80"0,-1-1-400 0,-3 3 0 0,0 1 0 16,1-1 0-16,1 0 2512 0,1-5 432 0,1 0 64 0,-1-4 32 16,1 2 448-16,-2 3 96 15,0 1 0-15,-1 2 16 0,-1 1-1456 0,0 2-288 0,-1 2-64 0,-1 1-16 0,0 2-992 0,0 1-192 16,0 3-32-16,-1 2-16 0,0-2-304 0,-1 3-64 31,1 2-16-31,-2 1 0 0,1-1-160 0,0 0 0 16,-2 0 0-16,0 2 128 0,3-6-128 0,-2 2 0 15,1 0 0-15,2-3 128 0,-1 1-128 0,0-3 0 16,1-4 0-16,0 1 0 0,2-3 0 0,-1-1 0 16,2-1 0-16,-1-1 0 0,1-1 0 0,0 1 0 15,0-5 0-15,2 0 0 0,-1 0 0 0,1 0 0 16,0-3 0-16,1 0 0 0,0-2 0 0,0 1 0 0,1-1 0 0,1-2 0 15,-2 2 0-15,2 0 0 0,-1 0 0 0,1 3 0 16,-1-2 0-16,2 3 0 0,-2 1 0 0,1 0 0 16,1 2 0-16,-2 0 0 0,2 2 0 0,-2-1 0 15,2 2 0-15,-2 0 0 0,0 1 0 0,-1 1 0 16,0 0 0-16,0 0 0 0,1 3 0 0,-2-3 0 16,1 2 0-16,-1 0 0 0,-3-2 0 0,0 0 0 15,0 0 160-15,0 0-160 0,0 0 192 0,8 40-192 16,-9-30 144-16,-1 2-144 0,0 2 0 0,0-2 144 15,0 0-144-15,-1 2 0 0,-1 0 0 0,2 3 0 0,-2-2 0 16,1-1 128-16,0 0-128 0,1-4 0 0,1 1 128 0,1-4-128 16,0 0 0-16,0-1 128 0,1-2-128 0,0 0 0 15,1 0 0-15,0-3-12240 16,0 1-2448-16</inkml:trace>
  <inkml:trace contextRef="#ctx0" brushRef="#br0" timeOffset="-210148.8">12610 9224 11055 0,'1'-2'976'0,"0"1"-784"15,0 0-192-15,-1 1 0 16,0-2 1696-16,1 2 288 0,0-3 64 0,0-1 16 0,0 1 320 0,1-2 64 15,0 0 16-15,-1 2 0 0,1-1-528 0,0 0-96 32,-1 1-32-32,-1 1 0 0,0-3-544 0,-1 1-112 0,0 1-32 0,-2-1 0 0,-1 1-544 0,-1 0-128 0,-1 1 0 0,-1 2-16 31,-1 2-304-31,-2 1-128 0,-1 2 128 0,-1 2-128 0,-1 2 0 0,-1 3 0 0,2 4 128 0,0 1-128 31,2 1 0-31,1 2 0 0,0-1 0 0,4 1 0 16,2-2 0-16,1 1 0 0,1-2 0 0,1-1 0 15,0-16 0-15,6 36 128 0,-6-36-128 0,0 0 0 16,21 38 0-16,-21-38 0 0,0 0 128 0,0 0-128 16,38 26 0-16,-38-26 0 0,0 0 0 0,0 0 0 15,0 0 0-15,39 1 0 0,-30-4 0 0,-1-2 0 16,0 0 0-16,0 1 0 0,2-2 0 0,-2 2 0 16,-1-1-416-16,2-1-64 0,1 0-16 0,0-2 0 15,-1 2-1744-15,3-3-336 0</inkml:trace>
  <inkml:trace contextRef="#ctx0" brushRef="#br0" timeOffset="-209770.09">12789 9306 8287 0,'-2'2'736'0,"1"-2"-592"16,1 0-144-16,0 0 0 0,0 2 2432 0,-1-2 448 16,0 0 80-16,0 2 32 0,0-2 240 0,0 2 48 15,0 1 16-15,0-2 0 0,2 1-1408 0,0 0-288 0,1 0-48 0,2-2-16 16,2 2-704-16,1-4-160 0,-7 2-32 0,0 0 0 15,28-2-304-15,-16-2-64 0,1 0-16 0,1 0 0 16,1-1-256-16,-2-2 128 0,0 0-128 0,-1-2 0 16,0-1 0-16,-1 1 0 0,-2-1 0 0,0 1 0 15,-1-1 0-15,-2 0 0 0,-1-2 0 0,-1 1 0 16,-1 0 0-16,-3 1 0 0,-1-2 0 0,-2 1 0 16,-1 0 0-16,-2-1 0 0,-2 3 0 0,-2 0-144 15,0 2 144-15,-2 4 0 0,-1 1 0 0,-2 2 0 0,0 4 0 16,1 4-160-16,1 1 160 0,0 3 0 0,2 2 0 0,1 3-128 15,2 2 128-15,-1 2 0 0,3-2 144 0,-1 4 96 16,2 1 16-16,0-1 0 0,1-2-64 0,2-3-16 16,1-1 0-16,1-17 0 0,1 33-48 0,-1-33-128 15,0 0 192-15,15 35-64 16,-15-35-128-16,0 0 0 0,0 0 144 0,37 19-144 0,-37-19 0 0,0 0 128 16,40-2-128-16,-25-3 0 0,0 0 0 0,1-2 0 15,-4 2 0-15,1-1 0 16,0-1-992-16,1 0-112 0</inkml:trace>
  <inkml:trace contextRef="#ctx0" brushRef="#br0" timeOffset="-209437.32">13167 9165 3679 0,'-1'1'320'0,"0"1"-320"15,0-2 0-15,0 0 0 0,1 1 2400 0,0 0 416 16,0-1 64-16,1 2 32 16,0 3 832-16,0-2 160 0,-1-3 48 0,0 0 0 0,0 0-1504 0,0 0-288 15,0 0-64-15,0 0-16 0,44 6-1008 0,-44-6-208 16,25-4-32-16,-25 4-16 0,28-5-576 0,-28 5-112 15,25-5-128-15,-25 5 176 0,0 0-176 0,32-2 0 16,-32 2 0-16,0 0 0 16,0 0 0-16,0 0 0 0,0 0-160 0,0 0 160 15,35 8-1024-15,-34-6-128 0,-1-2 0 0,0 2-14976 0</inkml:trace>
  <inkml:trace contextRef="#ctx0" brushRef="#br0" timeOffset="-207747.27">13270 9374 4607 0,'-2'-2'400'0,"0"0"-400"0,1 1 0 0,1 1 0 16,0-2 1408-16,-1 2 192 0,-1-3 32 0,-2 1 16 15,1-3 944-15,-3 1 192 0,1 1 32 0,1-1 16 16,0 2-144-16,0 1-48 16,1-1 0-16,-1 2 0 0,1 2-752 0,1-1-160 0,0 3-16 0,1-2-16 15,1 1-624-15,0 2-128 0,1-1-32 0,1 1 0 16,1 0-432-16,-3-5-96 0,0 0 0 0,0 0-16 16,0 0-240-16,0 0-128 0,45 18 128 0,-45-18-128 0,0 0 0 0,32 0 0 15,-32 0 0-15,0 0 128 0,27-2-128 0,-19 0 0 16</inkml:trace>
  <inkml:trace contextRef="#ctx0" brushRef="#br0" timeOffset="-207111.91">14140 9165 12895 0,'1'-4'1152'0,"-1"1"-928"0,0 2-224 0,0 0 0 15,1 1 1472-15,-1-2 240 0,0 0 48 0,0-2 16 16,0 0 160-16,0 0 48 0,-1 3 0 0,0 1 0 15,-1 1-576-15,1 3-96 0,-1 1-32 0,-1 4 0 16,0 2-416-16,1 2-96 0,0 3 0 0,-1 1-16 0,0 2-96 0,0 1-16 16,-1 0 0-16,2 0 0 0,-1 1-128 0,-1 0-16 15,0 3-16-15,1-5 0 0,1 0-144 0,-1-4-16 16,3-15-16-16,-2 27 0 0,2-27-304 0,0 0 0 16,0 0 0-16,0 0 0 0,0 0-208 0,0 0-160 15,0 0-16-15,0 0-16 16,0 0-1328-16,0 0-256 0,0 0-48 0,14-2-16 15,-13-7-1024-15,0-1-192 0,-1-1-64 0,1-1-6720 16</inkml:trace>
  <inkml:trace contextRef="#ctx0" brushRef="#br0" timeOffset="-206669.85">14078 9192 911 0,'-1'-6'0'0,"1"4"0"0,0 2 0 16,0 0 0-16,-1-2 1408 0,0-8 192 0,0-2 32 0,0-3 16 16,1 2 944-16,1 3 192 0,1 2 32 0,2 3 16 15,1 4-368-15,-5 1-80 16,0 0-16-16,0 0 0 0,0 0-192 0,44 20-32 0,-44-20-16 0,0 0 0 15,44 7-800-15,-44-7-176 0,32 0-16 0,-32 0-16 16,32-4-608-16,-17 1-112 0,0 0-16 0,-1-2-16 16,-1 3-208-16,-1 0-32 0,-2-1-128 0,-1 3 192 0,-9 0-192 0,0 0 0 15,0 0 0-15,0 0 0 16,0 0 0-16,0 0 0 0,8 43 0 0,-17-30 0 0,-1 2-192 0,-3 0 64 16,-2 2 128-16,1-1-208 15,-1-2-256-15,-1 0-48 0,-1 1-16 0,-4 1 0 0,0 1 192 0,1-1 32 16,0-2 16-16,3-2 0 15,2-2-208-15,3-3-32 0,3-2-16 0,3-3 0 0,0-1 768 0,3-1 160 16,3-1 16-16,2-1 16 16,3-3 96-16,1 0 32 0,3 0 0 0,1-2 0 0,2 1-32 0,2 0-16 15,2 2 0-15,-1-1 0 0,1 2-160 0,-16 3-16 0,35-2-16 16,-35 2 0-16,38 2-64 0,-38-2-16 0,36 10 0 0,-36-10 0 16,0 0-96-16,42 21-128 0,-42-21 176 0,0 0-176 15,0 0 128-15,36 33-128 0,-36-33 0 0,0 0 0 16,0 0 0-16,4 31 0 0,-7-24 0 0,-5 3 0 15,-1-3 0-15,-3 2 160 0,-2 1-160 0,-3 0 128 16,0-4-128-16,-3 2 128 0,-2 1-128 0,-1-2 128 16,-1 1-128-16,2-4 0 0,3-1 0 15,2-1 0-15,3-2 0 0,3 0-192 0,4-2 64 0,3 1-12096 16,2-1-2432 0</inkml:trace>
  <inkml:trace contextRef="#ctx0" brushRef="#br0" timeOffset="-206195.13">14525 8854 18431 0,'3'-1'1632'0,"-1"0"-1312"16,-1 1-320-16,-2 0 0 0,1 0 1728 0,0 1 256 16,0-1 64-16,0 2 16 0,0 0-224 0,-1 3-48 15,-1-1-16-15,-2 1 0 0,1 0-400 0,-2 3-80 16,0 0-16-16,0 1 0 0,-2 2-432 0,2-2-80 15,-3 3-32-15,2-2 0 0,-1 1-352 0,2 1-64 16,0 0 0-16,1-2-16 0,2 1-304 0,-1-1 128 16,2-2-128-16,0-1-12000 15,2-1-2464-15</inkml:trace>
  <inkml:trace contextRef="#ctx0" brushRef="#br0" timeOffset="-205750.46">14539 9288 9215 0,'-3'0'816'0,"1"0"-656"0,2 0-160 0,0 0 0 15,0 0 1456-15,-1 0 256 0,0 0 48 0,-1 0 16 16,-1-2 480-16,1 2 112 16,0 0 0-16,2-1 16 0,1 0 464 0,1-1 96 0,2 0 0 0,1 1 16 15,3-1-1936-15,1 0-400 0,0 1-80 0,1-1-16 16,0 2 192-16,-10 0 48 16,29-5 0-16,-29 5 0 0,35-4-464 0,-35 4-96 0,31 0-16 0,-31 0 0 15,0 0-192-15,37 7 0 0,-37-7 0 0,0 0 0 16,0 0-432-16,0 0-16 0,0 0-16 0,37 12-11136 15,-36-12-2224-15</inkml:trace>
  <inkml:trace contextRef="#ctx0" brushRef="#br0" timeOffset="-205545.4">14547 9421 11055 0,'0'0'976'0,"0"0"-784"0,1 0-192 0,-1 0 0 15,1 0 2256-15,0-1 416 0,1 0 80 0,2-1 0 0,0 1 704 0,4-2 128 16,0 0 16-16,1-2 16 0,2 2-1504 0,0-1-320 0,1 1-48 0,1-1-16 16,3 1-1152-16,-3 1-256 0,-13 2-32 0,28-2-16 31,-28 2-272-31,0 0 0 0,36-3 0 0,-36 3-12160 16,0 0-2496-16</inkml:trace>
  <inkml:trace contextRef="#ctx0" brushRef="#br0" timeOffset="-203111.28">15160 8900 9215 0,'0'-2'816'0,"0"1"-656"16,0 0-160-16,0 0 0 0,1 1 1408 0,-1 0 240 15,0-2 48-15,0 1 16 0,0-2 144 0,-1 0 16 16,1 0 16-16,-1-1 0 0,0 3-416 0,-1-2-96 0,-1 2-16 0,-1-2 0 15,2 1-336-15,-3-1-64 16,0 1 0-16,0 0-16 0,-2 0-176 0,0 2-16 16,-1-3-16-16,0 3 0 0,1-2-32 0,-2 0-16 0,1 1 0 0,0 1 0 15,1-2-144-15,1 0-32 16,0 2 0-16,0-3 0 0,3 1-48 0,-2 2-16 0,1-3 0 0,2 3 0 16,0-2-192-16,0 2-32 0,0 0-16 0,2 0 0 15,-1 0-32-15,1 0-16 0,-1 0 0 0,1 0 0 16,1 0-160-16,-1 0 192 0,0 0-192 0,1 0 192 15,-1 2-192-15,0-2 128 0,0 1-128 0,0 1 128 16,0 1-128-16,0 1 0 0,0-1 144 0,0 4-144 0,-1-3 128 0,1 4-128 16,0 1 128-16,0-9-128 15,0 0 0-15,-2 31 0 0,2-31 0 0,-2 26 128 0,2-26-128 0,-1 26 0 16,1-26 0-16,-1 26 0 0,1-26 0 0,-2 33 0 16,2-33 0-16,-2 38 0 0,2-38 0 0,0 40 0 15,0-40 0-15,0 43 0 0,0-43 0 0,0 45 0 16,0-45 0-16,-1 50 0 0,1-50 0 0,-2 47 0 15,2-47 0-15,-3 46 0 0,3-46 0 0,-2 47 0 0,0-24 0 16,0 1 0-16,2-24 0 0,-4 48 0 0,2-22 0 16,-1-3 0-16,1-2 0 0,2-21-160 0,-5 36 160 0,5-36 0 15,-4 29-144-15,4-29 144 0,-1 26 0 0,1-26-144 16,0 0 144-16,-1 26 0 0,2-21 0 0,-1-1 0 16,0-4 0-16,0 0 0 0,0 0 0 0,0 0 0 15,0 0 0-15,0 0 0 0,0 0 0 0,35 22 128 16,-35-22-128-16,0 0 128 0,0 0-128 0,0 0 128 15,41 16-128-15,-41-16 0 0,0 0 0 0,28 2-12224 16,-28-2-2480-16</inkml:trace>
  <inkml:trace contextRef="#ctx0" brushRef="#br0" timeOffset="-202619.52">15604 8871 11967 0,'1'-7'1072'0,"-1"3"-864"31,1 1-208-31,-1 1 0 0,1 1 1680 0,-1-1 304 0,0 0 48 0,2-5 16 0,-1 0 448 0,1 0 80 16,-2 3 32-16,0 1 0 0,1 3-640 0,-2 0-128 16,0 2-32-16,-1 2 0 0,0 1-784 0,0 2-176 15,0 3-16-15,-1 2-16 0,3-12-336 0,-5 26-64 32,5-26-16-32,-3 33 0 0,0-14-144 0,0 0-16 0,3-19-16 0,-5 41 0 0,3-18-224 15,2-23 176-15,-2 41-176 0,2-41 160 16,3 35-160-16,-3-35 0 0,0 0 0 0,10 35-12016 0,-10-35-2464 0</inkml:trace>
  <inkml:trace contextRef="#ctx0" brushRef="#br0" timeOffset="-202113.68">15310 9256 11967 0,'-5'-2'1072'0,"1"1"-864"0,3 2-208 0,0 1 0 15,0-2 1200-15,-2 0 192 0,-1 2 32 0,-3-1 16 16,-2 2 288-16,0 2 48 0,0-2 16 0,2-1 0 16,2 1-608-16,0 1-112 0,2-3-32 0,2 1 0 15,0-2 48-15,1 0 0 0,0 0 0 0,1-3 0 16,1 1-128-16,1 0-32 0,1-1 0 0,0-1 0 15,2 1-160-15,1 0-48 0,0-1 0 0,1 2 0 16,2-3-128-16,1 2-16 0,4-1-16 0,1 1 0 0,3-2-112 16,2 2-32-16,-21 3 0 0,51-4 0 0,-23 2-224 0,2 0-32 15,0 1-16-15,2-1 0 0,-3 0-144 0,2 0 0 16,0-3 0-16,-1 2 128 0,2-1-128 0,-3 1 0 16,-4-1 0-16,1 0 0 0,2 0 0 0,0-1 0 15,0 1 0-15,-1-3 0 0,-2 2 0 0,-5 0 0 16,-20 5 0-16,34-8 0 0,-34 8-128 0,23-3-16 15,-23 3 0-15,0 0-12016 16,0 0-2384-16</inkml:trace>
  <inkml:trace contextRef="#ctx0" brushRef="#br0" timeOffset="-201715.51">15269 9557 10127 0,'-3'-3'896'0,"2"3"-704"16,0-1-192-16,1 0 0 0,0 1 1088 0,0-2 192 16,0 1 48-16,1 0 0 0,1 0 1152 0,1 1 224 15,1-2 48-15,-1 2 16 16,-3 0-496-16,0 0-96 0,0 0-32 0,0 0 0 0,0 0-640 0,0 0-128 16,37 7-32-16,-37-7 0 0,0 0-528 0,0 0-112 15,32-3-32-15,-32 3 0 0,0 0-336 0,30-5-64 0,-19-1-16 0,0 1 0 16,-1 0-256-16,0 0 128 0,0 0-128 0,-3-1 0 15,0 0 0-15,0 2 0 0,-2 2-160 0,0-1-11920 16,0 1-2384 0</inkml:trace>
  <inkml:trace contextRef="#ctx0" brushRef="#br0" timeOffset="-201415.7">15630 9372 12895 0,'0'-5'576'0,"0"2"112"0,1 1-560 0,-1 1-128 0,0 0 0 0,0 1 0 0,0 0 2112 0,1 0 384 16,-1-2 64-16,0 1 32 0,0 1 112 0,0 1 32 0,1 2 0 0,-1 0 0 15,-1 3-944-15,1-6-176 0,0 0-32 16,-2 26-16-16,2-26-912 0,-3 26-176 0,3-26-32 0,-5 32-16 31,5-32-240-31,-7 38-64 0,3-16 0 0,0-1 0 0,-2 1-128 0,1 0 192 0,0-2-192 0,-1-1 192 31,1 1-192-31,-1-3 0 0,1-2 0 0,5-15 0 32,-4 24-1088-32,4-24-208 0,0 0-48 0,0 0-15104 0</inkml:trace>
  <inkml:trace contextRef="#ctx0" brushRef="#br0" timeOffset="-201083.06">15778 9450 11967 0,'1'-2'528'0,"-1"2"112"0,0 0-512 0,0 0-128 16,0 0 0-16,0 0 0 0,-1 0 1920 0,0 2 336 16,-1 0 80-16,-1 3 16 0,-2 2-80 0,-1 0-16 15,1 2 0-15,-3 0 0 0,2 4-624 0,-1-1-128 16,2 1-32-16,-2 1 0 0,3 2-256 0,1 0-64 15,3-16-16-15,-2 29 0 0,2-29-592 0,0 0-112 0,11 31-32 0,-11-31 0 16,0 0-208-16,0 0-64 0,41 13 0 0,-41-13 0 16,29-8-128-16,-13 0 0 0,-1 1 0 0,1-4 0 15,0 1 0-15,-1-2 0 0,0 0 0 0,-2 0 0 16,-2-2 0-16,-1 0-176 0,-3 0 176 0,0 0-128 16,-3 1 128-16,-1 0 0 0,-3 1 0 0,-3 2 0 15,0 0 0-15,-4 1 0 0,-3 0 0 0,-2-1 0 16,1 2 0-16,-4 0 0 0,-5 0 0 0,-3-1-128 15,2 5 0-15,1 3 0 0,2-1 0 0,3 4 0 16,3 0-560-16,4 3-96 0,2 0-32 0,2-1-15680 16</inkml:trace>
  <inkml:trace contextRef="#ctx0" brushRef="#br0" timeOffset="-200782.72">16391 9402 34095 0,'1'0'1504'0,"-1"0"320"0,1 1-1456 0,0 1-368 0,0-2 0 0,0 2 0 16,0-2 1456-16,-1 0 208 0,0 0 64 0,0 0 0 15,0 0-1056-15,11 39-208 0,-11-39-32 0,0 28-16 16,0-28-288-16,-6 28-128 0,0-14 0 0,-1-2 128 16,1 1-320-16,-2-4-64 0</inkml:trace>
  <inkml:trace contextRef="#ctx0" brushRef="#br0" timeOffset="-198584.05">16884 8855 11055 0,'0'-1'976'0,"0"-1"-784"0,0 2-192 0,0-1 0 16,0 1 1120-16,0-1 176 0,0-1 48 0,0-1 0 16,1-2 816-16,-1 1 160 0,1 0 48 0,0 1 0 15,-1 0-400-15,0 3-80 0,-2 0-16 0,1 0 0 16,-2 2-608-16,-2 2-128 0,1 1-32 0,-2 1 0 16,-1 2-464-16,-2 1-112 0,0 5-16 0,-1 0 0 15,-1 3-256-15,0 4-64 0,0 0-16 0,1 3 0 16,0-3-176-16,1 3 0 0,1-3 0 0,2 0 0 15,2-1 0-15,4-20 0 0,0 30 0 0,0-30 0 16,0 0 0-16,0 0 0 0,0 0 0 0,34 26 0 16,-23-30 0-16,1-1 0 0,1-2 0 0,0-3 0 15,1-2 0-15,2-3 0 0,2-3 144 0,0-1-144 0,-1 1 0 16,1-2 0-16,0-1 0 0,-1 0 0 0,0-1 0 0,-4 2-256 16,-1 0 32-16,-2 1 16 0,-4 2-96 0,-2 2-16 15,-4 0 0-15,-3 1 0 0,-2 4 320 0,-4 1-192 16,0 4 192-16,-3 3-160 0,-1 2 160 0,-1 2 0 15,0 2 0-15,0 2 0 0,0 1-176 0,2 2 176 16,1 0-208-16,2-1 80 0,2 2-64 0,2-1-16 16,0-2 0-16,2 1 0 15,2-2-1024-15,2 1-208 0</inkml:trace>
  <inkml:trace contextRef="#ctx0" brushRef="#br0" timeOffset="-198378.93">17057 8964 19343 0,'0'0'848'0,"0"0"192"0,0 0-832 0,0 0-208 0,0 0 0 0,0 0 0 15,0 0 2208-15,0 0 400 0,0 0 80 0,0 0 0 16,26 35-704-16,-26-35-128 0,0 0-48 0,0 0 0 0,0 0-1104 16,15 41-240-16,-15-41-32 0,0 0-16 0,0 0-416 0,0 0-256 15,0 0 48-15,0 0-16080 16</inkml:trace>
  <inkml:trace contextRef="#ctx0" brushRef="#br0" timeOffset="-197840.73">17296 8799 14735 0,'0'-1'1312'0,"0"1"-1056"15,0 0-256-15,0 1 0 0,-1 0 2064 0,0-1 368 0,0 2 64 0,0 1 0 16,-1 0 384-16,-1 1 80 0,-1 3 16 0,0-1 0 15,1 0-1760-15,-1 0-336 16,0 0-80-16,3-1-16 0,-2-1-464 0,2 1-112 16,1 0-16-16,0-1 0 0,2 1-192 0,0-2 0 0,-2-3 0 0,0 0 0 15,0 0 0-15,0 0 176 0,0 0-176 0,42 22 160 16,-42-22 96-16,0 0 0 0,0 0 16 0,46 20 0 16,-46-20-32-16,0 0-16 0,34 22 0 0,-34-22 0 15,0 0-96-15,0 0-128 0,31 36 176 0,-31-36-176 16,0 0 0-16,0 0 0 0,15 42 0 0,-15-42 0 0,0 0 0 0,0 0 0 15,-1 33 0-15,-1-26 0 0,-1-2 0 0,-2 1 0 16,1 0 0-16,-3-1 0 0,2-2 0 0,-5 0 0 16,0 0 0-16,-2 0 0 0,0-1 0 0,-2 0 0 15,0 0 0-15,1-1 0 0,0 1 0 0,2-2 0 16,0 0-192-16,1 0 192 0,1 0 0 0,3 0 0 16,-1 0-128-16,3-2 128 0,0 1 0 0,2-2 0 15,1 0 0-15,3-3 0 0,0 2 0 0,3-5 0 16,-1 1 0-16,4 0 0 0,0-2 0 0,2 2 0 15,1-5 128-15,3 0-128 0,1-1 160 0,1-2-32 16,1 1 0-16,-2 1 0 0,2 0-128 0,-1-2 0 0,0 1 0 16,-3 1 128-16,0 2-128 0,-1 0 0 0,-2 0 144 0,-1-2-144 15,-1 3 144-15,-1 1-144 16,-2-2 192-16,-2 2-192 0,-2 0 144 0,-2 2-144 0,-2 0 0 0,-3 1 144 16,-1 2-144-16,-4 3 0 0,-2-2 0 0,-1 4 0 15,-4 2 0-15,-2 0 0 0,1 0 0 0,-1 3 0 16,-2 2 0-16,3-2 0 0,0 2 0 0,4-3-176 31,3-1-688-31,3 2-144 0,2-3-16 0,-1 0-10576 0,3 1-2112 0</inkml:trace>
  <inkml:trace contextRef="#ctx0" brushRef="#br0" timeOffset="-197335.64">16764 9275 7359 0,'-7'4'320'0,"1"-4"80"0,1 3-400 0,2-3 0 0,0 2 0 0,1-1 0 15,0 0 1344-15,-3 1 176 0,-1 1 32 0,-3 2 16 16,0-3 16-16,1 3 0 0,2-2 0 0,-1-1 0 16,2 0 16-16,3-2 0 0,-1 0 0 0,2 0 0 15,0-2 144-15,1 2 48 0,1-3 0 0,1 1 0 16,-1-1-416-16,1 1-80 0,1 0-16 0,1-3 0 15,1 2-432-15,0 0-80 0,2 0-32 0,0-2 0 0,2 2-96 0,2-1-32 16,3-1 0-16,2 0 0 0,2 1-320 0,2 1-64 16,1-2-16-16,3 3 0 0,1 2-16 0,1-2-16 15,2 2 0-15,2 0 0 0,4 2-48 0,2-1-128 16,1 0 192-16,3-1-64 0,0 0-128 0,0 0 0 16,0 0 0-16,5 0 128 0,1 0-128 0,3 0 0 15,3 0 0-15,-1-2 0 0,-2-3 0 0,-1-2 0 16,-4 2 0-16,0-3 0 0,0-1 0 0,-3 3 0 15,-1-2 0-15,-6-1 0 0,-3 3 0 0,-6 0 0 0,-5-1 0 0,-5 5 0 16,-15 2 0-16,16-5-176 0,-15 7 48 0,-5 1-18544 16</inkml:trace>
  <inkml:trace contextRef="#ctx0" brushRef="#br0" timeOffset="-195817.67">16838 9566 11967 0,'-3'0'1072'0,"1"0"-864"0,0 2-208 0,1-2 0 15,0 0 1152-15,-1 0 192 0,-1 0 48 0,-1 0 0 0,-2 1 128 0,0 1 16 16,0 0 16-16,0-2 0 0,3 1-144 16,0 1-16-16,0-2-16 0,1 2 0 0,0-2-96 0,2 2-32 15,0-2 0-15,1 2 0 0,1-2-256 0,1 0-48 16,1 1-16-16,0-1 0 0,2 0-208 0,-6 0-32 0,0 0-16 0,26-3 0 15,-26 3-272-15,22-2-48 0,-22 2-16 0,23-5 0 16,-23 5-208-16,22-2-128 0,-22 2 128 0,22-5-128 31,-22 5-368-31,20-5-144 0,-20 5-16 0,20-7-16368 0</inkml:trace>
  <inkml:trace contextRef="#ctx0" brushRef="#br0" timeOffset="-195451.22">17088 9442 7359 0,'0'-1'656'0,"0"0"-528"15,1 1-128-15,-1 0 0 0,0 0 1168 0,1 0 208 16,0 0 32-16,1 0 16 0,1-1 640 0,0 0 128 16,1 1 32-16,1 0 0 0,-5 0 80 0,0 0 32 15,0 0 0-15,0 0 0 0,32 2-416 0,-24-3-64 16,-8 1-32-16,22-3 0 15,-9 0-816-15,1-1-176 0,-1 1-16 0,-4 1-16 16,-1-2-480-16,1 3-80 0,1-4-32 0,2 1 0 16,-1 1-208-16,0-1 0 0,-1 1 128 0,-3 1-128 0,0 2 0 0,-3-2 0 0,0 1 0 0,-1 2 0 15,-1 1 0-15,-2 0 0 16,-1 0 0-16,-1 3 0 0,-1 1 0 0,-1 1 0 0,0 2 0 0,-2 2 0 16,1 1 0-16,-2 2 0 15,1 3 0-15,-2 2 0 0,3-2 0 0,-1 4 128 0,0 3-128 0,-2 0 0 16,2 0 0-16,-3 1 0 0,2 1 128 15,-1-2-128-15,1 0 0 0,1-2 144 0,1-2-144 16,0-3 128-16,5-17-128 0,-4 26 0 0,4-26 0 0,0 0 128 16,-4 26-1120-1,4-23-224-15</inkml:trace>
  <inkml:trace contextRef="#ctx0" brushRef="#br0" timeOffset="-195167.06">17140 9640 21183 0,'-1'3'944'0,"-1"-2"192"31,1 1-912-31,0 1-224 0,1-3 0 0,0 2 0 0,0-2 2352 0,1 3 416 0,-1-1 96 0,0-2 16 0,0 0-624 0,0 0-112 0,0 0-32 0,0 0 0 16,0 0-1344-16,40 5-256 0,-30-8-64 0,0-1-16 31,0-3-288-31,1 2-144 0,1-2 160 0,1 0-160 0,-1 0 0 0,0 0 0 0,0 1 0 0,-1 0 0 16,0-1-160-16,0 2-80 0,0 0-16 0,-1 0 0 31,2 1-2080-31,-12 4-416 0</inkml:trace>
  <inkml:trace contextRef="#ctx0" brushRef="#br0" timeOffset="-194974.22">17447 9612 9503 0,'1'-1'192'0,"-1"1"64"0,1 0 0 0,-1 0 16 0,1 0-272 0,0 0 0 16,0 0 0-16,-1 0 0 0,0 0 3840 0,0 0 704 16,0 0 128-16,0 0 48 0,25-6-1392 0,-25 6-256 15,13-6-64-15,-13 6-16 0,13-5-1744 0,-7 2-352 16,-1-1-64-16,0 2 0 0,0-1-576 0,-1 1-128 0,0 0 0 0,0 0-128 31,-2-1-256-31,0 3-144 0</inkml:trace>
  <inkml:trace contextRef="#ctx0" brushRef="#br0" timeOffset="-194271.48">17689 9398 15663 0,'0'-2'1392'0,"1"2"-1120"16,-1 0-272-16,0 0 0 0,0 0 1808 0,-1 2 304 16,1-2 64-16,0 2 16 0,-1 0 432 0,-1 1 96 15,-1 2 16-15,-2-1 0 0,1 3-1072 0,-2 0-224 16,1 3-32-16,-2-3-16 15,1 5-752-15,-1-2-128 0,0 1-48 0,1 1 0 0,0 0-208 0,0 2-64 16,1-2 0-16,2 1 0 0,3-13-64 0,0 0-128 16,-1 32 176-16,1-32-176 0,0 0 160 0,0 0-160 0,0 0 128 15,21 36-128-15,-21-36 128 0,0 0-128 16,0 0 128-16,0 0-128 0,37 23 0 0,-37-23 128 0,0 0-128 0,0 0 0 16,35 17 0-16,-35-17 0 0,0 0 0 0,0 0 0 15,30 31 0-15,-30-31 0 0,0 0 128 0,0 0-128 16,25 33 0-16,-25-33 0 0,0 0 0 0,0 0 0 15,0 0 0-15,15 33 0 0,-15-33 0 0,0 0 0 16,0 0 144-16,0 0-144 0,-7 22 160 0,1-19-160 16,0 0 176-16,-1-2-176 15,0 1 192-15,-3-2-192 0,1 0 128 0,-3 0-128 0,-1-2 0 0,0 1 0 16,-1-1 0-16,-1 0 0 0,-2-3 0 0,-2-2 0 31,0 2-400-31,2-3-96 0,1 0-16 0,3-1-17840 0</inkml:trace>
  <inkml:trace contextRef="#ctx0" brushRef="#br0" timeOffset="-194101.07">17635 9367 27647 0,'0'0'1216'0,"0"0"256"0,0 0-1168 0,0 0-304 0,0 0 0 0,0 0 0 16,0 0 2400-16,36 17 416 0,-36-17 96 0,33 6 16 15,-33-6-1584-15,51 3-320 0,-25-3-64 0,-3-3-16 16,-1 1-688-16,-4-2-256 0,-1-2 176 0,-2 2-176 31,-2-1 0-31,-1-2-336 0</inkml:trace>
  <inkml:trace contextRef="#ctx0" brushRef="#br0" timeOffset="-193418.68">18259 9369 19343 0,'3'-2'1728'0,"-1"0"-1392"15,1 2-336-15,-1 0 0 16,-1 0 2000-16,1 2 336 0,2-2 64 0,-4 0 16 0,0 0 32 0,0 0 16 16,0 0 0-16,0 0 0 15,27 33-1440-15,-27-33-272 0,0 0-64 0,-6 33-16 16,0-20-496-16,-1 0-176 0,0-1 0 0,-2-2-11584 16,3-1-2432-16</inkml:trace>
  <inkml:trace contextRef="#ctx0" brushRef="#br0" timeOffset="-191931.19">18706 8892 3679 0,'0'-2'320'0,"0"2"-320"16,0 0 0-16,0 0 0 0,0 0 816 0,0 0 80 15,0 0 32-15,-1 0 0 0,1 0 784 0,-1-1 144 16,1 0 48-16,0-1 0 0,-1 2 336 0,1-3 64 15,-1 1 0-15,1 0 16 0,0-1-336 0,-1 2-64 16,0-2 0-16,0 0-16 0,1 3-592 0,-2-3-112 16,1 1-32-16,-2 0 0 0,1 2-352 0,-1 0-80 0,1 0-16 0,-2 1 0 15,0 2-304-15,-1 0-64 0,1 2-16 16,-2-1 0-16,1 2-96 0,-1 2-32 0,0 1 0 0,0 2 0 16,1 1 16-16,-1-1 0 0,0 1 0 15,2 3 0-15,-1-1-224 0,0 1 128 0,5-15-128 0,-6 30 0 16,6-30 0-16,-6 33 0 15,6-33 0-15,-1 30 0 0,1-30 128 0,0 0-128 0,0 0 0 0,14 41 0 16,-14-41 0-16,0 0 0 0,0 0 0 0,0 0 0 16,39 5 0-16,-28-12 0 0,0 0 0 0,1-1 0 15,0-3 144-15,0 1-144 0,1-2 128 0,1-2-128 16,0-2 0-16,-1 1 0 0,-2-1 128 0,-1 1-128 0,-2-1 0 16,-1 1 0-16,-3 1 0 0,-3 2 0 15,0-2 0-15,-3 2 0 0,-1 0 0 0,-3 0 0 16,-2 1 0-16,-1 2 0 0,-2 3 0 15,0 2 0-15,-1 0 0 0,-1 4 0 0,1 2 0 0,1 1 0 0,1 1 0 0,1 3 0 16,0-2 0-16,3 2 0 0,1-1 0 0,2 2 0 16,1-1 0-16,2-7 0 15,0 0-560-15,0 0 16 0,0 0 0 0,0 0-16272 0</inkml:trace>
  <inkml:trace contextRef="#ctx0" brushRef="#br0" timeOffset="-191729.59">18876 9014 16575 0,'5'-2'736'0,"-1"1"160"0,0 1-720 0,-2-2-176 0,2 2 0 0,-3 0 0 0,0 0 2160 0,2 0 400 16,-3 0 64-16,0 0 32 16,0 0-96-16,0 0-32 0,0 0 0 0,0 0 0 0,29 33-1536 0,-29-33-304 0,0 0-64 0,0 0-16 15,3 33-480-15,-3-33-128 0,0 0 0 0,0 0 0 31,0 0-848-31,0 0-192 0,0 0-48 0,0 0-14464 0</inkml:trace>
  <inkml:trace contextRef="#ctx0" brushRef="#br0" timeOffset="-191381.53">19139 8808 19343 0,'0'-3'848'0,"0"1"192"0,0 1-832 0,-1 1-208 15,1 0 0-15,-1 0 0 0,0 3 2128 0,0-1 384 16,-1 3 80-16,2-5 16 0,-7 16-16 0,1-4 0 16,0 0 0-16,0 2 0 0,-1-1-1520 0,1 0-304 15,1-1-64-15,5-12-16 0,-8 24-464 0,8-24-96 16,0 0 0-16,-5 31-128 0,5-31 128 0,0 0-128 16,0 0 0-16,0 0 0 0,0 0 0 0,29 32 0 0,-29-32 0 0,0 0 0 15,27 3 128-15,-27-3-128 0,23 1 0 0,-23-1 0 16,24 2 128-16,-24-2-128 0,0 0 0 0,32 7 0 15,-32-7 0-15,0 0 0 0,0 0 0 0,0 0 0 16,36 20 0-16,-36-20 0 0,0 0 0 0,0 0 0 16,0 0 0-16,0 0 0 0,0 40 0 0,-5-33 0 15,-2 2 0-15,0-2 0 0,-2 0 0 0,-1 3 0 16,-3-1 128-16,0-2-128 0,0 3 0 0,-4-3 0 16,0 0 0-16,0-4 0 0,-1 1 0 0,2 1 0 0,1-5 0 0,3-2 0 15,0 0 0-15,2-3 0 16,2 0-784-16,0-2-112 0,2-2-32 0,1-1-10736 15,1-2-2160-15</inkml:trace>
  <inkml:trace contextRef="#ctx0" brushRef="#br0" timeOffset="-191199.9">19086 8838 1839 0,'1'0'160'0,"0"-1"-160"16,-1 1 0-16,2-1 0 0,-1 1 2976 0,1 0 560 0,0-2 112 0,1 1 32 15,4-1 176-15,2-1 48 0,3-1 0 0,3-1 0 16,2-2-1760-16,0 0-352 0,3 0-64 0,-1-3 0 15,2 3-1024-15,1-1-208 0,1 0-48 0,-2 3 0 16,-1 0-448-16,-2 0-192 0,-18 5 16 0,29-2 0 31,-29 2-1424-31,0 0-272 0,0 0-64 0,32 12-12240 0</inkml:trace>
  <inkml:trace contextRef="#ctx0" brushRef="#br0" timeOffset="-190772.38">18590 9272 4607 0,'-2'0'400'0,"1"0"-400"0,0 0 0 16,0 0 0-16,1 0 1376 0,0 0 192 16,-1-2 32-16,1 2 16 0,-1-2 848 0,1 1 160 0,1-1 48 0,0-1 0 15,3 3-224-15,0-3-32 0,1 2-16 0,1-1 0 16,-6 2-336-16,16-3-64 0,-16 3-16 0,20-5 0 15,-20 5-880-15,26-4-176 0,-10 2-32 0,1-1-16 0,-1 0-496 0,4 0-80 16,3-1-32 0,3 0 0-16,4 0-48 0,2-1-16 15,3 0 0-15,4 0 0 0,3 0-208 0,2-2 0 0,4 0 128 0,-2 2-128 0,-1-2 0 0,2 0 0 16,4 0 0-16,0 0 0 31,-1-1-336-31,-4 1-64 0,-2 0-16 0,-3-3 0 16,-3 1-2528-16,-5 0-512 0</inkml:trace>
  <inkml:trace contextRef="#ctx0" brushRef="#br0" timeOffset="-189212.75">18695 9585 12895 0,'-1'0'1152'0,"0"0"-928"0,0 2-224 0,1-2 0 15,-1 3 1760-15,1-3 304 0,-1 1 64 0,0 0 16 0,-1-1 432 0,1 2 96 32,1-1 16-32,1 1 0 0,2-4-560 0,1 1-96 0,1-1-32 0,3 0 0 15,0-1-928-15,2-2-192 0,2 1-48 0,-1-1 0 0,2-2-448 0,0 2-112 16,0 0-16-16,1 2 0 15,-1-1-112-15,-1 0-16 0,0 1-128 16,-12 3 192-16,22-7-192 0,-22 7 0 0,19-5 0 0,-10 1 0 16,-2 1 0-16,1-1-256 0,-8 4 48 0,15-7-18192 15</inkml:trace>
  <inkml:trace contextRef="#ctx0" brushRef="#br0" timeOffset="-188753.09">19110 9386 11055 0,'2'-4'976'0,"0"3"-784"16,-1-1-192-16,-1 1 0 0,1 1 1760 0,-1 0 304 16,2-2 64-16,0 1 16 0,-1 0 672 0,1-1 128 15,-2 0 16-15,0 4 16 0,-2 0-1104 0,1 0-208 16,-2 3-64-16,-1 0 0 0,-1 2-592 0,0 0-128 15,-1 3-32-15,1-1 0 0,5-9-304 0,-9 21-64 16,9-21-16-16,-6 23 0 0,6-23-240 0,0 0-48 16,-3 29-16-16,3-29 0 0,0 0-160 0,0 0 128 0,0 0-128 15,14 35 128-15,-14-35-128 0,0 0 0 16,0 0 144-16,0 0-144 0,33 25 128 0,-33-25-128 0,0 0 160 0,0 0-160 16,35 19 128-16,-35-19-128 0,0 0 0 15,0 0 0-15,30 28 0 0,-30-28 128 0,0 0-128 0,0 0 0 16,0 0 0-16,28 31 0 0,-28-31 0 0,0 0 0 15,0 0 0-15,0 0 0 0,0 0 128 0,0 0-128 16,0 0 160-16,0 0-16 0,0 0 0 0,7 36 0 16,-10-34-16-16,-2 2 0 0,0-1 0 0,-3 2 0 15,2-3-128-15,-2 3 0 0,0 2 0 0,-1-2 128 16,0 2-128-16,-1-3 0 0,1 4 0 0,-1-3 0 0,-1 2 0 0,1-3 0 16,-1 1 0-16,1-2 0 0,0-1 0 0,0-2 0 15,-1 0 0-15,0-4 0 16,2 0-384-16,0-2-64 0,0-1-16 0,2-1-18000 15</inkml:trace>
  <inkml:trace contextRef="#ctx0" brushRef="#br0" timeOffset="-188562.78">19051 9412 10127 0,'4'-4'896'0,"-1"1"-704"0,2 0-192 0,-2 1 0 15,0 2 2000-15,-2-2 368 0,3 2 80 0,1-3 16 16,3 1 1184-16,4-3 224 0,4 1 48 0,2-2 16 15,1 0-1584-15,0-1-320 16,0 2-64-16,0 0-16 0,-3 0-1312 0,0 1-272 0,-1 1-48 0,-2-1-16 16,-13 4-304-16,22-3 0 0,-22 3 0 0,0 0-12176 15,24 2-2496-15</inkml:trace>
  <inkml:trace contextRef="#ctx0" brushRef="#br0" timeOffset="-188167.24">19784 9407 23951 0,'1'-2'2128'0,"1"2"-1696"15,0 0-432-15,-1 0 0 0,0 0 1840 0,-1 0 272 0,0 0 64 0,0 0 16 0,0 0 112 0,0 0 32 32,0 0 0-32,0 0 0 0,14 35-1536 0,-14-35-304 0,0 0-64 0,-8 32-16 0,8-32-416 0,-12 21 128 15,3-9-128-15,2-1-12352 32,-1-1-2512-32</inkml:trace>
  <inkml:trace contextRef="#ctx0" brushRef="#br0" timeOffset="-186800.95">20229 8973 7359 0,'3'-5'656'0,"-2"3"-528"0,1 0-128 0,0 2 0 15,-1-2 2000-15,-1 2 368 0,1 0 80 0,-1 0 16 16,1-2 160-16,0 1 48 0,0 1 0 0,-2 0 0 16,-1 0-992-16,-1 3-192 0,-1-1-32 0,1 0-16 15,-2 0-496-15,0 1-112 0,0 0 0 0,-1 1-16 16,2-2-144-16,-3 1-32 0,3 0 0 0,-2 1 0 0,0 1-192 0,0 0-64 31,0 1 0-31,1-1 0 0,-1 2-144 0,1 1-48 16,-1-1 0-16,6-7 0 0,-10 21 32 0,10-21 0 0,-8 24 0 0,8-24 0 0,-7 28-96 0,7-28 0 15,-2 29-128-15,2-29 192 0,0 0-192 0,3 40 0 32,-3-40 128-32,0 0-128 0,0 0 0 0,0 0 0 0,31 29 0 0,-23-30 0 0,1-3 0 0,1-1 0 31,2-3 128-31,-1-1-128 0,0 0 128 0,1-3-128 0,-1 0 176 0,-1 0-176 16,0 2 128-16,1-3-128 0,-1 0 0 0,-1 1 0 0,-1-1 0 0,-2 0 0 0,0 0 0 0,-2 0 0 15,-1 1 128-15,-1 1-128 0,-2-1 0 16,-2 1 0-1,-2 1 0-15,0 3 0 0,-3 2 0 0,-1 1 0 0,-1 1 0 0,0 2 0 0,-1 1 0 0,-2 1 0 16,0 2 0-16,1 1 0 0,1-2 0 0,0 1-144 31,3 1-96-31,0-1-16 0,4-1 0 0,0 0 0 16,2 1-1024-16,2-3-224 16</inkml:trace>
  <inkml:trace contextRef="#ctx0" brushRef="#br0" timeOffset="-186615.29">20347 9093 27647 0,'0'0'1216'0,"0"0"256"0,0 0-1168 0,0 0-304 16,0 0 0-16,0 0 0 0,0 0 1872 0,0 0 320 16,0 0 64-16,36 27 16 0,-36-27-976 0,0 0-192 0,0 0-32 0,29 34-16 15,-29-34-736-15,0 0-128 0,0 0-48 0,0 0 0 31,20 30-464-31,-20-30-112 0</inkml:trace>
  <inkml:trace contextRef="#ctx0" brushRef="#br0" timeOffset="-186172.21">20753 8833 21183 0,'-2'-1'1888'0,"1"0"-1504"0,1 1-384 0,0 0 0 16,0 0 1632-16,0 0 256 0,0 0 48 0,0 0 16 0,0 0-576 0,1 0-112 15,-2 0-32-15,0 0 0 0,-1 1-912 0,-2 0-192 16,1 2-128-16,-2 1 144 0,0 1-16 0,-3 1-128 16,1 3 192-16,0 0-64 0,0 1 192 0,0 1 48 15,1 3 0-15,-1 0 0 0,7-14 336 0,-11 32 64 16,11-32 0-16,-8 28 16 0,8-28-112 0,-7 31-32 15,7-31 0-15,-3 28 0 0,3-28-272 0,0 0-64 16,-1 36-16-16,1-36 0 0,0 0-160 0,0 0-128 0,0 0 144 0,6 40-144 16,-6-40 128-16,0 0-128 0,0 0 0 0,0 0 0 15,0 0 128-15,0 0-128 0,19 36 0 0,-19-36 0 16,0 0 128-16,0 0-128 0,22 2 0 0,-15-5 144 16,2 0-144-16,-1-3 128 15,1-1-128-15,1-2 128 0,-1 2-128 0,-1-3 0 0,0 0 0 0,-2-1 128 16,0 1-128-16,-3 1 0 0,-1-2 0 0,-1 1 0 15,-2 2 0-15,-1 0 0 0,-3 0 128 16,-3 3-128-16,-2 0 0 0,-2 3 0 0,-1 2 0 0,-2 0 0 16,-1 5 0-16,-1-1 0 0,1 2 0 0,0 2 0 0,1 2 0 0,0-2 0 15,2 1 0-15,2 0 0 0,2 1-352 0,2-4 0 16,1 0 0-16,6-6-17904 16</inkml:trace>
  <inkml:trace contextRef="#ctx0" brushRef="#br0" timeOffset="-185697.89">20087 9322 11279 0,'-8'0'240'0,"3"0"48"0,0 0 16 0,2 0 32 0,2 0-336 0,-1 0 0 0,0 0 0 0,-1 0 0 16,-2 2 2688-16,-1-2 480 0,-1 2 96 0,1 1 0 16,0-1-1008-16,2 1-208 0,0-1-32 0,1 0-16 0,0-1-704 0,1 1-144 15,1 0-16-15,0-2-16 0,1 0-464 0,0 0-80 16,0 0-32-16,1 0 0 0,0 0 208 0,0 0 32 15,1 0 16-15,-2-2 0 16,3 2-240-16,0 0-48 0,1 0-16 0,-4 0 0 0,0 0-208 0,15-3-32 16,-15 3-16-16,19-2 0 0,-7 0-48 0,1-1-16 31,4 1 0-31,2-3 0 0,6-1-48 0,4 0-128 0,6-1 192 0,1 0-64 0,-1 2-128 0,3 0 0 16,4 2 0-16,3 0 128 0,0 3-128 0,1-2 0 15,1 1 0-15,0-1 0 0,-4-1 0 0,3 1 0 0,3 2 0 16,0 0 0-16,-1 0 0 0,-2-4 0 0,-2-1 0 0,-5 1 0 15,-3 1-144-15,-4 0-16 16,-5 3 0-16,-2-2 0 16,-2-1-1568-16,-4 1-320 0,-19 2-64 0,32-5-14592 0</inkml:trace>
  <inkml:trace contextRef="#ctx0" brushRef="#br0" timeOffset="-184384.63">19990 9694 12895 0,'0'0'1152'0,"1"-2"-928"0,0 2-224 0,0-2 0 0,0 1 1088 0,0 1 160 15,0-2 32-15,1-1 16 16,2-1 1056-16,-1-1 208 0,1-1 32 0,1 0 16 0,-1 2-128 0,1 1-32 0,0 1 0 0,1 2 0 16,1-3-928-16,-7 3-192 0,0 0-48 0,0 0 0 0,30 5-768 0,-30-5-176 31,0 0-16-31,0 0-16 0,0 0-304 0,33 14 0 16,-33-14 0-16,0 0 0 0,0 0 0 0,29 6 0 15,-29-6 0-15,0 0-18448 16</inkml:trace>
  <inkml:trace contextRef="#ctx0" brushRef="#br0" timeOffset="-183987.95">20318 9524 18431 0,'0'0'1632'0,"1"0"-1312"0,1 0-320 0,-2 0 0 16,2 2 1936-16,-1-2 320 0,2 0 64 0,2 0 16 15,-5 0 160-15,0 0 48 0,0 0 0 0,31 1 0 16,-31-1-1264-16,0 0-256 0,27 0-64 0,-27 0 0 16,0 0-496-16,29-1-96 0,-29 1-32 0,0 0 0 15,30 0-336-15,-30 0 144 0,0 0-144 0,28 0 0 16,-28 0 144-16,0 0-144 0,0 0 0 0,30 9 144 16,-30-9-144-16,0 0 0 0,0 0 144 0,0 0-144 15,0 0 0-15,0 0 0 0,15 41 0 0,-15-41 128 0,-7 18-128 0,1-7 0 16,-2 0 0-16,-1 1 0 15,-1 2 0-15,-2 0 0 0,-2 0 0 0,-2 0 0 0,0-2 0 0,1 0 0 16,-1 0 0-16,1-2 0 0,1-1 0 16,1 0 0-16,3-1 0 0,3-1 0 0,1-2 0 0,2 1 0 15,2-2 0-15,2-4 0 0,0 0 0 0,0 0 0 16,0 0 0-16,0 0 0 0,0 0 0 0,39 18 0 16,-39-18 0-16,28-4 128 0,-28 4 64 0,34-5 0 0,-16 2 16 0,1-1 0 15,-2-1-208-15,1 1 0 16,-1-1 128-16,-2 0-128 0,1 1 0 0,-2 0 0 0,-2-1 0 0,0 1 0 31,-2-1-576-31,0 0-128 0</inkml:trace>
  <inkml:trace contextRef="#ctx0" brushRef="#br0" timeOffset="-183782.45">20667 9606 18431 0,'0'0'816'0,"0"0"160"0,1 0-784 0,-1 0-192 15,1 2 0-15,-1-2 0 0,0 1 2528 0,1 1 464 16,-1-2 80-16,0 0 32 0,0 0-272 0,0 0-48 16,0 0-16-16,16 36 0 0,-16-36-1648 0,0 0-336 15,0 0-64-15,0 0-16 0,0 0-416 0,31 34-96 16,-31-34 0-16,0 0-16 0,0 0-176 0,0 0-192 16,0 0 32-16,29 6-18704 0</inkml:trace>
  <inkml:trace contextRef="#ctx0" brushRef="#br0" timeOffset="-183351.65">20879 9509 18431 0,'0'0'816'0,"0"0"160"0,0 0-784 0,0 0-192 0,0 0 0 0,0 0 0 15,0 0 2448-15,0 0 448 0,0 0 96 0,0 0 16 16,-9 22-320-16,9-22-64 0,0 0-16 0,0 0 0 15,0 0-1584-15,0 0-304 0,0 0-64 0,-7 25-16 16,7-25-400-16,0 0-96 0,0 0-16 0,0 0 0 16,0 0 32-16,-7 24 0 0,7-24 0 0,0 0 0 0,0 0-16 0,0 0 0 15,0 0 0-15,2 32 0 16,-2-32-16-16,0 0 0 0,0 0 0 0,0 0 0 0,0 0-128 0,26 32 192 16,-26-32-192-16,0 0 192 0,0 0-192 0,32 17 128 15,-32-17-128-15,0 0 128 16,0 0-128-16,33 11 0 0,-33-11 0 0,0 0 128 0,0 0-128 0,31 15 0 15,-31-15 0-15,0 0 0 0,0 0 0 0,0 0 0 16,0 0 0-16,0 0 0 0,27 29 0 0,-27-29 0 0,0 0 0 16,0 0 0-16,0 0 0 0,-10 20 0 15,4-14 0-15,1-2 0 0,-2 1 0 0,1 0 0 0,-2-3 0 0,-1 3 0 32,-1 0 0-32,-1-1 0 0,-1 1 0 0,-1 0 0 0,-1-3 0 0,1 3 0 15,0-3 0-15,0-1 0 0,1 1 0 0,-1-2 0 0,3 0 0 0,1-3 0 31,0 1 0-31,1-3 0 0,3-1-160 0,-1-1 160 0,2-1-816 16,1-2-64-16,0-3-16 16,0-2-17472-16</inkml:trace>
  <inkml:trace contextRef="#ctx0" brushRef="#br0" timeOffset="-183165.13">20773 9505 16127 0,'-2'1'352'0,"1"0"80"0,1 1 16 0,0-2 0 0,1 1-448 0,-1 1 0 0,1-2 0 0,-1 0 0 16,0 0 3472-16,0 0 624 15,0 0 112-15,31 9 16 0,-31-9-1776 0,27 0-352 16,-11-5-80-16,1 1-16 0,2 1-1152 0,0-4-224 16,1 0-48-16,0-2-16 0,-1 1-432 0,-3 1-128 15,-1 0 0-15,-2 2 0 0,-1 0-160 0,-2 1-144 16,0 0-16-16,-4 3-17456 0</inkml:trace>
  <inkml:trace contextRef="#ctx0" brushRef="#br0" timeOffset="-182627.05">21362 9329 22111 0,'2'-2'1968'16,"0"1"-1584"-16,0-1-384 16,-1 2 0-16,-1 0 2800 0,0 0 464 0,2 0 112 0,1-1 16 15,2 1-1616-15,-5 0-320 0,0 0-64 0,0 0-16 0,0 0-544 0,0 0-128 16,18 41 0-16,-18-41-16 16,0 0-464-16,-4 43-96 0,4-43 0 0,-8 32-128 0,8-32 0 0,-11 27 0 15,11-27 0-15,-11 20-18736 16</inkml:trace>
  <inkml:trace contextRef="#ctx0" brushRef="#br0" timeOffset="-180729.14">21865 8862 10127 0,'0'-2'896'0,"0"0"-704"0,0 1-192 0,0 1 0 15,0-2 992-15,1 1 160 0,-1-1 48 0,1 0 0 16,-1-3 432-16,0-2 96 0,1 2 0 0,-1 0 16 16,1 1-496-16,-2 0-96 15,1 3-32-15,-1-1 0 16,1-1-384-16,-2 3-80 0,0 0-16 0,-1 0 0 0,1 0 64 0,-1 0 16 0,0 3 0 0,-1-1 0 15,0 1 112-15,0-1 0 0,-2 2 16 0,1 0 0 16,0 1-224-16,-2 1-48 0,2 1-16 0,-3 0 0 16,2 3-48-16,-1 2 0 0,-1 1 0 0,1 4 0 0,-2 0-208 15,2 0-48-15,-1 2-16 0,0 0 0 0,8-19-32 0,-12 36 0 16,12-36 0-16,-5 33 0 16,5-33 112-16,0 0 0 15,5 37 16-15,-5-37 0 0,0 0-144 0,0 0-48 0,29 14 0 0,-20-16 0 0,2-1 0 0,0-3 0 16,2-2 0-16,1-1 0 0,0 0-144 0,0-1 0 15,0-2 0-15,0 2 128 0,-2-2-128 0,0 1 0 16,-1 1 0-16,-2-3 0 0,1 1 0 0,-3 0 0 31,-1 0 0-31,-2 0 0 0,-1 0 0 0,-2 0 0 0,-2-1 0 0,-2 1 0 16,-1 1 0-16,-2 2 0 0,1 0 0 0,-1 1 0 0,-1 1 0 0,0 2 0 0,0 2 0 0,0 0 0 16,0 2 0-16,0 1 0 0,1 1-144 0,-1 1 144 15,2 0-176-15,0 1 32 16,1 1 0-16,2-1 0 15,-1 1-512-15,2-3-112 0,1 3 0 0,1 1-16144 0</inkml:trace>
  <inkml:trace contextRef="#ctx0" brushRef="#br0" timeOffset="-180521.2">22042 8997 12895 0,'1'0'1152'0,"0"2"-928"16,0-2-224-16,0 1 0 0,-1 1 1408 0,0-2 224 16,0 0 48-16,0 0 16 0,0 0 1248 0,0 0 256 15,0 0 64-15,10 42 0 0,-10-42-1216 0,0 0-256 16,0 0-32-16,5 43-16 0,-5-43-848 0,0 0-192 16,0 0-16-16,0 0-16 0,10 38-480 0,-10-38-192 15,0 0 128-15,0 0-11840 16,0 0-2368-16</inkml:trace>
  <inkml:trace contextRef="#ctx0" brushRef="#br0" timeOffset="-180049.35">22439 8729 10127 0,'6'-7'896'0,"-2"3"-704"0,1 1-192 0,-1 0 0 16,-1 0 688-16,0 2 96 0,1-2 32 0,1-4 0 0,4 0-48 0,2-4 0 16,2 1 0-16,0-2 0 0,-2 0-224 0,-2 3-48 15,-2 2-16-15,-2 1 0 16,-1 2 352-16,-2 2 80 0,-2-1 16 0,-1 3 0 0,-1 0 32 0,-2 0 0 16,-1 3 0-16,1-1 0 0,-2 1 448 0,-1 2 112 15,-2 3 16-15,0 0 0 0,-1 4 48 0,-2 0 16 16,0 4 0-16,-1 3 0 0,0 0-576 0,-1 2-128 15,0 1 0-15,-1 3-16 0,2 2-352 0,0-3-64 16,2 2-16-16,0-1 0 0,11-25-224 0,-18 44-48 16,18-44-16-16,-10 38 0 0,10-38-160 0,0 0 128 0,-4 42-128 0,4-42 128 15,0 0-128-15,0 0 0 0,0 0 0 0,0 0 0 16,31 26 0-16,-23-26 0 16,2-4 0-16,0 1 0 0,1-3 0 0,-1 0 0 0,2-1 0 0,-1-3 0 15,1 1 0-15,1 0 0 0,-2-1 0 0,-1 0 0 16,0-1 0-16,-1 1 0 0,0-1 0 0,-2 1 0 15,-1 0 0-15,-2 1 0 0,-1 2 0 0,-2-1 0 16,-1 2 0-16,-2-1 0 0,-2 2 0 0,-4 2 0 16,-1 3 0-16,-1 0 0 0,-2 1 0 0,-1 2 0 15,-1 0-160-15,-1 3 160 0,0 0-208 0,-1 1 80 16,1 1-1536-16,1 1-288 0</inkml:trace>
  <inkml:trace contextRef="#ctx0" brushRef="#br0" timeOffset="-179133.53">21759 9329 9215 0,'-7'0'816'0,"4"2"-656"15,0-2-160-15,0 1 0 0,1-1 800 0,1 0 128 16,0 2 32-16,-1-2 0 0,-2 0 1056 0,-1 2 224 15,1-2 32-15,-1 0 16 0,1 0-288 0,2 0-48 32,0 0-16-32,1-2 0 0,0 2-544 0,0-3-112 0,1 3-32 0,0-2 0 0,1 0-240 0,0 1-48 15,1-1-16-15,0 2 0 16,3-2 32-16,1 0 16 16,1 0 0-16,3 1 0 0,1-2-384 0,4 1-80 15,3-2-16-15,3 1 0 0,3-1-256 0,5 1-48 16,4-1-16-16,2-2 0 0,2 2-192 0,-1-3 176 0,0 2-176 0,-1-2 160 15,0 1-160-15,-3 1 0 0,-2 1 0 0,0 2 128 16,0 0-128-16,2 0 0 0,1 0 0 0,0 1 0 16,-2-1 0-16,-2 0 0 0,-3-1 0 0,-1 1 0 15,-2-1-208-15,-1-2-32 0,0 3 0 0,-5 0 0 16,-1 0-128-16,-16 2-16 0,24-3-16 0,-24 3 0 16,0 0 48-16,21 0 16 0,-21 0 0 0,0 0 0 15,0 0-896 1,0 0-176-16,0 0-48 0,0 0-9136 0,0 0-1824 0</inkml:trace>
  <inkml:trace contextRef="#ctx0" brushRef="#br0" timeOffset="-178595.6">22277 9459 19343 0,'1'-4'848'0,"-1"3"192"0,0-1-832 0,0 2-208 0,0 0 0 0,0 0 0 15,0 0 768-15,-1 0 96 0,0 0 32 0,-1 0 0 16,-2 2 640-16,-1-1 144 0,1 1 32 0,-3 1 0 16,1 1-416-16,-2-1-80 0,1 4 0 0,-3 0-16 15,0 1-384-15,1 1-80 0,-2 2-16 0,1 1 0 16,10-12-144-16,-21 27-48 0,10-9 0 0,0-4 0 16,1 3-16-16,10-17-16 0,-18 33 0 0,18-33 0 15,-13 36-112-15,13-36-32 0,-6 28 0 0,6-28 0 16,0 0-352-16,0 0 144 0,0 0-144 0,27 28 0 0,-27-28 0 0,22-4 0 15,-8-1 0-15,1-2 0 0,1-2 0 0,1-1 0 16,1 1 0-16,-1-1-192 0,0-2 64 0,-1 2 128 16,0-3-208-16,-2 1 80 0,1 0 128 0,-2 0 0 15,-2-3 0-15,0 1 0 0,-4 0 0 0,-1 0 0 16,-4-2 0-16,-2 2 0 0,-1 1 0 0,-4 1 0 0,-4 3 0 16,-4 0 0-16,-3 4 0 0,-1 2 0 0,-1 1 0 0,-1 2 128 15,1 2-128-15,-1 2 0 0,0 0 128 0,4 3-128 16,2-1 0-16,1 2 0 0,2 1 0 0,10-9 0 15,-12 15-224-15,12-15-64 16,0 0-16-16,0 0-17312 0</inkml:trace>
  <inkml:trace contextRef="#ctx0" brushRef="#br0" timeOffset="-177838.33">22820 8860 8287 0,'2'0'736'0,"-1"-2"-592"16,0 1-144-16,-1 1 0 0,0 0 1680 0,0 0 304 0,1 1 64 0,-1-1 16 15,0 0 592-15,0 0 112 0,0 0 32 0,0 0 0 0,0 0-464 0,0 0-96 16,0 0 0-16,0 0-16 16,0 0-576-16,26 34-112 15,-26-34-32-15,15 0 0 0,-5 0-928 0,0-2-176 16,1 2-32-16,-1-2-16 0,2-2-224 0,0 1-128 0,0 0 128 0,1 0-128 0,0-1 0 0,-1 0 128 16,1 1-128-16,0-1 0 0,-2 1 0 0,0 0 128 31,-2 1-128-31,-1 0 0 0,0-2 128 0,-3 3-128 0,-1-1 128 0,-4 2-128 0,0 0 144 0,0 0-144 15,0 0 192 1,0 0-192-16,0 0 144 0,0 0-144 0,0 0 0 0,-13 17 144 0,8-13-144 0,1 1 128 16,4-5-128-16,-11 14 128 0,11-14-128 0,0 0 128 15,-14 27-128-15,14-27 128 0,0 0-128 0,-12 40 0 0,12-40 0 16,-3 33 128-16,3-33-128 0,-2 40 128 0,2-40-128 0,0 43 128 16,0-43 0-16,2 45 0 15,-2-45 0-15,3 45 0 0,-3-45-128 0,5 43 192 16,-5-43-192-16,5 45 192 0,-5-45-192 0,6 41 0 0,-6-41 0 15,7 38 128-15,-7-38-128 0,7 35 0 0,-7-35 0 0,0 0 0 32,10 54 0-32,-10-54 0 0,0 0 0 0,9 47 0 0,-9-47 0 0,0 0 0 0,10 45 0 0,-10-45 0 15,0 0 224 1,7 41-32-16,-7-41-16 0,0 0 0 0,2 34 0 0,-2-34 0 0,0 0 0 0,-8 29 0 16,8-29-176-16,0 0 192 15,-16 22-192-15,16-22 192 0,-17 8-64 0,7-3-128 16,-1-1 192-16,-2 1-64 0,-1-1-128 0,-1-1 0 15,-2 1 0-15,-4-1 128 0,-3 1-128 0,-3-1 0 16,-3 2 0-16,-3 1 0 0,-2-1 0 0,0 0-272 16,0-3 64-16,5-2-19888 15</inkml:trace>
  <inkml:trace contextRef="#ctx0" brushRef="#br0" timeOffset="-168273.13">3549 11240 17503 0,'0'-2'1552'0,"0"0"-1232"16,1 1-320-16,0 1 0 0,-1 0 256 0,1 0 0 15,-1 0 0-15,1-2 0 0,0 0 896 0,0 1 192 0,0-1 16 0,-1 0 16 16,1 0 96-16,-1-1 32 0,0 0 0 0,-1-1 0 15,0-1-160-15,1-1-48 0,-1-2 0 0,-1 1 0 16,0-1-592-16,0-1-112 0,0 0-16 0,-2-1-16 16,-1 3-288-16,1-2-48 0,-1 1-16 0,-2 1 0 15,1 0-80-15,-2 3 0 0,-1 1-128 0,-1 1 192 16,-2 2-192-16,-2 3 144 0,-2 3-144 0,0 4 128 16,-4 5-128-16,1 3 0 0,1 1 0 0,0 3 0 15,1 4 0-15,-1 3-144 0,1 3 144 0,1 1 0 16,2 5 0-16,2 2-128 0,3-2 128 0,1 0 0 0,3-4 0 0,1-1 0 15,2 0 0-15,3 1 0 0,4 0 0 16,-5-34 0-16,17 51 0 0,-17-51 0 0,0 0 192 0,47 37 128 16,-47-37 48-16,45-4 0 0,-21-4 112 0,2-3 32 15,-1-1 0-15,-1-5 0 0,0-2-272 0,-1-1-48 16,0-3-16-16,-1 0 0 0,1-3-176 0,-2 3 0 16,-3 3 0-16,-1-2 0 15,0 5-512-15,-3-1-128 0,0 4-16 0,-2 0-16560 0</inkml:trace>
  <inkml:trace contextRef="#ctx0" brushRef="#br0" timeOffset="-167844.5">3918 11183 15663 0,'0'-6'1392'16,"0"1"-1120"-16,1 2-272 0,-1 3 0 0,0 0 1456 0,-1-2 224 16,1 1 48-16,-2-3 16 0,0-1 176 0,-2 5 48 15,-2 3 0-15,-2 4 0 16,0 6-1104-16,-2 4-224 0,0 4-32 0,0 5-16 16,1 3-336-16,-1 4-64 0,0 4 0 0,2 2-16 0,1-1 0 0,1-2 0 15,2-6 0-15,3-4 0 0,1-26 64 0,6 38 16 16,-6-38 0-16,0 0 0 0,23 36 112 0,-23-36 16 15,0 0 16-15,0 0 0 0,47 7 176 0,-35-14 16 16,2 0 16-16,0-5 0 0,0 1 176 0,0-4 48 16,1-1 0-16,1-3 0 0,-1-3-448 0,-1-1-96 15,-1 1-16-15,-2-1 0 0,-1 1-272 0,-3 0 160 0,-1 1-160 16,-3 0 128-16,-2-1-128 0,-2 1 160 0,-3 1-160 16,-3 0 160-16,-3-1-160 0,-3 1 0 0,-1 4 0 0,-2 4 128 15,0 3-128-15,-1 4 0 16,-1 3 0-16,1 4 0 0,1 5 0 0,-1 2 0 0,2 3 128 0,0 2-128 15,2-1 0-15,3-2 0 0,5 0-192 0,1-3 192 16,3-1-288-16,1 1 64 0,2-1 16 0,2 0-11920 16,-4-7-2384-16</inkml:trace>
  <inkml:trace contextRef="#ctx0" brushRef="#br0" timeOffset="-167242.37">4269 11321 9215 0,'9'-5'400'0,"-3"0"96"0,0 0-496 0,0 3 0 16,-3-3 0-16,1 3 0 15,1-3 624-15,2 0 16 0,4-6 16 0,4-1 0 16,-1 0-208-16,-1 0-32 0,-1 0-16 0,-2 2 0 0,0 4 1616 0,-4-2 320 16,0 4 64-16,-3-1 16 0,0 0-160 0,0 1-16 15,-2-1-16-15,0 0 0 0,0 0-1136 0,-3-2-208 16,1 3-48-16,-2-2-16 0,0 3-496 0,0-2-112 0,-2 1-16 0,-1 0 0 31,0 0 64-31,-1 1 0 0,-2 0 0 0,0 3 0 0,-1 0-64 16,0 3 0-16,1 2 0 0,1-1 0 0,0 2-192 0,0 0 176 0,2 4-176 0,-2-1 160 15,1 1-160-15,-1 4 0 16,0 0 0-16,2 0 0 0,0-4 0 0,2 1 0 0,1 2 0 0,0-1 0 16,0 1 0-16,2-1 0 0,1 3 0 0,0 1 0 15,1 2 0-15,-1-18 0 16,4 37 0-16,-4-37 0 0,5 38 0 0,-5-38 0 0,7 40 0 0,-7-40 0 0,7 33 0 15,-7-33 0-15,0 0 0 0,0 0 0 0,24 38 0 0,-24-38 0 16,0 0 0-16,0 0 0 0,0 0 0 0,37 6 0 31,-27-9 0-31,-2-2 0 0,0 0 0 0,2-2 0 0,0 0 0 0,-1-1 0 0,0 0 0 0,1-1 0 16,-1 0 0-16,0 1 0 0,0 0 0 16,-1 1 0-1,-2 0 0-15,1-1 0 0,-1 2 0 0,-2 1 0 16,0 0 0-16,-1 4 0 0,-2 0 0 0,0 2 0 0,-1 0 0 0,-1 2 0 15,0 2 0-15,0 1 0 0,-1 2 128 0,0 1-128 16,-1 0 320-16,1 2 48 0,0 0 0 0,1 1 0 16,0 2-112-16,0-2 0 0,1 2-16 0,-1-2 0 15,1 2-48-15,0 0-16 0,0 0 0 0,0 0 0 16,0-14 0-16,2 24 0 0,-2-24 0 0,0 0 0 16,4 31-176-16,-4-31 0 0,0 0 0 0,0 0 128 15,0 0-128-15,0 0 0 0,0 0 0 0,0 0 0 16,0 0-224-16,0 0-32 0,0 0 0 0,0 0-16768 15</inkml:trace>
  <inkml:trace contextRef="#ctx0" brushRef="#br0" timeOffset="-167019.71">4269 11384 23039 0,'-1'0'2048'0,"1"0"-1648"16,1 0-400-16,0 0 0 0,0 0 1792 0,0 0 256 15,1-2 64-15,1 2 16 0,2-2 240 0,1-2 32 16,1 0 16-16,0 0 0 0,2-1-1504 0,-1-2-288 0,2 2-64 0,2-2-16 16,2 3-256-16,1-4-48 0,3 2-16 0,1 0 0 15,1 2-96-15,2-1-128 0,-22 5 176 0,42-6-176 16,-42 6 0-16,38-1 0 0,-38 1 0 0,35-2 0 16,-35 2-176-16,0 0-32 0,41 2-16 0,-41-2-18400 15</inkml:trace>
  <inkml:trace contextRef="#ctx0" brushRef="#br0" timeOffset="-165580.36">5066 11342 8287 0,'-2'1'736'0,"0"0"-592"16,1-1-144-16,1 0 0 0,0 2 832 0,-1-2 128 15,-1 3 16-15,0-1 16 0,-1 1 672 0,3-1 144 16,0-2 32-16,4 0 0 0,1 0-160 0,1-2-16 16,3-1-16-16,0-2 0 0,3 2 1040 0,2 0 224 15,1-3 32-15,0 2 16 0,-15 4-2592 16,31-5-528-16,-31 5-96 0,33-2-32 0,-33 2 448 0,31-2 96 0,-31 2 0 0,0 0 16 15,43 2-272-15,-43-2 0 0,0 0 0 0,36 0 0 16,-36 0-256-16,0 0 0 0,28-3 0 16,-22 1 0-1,-1 1-1776-15,-1 0-352 0,-2-1-80 0,-1 1-6112 0,-1 1-1232 0</inkml:trace>
  <inkml:trace contextRef="#ctx0" brushRef="#br0" timeOffset="-165312.05">5040 11509 11055 0,'-1'0'976'0,"-1"0"-784"0,1 0-192 0,1-1 0 0,0 1 1904 0,0 0 336 31,-1-2 64-31,0-1 0 0,0 0 640 0,1 0 128 0,1 0 32 0,1 0 0 0,1 1-976 0,0-1-192 16,2 3-32-16,1 0-16 0,2 0-992 0,-8 0-208 16,0 0-48-16,0 0 0 0,43 6-336 0,-43-6-80 15,0 0-16-15,51 2 0 0,-51-2-208 0,40-2 176 16,-40 2-176-16,44-3 160 0,-44 3-160 0,44-5 0 15,-44 5 0-15,42-7 0 0,-42 7 0 0,38-9 0 16,-21 4 0-16,-1-2 0 0,-2-1 0 0,-1 2-272 16,0-2 64-16,-3 1 16 15,-1 0-1856 1,-2 0-384-16,-2 2-64 0,-2 1-12784 0</inkml:trace>
  <inkml:trace contextRef="#ctx0" brushRef="#br0" timeOffset="-164949.37">5317 11134 12895 0,'-3'-8'576'0,"1"4"112"0,1 1-560 0,0 1-128 0,1 1 0 0,-1 1 0 16,1 0 1792-16,-1-2 336 0,-1 2 64 0,0 0 16 16,0 0 48-16,0 0 16 0,1 0 0 0,1 2 0 0,1-2-672 0,1 1-128 15,2 1-16-15,0 0-16 0,3-1-352 0,0-1-64 16,3 0 0-16,0 0-16 0,-10 0-304 0,0 0-64 15,39 2-16-15,-39-2 0 0,0 0-336 0,42 2-64 16,-42-2-16-16,0 0 0 0,47 13-208 0,-47-13 176 16,0 0-176-16,46 23 160 0,-46-23-32 0,0 0 0 15,42 35 0-15,-42-35 0 0,0 0-128 0,38 47 0 16,-38-47 0-16,22 36 128 0,-22-36-128 0,19 36 0 16,-19-36 0-16,0 0 0 0,22 45 0 0,-22-45 0 15,0 0 144-15,10 35-144 0,-10-35 176 16,-1 22-48-16,-3-13 0 0,-1-2 0 0,-2 3-128 0,-3-1 0 0,-2-1 0 0,-2 2 0 31,-1 1 0-31,-5 1 0 0,-3 2 128 0,-2 2-128 0,-1 1 0 0,-2 2 0 0,-1 2 0 0,5-4 0 31,5-3-624-31,-2 0-96 0</inkml:trace>
  <inkml:trace contextRef="#ctx0" brushRef="#br0" timeOffset="-162199.31">6700 11241 8287 0,'-1'-5'736'0,"1"2"-592"16,0 0-144-16,0 1 0 15,1 2 1040-15,-1-2 176 0,0-1 48 0,0-2 0 16,0-3 464-16,-1 1 112 0,1 1 16 0,0-1 0 15,0 2-512-15,-1 3-80 0,1-1-32 0,-1 1 0 0,1 2-160 0,0 0-48 16,-1 0 0-16,1 0 0 0,0 3-368 0,0 1-80 16,-1 1 0-16,0 5-16 0,0 2-128 0,1 2-32 15,-1 1 0-15,1 5 0 0,-1 2-32 0,1 4-16 16,-1 5 0-16,0-1 0 0,1 2-160 0,-2-2-16 16,0 1-16-16,-1-3 0 0,1-2-160 15,0-4 0-15,0 0 144 0,2-4-144 0,0-1 0 0,-1-2 0 0,1-2 0 0,0 0 0 31,0-13 0-31,1 23 0 0,-1-14 0 0,0-2 0 0,0 1 0 0,0-1 0 0,0 0-144 0,0-1 144 32,0-1-288-32,0-1 16 0,0-1 0 0,0-3 0 0,0 0-1392 0,1 0-256 0</inkml:trace>
  <inkml:trace contextRef="#ctx0" brushRef="#br0" timeOffset="-161709.16">6638 11282 11967 0,'-1'-2'1072'0,"1"1"-864"31,2 0-208-31,-1 1 0 0,1 0 720 0,0-2 112 0,1-1 0 0,0-1 16 16,3-1 1072-16,2-3 224 0,4-1 32 0,0-3 16 16,1 3-272-16,2-2-64 15,2 2-16-15,-1 0 0 0,0 2-496 0,0 2-80 16,3 0-32-16,-2 3 0 0,-17 2-768 0,36 3-144 15,-36-3-48-15,0 0 0 0,43 23-272 0,-43-23 0 0,0 0-176 0,0 0 176 16,33 40-256-16,-33-40 64 0,0 0 16 0,7 36 0 31,-8-22-192-31,-3-2-32 0,0 0-16 0,-4 2 0 0,-2-2 112 0,-1 2 32 0,-2-2 0 0,-2 2 0 16,0-2 80-16,-3 2 0 0,-2-2 16 0,-1 0 0 16,1 0 16-16,0-2 0 0,2-1 0 0,1-2 0 15,4-2 160-15,1 0-160 0,5-3 160 0,0-2-160 16,3 2 160-16,2-2 144 0,3 0-16 0,1 0-128 15,3 0 1056-15,0 0 96 0,-5 0 32 0,0 0 0 16,0 0-1184-16,47 5-304 0,-47-5-16 0,0 0-16 0,53 17 720 16,-53-17 128-16,39 14 48 0,-39-14 0 0,38 14-256 0,-38-14-48 15,0 0-16-15,47 27 0 0,-47-27-240 0,0 0 128 16,31 31-128-16,-31-31 0 0,0 0 0 0,0 0 0 16,0 0 0-16,16 35 0 0,-18-28 0 0,-1-3 0 15,-3 4 128-15,-1-3-128 0,-2 2 0 0,-2-1 0 16,-3 0 0-16,-1 0 0 0,-2 2 128 0,-2-1-128 15,-1 0 0-15,-2 0 144 0,-1-2-144 0,4 0 0 16,2 2 0-16,3-4 0 0,4 0 0 0,3-2 0 16,3-1 0-16,3-1-10960 15,2-1-2096-15</inkml:trace>
  <inkml:trace contextRef="#ctx0" brushRef="#br0" timeOffset="-161233.55">7230 11774 19343 0,'-1'-6'848'0,"0"4"192"0,1 0-832 0,0-2-208 15,0 1 0-15,0 0 0 0,0 1 1632 0,-1-3 288 16,1-2 48-16,-1-3 16 0,0 1-128 0,0 0 0 16,-1-1-16-16,0 3 0 0,-1 0-704 0,1 0-144 15,-1 2-32-15,1 3 0 0,-2-2-368 0,0 3-80 16,-1 1 0-16,-1 0-16 0,0 3-224 0,-2 1-32 0,0 3-16 0,-2 3 0 15,-1-1-224-15,-1 3 144 0,1 2-144 0,-1 1 128 16,2-1-128-16,1 0 0 0,0 1 0 16,4 1 0-16,1-2 0 0,2-2 0 0,2-12 128 0,2 22-128 15,-2-22 0-15,0 0 0 0,0 0 0 0,0 0 0 16,36 35 128-16,-36-35-128 0,0 0 192 0,37 5-64 16,-37-5 128-16,30-5 32 0,-30 5 0 0,31-7 0 15,-17 0-288-15,-1 2 0 0,-1-3 128 0,0 2-128 0,-2-4 0 16,1 3 0-16,-2 0 0 0,1-3 0 15,-1 3-1280-15,-1 0-224 0</inkml:trace>
  <inkml:trace contextRef="#ctx0" brushRef="#br0" timeOffset="-160871.91">7412 11714 11055 0,'-1'0'480'0,"0"0"112"0,1 0-464 0,-1 0-128 0,1 0 0 0,0 0 0 0,-1 0 2208 0,0 0 416 15,0 0 96-15,-1 2 16 0,0 1 32 0,-1 0 16 16,1 2 0-16,-2-1 0 0,2 3-1136 0,-2 0-240 0,0 0-32 0,0 3-16 31,0 1-720-31,1-1-160 0,-1 1-32 0,3 1 0 0,0 0-448 0,1-2 0 0,0-10 0 0,0 0 0 32,0 0 0-32,13 31 0 0,-13-31 0 0,0 0 0 0,0 0 0 0,0 0 0 0,37 17 0 0,-37-17 0 31,0 0 128-31,26-8-128 0,-14 1 0 0,-2-2 0 0,1-1 272 0,-1-2-32 0,-1 0-16 15,0 0 0-15,-1 0-224 0,-1-1 144 16,-3 3-144-16,0-2 128 0,0 1-128 0,-3 2 0 0,0 0 0 0,-3 0 0 0,-2 2-176 0,-2 2 176 16,1 0-128-16,-3 1 128 0,-1 4 0 0,-1 0-160 15,-2 2 160-15,-1 3 0 0,-1 2-176 0,1 1 176 16,0 3-160-16,2-2 160 0,1 1 0 0,1-3-144 16,4 0 144-16,1 0 0 0,2 0 0 0,1-2 0 31,2-4 0-31,1 1 0 0,2 0-768 0,0-2-80 0,-4 0-16 0,0 0-14992 0</inkml:trace>
  <inkml:trace contextRef="#ctx0" brushRef="#br0" timeOffset="-160238.64">7737 11688 10127 0,'0'0'896'0,"0"0"-704"16,0 0-192-16,1 0 0 0,-1-2 2880 0,0 2 560 15,1-2 96-15,0 1 32 0,1-4 144 0,1 2 48 16,-1-2 0-16,1-1 0 0,0 2-2128 0,0-3-416 16,1 2-96-16,-2-2-16 0,1 2-800 0,-1-4-176 15,0 2-128-15,-2 1 192 0,0-1-192 0,-2 2 0 16,-1 1 0-16,0-1 0 0,-3 3 0 0,0-1 0 16,-1 3 0-16,-1 0 0 0,-3 3 0 0,2 2 0 15,0-1 0-15,-1 3-176 0,-1 1-32 0,0 1-16 16,2 3 0-16,1 0 0 0,0 0 224 0,1-2 0 15,1 4-160-15,0 0 160 0,1 0 0 0,0 0 0 0,0 0 0 0,1 3 0 16,2 2 0-16,-1 0 0 0,3-19 0 0,-2 37 0 16,2-37 0-16,4 29 0 0,-4-29 0 0,0 0 0 15,0 0 144-15,19 38 0 0,-19-38 0 0,0 0 0 16,0 0-144-16,0 0 0 0,37 15 0 0,-29-18 128 16,1-2-128-16,0 0 0 0,0-2 0 0,1-2 0 15,0-1 0-15,0-3 0 0,0 1 0 0,0 2 0 16,0-2-176-16,-2 0-16 0,-1 2 0 0,-1 2 0 15,0 2 0-15,-2 2 0 0,0-1 0 0,-2 3 0 16,0 2 192-16,-2 0 0 0,0 2 0 0,0 0 0 16,-1 3 0-16,0-1 0 0,-1 2 160 0,0 1-160 0,0 2 320 0,0-1-16 15,-1 3-16-15,1-1 0 0,1 1-96 0,0 1-32 16,1-12 0-16,-1 25 0 0,1-25-160 0,1 27 0 16,-1-15 0-16,0-12 128 0,0 0-128 0,5 26 0 15,-5-26 0-15,0 0 0 0,0 0 0 0,0 0 0 16,0 0 0-16,0 0 0 15,0 0-800-15,0 0-144 0,0 0-16 0,0 0-16256 0</inkml:trace>
  <inkml:trace contextRef="#ctx0" brushRef="#br0" timeOffset="-160049.89">7667 11740 23951 0,'-3'2'1056'0,"2"1"224"0,0-1-1024 0,0-1-256 0,1 1 0 0,0-2 0 16,0 2 2016-16,2 3 352 0,-2-5 64 0,0 0 0 15,0 0-320-15,0 0-80 0,0 0-16 0,39 24 0 16,-39-24-1184-16,27-5-224 0,-10-2-48 0,0 2-16 16,3-5-304-16,-2 3-64 0,1-2-16 0,-1-1 0 15,-1 4-160-15,-1 0 0 0,-16 6 0 0,31-4-12624 16,-31 4-2480-16</inkml:trace>
  <inkml:trace contextRef="#ctx0" brushRef="#br0" timeOffset="-159703.36">7430 10854 30399 0,'-1'-5'2704'0,"1"2"-2160"16,0 3-544-16,-1 0 0 0,1 2 1136 0,-2-1 112 0,-2 1 32 0,-2 3 0 0,-5 2-240 0,-3 7-32 15,-5 8-16-15,-1 8 0 0,-4 6-688 0,0 7-144 16,1 6-32-16,1-1 0 0,3 1-128 0,2-6 0 16</inkml:trace>
  <inkml:trace contextRef="#ctx0" brushRef="#br0" timeOffset="-159181.77">8086 11433 17503 0,'-2'0'1552'0,"1"0"-1232"16,1 0-320-16,1 0 0 15,0 0 1360-15,0 0 224 0,0-1 32 0,1-1 16 0,2-1 800 0,1-1 144 16,3 1 48-16,0-2 0 0,2 1-992 0,2 0-192 0,-12 4-32 0,28-8-16 15,-28 8-544-15,32-5-96 0,-32 5-32 0,32 0 0 16,-32 0-528-16,0 0-192 16,39 7 144-16,-39-7-144 15,0 0-192-15,0 0-128 0,0 0-32 0,42 15-17376 0</inkml:trace>
  <inkml:trace contextRef="#ctx0" brushRef="#br0" timeOffset="-159024.67">8085 11600 6447 0,'1'2'576'0,"0"-2"-576"15,2 0 0-15,0 0 0 0,0 0 4624 0,1 0 816 16,1-2 176-16,3 2 16 0,-8 0-1920 0,34-6-384 16,-10 1-64-16,2 1-32 0,-26 4-2080 0,49-6-432 15,-49 6-80-15,40-3 0 0,-40 3-640 0,35-4 0 16</inkml:trace>
  <inkml:trace contextRef="#ctx0" brushRef="#br0" timeOffset="-157738.58">9067 10939 2751 0,'2'-5'256'0,"-1"1"-256"0,1 1 0 0,0 0 0 16,-1 1 2288-16,0 1 400 0,0 0 96 16,0-3 16-16,1 0-64 0,0 0-16 0,0-1 0 0,-1 0 0 0,0 2-1008 0,-2 2-208 15,-1-2-32-15,-1 3-16 0,0 0-432 0,-2 3-96 31,-1-1-16-31,-2 1 0 0,-1 4-496 0,-1-1-96 0,-2 3-32 0,-1 0 0 0,1 2-288 0,0 1 128 16,1 0-128-16,1-1 0 0,3 2 144 0,0 1-144 16,2 2 0-16,2 1 144 0,0 2-16 0,2 1 0 15,0 1 0-15,1-21 0 0,3 46 32 0,-3-46 0 16,5 46 0-16,-5-46 0 0,10 40 32 0,-10-40 0 16,16 40 0-16,-16-40 0 15,0 0-192-15,38 43 0 0,-38-43 0 0,0 0 0 0,44 10 0 0,-27-13 0 16,-1-4 0-16,1 0-176 31,0-5-2096-31,-1-1-416 0</inkml:trace>
  <inkml:trace contextRef="#ctx0" brushRef="#br0" timeOffset="-157507.04">9191 11105 1839 0,'-5'0'160'0,"2"0"-160"0,0 0 0 0,2 0 0 15,0 0 1952-15,0 0 352 0,1 0 80 0,-2 2 16 0,0-1 224 0,0 3 32 16,0-2 16-16,2 0 0 16,2 1-176-16,0-1-48 0,2 1 0 0,1-3 0 0,2 1-784 0,1-2-176 15,2-1-16-15,2-1-16 0,1-2-544 0,1 1-96 16,2-3-32-16,-2 2 0 0,1 0-208 0,-2-1-64 16,0 0 0-16,-2 1 0 0,-1 1-256 0,0-1-48 15,0 0-16-15,-2 1 0 0,0 1-352 0,-1-2-80 16,-1 4-16-16,0 0-17040 0</inkml:trace>
  <inkml:trace contextRef="#ctx0" brushRef="#br0" timeOffset="-157205.89">9616 10915 11967 0,'-2'0'1072'0,"2"0"-864"0,0 0-208 0,-1 0 0 15,1 0 2000-15,0 0 368 0,0 0 64 0,-1 0 0 0,0 1 464 0,0 1 96 16,-1 0 16-16,0 0 0 0,-1 1-1456 0,1 2-272 16,-1 1-64-16,0 2-16 0,0 1-624 0,0 1-128 15,0 4-32-15,-1 2 0 0,0 3-288 0,1 3-128 16,0 1 128-16,-1 1-128 0,2-3 0 0,-1 3 0 15,1-2 0-15,1-1 0 16,0-2 0-16,1-1 0 0,0-18 0 0,3 27 0 16,-2-19-576-16,3-2 16 0,-4-6 0 0,0 0-15520 0</inkml:trace>
  <inkml:trace contextRef="#ctx0" brushRef="#br0" timeOffset="-156856.95">9821 10946 20271 0,'1'-4'896'0,"0"3"192"0,0-1-880 0,0 2-208 0,-1 0 0 0,-1 0 0 16,1 2 1904-16,-2-1 336 0,0 4 64 0,-1 1 0 15,-2 4-656-15,-2 4-144 0,-1 2-32 0,1 2 0 0,0 2-768 16,2-2-144-16,0 0-48 0,3-3 0 16,2-15-64-16,1 28 0 0,-1-28-16 15,0 0 0-15,0 0-432 0,21 35 128 0,-21-35-128 0,0 0 0 16,0 0 0-16,39 5 0 0,-27-9 0 0,1-2 0 0,1-1 160 0,-1-2 0 15,0-2 0-15,-2 0 0 0,2-1 64 0,-4 1 16 16,0-1 0-16,-2 2 0 16,-1-1-240-16,-2 1 128 0,-1 3-128 0,0 0 0 0,-2 0 176 0,-2 2-176 15,-2 0 192-15,0 0-192 0,-2 1 240 0,-2 1-64 16,-2-1-16-16,0 1 0 0,-2 1 16 0,-2-2 0 0,0 1 0 16,-1 0 0-16,0 1-176 0,0-3 0 0,2 1 0 0,1 1 128 15,3 2-128-15,2 1 0 0,2 1 0 0,0-1 0 16,2 2-336-16,2-1-48 15,2 3-16-15,1-1-17264 0</inkml:trace>
  <inkml:trace contextRef="#ctx0" brushRef="#br0" timeOffset="-156616.1">10063 10991 23951 0,'1'-5'1056'0,"-1"1"224"0,0 1-1024 0,1 0-256 0,-1 2 0 0,0 1 0 0,1-1 2288 0,0 1 400 32,0 0 64-32,1 0 32 0,1 3-944 0,-3-3-192 15,0 0-48-15,0 0 0 0,0 0-1024 0,25 35-224 16,-25-35-32-16,0 0-16 0,27 34-144 0,-27-34-32 16,0 0 0-16,27 30 0 0,-27-30-128 0,0 0 0 15,0 0 0-15,34 29 0 0,-34-29 0 0,0 0 0 0,0 0 0 0,0 0 0 16,0 0-176-16,36 28-64 0,-36-28-16 0,0 0-11824 15,0 0-2368-15</inkml:trace>
  <inkml:trace contextRef="#ctx0" brushRef="#br0" timeOffset="-156422.83">10245 10941 19343 0,'-3'0'1728'15,"1"3"-1392"-15,2-1-336 0,-1 0 0 16,0 1 1632-16,-2 1 256 0,-2 3 48 0,-2 5 16 0,-4 5 416 15,-3 4 64-15,-3 3 32 0,0 0 0 0,0-3-1104 16,0 0-208-16,0-1-64 0,1 0 0 0,0 0-576 0,1-4-128 16,2 1-32-16,1-3 0 0,1-2-352 0,2-3 0 15,3-3 0-15,2-2-11904 16,1-2-2464-16</inkml:trace>
  <inkml:trace contextRef="#ctx0" brushRef="#br0" timeOffset="-156110.83">10399 10924 6447 0,'2'-2'576'15,"0"1"-576"-15,-1 0 0 0,-1 1 0 0,1 1 2832 0,-1-1 464 16,1 1 96-16,0-1 0 0,-1 0 64 0,0 0 0 16,0 0 0-16,0 0 0 0,0 33-1408 0,0-33-256 15,-4 25-64-15,0-8-16 0,1 0-624 0,1 5-128 16,-1-3-32-16,0 1 0 16,3-20-544-16,-3 37-128 0,3-37 0 0,1 31-16 0,-1-31-240 0,0 0 0 15,8 40 0-15,-8-40 0 0,0 0 0 0,0 0 0 16,0 0-128-16,17 35-18272 0</inkml:trace>
  <inkml:trace contextRef="#ctx0" brushRef="#br0" timeOffset="-155842.48">10575 10891 23039 0,'1'-2'1024'0,"0"0"192"0,2 1-960 0,-1-1-256 0,0 2 0 0,-1 0 0 16,1 0 2352-16,2-1 416 0,3 1 96 0,2-1 16 16,-9 1-960-16,0 0-192 0,33 5-48 0,-33-5 0 15,0 0-896-15,35 21-176 0,-35-21-32 0,0 0-16 16,32 39-256-16,-32-39-48 0,19 39-16 0,-19-39 0 0,16 48-240 16,-16-48 176-16,10 48-176 0,-10-48 160 0,2 47-160 0,-2-47 0 15,-5 45 0-15,-2-26 0 0,0 2 0 0,-2-4 0 16,-2 0 0-16,1-1 0 15,-2-2-256-15,-2-2-16 0</inkml:trace>
  <inkml:trace contextRef="#ctx0" brushRef="#br0" timeOffset="-155078.77">10934 11050 9215 0,'-1'2'816'0,"1"-2"-656"15,0 0-160-15,0 0 0 0,0 0 1168 0,-1 0 208 16,0 1 32-16,0 1 16 0,1-2 112 0,-1 2 32 15,0-1 0-15,0 1 0 0,-1-1-672 0,2 0-144 16,0-1-32-16,0 2 0 0,0-2-32 0,1 0-16 16,0 0 0-16,1 0 0 0,-1-2 64 0,2 2 16 15,1-1 0-15,0 0 0 0,0-2 336 0,1 1 64 16,1-1 0-16,2-1 16 0,0 2-32 0,2-3-16 16,1 2 0-16,0-1 0 0,2 1-352 0,0-2-64 0,1 3 0 0,0 0-16 15,-14 2-160-15,29-3-16 0,-29 3-16 0,0 0 0 16,40 4-272-16,-40-4-48 0,0 0-16 0,0 0 0 15,41 8-160-15,-41-8 0 0,0 0 0 0,0 0 0 16,0 0 0-16,0 0-176 0,0 0 48 0,36 12-17872 16</inkml:trace>
  <inkml:trace contextRef="#ctx0" brushRef="#br0" timeOffset="-154828.31">11092 10916 12895 0,'-5'-6'576'0,"2"4"112"0,1-3-560 0,1 3-128 15,0 0 0-15,1 1 0 0,-1 1 2080 0,0 0 384 16,-1-2 80-16,-1 0 16 0,1 2-720 0,-1 0-144 16,1 2-32-16,-1 5 0 0,1 0-384 0,0 5-96 15,1 5-16-15,1 2 0 0,0-19-240 0,-1 48-48 0,1-22-16 0,0 0 0 16,0-26-368-16,2 47-80 15,-2-47-16-15,5 37 0 0,-5-37-272 0,0 0-128 0,12 41 128 0,-12-41-11072 16,0 0-2208-16</inkml:trace>
  <inkml:trace contextRef="#ctx0" brushRef="#br0" timeOffset="-154024.64">11565 10839 5519 0,'3'-4'496'0,"-2"1"-496"0,0 1 0 0,-1 2 0 16,0-2 672-16,1 1 32 15,0-1 16-15,1-4 0 16,0 0 928-16,0 1 176 0,-2 1 32 0,-1-1 16 0,0 2 48 0,-2 1 16 16,-1 2 0-16,0-1 0 0,-1 2-400 0,-1-1-64 15,-1 2-32-15,0 1 0 0,-1 2-768 0,-1-1-160 0,-1 4-16 0,0-1-16 16,0 2-128-1,-1 3-32-15,2 0 0 0,1 2 0 0,-1 2 128 0,2 4 32 16,0 3 0-16,2 1 0 0,0 5 160 0,3 0 48 16,1 1 0-16,2-1 0 0,-1-29 16 0,8 51 16 15,-8-51 0-15,14 38 0 0,-14-38-64 0,0 0-16 16,32 41 0-16,-32-41 0 0,0 0-400 0,37 21-96 16,-37-21-16-16,0 0 0 0,39 5-128 0,-26-8 0 15,0-2-192-15,0-1-17280 0</inkml:trace>
  <inkml:trace contextRef="#ctx0" brushRef="#br0" timeOffset="-153352.14">11838 10979 13823 0,'-2'-4'608'0,"0"1"128"0,0-1-592 0,1 3-144 16,0-1 0-16,0 2 0 0,0-3 1328 0,0 1 224 0,-1-2 48 0,-1-1 16 16,-1 2-208-16,-1-1-32 15,2 1-16-15,-1 1 0 0,-1 2-224 0,2 2-48 0,-1 1-16 0,0 1 0 16,0 1-432-16,-1 2-64 0,1 3-32 0,0-1 0 15,0 1 32-15,1 1 0 0,0 3 0 0,1-2 0 16,0 0-64-16,2-12 0 0,0 0 0 0,1 32 0 16,-1-32 64-16,0 0 0 0,0 0 0 0,0 0 0 15,15 35-240-15,-15-35-32 0,0 0-16 0,0 0 0 0,0 0-48 0,0 0-16 16,0 0 0-16,39 28 0 0,-39-28 0 16,0 0 0-16,0 0 0 0,0 0 0 0,0 0-224 0,37 15 176 15,-30-15-176-15,-1-3 160 0,1 0-160 0,-1-1 0 16,2-1 144-16,-1-2-144 15,2-2 224-15,-2 0-32 0,2-1 0 0,-1-2 0 0,-2 1-64 0,0-2-128 16,0 0 176-16,-1-2-176 16,-2 1 0-16,-2 0 0 0,-2 2 0 0,-3 0 0 0,-1 2 0 0,-2-2 0 15,-1 2 0-15,-2-1 0 0,0 2 128 0,-1 0-128 16,0 0 0-16,1 3 0 0,-2-1 0 0,2 4 0 0,-1 3 0 0,2 0 0 16,0 3 128-16,0 1-128 0,1-1 144 0,1 1-144 15,3-1 128-15,0 2-128 16,-1 1 0-16,3-1 0 0,0 0 0 15,1 0 0-15,2 0 0 0,1-1 0 16,-2-4-512 0,0 0-160-16,0 0-32 0,0 0-16768 0</inkml:trace>
  <inkml:trace contextRef="#ctx0" brushRef="#br0" timeOffset="-153136.77">12169 11014 23039 0,'0'0'1024'0,"1"0"192"0,-1 0-960 0,1 0-256 0,0 0 0 16,0 0 0-16,0 0 1856 0,0 0 336 0,-1 0 64 0,0 0 16 0,0 0-464 0,0 0-80 15,0 0-32-15,0 0 0 0,21 43-848 0,-21-43-160 32,0 0-48-32,0 0 0 0,0 0-416 0,17 33-96 0,-17-33 0 0,0 0-128 15,0 0-656-15,0 0-240 0</inkml:trace>
  <inkml:trace contextRef="#ctx0" brushRef="#br0" timeOffset="-152584.83">12477 10788 26143 0,'-1'-1'576'0,"-1"1"112"0,0 0 16 0,1 0 48 0,1 0-608 0,-1 0-144 0,0 1 0 0,-1 1 0 15,0 0 1920-15,-1 2 368 0,-2 1 64 0,0 0 16 32,1 3-1568-32,-3 0-304 0,2 0-64 0,-1 1-16 0,1 0-96 0,1 1 0 0,0 2-16 0,1-2 0 15,3-10-32-15,0 0 0 0,-1 29 0 0,1-29 0 16,0 0-32-16,0 0-16 16,0 0 0-16,25 35 0 0,-25-35 32 0,0 0 16 0,0 0 0 0,39 21 0 15,-39-21-272-15,0 0 0 0,0 0 128 0,41 26-128 0,-41-26 0 16,0 0 0-1,0 0 0-15,29 38 0 0,-29-38 0 0,0 0 0 0,0 0 0 0,13 38 0 0,-13-38 0 0,0 0 0 32,0 0 0-32,-4 31 0 0,1-22 0 0,-2-3 0 15,-1 0 0-15,0 0 0 0,-1-2 0 0,-1 0 0 16,0 1 0-16,-3-3 0 0,0 0 0 0,-1-1 0 0,-1-1 0 0,0-1 0 16,0 1 0-16,1-2 0 0,1 0 0 0,2 0 0 15,1-1 0-15,0 1 0 0,3-1 0 16,-1-1 0-16,1-1 0 0,3 0 0 0,1-2 0 0,1 0 0 15,1-2 0-15,1-1 0 0,2-1 0 0,1-4 0 16,1 1 128-16,1-3-128 0,2 1 144 0,1-4-144 16,2 2 0-16,0-2 0 0,1 3 0 0,-2 0 0 15,1 4 0-15,0-1-160 0,-1 0 160 0,0 2-192 16,1 0 192-16,-1 0 0 0,0 3 0 0,-2-1 0 0,-1 3 0 16,-2 0 0-16,-1 3 0 0,-4 1 0 0,1 0 176 0,-1 0-48 15,-2 2 0-15,-1 1 0 0,-1-2-128 0,-1 0 0 16,0 1 144-16,-2-1-144 0,1 1 0 0,-3-1 144 15,1 0-144-15,-2-2 0 0,-2 1 0 0,1-2 0 16,0 0 0-16,2-2 0 16,0 1-800-16,2 1-160 0,2 2-48 0,0-1-16112 15</inkml:trace>
  <inkml:trace contextRef="#ctx0" brushRef="#br0" timeOffset="-151870.79">12704 10950 12079 0,'-1'0'1072'0,"1"-2"-864"16,0 2-208-16,0-1 0 16,0 1 704-16,0-1 112 0,-1-1 16 0,1-1 16 0,-2-2 576 0,2 1 112 15,0-1 32-15,0-1 32 0,0 1 272 0,0 1 64 16,0 0 16-16,0 0 32 0,0 1 176 0,0 0 32 15,0 1 16-15,0 1 32 0,0 0-448 0,1 1-64 16,-1 1-32-16,1 2 32 16,0 0-720-16,0 4-144 0,-1-7-32 0,0 0 32 0,0 0-624 0,0 0-240 0,27 40 176 0,-27-40-176 31,0 0 0-31,32 27 0 0,-32-27 0 0,0 0 0 0,37 21-176 0,-37-21 48 0,0 0 0 0,0 0 128 16,42 21-304-16,-42-21 48 15,0 0 16-15,0 0 32 16,0 0-208-16,0 0-32 0,34 19-16 0,-34-19-12224 15,0 0-2480-15</inkml:trace>
  <inkml:trace contextRef="#ctx0" brushRef="#br0" timeOffset="-151664.97">12827 10910 17503 0,'-1'0'768'0,"0"0"176"0,0 0-752 0,0 0-192 16,0 2 0-16,0-1 0 0,0 1 1744 0,-2 3 320 0,-2 2 64 0,-2 2 16 0,-2 3-352 0,-2 3-64 31,-2 1 0-31,1-2-16 0,-1 3-320 0,1-4-64 16,1 0-16-16,0-1 0 0,2-3-832 0,0-2-160 15,3-1-48-15,-1-1 0 0,2-1-512 0,1-1-96 16,0 1-32-16,3-4-15760 0</inkml:trace>
  <inkml:trace contextRef="#ctx0" brushRef="#br0" timeOffset="-151300.67">13168 10813 6447 0,'1'-2'576'0,"0"2"-576"16,-1-2 0-16,0 2 0 0,0 0 1792 0,-1-1 256 15,1 1 64-15,-2-2 0 16,0 0 608-16,-2 2 128 0,-2-2 32 0,0 4 0 0,-2 0-640 0,0 0-128 16,0 1-32-16,-1 2 0 0,1-1-416 0,-1 3-96 15,0 0-16-15,0 1 0 0,2-1-592 0,-2 2-112 16,1 5-16-16,-1 1-16 0,0 4-432 0,1 2-64 15,2 2-32-15,0-1 0 0,2 2-160 0,4-24-128 0,-1 45 192 0,1-45-192 16,7 37 128-16,-7-37-128 0,0 0 0 0,23 41 0 16,-23-41 0-16,0 0 0 0,0 0 0 0,39 31 0 15,-39-31-240-15,0 0-48 0,0 0-16 0,42 9 0 32,-42-9-1440-32,20-5-304 0</inkml:trace>
  <inkml:trace contextRef="#ctx0" brushRef="#br0" timeOffset="-151063.2">13249 10996 6447 0,'-1'0'576'0,"0"1"-576"16,1 0 0-16,0-1 0 0,0 0 2272 0,-1 2 352 16,0-1 64-16,-1 1 0 0,2 3 816 0,-1-3 144 15,1-2 48-15,0 0 0 0,0 0-960 0,0 0-192 16,0 0-48-16,0 0 0 0,29-2-1568 0,-19-3-320 15,0 0-64-15,0 1-16 0,2-2-384 0,-2 2-144 16,0-1 0-16,0 1 144 0,-2 2-320 0,0-1-64 16,-8 3-16-16,0 0 0 15,0 0-976-15,25-2-208 0,-25 2-32 0,0 0-14656 0</inkml:trace>
  <inkml:trace contextRef="#ctx0" brushRef="#br0" timeOffset="-150197.18">13617 10832 19343 0,'-5'2'848'0,"2"-2"192"0,0 1-832 0,0 1-208 0,1-2 0 0,1 2 0 31,0-1 1248-31,-2 1 208 0,-1 1 32 0,0 0 16 15,-1 1 224-15,1 0 32 0,0-2 16 0,3 1 0 0,0-1-192 0,0 0-48 0,2 1 0 0,1-3 0 16,2 0-688-16,1 0-144 0,1 0-16 0,3-3-16 31,0 1-192-31,3-1-32 0,2-1-16 0,2-1 0 16,0-1-272-16,2-2-160 0,1 2 192 0,0-2-192 16,0 1 128-16,1-1-128 0,0 1 0 0,0 0 0 0,-3 3 0 0,0-2 0 15,-1 2 0-15,-1-1 0 0,-1 1 0 0,-3 1 0 16,-1 1 0-16,-3 2 0 0,0 0 0 0,-2 0 0 15,-3 0 0-15,-1 1 0 0,0 0 128 0,-2 1-128 16,-1-1 0-16,1 1 0 0,-2 1 144 0,0-1-144 16,0 0 0-16,0 0 144 0,1 0-144 0,0-1 192 15,0 1-192-15,0-2 192 0,1 0-192 0,0 0 0 16,1 0 0-16,0 0 128 0,0 0-128 0,0 0 0 16,1 0 0-16,0 0 0 0,1-2 0 0,0 1 0 15,1 1 0-15,-2-2 0 0,2 1 0 0,-1 0 0 0,1-1 0 0,-2 0 0 16,1 2 0-16,-1-1 0 0,-1 1 0 15,0 0 0-15,-1-2 0 0,0 2 0 0,-2 0 0 0,0 2 0 16,0-2 0-16,0 1 0 0,-2 3 0 0,0-3 0 16,1 2 0-16,-2 1 0 0,1 0 0 0,-1 0 0 15,1-1 0-15,0 2 0 0,0-1 0 0,0-1 0 16,1 0 0-16,-1 1 0 0,3-2 0 0,-1 0 0 16,1 1 0-16,0-1 0 0,1-2 0 0,0 0 0 15,1 0 0-15,0 0 0 0,1 0 0 0,-1-2 0 16,1 2 0-16,0 0 0 0,0-2 0 0,1 1 0 0,-1 1 0 15,1-2 0-15,-2 1 0 0,2 0 0 0,0-1 0 0,0-1 0 16,-1 3 0-16,0-2 0 0,0 2 0 0,0-2 0 16,-1 1 0-16,1 1 0 0,-1 0 0 0,0 0 0 15,-1 0 0-15,1 0 0 0,-1 0 0 0,-1 3 0 16,1-3 0-16,-1 3 0 0,0 1 0 16,-1 0 0-16,-1 2 0 0,-1 3 0 0,1 2 0 0,-2 2 0 15,-1 6 0-15,-2 2 128 0,1 2-128 0,0 3 192 16,-2 0-192-16,1 3 192 0,1 0-192 0,0-1 0 0,1-2 0 15,0-2 0-15,2-3 0 0,0-2 0 0,5-19 0 0,-7 33 0 16,7-33 0-16,-5 27 0 0,5-27 0 16,0 0 0-1,0 0-400-15,-2 28-64 0,2-28-16 0,0 0-17824 0</inkml:trace>
  <inkml:trace contextRef="#ctx0" brushRef="#br0" timeOffset="-149951.75">13664 11034 11455 0,'-7'-3'256'0,"2"1"48"0,1-1 16 0,1 3 0 15,1 0-320-15,2 0 0 0,-2 0 0 0,0 0 0 16,-2 0 2752-16,-2 1 512 0,1-1 80 0,-1 2 32 0,3-2-1456 0,2 0-304 16,0 2-48-16,1-2-16 0,1 0-192 0,2 0-32 15,2-2-16-15,1-1 0 0,2 0-240 16,1-3-48-16,1 1-16 0,3-2 0 15,1 0-272-15,1 0-48 0,3 0-16 0,-1-3 0 0,3 3-384 0,-1-2-80 16,2-1-16-16,1 1 0 0,-1 0-192 0,0 1 0 16,-2 1 0-16,-1 1 0 15,-1 1-976-15,-2 2-192 0</inkml:trace>
  <inkml:trace contextRef="#ctx0" brushRef="#br0" timeOffset="-149622.97">14020 11043 19343 0,'0'0'1728'0,"-2"3"-1392"16,2-3-336-16,0 0 0 0,0 0 2032 0,0 0 336 15,0 0 64-15,0 0 0 16,0 0 272-16,0 0 48 0,0 0 16 0,0 0 0 0,0 0-1616 0,0 0-336 16,0 0-64-16,25 32-16 0,-25-32-544 0,0 0-192 15,0 0 0-15,0 0 144 16,0 0-464-16,0 0-112 0,0 0-16 0,0 0-17296 0</inkml:trace>
  <inkml:trace contextRef="#ctx0" brushRef="#br0" timeOffset="-149224.54">14257 10837 19343 0,'0'0'1728'0,"-1"2"-1392"0,1-2-336 0,0 1 0 0,0 1 1904 0,-1 0 304 15,0 0 64-15,-1 1 16 0,0 4-496 0,-1 0-112 16,-2 0-16-16,1 3 0 16,-1-1-752-16,0 1-144 0,1 3-48 0,-1-3 0 15,0 4-96-15,1-2-32 0,4-12 0 0,-7 28 0 0,7-28-368 0,0 0-80 32,-3 34-16-32,3-34 0 0,0 0 112 0,0 0 16 0,0 0 0 0,0 0 0 0,24 30-256 0,-24-30 176 31,0 0-176-31,0 0 160 0,35 4-160 0,-35-4-176 15,0 0 48-15,31 4 0 0,-31-4-176 0,0 0-16 16,0 0-16-16,37 9 0 16,-37-9-80-16,0 0-16 0,0 0 0 0,0 0 0 0,29 27 32 0,-29-27 0 0,0 0 0 0,0 0 0 15,0 0 400-15,0 0-128 0,9 37 128 0,-9-37 0 16,0 0 0-16,-6 17 176 0,2-13-16 0,0 2 0 16,-3-2 272-16,0-1 48 0,-1 2 16 0,1-1 0 15,1-2 96-15,-3-2 32 0,0 3 0 0,-2-3 0 16,0 0-240-16,-1 0-64 0,0-2 0 0,1 1 0 15,1-1-192-15,0 0-128 0,0-3 128 0,1 0-128 16,3-2-384-16,1-2-160 0</inkml:trace>
  <inkml:trace contextRef="#ctx0" brushRef="#br0" timeOffset="-149037.06">14200 10877 22047 0,'0'0'480'0,"0"0"96"0,1-2 32 0,-1 2 32 0,2 0-512 0,0-2-128 16,1 1 0-16,3-1 0 0,3-2 1840 0,5-2 336 16,4 0 80-16,3 0 16 0,1 2-928 0,-1-3-176 15,1 2-32-15,-1 3-16 0,0-1-416 0,-21 3-64 16,38-5-32-16,-38 5 0 0,29-2-608 0,-29 2 0 16,0 0 0-16,31 2-16192 0</inkml:trace>
  <inkml:trace contextRef="#ctx0" brushRef="#br0" timeOffset="-148799.89">14587 10742 28559 0,'0'0'1264'0,"0"0"272"16,0 0-1232-16,0 0-304 0,0 0 0 0,0 0 0 0,0 0 1216 0,0 0 176 15,30 2 32-15,-30-2 16 16,0 0-432-16,38 10-96 0,-38-10-16 0,0 0 0 0,40 19-288 0,-40-19-64 15,0 0-16-15,34 35 0 0,-34-35-208 0,0 0-64 16,27 46 0-16,-27-46 0 0,11 33-32 0,-11-33-16 16,7 40 0-16,-7-40 0 15,1 40-80-15,-1-40 0 0,-6 38-128 0,0-19 192 0,-2-2-192 0,0 0 0 16,-2-1 0-16,-2-4 0 16,1-3-288-16,-2-1-96 0</inkml:trace>
  <inkml:trace contextRef="#ctx0" brushRef="#br0" timeOffset="-148275">14992 10787 15663 0,'-2'-2'1392'0,"1"1"-1120"0,1 1-272 0,0-2 0 16,0 2 1584-16,1-1 256 15,-1-2 48-15,0 0 16 0,2-4 592 0,-1 2 112 0,2-2 16 0,2 1 16 16,0 1-688-16,2 2-144 15,-1 1-16-15,-6 2-16 0,0 0-880 0,0 0-160 0,35 6-32 0,-35-6-16 16,0 0-368-16,30 34-80 0,-30-34-16 0,20 39 0 16,-20-39 32-16,13 46 0 0,-13-46 0 0,8 64 0 15,-6-28-32-15,-4 0 0 0,-2 1 0 0,-3-1 0 16,-1-7-224-16,-2-1 144 16,-2-5-144-16,-1-3 128 0,2-4-128 0,1-3-192 15,0-2 32-15,-1-2-19104 16</inkml:trace>
  <inkml:trace contextRef="#ctx0" brushRef="#br0" timeOffset="-147669.43">15288 10986 15663 0,'0'0'1392'0,"0"0"-1120"0,0 0-272 0,0 0 0 16,0 0 1664-16,0 0 256 0,0 0 64 0,0 0 16 16,0 2 224-16,2-2 32 0,0 0 16 0,2 1 0 15,0-2-464-15,3 1-80 0,-7 0-32 0,19-3 0 16,-7 0-736-16,2 0-160 0,4-1-32 0,1 1 0 15,3-2-416-15,1 0-96 0,1 1 0 0,-1-1-16 0,0 2-240 0,0 0 144 16,-3 0-144-16,-1-2 128 0,-19 5-128 0,32-5 0 16,-32 5 0-16,24-5 0 15,-24 5 0-15,0 0 0 0,22-2-160 0,-20 2 160 16,0-2-1168-16,-3 2-144 0,-1 2-32 0,-1-2-15408 0</inkml:trace>
  <inkml:trace contextRef="#ctx0" brushRef="#br0" timeOffset="-147451.77">15478 10794 15663 0,'-3'-1'1392'0,"1"0"-1120"16,1 1-272-16,0-2 0 0,0 2 1984 0,1 0 352 16,-1 0 64-16,0 2 16 0,0-1 64 0,0 2 16 0,0 2 0 0,-1 0 0 15,0 2-1344-15,2-7-256 0,0 0-48 0,-4 35-16 16,4-35-144-16,-1 36-48 0,1-36 0 0,0 45 0 15,0-45-320-15,-1 50-80 0,1-50-16 0,-1 52 0 16,1-52-96-16,-1 47-128 0,1-47 176 0,-2 41-176 16,2-41 0-16,-1 31 0 0,1-31 0 0,0 0-11760 15,0 35-2336-15</inkml:trace>
  <inkml:trace contextRef="#ctx0" brushRef="#br0" timeOffset="-138133.12">16094 10728 6447 0,'-1'-3'576'0,"0"1"-576"0,1 2 0 0,0-2 0 16,0 1 1328-16,0 1 144 16,0 0 48-16,0-2 0 0,0 0 688 0,-1 0 144 0,-1-1 16 0,0 1 16 0,0 2-544 0,-1-2-112 15,0 1-32-15,1 1 0 0,-1 0-736 0,0 0-128 16,-1 0-48-16,1 1 0 16,-1 1-336-16,0 1-64 0,1 1 0 0,-1 0-16 0,0 0 80 0,0 2 32 15,-1 1 0-15,0 2 0 0,1 3-16 0,-1 0 0 16,0 2 0-16,0 3 0 15,-1 2-176-15,0 3-32 16,0 1-16-16,1 1 0 0,-1-1-96 0,2-1-16 16,4-22 0-16,-4 41 0 0,4-41 128 0,0 39 0 0,0-39 16 15,2 36 0-15,-2-36-144 0,0 0-128 0,13 38 144 0,-13-38-144 16,0 0 0-16,0 0 0 0,0 0 0 0,38 24 0 16,-38-24 0-16,23-2 0 0,-11-1 0 0,0-2 0 31,0 1-800-31,0-1-48 0,-1 0-16 0,0 1-14496 0</inkml:trace>
  <inkml:trace contextRef="#ctx0" brushRef="#br0" timeOffset="-137152.35">16258 10804 911 0,'0'-8'0'0,"0"5"0"0,0 0 0 0,0 0 0 0,1 3 2976 0,-1-2 512 16,0 1 96-16,0-1 32 0,0 1-928 0,0-2-192 15,0 0-48-15,-1 3 0 0,0 0-656 0,-2 1-144 16,0 3-32-16,-1 0 0 15,1 2-704-15,-3 1-144 0,1 2-16 0,0 5-16 0,-1 0-288 0,1 3-64 16,-1 0-16-16,2 1 0 16,4-18-160-16,-5 38-16 0,5-38-16 0,-1 34 0 0,1-34 128 0,0 0 16 15,11 39 16-15,-11-39 0 0,0 0-208 0,0 0-128 16,33 22 160-16,-33-22-160 0,22-1 368 16,-10-3-32-16,1 0 0 0,-1-6 0 0,1 3 96 15,0-4 16-15,-1 2 0 0,-1-2 0 0,1-1-240 0,-2 1-32 16,0-1-16-16,-3 1 0 0,0-1-160 15,-1 0 0-15,-2 0 0 0,-2 0 0 0,-2 0 0 0,-2-2 0 0,-3 2-160 0,-2-2 160 16,-2 4 0-16,-1 0 0 16,-2 1 0-16,0 2 0 0,-1 3 0 0,0 1-144 0,1 5 144 0,0-2 0 15,1 5 0-15,2-1 0 16,0 2 0-16,3 0 176 0,0 2-176 0,2-1 0 0,3 0 0 0,1 0 0 0,0-7 0 0,0 0-144 16,0 0 144-16,0 0-16864 15</inkml:trace>
  <inkml:trace contextRef="#ctx0" brushRef="#br0" timeOffset="-136975.67">16515 10894 26719 0,'3'1'1184'0,"-2"0"240"16,1 1-1136-16,-1-2-288 0,0 1 0 0,-1 1 0 0,1-2 1520 0,0 2 240 0,-1-2 48 0,0 0 16 31,0 0-496-31,0 0-112 0,0 0 0 0,10 36-16 15,-10-36-688-15,0 0-144 0,0 0-32 0,0 0 0 16,0 0-336-16,15 35 0 0,-15-35 0 0,0 0-17216 16</inkml:trace>
  <inkml:trace contextRef="#ctx0" brushRef="#br0" timeOffset="-136581.2">16723 10768 20271 0,'0'-2'1792'0,"0"2"-1424"16,1 0-368-16,-1 0 0 0,0 0 2064 16,0 0 352-16,0 0 64 0,0 1 16 0,0 0-144 0,-1 1-32 15,0 3 0-15,-1 0 0 0,0 2-1344 0,1-1-272 16,-2 2-48-16,3-8-16 0,0 0-304 0,0 0-64 16,0 0-16-16,1 33 0 0,-1-33-256 0,0 0 0 15,0 0 128-15,0 0-128 0,0 0 0 0,31 27 0 0,-31-27 0 0,0 0 0 16,0 0 0-16,34 21 0 15,-34-21 0-15,0 0 0 0,0 0 0 0,35 28 0 0,-35-28 0 0,0 0 0 16,0 0 0-16,29 36 0 0,-29-36 0 16,0 0 0-16,0 0 0 0,13 38 0 0,-13-38 0 0,0 0 0 15,0 0 0-15,-1 34 0 0,1-34 0 0,0 0 0 16,-6 23 0-16,6-23 0 0,0 0 0 0,-7 19 0 16,3-15 0-16,0 1 160 0,2 0-32 0,-4-1 0 15,2-1 64-15,-1 2 16 0,-2-3 0 0,0 1 0 0,0 1-208 0,-1-1 144 16,-1-1-144-16,-2 0 128 15,-2 1-128-15,-1-1 0 0,-3-1 0 0,1-1 0 0,0-1-144 16,0-1-64-16,2-1-16 0,2-4 0 31,3 0-1712-31,0-3-352 0</inkml:trace>
  <inkml:trace contextRef="#ctx0" brushRef="#br0" timeOffset="-136403.77">16716 10723 26719 0,'2'-2'1184'0,"0"2"240"0,0 0-1136 0,0 0-288 15,0 2 0-15,0-2 0 0,1 0 2112 0,3 1 352 0,-6-1 80 0,0 0 16 16,39 6-784-16,-39-6-160 0,38 0-16 0,-18 0-16 16,0-1-880-16,-1-3-192 0,1 2-16 15,-2-1-16-15,-1-1-336 0,0 0-144 0,-2 1 128 16,-1 0-128-16,-1 1 0 0,-1 1-144 16,-12 1 0-16,0 0-12688 15,27-1-2528-15</inkml:trace>
  <inkml:trace contextRef="#ctx0" brushRef="#br0" timeOffset="-136121.33">17132 10785 7359 0,'0'0'656'0,"1"0"-528"15,0 0-128-15,-1 0 0 16,1 0 2784-16,0 0 528 0,1 2 96 0,1-2 32 0,-3 0 640 0,0 0 128 0,0 0 16 0,0 0 16 16,38 19-2096-16,-38-19-416 0,0 0-96 15,36 21-16-15,-36-21-1040 0,0 0-224 0,36 24-32 0,-36-24-16 16,0 0-304-16,33 26 160 0,-33-26-160 0,0 0 128 16,0 0-128-16,38 31 0 0,-38-31 0 0,0 0 0 15,0 0-144-15,0 0-16 0,30 28 0 0,-30-28 0 16,0 0-1616-1,0 0-320-15</inkml:trace>
  <inkml:trace contextRef="#ctx0" brushRef="#br0" timeOffset="-135929">17352 10742 16575 0,'0'-2'1472'0,"0"0"-1168"0,0 1-304 0,0 2 0 31,-1 1 2240-31,0-2 400 0,-1 2 80 0,-2 3 16 15,-1 3-160-15,-3 4-16 0,-4 3-16 16,-1 4 0-16,0 2-1136 0,-4 3-240 0,-2 2-32 0,1 3-16 0,-2-1-576 0,3-2-112 16,0-2-32-16,3-3 0 0,1-2-400 15,2-2 0-15,3-3 128 0,0-2-128 0,8-12-272 0,-6 16-96 16,6-16-16-16,0 0-17504 0</inkml:trace>
  <inkml:trace contextRef="#ctx0" brushRef="#br0" timeOffset="-135501.86">17661 10742 20271 0,'1'-5'896'0,"0"3"192"0,0-1-880 0,-1 1-208 0,0 2 0 0,0-1 0 16,0 0 1920-16,0 1 352 0,0-3 64 0,0 1 16 15,-2 0-80-15,-1 2-16 0,-1 2 0 0,-1 3 0 16,-1-1-1088-16,-1 6-208 0,-2 0-64 0,-1 4 0 16,0 2-528-16,-1 4-112 15,0 1-32-15,-1 4 0 0,3 2-224 0,0-1 0 0,2 0 0 0,2 0 0 16,5-26 0-16,-3 47 0 0,3-47 0 0,6 39 0 16,-6-39 0-16,0 0 0 0,20 39 0 0,-20-39 0 15,0 0 0-15,33 22-128 0,-33-22 128 0,0 0-208 16,33 7-1712-16,-33-7-320 15</inkml:trace>
  <inkml:trace contextRef="#ctx0" brushRef="#br0" timeOffset="-135247.73">17742 10936 17503 0,'-2'-2'768'0,"1"2"176"0,0-1-752 15,0 0-192-15,1 1 0 0,0 0 0 0,0 0 2064 0,-1 0 384 0,1 0 80 0,0 0 16 16,0 1-336-16,1 0-64 16,1-1-16-16,-2 0 0 0,0 0-768 0,0 0-144 15,0 0-48-15,31 2 0 0,-31-2-592 0,23-2-112 0,-23 2-16 0,24-4-16 16,-24 4-432-16,21-3 128 0,-21 3-128 0,20-5 0 16,-20 5 0-16,17-2-144 15,-17 2 0-15,0 0 0 0,19-2-1072 0,-14-1-192 16,-5 3-64-16,10-3-14688 0</inkml:trace>
  <inkml:trace contextRef="#ctx0" brushRef="#br0" timeOffset="-134749.89">18191 10763 20271 0,'2'-4'896'0,"-1"3"192"0,0 1-880 0,0-2-208 0,-1 2 0 0,0 0 0 0,0 0 2160 15,-1 0 384-15,-1 0 80 0,0 2 0 0,-1 1-384 0,-2-1-96 0,0 2-16 0,0 0 0 31,-2 1-1168-31,2 1-224 0,-1 0-48 0,0 2-16 16,1 0-400-16,-2 1-80 0,1 1 0 0,0 1-16 0,6-11-176 0,-7 18 128 0,7-18-128 0,-7 26 128 16,7-26 0-16,0 0-128 0,-1 37 192 0,1-37-64 15,0 0-128-15,0 0 0 0,0 0 144 0,22 38-144 16,-22-38 0-16,0 0 0 0,0 0 0 0,32 17 0 16,-32-17 0-16,0 0 0 15,0 0 0-15,36 10 0 0,-36-10 0 0,0 0 0 16,0 0 0-16,28 8 0 0,-28-8 0 0,0 0 0 0,0 0 0 0,0 0 128 0,0 0-128 0,0 0 0 31,0 0 0-31,0 0 0 0,30 20 0 0,-30-20 0 16,0 0 0-16,0 0 128 0,0 0-128 0,-13 18 0 15,13-18 0-15,-13 10 0 0,5-3 0 0,-1 0 0 16,-1-2 0-16,1 1 0 0,0 0 0 0,-2-1 0 16,1-1 0-16,1-2 0 0,-1 1 0 0,0-2 0 0,1-2 0 15,1-2 0-15,0 1-192 0,1-2-16 0,0-3 0 0,0 2 0 31,0-3-1424-31,0-3-288 0,1 1-48 0,0-3-14112 0</inkml:trace>
  <inkml:trace contextRef="#ctx0" brushRef="#br0" timeOffset="-134520.72">18124 10766 12783 0,'6'-5'272'0,"-2"3"64"0,-1 1 16 0,0-1 16 15,-1 2-368-15,0 2 0 0,1-2 0 0,-3 0 0 16,0 0 3840-16,0 0 688 0,35 12 144 0,-35-12 64 0,0 0-1600 0,38 12-304 16,-38-12-64-16,28 2 16 0,-28-2-1696 0,31-2-352 15,-14 1-64-15,1-2 32 16,-1 0-544-16,-1-2-160 0,-1 1 0 0,-2 1 128 0,-1-2-128 0,-2 2-224 16,0 0 48-16,-1-2-12224 15,-2 2-2480-15</inkml:trace>
  <inkml:trace contextRef="#ctx0" brushRef="#br0" timeOffset="-134266.58">18498 10673 24879 0,'3'-2'1088'0,"-1"0"256"15,0 2-1088-15,0 0-256 0,-2 0 0 0,0 0 0 16,0 0 2240-16,0 0 384 0,0 0 64 0,31 11 32 15,-31-11-976-15,31 14-192 0,-31-14-32 0,30 15-16 16,-30-15-912-16,0 0-176 0,41 23-32 0,-41-23-16 16,0 0-176-16,36 26-48 0,-36-26 0 0,0 0 0 0,27 32-144 0,-27-32 0 15,0 0 0-15,17 42 128 16,-17-42-128-16,0 0 0 0,2 48 0 0,-2-48 0 0,-9 32 0 0,9-32 0 16,-16 34 0-16,5-20 0 15,0 0 0-15,-1-2 0 0,0-1-160 0,-1-2-12256 16,0 0-2464-16</inkml:trace>
  <inkml:trace contextRef="#ctx0" brushRef="#br0" timeOffset="-133490.1">18898 10723 13823 0,'3'-3'1216'0,"-1"1"-960"0,1 1-256 0,-1 0 0 16,0 1 1472-16,2-4 256 0,3 1 64 0,5-3 0 15,4 0 1024-15,2 0 192 0,-2 5 64 0,-16 1 0 16,35 2-896-16,-35-2-192 0,35 17-16 0,-35-17-16 16,30 33-992-16,-30-33-192 0,25 45-32 0,-25-45-16 15,16 55-480-15,-16-55-112 0,8 59 0 0,-8-59-128 16,-3 57 0-16,-3-30 0 0,-2 2 0 0,-3-2 0 0,-3-1 0 0,0-3 0 15,-1-6 0-15,-2 0-12288 16,4-3-2352-16</inkml:trace>
  <inkml:trace contextRef="#ctx0" brushRef="#br0" timeOffset="-132762.18">19330 10886 11055 0,'0'0'976'0,"0"0"-784"0,0 0-192 0,0 0 0 16,0 0 1408-16,0 0 224 0,-1 0 48 0,1 0 16 16,-1 0 608-16,0 1 128 15,0 1 32-15,0 0 0 0,1-1-576 0,0 1-112 16,-1-1-32-16,1 0 0 0,1 1-592 0,-1-2-112 0,0 0-16 0,1 1-16 0,1-1-240 0,0 0-32 16,1 0-16-16,0-1 0 15,0 1-160-15,2-2-48 0,0 1 0 0,0 0 0 0,3-2-224 0,0 1-48 16,1-1-16-16,1 1 0 0,2 0-32 0,1-2 0 15,0 1 0-15,0 0 0 0,1 1 0 0,1 0 0 16,0-1 0-16,1-1 0 16,-1 1-64-16,-1 1 0 0,2 2-128 0,-2-2 192 15,-14 2-192-15,26-2 144 0,-26 2-144 0,21 0 128 0,-21 0-128 0,0 0 0 16,26 2 0-16,-20-2 0 0,-6 0 0 0,0 0 0 16,0 0 0-16,0 0 0 0,0 0 0 0,0 0-176 0,0 0 48 15,0 0-12608 1,0 0-2496-16</inkml:trace>
  <inkml:trace contextRef="#ctx0" brushRef="#br0" timeOffset="-132520.71">19471 10724 11967 0,'-7'-1'528'0,"3"-2"112"0,0 1-512 0,1 2-128 0,2-1 0 0,1 1 0 0,-1-1 1744 0,0 1 320 16,-1 0 64-16,1 0 16 0,-1 1 368 0,2 2 80 16,0-3 16-16,0 0 0 0,0 0-240 0,4 38-64 15,-4-38 0-15,3 36 0 0,-3-36-1152 0,4 45-256 16,-4-45-32-16,3 47-16 0,-3-47-544 0,2 47-112 16,-2-47-32-16,0 40 0 0,0-40-160 0,-1 35 0 15,1-35 0-15,-2 28-12144 16,2-28-2416-16</inkml:trace>
  <inkml:trace contextRef="#ctx0" brushRef="#br0" timeOffset="-128401.39">19998 10732 8287 0,'1'-6'736'0,"-1"3"-592"0,1-2-144 0,-1 3 0 0,0 2 672 0,0-2 96 16,0 2 32-16,0-3 0 0,0 1 928 0,-1-3 176 16,0 3 32-16,-1-1 16 0,0 1-96 0,-1 2-32 15,1 0 0-15,0 0 0 0,-2 0-544 16,1 2-96-16,0-1-32 0,0 1 0 0,-1 0-320 0,0 3-64 15,0 0 0-15,0 1-16 16,-1 2-240-16,1 1-32 0,-1 3-16 0,5-12 0 16,-9 29-144-16,9-29-16 0,-9 36-16 0,9-36 0 15,-6 42-128-15,6-42-32 0,-4 42 0 16,4-42 0-16,1 38-128 0,-1-38 0 0,0 0 0 0,12 40 0 16,-12-40 0-16,0 0 0 0,0 0 0 0,34 17 0 15,-21-22 0-15,0 1 0 0,1-6 0 0,3-1 0 0,1-1 400 0,-3-2 48 0,1 1 16 0,-2-2 0 16,-1 0-336-16,-2-1-128 0,-1 1 0 0,-1-2 0 15,-3 3 0-15,-2-2 0 0,-2 2 0 0,-4 0 0 16,-2 1 0-16,-2-1 128 0,-2 3-128 0,-2 3 0 16,0-2 0-16,-2 6 0 0,1-1 0 0,-1 5 0 15,2 0 0-15,-1 5 128 16,2-1-128-16,1 2 0 0,1 2 0 0,2 0 0 0,5-8 0 0,-7 17 0 16,7-17-320-16,0 0-16 0,0 0 0 0,0 0-15616 15</inkml:trace>
  <inkml:trace contextRef="#ctx0" brushRef="#br0" timeOffset="-128209.37">20188 10845 23039 0,'0'0'1024'0,"0"0"192"0,0 0-960 0,0 0-256 15,0 0 0-15,0 0 0 0,0 0 1408 0,0 0 224 16,0 0 48-16,25 30 16 0,-25-30-256 0,0 0-48 0,0 0-16 0,30 35 0 15,-30-35-640-15,0 0-128 0,0 0-32 0,0 0 0 16,0 0-576-16,27 31 0 0,-27-31 0 0,0 0-15984 16</inkml:trace>
  <inkml:trace contextRef="#ctx0" brushRef="#br0" timeOffset="-127831.42">20506 10680 22111 0,'4'-4'976'0,"-1"1"208"0,-1 1-944 0,0-1-240 16,-1 3 0-16,0 0 0 0,0 0 1920 0,0 0 352 15,-1 0 64-15,0 0 16 0,0 0-528 0,0 0-96 16,0 0-32-16,0 0 0 16,0 0-880-16,0 0-176 0,0 0-48 0,0 0 0 0,-9 26-336 0,1-18-80 15,0 1-16-15,-2 0 0 0,-1 3-160 0,-1 1 0 16,-1 3 0-16,0 1 0 0,1 1 0 0,1-1 0 15,1 1 0-15,0 0 0 0,1 3 0 0,1 0 0 16,8-21 0-16,-10 38 0 0,10-38 0 0,-2 33 0 16,2-33 0-16,0 0 0 0,0 0 0 0,21 38 0 0,-21-38 0 0,0 0 0 15,29 10 0-15,-29-10 0 0,21 0 0 0,-21 0 0 16,23-4 0-16,-12 1 0 0,-1 0 0 0,-1 0 0 16,2-1 0-16,-1-1 0 0,-1-1 0 0,1-2 0 15,-1 1 0-15,0 0 160 0,-2 0-32 0,-2-2-128 16,-1 1 128-16,-3 1-128 0,-1-1 0 0,-2 0 0 15,-3 3 128-15,-2-4-128 0,-4 4 0 0,-1 0 0 16,-3 0 0-16,-4 4 0 0,-3 0 0 0,-2 2 0 16,1 0-368-16,2 4-128 0,2 0-16 0,1-1-11008 15,3 1-2176-15</inkml:trace>
  <inkml:trace contextRef="#ctx0" brushRef="#br0" timeOffset="-127272.33">20776 10746 15663 0,'-1'-2'1392'0,"1"0"-1120"0,0 2-272 0,0 0 0 16,0 0 1728-16,0 0 272 15,0 0 64-15,1-2 16 0,0 2 576 0,1 0 112 0,0 0 32 0,-2 0 0 16,0 0-976-16,0 0-192 16,0 0-32-16,38 30-16 0,-38-30-816 0,0 0-176 15,34 31-16-15,-34-31-16 0,0 0-304 0,33 33-64 0,-33-33-16 0,0 0 0 16,31 29-176-16,-31-29 0 0,0 0 0 0,29 21 0 31,-29-21-560-31,0 0-80 0</inkml:trace>
  <inkml:trace contextRef="#ctx0" brushRef="#br0" timeOffset="-127087.8">20898 10749 22111 0,'-4'0'976'0,"1"0"208"0,1 1-944 0,0 1-240 15,1 0 0-15,-1-1 0 0,2-1 1584 0,0 0 272 0,-12 18 48 0,3-4 16 0,-3 3-288 0,-3 1-48 31,0 0-16-31,0 0 0 0,-1 1-784 0,-1-2-144 16,1-1-48-16,1 1 0 0,0-3-592 0,2-1 0 0,1-2 0 0,2-2-16256 16</inkml:trace>
  <inkml:trace contextRef="#ctx0" brushRef="#br0" timeOffset="-126706.2">21151 10671 1839 0,'3'-5'160'0,"-1"3"-160"0,1-1 0 0,-1 1 0 0,0 2 2096 0,-1-2 384 15,-1 2 80-15,0 0 0 0,5-3 672 0,-2 2 128 16,0 0 32-16,-1-1 0 0,-2 2-624 0,0 0-112 15,0 0-32-15,-3 2 0 0,1-2-912 0,-1 2-192 16,0 0-48-16,0 1 0 0,-2-1-832 0,0 2-192 16,0 2-16-16,-1-1-16 0,1 2-176 0,-2 2-48 15,1 1 0-15,6-10 0 0,-11 22 16 0,11-22 0 0,-10 28 0 0,10-28 0 16,-6 30-208-16,6-30 144 0,-2 34-144 0,2-34 128 16,1 35-128-16,-1-35 0 0,0 0 0 0,12 47 0 15,-12-47 0-15,0 0 128 16,23 36-128-16,-23-36 0 0,0 0 0 0,31 19 0 15,-31-19 0-15,0 0 0 16,31 6-384-16,-31-6-176 0,21-4-16 0,-11 0-17248 0</inkml:trace>
  <inkml:trace contextRef="#ctx0" brushRef="#br0" timeOffset="-126499.43">21250 10825 19343 0,'-2'0'848'0,"1"0"192"0,0 2-832 0,1-2-208 15,1 0 0-15,0 0 0 0,0 0 2288 0,-1 0 400 16,0 0 96-16,0 0 16 0,22 3-240 0,-12-5-64 16,2 1 0-16,1-1 0 0,0-1-1456 0,1-1-288 15,1 0-64-15,-2 1-16 0,-2 0-448 0,-1 1-96 16,1 0 0-16,-2 2-128 0,-3-2 0 0,1 1 0 0,-7 1 0 0,0 0 0 31,0 0-1136-31,0 0-176 0</inkml:trace>
  <inkml:trace contextRef="#ctx0" brushRef="#br0" timeOffset="-126012.7">21487 10732 21183 0,'-4'-4'944'0,"2"1"192"16,1 1-912-16,0 0-224 0,1 1 0 0,0 1 0 15,1 0 1856-15,1-2 336 0,0 0 64 0,1 0 16 0,2-1-496 0,0-1-112 0,2 1 0 0,-1 2-16 16,-6 1-528-16,0 0-96 0,25-1-32 0,-25 1 0 15,23-2-544-15,-23 2-96 16,26 2-32-16,-26-2 0 0,27 0-192 0,-27 0-128 0,26 1 128 0,-26-1-128 16,26 3 224-16,-26-3-32 0,0 0 0 0,36 10 0 15,-36-10-192-15,0 0 144 0,0 0-144 0,0 0 128 16,0 0-128-16,19 33 0 0,-19-33 0 0,-11 19 0 16,3-7 0-16,-3 0 0 0,-2 0 0 0,-2 0 0 15,-1 2-128-15,-1 0 128 0,1-2-160 0,-2 0 160 16,1 0 0-16,2-1-144 0,1-3 144 0,3 1 0 15,3-2 0-15,2-2 0 0,6-5 0 0,0 0-128 16,0 0 128-16,0 0 0 0,0 0 0 0,0 0 0 0,0 0 0 0,0 0 0 16,35 26 0-16,-35-26 0 0,29 0 0 0,-29 0 128 15,32 0-128-15,-14-2 176 0,-1-1-48 0,1 1 0 32,-1-1 0-32,1 1 0 0,-18 2-128 0,32-5 0 15,-18 1 0-15,-2 1 0 16,-1-1-1376-16,-1-1-160 0</inkml:trace>
  <inkml:trace contextRef="#ctx0" brushRef="#br0" timeOffset="-125818.89">21834 10816 22111 0,'1'0'1968'0,"0"0"-1584"0,1 0-384 0,-2 0 0 16,0 0 2560-16,0 0 448 0,0 0 64 0,0 0 32 15,0 0-736-15,0 0-160 0,29 21-32 0,-29-21 0 16,0 0-1312-16,0 0-272 0,29 24-48 0,-29-24-16 16,0 0-336-16,0 0-192 0,0 0 192 0,0 0-192 15,29 26-144-15,-29-26-144 0,0 0-32 0,0 0-18624 16</inkml:trace>
  <inkml:trace contextRef="#ctx0" brushRef="#br0" timeOffset="-125450">22090 10673 17503 0,'0'0'1552'0,"0"0"-1232"15,0 0-320-15,-3 0 0 0,3 0 2880 0,0 0 512 16,0 0 96-16,0 0 32 0,0 0-1120 0,0 0-224 16,0 0-32-16,-15 26-16 0,15-26-1008 0,0 0-208 15,-13 24-32-15,13-24-16 0,0 0-560 0,-14 26-112 0,14-26-32 16,0 0 0-16,-14 27-160 0,14-27 0 0,0 0 0 0,0 0 0 15,-8 32 0-15,8-32 128 0,0 0-128 0,0 0 0 16,0 0 176-16,0 0-48 0,25 29-128 0,-25-29 192 16,0 0-192-16,28 5 0 0,-28-5 0 0,21 2 0 15,-21-2 0-15,0 0 0 0,25 7 0 0,-25-7 0 16,0 0 0-16,0 0 0 0,26 19 0 0,-26-19 0 16,0 0 0-16,0 0 0 0,0 0 0 0,0 0 0 15,14 39 0-15,-14-39 0 0,0 0 0 0,0 0 0 0,-10 28 0 0,10-28 0 16,0 0 0-16,-16 19 0 0,16-19 0 0,-13 9 0 15,13-9 0-15,-15 8 0 0,15-8 0 0,-16 3 0 16,7 0 0-16,0-3 0 0,1-2 0 16,0-1 0-16,-2 1 0 0,1-3 0 15,0 0-1088-15,0-1-192 0</inkml:trace>
  <inkml:trace contextRef="#ctx0" brushRef="#br0" timeOffset="-125263.52">22047 10706 18431 0,'0'0'1632'0,"0"0"-1312"0,6-2-320 16,-6 2 0-16,0 0 2096 0,0 0 336 15,0 0 80-15,22-2 16 0,-7-1 96 0,3 1 32 0,0-1 0 0,2 0 0 16,0 2-1456-16,-1-3-304 0,-1 1-48 0,0 0-16 16,-1 1-656-16,-2 0-176 15,-2-1 0-15,-2-1-11840 0,-11 4-2416 16</inkml:trace>
  <inkml:trace contextRef="#ctx0" brushRef="#br0" timeOffset="-125028.05">22400 10588 32255 0,'0'0'1424'0,"0"0"304"0,0 0-1392 0,0 0-336 16,0 0 0-16,0 0 0 0,0 0 1104 0,0 0 160 15,22 24 16-15,-22-24 16 0,27 26-272 0,-27-26-64 16,30 30-16-16,-30-30 0 0,0 0-432 0,30 36-96 0,-30-36-16 0,22 26 0 16,-22-26-272-1,19 33-128-15,-19-33 128 0,0 0-128 16,18 46 0-16,-18-46 0 0,0 0 0 0,2 45 0 0,-2-45 0 0,0 0 0 16,-15 37 0-16,15-37-12480 15,-23 24-2400-15</inkml:trace>
  <inkml:trace contextRef="#ctx0" brushRef="#br0" timeOffset="-124407.16">22645 10802 13823 0,'1'-1'1216'0,"0"1"-960"15,-1 0-256-15,-1 0 0 0,1 0 1088 0,1-2 160 0,-1 0 32 0,2 1 16 16,3-1 944-16,1 0 192 0,4-2 48 0,1 1 0 15,1 2-240-15,3-1-32 0,0 0-16 0,3 0 0 16,2-1-752-16,1 1-160 0,2 0-16 0,2 1-16 16,1-1-720-16,-2 2-144 0,-2 0-16 0,-2 0-16 15,-20 0-224-15,31 2-128 0,-31-2 160 0,20 1-160 16,-20-1-608-16,14-1-224 0,-14 1-32 0,8 0-16640 16</inkml:trace>
  <inkml:trace contextRef="#ctx0" brushRef="#br0" timeOffset="-124234.08">22798 10643 28559 0,'1'-3'1264'0,"-1"1"272"0,1 2-1232 0,0-2-304 16,-1 2 0-16,0 0 0 0,0 0 1696 0,0 0 288 16,0 0 48-16,0 0 16 15,27 45-640-15,-27-45-112 0,11 40-16 0,-11-40-16 0,4 45-848 0,-4-45-160 16,-2 42-48-16,2-42 0 0,-4 41-208 0,4-41 0 15,-6 35 0-15,6-35-12160 16,0 0-2496-16</inkml:trace>
  <inkml:trace contextRef="#ctx0" brushRef="#br0" timeOffset="-123395.4">23344 10683 13823 0,'0'0'1216'0,"0"0"-960"16,0 0-256-16,0 0 0 0,0 0 1440 0,-1-1 240 16,1 1 48-16,-2-1 16 0,1 0 704 0,0 1 144 0,1 0 32 0,-2-1 0 15,2 1-736-15,0 0-144 0,-5 1-16 0,5-1-16 16,0 0-960-16,0 0-192 0,-14 12-48 0,14-12 0 15,0 0-224-15,-18 17-48 0,18-17-16 0,-15 19 0 16,15-19 96-16,-16 21 32 0,16-21 0 0,-14 26 0 16,14-26-208-16,-12 33-144 0,12-33 192 0,-9 34-192 15,9-34 160-15,0 0-160 0,0 49 128 0,0-49-128 16,0 0 208-16,16 38-32 0,-16-38-16 0,0 0 0 16,36 21 16-16,-36-21 0 0,31 4 0 0,-14-5 0 0,2-2 16 0,1-1 16 15,2-5 0-15,0 1 0 0,0-3-208 0,-1 1 128 16,-3-2-128-16,-1 0 0 0,-2 0 0 15,-3-2 0-15,-1 2 0 0,-3-2 0 0,-1 2 0 0,-4-2 0 16,-1 0 0-16,-4-2 0 0,-3 1 0 0,-4-2 0 16,-3 1 0-16,-4 2 0 0,-3-1 0 0,-4 4 0 15,-2 1 0-15,0 5 0 0,0 1-176 0,2 3 176 16,1 2-160-16,1 3 160 0,2 3 0 0,1 1 0 16,3 1-128-16,3 0 128 0,1 2-304 0,11-11-16 15</inkml:trace>
  <inkml:trace contextRef="#ctx0" brushRef="#br0" timeOffset="-121054.75">8967 11704 3679 0,'0'-3'320'0,"0"0"-320"0,0 0 0 0,0 1 0 15,0 0 1600-15,0 1 256 0,-1 1 64 0,1-2 0 0,0-3-160 0,-1 1-32 16,0-1 0-16,1 0 0 16,0 0-704-16,0-1-160 0,0 1-32 0,1 1 0 0,1 0-16 0,-1 2-16 15,2-1 0-15,0 1 0 0,0 1-80 0,2 0-16 16,0 1 0-16,-5 0 0 0,0 0 240 0,0 0 32 16,0 0 16-16,33 7 0 0,-33-7-64 0,0 0-16 15,0 0 0-15,37 14 0 0,-37-14-464 0,0 0-112 16,34 7-16-16,-34-7 0 0,0 0-320 0,36 2 0 15,-36-2 0-15,0 0 128 0,34 0-128 0,-34 0 0 16,24-2 128-16,-24 2-128 0,24-2 512 0,-24 2 16 16,29-5 16-16,-29 5 0 0,32-2-80 0,-32 2-16 0,34 0 0 0,-34 0 0 15,30 2-128-15,-30-2-16 0,34 0-16 0,-34 0 0 16,38 3-160-16,-38-3-128 0,41 0 192 0,-41 0-192 16,44 0 192-16,-44 0-192 0,45-2 192 0,-45 2-192 15,43-3 240-15,-20 1-64 0,1-1-16 0,1 1 0 16,-2 0-160-16,2-1 128 0,1 1-128 15,-2 1 128-15,-24 1-128 0,48 0 160 0,-20 0-160 0,0 0 160 16,-28 0 16-16,53 3 0 0,-53-3 0 0,49 2 0 16,-49-2-176-16,51 3 0 0,-23-2 0 0,-1 0 128 15,-27-1-128-15,52 3 0 0,-24-1 0 0,1 0 0 16,1-1 0-16,-1 1 0 0,-29-2 0 0,54 3 0 16,-54-3 0-16,55 3 0 0,-27-3 0 0,1 1 0 0,2-1 0 0,-1 0 0 15,0 0 0-15,1 0 0 0,0 2 0 0,0-2 0 16,1 0 0-16,-2 0 0 0,0 0 0 0,-1 1 0 15,0-1 0-15,1 1 0 0,1-1 0 0,2 0 0 16,0-1 0-16,2 0 0 0,0-1 0 0,1 1 0 16,-1-1 0-16,1 0 0 0,-2-2 0 0,-2 1 0 15,0 0 0-15,1-1 0 0,2-1 0 0,3-1 0 16,1 1 0-16,-1 0 0 0,0 2 0 0,-3 1 0 16,-2-3 0-16,0 2 0 0,-2-1 0 0,3 0 0 15,4 1 0-15,1 2 0 0,0-1 0 0,0 2 0 0,1 0 0 0,-1 0 0 16,-3 0 0-16,1 0 0 0,-1 0 0 0,0 0 0 15,2-1 0-15,1 0 0 0,2 2 0 0,0 0 0 16,0 1 0-16,-1-2 0 0,0 0 128 0,-2-2-128 16,-3 1 0-16,4 0 0 0,4-1 144 15,0 0-144-15,3 1 0 0,-2 1 128 0,1-2-128 0,-2 0 0 16,0-1 0-16,1 1 144 0,0-1-144 0,3-2 0 16,2 3 128-16,0 1-128 0,2 1 0 0,-3-3 0 15,-3 1 0-15,2-2 0 0,3 1 0 0,4 0 0 16,1 1 128-16,1 1-128 0,-1 1 0 0,-2-4 0 15,-1 1 128-15,3-2-128 0,4 3 0 0,0-1 0 0,0 3 0 0,0-2 0 16,-2 0 128-16,1-3-128 0,-2 0 0 0,4 3 0 16,3 2 0-16,-3-2 0 15,-3-1 0-15,-3-1 0 0,3 1 0 0,2 2 0 0,2 1 160 0,-1-1-160 16,-2 1 128-16,-1-2-128 0,-1-1 0 0,3 0 0 16,4 3 128-16,0 0-128 0,-2 1 0 0,0-1 0 15,-1-1 0-15,3 1 0 0,-1 0 0 0,0 0 0 16,-1 3 0-16,0-3 0 15,1 0 0-15,1 0 0 0,0 0 0 0,-1 0 0 0,0 3 0 0,0-3 0 16,0-3 0-16,1 0 0 0,-1 3 0 0,-2 1 0 0,3 1 0 0,-2-2 0 16,1-3 0-16,1 3 0 0,1 0 0 0,-2 0 0 15,-1 3 0-15,-2-2 0 0,2-1 0 0,-2 2 0 16,0-2 0-16,1 2 0 0,1 2 0 0,-1-3 0 16,-3-2 0-16,1 1 0 15,2 1 0-15,1 1 0 0,1 1 0 0,-1-1 0 0,-4-2 0 0,-1 0 0 16,2 0 0-16,1 0 0 0,4 2 0 0,-2-2 0 15,-2 0 0-15,0 0 0 0,3-2 0 0,1 0 0 16,0 4 0-16,-2-2 0 0,-3-2 0 0,1 1 0 16,3-1 0-16,0-1 0 0,1 1 0 0,-2 2 0 15,-2-2 0-15,2 0 0 0,2-3 0 0,0 2 0 0,0 1 0 0,-2 2 0 16,0-2 0-16,-2-1 0 0,-3-2 0 0,5 3 0 16,1 0 0-16,-1 2 0 0,-2-3 0 0,1 1 0 15,2-1 0-15,-3 1 0 0,-1 0 0 0,1 2 0 16,1 0 0-16,-1-2 0 0,-3-3 0 0,1 2 0 31,0 1 0-31,2 0 0 0,0 0 0 0,-1 1 0 0,-4-3 0 0,0 3 0 0,0-2 0 0,1 2 0 16,4-1 0-16,-3 0 0 15,0 1 0-15,-2-1 0 0,1 1 0 0,-2-1 0 0,1 2 0 0,0 0 0 0,-1 0 0 16,0 0 0-16,-6 0 0 0,3 0 0 0,4-1 0 0,0 0 0 16,-3 1 0-16,1-2 0 15,-1 2 0-15,0-3 0 0,-1 1 0 0,1-1 0 0,2 1 0 0,0 0 0 31,4-1 0-31,-3 1 0 0,-4-1 0 0,0 0 0 0,3 0 0 0,1 0 0 16,2-1 0-16,-1 1 0 16,0 3 0-16,-2-4 0 0,1 3 0 0,0-3 0 15,1 1 0-15,0 1 0 0,2-2 128 0,-1 0-128 16,-4 2 160-16,3-2 0 0,3 1 0 0,2-4 0 16,2 3-160-16,-2-2 0 0,0 0 144 0,1-1-144 0,4 2 0 0,0-2 0 15,1 0 0-15,-2-1 128 0,-2 2-128 16,2 0 128-16,3-1-128 0,0 0 128 0,0 0-128 0,-4 1 144 15,-5 1-144-15,1-1 160 0,2 2-160 0,-1-1 0 16,-1 0 0-16,-4 3 0 0,-3 0 0 0,-1 0 0 16,-2-1 0-16,-2 0 0 0,-3 3 0 0,-1 0 0 15,-2 0 0-15,-2 3 0 0,-2-1-448 0,-6 1 48 16,-2 0 0-16,-4-2-12160 16,-3 2-2432-16</inkml:trace>
  <inkml:trace contextRef="#ctx0" brushRef="#br0" timeOffset="-118450.58">14661 11856 2751 0,'0'0'256'0,"0"0"-256"0,0 0 0 0,0 0 0 15,0 0 784-15,0 1 112 0,0-1 32 0,0 0 0 16,-1 0 224-16,1 0 64 16,-1 1 0-16,0-1 0 0,1 0 32 0,-1 0 16 0,0 1 0 0,0-1 0 15,1 2-208-15,-1-2-32 0,0 1-16 0,0-1 0 16,1 2-112-16,-1-2-32 0,0 0 0 0,1 2 0 0,-1-2-48 15,1 0-16-15,-1 1 0 0,1-1 0 0,0 0-48 0,0 0-16 16,0 1 0-16,0-1 0 0,0 0-160 0,0 0-48 16,0 0 0-16,0 0 0 0,0 0-32 0,0 0-16 15,0 0 0-15,0 0 0 0,0-1-96 0,0 1 0 16,0 0-16-16,0-1 0 16,0 1-176-16,0 0-16 0,0 0-16 0,0 0 0 0,1-2-32 0,-1 2 0 15,1 0 0-15,1 0 0 0,-1-2 48 0,1 2 0 16,1-1 0-16,0 1 0 0,1-2 112 0,1 0 32 15,0 1 0-15,3-1 0 0,-1 0 176 0,2-1 32 16,0-2 16-16,1 2 0 0,1 0-128 0,0 0-32 0,0 0 0 16,-11 3 0-16,23-2-112 0,-23 2-16 0,0 0-16 0,29 0 0 15,-29 0-240-15,0 0 144 0,0 0-144 0,32 3 128 16,-32-3-128-16,0 0 0 0,0 0 0 16,0 0 0-16,0 0 0 0,0 0 0 0,0 0 0 0,0 0 0 15,0 0 0-15,0 0 0 0,22 34 0 0,-26-30 0 16,1 1 0-16,-4 1 0 0,1 2 0 0,-4-2 0 15,1 2 0-15,-2-1 0 0,-1 2-128 0,-3-1 128 16,0 1-288-16,-2-2 16 16,-1 3 0-16,1-4 0 0,4 2-432 0,-3-1-96 0,0 2-16 0,0-1 0 0,3 1 480 15,2-3 80-15,3 0 32 0,0-1 0 0,4-1 224 0,1-1 0 16,1-1 0-16,2-1 0 0,0 1 0 0,2-4 0 16,1 1 0-16,1-1 0 0,2 1 0 0,1-3 0 15,2 0 128-15,-1 1-128 0,3-2 128 16,0 3-128-16,2-3 192 0,0 2-192 15,-13 3 416-15,26-2-32 0,-26 2 0 0,31 0 0 0,-31 0-48 0,30 2-16 16,-30-2 0-16,31 5 0 0,-31-5-80 0,0 0-32 16,41 10 0-16,-41-10 0 0,0 0-80 0,33 14-128 15,-33-14 176-15,0 0-176 0,0 0 128 0,0 0-128 16,31 26 0-16,-31-26 0 0,0 0 0 0,0 0 128 0,-8 26-128 0,1-19 0 16,-2 3 128-16,-2-3-128 0,-1 0 0 0,-3 1 0 15,-1 0 0-15,-2 0 0 0,-2 1 128 0,0-3-128 16,0 0 0-16,1-3 0 0,3 1 0 0,-1-2 0 15,2 1 0-15,1-3 0 0,1 0 0 0,3 0 0 16,2-2 0-16,1 1 0 0,4-1 0 0,0 1 0 31,1 0-976-31,2-1-208 0</inkml:trace>
  <inkml:trace contextRef="#ctx0" brushRef="#br0" timeOffset="-117540.15">15183 11996 19343 0,'1'-2'1728'15,"0"-2"-1392"-15,1 3-336 0,0 1 0 0,-1 0 1552 0,0 0 240 0,2-2 64 0,1 0 0 16,0 1 704-16,2 1 128 0,-6 0 48 0,0 0 0 15,0 0-1328-15,0 0-256 0,0 0-48 0,28 26-16 16,-28-26-592-16,0 0-128 0,0 0-32 0,0 0 0 16,13 41-192-16,-13-41-144 0,0 0 192 0,0 0-192 0,0 0 0 15,0 0 0-15,0 0 0 0,0 0 0 16,0 0-496-16,0 0-208 0</inkml:trace>
  <inkml:trace contextRef="#ctx0" brushRef="#br0" timeOffset="-117084.7">15422 11852 3679 0,'4'-5'320'0,"-1"0"-320"0,1 0 0 0,0 1 0 32,-1 1 2000-32,-1 2 336 0,1-2 64 0,3-2 16 0,3-2-416 0,1-3-80 15,2 0 0-15,-2 1-16 0,-1 2-400 0,-3 3-80 16,0 1-16-16,-3 0 0 0,-3 3 272 0,0 0 48 0,0 0 16 0,0 0 0 15,0 0-736-15,0 0-160 16,-7 23-16-16,7-23-16 16,-8 15-64-16,8-15-16 0,-9 18 0 0,9-18 0 0,-9 20-144 0,9-20-16 0,-5 22-16 15,5-22 0-15,0 0-48 0,0 0 0 0,0 34 0 0,0-34 0 16,0 0-272-16,0 0-64 0,0 0-16 0,17 34 0 16,-17-34-160-1,0 0 0-15,0 0 0 0,0 0 128 0,35 24 48 0,-35-24 0 16,0 0 0-16,0 0 0 0,36 20 64 0,-36-20 16 15,0 0 0-15,29 21 0 0,-29-21-96 0,0 0-16 16,0 0 0-16,37 33 0 0,-37-33-144 0,0 0 128 16,0 0-128-16,33 26 128 0,-33-26-128 0,0 0 0 15,0 0 0-15,0 0 128 0,29 26-128 0,-29-26 0 16,0 0 0-16,0 0 0 0,0 0 0 0,-4 26 0 16,4-26 0-16,-13 12 0 0,6-5 0 0,-4 0 0 15,-1 0 0-15,-2 1 0 0,0 1 0 0,0-2 0 0,-1 0 0 16,-2 3 0-16,0-4 0 0,-2 2 0 0,0-3 0 0,2-1 0 15,1-1 0-15,0-3 0 0,1-2 0 0,1 1 0 16,2-4-288-16,-1 1-96 0,4-4 0 0,0-3-12160 16,2-1-2432-16</inkml:trace>
  <inkml:trace contextRef="#ctx0" brushRef="#br0" timeOffset="-116910.96">15480 11807 33167 0,'6'-3'1472'0,"0"1"304"0,-6 2-1424 0,0 0-352 16,18-5 0-16,-18 5 0 0,0 0 1536 0,22-5 224 16,-3 3 48-16,5-3 16 0,6 0-1072 0,-1 1-224 15,0-1-32-15,-3 2-16 0,-4 1-352 0,-22 2-128 16,40-1 0-16,-40 1 0 0,34 3-128 0,-34-3-128 16</inkml:trace>
  <inkml:trace contextRef="#ctx0" brushRef="#br0" timeOffset="-114857.93">9284 12990 21183 0,'0'2'1888'0,"-1"-2"-1504"0,1 0-384 0,-1 0 0 15,1 0 1440-15,0 0 224 0,0 2 32 16,0 1 16-16,-1-1 320 0,2 1 64 0,-1-1 16 0,0-2 0 16,0 0-784-16,0 0-160 15,0 0-16-15,37 4-16 0,-37-4-560 0,26-4-96 0,-26 4-32 0,33-10 0 16,-33 10-256-16,33-7-48 16,-33 7-16-16,31-8 0 0,-31 8-128 0,28-6 0 0,-28 6 144 0,23-6-144 15,-23 6 0-15,18-6 0 0,-18 6 0 0,15-5 0 16,-15 5 0-16,0 0 0 0,18-7 0 0,-14 5 0 0,-1 0-208 0,-1 1-64 15,-2 1-16-15,0 0-17760 16</inkml:trace>
  <inkml:trace contextRef="#ctx0" brushRef="#br0" timeOffset="-114630.68">9343 13144 18431 0,'-1'0'1632'0,"1"1"-1312"0,0-1-320 0,0 0 0 0,0 0 1840 0,0 0 288 16,0 1 64-16,1-1 16 0,0 0 832 0,1 0 160 16,0-1 48-16,1 0 0 0,2 1-1872 0,0-3-368 0,-5 3-80 0,0 0-16 15,24-4-528-15,-24 4-128 16,25-3 0-16,-25 3-16 0,27-2-240 0,-27 2 0 0,31-5 128 0,-31 5-128 31,31-7 0-31,-31 7 0 0,31-5 0 0,-31 5-12528 0,31-9-2512 0</inkml:trace>
  <inkml:trace contextRef="#ctx0" brushRef="#br0" timeOffset="-112877.15">10025 12680 12895 0,'0'-1'1152'0,"1"-1"-928"0,0 1-224 0,0 1 0 15,0 0 1536-15,1-2 272 0,0 1 48 0,1-2 16 16,4-2 736-16,-1 0 144 0,3 1 16 0,0-1 16 0,1 2-864 0,2 1-192 15,1-2-16-15,0 1-16 0,-13 3-800 0,31-5-144 16,-31 5-48-16,31-2 0 0,-31 2-288 0,30 0-64 16,-30 0-16-16,29-2 0 0,-29 2-144 0,0 0-48 15,31 0 0-15,-31 0 0 0,0 0-144 0,0 0 0 16,0 0 144-16,0 0-144 0,36 11 0 0,-36-11 0 16,0 0 0-16,0 0 128 0,-6 26-128 0,0-17 0 15,-2 3 0-15,0 0 0 0,-1-2 0 0,-1 2 0 16,0 0 0-16,-3 0 0 0,-1 4 0 0,-2 0-128 0,1-1 128 0,0 0 0 15,1-1-256-15,3-2 16 0,1-1 16 0,5-4 0 16,0 0 96-16,3-2 128 0,1-3-208 0,0 0 80 16,2 1 128-16,1-3 0 0,-2 0 0 0,0 0 0 15,0 0 0-15,25-5 0 16,-25 5 0-16,24-7 0 0,-24 7 0 0,26-7 0 0,-13 3 160 0,2-1-160 16,-15 5 320-16,29-7-48 0,-15 2 0 0,1 0 0 15,-1 3-112-15,1-3-32 0,-2 2 0 0,0-1 0 16,-1 0-128-16,-1-1 0 0,0 2 0 0,0-2-12032 15,-2 0-2368-15</inkml:trace>
  <inkml:trace contextRef="#ctx0" brushRef="#br0" timeOffset="-112512.58">10551 12608 22111 0,'-2'-4'976'0,"0"3"208"0,2-1-944 0,-1 0-240 0,0 2 0 0,0-1 0 0,0 1 2048 0,-1 0 384 15,-1 1 64-15,-1 1 0 0,-3 1-800 0,1 1-160 16,-1 1-48-16,0 2 0 0,-1 0-752 0,2 2-160 16,-2 3-16-16,3 0-16 0,-1 1-288 0,2 0-48 0,0 1-16 0,4-14 0 15,-3 24-192-15,3-24 128 0,0 0-128 0,6 40 0 16,-6-40 0-16,0 0 0 0,0 0 0 0,27 36 0 16,-27-36 0-16,0 0 0 0,0 0 0 0,42 2 0 15,-30-6 0-15,0-1 128 0,1-2-128 0,-1-3 0 16,-1 3 320-16,0-2-48 0,-1-1 0 0,-1 0 0 15,1-1-144-15,0 1-128 16,-2-3 192-16,-1 1-192 0,-1 0 128 0,-1 0-128 0,-1 2 0 0,-2 0 0 16,-2 1 0-16,-1-3 0 0,-2 1 128 0,-1 1-128 15,-2 0 0-15,1-1 0 0,-4 4 128 0,0-3-128 0,-1 5 0 0,-2 0 0 16,1 3 0-16,-3 2 0 0,-1 5 0 0,-1 0 0 16,-1 2 0-1,3 1 0-15,1 0 0 0,1 2-192 0,0-1 16 0,1 2-17920 16</inkml:trace>
  <inkml:trace contextRef="#ctx0" brushRef="#br0" timeOffset="-112118.7">9845 13056 11967 0,'-1'0'528'0,"-1"0"112"0,1 2-512 0,0-2-128 16,1 1 0-16,0 1 0 0,-1-2 1712 0,0 2 304 0,0 3 64 0,-1-1 16 0,0 1 656 0,1 0 128 31,1 0 16-31,-1 0 16 0,2-3-864 0,0 0-192 0,-1-2-16 0,0 0-16 0,0 0-736 0,0 0-160 16,38 0-32-16,-38 0 0 0,35-9-432 15,-12 3-80 1,3-3-32-16,3 1 0 0,3-1-128 0,2 0-32 0,3 0 0 0,5 2 0 16,5-2-48-16,2 2-16 15,1-1 0-15,4 1 0 0,2-4 64 0,4 1 16 16,0 0 0-16,0 3 0 0,1 0-208 0,-3-2 0 16,-5 2 0-16,0-3 0 0,0 0 0 0,-1-2 0 15,-2 3 0-15,-4 1 0 0,-6 0 0 0,-5 3 0 16,-4-3 0-16,-6 2 0 0,-1 3 0 0,-24 3-240 15,31-7 80-15,-31 7-12464 16,0 0-2496-16</inkml:trace>
  <inkml:trace contextRef="#ctx0" brushRef="#br0" timeOffset="-111165.97">10181 13258 13823 0,'-2'0'1216'0,"0"-2"-960"0,2 2-256 0,-1 0 0 15,1 0 1600-15,-1-1 288 0,-2 1 48 0,0 0 16 16,-1-2 608-16,2 0 112 0,0 1 16 0,0 1 16 16,2-2-704-16,2 2-144 0,1-1-16 0,-3 1-16 31,0 0-800-31,0 0-176 0,28-4-16 0,-28 4-16 0,0 0-464 0,36 0-96 0,-36 0 0 0,0 0-16 15,38 0-96-15,-38 0-16 0,0 0 0 0,33 7 0 16,-33-7-128-16,0 0 0 0,0 0 0 0,34 14 0 16,-34-14 0-16,0 0 0 0,0 0 0 0,0 0 0 15,0 0 0-15,6 34 0 0,-10-27 0 0,-1 0 0 16,-1 3 0-16,-1-3 0 0,-1 2 0 0,0 1 0 0,-1-1 0 0,-1 0 0 16,1-1-176-16,-1-1 176 0,0 0-144 0,2-2 144 15,1 0-160-15,1-2 160 16,2 0 0-16,0-3 0 0,2 3-128 0,1-3 128 0,2 0 0 0,0 0 0 15,1 0 0-15,-2 0 0 0,0 0 0 0,0 0 0 16,0 0 0-16,0 0 0 0,0 0 0 0,39 7 0 16,-39-7 0-16,0 0 0 15,0 0 0-15,37 5 0 0,-37-5 0 0,0 0 0 16,0 0 0-16,36 9 0 0,-36-9 0 0,0 0 0 0,0 0 0 0,0 0 0 16,0 0 0-16,0 0 0 15,36 19 0-15,-35-16 0 0,0-1 0 0,-2 1 0 0,0 1 0 0,-1-1 0 0,-1-1 0 0,1 0 0 16,-3 0 0-16,-1 3 0 15,-1 0 0-15,-1 2 0 0,-2 0 0 0,-3 3 0 0,0-1 0 0,0 1 0 32,-1 1 0-32,-1-1 0 0,0 2 0 0,0-2 0 15,3-1 0-15,2-2 0 0,2-2 0 0,2-3 0 16,2 1 0-16,2-3 0 0,1 0 0 0,2-3-12112 16,2-1-2400-16</inkml:trace>
  <inkml:trace contextRef="#ctx0" brushRef="#br0" timeOffset="-110833.04">10660 13300 11055 0,'-7'5'480'0,"3"-3"112"0,1 1-464 0,-1-2-128 15,1 0 0-15,1 1 0 0,1-1 864 0,-4 3 160 0,-1 1 16 0,-1 0 16 16,0 2-624-16,2-5-128 15,2 3-32-15,1-3 0 0,1-1-32 0,1-1-16 0,0 0 0 0,0 0 0 16,0 0 336-16,0 0 64 0,0 0 16 0,0 0 0 16,0 0 896-16,0 0 192 0,27-3 48 0,-27 3 0 15,0 0-112-15,0 0-32 0,0 0 0 0,0 0 0 16,0 0 0-16,0 0 0 0,0 0 0 0,0 0 0 16,32 2-480-16,-32-2-112 0,0 0-16 0,0 0 0 15,0 0-512-15,0 0-128 0,0 0 0 0,0 0-16 16,0 0-112-16,0 0-32 0,32 25 0 0,-32-25 0 0,0 0-96 15,0 0-128-15,0 0 176 0,0 0-176 0,0 0 0 0,-2 23 0 16,1-20 0-16,0-1 0 16,1-2-368-16,-1 0-128 0</inkml:trace>
  <inkml:trace contextRef="#ctx0" brushRef="#br0" timeOffset="-110397.14">10820 13186 18431 0,'-1'-2'816'0,"1"2"160"0,0-1-784 0,0 0-192 0,-1 1 0 0,1 0 0 16,0 0 2384-16,-1 0 432 0,0 0 96 0,0 1 16 16,-1 2-720-16,-2 2-144 0,0 0-16 0,1 0-16 15,-2 2-1152-15,0 2-240 0,1-2-32 0,0 3-16 16,0 0-272-16,1-1-64 0,3-9-16 0,-4 21 0 15,4-21-64-15,0 0-16 16,0 0 0-16,4 31 0 0,-4-31 32 0,0 0 0 16,0 0 0-16,0 0 0 0,0 0-64 0,35 21-128 0,-35-21 192 15,0 0-64-15,0 0 32 0,37 10 0 0,-37-10 0 16,0 0 0-16,0 0-160 0,39 13 160 0,-39-13-160 0,0 0 160 16,0 0-160-16,0 0 0 0,35 26 0 0,-35-26 128 0,0 0-128 0,0 0 0 15,0 0 0-15,0 0 128 0,8 34-128 0,-8-34 0 16,-5 13 0-16,5-13 128 0,-7 12-128 0,3-6 0 15,-1 1 0-15,0-2 128 0,-1 2-128 0,-1 0 0 16,2 0 0-16,-1-2 0 0,-1 2 0 0,0-1 0 16,-1 1 0-16,0 1 0 0,-2 0 0 0,1-1 0 15,-1 1 0-15,0-2 0 0,-1 0 0 0,0-3 0 16,0 2 0-16,0-4 0 0,0-1 0 0,-1-1-224 0,0-3 48 0,0-1-12256 31,0-3-2464-31</inkml:trace>
  <inkml:trace contextRef="#ctx0" brushRef="#br0" timeOffset="-110246.52">10712 13174 23039 0,'0'0'1024'0,"0"0"192"0,0 0-960 0,27-2-256 0,-27 2 0 0,0 0 0 16,0 0 2192-16,0 0 400 0,46 2 80 0,-46-2 16 0,53 1-576 0,-53-1-128 16,54-1 0-16,-54 1-16 15,44-4-1376-15,-44 4-272 0,35-9-48 0,-35 9-18208 16</inkml:trace>
  <inkml:trace contextRef="#ctx0" brushRef="#br0" timeOffset="-108984.59">9645 13279 6447 0,'-5'0'576'0,"2"0"-576"0,0 0 0 0,0 0 0 16,1 2 1280-16,0-2 160 0,1 0 32 0,-3 0 0 16,-1 0 1024-16,0 1 224 0,-2 1 32 0,3-2 16 15,0 2-336-15,2-2-80 0,0 0-16 0,1 0 0 16,2 2-736-16,0-2-128 0,1-2-48 0,1 2 0 16,1 0-368-16,2-2-80 0,-1-3-16 0,3 2 0 15,-8 3-320-15,15-6-64 0,-6 0 0 0,-9 6-16 16,19-6-304-16,-11 1-64 0,-8 5-16 0,18-7 0 15,-18 7-176-15,0 0 0 0,26-5 0 0,-26 5 128 0,0 0-128 16,0 0 0-16,0 0 0 0,29-3 0 16,-29 3 0-16,0 0 0 0,0 0 0 0,0 0 0 0,0 0 0 0,0 0 0 15,0 0 0-15,-1 3 0 0,-3-3 0 0,-2 3 0 16,0-1 0-16,-2 0 0 16,1 0-192-16,-3 3 16 0,-1-2 16 0,0 1 0 0,0 1-96 0,0-2 0 15,0 1-16-15,2-2 0 0,1 1 64 0,2-1 16 16,1 1 0-16,1-1 0 0,1-2 192 0,2 0 0 15,1 0 0-15,1 0 0 0,2 0 0 0,1 0 0 0,-4 0 0 0,0 0 0 16,19-7 192-16,-13 4 16 0,2-1 16 0,-8 4 0 16,17-7 112-16,-8 3 32 0,-9 4 0 0,19-8 0 15,-19 8-240-15,18-7-128 0,-18 7 160 0,19-7-160 16,-19 7 0-16,16-5 128 0,-16 5-128 0,0 0 0 16,15-5 0-16,-13 3 0 0,0 2 0 0,-2-2 0 15,0 4 0-15,-2-2 0 0,0 2 0 0,-2-1 0 16,-2 3 0-16,0-2 0 0,-2 0 0 0,0 3 0 15,-2-1-192-15,-1 0 64 0,-1 3 128 0,-2-3-208 16,0 4-32-16,0-2 0 0,1-1 0 0,2 0 0 0,2 0-32 0,1 0-16 16,3-2 0-16,0-2 0 15,3 1 288-15,2-2 0 0,0 0 0 0,3-2 0 0,1 0 0 0,0 0 0 16,3-3 0-16,0 0 144 0,1 0 240 0,1 0 32 16,0 1 16-16,0-4 0 0,2 4-112 0,-1-1 0 15,-10 5-16-15,21-9 0 0,-21 9-176 0,0 0-128 16,32-7 144-16,-32 7-144 0,0 0 0 0,25-4 0 15,-25 4 0-15,0 0-18752 16</inkml:trace>
  <inkml:trace contextRef="#ctx0" brushRef="#br0" timeOffset="-107211.64">11606 12919 15663 0,'-2'-1'1392'0,"0"1"-1120"0,1 0-272 0,1 0 0 16,-1 0 1824-16,0 0 304 0,-1 0 64 0,0 0 16 16,0 0 160-16,-1 0 16 0,0 1 16 0,2-1 0 15,0 0-880-15,2-1-176 0,1 1-48 0,2 0 0 16,-4 0-576-16,0 0-112 0,20-6-32 0,-20 6 0 16,21-6-64-16,-21 6-32 0,26-8 0 0,-13 3 0 15,-13 5-288-15,26-8-48 0,-13 3-16 0,-1 1 0 0,-12 4-128 0,21-10 0 31,-21 10 0-31,17-4 128 0,-17 4-128 0,0 0 0 0,22-8 0 0,-18 5 0 16,1 2-960-16,-3-1-128 0,0 1-32 0,-2 4-16064 16</inkml:trace>
  <inkml:trace contextRef="#ctx0" brushRef="#br0" timeOffset="-107007.59">11635 13014 6447 0,'-1'2'576'0,"0"-2"-576"0,2 0 0 0,-1-2 0 16,1 2 2432-16,0 0 384 0,0-1 80 0,2 1 16 16,1-2 1040-16,1-1 208 0,-5 3 32 0,16-4 16 15,-16 4-1808-15,19-7-352 0,-19 7-80 0,0 0-16 16,31-5-1184-16,-31 5-224 0,0 0-48 0,33-2-16 16,-33 2-352-16,0 0-128 0,28-2 0 0,-28 2 0 15,0 0 0-15,0 0 0 0,34-3 0 0,-34 3-18176 16</inkml:trace>
  <inkml:trace contextRef="#ctx0" brushRef="#br0" timeOffset="-106610.68">12244 12976 23951 0,'-3'0'1056'0,"1"0"224"0,2 0-1024 0,0 0-256 0,0 0 0 0,0 0 0 16,0 0 1520-16,1 0 240 0,1 0 48 0,-2 0 16 16,0 0 96-16,0 0 32 0,21-5 0 0,-21 5 0 15,20-4-896-15,-20 4-176 0,25-6-48 0,-25 6 0 16,29-7-496-16,-29 7-96 0,32-7-32 0,-32 7 0 16,31-7-80-16,-31 7-128 0,30-7 176 0,-30 7-176 0,26-5 0 15,-26 5 0-15,21-7 0 0,-21 7 0 0,0 0 0 0,24-6 0 16,-24 6 0-16,0 0 0 0,0 0 0 0,18-6 0 15,-18 6-160-15,0 0-18256 16</inkml:trace>
  <inkml:trace contextRef="#ctx0" brushRef="#br0" timeOffset="-106154.6">12903 12729 11967 0,'-1'-3'1072'0,"0"1"-864"0,1 2-208 0,-1 0 0 15,0 0 2480-15,0-1 448 0,0 0 80 0,-3-1 32 16,-1 1 112-16,1-1 32 0,-2 2 0 0,0 2 0 16,1 1-1840-16,-2-1-384 0,2 3-64 0,-1 0 0 15,1 2-448-15,-2 1-64 0,0 1-32 0,-1 2 0 16,0 1-352-16,1 0 0 15,-2 2 0-15,1 0 128 0,0 1-128 0,1 0 0 0,2 0 0 0,5-15 0 0,-7 29 144 0,7-29 16 16,0 0 0-16,2 38 0 0,-2-38 128 0,0 0 32 16,0 0 0-16,25 33 0 0,-25-33-192 0,0 0-128 15,36 12 144-15,-36-12-144 0,31 4 192 0,-31-4-64 16,31 3-128-16,-31-3 192 0,31 2-192 0,-31-2 128 16,28 3-128-16,-28-3 0 0,0 0 128 0,32 9-128 15,-32-9 0-15,0 0 144 0,0 0-144 0,0 0 0 16,34 24 0-16,-34-24 128 0,0 0-128 0,0 0 0 15,0 0 0-15,-7 28 0 0,0-21 0 0,-2 1 128 0,-1 1-128 16,-1-2 0-16,0 3 0 0,-2-4 0 0,-1 2 128 0,-2-1-128 16,1 0 0-16,0-2 0 15,-1 0 0-15,0-2 0 0,2 0 0 0,-1-3 0 0,1 0 0 0,0-3 0 16,3 0 0-16,-2-4 0 0,2-1-160 0,0-1-12256 16,-1-5-2432-16</inkml:trace>
  <inkml:trace contextRef="#ctx0" brushRef="#br0" timeOffset="-105948.08">12748 12840 11967 0,'0'-2'1072'15,"1"-3"-864"-15,0 3-208 0,1-1 0 0,0 1 1920 0,0 0 352 16,0 0 64-16,2-1 16 16,4-3 992-16,2-3 208 0,4 0 32 0,1 0 16 0,1 1-1456 0,1 0-288 31,1 2-64-31,0 0-16 0,0 0-1120 0,-1 2-208 15,1-1-64-15,-1 0 0 0,-1 1-256 0,0-1-128 0,0 2 0 0,-16 3 128 16,26-6-128-16,-26 6 0 0,0 0-192 0,31-3 192 16,-31 3-1856-16,0 0-256 0</inkml:trace>
  <inkml:trace contextRef="#ctx0" brushRef="#br0" timeOffset="-105723.22">13094 12976 22111 0,'0'0'976'0,"0"0"208"15,0 0-944-15,0 0-240 0,0 0 0 0,0 0 0 0,0 0 2880 0,0 0 544 16,0 0 96-16,24 32 32 0,-24-32-1440 0,0 0-272 16,0 0-64-16,33 27-16 0,-33-27-1200 0,0 0-240 15,0 0-64-15,0 0 0 0,31 21-256 0,-31-21 0 16,0 0 0-16,0 0 0 15,0 0-352-15,0 0-80 0,33 13-16 0,-33-13-17808 16</inkml:trace>
  <inkml:trace contextRef="#ctx0" brushRef="#br0" timeOffset="-105076.95">13581 12845 23951 0,'-2'-2'2128'0,"2"2"-1696"0,0 0-432 0,0 0 0 16,0 0-2128-1,0 0-512-15,-1 0-112 0,0 0 0 0,1 0 2080 0,0 0 416 0,0 0 96 0,0 0 16 16,0 0 2800-16,0 0 560 0,0 0 112 0,0 0 32 16,0 0-864-16,28-3-160 0,-21-1-32 0,-1 1-16 0,-6 3-896 15,15-11-176-15,-7 5-48 0,0 0 0 0,0-2-336 0,0 1-64 16,-1-2 0-16,1-1-16 15,0-1-464-15,-1-2-96 0,1-1 0 0,-1-2-16 0,-1-1-48 0,-1-3 0 16,-2 2 0-16,-2-3 0 0,-2 0 16 0,-3 0 0 16,-1 1 0-16,-4 1 0 0,0-1-144 0,-1 5 0 15,-1 1 0-15,-2 7 0 0,-1 6 0 0,-3 2 0 16,-1 6 128-16,0 2-128 0,-3 5 0 0,2-2 0 16,1 3 0-16,3 1 0 0,0 0-144 0,2 2 144 15,1 2 0-15,2-1 0 0,3-1 0 0,1-2 0 0,2 0 0 16,0 1 0-16,4-17 0 0,0 30 0 0,0-30 0 0,0 0 0 15,0 0 0-15,25 38 0 0,-25-38 0 0,0 0 0 16,41 5 128-16,-41-5 0 0,34-7-128 0,-16 1 192 16,0 0-192-16,1-1 0 0,-1 0 0 0,-2 0 0 15,1 1 0-15,-3 0 0 0,0 0 0 0,-3 0 0 16,0 1 0-16,-3 1 0 0,-1-1 0 0,-2 2 0 16,-2 1 0-16,-2 0 0 0,0 2 0 0,-2 1 0 15,0 0 0-15,-1 1 0 0,-1 1 0 0,-1 0 0 16,0 1 0-16,-1 3 0 0,-1 0 0 15,0 1 0-15,-1 1 0 0,2 0 0 0,-1 1 0 0,0-1 0 0,6-9 0 0,-7 19 128 16,7-19-128-16,0 0 0 16,-5 26 128-16,5-26 0 0,0 0-128 0,0 0 192 15,1 36-192-15,-1-36 128 0,0 0-128 0,0 0 0 0,6 33 128 0,-6-33-128 16,0 0 0-16,4 39 0 16,-4-39 192-16,-2 32-64 0,2-32-128 0,-5 40 192 0,2-16-64 0,-1 3-128 15,-1 3 176-15,-1 0-176 0,-2 2 160 0,1 1-160 16,0 0 128-16,-1 0-128 0,0 1 176 0,0-3-48 15,2-1-128-15,0-5 192 0,1 0-64 0,1-3-128 16,1 1 176-16,3-23-176 0,-3 31 0 0,3-31 0 16,0 0 0-16,0 0-13328 0,0 0-2736 15</inkml:trace>
  <inkml:trace contextRef="#ctx1" brushRef="#br0">17499 13898 0,'0'0'0,"0"0"15,0 0 1,0 0-16</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111.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5:02:55.745"/>
    </inkml:context>
    <inkml:brush xml:id="br0">
      <inkml:brushProperty name="width" value="0.05292" units="cm"/>
      <inkml:brushProperty name="height" value="0.05292" units="cm"/>
      <inkml:brushProperty name="color" value="#FF0000"/>
    </inkml:brush>
    <inkml:brush xml:id="br1">
      <inkml:brushProperty name="width" value="0.05292" units="cm"/>
      <inkml:brushProperty name="height" value="0.05292" units="cm"/>
      <inkml:brushProperty name="color" value="#00B050"/>
    </inkml:brush>
    <inkml:brush xml:id="br2">
      <inkml:brushProperty name="width" value="0.05292" units="cm"/>
      <inkml:brushProperty name="height" value="0.05292" units="cm"/>
      <inkml:brushProperty name="color" value="#FFC000"/>
    </inkml:brush>
    <inkml:brush xml:id="br3">
      <inkml:brushProperty name="width" value="0.05292" units="cm"/>
      <inkml:brushProperty name="height" value="0.05292" units="cm"/>
      <inkml:brushProperty name="color" value="#002060"/>
    </inkml:brush>
  </inkml:definitions>
  <inkml:trace contextRef="#ctx0" brushRef="#br0">11475 10330 7359 0,'-1'-3'656'0,"0"0"-528"0,0 1-128 0,1 0 0 15,0 2 736-15,0-2 112 0,1 0 32 0,-2-1 0 16,1-2 1056-16,-1 1 224 0,1-1 32 0,0 2 16 16,-1 1-352-16,1 2-80 0,0 0-16 0,0 1 0 15,0 2-336-15,0 2-64 0,0-5-16 0,0 0 0 16,4 24-480-16,-4-24-96 0,0 0-32 0,6 33 0 0,-6-33-352 0,3 26-64 16,-3-26 0-16,4 29-16 0,-3-15-80 0,0 0-16 15,-1-14 0-15,3 26 0 0,-2-16-80 0,-1-1 0 16,0-9-128-16,0 0 192 0,0 0-192 0,5 29 0 15,-4-24-192-15,1-1 192 16,-1-1-864-16,0-1-64 0,0 0-16 0,0-2 0 16,-1-2-896-16,1-1-176 0,0-1-32 0,1-1-9600 0</inkml:trace>
  <inkml:trace contextRef="#ctx0" brushRef="#br0" timeOffset="301.13">11491 10401 3679 0,'-4'-1'0'0,"1"-1"144"0,1 0-144 0,0 2 208 15,2 0-208-15,-1 0 0 0,0-2 0 0,-1 2 0 0,-2-2 2032 0,0-1 352 0,1 0 80 0,-1 1 16 16,2-3-432-16,0 0-64 0,1-1-32 0,2 1 0 16,1 0-480-16,0-2-112 0,2 1-16 0,0 0 0 31,2-1-192-31,-1 0-32 0,3 2-16 0,0-2 0 0,1 0-176 0,1 0-32 0,-1 2-16 0,1 0 0 16,-1 1-144-16,-9 4-32 0,0 0 0 0,0 0 0 15,0 0-448-15,39 4-80 0,-39-4-32 0,0 0 0 0,0 0-144 0,0 0 0 31,0 0 0-31,0 0 0 0,0 0 0 0,14 32 0 16,-15-29 0-16,-3 3 0 0,0-2 0 0,-1 1 0 16,-1-2 0-16,-1 1 128 0,0 1-128 0,0-2 0 15,-2 1 0-15,0 0 0 0,2-1 0 0,0 2 0 16,1-3 0-16,1 0 128 0,1 1-128 0,1-1 0 16,2-2 0-16,1 0 0 15,1 0-896-15,1-2-224 0</inkml:trace>
  <inkml:trace contextRef="#ctx0" brushRef="#br0" timeOffset="760.83">11642 10362 18431 0,'-2'0'816'0,"1"0"160"0,0 0-784 0,0 0-192 0,0 0 0 0,1 0 0 16,-1 0 1696-16,0-2 288 0,0 2 64 0,1 0 16 15,-2 0-656-15,1-1-128 0,0 1-16 0,1-1-16 0,0 1-672 16,1 0-128-16,0 0-16 0,0-2-16 0,1 2-96 0,1-2 0 16,-3 2-16-16,0 0 0 0,0 0-16 0,17-8 0 15,-17 8 0-15,0 0 0 0,16-7-96 0,-12 4 0 16,-4 3-16-16,0 0 0 16,18-8 16-16,-18 8 16 0,0 0 0 0,0 0 0 0,0 0 16 0,32 0 0 15,-32 0 0-15,0 0 0 0,0 0-224 0,0 0 128 16,0 0-128-16,24 30 0 0,-24-30 0 0,0 0 0 15,0 0 0-15,0 27 0 0,0-27 0 0,-2 12 0 16,-1-6 0-16,0-1 0 0,1-1 0 0,-1-1 0 0,2-1 0 16,-2 1 0-16,1-3 0 0,0 2 128 0,1-4-128 15,-1 2 144-15,1-2 144 0,0 1 32 0,1-1 0 0,0-1 0 16,0 1 0-16,0 0 0 0,0-1 0 0,1-1 0 16,0-1-192-16,2 0-128 0,0-2 144 0,0-2-144 15,0 1 208-15,2-1-48 0,0-3-16 0,-2 2 0 16,3-2-144-16,-1-1 0 0,0 1 0 0,0 2 128 15,-1 3-128-15,1-2 0 0,1 5 0 0,-3-1 0 16,1 4 0-16,-4 1 0 0,0 0 0 0,0 0 0 16,0 0-288-16,0 0-32 0,0 0-16 0,0 0 0 15,18 31-2288-15,-18-31-448 0</inkml:trace>
  <inkml:trace contextRef="#ctx0" brushRef="#br0" timeOffset="1157.55">11863 10358 6447 0,'0'1'272'0,"0"-1"80"0,0 0-352 0,0 0 0 16,0 0 0-16,0 0 0 0,0 1 2320 0,1-1 400 16,-1 0 80-16,1 2 16 0,0-1 16 0,-1-1 16 15,0 0 0-15,0 0 0 0,0 0-992 0,0 0-208 16,0 0-48-16,0 0 0 0,0 0-704 0,35 2-160 0,-29-7-32 0,1 1 0 16,0-3-320-1,-1 2-64-15,2-5 0 0,-1 3-16 0,0-2-304 0,-2 1 0 0,0-1 0 0,0 2 0 16,-3 0 0-16,1 0 0 0,-1-1 0 0,-1 2 0 15,-1 1 0-15,-1 1-144 0,-1 1 144 0,-1 0-128 16,1-1-128-16,-2 3 0 0,-1 1-16 0,-1 1 0 16,0 3-48-16,0-1 0 0,-2 1 0 0,1 4 0 15,-2-1 112-15,0 2 16 0,0 1 0 0,1 1 0 16,-1-1 192-16,2-1 0 0,1 1 0 0,0-1 0 0,1-1 240 0,1 1 32 16,1-2 16-16,1-1 0 15,1 0 288-15,1-1 48 0,0-5 16 0,0 0 0 0,0 0 16 0,0 0 16 16,0 0 0-16,0 0 0 0,0 0-288 0,34 23-48 15,-34-23-16-15,0 0 0 0,0 0-144 0,0 0-48 16,0 0 0-16,42 8 0 0,-42-8-128 0,0 0 0 16,0 0 0-16,0 0 128 0,35 4-128 0,-35-4 0 15,0 0 0-15,0 0 0 16,0 0-1088-16,31-11-128 0</inkml:trace>
  <inkml:trace contextRef="#ctx0" brushRef="#br0" timeOffset="1570.63">12149 10263 9215 0,'1'-3'816'0,"-1"0"-656"0,1 2-160 0,-1-1 0 31,1 0 1808-31,-1 1 336 0,0-3 64 0,1-1 16 0,0-2-240 0,0 2-64 0,-1 1 0 0,0 1 0 0,-1 3-304 0,0 2-64 16,-1 1-16-16,-2 1 0 0,1 3-384 0,-4-2-64 15,1 5-32-15,-2-1 0 16,1 0-480-16,-2 3-112 0,1-1-16 0,0 0 0 0,0-2-160 0,2-2-32 31,1-1-16-31,1-1 0 0,3-2 112 0,0 0 32 16,2-1 0-16,0-4 0 0,1 2-112 0,-2 0-16 16,0 0 0-16,16-7 0 0,-16 7-64 0,0 0 0 15,25-8-16-15,-25 8 0 0,0 0-176 0,28-4 0 16,-28 4 144-16,0 0-144 0,0 0 0 0,37 2 128 15,-37-2-128-15,0 0 0 0,0 0 0 0,0 0 0 0,0 0 0 16,32 26 0-16,-32-26 0 0,0 0 0 0,0 0 0 0,-1 24 0 16,-2-19 0-16,-1 2 0 0,-1 0 0 0,1-1 128 15,-2-2-128-15,0 3 0 0,-3-3 0 0,1 1 0 16,-1 0 0-16,0-3 0 0,-1 0 0 0,2-1 0 16,1 1 0-16,1-2-160 0,1-2 160 0,2 1-208 15,1-1-784 1,1 0-160-16,2 0-16 0,2-3-9632 0,0 2-1920 0</inkml:trace>
  <inkml:trace contextRef="#ctx0" brushRef="#br0" timeOffset="1964.37">12298 10282 3679 0,'3'-2'320'0,"-2"-1"-320"15,0 1 0-15,-1 2 0 0,0-2 2192 0,1 1 368 16,1-2 80-16,0-3 16 0,1-1-208 0,0 0-32 15,0-2-16-15,0 1 0 0,-1 4-1312 0,-1-3-256 16,1 4-48-16,-1-2-16 0,1 3 64 0,-2 0 0 16,1 1 0-16,-1 1 0 0,-1 1 80 0,0 3 32 15,-1-1 0-15,0 1 0 0,-1 1-176 0,-1 2-16 16,0 1-16-16,-1 1 0 0,0-1-208 0,-1 1-32 0,0-2-16 0,1 2 0 16,2-4-32-16,-1 0-16 0,2-1 0 0,0-1 0 15,1 1 16-15,1-3 16 0,0 1 0 0,1-1 0 16,1-1-272-16,1-1-64 0,1 1-128 0,0-3 192 15,-4 3-192-15,0 0 176 0,0 0-176 16,27-7 160-16,-27 7-32 0,0 0-128 0,0 0 192 0,0 0-64 16,37 5-128-16,-37-5 0 0,0 0 0 0,0 0 0 15,0 0 0-15,0 0 0 0,30 29 0 0,-30-29 0 0,0 0 0 16,0 0 0-16,-1 26 0 0,-2-22 0 0,0 2 0 0,-2 0 0 16,-1-1 128-16,1 0-128 0,-1 0 0 0,0 0 0 15,-3 0 0-15,2-2 128 0,0 2-128 0,-1-2 0 16,0-2 0-16,-1 0 0 15,2-1-448-15,2 0-64 0,2 0 0 0,0-1-16 16,3 0-2000-16,1-4-400 0</inkml:trace>
  <inkml:trace contextRef="#ctx0" brushRef="#br0" timeOffset="2423.73">12451 10260 11631 0,'1'-2'256'0,"-1"0"48"0,1 0 16 0,0 0 0 0,0 1-320 0,-1 1 0 0,0 0 0 0,0-2 0 16,2-1 3120-16,-1 0 544 0,0 0 112 0,0 0 32 16,0 1-1696-16,-1 1-320 0,1 1-80 0,-1 0-16 15,0 3-800-15,0-1-144 0,0 1-48 0,0-3 0 16,0 0-64-16,0 0 0 0,2 31-16 0,-2-31 0 16,0 0-192-16,3 37-48 0,-3-37 0 0,3 26 0 15,-3-26-112-15,0 0-16 0,7 27-16 0,-7-27 0 16,0 0-112-16,0 0 0 0,0 0-128 0,0 0 192 0,0 0-192 0,36 12 0 15,-36-12 0-15,14-9 0 0,-6 2 128 0,-2-1-128 16,2-2 0-16,-2-1 144 0,1-1-144 0,-1 1 0 16,-1 0 0-16,0-1 128 15,-2 1-128-15,0 1 0 0,-2 1 0 0,1 1 0 0,-1-1 0 0,0 2 0 16,-2 0 0-16,0 0 0 0,-1 2 0 0,1 0 0 16,-2 3 0-16,1 0 0 0,2 4 144 0,-2-1-144 15,1 2 160-15,0 3-160 0,1-6 288 0,-2 16-32 16,2-16-16-16,0 21 0 0,0-21-96 0,1 26-16 15,-1-26 0-15,4 29 0 0,-4-29-128 0,5 27 0 16,-5-27 144-16,0 0-144 0,0 0 0 0,19 30 128 0,-19-30-128 0,0 0 0 16,0 0 0-16,0 0 0 0,0 0 0 0,36 0 0 15,-31-4 0-15,1-1 0 16,-1 0 0-16,-1-2-128 16,1-1-448-16,-1 1-64 0,-1 1-32 0,0-2-11056 0,2-2-2224 0</inkml:trace>
  <inkml:trace contextRef="#ctx0" brushRef="#br0" timeOffset="2806.88">12706 10209 9215 0,'-1'4'400'0,"0"-1"96"0,1-1-496 15,-1 0 0-15,0-1 0 0,1 1 0 0,-1-2 2144 0,0 0 336 32,-1 2 64-32,0 1 16 0,1-1 368 0,0-2 80 15,1 0 0-15,0-2 16 0,0-1-1088 0,2-2-208 16,0 3-64-16,2-3 0 0,-1-2-656 0,-1 1-144 15,3-1-32-15,0 1 0 0,-1-1-464 0,3 0-112 16,-2 1 0-16,1 1-16 0,0 0-112 0,0 2 0 0,1 1-128 0,-2-1 192 16,-5 3-16-16,0 0-16 0,0 0 0 0,0 0 0 15,0 0-160-15,37 17 160 0,-37-17-160 16,0 0 160-16,0 0-160 0,17 33 0 0,-17-33 144 16,0 0-144-16,7 35 0 0,-7-35 0 0,0 0 0 0,4 36 128 15,-4-36-128-15,0 0 0 0,0 29 0 0,0-29 0 16,0 0 0-16,0 0 0 0,0 0 0 0,0 0 0 15,0 0 0-15,0 0 0 0,0 0 0 0,0 0 0 16,0 0 0-16,0 0 0 0,13-12 0 0,-11 2 128 16,1-1-128-16,-1-1 128 0,1-3-128 0,0 1 128 15,1 0-128-15,-2 2 0 0,2-2 0 0,0 2 0 0,0 3 0 0,0-1 0 16,1 0 0-16,0 2 0 0,0 2 0 0,1 2 0 16,-3 1 0-16,-3 3 0 15,0 0-880-15,0 0-80 0,0 0-32 0,0 0-10528 16,0 0-2112-16</inkml:trace>
  <inkml:trace contextRef="#ctx0" brushRef="#br0" timeOffset="3122.86">12950 10213 12671 0,'0'0'272'0,"0"0"64"0,0 0 16 0,0 0 0 0,0 0-352 0,0 0 0 0,0 0 0 0,0 0 0 16,0 0 3792-16,0 0 688 0,0 0 144 0,0 0 32 16,38 3-2144-16,-38-3-416 0,0 0-96 0,25-8-16 15,-25 8-1152-15,14-6-256 16,-9 3-32-16,1 0-16 0,0-1-400 0,3-3-128 15,1-2 0-15,-1 1 0 0,0-1 0 0,0 0 128 16,-2 1-128-16,-1-1 0 0,0 2 144 0,-2-1-144 0,-1 2 0 0,-1-2 144 16,-2 4-144-16,-1-3 0 0,-1 2 0 0,-3 2 128 15,-2-1-128-15,-2 3 0 0,-1 1 144 0,-2 3-144 16,-1 2 224-16,-1 2-32 0,0 4 0 0,0 1 0 16,0 3-192-16,2 2 144 0,2 0-144 0,2 1 128 15,2 1 64-15,3 0 16 0,1 1 0 0,2-20 0 0,1 37 64 0,-1-37 16 16,0 0 0-16,19 33 0 0,-19-33-16 0,0 0 0 15,41 2 0-15,-41-2 0 0,38-14-144 0,-18 5-128 16,1-5 144-16,3 0-144 0,-1-1-144 0,4-6-128 16</inkml:trace>
  <inkml:trace contextRef="#ctx0" brushRef="#br0" timeOffset="6793.17">783 4086 2751 0,'-2'0'256'0,"0"-1"-256"0,1 1 0 0,0 0 0 0,1 0 736 0,-1 0 96 16,0 1 32-16,-1-1 0 16,-1 0-160-16,0 0-48 15,0 1 0-15,1-2 0 0,0 1 80 0,2 0 16 16,-1-1 0-16,0 1 0 0,0-1 256 0,1 1 48 15,0-2 16-15,0 2 0 0,0 0 512 0,-1 0 96 16,1 0 32-16,0 0 0 0,1-2-112 0,-1 2 0 16,2-2-16-16,-1 1 0 0,1 1-432 0,1 0-64 15,1-2-32-15,0 2 0 0,0 0-352 0,2 0-80 16,-1-2-16-16,2 1 0 0,0 1-176 0,0-2-48 16,1 1 0-16,-1 0 0 0,0-1 96 0,0 1 16 15,0-1 0-15,-2 2 0 0,1-2-320 0,-2 2-176 0,-1 0 192 0,0 0-192 16,-2 0 0-16,0 2 0 0,-1-2 0 0,-1 1 0 15,-1 1 0-15,-1 0 0 0,-1 0 0 0,-2 0 0 16,1 1-256-16,-4 0-48 0,1 1-16 0,-1-4 0 16,-1 3-608-1,1 1-128-15,0-3-32 0,-1 1 0 0,-1 0-160 0,-1 0-32 0,2-2-16 0,2 0 0 16,1 0 464-16,1-2 80 0,1 0 32 0,2-1 0 16,0 0 976-16,1 1 192 0,1 0 32 0,0-2 16 0,1 3 272 15,1-1 64-15,0-1 16 0,0 1 0 16,1 2-32-16,0 0-16 0,0 0 0 0,1 0 0 0,1 2-144 15,0-2-16-15,-1 3-16 0,2-1 0 0,0 1-96 0,-5-3-16 16,0 0 0-16,0 0 0 0,0 0-192 0,40 9-32 16,-40-9-16-16,0 0 0 0,0 0 16 0,37 0 0 15,-30 0 0-15,0 0 0 0,0-3-80 0,-1 2-16 16,1 0 0-16,-3-1 0 0,0 2-64 0,-2 0-128 16,0-2 176-16,-2 2-176 0,0 0 128 0,-2 0-128 15,0 0 0-15,-2 2 0 0,1-2 0 0,-1 0 0 16,-1 0 0-16,-1 2 0 0,0 0 0 0,0-1 0 0,-1 1 0 0,2-2 0 15,1 3 0-15,0-3 0 0,2 2 0 0,1-2-144 16,0 0 144-16,1 0 0 0,1 0 0 0,1 0-128 16,0 1 128-16,1-1 0 0,1-1 0 0,0 1 0 15,1 0 0-15,0-2 0 0,1 2 0 0,0 0 0 16,1 0-320-16,0-2 32 0,-1 2 0 0</inkml:trace>
  <inkml:trace contextRef="#ctx0" brushRef="#br0" timeOffset="7825.29">420 4113 10127 0,'2'0'896'15,"-2"-2"-704"-15,-1 1-192 0,0 1 0 0,0-2 1312 0,0 2 224 16,0 0 64-16,0-2 0 0,0-1 480 0,-2-2 96 16,0 3 32-16,0 0 0 0,2-2-736 0,-1 3-160 15,1-1-32-15,0 1 0 0,0 0-192 0,0 0-32 16,1 2-16-16,0 0 0 0,1 2-272 0,-1-2-64 16,0 3-16-16,0 0 0 0,0-1-240 0,0 3-32 15,-1 2-16-15,1-1 0 0,-1 4-96 0,-1-2-32 0,1 0 0 0,0 0 0 16,0 2-128-16,0 0-16 0,-1 1-128 0,1-1 192 15,0-1-192-15,-1-1 0 0,1-2 128 0,0-2-128 16,-1 2 0-16,0-4 0 16,0 0 0-16,1-2 0 15,1 1 0-15,0-2 0 0,0 0 0 0,-1 0 0 0,1-2 0 0,-1 0 0 0,2-3 0 0,-1 1 0 16,0 1 0-16,-1-2 0 0,1 0 0 0,1-1 0 16,0-2 0-16,-1 1 0 15,0-1 0-15,1-1 0 0,-1 1 0 0,0 0 0 0,-1 1 0 16,1-2 0-16,0 1 0 0,0 1 0 0,0 2 0 0,0 1 0 15,0-3 128-15,0 3-128 0,1-1 0 0,-2 2 0 0,1 0 272 0,1 0-32 16,-1 2-16-16,1 1 0 0,0 0-32 0,-1 0-16 31,-1 0 0-31,0 1 0 0,0-1-176 0,1 0 192 0,1 1-192 0,-1 1 192 0,0-2-192 0,1 3 0 32,-1-1 0-32,1 3 128 0,0-1-128 0,0 0 0 0,0 2 0 0,0 1 128 0,-1-7-128 0,0 0 0 31,3 29 0-31,-3-29 0 0,0 24 0 0,-1-10 128 15,-1 0-128-15,1 0 0 0,-1 0 0 0,1-2 128 16,-1 0-128-16,1 0 0 0,1-4 0 0,-1 0 0 0,0-3 0 0,0-2 0 16,2-1 0-16,-1-2 0 0,0-2 0 0,-1-1 0 15,1 1 0-15,1-1 0 0,-1-4 0 0,0 0 0 16,1 0 0-16,-1 0 0 0,0-2 0 0,0 0 0 16,-1 1 0-16,1-2 0 0,0 3 0 0,1-4 0 15,0 1 0-15,-2-2 0 0,0 2 0 0,0-1 0 16,1-1 0-16,0 1 0 0,1 1 0 0,0 0 0 15,-1 3 0-15,1 0 0 0,-1 3 0 0,0 1 0 16,1 3 0-16,0-2 0 0,-1 4 0 0,0 0 0 16,-1 1 0-16,1 1 0 0,1 4 128 0,-1-2-128 0,0 0 0 0,-1 1 0 15,1 3 144-15,-1 1-144 0,0 1 0 16,-1 0 144-16,1 0-144 0,-1 0 0 16,2-12 0-16,-1 20 0 0,0-10 0 0,0-3 0 0,1 0 128 0,-1-2-128 15,0 2 0-15,1-4 0 0,0 1 0 0,0-1 0 16,2-3 0-16</inkml:trace>
  <inkml:trace contextRef="#ctx0" brushRef="#br0" timeOffset="10957.03">821 6802 1839 0,'0'0'160'0,"0"0"-160"15,0 0 0-15,0 0 0 0,0 0 640 0,0 0 80 16,1 0 32-16,-1 0 0 0,0-2 464 0,1 1 80 15,-1 1 32-15,0 0 0 0,0-2-96 0,0 2-16 16,0-1 0-16,0 0 0 0,-1 1 16 0,1-1 0 16,-1 1 0-16,0 1 0 15,1-1-176-15,-1 0-32 0,1 0-16 0,-1 1 0 16,1 0-288-16,0-1-48 0,-1 2-16 0,1-2 0 0,0 0-112 0,1 1-32 0,-1-1 0 0,1 2 0 16,1-4-80-1,0 2-32-15,-1-1 0 0,1-1 0 0,1 1 48 0,-1-1 0 0,1 0 0 0,0 2 0 16,-1 0-176-16,1-2-16 15,0 2-16-15,1-2 0 0,-1 1 64 0,1 1 16 16,0 1 0-16,-1 1 0 0,0-2-112 0,1 2-16 16,-1-2 0-16,-1 2 0 0,0 0-192 0,1 1 0 15,-1-2 0-15,0 1 0 0,0-2 0 0,-1 2 0 16,0-2 0-16,0 0 0 0,-1 0 0 0,0 0 0 0,1 0 0 0,-2 0 0 0,1 0 0 16,-1 0 0-1,1 0 0-15,-1 1 0 0,-1-1 0 0,0 1 0 0,-1 1 0 0,0-2 0 0,0 3 0 16,-1-1 0-1,-1 2-160-15,0-1 160 0,1 0-192 0,-2 0 32 0,3 1 16 0,-2-2 0 16,0 3 16-16,2-2 0 0,0-1 0 16,-1 0 0-16,1 0 128 0,0 1 0 0,0-3 0 0,-1 2-128 15,2-2 128-15,0 1 0 0,-1-1 0 0,0 2 128 16,1-2 128-16,0 2 48 0,1-2 0 0,-1 2 0 16,0-2 256-16,0 1 48 0,0 1 16 0,1 0 0 15,0-1-160-15,0 1-16 0,0 0-16 0,0 0 0 16,1 0-96-16,1-1-16 0,0 1 0 0,1-2 0 15,0 0-96-15,2-2-32 0,-1 1 0 0,2 1 0 16,1-2 32-16,-1 0 0 0,3 0 0 0,-1-3 0 0,1 2-16 16,1 1 0-16,-1 0 0 0,1-1 0 15,-1-1-80-15,-1 1 0 0,0 2-128 0,-1-2 192 0,-1 0-192 0,-1 1 0 16,-1 1 0-16,0-1 0 0,-2 2 0 0,0 0 0 16,-2 0 0-16,0 0 0 0,-2 0 0 0,0 2 0 15,-1-1 0-15,-2 1 0 0,0 1 0 0,-1 0 0 16,0 0 0-16,-2 0-160 0,2-1 160 0,-2 1 0 0,0-1-144 15,1 0 144-15,2 1-256 0,-1-3 0 0,2 0 16 0,0 0 0 16,0-2 240-16,3 1 0 0,-1-1 0 0,1 2-144 16,0-2 144-16,2 0 0 0,0 1 0 0,1-1 0 15,1 0 0-15,0 1 0 0,0 1 0 0,1 0 0 16,1-2 0-16,-1 2 144 16,0 0-144-16,1 2 0 0,0-2 272 0,0 1-48 0,0 1-16 0,-4-2 0 15,0 0-16-15,0 0 0 0,0 0 0 0,0 0 0 16,0 0-32-16,36 7-16 0,-30-7 0 0,-1 0 0 15,-1 0-144-15,0-2 192 0,0 2-192 0,-2-2 192 16,0 1-192-16,0 1 0 0,-1-2 0 0,-1 0 128 16,0 1-128-16,-1 1 0 0,0 0 0 0,-1-2 0 0,0 2 0 0,-3-1 0 15,0 1 0-15,-1 0 0 16,-1 0 0-16,0-1 0 0,-1 1 0 0,-1 0 0 0,0 0 0 0,0 0 0 16,0 0 0-16,1-2 0 0,1 2 0 0,0 0 0 15,1-2 0-15,2 2 0 0,0 0 0 0,1 0 0 16,1 2 0-16,2-4 0 0,0 2 0 0,0 0 0 15,1 0 0-15,2 2 0 0,0-2 0 0,1 0 0 16,1 0 0-16,0 0 0 0,0 0 0 0,1 0 0 16,-6 0 0-16,0 0 0 0,0 0 160 0,0 0-160 15,32 0 192-15,-32 0-192 0,0 0 160 0,0 0-160 0,27-3 128 16,-20 1-128-16,-1 1 128 0,0 1-128 0,-1-2 128 0,-1 2-128 16,0 0 0-16,-2-1 128 0,-1 2-128 0,0-1 0 15,-1 0 0-15,-1 0 0 16,-1 2 0-16,0-2 0 0,-1 1-208 0</inkml:trace>
  <inkml:trace contextRef="#ctx0" brushRef="#br0" timeOffset="11869.56">234 6792 12895 0,'-1'-5'1152'0,"0"0"-928"0,1 1-224 0,0 0 0 15,0 3 208-15,0 1 0 0,0-3 0 0,0 1 0 16,-1-4 1344-16,0 0 272 0,0-1 48 0,-1-1 16 0,-1 2-384 0,1 1-80 31,-1 3-16-31,-1-2 0 0,0 3-208 0,0 1-48 0,-2 0-16 0,0 1 0 0,-1 4-208 16,1 1-32-16,0 1-16 0,0 3 0 16,0 2-304-16,-1-1-48 0,0 6-16 0,2-3 0 0,0 3-224 0,1 0-48 15,1-1-16-15,1 0 0 0,2-1-224 0,0-15 176 16,0 0-176-16,6 35 160 0,-6-35-160 0,0 0 160 15,0 0-160-15,0 0 160 0,0 0-160 0,39 26 0 16,-30-28 144-16,-1-3-144 0,-1-2 176 0,1 0-48 16,-1 0 0-16,1-2 0 0,-1 0-128 0,0-1 128 0,-1-2-128 0,0 1 128 15,-3 0-128-15,2-1 0 0,-2 1 0 16,-1 1 0-16,-2 1 0 0,-1-1 0 0,0 3 0 0,-2 0 0 16,0 2-128-16,-1-2 128 15,0 3 0-15,-2-1 0 0,1 2 0 0,-2 2 0 0,1 0 0 16,-2-1 0-16,2 2-128 0,0 0 128 0,1 2 0 0,0-2 0 15,1 1 0-15,1 0 0 0,2 1 0 0,0-1 0 16,0 1-240-16,2-1 32 0,1 1 0 0</inkml:trace>
  <inkml:trace contextRef="#ctx0" brushRef="#br0" timeOffset="12106.99">298 6870 10127 0,'-1'-2'448'0,"0"0"96"15,1-1-544-15,0 1 0 0,0 2 0 0,0 0 0 0,0-2 2528 0,0 2 400 16,0-1 80-16,0 1 0 0,0 0-336 0,0 1-80 0,-1 3-16 0,1 1 0 16,0-1-992-16,-1 2-208 0,1-6-32 0,-1 17-16 15,1-17-656-15,-1 20-128 0,1-20-32 0,0 21 0 16,0-21-288-16,0 0-64 0,0 0-16 0,0 0 0 15,0 0-144-15,0 0 0 16,0 0-192-16</inkml:trace>
  <inkml:trace contextRef="#ctx0" brushRef="#br0" timeOffset="12490.62">446 6702 16575 0,'-1'0'736'0,"0"0"160"0,0 0-720 0,0 0-176 0,1 0 0 0,-1 0 0 0,1 0 2112 0,-1 0 400 16,-1 0 80-16,-1 1 16 0,1 0-560 0,-2 1-128 16,2-1 0-16,-1 1-16 0,0 1-704 0,0 1-144 15,0 1-32-15,1 0 0 0,-1-1-528 16,1 4-112-16,0-2-32 0,1 2 0 0,0-4-144 0,2 2-16 16,1 0-16-16,-2-6 0 0,0 0-176 0,0 0 0 15,0 0 144-15,0 0-144 0,0 0 128 0,33 34-128 0,-33-34 160 16,0 0-160-16,0 0 224 0,0 0-48 0,37 6-16 15,-37-6 0-15,0 0 16 0,0 0 0 0,0 0 0 0,0 0 0 16,42 17-176-16,-42-17 0 0,0 0 0 0,0 0 128 16,0 0-128-16,18 34 0 0,-18-34 0 0,0 0 0 15,1 28 0-15,-4-19 0 0,0 3 0 0,-1-2 0 16,-2 2 128-16,1-1-128 0,-1 1 0 0,-1-3 128 16,-1 1 0-16,0 0 0 0,-1-1 0 0,-4-3 0 15,1 0-128-15,-1-1 0 0,0-3 0 0,0 0 128 16,0 1-128-16,2-3 0 0,0-2 0 0,3-1 0 15,1 2 0-15,3-5 0 16,0-1 0-16,0-5 0 0,2-2-1008 0,2-3-176 0</inkml:trace>
  <inkml:trace contextRef="#ctx0" brushRef="#br0" timeOffset="12662.06">438 6709 26719 0,'3'-2'1184'0,"-2"-1"240"0,2 2-1136 0,-1 0-288 0,0-1 0 0,-1 0 0 16,1 1 2128-16,1-1 368 0,3-3 80 0,2 0 16 16,2-2-1040-16,0 0-208 0,1 1-32 0,-3 0-16 15,1 1-944-15,-2 2-192 0,0 0-32 0,0 2-128 16,0-1 0-16,-7 2-272 0</inkml:trace>
  <inkml:trace contextRef="#ctx0" brushRef="#br0" timeOffset="19314">837 8575 1839 0,'0'0'160'0,"-1"0"-160"0,0 0 0 0,0 0 0 16,0 0 976-16,0 0 176 0,-1-2 16 0,-2 1 16 15,2-1-96-15,-2 1-32 0,0-2 0 0,1 1 0 16,1-1-416-16,2 1-64 0,-1 1-32 0,0-1 0 16,1 0 48-16,0 2 16 0,1-2 0 0,-1 1 0 15,0-1 224-15,0 2 32 0,0 0 16 0,0-2 0 0,1 2 208 0,-1 0 64 16,0 0 0-16,1-1 0 0,0 1-144 0,0 0-32 16,0 0 0-16,0-2 0 0,1 2-176 0,1-2-32 15,0 0-16-15,-1-1 0 0,2 0-112 0,1 1-32 16,-1 0 0-16,2-2 0 0,-1 1 96 0,0 0 0 15,2 1 16-15,-3 2 0 0,2-1-240 0,-2 1-48 16,1 1-16-16,-1-1 0 0,-1 2-240 0,1-1-48 16,-1 1-128-16,-1 0 192 0,0 1-192 0,-1-1 0 0,-1-1 0 15,0 0 0-15,-1 1 0 0,0-1 0 0,-1 2 0 0,-1-2 0 16,0 2 0-16,1-2 0 0,-2 0 0 0,0-1 0 16,-1 2-336-16,1-2-16 0,0 0 0 0,-1 0 0 31,2-2-400-31,-1 0-80 0,0 0 0 0,1-1-16 0,0 0 400 0,0-1 96 0,0-1 16 0,1 0 0 15,-1 1 336-15,0-1 0 0,0 0 0 0,0 1 0 16,2-1 0-16,-1 1 160 0,0 1-16 0,0 0 0 16,1-1 288-16,0 1 48 0,1 2 16 0,0 0 0 15,0-2-64-15,0 3-16 0,0 0 0 0,1-2 0 16,0 4-208-16,0-2-32 0,1-2-16 0,1 2 0 16,-1 2 80-16,1-2 16 0,1 1 0 0,0 1 0 15,-1-2 112-15,1 2 16 0,1-2 16 0,-2 2 0 0,0-2-32 0,1 3-16 16,-1-3 0-16,0 2 0 0,0-2-160 0,-1 0-16 15,0 1-16-15,-1-1 0 0,0 0-160 0,-1 0 0 16,0 0 0-16,-1-1 0 0,1 1 0 0,-1 0 0 16,0 0 0-16,0 0 0 0,-1 0 0 0,0 0 0 15,0 0 0-15,0 0 0 0,-2 0 0 0,0 0 0 16,0-2 0-16,0 2 0 0,-1 0 0 0,0 2 0 16,-1-2 0-16,0 0 0 0,0 0-128 0,-1 1 128 15,1 1 0-15,0-2 0 0,0 2 0 0,-1-1 0 16,3 2 0-16,-1-2 0 0,1 1 0 0,1 1 0 0,0-3 0 0,1 2 0 15,0-1 0-15,1-1 0 0,1 0 0 0,0 0 0 16,1-1 192-16,1-1-32 16,0 0-16-16,1-1 0 0,0 0 128 0,2 1 32 0,0-2 0 0,-1 1 0 15,2-2-48-15,-1 3-16 0,0 0 0 0,1 1 0 16,-1-1-48-16,0 2-16 0,0-2 0 0,1 2 0 16,0 2-176-16,-1-2 160 15,0 2-160-15,-1 1 160 0,-1-2-160 0,1 2 0 0,-1-2 0 0,-1 1 0 16,-1 0 0-16,0-1 0 0,0 1 0 0,-1-2 0 15,0 2 0-15,-2-2 0 0,1 1 0 0,-2 0 0 0,0-1 0 0,-1 2 0 16,0-2 0-16,-1 1 0 0,-1-1 0 0,0 0 0 16,-1 2 0-16,0-2 0 0,1-2 0 0,-1 1 0 15,1-1 0-15,-1 1 0 0,2-2 0 0,1 0 0 16,-1 1 0-16,1-3 0 0,2 3 0 0,-1-1 0 16,1-1 0-16,0 1 0 0,1-1 0 0,0 1 0 15,2 1 0-15,0-1 0 0,1 1 0 0,1 0 0 16,0 0 0-16,0-1 0 0,1 0 0 0,1 1 128 15,-1 0-128-15,2-3 0 16,-1 2 128-16,-1 0-128 0,1 2 128 0,-1-3-128 0,2 3 128 0,-1-1-128 16,0 0 128-16,1 2-128 0,-1 2 160 0,1-2-160 0,-1 3 192 0,-1-1-192 15,1 1 144-15,-1 0-144 16,0-2 0-16,0 1 144 0,-2 1-144 0,0-1 0 16,-1 0 0-16,1-2 128 0,0 2-128 0,0-1 0 0,-1 1 0 0,1-2 0 15,1 0 0-15,-2 0 0 0,3-2 0 0</inkml:trace>
  <inkml:trace contextRef="#ctx0" brushRef="#br0" timeOffset="20696.64">134 8423 3679 0,'0'-2'320'0,"0"-1"-320"15,1 1 0-15,-1 1 0 0,0 0 640 0,0 1 64 16,0 0 16-16,1-2 0 0,1 1 16 0,-1-3 0 15,1 1 0-15,-1 1 0 16,1-3 352-16,0 3 80 0,-1-1 16 0,1 1 0 0,0-2 464 0,0 1 80 16,-1 1 32-16,0-1 0 0,1 2 48 0,-1 0 16 15,0-1 0-15,-1 2 0 0,1 0-416 0,-1-2-96 0,0 2-16 0,-1 2 0 16,1 0-304-16,-2-1-64 0,-1 2-16 0,0 0 0 16,-1 4-240-16,1-2-48 0,-1 2-16 0,0 2 0 15,2 1-160-15,-1 1-48 0,-1 1 0 0,2 3 0 31,0-1-208-31,1 0-32 0,0-2-16 0,1 2 0 0,0-1-144 0,0 0 0 16,-1 0 0-16,0 1 0 0,2 0 0 0,-1-2 0 16,1 2 0-16,1-5 0 0,0-1 0 0,0-1 128 0,0-3-128 0,1 1 0 15,0-3 0-15,1-1 0 0,-1-2 128 0,1-1-128 16,0-1 0-16,2-1 0 0,-1-4 144 0,2 0-144 0,0-1 176 0,1-2-48 16,-1 0 0-16,1 1 0 0,0 1-128 0,-2-1 0 15,2 0 0-15,-2 1 0 0,1 0 0 0,-3-1 0 16,1 1 0-16,-1 0 0 15,-1 1 0-15,-2 1 0 16,0-2 0-16,0 1 0 0,-2-1-272 0,0 2 64 0,0-3 16 16,-2 1 0-16,-2 2 192 0,0-3-192 0,1 3 192 0,-3 0-192 15,1-3 192-15,-2 3 0 0,-2 0 0 0,1 3 0 0,-1-2 0 0,0 2 0 16,3 2 0 0,1-1 0-16,0 3 0 0,1 1 0 0,2 1 0 15,0 0 0-15,2 2-192 0,1-1 16 0,1 2 0 16</inkml:trace>
  <inkml:trace contextRef="#ctx0" brushRef="#br0" timeOffset="20898.37">312 8511 2751 0,'-3'-3'256'0,"1"1"-256"15,0 0 0-15,1 2 0 0,1 0 4080 0,-1 0 768 0,1 0 144 0,-1 0 48 0,0 1-1328 0,0 0-256 16,0 4-48-16,0 0-16 0,0-1-2032 0,1 1-400 16,1 2-96-16,0-1-16 0,-1-6-480 0,0 0-112 15,0 0 0-15,0 0-16 0,14 32-240 0,-14-32 0 16,0 0 0-16</inkml:trace>
  <inkml:trace contextRef="#ctx0" brushRef="#br0" timeOffset="21277.72">367 8359 12895 0,'-2'3'1152'0,"1"-3"-928"0,0 0-224 0,0 2 0 0,1-2 1472 0,0 0 256 0,0 0 64 0,-1 0 0 15,2 1 1568-15,0-1 320 0,0-1 64 0,2-1 16 16,0-1-2160-16,1-1-448 0,0 1-64 0,3-1-32 15,-1 1-480-15,2 0-80 0,0 1-32 0,-1 1 0 0,-1 0-144 16,1 1-16-16,-7 0-16 0,0 0 0 0,0 0-288 16,0 0 160-16,0 0-160 0,0 0 128 0,24 38-128 15,-25-29 0-15,-1 3 0 0,-2 2 0 0,-1 1 0 0,-1 0 0 16,0 0 0-16,-1-3 0 0,0 2-192 0,-1-2 192 16,0 0-192-16,1-1 192 0,-1 0-240 0,3-2 80 15,2-2 16-15,0-2 0 16,2 2 144-16,1-5-128 0,2 3 128 0,-2-5-128 0,0 0 128 0,0 0 0 15,0 0 0-15,0 0 0 0,0 0 144 0,0 0 16 16,39 9 0-16,-39-9 0 0,0 0 144 0,27-3 16 16,-27 3 16-16,0 0 0 0,25-9-192 0,-18 6-144 15,1 0 192-15,-2-2-192 0,0-1 0 0,-1 0 0 0,0 0 0 16</inkml:trace>
  <inkml:trace contextRef="#ctx0" brushRef="#br0" timeOffset="21691.91">527 8300 18431 0,'0'-2'816'0,"-1"-1"160"15,0 1-784-15,0 0-192 0,0 1 0 0,1 1 0 16,-1 1 2384-16,-1-1 432 0,-1-1 96 0,1 1 16 0,-2 0-448 0,-1 0-96 16,3 0-16-16,-2 1 0 15,2 1-1248-15,-1 0-256 0,1-1-48 0,1 3-16 0,1-2-512 0,-1 1-96 16,1 4-32-16,0-2 0 0,1 4-160 0,-1-2 0 15,0-7 144-15,0 0-144 0,8 35 0 0,-8-35 0 16,7 32 0-16,-7-32 128 16,7 33-128-16,-7-33 0 0,6 34 0 0,-6-34 0 0,0 0 0 0,10 38 0 15,-10-38 0-15,0 0 0 0,9 29 0 0,-9-29 0 16,0 0 0-16,0 0 0 0,0 0 0 0,0 0 0 0,17 34 0 16,-17-34 0-16,0 0 0 0,0 0 0 0,0 0 0 0,0 0 128 15,9 33-128-15,-9-27 0 0,0 0 0 0,-2-1 0 16,1-1 0-1,-1 1 0-15,0 1 0 0,0 0 128 0,-1 0-128 0,-1 0 0 16,-1-1 0-16,2 1 0 0,-1 0 0 0,0-2 0 0,1 1 0 0,-2 0 0 16,1-1 0-1,-1 1 0-15,-1-2 0 0,1 0 0 0,-1-2 0 0,-1 1 0 0,2-4 0 0,-1 0 0 32,1-3-688-32,0-2-96 0,0 0-32 0</inkml:trace>
  <inkml:trace contextRef="#ctx0" brushRef="#br0" timeOffset="21848.91">485 8281 3679 0,'2'-2'320'0,"-1"1"-320"0,1-1 0 0,-1 1 0 0,0 0 2464 0,-1 1 416 16,1 0 96-16,2-2 16 0,1 2 1504 0,1-3 304 16,1 0 64-16,0 1 16 0,3-2-2224 0,-1 1-448 15,1 1-96-15,2-1 0 0,0 0-1296 0,-1 0-256 16,-2 0-48-16,2 0-16 0,-3 1-352 0,0 2-144 0,-1-1 128 0,0 1-128 15,-2 1 0-15,0 1 0 0,0-1 0 0</inkml:trace>
  <inkml:trace contextRef="#ctx0" brushRef="#br0" timeOffset="45535.68">2412 10106 3679 0,'-1'0'320'0,"0"0"-320"15,1 0 0-15,0 0 0 0,0 0 768 0,0 0 64 16,0 0 32-16,-1 0 0 0,0 0 336 15,1 0 64-15,0 1 16 0,-1 1 0 0,0 0-64 0,0-2-16 16,0 1 0-16,0 1 0 0,1 0-128 0,-1 0-32 16,0-1 0-16,1 1 0 0,0 0-208 0,-1 1-64 15,0-1 0-15,1 0 0 0,-1 3-192 16,0-3-64-16,1 2 0 0,-1-1 0 16,1 2-64-16,0-2-32 0,0-1 0 0,0 2 0 0,0-1-160 0,0 0-16 0,0 0-16 0,1 0 0 15,-1 0-224-15,0-1 144 0,0 1-144 0,0-1 128 16,-1 3-128-16,1-3 0 0,0 1 0 0,0 0 128 15,-1-2-128-15,0 1 0 0,1-2 0 0,-1 1 0 16,0-1 160-16,0 2-160 16,1-2 192-16,-1-2-192 0,0 1 240 0,0-1-64 0,1 2-16 0,-1-2 0 15,0 0-160-15,1-1 192 0,0 1-192 0,0-3 192 0,0 3-192 16,0-1 0-16,0-2 0 0,1 1 0 16,-1 0 0-16,0-1 0 0,0 2 0 0,1-2 0 0,-1 0 0 0,1 1 0 15,-1 0 0-15,1 0 0 0,-1 2 0 0,1 0 0 31,-1-2 0-31,1 3 0 0,0-1 0 0,-1-1 160 0,1 3-160 0,-1 0 160 16,1 0 32-16,0 0 0 0,-1 0 0 16,0 1 0-16,0 1 64 0,1-2 0 0,-1 2 16 0,0-1 0 0,0 3-64 0,0-3-16 15,0 2 0-15,-1 0 0 0,1 2 48 0,0-1 0 16,-1 1 0-16,0-2 0 0,0 1-96 0,0 1-16 16,1 0 0-16,-1-3 0 0,0 3-128 0,0-3 0 0,0 1 0 15,1-1 128-15,0 0-128 0,0-2 0 0,0 0 0 0,0 1 0 16,1-1 0-16,-1-1 0 15,0 1 0-15,1 0 0 16,-1-2 0-16,0 1 0 0,1 0 0 0,0-1 0 0,-1 1 0 0,0-3 0 0,0 1 0 0,1 1 0 16,-1-2 0-16,0 1 0 0,0 0-144 0,-1-1 144 15,1-1 0-15,-1 2 0 0,1-1 0 0,0-1 0 16,0 0 0-16,0 1 0 0,0-3 0 0,0 2 0 16,0 0 0-16,1 0 0 0,-1 1 0 0,1 1 0 15,0 3 0 1,-1-2 0-16,0 2 0 0,0 2 0 0,0 1 0 0,0-1 0 15,0 2 0-15,0 2 0 0,0 0 0 0,0 2 176 16,-1-1-176-16,1 1 160 0,0 3 64 0,-1-1 16 16,1 3 0-16,-1-1 0 0,1 0 16 0,1-3 16 15,-1 1 0-15,2 0 0 0,-1-3-272 0,0-2 160 16,1-2-160-16,1-2 128 0,1-3-128 0,0-3-224 16,2-2 48-16,0-5-14944 0</inkml:trace>
  <inkml:trace contextRef="#ctx0" brushRef="#br0" timeOffset="47159.12">2201 10401 3679 0,'-4'2'320'0,"1"-2"-320"0,1 2 0 0,1-2 0 16,0 0 912-16,0 0 112 0,1 0 32 0,-2 0 0 15,-1 1 656-15,0-1 128 0,0 0 16 0,0 0 16 16,0 0-80-16,1 0 0 0,1-1-16 16,1-1 0-16,0 2-64 0,0-3-16 0,2 3 0 0,-1-2 0 15,1 1-480-15,1 1-80 0,-2-1-32 0,2 1 0 0,1 1-352 0,0-1-80 16,-1 1-16-16,1 1 0 0,1-1-144 0,-2 1-48 15,3 0 0-15,-1 1 0 16,-1-1-272-16,1 0-48 0,-1-1-16 0,-1 1 0 0,1 0-128 0,0-2 0 16,0 0 0-16,0 0 0 0,0 0 0 0,0 0 0 15,-1-2-192-15,1 0 192 16,0 1-1344-16,-1-1-128 0,2 1-48 0,1 0-12448 0</inkml:trace>
  <inkml:trace contextRef="#ctx0" brushRef="#br0" timeOffset="47639.91">2316 10365 8287 0,'-2'0'368'16,"1"0"80"-16,1 0-448 0,-1-2 0 0,1 2 0 0,0 0 0 15,0-1 1616-15,0 1 240 0,0 0 64 0,1-2 0 0,1 1-96 0,1 0-16 16,-1-1 0-16,2-1 0 0,1 1-176 0,-1-1-32 15,2 1-16-15,-1 1 0 0,1 0-528 0,1-1-96 16,-1 1-32-16,1-1 0 0,-1 2-240 0,0 0-48 16,0 0-16-16,-1 2 0 0,0-1-240 0,1 1-64 15,-2 0 0-15,1 1 0 0,-1 1-192 0,0 1-128 16,-2-1 128-16,0 2-128 0,0 0 0 0,-2 0 0 16,0 0 0-16,-2 2 0 0,-1 1 0 0,0-2 0 15,-1 1 0-15,-1 0 0 0,0 0-176 0,-3-1 0 16,2 2 0-16,-1-1 0 15,-1-2-288-15,1 0-64 0,-1 0-16 0,2-1 0 0,0-2 112 0,1 0 32 0,1-2 0 0,0 1 0 16,0-2 400-16,2 1 0 0,0-1 0 0,1 0 0 16,0 0 0-16,1 0 0 0,0-1 0 0,1 1 128 15,1 0 128-15,0-2 16 0,1 0 16 0,0 0 0 16,2-1 192-16,-2 1 32 0,3-1 16 0,-1 1 0 16,0 0 0-16,1 0 0 0,-1 1 0 0,2-1 0 15,-1 2-144-15,1 0-16 0,0 0-16 0,0 0 0 16,0 0-160-16,1 0-16 0,-1 0-16 0,-7 0 0 15,0 0-160-15,0 0 0 0,0 0 0 0,0 0 0 16,40 5 0-16,-35-5 0 0,1 0 0 0,0-2 0 16,-1 1-448-16,1-3-64 0,-2 1 0 0,1-1-10176 15,1-1-2016-15</inkml:trace>
  <inkml:trace contextRef="#ctx0" brushRef="#br0" timeOffset="47965.84">2591 10354 3679 0,'-1'-1'320'0,"1"-1"-320"16,0 2 0-16,-1-2 0 0,1 1 1248 0,0 1 176 16,-1 0 48-16,1-2 0 0,-1 2 832 0,1-1 192 15,-2 1 16-15,1 0 16 0,-1 1-496 0,-1 1-112 0,1 1 0 0,0 2-16 16,1-1-512-16,-2 2-112 0,1 0 0 0,0 2-16 16,0 0-496-16,0 1-112 0,1-1-16 0,1 0 0 15,1 2-272-15,0-2-64 0,2-1-16 0,0 1 0 16,1-3-80-16,-4-5-16 15,0 0 0-15,0 0 0 0,0 0 240 0,0 0 32 0,42 13 16 0,-32-15 0 16,1 0-80-16,-2-3-16 0,0 1 0 0,0 1 0 16,0-2-176-16,-2-2-32 0,1 1-16 0,-2-1 0 15,1 1-32-15,-2-2 0 0,0-1 0 0,-1 0 0 16,-2 2-128-16,0-3 0 0,-2 4 0 0,-2 0 128 0,0 0-128 16,-4 1 0-16,-1 2 0 0,-2 1 0 0,-1 2 0 0,-4 2 0 15,-2 3 0-15,-1 0 0 16,0 0-256-16,0 2 0 0,2 0 16 0,2 0 0 15,2 0-1184-15,1 0-240 0,2 1-64 0,1-2-12896 16</inkml:trace>
  <inkml:trace contextRef="#ctx0" brushRef="#br0" timeOffset="49909.42">4146 10147 911 0,'-1'0'0'0,"0"-2"0"16,0 1 0-16,1 1 0 0,0 0 416 0,0 0 0 16,-1-2 0-16,0 2 0 0,0 0 320 0,-1-1 64 15,1 1 16-15,-1-1 0 0,0 1-128 0,1 0-32 16,-1-2 0-16,1 2 0 0,0-1-144 0,-1 1-16 16,1-1-16-16,0 1 0 0,0-1-352 0,0 1-128 15,0 0 0-15,0-2 0 0,1 1 0 0,-1 1 0 16,1-2 0-16,-2 1 0 0,1 0 0 0,0 1 224 0,0-2-64 0,-1 0-16 15,0 1 448-15,1-1 96 0,0 0 16 0,1 1 0 16,-1 1 48-16,0-2 16 16,0 2 0-16,1 0 0 0,-1 0 0 0,1 0 16 0,0 0 0 0,0 0 0 15,0 2 96-15,-1-2 16 0,1 1 0 0,0 1 0 16,0 0-64-16,1-1-16 0,-1 1 0 0,0 1 0 16,0 0-240-16,0-2-32 0,1 2-16 0,-1 1 0 15,1-3-128-15,-1 2-16 0,1-2-16 0,-1 3 0 16,0-3-176-16,1 3-16 0,-1-4-16 0,0 3 0 0,0 1-160 0,0-1 160 15,0 0-160-15,0 0 160 0,0 0-160 0,0 0 0 16,0 1 0-16,0 1 0 0,0-2 0 0,-1-1 0 16,1 0 0-16,-1 0 0 0,1 0 0 0,0-2 0 15,0 0 0-15,0 0 0 0,0-2 0 0,0 2 0 16,0-2 0-16,1 0 0 0,-1-1 0 0,1-2 0 16,-1 2 0-16,0-1 0 0,1-1-144 0,0 1 144 15,0-3 0-15,-1 2 0 0,1 0-128 0,-1 0 128 16,0 1 0-16,1 0 0 0,-1 1 0 0,0 2 0 15,0-1 0-15,0 1 0 0,0 0 224 0,0 1-48 16,0 0-16-16,-1 1 0 0,1 0 128 0,0-1 32 0,0 3 0 16,-1 0 0-16,1 1 80 0,-1-2 32 0,1 3 0 15,-1 0 0-15,1 1 32 0,0 0 16 0,-1 0 0 0,1 0 0 16,0 0-208-16,0-1-32 0,1 0-16 0,-1-1 0 16,1 0-224-16,-1 0 128 0,2-2-128 0,-1-2 0 15,0 2 0-15,0-2 0 0,0 0 0 0,0-2 0 16,0 1 0-16,0 0 0 0,-1-1 0 0,1-1 0 15,-1 0 0-15,0 0 0 16,1 0 0-16,0-2 0 0,-1 0 0 0,1 0 0 0,-1 0 0 0,1 1 0 16,0-3 0-16,0 2 0 15,0 0 0-15,1 0 0 0,-1 1 0 0,0 0 0 0,0 1-128 0,-1 0 128 0,1 1 0 0,-1 0 0 16,0 2 0-16,0-2 0 0,1 2 0 0,-1 0 0 16,-1 2 0-16,1 0 0 0,0-1 192 0,0 2-64 15,0 1-128-15,-1 1 192 16,0 1 160-16,0-1 32 0,0 1 0 0,0 2 0 0,0-1-128 0,0 0 0 31,0 0-16-31,0-2 0 0,0-1-64 0,0 2-16 0,0-3 0 0,1 0 0 0,0-2-160 0,0 1 0 0,0-2 144 0,0 0-144 16,1 0 0-16,0 0 0 0,1-3 0 0,0 1 0 31,0 0-192-31,1 0-128 0,-1-1 0 0,2 0-16000 0</inkml:trace>
  <inkml:trace contextRef="#ctx0" brushRef="#br0" timeOffset="51965.32">3949 10439 5519 0,'-1'2'496'0,"0"-2"-496"0,0 0 0 0,1 0 0 15,0 0 960-15,-1 0 112 0,0 2 16 0,-1-2 0 16,1 3 512-16,-2-3 96 0,1 2 32 0,0-2 0 15,1 0 128-15,1 2 16 0,-1-2 16 0,1 0 0 16,1 1-224-16,0 0-64 0,1-1 0 0,0 0 0 16,1 0-384-16,-1 0-96 0,2 0-16 0,0-1 0 0,-1 0-224 15,2-1-48-15,1 2-16 0,0-4 0 0,1 1-176 0,0 1-48 16,0 1 0-16,-1-1 0 0,0 1-288 0,-1 0-64 16,1-2-16-16,-2 1 0 0,1 2-224 0,-1-2 0 15,0 2 0-15,0 0 0 0,1-1 0 0,-1 2 0 16,0-1-160-16,0-1 160 15,0 1-1280-15,-1 0-160 0,1 0-32 0,0 0-13840 0</inkml:trace>
  <inkml:trace contextRef="#ctx0" brushRef="#br0" timeOffset="52309.22">4232 10371 5343 0,'1'0'0'0,"-1"0"224"0,0 0-64 0,0 0 16 0,0-1-176 0,-1 1 0 0,0 1 0 0,0-1 0 0,1 1 1664 0,-2-1 320 15,1 2 48-15,0-1 16 0,0 1 64 0,0 0 32 16,0 1 0-16,0 1 0 0,0-1-496 0,0 4-112 16,0-2 0-16,0 2-16 0,-1 0-624 0,0 2-128 15,1-1-32-15,-1 3 0 16,1-2-448-16,-1 1-96 0,0 2 0 0,0-2-16 0,1-1-176 0,0 0 0 16,1 1 144-16,1-3-144 0,0-2 0 0,1 0-128 15,0 0 0-15,0-1 0 16,1-2-1440-16,1-1-288 0</inkml:trace>
  <inkml:trace contextRef="#ctx0" brushRef="#br0" timeOffset="52705.91">4345 10400 4607 0,'0'0'400'0,"0"0"-400"0,0 0 0 0,-1 0 0 16,1 1 1712-16,-1-1 256 0,1 2 48 0,-1-2 16 15,0 2 304-15,-1-2 64 0,1 1 16 0,1 1 0 16,-1-1-1136-16,0 0-208 0,1 1-48 0,-1-1-16 0,1 1-240 0,0 1-32 16,0 1-16-16,-1 0 0 0,1 0-272 0,0 2-48 15,-1 1-16-15,1 0 0 16,-1 3-64-16,1-1-32 16,-1-1 0-16,1 2 0 0,1-1-48 0,0 0-16 0,1 0 0 0,0-3 0 0,0 0-48 0,2-1-16 15,0-2 0-15,1-1 0 0,1-2-160 0,0-2 160 16,1-1-160-16,0-2 160 0,1 1 288 0,0-4 48 15,1-3 16-15,2-1 0 0,-2 2-32 0,-1-2 0 0,1 1 0 0,0-1 0 16,-2 2-208-16,0 0-32 0,-1 2-16 0,0-1 0 16,-3 0 64-16,-1 3 16 0,-1 0 0 0,-2 3 0 31,-1 0-64-31,-1 1-16 0,-2 1 0 0,-3 2 0 0,-1 1 96 0,-4 2 0 16,-1 1 16-16,-1 1 0 0,2 0-192 0,-2 0-144 0,-1 0 192 0,2 1-192 15,1-3 0-15,3-1-320 16,3-2 32-16,2 0-11040 15,1 0-2192-15</inkml:trace>
  <inkml:trace contextRef="#ctx0" brushRef="#br0" timeOffset="53332.24">5737 10187 911 0,'0'0'0'0,"0"0"0"0,0 0 0 0,0-2 0 15,0 2 240-15,0 0-48 16,1 0 0-16,-1 0 0 0,0-2-48 0,1 1-16 0,0 1 0 0,-1-2 0 16,1 1 160-16,0 0 32 15,0-2 0-15,-1 1 0 0,1 0-96 0,1 1-16 0,-1-2 0 0,0 2-1856 16</inkml:trace>
  <inkml:trace contextRef="#ctx0" brushRef="#br0" timeOffset="54112.44">5777 10132 5519 0,'1'0'240'0,"-1"-2"64"0,1 2-304 0,-1 0 0 16,0 0 0-16,0 0 0 0,1 0 896 0,-1-1 112 15,0 1 16-15,0-1 16 0,1 1 304 0,-1 0 64 16,0 0 16-16,0 0 0 0,0 0-224 0,0 0-48 15,0 0-16-15,0 0 0 0,0 1-128 0,0 0-32 16,0-1 0-16,0 0 0 0,1 0-80 0,-1 0-32 16,1 2 0-16,-1-2 0 0,1 0-224 0,0 0-32 15,-1 0-16-15,1 0 0 0,0 0-160 0,-1-2-48 0,1 2 0 16,0 0 0-16,1 0 0 0,-1 0-16 0,0 0 0 0,0 0 0 16,0 0-32-16,0 0 0 0,1 0 0 0,-1 0 0 15,0 0-192-15,1 0-144 0,-1 0 192 0,-1 0-192 16,2 2 0-16,-2-2 0 0,1 1 0 0,0 1 0 15,-1 0 0-15,0 1 0 0,0 1 0 0,0 1 0 16,0 0 192-16,0 0-64 0,0 2 0 0,-1 0-128 16,0-1 336-16,1 0-32 0,-1 1-16 15,1-3 0-15,0 2-96 0,0-3 0 0,0 0-16 0,1 0 0 16,-1-1-176-16,0-2 0 0,0 0 0 0,0 0 0 0,0-2 0 0,0 2 0 16,0-3 0-16,0 1 0 0,0 0 0 0,0 0 0 15,0-1 144-15,0-2-144 0,0 3 0 0,1-3 0 16,-1 1 0-16,0 1 0 15,0-2 0-15,1 1 0 0,-1 0 0 0,1-2 0 0,0 2 0 0,0-1 0 16,1 0 0-16,1-2 0 0,-1-1 0 0,1-1 0 16,-1 1 0-16,0 0 0 0,2 1 0 15,-2 0 0-15,1 2 0 0,-2 0 128 16,1 0-128-16,-1 3 0 0,0-2 0 0,0 3 0 0,-1-1 0 0,1 2 128 0,-1 2-128 16,-1-1 0-16,1 3 0 0,-1-2 144 15,0 3-144-15,-1 0 0 0,1 0 400 0,0 2-16 0,0-1-16 0,0 0 0 16,0 3-16-16,-1 0 0 0,1 1 0 0,-1-1 0 15,1 0-144 1,0 1-16-16,0-2-16 0,1-2 0 0,0 0-176 0,0 0 128 0,1-4-128 0,0 1 128 16,0-2-128-16,0-1 0 0,1-1 0 0,-1-1 0 15,0-1 0-15,0 1 0 0,0-3 0 0,0-2 0 16,1 2 0-16,0-2 0 0,0 0 0 0,0 0 0 16,0-2-320-16,0 1 16 0,-1 1 0 0,0 0 0 15,1-1-16-15,-1 2-16 0,0-1 0 0,0 2 0 16,0 0 128-16,0 3 16 0,-1 0 16 0,0 2 0 0,0-2 176 0,-1 4 0 15,1-2 0-15,0 2 0 0,0 0 0 0,-1 3 0 16,0 0 0-16,0-1 0 0,1 1 192 0,-1 0-48 16,0 2 0-16,0 2 0 15,0 1 288-15,0 0 48 0,1-1 16 0,0 0 0 0,0 0-192 0,0-1-48 16,0-1 0-16,0 1 0 0,0-4-128 0,0 1-128 31,1 0 192-31,1-3-192 0,-1-2 128 0,-1 0-128 0,1 0 0 0,0 0 0 0,0 0 0 0,0-2 0 16,0-1 0-16,1 1 0 31,0-3-320-31,-1 3-80 0,2-2-16 0,0 0-16160 0</inkml:trace>
  <inkml:trace contextRef="#ctx0" brushRef="#br0" timeOffset="56168.68">5888 10432 2751 0,'0'0'256'0,"-1"0"-256"16,1 0 0-16,0 0 0 0,0 0 832 0,-1 0 112 15,0 0 16-15,0 0 16 0,0 0 304 0,0 0 48 16,-1-1 16-16,1 0 0 0,0 0-160 0,0 1-32 15,0-3 0-15,-1 3 0 0,1-2-128 0,-1 1-48 16,2 0 0-16,-2 1 0 0,0 0 0 0,0 0 0 0,-1 0 0 0,0 0 0 16,1 0 32-16,-1 0 0 0,0 1 0 0,-1 0 0 15,1-1-112-15,-1 2-32 0,0 1 0 0,1-1 0 16,-1 1-256-16,0-2-48 0,1 2-16 0,1-2 0 16,-1 3-64-16,0-1-16 0,1-1 0 0,-1 0 0 15,1 3-80-15,2-2-32 0,-2 1 0 0,1 1 0 16,0 0-128-16,1-1-32 15,0 2 0-15,0 0 0 0,1 2 64 0,0-1 0 0,0 2 0 0,0-1 0 16,2 0 16-16,-1 1 16 0,-2-9 0 0,0 0 0 16,0 0-80-16,0 0-16 0,0 0 0 0,0 0 0 0,27 34-192 0,-22-34 176 15,-1 0-176-15,1 0 160 0,0-2 0 16,1-3 0-16,1 1 0 0,1-2 0 0,-2 0 64 0,1-1 16 16,0 0 0-16,1-1 0 15,-2 2-48-15,1-2-16 0,0-2 0 0,1 1 0 0,0 0-176 0,-1-1 128 16,0 1-128-16,-2 2 128 0,0-3-128 0,-1 3 0 15,-2 1 0-15,0 0 0 0,-1 1 0 0,-2 1 0 16,-1-1 0-16,-2 0 0 0,-2 3 0 0,-2 2 0 16,-1 0 0-16,-3 0 0 0,-2 4 0 0,-1 1 0 15,-2 0 0-15,2 0 0 0,1 0 0 0,0-1 0 16,1 1 0-16,0-3 0 0,1 1-144 0,3-1 144 16,2-2-192-16,1 0 192 15,2 0-1152-15,4-2-112 0</inkml:trace>
  <inkml:trace contextRef="#ctx0" brushRef="#br0" timeOffset="59063.24">7635 10123 3679 0,'0'0'320'16,"0"0"-320"-16,0 0 0 0,0-2 0 0,0 2 944 0,0 0 112 15,0 0 32-15,0-2 0 0,0 1 320 0,0-1 80 16,1 1 16-16,0-2 0 0,0 2-32 0,1-1-16 16,-1-1 0-16,0 1 0 0,-1 2-144 0,1-2-32 15,-1 2 0-15,1-2 0 0,-1 2-288 0,1 0-64 16,-1 0-16-16,0 0 0 0,0 0-144 0,0 2-16 15,-1-1-16-15,1 0 0 0,0 2-144 0,0 1-16 16,-1-1-16-16,1-1 0 0,0 3-112 0,-1 2-32 0,1-3 0 0,-1 4 0 16,1-4-192-16,0 2-32 0,-1 0-16 0,1 0 0 15,-1 0-176-15,2-1 0 0,-2-2 0 0,1 0 0 16,0 0 0-16,1-2 0 0,-1 1 0 0,0-2 0 16,0 2 0-16,0-2 128 0,0 0-128 0,1 0 0 15,-1-2 0-15,0 2 0 0,1-3 128 0,0 1-128 16,0 0 0-16,-1-1 0 0,1-1 0 0,0 1 0 15,-1-1 0-15,1-1 0 0,-1 2 0 0,0-1 0 0,1-1 0 0,0-1 0 16,0 0 0-16,-1 1 0 0,1 1 0 0,0-1 0 16,-1 0 0-16,1 1 0 15,-1 1 0-15,1 1 0 0,-1 1 0 0,0-1 0 0,0 2 0 0,0-1 192 16,0 2-64-16,0-1 0 0,0 0 128 0,0 2 32 16,-1-1 0-16,1 1 0 15,0 0-32-15,0 1 0 0,-1 1 0 0,1-1 0 0,0 2 0 0,-1-1-16 16,0 3 0-16,1-2 0 0,-1 2-64 0,0-2-16 15,1-1 0-15,-1 0 0 0,1 1-160 0,0-2 0 16,0 0 0-16,0-1 0 0,0-1 0 0,0-1 0 0,0 0 0 0,0-1 0 16,0 1 0-16,0-2 0 0,0 0 0 0,0-1 0 15,0 1 0-15,1 0 0 0,-1-1 0 0,1-1 0 16,-1 1 0-16,0-2 0 0,0 1 0 0,0 0 0 16,0 0 0-16,1-1 0 0,-1 1 0 0,0-1 0 15,0 0 0-15,0 1 0 0,0-3 0 0,0 3 0 16,0-1 0-16,1 1 0 0,-1 0 0 0,0 2 0 15,0-1 0-15,1-1 0 0,0 3 0 0,-1-1 0 16,1 2 0-16,0 2 0 0,-1-1 0 0,0 3 0 16,0-1 0-16,0 1 0 15,0 1 0-15,0 2 0 0,0-2 256 0,0 4-48 0,0-1 0 0,-1 2 0 16,0 1-48-16,1 0-16 0,-1-1 0 0,1 1 0 0,0-2-144 0,0-1 0 16,1 0 144-16,0-1-144 15,1-2-128-15,0-1-112 0,1 1-16 0,2-5-16576 0</inkml:trace>
  <inkml:trace contextRef="#ctx0" brushRef="#br0" timeOffset="59583.54">7512 10432 7359 0,'-1'-2'656'0,"1"1"-528"0,0-1-128 0,0 1 0 16,0 1 1056-16,0-2 176 0,0 0 48 0,0-3 0 15,0 0 592-15,0 1 128 0,-1-1 32 0,0 3 0 16,1 1-272-16,-2 2-48 0,1 1-16 0,0 1 0 16,-1 1-432-16,-1 3-96 0,0 0-16 0,0 3 0 15,1-3-320-15,-1 3-80 0,0 1-16 0,-1 1 0 16,2-2-464-16,-2 2-80 0,2-1-32 0,0 1 0 16,0-2-160-16,0-1 0 0,2 1 0 0,0-3 0 15,1 0-128-15,0-3 128 0,1 1-160 0,0-5 160 16,1 1-1152-16,0-2-128 0,0-1-16 0,1-1-16 15,0 1-960-15,-1-2-192 0</inkml:trace>
  <inkml:trace contextRef="#ctx0" brushRef="#br0" timeOffset="60075.27">7656 10434 2751 0,'4'-2'128'0,"-3"1"16"0,1 0-144 0,-1 1 0 15,-2-1 0-15,2 1 0 0,0-2 1088 0,0 1 192 16,0-1 48-16,1 0 0 0,1 0 512 0,-2-1 96 16,0-1 32-16,1 1 0 0,-1 1-592 0,0-1-112 15,0 1-32-15,-1-1 0 0,0 1-208 0,-1 1-32 0,1 0-16 0,-1 1 0 16,-1 0-32-16,1 0-16 16,0 0 0-16,0 2 0 0,-1 0-16 0,0-1 0 0,0 3 0 15,1-1 0-15,-1-1-192 0,0 0-32 0,1 1-16 0,0 0 0 16,-1 1-160-16,0-2-16 0,0 0-16 0,0 1 0 15,1-1-64-15,-1 1-16 0,1-1 0 0,1 1 0 16,-1 1-128-16,0-1-16 0,1 1-16 0,-1-1 0 16,1 4-32-16,-1-5 0 0,1 3 0 0,0 1 0 15,0 0-16-15,0 1 0 0,1 0 0 0,-1-1 0 16,1-2-64-16,1 1 0 0,1-1-128 0,0-2 192 0,0 1-64 0,1-3 0 16,0 0-128-16,1-2 192 0,0-1-192 0,3 1 176 15,-1-3-176-15,2 0 160 0,-1 1 0 0,1-2 0 16,1 0 0-16,0-2 0 0,0 2-160 0,0 0 0 15,0 0 0-15,0-2 0 0,2 1 0 0,-3 0 0 16,0 0 0-16,-1 1 0 0,-1 1 0 0,-1-1 0 16,-2 2 128-16,0-1-128 0,-1 0 0 0,-2 3 0 15,0-2 0-15,-2 1 0 0,-1 0 0 0,-2 1 0 16,-2 0 0-16,-1 2 0 0,-2 0 0 0,-3 0 0 0,-2 2 0 0,-2 0 0 16,0-1 0-16,-1 1 0 15,-1 1 0-15,-1-1 0 0,4 2 0 0,1-2 0 0,3 1 0 0,0 0 0 16,4 1 0-16,0-2 0 0,2 3-176 0,4-2-17040 15</inkml:trace>
  <inkml:trace contextRef="#ctx0" brushRef="#br0" timeOffset="61408.74">9282 10156 6111 0</inkml:trace>
  <inkml:trace contextRef="#ctx0" brushRef="#br0" timeOffset="62244.97">9337 10144 4895 0,'4'-2'432'0,"-2"1"-432"0,-1 0 0 0,0 1 0 0,0 0 0 0,-1 0 0 16,0 0 384-16,0-2 48 0,1 2 16 15,1-1 32-15,0 0 224 0,0 1 32 0,0-1 16 0,-1 1 32 16,1 0-432-16,-1 0-96 0,0-2 0 0,1 2 16 16,-1 0 208-16,0 0 32 0,1-1 16 0,-2 1 48 15,1 0 176-15,0 0 32 0,-1 0 16 0,1 0 32 16,-1 0 128-16,1-2 32 0,-1 2 0 0,1-1 0 0,-1 0 80 0,1-1 16 16,-1-1 0-16,1 1 32 0,0 0-288 0,0-1-48 15,0 1-16-15,0 0 48 0,1 1-272 0,-1-1-48 16,0-1-16-16,0 1 32 0,0 2-48 0,-1 0-16 15,1 0 0-15,-1 0 48 0,0 0-112 0,0 0-32 16,0 0 0-16,0 0 32 0,0 0-48 0,0 0-16 31,0 0 0-31,0 0 48 0,0 0 80 0,0 0 0 0,-1 0 16 0,1 2 0 0,0-2-32 0,0 0-16 16,-1 0 0-16,1 1 0 16,-1 1-96-16,1-2-32 0,-1 2 0 0,0-2 0 0,1 3-80 0,-1-3-16 0,0 2 0 0,1 0 0 15,-1-1-48-15,1 3-16 0,-1 1 0 0,1-1 0 31,-1 0 112-31,0 2 16 0,1 2 0 0,-1-1 0 0,1-7 16 0,0 19 16 0,0-19 0 0,-1 18 0 16,1-10-144-16,0-1-16 0,1 0-128 0,-1-3 192 31,0 1-192-31,0 0 0 0,1-3 0 0,0-2 0 0,-1 2 0 0,1-2 0 0,-1-2 0 0,1 0 0 32,0-3 0-32,0 0 0 0,0 1 0 0,0-4 0 15,0 2 0-15,0-3 0 0,0 1 0 0,0 1 0 0,-1-3-176 16,0 3 176-16,0 0-160 0,0 0 160 0,-1 0 0 0,0-1 0 15,-1 2-128-15,0-2 128 0,0 2 0 16,-1 0 0-16,1 2 0 0,-1 0 0 0,1 3 0 0,-1-1 0 16,1 4 0-16,0-2 0 0,1 3 128 0,-1 0-128 15,-1 0 144-15,1 2-144 0,0 0 224 0,0 2-48 16,1-1-16-16,1 1 0 0,-1 1 32 0,0-2 0 16,1 1 0-16,0 2 0 0,0-4-192 0,0 0 160 15,0 1-160-15,0-1 160 0,1-2-160 0,0 0 0 16,-1-2 0-16,0 1 128 0,1-2-128 0,-1 0 0 0,0 0 0 0,1-2 0 15,-1 1 0-15,1-2 0 0,0 0 0 0,0-1 0 16,1 1 0-16,-1-2 0 0,1-2 0 0,0 1 0 16,-1 0 0-16,1-1 0 0,1 0 0 0,-1 0 0 15,1 0 0-15,-1 0 0 0,-1 0 0 0,1 0 0 16,0 2 0-16,-1 0 0 0,0 1 0 0,0 3 0 16,-1-1 0-16,0 2 0 0,0 2 0 0,0-1 0 15,-1 3 0-15,0-1 0 0,1 1 0 0,-2 3 0 16,1-2 0-16,-1 2 0 0,2 0 0 0,-2 3 0 15,1 0 160-15,0-1-160 0,0 2 192 0,1-3-192 0,0-1 144 0,0 0-144 16,1 0 0-16,0-2 144 0,1-1-144 0,-1 1 0 16,0-2 0-16,0-1 0 15,1 0-448-15,1-1-64 0</inkml:trace>
  <inkml:trace contextRef="#ctx0" brushRef="#br0" timeOffset="64723.05">9268 10443 3679 0,'-2'1'320'0,"0"-1"-320"0,1 0 0 0,1 0 0 16,0 0 1072-16,-1 0 144 16,-1 2 16-16,-1-2 16 0,1 0 352 15,-2 2 64-15,1-2 0 0,0 0 16 0,2 0 144 0,0 0 32 16,0 0 0-16,0-2 0 0,1 2-544 0,0-2-96 15,0 1-32-15,1-1 0 0,0 2-304 0,0-3-64 0,0 1-16 0,1 0 0 16,2 0 896-16,-1-1 176 16,1-2 48-16,0 3 0 0,2-2-1920 0,-1 1-240 0,1-2-112 0,0 3-32 0,1-1 704 15,0-1 144 1,1 3 32-16,0-1 0 0,-1 1-48 0,1 0-16 16,-1 2 0-16,1-2 0 0,-1 1-144 0,0 0-32 0,0 1 0 0,-1 0 0 0,-2 2-256 0,1-1 128 15,-2 0-128-15,-1 1 0 0,1 1 0 0,-1-1 0 16,-1 2 0-16,0-1 0 15,-1-1 0-15,-1 2 0 0,0-1 0 0,-2 1 0 16,0 2 0-16,0-4 0 0,-2 4 0 0,0-1 0 0,-2 2 0 0,0-3 0 16,-1 2-208-16,0-1 80 15,-1 0-352-15,-3 0-64 0,1 2-16 0,-1-1 0 32,-1 2-176-32,1-2-32 0,1-2-16 0,0 2 0 0,2-2 1216 0,1-1 240 0,1-1 48 0,1 2 16 15,2-3-1408-15,0 0-288 0,1-1-48 0,1 1-16 16,0 0 1024-16,2-2 0 0,0 0 0 0,0-2 208 0,0 2 320 0,2-3 64 15,0 1 16-15,1 1 0 0,0-2 64 0,0 1 16 0,1 1 0 16,1-2 0-16,-1 1-240 0,1 2-32 0,1-2-16 0,-1 2 0 16,3-2-80-16,-1 2 0 0,1 0-16 0,1 0 0 15,-9 0-48-15,0 0 0 0,0 0 0 0,37 0 0 0,-37 0-80 0,0 0-32 32,30-2 0-32,-30 2 0 0,0 0-144 0,33-3 0 0,-22 0 0 0,-1 1 128 15,-1 1-128-15,1 0 0 16,-1-2 0-16,0-2 0 0,0 2 0 0,0 0 0 15,-1 0 0-15,-1-1 0 16,-1 3-1136-16,0-1-144 0,0 2-48 0,-1-2-15472 0</inkml:trace>
  <inkml:trace contextRef="#ctx0" brushRef="#br0" timeOffset="65183.06">9584 10446 6447 0,'-1'-3'272'0,"0"1"80"0,1 0-352 0,0 1 0 0,0 1 0 0,0 0 0 16,0-2 2208-16,0 2 368 0,0-1 80 0,0 0 16 15,-1-2-256-15,1 2-48 0,0 0-16 0,-1 1 0 16,0 0-816-16,0 0-144 0,1 0-48 0,-1 0 0 16,0 1-560-16,0 0-112 0,0 2-32 0,-1-1 0 15,1 0-256-15,-1 3-64 0,0-2-16 0,1 1 0 16,0 1-128-16,0 0-32 0,1 0 0 0,-1 2 0 0,1 0 0 0,-1 0 0 15,1-2 0-15,0 3 0 0,-1 0 128 0,1-1 32 16,0 3 0-16,0-3 0 0,1 0-16 16,0 0 0-16,0-2 0 0,1-1 0 0,2 2 0 0,-1-4 0 15,1 0 0-15,2 0 0 0,-1-2-144 0,0 0-16 16,3 0-128-16,-2-3 192 0,1 2 64 0,0-4 0 16,1 0 0-16,0 1 0 0,-1-1-48 0,1-1 0 15,-1 0 0-15,0 1 0 0,0-2-32 0,0 0-16 0,0 0 0 0,-1 0 0 16,2-1 0-16,-3-1 0 0,1 1 0 0,-1 0 0 15,-2 3-160-15,0-2 0 0,-1 2 0 0,-1-2 128 16,-1 1-128-16,-1 0 0 0,-1 1 0 0,-2 1 0 16,2-1 0-16,-4 2 0 0,-1 1 0 15,-2 2 0-15,0 0 144 0,-3 2-144 0,0 3 160 16,-2 0-160-16,-2-1 0 0,1 4 128 0,1-3-128 0,1 2 0 16,1-1 0-16,2 0 0 0,2-2 0 15,1 1 0-15,4-2-288 0,0-1-48 0</inkml:trace>
  <inkml:trace contextRef="#ctx0" brushRef="#br0" timeOffset="118203.4">2360 8514 911 0</inkml:trace>
  <inkml:trace contextRef="#ctx0" brushRef="#br0" timeOffset="119180.27">2373 8520 2751 0,'-1'0'256'0,"0"0"-256"0,1 0 0 0,0 0 0 16,-1 0 896-16,1 0 144 0,-1 0 32 0,-1 0 0 15,0-2 384-15,0 2 80 0,0-1 0 0,-1 0 16 16,2-1-144-16,0 1-48 0,-1-1 0 0,1 0 0 16,0 1-256-16,0-1-48 0,0 0-16 0,1 0 0 15,-1 0-192-15,1-1-32 0,-1 2-16 0,1-2 0 16,0 2-224-16,0-3-32 0,1 3-16 0,0-3 0 0,0 3-256 16,0-1-48-16,0 0-16 0,1 0 0 0,0 1-32 0,-1 1-16 31,0 0 0-31,1 0 0 0,0 0 32 0,-1 0 16 0,1 0 0 0,0 0 0 0,0 1-208 0,-1-1 0 15,1 2 0-15,0-2 0 0,1 0 0 0,-2 0 0 16,1 0 0-16,0 0 0 0,-1 1 0 0,0-1 0 16,0 0 0-16,0 1 0 0,0-1 128 0,-1 2-128 15,0-1 0-15,-1 1 0 0,-1 1 128 0,0 1-128 16,0-2 0-16,-2 3 144 0,0-2-144 0,0 1 160 16,-1-1-160-16,0 1 160 0,1 0-160 0,-2-1 0 15,1 0 0 1,-1-1 0-16,0 1 0 0,2-3 0 0,-1 0 0 0,1 0 0 0,0-2 0 0,0-1 0 15,1 0 0-15,1-1 0 0,2-1 192 0,-1 0-32 0,1-1-16 0,0 0 0 16,1 2 48-16,-1-4 16 0,1 2 0 0,1 0 0 16,0 0-80-16,1-1 0 0,0 4-128 0,-1-2 192 15,2 1-192 1,-1 1 0-16,1 1 0 0,-2 2 0 0,1-2 0 0,1 2 0 0,-1 0 0 0,0 2 0 16,-2-2 0-16,2 2 0 0,-1 1 0 0,-1 1 0 15,1-1 0-15,-2-1 128 0,1 3-128 0,-2 0 0 16,0-1 0-16,0-1 0 0,-1 2 0 0,-1-1 0 15,1 1 0-15,-2-2 128 0,0 2-128 0,0-2 144 16,0 0-144-16,-1 2 160 0,0-3-160 0,1 0 160 16,-1-1-160-16,1 1 0 0,-1-2 144 0,1 0-144 0,1 0 128 15,1-2-128-15,-1 1 128 0,1-2-128 0,1 2 224 0,0-3-32 16,0 0 0-16,1 2 0 0,0 0-64 0,0-3 0 16,1 3-128-16,1-3 192 0,-1 3-192 0,0-1 176 15,0 1-176-15,1-1 160 0,0 1-160 0,0 0 0 16,0 0 0-16,1-1 0 0,0 1 0 0,-1-1 0 31,1 1 0-31,-1 2 128 0,1 0-128 0,0 0 0 16,-1 0 144-16,0 0-144 0,1 2 144 0,-1 1-144 15,0-1 192-15,-1 3-192 0,1-3 0 0,-2 3 0 16,1-2 0-16,-1 1 0 0,0-1 0 0,-1 1 0 16,0-1 0-16,0-1 0 0,0 0 0 0,-1 0 0 0,0 1 0 15,0 0 0-15,-1-1 0 0,1 0 0 0,0 1 0 0,-1-1 0 16,0 0 0-16,0-1 0 0,2 1 0 0,-2-1 0 15,1 0 0-15,0-1 0 0,-1 0 0 0,1 0 0 16,2 0 0-16,-1-1 0 0,1 0 0 0,0-1 0 16,0-1 0-16,1 0 0 0,1 0 0 0,1 0 0 15,0-3 128-15,1 2-128 0,-1-1 0 0,2 0 0 16,0 1 0-16,-2-1 0 0,3 2 0 0,-1 0 0 16,-1 2 0-16,1-1 0 0,-1 2 0 0,-1 0 0 15,1 0 0-15,0 2 0 0,-2 0 0 0,0 0 0 16,0 1 0-16,-1-1 0 0,-1 2 0 0,-1 0 0 0,0 1 0 0,-1-1 0 15,0 0 0-15,0 2 0 0,-2-2 128 16,0-1-128-16,1 1 192 0,-1-1-192 0,0-1 352 0,0 1-32 16,1-1-16-16,0 0 0 0,-1-2-16 0,1 0 0 15,2-2 0-15,-2 0 0 0,2 1-32 0,0-1 0 16,1 0 0-16,-1 0 0 0,1-1-128 0,1 1-128 16,0 1 144-16,0-1-144 0,1 0 0 0,0 0 0 15,1 2 0-15,2 0-16368 0</inkml:trace>
  <inkml:trace contextRef="#ctx0" brushRef="#br0" timeOffset="155596.26">788 10149 7359 0,'0'-4'656'0,"0"1"-528"0,0 1-128 0,0 2 0 0,0 0 1040 0,-1-2 176 0,1-1 48 0,0-3 0 16,-1 0 480-16,1-1 112 0,0 3 0 0,0 1 16 15,-1 1-672-15,1 2-144 0,0 2-32 0,1 0 0 16,-1 1-320-16,0-1-80 0,2 3-16 16,0-3 0-16,-1 1-64 0,1-1-16 0,0 0 0 0,2 1 0 0,-2-1-192 15,1-1-32-15,1 0-16 0,-1-1 0 16,1 0 320-16,1-1 64 0,-1 0 16 0,1-2 0 16,0 1-128-16,-1 0-32 0,2 0 0 0,-1-1 0 15,-1 1-224-15,2-1-48 0,-2 0-16 0,2 2 0 16,0-2-64-16,-1 1-16 0,2-1 0 0,-2 1 0 15,1 1 16-15,-2 0 0 0,2-1 0 16,0-1 0-16,-2 1 80 0,1-1 0 0,0 1 16 0,1-3 0 0,0 0-16 0,2 1 0 16,-2-1 0-16,0 2 0 0,-1-1 16 0,1 0 0 15,0-1 0-15,0 2 0 0,-1-1-112 0,-1 1-32 0,2-2 0 0,-1 3 0 32,0-2-128-32,0 0 160 0,0 2-160 0,0 0 160 0,1-3-32 0,-1 3 0 0,0-3 0 0,0 3 0 31,1-1-128-31,-1-1 128 0,1 1-128 0,0 1 128 0,0-2-128 0,0 1 0 15,1-2 0-15,0 3 0 0,0-3 176 0,0 2-48 16,0-1-128-16,0-1 192 0,0 0-48 0,-1 1-16 0,3-3 0 16,-2 2 0-1,0-2-128-15,2 0 0 0,-2-1 144 0,1 1-144 16,-1-1 128-16,0 0-128 0,0 3 160 0,-1-2-160 16,1 2 128-16,-2 0-128 0,1 0 0 0,0 1 144 0,-1-1-144 0,1 0 0 15,-1 3 144-15,0-2-144 0,0 1 0 0,-1 0 128 16,2-1-128-16,-2 0 0 0,2 0 0 15,0 0 0-15,-1-3 0 0,1 2 128 0,0-2-128 0,1 1 0 16,-1 0 0-16,0-1 0 0,0 0 0 0,1 0 0 16,-2-1 0-16,2 0 0 0,-1 0 0 0,1 1 0 15,-1 1 0-15,0 0 0 0,-1 0 0 0,0 1 0 16,1 0 0-16,-2 1 0 0,1 0 0 0,-1-1 0 16,0 2 0-16,1 0 128 0,-1-2-128 0,1 2 0 15,0-1 0-15,-1-1 0 0,1 0 0 0,0 1 0 0,-1-1 0 16,2 0 0-16,-1 0 0 0,1-2 0 0,0 2 0 0,0-2 0 15,1 0 0-15,-2 0 0 0,2 0 0 0,-1 0 0 16,1 0 0-16,0 2 0 0,-1-2 0 0,1 0 0 16,0 2 0-16,0-2 0 0,-1 0 0 15,0 2 0-15,0 0 0 0,0-2 0 0,-1 1 0 0,0 2 0 16,0 0 0-16,-1-1 0 0,0-2 0 0,1 2 0 16,-1 0 0-16,1 1 0 0,1-1 0 0,-1-2 0 15,0 2 0-15,-1 0 0 0,2-1 0 0,0 0 0 0,0-3 0 0,0 2 0 16,0-2 0-16,1 2 0 15,-1-1 0-15,0 1 0 0,-1 0 0 0,0 1 0 16,0-1 0-16,1 1 0 0,-1-1 0 0,-1 2 0 0,1 0 0 0,-1 1 0 16,0-1 0-16,0 0 0 0,1-2 0 0,-1 2 0 15,2-2 0-15,-1 0 0 0,1 0 0 0,0 0 0 16,0-2 0-16,1 2 0 0,0-2 0 0,-1-1 0 16,2 2 0-16,-1 0 0 0,2 0 0 0,-2-1 0 15,1 0 0-15,-1 0 0 0,-1 1 0 0,1 0 0 16,-1 1 0-16,2 1 0 0,-3-2 0 0,1 1 0 0,-1-1 0 15,1 0 0-15,0 0 0 0,0-1 0 0,0 1 0 16,0 0 0-16,0-1 0 0,-1 1 0 0,2 0 0 0,-2 1 0 16,1 0 0-16,0 0 0 0,0 0 0 0,0 0 0 15,-1 2 0-15,0-3 0 0,-1 4 0 0,1-3 0 16,0 1 0-16,-1 0 0 0,2-1 0 0,-1 0 0 16,0 2 0-16,0-4 0 0,0 2 0 0,2-1 0 15,-2 2 0-15,1-2 0 0,0 1 0 0,1-2 0 16,0 1 0-16,0-1 0 0,-1 0 0 0,0 1 0 0,0 1 0 0,-1-2 0 15,0 1 0-15,1 2 0 0,0-2 0 0,-2 1 0 16,1 0 0-16,0 1 0 0,-1 0 0 0,0 0 0 16,0 0 0-16,-1 2 0 0,1-1 0 0,0-1 0 15,-1 0 0-15,1 1 0 16,0 1 0-16,0-4 0 0,-2 4 0 0,2-4 0 0,0 2 0 0,-1-1 0 16,0 0 0-16,1-1 0 0,1-1 0 0,-1 0 0 15,0 1 0-15,1-2 0 0,-1 2 0 0,1 0 0 16,-1-2 0-16,0 2 0 0,2 0 0 0,-2-2 0 15,1 1 0-15,0 2 0 0,-1-2 0 0,0 1 0 16,1 0 0-16,-2 0 0 0,1 1 0 0,0 0 0 0,-1 0 0 16,0-1 0-16,1 1 0 0,0-2 0 0,-1-1 0 0,1 1 0 15,0 0 0-15,0-1 0 0,0 0 0 0,0-2 0 16,1 0 0-16,0-2 0 0,1 0 0 0,-1-2 0 16,2-1 0-16,0-1 0 15,1-2 0-15,1 1 0 0,0-2 0 0,0 2 0 16,1-1 0-16,-2 2 0 0,0 2-160 0,0 1-48 15,0 0-16-15,0 1-17440 16</inkml:trace>
  <inkml:trace contextRef="#ctx0" brushRef="#br0" timeOffset="157540.57">2345 8546 911 0,'0'0'0'0,"0"0"0"16,0 0 0-16,0 0 0 0,0 0 688 0,0 0 48 15,0 0 16-15,-1 0 0 0,1 0 384 16,-1 0 80-16,1 0 0 0,-1-2 16 16,1 2 128-16,0-1 32 0,0 0 0 0,0-1 0 0,0 0-112 0,0 1-32 15,0-1 0-15,1-1 0 16,0 2-160-16,0-2-16 0,-1 0-16 0,1-2 0 0,1 3-224 0,-1-2-32 0,1-1-16 0,-1 1 0 15,1-1-80-15,0 1 0 0,-1-2-16 0,0 1 0 16,1 0-208-16,0 0-32 0,0-2-16 0,0-2 0 16,1 2-112-16,-2-1-32 0,0-1 0 0,1 0 0 31,0 1 96-31,0 1 0 0,0 0 16 0,-1 0 0 0,1 0-80 0,-1 0 0 16,1 1-16-16,-1 0 0 15,1-1-144-15,-1 0-32 0,1 1 0 0,-1 0 0 16,1 0 32-16,-1 0 0 0,0-1 0 0,-1 0 0 15,1 0 112-15,0-1 32 0,0 2 0 0,0-2 0 16,0 1-80-16,-1 0-16 0,1 0 0 0,-1 0 0 0,1 0 0 0,-1 2 0 16,1-2 0-16,0 1 0 0,0 0-208 0,0-1 176 15,0 2-176-15,-1-2 160 0,1 3-160 0,1-4 0 16,-1 4 144-16,0-4-144 0,0 2 0 0,1 0 128 16,-1 0-128-16,0 1 0 0,0 0 208 0,0 0-16 15,0-2-16-15,-1 3 0 0,1-2 0 0,0 0 0 16,0 1 0-16,0-2 0 0,0 0-176 0,0 2 0 15,0-2 144-15,0 0-144 0,1-1 0 0,-1 2 0 16,0-2 0-16,0 1 0 0,0-1 0 0,0 2 128 16,1-1-128-16,-1 0 0 0,0 2 128 0,0-2-128 15,0 0 160-15,0 0-160 0,0 3 176 0,0-2-176 0,0-1 192 16,-1 2-192-16,1-2 192 0,-1 3-192 0,0-4 192 0,1 2-192 16,0 0 160-16,-1 0-160 0,1-2 128 0,0 2-128 15,0-2 0-15,0 3 0 0,0-3 128 0,0 0-128 16,0 1 0-16,0-1 128 0,-1 2-128 0,0-2 128 15,1 1-128-15,-1 0 0 0,0-2 0 0,0 0 128 16,0 1-128-16,1-1 0 0,-1 1 0 0,1-1 0 16,-1 2 0-16,1-2 0 0,1 1 0 0,0 1 0 15,0 0 0-15,0-3 0 0,1 3 0 0,-1-2 128 16,1 0-128-16,-1 1 0 0,0-1 0 0,1-1 0 16,-2 1 0-16,1 0 0 0,0-1 0 0,0 0 0 0,0-2 0 15,0 0 0-15,0-2 0 0,-1 2 0 0,0-2 0 0,1 0 0 16,-1 1 128-16,0 0-128 0,0-3 0 0,-1 4 0 15,1-2 0-15,-1 0 0 0,0-1 0 0,0-3 0 16,0 0 0-16,0-1 0 0,0 0 0 0,0 0 0 16,0 1 0-16,1 1 0 0,-1 3 0 0,1 0 0 15,-1-1 0-15,0 2 0 0,0-1-224 0,0 1 32 16,1-1 0-16,0 2 0 16,1-2-2144-16,-1 2-416 0</inkml:trace>
  <inkml:trace contextRef="#ctx0" brushRef="#br0" timeOffset="-209532.17">821 4111 1839 0,'-1'-1'160'0,"0"-1"-160"0,1 2 0 0,0-1 0 16,0 0 640-16,-1 1 80 0,0-3 32 0,0-2 0 15,0 1 304-15,-2-1 64 0,2 0 16 0,-1 1 0 16,1 1-48-16,-1-1-16 0,1 3 0 0,0-1 0 15,0 0-16-15,1 2 0 0,1-2 0 0,0 1 0 16,1 1-240-16,0 0-48 0,0 1-16 0,3 1 0 16,-1 0 16-16,1 3 16 0,3 2 0 0,-8-7 0 15,0 0-176-15,31 26-32 0,-31-26-16 0,24 24 0 16,-24-24-304-16,30 27-64 0,-30-27-16 0,28 27 0 16,-28-27-176-16,34 38 0 0,-15-14 0 0,-3-3 0 15,-2 0-352 1,0 2-96-16,0 1-32 0,-2 1 0 0,-1-1-224 0,0 2-32 0,-2 0-16 0,-1-3 0 0,0 1 384 0,-3-5 80 15,1-5 16-15,-2 0-5504 16,2 3-1104-16</inkml:trace>
  <inkml:trace contextRef="#ctx0" brushRef="#br0" timeOffset="-207166.22">2087 7195 4607 0,'-1'-2'400'0,"0"1"-400"0,0-1 0 0,1 2 0 16,0 0 928-16,-1-1 96 0,0 0 32 0,0-1 0 0,-1 0 528 0,0 1 96 15,1-1 32-15,-1 2 0 0,1 2-224 0,0 1-32 16,0 1-16-16,2 4 0 0,0 1-96 0,1 3 0 16,0 2-16-16,2 5 0 0,1 2-208 0,0 0-32 15,2 4-16-15,0 1 0 0,1 2-512 0,-1 0-112 16,0-4 0-16,0 3-16 0,2 5-144 0,1 2-32 15,1 1 0-15,-1 0 0 0,1 1-64 0,-1 2 0 0,0-2-16 0,0-3 0 16,-1-1-176-16,-2-5 0 0,1-2 0 0,-1 1 128 16,2 1-128-16,-1 2 0 0,-1 2 0 0,2 0 128 15,-2 2-128-15,0-3 0 0,0 1 0 0,-1 0 0 16,-1-3 0 0,1-2 0-16,-1 1 0 0,0-3 0 0,0-1 176 0,-1-1-48 0,2-3-128 0,-1 2 192 15,0-2-192-15,0 0 0 16,0-1 0-16,0-1 0 0,-2-2-1120 15,1-3-160-15,-2-3-48 0,0-2-7376 0,0-7-1488 0</inkml:trace>
  <inkml:trace contextRef="#ctx0" brushRef="#br0" timeOffset="-206833.86">2302 7907 9215 0,'-1'9'400'0,"0"-7"96"0,1 3-496 0,0-2 0 16,0-1 0-16,0 0 0 0,0 0 1408 0,0 3 192 0,2 2 48 0,-1 0 0 15,1 1-416-15,0 1-80 0,0-2 0 0,1 0-16 16,0 3-416-16,0-1-80 0,0 0 0 0,0 4-16 15,2 3 96-15,-2 3 32 0,2 5 0 0,1 0 0 16,-1-3-16-16,0 2 0 0,-1 1 0 0,2 4 0 16,1 2-176-16,0 2-48 0,0 4 0 0,1-2 0 15,-2 3-368-15,0-2-144 0,-2 1 0 0,1-2 144 16,-1-2-304-16,0-2-64 0,-2 0-16 0,1-4 0 16,0-4-816-1,0-2-160-15,-1-3-48 0,1-4-9920 0</inkml:trace>
  <inkml:trace contextRef="#ctx0" brushRef="#br0" timeOffset="-205933.15">2345 8300 1839 0,'0'0'160'0,"0"0"-160"16,0 0 0-16,0 0 0 0,0 1 880 0,0-1 144 16,0 1 16-16,1-1 16 0,0 3 496 0,0 0 112 15,0 1 0-15,1 0 16 0,0 1-656 0,0 0-144 16,0 3-32-16,1 1 0 0,1 2-256 0,1 3-48 16,-1 1-16-16,2 2 0 0,-1 1 240 0,3 0 64 15,-1 2 0-15,1-3 0 0,-1 2-176 0,0-5-16 0,0 3-16 0,-1-2 0 16,1 1-304-16,-1 0-48 0,2 1-16 0,-2 2 0 15,2-2-256-15,-2 4 0 0,1-2 0 0,0 2 0 16,0 0 0 0,-2 1 0-16,1-1 0 0,-2 1 0 0,2 1 0 0,-1-2 0 0,-1 1 0 0,1-3 0 15,-1-3 0-15,-1 1 0 16,1-1 0-16,0-1 0 16,-1 1-1104-16,1-4-176 0,0-3-48 15,0 0-7440-15</inkml:trace>
  <inkml:trace contextRef="#ctx0" brushRef="#br0" timeOffset="-205617.92">2417 8508 7359 0,'-3'0'320'0,"1"-2"80"0,1 2-400 0,0 2 0 15,0-2 0-15,1 1 0 16,0 1 960-16,0 1 128 0,0 1 0 0,-1 4 16 0,2 3 160 0,0 1 16 16,2 2 16-16,0 0 0 0,2 4 208 0,0 2 32 0,2 1 16 0,0 3 0 15,3 3-496-15,0 3-96 0,2 1-32 0,0 2 0 16,-2-2-176-16,0 0-48 0,-1-3 0 0,1-1 0 16,-2 1-256-16,1 0-64 0,1 4-16 0,2 0 0 15,-2 0-368 1,0 0 128-16,0 2-128 0,-2-4 0 0,2 2 0 0,-3-2 0 0,2-1 0 0,-2-1 0 31,-1-5 0-31,1 1 0 0,0 0 0 0,1-3 0 0,-1-2-208 0,1 0-16 16,-2-2 0-16,1-5 0 15,0-2-768-15,-1-3-160 0,-1 0-16 0,0-5-10096 16</inkml:trace>
  <inkml:trace contextRef="#ctx0" brushRef="#br0" timeOffset="-205254.23">2607 8841 2175 0,'-3'-1'0'0,"1"1"0"0,0 0 144 0,2 0-144 0,-1 0 0 0,0 0 0 0,0 0 0 0,0 1 0 16,-1 1 1200-16,0 0 144 0,0 3 48 0,1-1 0 15,0 2 224-15,0 0 48 0,1 3 16 0,1-1 0 16,0 2 192-16,-1 1 48 0,2 1 0 0,-1 0 0 16,1 0-704-16,-1 2-144 0,1 1-32 0,1 2 0 15,-1 3-416-15,1 4-96 0,1 2-16 0,0 3 0 16,0 4-368-16,1 0-144 0,1 2 0 0,0 0 144 16,-1 0-144-16,1-5 0 0,-1-2 0 0,1-1 0 15,1 4 0-15,1-1 0 0,1 1 144 0,0-2-144 0,2-2 0 16,-3-1 0-16,0-1 0 0,0-3 128 0,0 1-128 15,-1-3 0-15,-1-2 0 0,2-1 0 16,-3-3-512-16,2 0-128 0,-1-1-32 0,0-2 0 16,-1-1-864-16,1-2-160 0,-1 0-32 0,-1-3-4256 15,1-1-848-15</inkml:trace>
  <inkml:trace contextRef="#ctx0" brushRef="#br0" timeOffset="-204922.95">2648 9216 911 0,'-4'5'0'0,"1"-2"0"0,1 0 0 0,1-1 0 16,0-1 880-16,0 1 80 0,0 2 32 0,-1 1 0 16,0 4 800-16,-1 3 176 0,1 3 16 0,1-1 16 15,1 1-64-15,1 1-16 0,0-2 0 0,3 2 0 16,2 2-416-16,0 2-96 0,2 2 0 0,1-1-16 15,1 3-496-15,1-1-80 16,0 1-32-16,0 2 0 0,1 1-80 0,0 1-32 0,0 1 0 0,-2-1 0 16,0-1-352-16,-1 0-80 0,2 0-16 0,-2 1 0 0,1-2-224 15,-1 1 0-15,2 3 128 0,0-4-128 16,-2-1 0-16,1-2 128 0,-2 0-128 0,-1-4 0 0,1 0 0 0,1-2 0 16,-2-1 0-16,0-2 0 0,0-2 0 0,-1 0 0 15,1 0 0-15,-2-4 0 16,0 0-1072-16,-1-4-144 0,0 0-48 0,-2-2-6800 15,-1-3-1344-15</inkml:trace>
  <inkml:trace contextRef="#ctx0" brushRef="#br0" timeOffset="-204636.59">2795 9689 5519 0,'-3'-2'496'0,"2"2"-496"0,0 0 0 0,0 0 0 15,1 2 1072-15,-1-2 112 0,-1 1 32 0,-1 1 0 16,1 2 784-16,1 2 176 0,2 2 16 0,3 2 16 16,3 2-720-16,0 1-144 0,4 2-16 0,2 3-16 15,-1 0-368-15,2 1-80 16,2 1-16-16,0 1 0 0,-1 2-96 0,1-2-32 16,1 3 0-16,-1-3 0 0,-2 0-176 0,0-3-32 0,0 0-16 0,-1 1 0 0,-1-2-304 0,-2-1-48 31,1 1-16-31,-3-3 0 0,0-2-128 0,-1 2 0 0,-1-2 0 0,0 0 0 0,-1-3 0 0,-2-1-272 15,0-1 64-15,-1-2 16 16,0-1-1200-16,-2-4-224 0,1 0-48 0,-2-1-9904 16</inkml:trace>
  <inkml:trace contextRef="#ctx0" brushRef="#br0" timeOffset="-204382.36">2903 9914 5519 0,'-3'10'240'0,"2"-5"64"0,0 0-304 0,0-1 0 0,1-1 0 0,0 1 0 0,0-1 992 15,1 4 144-15,0 2 16 0,2 3 16 0,2 3 832 0,1-1 176 16,2 0 16-16,3 0 16 0,2 0-640 0,0 1-128 0,1-1-32 0,3-2 0 16,0 2-288-16,0-2-64 0,0 0-16 0,-17-12 0 15,31 16-624-15,-31-16-128 16,0 0-32-16,34 16 0 15,-27-13-752-15,0 0-144 0,-1-1-48 0,-1-2 0 16,-1 0-1216-16,-1 0-240 0,-1-2-48 0,-1 0-6688 16</inkml:trace>
  <inkml:trace contextRef="#ctx0" brushRef="#br0" timeOffset="-204189.45">2866 9926 9215 0,'-1'8'400'0,"1"-5"96"0,0 1-496 0,0 1 0 0,1-1 0 16,0-2 0-16,0 4 880 0,3 3 80 0,3 5 0 0,1 5 16 15,4 0-96-15,0 1-32 0,1-4 0 0,1 0 0 16,0-2-352-16,1-2-80 0,1-2-16 0,-16-10 0 16,31 16-400-16,-31-16 0 0,0 0 128 0,45 10-7792 15</inkml:trace>
  <inkml:trace contextRef="#ctx0" brushRef="#br0" timeOffset="-202927.78">3002 10064 10127 0,'-1'0'896'0,"-1"0"-704"0,1-2-192 0,1 2 0 15,-1 0 1088-15,0-2 176 0,0 1 32 0,-2-4 16 16,-1 2 256-16,0 0 48 0,2 0 16 0,0 1 0 15,1 1-160-15,2 1-48 0,0 1 0 0,1 3 0 16,3 1-176-16,2 3-32 0,-7-8-16 0,0 0 0 16,30 35-112-16,-30-35-32 0,26 28 0 0,-26-28 0 15,28 34-592-15,-28-34-112 0,25 30-32 0,-25-30 0 16,26 24-80-16,-26-24-32 0,0 0 0 0,41 23 0 16,-41-23-208-16,0 0 176 0,0 0-176 0,48-4 160 0,-48 4-160 0,24-17-192 15,-14 8 32-15,1-3 16 16,1-2-1728-16,-3 2-352 0,-2 0-64 0,2 2-11248 15</inkml:trace>
  <inkml:trace contextRef="#ctx0" brushRef="#br0" timeOffset="-172857.15">1160 3724 8287 0,'-1'0'736'0,"1"0"-592"15,-1 0-144-15,1 0 0 0,-1 0 960 0,0 0 176 16,1-2 16-16,-2 2 16 16,0 0 832-16,0-2 176 0,0 2 16 0,-1-1 16 0,2 1-416 0,0 0-64 15,0 0-32-15,0 1 0 0,-1 3-576 0,1-2-112 16,-1 6-32-16,0 1 0 0,0 1-400 0,1 3-96 16,-1 4-16-16,-1 4 0 0,-1 5-112 0,0 4-32 0,2 2 0 0,-2-1 0 15,1 1-128-15,-1-4-48 16,3 0 0-16,-1-4 0 0,1-2-144 0,0-6 0 0,2-2 0 0,0-3 0 15,1-3 0-15,0-6 0 0,1 0 0 0,0-5 0 32,1-1-1152-17,0-5-144-15,2-3-48 0,-1-4 0 0,2-1-2688 0,-1-2-560 0</inkml:trace>
  <inkml:trace contextRef="#ctx0" brushRef="#br0" timeOffset="-172571.08">1167 3933 10991 0,'6'-78'976'0,"-6"75"-784"0,0 3-192 0,0-2 0 16,-1 0 0-16,0-3 0 0,-1-2-144 0,0-8 144 15,-3-2 1584-15,-1-3 384 0,0 2 80 0,0 2 16 0,1 4 160 0,1 0 16 16,0 5 16-16,3 2 0 15,0 3-256-15,1 0-48 0,1 2-16 0,0 0 16 16,2 2-816-16,2 0-176 0,0 3-16 0,1 0 0 0,-6-5-432 0,0 0-96 16,0 0-16-16,0 0 16 0,39 39-192 0,-39-39-32 15,0 0-16-15,0 0 16 0,29 35-48 16,-29-35 0-16,0 0 0 0,18 33 16 0,-13-19-160 0,0 0 0 16,-2 1-192-16,-1 1 192 0,0-2-224 0,-1-2 64 15,-1 0 16-15,0-3 16 0,-1-1-16 0,2-1 0 16,-2-4 0-16,1-2 16 0,0-1 0 0,1-4 0 15,0-4 0-15,0 1 0 0,1-4 128 16,-1-1 144-16,0 0-16 0,1-2 0 0,0-3 304 0,1 0 64 16,0-4 16-16,-1-3 0 0,2 1-240 0,-1-3-32 0,1-2-16 0,-2 1 0 15,2-4-224-15,0 4 0 0,0 2 128 0,1 3-128 16,0 8 0-16,-2 5 0 0,1 4 0 0,-1 4 0 31,-1 5-672-31,0 5-128 0</inkml:trace>
  <inkml:trace contextRef="#ctx0" brushRef="#br0" timeOffset="-172272.34">1425 3591 10127 0,'0'-5'896'0,"0"1"-704"0,1 1-192 15,-1 1 0-15,1 0 1200 0,-1 1 208 0,0 1 32 0,0 0 16 0,0 1 1264 0,-1 1 256 16,1 3 48-16,-1 4 16 0,0 1-1696 0,-1 4-320 16,0 3-80-16,0 2-16 0,0 2-464 0,1 0-80 15,0 1-32-15,0 3 0 0,1 1-160 0,-1-1-48 16,2 5 0-16,0-3 0 16,1 1 96-16,0-2 16 0,1 0 0 0,0-5 0 0,-1-2-256 0,1-5 144 0,0 0-144 15,-1-5 128-15,1-1-128 0,-2-3 0 0,1-4 0 0,0-1 0 31,0-3-624-31,1-2-144 0,-1-4-48 0,-1-1-12864 0</inkml:trace>
  <inkml:trace contextRef="#ctx0" brushRef="#br0" timeOffset="-171829.6">1398 3643 2751 0,'-1'-4'256'0,"0"1"-256"15,0 3 0-15,1-1 0 0,0 1 2304 0,0-1 400 16,-1-1 96-16,0-1 16 0,0-1-48 0,0 1 0 15,0-2 0-15,2 1 0 0,0 0-768 0,1 1-144 16,1-2-48-16,0 2 0 0,3-1-688 0,0-3-144 16,1 3-16-16,0-2-16 0,3-1-240 0,-1 0-64 15,1 2 0-15,0-2 0 0,2 2-400 0,-1 3-96 16,1 0-16-16,-12 2 0 0,0 0-128 0,0 0 0 16,0 0 0-16,44 30 0 0,-44-30 0 0,8 28 0 15,-7-16-128-15,-2 3 128 0,-1-1 0 0,-3 1 0 0,0-1 0 16,-3 0 0-16,1-2-128 0,-3-2 128 0,1 1 0 0,0-2 0 15,0 1 0-15,-3-3 0 0,0 2 0 16,-1-3 0-16,1 0 0 0,2-4 0 0,2 1 0 0,0-3 0 16,3 0 0-16,-1-2 0 0,3 1 0 0,0-2 0 15,1 2 128-15,2-3-128 0,1 1 128 0,1 0-128 16,1 0 256-16,2 0-48 0,2 0 0 0,-1 1 0 16,2 1 144-16,3-1 32 0,-11 2 0 0,0 0 0 15,0 0-240-15,46 3-144 0,-46-3 192 0,0 0-192 16,0 0 144-16,54 16-144 0,-54-16 0 0,0 0 144 15,0 0-144-15,47 22 128 0,-47-22-128 0,0 0 128 0,0 0 48 0,0 0 0 16,0 0 0-16,26 33 0 0,-27-29 144 0,-2 1 48 16,-1 0 0-16,-3-3 0 0,0 3-160 15,-3 0-16-15,0-1-16 0,-3 2 0 0,0 0-176 0,-2 2 0 16,-2-1 144-16,-2 4-144 0,2 0 0 0,-1 0-160 16,4 1 16-16,3-3-18048 0</inkml:trace>
  <inkml:trace contextRef="#ctx0" brushRef="#br0" timeOffset="-106982.43">671 10555 2751 0,'-6'-3'256'0,"2"1"-256"0,1 0 0 0,1 0 0 15,0 1 576-15,0 1 64 0,1-2 0 0,-3 2 16 16,0-3 832-16,-4 1 176 0,1 2 16 0,0-1 16 15,3 1 128-15,-1 0 32 0,2 1 0 0,1 1 0 0,2-2-192 0,0 3-16 16,1-3-16-16,1 0 0 0,1 2-384 0,1-4-80 16,0 2-16-16,2-2 0 0,0-1-64 0,2 1 0 15,0-3-16-15,2 0 0 0,1 1-112 0,-1-3-32 16,0 4 0-16,-1-2 0 0,0 0-336 0,-1 2-64 16,1 0-16-16,0 0 0 0,-1 1-176 15,0 1-32-15,1-1-16 0,-2 2 0 0,-1 0-288 0,-1 0 128 16,1 2-128-16,-2-2 0 0,1 0 0 0,0 3 0 0,-2-3 0 0,0 3 0 31,1-3-256-31,0 2-176 0,-1 0-16 0</inkml:trace>
  <inkml:trace contextRef="#ctx0" brushRef="#br0" timeOffset="-106451.17">886 10365 9215 0,'-1'-3'816'0,"1"1"-656"0,0 2-160 0,1-1 0 15,-1 1 896-15,0-1 128 0,1-1 48 0,0-1 0 0,0-1 1040 0,2 1 224 32,0 2 32-32,2 0 16 0,-1 1-528 0,1 1-96 0,0 2-32 0,1 0 0 0,-6-3-576 0,0 0-128 31,0 0-32-31,0 0 0 0,0 0-272 0,38 21-48 15,-38-21-16-15,0 0 0 0,0 0-352 0,0 0-80 16,0 0-16-16,0 0 0 0,0 0 112 0,0 0 32 0,0 0 0 0,0 0 0 16,37 24-80-16,-38-23-16 0,0 2 0 0,-1 0 0 15,0 0-256-15,-2 1 160 0,-1 1-160 0,0 0 128 16,-1-1-128-16,0 1 0 0,-2 0 0 0,1-1 0 16,-1 1 0-16,0 0 0 0,2-1 0 0,-2 2 0 15,3-2 0-15,-1 3 0 0,2-3 0 0,1-1 0 16,-1 2 0-16,1 0 0 0,1-3 0 0,1 0 0 15,1 1 0-15,0 0 0 0,2-1 0 0,0 0 0 16,0 0 0-16,1-2 0 0,0 0 0 0,1 0 0 16,-1 0 0-16,1 0 0 0,1-2 0 0,2 1 0 0,0 0 0 0,0-1 0 15,2-1 0-15,-2 3 0 0,1-2 256 0,-1 2 64 16,-7 0 0-16,0 0 16 0,0 0-64 0,0 0-16 16,0 0 0-16,0 0 0 0,40 21-112 0,-37-16-16 15,0 2-128-15,-3-3 192 0,0 1-192 0,1 0 176 16,-2 2-176-16,-1-2 160 0,-1-1-160 0,0 2 192 15,-2-2-192-15,1 1 192 0,-1 0-192 0,0 0 128 16,-1 2-128-16,0-3 128 0,0 3-128 0,0-4 0 16,0 1 0-16,0 1 0 0,1-2 0 0,-1-1 0 0,3 0 0 15,-2-2 0-15,1-1 0 0,2 0 0 0,0-1 0 0,1-1 0 32,1-2-1152-32,1 1-128 0,0-1 0 0,1-2-15280 0</inkml:trace>
  <inkml:trace contextRef="#ctx0" brushRef="#br0" timeOffset="-106075.7">1192 10429 19343 0,'3'-2'848'0,"-3"1"192"0,1-1-832 0,0 0-208 16,0 2 0-16,-1 0 0 0,0-2 1408 0,1-1 224 15,0 1 48-15,0-3 16 16,-1 0-112-16,0 1-32 0,0 3 0 0,-1-1 0 0,1 1-432 0,-2 1-96 15,1 1 0-15,-1 1-16 0,0 1-432 0,0 2-96 16,-1-1-16-16,0 1 0 0,0 2-288 0,1 0-176 16,-1 1 192-16,2 1-192 0,0 1 128 0,1-1-128 15,2 0 0-15,0 1 0 0,0-3 0 0,0 0 0 16,-2-7 0-16,0 0 0 0,0 0 176 0,0 0-176 16,28 36 160-16,-28-36-160 0,0 0 320 0,0 0-16 0,0 0-16 0,38 2 0 15,-28-6 80-15,-1-2 16 0,0 0 0 0,-1-1 0 16,1 0-112-16,-1-2-16 15,0-2 0-15,1 2 0 0,-2-1-96 0,0-1-32 0,-2 1 0 0,-1 1 0 16,-3 2-128-16,-1-1 0 0,-1 2 144 0,-3 0-144 16,0 0 160-16,-4 0-32 0,0 2-128 0,-1-1 192 15,-2 1-64-15,0 3 0 0,-2 0-128 0,-2 1 192 16,2 1-192-16,-1 4 0 0,1 0 0 0,0 2 0 16,1 0 0-16,1 1-128 0,4 0-16 0,0 2-18352 15</inkml:trace>
  <inkml:trace contextRef="#ctx0" brushRef="#br0" timeOffset="-76209.8">2498 7926 1727 0,'-2'2'0'0,"0"-1"0"0,-1 0 0 0,1-1 144 0,1 0-144 0,0 2 0 0,0-2 0 0,0 0 0 0,-1 0 384 0,-2 1 64 15,0-1 0-15,0 0 0 0,0 0 416 0,0-1 96 16,1 1 0-16,0-2 16 16,1 0 112-16,0-3 32 0,1 0 0 0,1-2 0 15,0-2-240-15,2-5-48 0,2-1-16 0,-1-2 0 16,2-1-400-16,1-4-80 0,1-1-16 0,0-4 0 15,4-5-64-15,-1-4-32 0,1-2 0 0,0-2 0 16,0 2 352-16,2-5 80 0,2-2 16 0,1-5 0 0,0 2-208 0,0-4-32 16,-1-2-16-16,0 4 0 0,-2 5-416 0,0 0 0 15,1 5 0-15,-2-1-176 16,0 6-368-16,-2-1-80 0,-2 6-16 0,0 3 0 0,-2 2 224 0,1 4 32 16,-3 3 16-16,1 2 0 15,-3 4-784-15,1 3-144 0</inkml:trace>
  <inkml:trace contextRef="#ctx0" brushRef="#br0" timeOffset="-75811.89">2571 7442 1839 0,'-3'2'160'0,"2"-2"-160"0,0 2 0 0,1-2 0 16,0 0 1088-16,-1-2 176 0,0 2 32 0,-1 0 16 16,1-2 128-16,-1-1 32 0,2-4 0 0,0 0 0 15,1-2-352-15,1-5-64 0,1-1-16 0,2-4 0 16,-1-4-80-16,3-3 0 0,1-3-16 0,2-2 0 16,0-1 16-16,1 0 0 0,0-1 0 0,3-3 0 15,1-2-16-15,2-4 0 0,1-3 0 0,-1 2 0 0,-1 0-256 0,-1 3-48 16,0-1-16-16,0 1 0 0,1 0-240 0,-1 2-64 15,-1 2 0-15,0 1 0 0,0 0-320 0,-1 0 128 16,-1 0-128-16,-1 3 0 0,-1 3 144 0,1-4-144 16,1-3 192-16,0-2-192 0,-1 0 128 0,-1 3-128 15,0-1 0-15,-3-1 0 0,-1 2 0 0,0 0 0 16,0 3 0-16,-1 3 0 16,0 3-768-16,0 2-48 0,1 1-16 0,-1 1 0 15,-1 8-480-15,0 0-96 0,-1 4-32 0,-1 6 0 16,-2 4-304-16,-2 3-64 0</inkml:trace>
  <inkml:trace contextRef="#ctx0" brushRef="#br0" timeOffset="-75465.81">2744 7012 4655 0,'-1'1'0'0,"0"-2"192"0,1 1-48 0,0-2 0 0,0 0-144 16,0-2 0-16,1 0 0 0,0-5 0 0,1-8 1648 0,2-9 288 15,0-2 64-15,2-5 16 0,0 0-368 0,2-1-80 16,0-1-16-16,2-1 0 16,1-1 64-16,1 1 16 0,1-2 0 0,0 0 0 0,0 0-240 0,1 0-48 15,-1-2-16-15,3-6 0 0,2 2-432 0,0-5-64 16,2-2-32-16,-1-1 0 0,-1 0-432 0,0-3-96 15,0 0-16-15,-1 1 0 0,0 4-256 0,-3 1 0 16,1 1 0-16,-2 3 0 0,-3 5 0 16,0 2 0-16,-2 4 0 0,0 0 0 0,-1 4-240 0,-1 4 48 15,-1 5 16-15,-3 4 0 16,-1 6-1232-16,-2 5-256 0,-2 5-64 0,-2 3-10384 16</inkml:trace>
  <inkml:trace contextRef="#ctx0" brushRef="#br0" timeOffset="-72330.71">2480 7952 3679 0,'-1'0'320'0,"1"0"-320"0,0 0 0 0,0 0 0 15,-1-1 912-15,1 0 112 0,0 1 32 0,-1-1 0 16,0-2 96-16,0 1 32 0,1-2 0 0,-1-1 0 16,0-2-288-16,1-1-48 0,0-1-16 0,0 0 0 0,2-3 32 0,0-5 0 15,0-2 0-15,2 0 0 0,1 0 352 16,0-2 64-16,0-2 0 0,1-1 16 0,1 0-144 0,-1-1-48 16,1 0 0-16,2-1 0 0,-2 0-176 15,2-2-32-15,-2 1-16 0,1-1 0 0,2-3-368 0,-1-2-80 16,1 0-16-16,-1-5 0 0,1 0-256 0,-2-5-160 15,0 0 192-15,0 1-192 0,-1 2 0 0,1-5 0 16,0-3 0-16,-1-4 0 0,0-1 0 0,-3 2 0 16,1 0 0-16,0 7 0 0,-1 6-160 0,2 0-144 15,1 0-16-15,1 4-16 0,-1 4 80 0,1 4 0 0,-2 4 16 16,1 4 0-16,-2 3-32 0,0 6-16 0,-1 1 0 0,0 5-8256 16,-1 3-1648-1</inkml:trace>
  <inkml:trace contextRef="#ctx0" brushRef="#br0" timeOffset="-71886.43">2719 7070 11967 0,'0'-6'528'0,"0"2"112"0,1-1-512 0,0 0-128 15,0 1 0-15,1 1 0 0,0-4 1120 0,1-4 192 16,4-8 32-16,1-8 16 0,2-4-96 0,1 1-32 16,-1-3 0-16,0 4 0 0,0-1 48 0,0-1 0 15,1 2 0-15,0-4 0 0,1 2-144 0,-2 0-32 16,0-2 0-16,0-4 0 16,0 0-80-16,-1 2-32 0,-1-1 0 0,1-1 0 0,0-1-176 15,0-2-48-15,1 1 0 0,1-4 0 0,-1-4-368 16,0 2-80-16,0 0 0 0,-1 4-16 0,0 3-176 0,1-4-128 15,0-1 144-15,1-2-144 0,0 0 128 0,-1 0-128 0,1 1 0 0,-2 1 0 16,1 4 144-16,0 1-144 0,-2 6 128 0,0-2-128 16,2-2 272-16,0-2-16 0,-1 1-16 0,1-1 0 15,0-2-64-15,-1 6-16 0,0-1 0 0,0 4 0 16,1 0-160-16,-1 3 0 0,2-3 0 0,-2 3 0 16,2 3 0-16,-4 4 0 0,0 5 0 0,-2 1 0 15,0 3 0-15,-3 3 0 0,-1 2 0 0,0 2 0 16,0 0-304-16,-1 2-80 0,0 0-32 0,-1 1 0 15,1 1-848-15,-2-1-160 0,2 2-48 0,-1 2-13888 16</inkml:trace>
  <inkml:trace contextRef="#ctx0" brushRef="#br0" timeOffset="-71469.7">3083 6012 1839 0,'-1'0'160'0,"0"-2"-160"0,1 2 0 0,0-2 0 0,-1 1 432 0,0-1 48 16,0-1 16-16,-1-4 0 15,0-2 1232-15,0-3 240 0,-1-2 48 0,2-3 16 16,0-2 496-16,0-2 96 0,3-3 32 0,0-2 0 15,1-2-800-15,0-1-144 0,1-4-48 0,2 0 0 16,-1-1-576-16,2-1-128 0,2-3-32 0,-1 0 0 0,0 0-128 0,0-2-32 16,-1 4 0-16,0 1 0 0,-1 1 192 15,1 2 16-15,-1-3 16 0,3-2 0 0,0-1-352 0,0 0-64 16,1-3 0-16,-2 0-16 0,1 0-272 0,-1 1-48 16,-2 2-16-16,1 5 0 0,-2-1-80 0,2-1-16 15,-2 2 0-15,2-1 0 0,-3 4 16 0,2-1 0 16,-2 0 0-16,1 1 0 0,0 1-144 0,0 0 0 15,1 1 144-15,-1 2-144 0,1 1 0 0,-1 5 0 0,-2 3 0 16,0 1 0-16,1 1 0 0,-1 1 0 0,-2 3 0 0,1 2 0 16,-1 1-192-16,-1 3-48 0,-1 1-16 0,0 3 0 31,0 1-512-31,0 1-96 0,0 3-32 0,0 0 0 16,0 4-1008-16,1-1-208 0</inkml:trace>
  <inkml:trace contextRef="#ctx0" brushRef="#br0" timeOffset="-71069.83">3134 5443 6447 0,'-7'-9'272'0,"4"4"80"0,1 0-352 0,-1 0 0 15,2 0 0-15,0 2 0 0,0-3 1856 0,0-3 288 16,0-5 64-16,-1-6 16 0,1-1 352 0,1 0 80 16,1-3 16-16,1 0 0 0,2 0-896 0,1-4-176 0,1 2-48 0,2-5 0 15,0 0-736-15,2-4-160 0,2-1-16 0,2-4-16 16,-3 4-240-16,3-4-64 0,1-3 0 0,0-1 0 16,0-2-160-16,-2 1-32 0,0-1-128 0,0 0 192 15,0 5-64-15,-1 3-128 0,1-2 176 0,0 5-176 16,-1 4 464-16,-1 2-16 0,-1 1 0 15,-1 4 0-15,0 4 176 0,-1 2 16 0,-3 1 16 16,1 3 0-16,-2 2-384 0,-2 3-80 0,-1 2 0 0,0 0-16 16,0 0-176-16,0 2-176 0,0 0 48 0,0 1 0 31,1-1-768-31,0 0-128 0,1 0-48 0,0-2 0 0,1 3-656 0,0 1-128 0,-1-2-16 16,1 3-16-16,0 0-560 0,0 0-112 0,-1 2-32 0,1 2-6944 15</inkml:trace>
  <inkml:trace contextRef="#ctx0" brushRef="#br0" timeOffset="-70696.18">3290 4654 11055 0,'-5'7'480'0,"1"-3"112"0,1-1-464 0,2-3-128 0,0 0 0 0,0-2 0 16,0 1 1376-16,-1-1 256 15,0-3 48-15,-1-2 16 0,0-2-352 0,2-5-64 0,0 0 0 0,2-3-16 32,0 0-256-32,1-2-48 0,2-2-16 0,1-1 0 0,0 1-240 0,1 2-32 15,0-3-16-15,2 2 0 16,1 0 496-16,0-3 112 0,1 2 16 0,1-1 0 0,-2 0-400 0,0 1-80 0,0 2-16 0,0 0 0 16,1-2-368-16,1-1-80 0,0 1-16 0,0 0 0 0,1 2 64 0,-2 0 0 15,0 1 0-15,0 3 0 0,-1 0-112 0,1 1-16 31,-2 0 0-31,0 2 0 0,1 3-112 0,-2-1-16 0,0 3-128 16,-2 1 192-16,2 2-192 0,-1 2 0 16,0 0 0-16,-1 2 0 0,1 1-208 0,-1 0-48 0,1 0 0 0,0 3 0 15,-2 1-1008-15,2-1-208 0,0 1-32 0,-6-5-16 32,0 0-1296-32,0 0-256 0,0 0-48 0,0 0-8096 0</inkml:trace>
  <inkml:trace contextRef="#ctx0" brushRef="#br0" timeOffset="-69810.08">3536 4172 1839 0,'-1'-2'160'0,"1"2"-160"0,0-2 0 0,-1 1 0 16,1 1 624-16,0 0 80 0,-1-2 32 0,1 0 0 15,-2-1 448-15,0 1 96 0,0-2 0 0,1 1 16 16,0 1-80-16,0-1 0 0,0 3-16 0,0-4 0 16,1 1-432-16,0 0-64 0,1 1-32 0,0 0 0 15,0-2-112-15,0 1-32 0,1 0 0 0,-1 1 0 0,1-3-80 0,0 0-32 16,-1 1 0-16,2-1 0 0,-2 0 16 0,1-1 0 15,1 0 0-15,-1 0 0 0,0 0-16 0,1-1 0 16,1 2 0-16,-1-1 0 0,1-1 176 0,2 2 48 16,-1 0 0-16,2 0 0 15,-1 1 64-15,2-2 0 0,0 2 16 0,0 2 0 0,0-1-272 0,-2 3-64 16,1 0-16-16,-2 3 0 0,0-1-368 0,-1 0-256 16,0 0 32-16,-3 1 16 15,1 0-1040-15,-1-1-208 0,-1 0-32 0,0 0-9376 0</inkml:trace>
  <inkml:trace contextRef="#ctx0" brushRef="#br0" timeOffset="-68989.02">3509 4127 911 0,'0'-2'0'0,"0"1"0"0,1 1 0 0,-1 0 0 16,1-2 592-16,0 2 48 0,0-2 0 0,2 0 0 15,1-3-64-15,1 0 0 0,1-2 0 0,0 0 0 16,2-2 64-16,-1 4 0 0,2-3 0 0,1 1 0 16,1 0 384-16,0 3 96 0,2-1 16 0,0 2 0 15,0-1-112-15,0 2 0 0,0 1-16 0,-1-1 0 16,-12 2-272-16,0 0-48 0,0 0-16 0,45 7 0 15,-45-7-480-15,0 0-192 0,0 0 176 0,0 0-176 0,0 0 0 16,42 24 0-16,-37-22 0 0,-1 3 0 16,1 0-448-16,0-1-128 0,0 1-16 0,0 0-6784 15</inkml:trace>
  <inkml:trace contextRef="#ctx0" brushRef="#br0" timeOffset="-67926.33">3592 4134 911 0,'-1'0'0'0,"1"-1"0"15,1 0 0-15,-1 1 0 0,0-2 448 0,1 2 16 16,-1-3 0-16,1 0 0 0,0-1 112 0,1-3 0 16,-2 1 16-16,2 0 0 0,0-1 160 0,0 0 16 0,-1 2 16 0,1-4 0 15,-1 4 48-15,0-2 0 0,0 2 0 0,0 0 0 16,1 0 112-16,-1 1 16 0,1 2 16 0,-1 1 0 16,1-1-320-16,0 4-64 0,0-1-16 0,1 2 0 15,1 0-320-15,-1 2-64 0,0 1 0 0,-1 0-5072 16,2 1-1008-16</inkml:trace>
  <inkml:trace contextRef="#ctx0" brushRef="#br0" timeOffset="-59986">3535 4324 6447 0,'0'-2'576'0,"0"-1"-576"0,0 1 0 0,0 1 0 0,-1 1-224 0,1-2-160 0,-1 0-16 0,1-3-16 16,-2-2-208-16,-1 0-32 0,2 0-16 0,-2 0 0 16,0 0 1280-16,1 2 256 0,-1 0 48 0,-1 3 16 15,1-2 352-15,1 3 64 0,-2 1 0 0,1 0 16 16,0 0-272-16,0 1-48 0,2 1-16 0,-2 2 0 0,0-1-688 0,1 1-144 16,-1-1-16-16,2 1-16 15,-2-1-160-15,0-1 0 0,0 1 0 0,0-3-176 0,0 2 176 0,0-2 0 16,-1 0 160-16,1-2-160 15,-2 2 704-15,1-3 64 0,1 1 0 0,1 2 0 0,-2-3 384 0,1 1 64 16,0 0 32-16,0-1 0 0,1-1-480 0,-1 1-112 16,1 1-16-16,1-3 0 0,0 2-272 0,0-1-64 31,2-1-16-31,-1 0 0 0,2 1 80 0,0-1 16 0,1-1 0 0,1 0 0 0,-1 1 192 0,3-1 64 31,-1 0 0-31,1 0 0 0,2 0 80 0,1 0 32 0,-1 1 0 0,1-1 0 16,1 0-336-16,2 0-64 0,1-2-16 15,1 1 0-15,-1-1 0 0,0 0 0 0,0 1 0 0,-1 1 0 16,1-2-16-16,0 0-16 0,0 3 0 0,-1-4 0 16,1 4 80-16,-1-2 0 0,0 2 16 0,0 0 0 15,-1-1-224-15,1 1-48 0,0 0-128 0,0 2 192 16,-1-1-64-16,1 1 0 0,-1 1-128 0,0 1 192 16,1-1 0-16,0 1-16 0,-1 0 0 0,-1 1 0 15,-1 0-32-15,1-2 0 0,1 2 0 0,-3 0 0 16,0 0 48-16,1-2 0 0,-2 4 0 0,0-2 0 15,1 0-48-15,-2 0 0 0,2 2 0 0,-2-2 0 16,1 1-144-16,-1 0 0 0,1 1 144 0,-1-1-144 0,1 1 0 0,-1 1 0 16,1-1 0-16,-1 0 128 0,1 3-128 0,-1-3 0 15,1 3 0-15,-7-5 0 0,0 0 0 0,0 0 0 16,0 0 0-16,0 0 0 0,41 30 0 0,-35-22 0 16,-6-8 0-16,0 0 0 0,0 0 0 0,0 0 0 15,0 0 0-15,33 38 128 0,-28-33-128 0,-1 2 0 16,0-2 0-16,0 2 0 0,-4-7 0 0,0 0 0 15,0 0 0-15,0 0 0 0,23 40 0 0,-23-40 0 16,0 0 0-16,0 0 0 0,0 0 0 0,21 38 0 16,-19-33 0-16,0 4 0 0,0-4 0 0,-2 2 0 0,0-2 0 15,-1 2-11984-15,0-3-2432 16</inkml:trace>
  <inkml:trace contextRef="#ctx0" brushRef="#br0" timeOffset="-59106.67">3599 4127 7359 0,'-4'0'320'0,"0"0"80"0,1 0-400 0,1-2 0 0,1 2 0 0,1-1 0 15,0 1 1152-15,0 0 160 0,-1-2 32 0,1 1 0 16,-1-2-128-16,1 0 0 0,0-1-16 0,1 0 0 15,1 0-192-15,1-1-48 0,1 1 0 0,0-1 0 16,1 0 160-16,0 1 32 0,1-1 0 16,2 0 0-16,0 3-32 0,0-3 0 15,2 2 0-15,-1 1 0 0,1 0-208 0,-1 2-32 0,2-2-16 0,-1 2 0 0,-1 0-352 16,1 0-64-16,0 2 0 16,0-1-16-16,-1 0-288 0,0 1-144 0,1 1 160 0,-1-1-160 0,-1 1 272 0,1-2-32 15,1 0-16-15,-1 1 0 0,0 1 352 16,1-1 80-16,-1-1 16 0,-1 1 0 15,0 0-96-15,1 2 0 0,-2 0-16 0,1 1 0 0,-1-1-320 16,-7-4-64-16,0 0-16 0,0 0 0 0,0 0-160 0,37 29 0 16,-37-29 0-16,0 0 0 0,0 0 0 0,0 0 0 15,37 30 128-15,-37-30-128 0,0 0 0 0,0 0 0 16,0 0 0-16,44 31 0 0,-44-31 0 0,0 0 0 0,0 0 0 0,0 0 0 16,39 31 128-16,-39-31-128 15,0 0 0-15,0 0 128 0,0 0 64 0,36 29 0 16,-36-29 0-16,0 0 0 0,0 0-192 0,0 0 128 0,29 39-128 0,-29-39 128 15,0 0-128-15,0 0 0 16,17 38 0-16,-17-38 0 0,0 0 0 16,0 0 128-16,20 43-128 0,-20-43 0 15,0 0 0-15,0 0 0 0,22 40 0 0,-22-40 0 0,0 0 0 0,0 0 0 0,0 0 128 16,30 43-128-16,-30-43 0 0,0 0 0 0,0 0 0 0,20 40 0 16,-20-40 0-16,0 0 0 15,0 0 128-15,17 43-128 0,-17-43 0 0,0 0 0 0,0 0 0 0,17 43 0 0,-17-43 144 0,0 0-144 16,0 0 160-16,17 44-160 15,-17-44 192-15,0 0-48 0,0 0-16 0,20 43 0 0,-20-43-128 0,0 0 0 32,0 0 0-32,21 41 0 0,-21-41 0 0,0 0 0 15,0 0 0-15,22 40 0 0,-22-40 0 0,0 0 0 16,0 0 0-16,18 39 0 0,-18-39 0 0,0 0 0 16,14 41 0-16,-14-41 0 0,9 34 0 0,-9-34 0 0,9 38 0 15,-9-38 0-15,10 42 0 0,-10-42 0 0,10 48 0 0,-10-48 0 16,9 56 0-16,-4-27 0 0,0 0 0 0,0-1 0 15,-5-28 0-15,9 52 0 0,-4-21 0 0,0 0 0 16,1 4 0-16,0 1 0 0,2 2 0 0,-1 0 0 16,3 2-208-16,-1-4-80 0,0 1-16 0,-1-5 0 31,1 0-2528-31,-9-32-512 0,15 52-112 0,-15-52-10960 0</inkml:trace>
  <inkml:trace contextRef="#ctx0" brushRef="#br0" timeOffset="-58475.49">4315 4673 2751 0,'-1'-5'256'0,"1"0"-256"0,0 2 0 0,0 1 0 15,0 1 368-15,0 0 16 0,0 1 16 0,0-3 0 16,1 1 896-16,-1-1 176 0,1 0 48 0,-1 0 0 0,0 1-112 0,1 1-32 15,-1-1 0-15,0 2 0 16,0-2-16-16,0 1 0 0,-1 1 0 0,1 0 0 0,0 0-160 0,-1 0-48 16,1 1 0-16,0 1 0 15,0 3-160-15,1-1-32 0,0 3-16 0,0 3 0 0,2 4-240 0,-1 1-64 16,-2-15 0-16,6 38 0 0,-2-15-224 0,0 0-48 16,-1 1-16-16,2 3 0 0,0 4-192 0,-1-1-32 15,0-4-128-15,1 2 192 0,-1 1-192 0,2 2 176 16,-1 0-176-16,0-2 160 0,1 1-160 15,-1-5 0-15,0 0 144 0,-1 1-144 0,0 0 480 0,1-1 32 16,-2 0 0-16,2-1 0 0,1 4 128 0,-1 2 16 0,2 5 16 0,-1 2 0 16,2-1-160-1,-2 1-16-15,1-1-16 0,-1 2 0 0,1 2-208 0,-2 1-32 16,1 1-16-16,-2 6 0 0,2 4-224 0,-1 1 144 0,1-2-144 0,0 1 128 16,0-2-128-16,0 0 0 0,0-3 0 0,1 0 0 15,0 1 0-15,0-3 0 0,1-6 0 0,-1 0 0 16,1-1 0-16,-1-4 0 15,0-1 0-15,1 0 128 0,0 8-128 0,3 3 0 0,-1 4 0 0,0-1 0 16,0-2 0-16,-2-2 0 0,0-9 0 0,0 3 0 16,4 3 0-16,-1 1 0 15,2-1 0-15,-1-2 0 0,2-3-448 0,-2 1 48 0,1-5 0 0,-1 0-16304 16</inkml:trace>
  <inkml:trace contextRef="#ctx0" brushRef="#br0" timeOffset="-58002.44">4574 6304 3679 0,'-5'-17'160'0,"4"10"32"0,-1-2-192 0,1 4 0 0,0 2 0 0,1 1 0 16,0-1 2432-16,1-1 432 0,0-1 80 0,0 2 32 16,0 3-96-16,0 3-32 15,1 2 0-15,0 0 0 0,0 4-1008 0,-1 1-208 16,1-1-32-16,0 3-16 0,-1 0-864 0,1 2-160 0,1 3-48 0,-1-3 0 0,0 1-160 0,1 0-32 31,0 0-16-31,1 4 0 0,2 2 48 0,0 6 16 16,2 5 0-16,2 6 0 0,0 5-32 0,0 2 0 15,-1-3 0-15,0-4 0 0,-3-4-112 0,2 2-32 16,0 8 0-16,1 4 0 0,0 2 80 0,-1 0 16 16,1-3 0-16,0-2 0 0,-1-9 32 0,0 4 0 15,3 5 0-15,1 4 0 0,1 6 0 0,1 2 16 0,0 2 0 16,0-2 0-16,2 3-64 0,-1 1-16 16,0 1 0-16,-1-5 0 0,-1-7-96 0,0 2-32 0,2 2 0 0,0-3 0 15,-1-4-128-15,-1-3 0 0,0-4 0 0,-1-2 0 16,0-4 0-16,-2-6 0 0,0-1-160 0,-1-2 160 31,0-2-736-31,0 2-48 0,2 1-16 0,1 0 0 0,0 0-1008 0,-1 0-208 16,-1-2-32-16,0 2-8016 0,-1 0-1600 0</inkml:trace>
  <inkml:trace contextRef="#ctx0" brushRef="#br0" timeOffset="-57561.02">4873 7679 11967 0,'-3'7'528'0,"2"-5"112"0,1 3-512 0,0 0-128 0,0-3 0 0,0 1 0 15,1 2 1808-15,1 4 336 0,0 7 64 0,3 2 16 16,2 2-656-16,-2 1-128 0,3 1-32 0,0 0 0 16,2 3-720-16,1 1-160 0,0-2-16 0,1 3-16 15,1 1 32-15,0 0 16 0,-1 3 0 0,1-2 0 16,0 1 32-16,-3-2 0 0,-1-4 0 16,0 2 0-16,1 1-336 0,2 6-64 0,0 5-16 0,1 2 0 15,1-2 736-15,-1 1 160 0,0-1 32 0,0-1 0 16,-1 1-1360-16,1-3-272 0,0-2-48 0,0 3-16 15,0 0 736-15,2 0 128 0,0 1 48 16,1-4 0-16,-1 1-176 0,0-2-128 0,-1 3 192 0,1-3-192 0,-2 0 0 0,-1-5 0 16,-1 1 0-16,1-1 0 0,0 1 0 0,0-2 0 15,0 0 0-15,0-1 0 0,2 1 0 0,0-1 0 16,0 1 0-16,2-2 0 16,0 0-400-16,0-1-144 0,-1-3-32 0,-15-20 0 15,29 35-1184-15,-29-35-240 0,29 29-48 0,-29-29-10336 0</inkml:trace>
  <inkml:trace contextRef="#ctx0" brushRef="#br0" timeOffset="-57192.15">5365 9073 5519 0,'0'5'496'0,"0"-1"-496"16,1-1 0-16,0 0 0 0,0 1 960 0,1 1 112 16,1 6 16-16,4 6 0 15,2 9 752-15,2 1 144 0,0-1 48 0,1-1 0 0,-1-1-240 0,-1-2-64 32,0 1 0-32,-1 1 0 0,1-3-128 0,-1 3-16 0,0-3-16 0,0 3 0 0,1-3-400 0,-1 1-80 15,1 0 0-15,0 1-16 0,0 0-320 0,0-1-64 31,2 2-16-31,0 1 0 0,0-1-192 0,0 2-32 0,2 0-16 0,0 0 0 0,0-2-256 0,1 2-48 32,0-2-128-32,0 2 192 0,1-2-192 0,-1 0 0 0,0 0 0 0,-1-1 0 0,-1 0 0 0,0-1 0 15,0-3 0 1,-2-4 0-16,-1 1-144 0,0-6 144 0,-1-1 0 0,-9-9-144 31,14 14-304-31,-14-14-48 0,0 0-16 0,0 0 0 16,0 0-1136-16,0 0-224 0,0 0-48 0,0 0-11568 0</inkml:trace>
  <inkml:trace contextRef="#ctx0" brushRef="#br0" timeOffset="-56649.78">5463 9101 9279 0,'-2'-2'832'0,"-1"0"-672"0,1 1-160 0,1 1 0 16,0-2 0-16,-2 1 0 0,-1-2-192 0,-3-3 192 15,-2 0 496-15,-1-1 176 0,0 0 32 0,2 1 48 16,0 2 928-16,0-1 192 0,3 3 48 0,-1-1 32 16,2 1-256-16,-1 2-48 0,0 0-16 0,2 0 32 15,-1 2-960-15,0-1-192 0,0 3-48 0,2-1 32 16,-2-1-288-16,0 0-48 0,1-2-16 0,0 2 32 16,0-2-176-16,0 0 0 0,1 0 0 0,1 0-128 0,1 1 592 0,1 1 128 15,0 1 32-15,2 1 16 16,1 3 752-16,1 0 144 0,2 4 16 0,1 2 48 0,1 1-256 15,2 5-64-15,3 0 0 0,0 3 32 0,2 2-672 0,1 1-144 16,0 2-32-16,0-3 32 0,-1 1-496 0,2 2 128 16,3 2-128-16,-1 1 0 0,2 1 0 0,-1-1 0 15,2 1-144-15,0 0 144 0,1 2 0 0,1 0 0 16,-1 1 0-16,-3-1 0 0,-2 0 0 0,0-2 0 16,-2 0 0-16,-1-3 0 0,-1-2-128 15,-1-2 128-15,-1-2 0 0,-3-4 0 0,0-1-304 0,-4-5 16 0,-1-3 0 16,-2-5 0-1,-3-3-896-15,-3-4-176 0,-2-6-48 0,-3-3 0 16,-2-5-1312-16,-2-4-272 0</inkml:trace>
  <inkml:trace contextRef="#ctx0" brushRef="#br0" timeOffset="-56349.25">5404 9137 6447 0,'-4'-3'576'0,"2"1"-576"0,0 2 0 0,1 0 0 0,1 2 1072 0,-1-1 96 16,-1 1 32-16,-2 3 0 16,2 4 1168-16,2 5 224 0,3 4 48 0,3 2 16 0,1 1-576 0,3 2-112 31,2 2-32-31,1-1 0 0,1-2-672 0,0 3-144 0,3 1-32 0,1 1 0 0,-1 2-448 0,2 0-80 16,-2 1-32-16,2 0 0 15,0 0-16-15,2 4 0 0,0-1 0 0,1 2 0 0,-1-1 64 0,-1-4 16 16,0 4 0-16,-1-4 0 0,0 2 48 0,-2-2 16 0,2 1 0 0,-2-4 0 15,-2-2-464-15,-2-4-192 0,0 1 176 0,-2-6-176 16,-1-3 0-16,-3-2-128 0,0-1-16 0,-4-6 0 31,-1-1-912-31,-2-3-176 0,-2-6-48 0,-1-3 0 16,-4-5-1696-16,-1-4-352 0</inkml:trace>
  <inkml:trace contextRef="#ctx0" brushRef="#br0" timeOffset="-56100.94">5661 9661 7359 0,'-4'5'320'0,"2"-2"80"0,1 0-400 0,1 1 0 31,0-2 0-31,0 1 0 0,0 1 1840 0,1 5 272 0,1 4 64 0,2 5 16 16,2 2 432-16,3 1 96 16,1 2 16-16,2 0 0 0,2 1-832 0,1 0-176 15,1 2-16-15,1 3-16 0,1 1-784 16,-1-1-144-16,0-1-48 0,-1-2 0 0,-1-2-448 0,-1-2-80 15,-1-2-32-15,-2-2 0 0,0-4-160 0,-1-3 0 16,-2-3 0-16,-8-8 0 16,0 0-976-16,0 0-128 0,0 0-32 0,0 0 0 15,0 0-1184-15,6-24-240 0,-12 9-64 0,-1 1-8160 0</inkml:trace>
  <inkml:trace contextRef="#ctx0" brushRef="#br0" timeOffset="-55925.75">5778 9937 6271 0,'-16'-10'128'0,"10"7"48"0,3 1 0 0,1 2 0 0,1 0-176 0,-1 0 0 0,-1 0 0 0,-2 0 0 15,-1 2 2736-15,2 0 512 0,1 6 96 0,4 1 32 16,3 3-880-16,2 3-160 0,3 3-32 0,2-2-16 16,2 2-816-16,2 2-144 0,2 2-48 0,0-1 0 15,1 0-624-15,-1-1-128 0,-1-1-16 0,3 2-16 0,0 0-496 0,-2-4 128 16,-2-3-128-16,-2-1 0 0,-2-4 0 0,-1 0 0 16,0-2 128-16,-10-7-128 15,0 0-272-15,0 0-112 0,0 0 0 0,0 0-16 16,0 0-1664-16,0 0-336 0</inkml:trace>
  <inkml:trace contextRef="#ctx0" brushRef="#br0" timeOffset="-54642.68">5757 9742 10127 0,'-2'-2'896'0,"0"1"-704"15,1 1-192-15,0 0 0 0,0 0 832 0,0-2 128 16,-2 1 16-16,-1 0 16 15,-3 1-352-15,2 1-80 0,1 0-16 0,0 1 0 0,2 1-336 0,0-3-64 16,2 3-16-16,0-2 0 0,0 2 400 0,1-1 80 16,1 3 16-16,2-3 0 0,1 3 512 0,0 0 96 15,-5-5 32-15,0 0 0 0,32 31 0 0,-32-31 0 16,0 0 0-16,41 44 0 0,-41-44-480 0,29 33-80 16,-29-33-32-16,0 0 0 0,45 39-112 0,-45-39-32 0,0 0 0 15,40 28 0-15,-40-28-32 0,0 0-16 0,38 19 0 0,-38-19 0 16,0 0-336-16,0 0-144 0,46 4 128 0,-46-4-128 15,0 0 0-15,0 0 0 0,37-4 0 0,-30 2-9936 16,1-1-2032 0</inkml:trace>
  <inkml:trace contextRef="#ctx0" brushRef="#br0" timeOffset="-51921.29">5491 9471 1839 0,'-5'-7'160'0,"1"3"-160"0,1 1 0 0,0 0 0 0,2-1 1200 16,0 4 208-16,0-2 32 0,-2-1 16 0,-1-2 288 15,0 1 64-15,0-1 16 0,0 2 0 16,1 1-240-16,1 1-48 0,1 1-16 0,0 0 0 0,1 1-304 0,1 2-48 16,1 1-16-16,1 1 0 0,-3-5-304 0,0 0-64 15,0 0-16-15,28 42 0 0,-28-42-160 0,23 32-32 16,-23-32-16-16,29 38 0 0,-29-38 80 0,29 37 0 15,-29-37 16-15,33 43 0 0,-33-43 48 0,35 46 0 16,-35-46 0-16,36 51 0 0,-36-51-352 0,35 45-64 16,-35-45-16-16,35 45 0 0,-35-45-112 0,34 36-32 0,-34-36 0 15,34 33 0-15,-34-33 144 0,33 33 32 0,-33-33 0 0,0 0 0 16,48 29-144-16,-48-29-32 0,0 0 0 0,44 15 0 16,-44-15-128-16,0 0 0 0,38 9 0 0,-38-9 0 15,0 0 0-15,0 0 0 0,0 0 0 0,36-2-176 31,-33 1-864-31,-1 1-176 0</inkml:trace>
  <inkml:trace contextRef="#ctx0" brushRef="#br0" timeOffset="-51401.31">5603 9548 3679 0,'-1'1'320'0,"0"0"-320"0,0 1 0 0,1-2 0 0,-1 1 448 0,0 0 32 16,-1 1 0-16,-1 1 0 0,0 0-272 0,1 1-48 16,-1-2-16-16,1 1 0 15,0-1-1024-15,0-1-208 0,2 1-32 0,-1-2-16 16,1 2 976-16,-1-2 160 0,0 0 0 0,-1 0 160 0,-2 0-160 0,0-2 0 0,2-1 0 0,-1 3 0 15</inkml:trace>
  <inkml:trace contextRef="#ctx0" brushRef="#br0" timeOffset="-51195.04">5542 9550 6447 0,'-6'-15'272'0,"4"10"80"0,2 3-352 0,0 2 0 0,-1 0 0 0,1-2 0 0,0-1 960 0,-1-4 112 0,0 1 16 16,1 0 16-16,0 0 304 0,1 3 48 0,0 3 16 0,3 2 0 15,-4-2-160-15,0 0-32 0,26 36 0 0,-26-36 0 16,33 49-96-16,-33-49-32 15,41 64 0-15,-21-30 0 0,-20-34-304 0,36 55-64 16,-14-22-16-16,-22-33 0 0,41 64-384 0,-41-64-96 16,38 56-16-16,-38-56 0 0,37 44-272 0,-37-44 0 15,33 32 0-15,-33-32 0 0,0 0 0 0,44 29 0 16,-44-29 0-16,0 0 0 0,41 16 0 0,-41-16 0 16,0 0 0-16,0 0 0 0,48 17-176 0,-48-17 176 15,0 0-192-15,0 0-12192 0</inkml:trace>
  <inkml:trace contextRef="#ctx0" brushRef="#br0" timeOffset="-50505.64">5826 9867 3679 0,'-6'-9'320'15,"2"4"-320"-15,1 0 0 0,0 3 0 0,2-2 1792 0,0 3 304 16,0-2 48-16,-1 0 16 0,-1-2 16 0,-1-1 16 15,1 3 0-15,1 0 0 0,0 2-240 0,2 4-48 16,1 1-16-16,-1-4 0 16,0 0-288-16,18 34-64 0,-18-34-16 0,23 36 0 15,-23-36-560-15,28 42-128 0,-28-42 0 0,30 38-16 0,-30-38-336 0,28 33-64 0,-28-33-16 0,27 31 0 16,-27-31-80-16,30 27-32 0,-30-27 0 0,0 0 0 16,49 35 160-16,-49-35 16 0,0 0 16 0,55 24 0 15,-55-24-112-15,0 0-32 0,49 11 0 0,-49-11 0 16,34-2-336-16,-34 2 144 0,34-5-144 0,-34 5 0 15,31-12 0-15,-18 7 0 0,0-4 0 0,-2 0 0 16,-2 1-1648-16,-3 0-272 16</inkml:trace>
  <inkml:trace contextRef="#ctx0" brushRef="#br0" timeOffset="-50163.16">5851 10057 7775 0,'-4'0'704'0,"2"-2"-576"16,0 1-128-16,0 1 0 0,1 0 0 0,0 0 0 0,0 0 0 0,-1-2-144 31,0 2 2032-31,0-1 416 0,-1 1 64 0,1-1 32 0,0 2-224 0,2-1-64 0,0 1 0 15,1-1 16 1,1 2-352-16,2-1-80 0,1 1-16 0,-5-2 0 16,0 0-160-16,0 0-48 0,43 2 0 0,-43-2 16 15,35-4-400-15,-35 4-64 0,45-5-32 0,-45 5 0 16,50-10-448-16,-50 10-96 0,53-10 0 0,-53 10 0 16,49-9-320-16,-26 1-128 0,0 0 0 0,-2 1 128 15,0 0-128-15,-2 2 0 0,-19 5-192 0,35-11 192 0,-35 11-256 0,28-8 80 16,-28 8 16-16,0 0 16 15,29-7-1264-15,-29 7-240 0</inkml:trace>
  <inkml:trace contextRef="#ctx0" brushRef="#br0" timeOffset="-49877.39">5781 10132 23039 0,'-9'1'1024'0,"6"-1"192"0,0 2-960 0,1-2-256 0,1 0 0 0,1 0 0 16,1 0 368-16,0 1 16 0,2 1 16 0,1 1 0 15,-4-3-256-15,0 0-144 0,0 0 160 0,0 0-160 16,46 16 128-16,-46-16-128 0,0 0 0 0,45 13 0 16,-45-13 1120-16,0 0 128 0,58 13 32 0,-58-13 0 15,43 4 256-15,-43-4 64 0,45 0 16 0,-45 0 0 16,46-5-848-16,-46 5-192 0,45-9-16 0,-45 9-16 15,34-9-384-15,-17 1-160 0,2-1 128 0,1-1-128 0,-1-3 0 0,1-2 0 16,-2-2 0-16,0 1 0 16,-2-3-448-16,-1 2-128 0,0 1-32 0,-2 1-15424 15</inkml:trace>
  <inkml:trace contextRef="#ctx0" brushRef="#br0" timeOffset="-49450.4">6077 9995 1839 0,'-11'3'0'0,"5"-1"160"0,-1-1-160 0,3 0 0 0,0 1 0 0,1-1 0 16,-1 3 320-16,-3-1 48 0,-3 4 0 0,-3 2 0 15,0 1-112-15,0-1 0 0,2-2-16 0,1 3 0 16,2-3 784-16,2-2 144 0,0 0 48 0,1 0 0 15,2-1 416-15,0-1 96 0,1 1 0 0,1-3 16 16,1 3 208-16,0-2 32 0,2 0 16 0,-1 3 0 16,1-2-192-16,0-1-32 15,1 1-16-15,2 1 0 0,-5-4-352 0,0 0-64 0,0 0 0 0,0 0-16 16,44 9-224-16,-44-9-32 0,30-6-16 0,-10-2 0 16,2-3-112-16,0-2-32 0,2-3 0 0,1-5 0 0,2 0-432 15,1-3-96-15,1-2 0 0,-1-2-16 0,2 1-224 0,0-2-144 16,0-1 192-16,2-3-192 0,-1 3 0 0,-1 0 0 15,1-1 0-15,-2 1 0 0,-1 1 0 0,-1-2 0 16,0 1 0-16,-1 1 0 0,0 1 0 0,-4-1 0 16,-2 5 0-16,-2 1 0 0,0 0 0 0,-2 1-256 15,-1-2 80-15,-2 3 16 16,-3 6-1280-16,-3 1-256 0,-1 3-48 0,-3 3-16 16,-1 1-816-16,-2 1-176 0,-3 5-16 0,-1 1-9888 15</inkml:trace>
  <inkml:trace contextRef="#ctx0" brushRef="#br0" timeOffset="-49008.07">6209 10043 9599 0,'0'-1'848'0,"0"1"-672"16,0 0-176-16,0-2 0 0,1 2 1216 0,-1-2 224 16,2 0 32-16,0-3 16 0,1 0 608 0,3-5 112 15,1 1 32-15,1-3 0 16,1 1-272-16,0-1-48 16,3-3-16-16,0-2 32 0,3 1-768 0,1-2-144 0,1-2-48 0,1 1 0 0,2-2-176 0,-2-1-32 31,2-1-16-31,2 0 0 0,1-2 16 0,0-1 0 0,1-2 0 0,-2-1 0 15,0 1-272-15,0-3-48 0,2 2-16 0,-2 0 32 0,-2 3-240 0,2-3-48 16,0-3-16-16,2-1 0 0,3-2-32 16,-2 1 0-16,-1 4 0 0,1-4 0 15,3-1-128-15,-1-3 0 0,0-2 0 0,-2 1 176 0,-2 4-176 0,2-5 0 16,2-4-192-16,2-5 192 0,4 0-224 0,-1-1 80 0,2 0 16 0,-1-2 0 16,-1 5 128-1,-2-3 0-15,2 1-144 0,-2 0 144 16,-1 0 0-16,-2 2 0 0,-1 3 0 0,-3 2 0 15,-2 4 0-15,-4 3 0 0,0 1 0 0,-2 3 0 16,-3 3 0-16,-3 2 0 0,-2 4 0 0,-3 4 0 16,0 1-1488-16,0 2-176 0</inkml:trace>
  <inkml:trace contextRef="#ctx0" brushRef="#br0" timeOffset="-32754.86">7286 8580 6447 0,'0'-2'576'0,"0"1"-576"16,0-1 0-16,0 2 0 0,0-2 480 0,0 1-16 16,1-3 0-16,-1-1 0 15,0-2-272-15,0-3-48 0,-1 1-16 0,1 0 0 0,0-2-128 0,0 2 0 16,2-2 144-16,-1 4-144 0,0-3 1120 0,2 3 160 15,0 2 16-15,0-1 16 0,0 0 704 0,1 0 144 16,0 0 16-16,0 0 16 0,-1-3-768 0,0 3-144 16,1 1-48-16,-1 1 0 15,-1-1-592-15,1-1-128 0,0 1-32 0,0-1 0 0,-1-3-320 0,-1 2-160 0,1-1 160 0,0 0-160 32,0-1 192-32,1 0-64 0,-1 1-128 0,0 0 192 0,1-2 32 0,0 1 0 0,0-3 0 0,0 3 0 15,1-1 176-15,1 1 48 16,0-1 0-16,0-2 0 15,1 3-16-15,-2-3 0 0,1 2 0 0,-1 1 0 0,1 0-240 0,0-1-64 16,-1 0 0-16,1-1 0 0,0-1-128 0,-1 0 0 16,1-2 144-16,0 0-144 0,-1 0 128 0,0-1-128 0,1 1 160 0,0-2-160 0,0 2 272 0,-1 1-32 15,1-1-16-15,0 0 0 0,-2 2 0 0,1 0 0 16,1 0 0-16,-2 0 0 0,1-1-16 0,1 0 0 16,-2 0 0-16,1 0 0 15,0 1-48-15,1-2-16 16,-2 0 0-16,2-1 0 0,0 1-16 0,-1-1 0 15,2 0 0-15,-2 1 0 0,2-3-128 0,-1 2 160 16,2-1-160-16,-1-3 160 0,-1 2-160 0,0 1 0 16,-1-1 0-16,0 0 128 0,0 1-128 0,0 0 0 15,-1-1 0-15,0 0 0 0,0 3 0 0,0-2 0 16,0-1 0-16,2 0 0 0,0-2 0 0,-1-2 0 16,3-1 0-16,-2-1 0 0,2 0 0 0,-1-1 192 0,1 2-64 0,-1-1 0 15,2 1 176-15,-2-1 16 0,1 1 16 0,-1 3 0 16,0 0-192-16,-1 0-144 0,2 0 192 0,-3 1-192 15,0 5 0-15,0-3 0 0,-1-2 0 0,3-4 0 16,-1 0 176-16,0 1-176 0,1-1 160 0,-1 2-160 16,1-1 208-16,0-1-48 0,-1 3-16 0,1-3 0 15,0 3-144-15,0 0 192 0,-1 0-192 0,1-1 192 16,-1 0-192-16,1 1 0 0,0-3 0 0,2-1 0 16,-1-3 0-16,2-2 0 0,0 1 0 0,-1 0 0 15,1 1 0-15,0 1 128 0,-1 0-128 0,0-1 0 0,-1 3 176 16,0 0-48-16,-1 2-128 0,0 1 192 0,-1 2-192 15,0 1 0-15,-1-1 128 0,1 0-128 0,0 0 0 0,-1 2 0 16,1-2 0-16,0-1 0 0,-2 1 0 0,2 0 0 16,0 0 0-16,-1-3 0 0,1 2 0 0,1-1 0 15,1-3 0-15,-2 4 0 0,2 0 0 0,-1 0 0 16,-1-5 0-16,2 5 0 0,-1 3 0 0,-1 1 0 16,-1 1 0-16,2 0 0 0,-1-3 0 0,0 0 0 15,0 0 0-15,-2 2 0 0,0 1 0 0,-1 2 0 16,0 0 0-16,-1 1 0 0,1 0 0 0,-1-1 0 15,0 3 0-15,0-2 0 0,1 1 0 0,0 0 0 16,1 0 0-16,1-1 0 0,-1 2-336 0,2 0-16 0,1 0 0 16,-2 0-17312-16</inkml:trace>
  <inkml:trace contextRef="#ctx0" brushRef="#br0" timeOffset="-32043.96">7925 6351 10127 0,'0'-3'448'0,"0"3"96"0,1-2-544 0,-1 2 0 15,0-1 0-15,0 0 0 0,1 1 1248 0,-1-2 144 0,1-1 16 0,0-2 16 16,1 1-400-16,0-4-96 16,1-1-16-16,0 0 0 0,0-2 96 0,1-2 16 15,1-1 0-15,-1-2 0 0,1-1 304 0,1 0 64 0,-1 0 16 0,1-2 0 16,0 3-256-16,0-1-32 0,-1 3-16 0,0 0 0 15,0 2-288-15,-2-2-64 0,2 1-16 0,0-3 0 16,-1 2-400-16,1-2-80 0,-1 1 0 0,1 1-16 16,-1 2 16-16,-1-2 0 0,0 2 0 0,1-3 0 15,0 1 32-15,-1 0 16 0,1 0 0 0,0 1 0 16,0-2 144-16,0-2 16 0,0 2 16 0,0-1 0 16,0 2-192-16,1-3-32 0,-1 1-16 0,-1 1 0 0,1 3-48 15,-1-2 0-15,0 0 0 0,-1 1 0 0,0 0-16 0,0-1-16 16,1 2 0-16,0-2 0 15,-1-2-32-15,0 1-128 0,2-2 192 0,-1 1-64 0,0-3-128 16,2 2 0-16,-1 1 0 0,-1-4 128 0,0 3-128 0,0-1 0 16,0-1 0-16,0 0 0 0,0 2 0 0,0 1 0 15,0-1 128-15,0-2-128 0,0 3 0 0,1-3 0 16,1 0 0-16,0 0 0 0,1-2 0 0,-1-1 0 16,2 3 0-16,0-2 0 0,0 2 0 0,0 0 0 15,0 2 0-15,-2-1 0 0,1 3 0 0,-1-1 0 16,0 1 0-16,0 1 0 0,-1 0 0 0,0 2 0 15,0-2 0-15,0 2 0 0,0 0 0 0,0-2 0 0,1 0 0 0,-1 0 0 16,1 2 0-16,-1 0 0 0,2 0 0 0,0 0 0 16,-1 5 0-16,1-5 0 0,1 2 0 0,1-4 0 15,0 2 0-15,-2 3 0 0,2-2 0 0,-2 1 0 16,1 0 0-16,-2 0 0 0,0 2 0 0,0 0 0 16,-1 1 0-16,0 0 0 0,0 0 0 0,-2 2 0 15,1 0 0-15,-2 0 0 16,1 2-144-16,0 2-12064 0,-1-1-2400 0</inkml:trace>
  <inkml:trace contextRef="#ctx0" brushRef="#br0" timeOffset="-31345.34">8182 5336 6447 0,'-1'0'576'0,"0"0"-576"15,1 0 0-15,-1 0 0 0,1 0 1216 0,-1 0 144 16,0-1 32-16,0 1 0 0,-1-1 560 0,-1-1 112 15,2 0 32-15,-1-1 0 0,-1 0-320 0,1 1-64 16,1-2-16-16,0 1 0 0,0-2-400 0,0 3-80 16,0-3 0-16,1 0-16 0,1 1-176 0,1-1-48 15,-1-2 0-15,2-1 0 0,-1-1-256 0,1-2-48 16,0 1-16-16,0-2 0 0,0 0-192 0,0 0-32 16,0 0-16-16,1-3 0 0,0 0-96 0,-1 0-32 15,1-1 0-15,0-1 0 0,1 3 176 0,-2-5 48 0,3 0 0 0,-2 2 0 16,1 1-160-16,1-3-32 0,-1 0 0 0,1 2 0 15,-2 3-64-15,2-4-32 0,0-2 0 0,1-4 0 16,-1 1-80-16,1 1-16 0,-1-1 0 0,-2 0 0 16,0 1-128-16,0 0 128 0,-2 1-128 0,1-3 128 15,-1 1-128-15,0 2 0 0,-1 1 0 0,1 4 128 16,-1-1-128-16,-1-2 0 0,1 0 0 0,0 0 0 0,0 0 0 16,0-1 0-16,1-3 0 0,1 2 0 0,0 1 0 0,0 0 0 15,2 1 0-15,-1 2 0 0,-1-2 0 0,2 3 0 16,1-1 0-16,0 0 0 0,0 3 0 0,-1 1 0 15,2 0 0-15,-1 3 0 0,0 1 0 0,0 0 0 16,2 1 0-16,-2 2 0 0,1 0 0 0,-1 2 0 16,0 0 0-16,-1 3 0 0,0-1 0 0,0 0 0 15,0 2 0-15,1 0 0 0,-2 4-128 0,1-1 128 16,0 1 0-16,-2 1 0 16,1 2-848-16,-1 0-112 0</inkml:trace>
  <inkml:trace contextRef="#ctx0" brushRef="#br0" timeOffset="-30855.48">8275 4699 4607 0,'0'-5'0'0,"0"-2"192"0,0 2-48 0,-1 0-16 0,1 2-128 0,0 1 0 16,1-2 0-16,0-3 0 0,0-3 1216 0,2-4 224 15,0-4 32-15,0 0 16 0,0-1 352 0,2 3 64 16,-1-4 16-16,2 0 0 0,-1-2-848 0,-1 1-176 15,2 0-16-15,-1-1-16 0,0 0 320 0,1 1 64 0,-1 0 16 0,2-1 0 16,-1 2-16-16,2 0 0 0,-2 4 0 0,0 2 0 16,-1 0-224-16,1 4-64 15,-1-2 0-15,1 2 0 0,1-2-320 0,1 1-64 0,-2-1 0 0,2 1-16 16,1 1-64-16,-1-2-16 0,3 0 0 0,1-2 0 16,0 0-160-16,0 0-16 0,-1 2-16 0,0 0 0 15,1 0-160-15,0-2-128 0,1 4 192 0,-1-2-192 16,-1 2 0-16,-1 4 0 0,0-2 0 0,0 2 0 15,-2 1 0-15,1 2 0 0,-3 2 0 0,0 0 0 16,-2 1 0-16,1 0 0 0,-2 2 0 0,-1 0 0 0,1 1 0 16,-1 0 0-16,-1 2-128 0,-2 1-10960 15,0 1-2192-15</inkml:trace>
  <inkml:trace contextRef="#ctx0" brushRef="#br0" timeOffset="-30428.06">8322 4293 3791 0,'2'-5'160'0,"0"3"48"0,0-3-208 0,-1 1 0 0,0 3 0 0,0-1 0 0,0 0 592 16,1-3 80-16,1-2 16 0,2-4 0 0,1 0 592 0,-1-3 112 0,1 3 16 0,-1-1 16 16,1 2 160-16,-1-2 16 0,2-2 16 0,0 0 0 0,1-1 48 0,0 1 0 15,0-1 0-15,0 2 0 16,0-1-528-16,1 2-112 15,0-2 0-15,-1 3-16 0,1 0-64 0,-1 2-16 16,0 2 0-16,1 0 0 0,-2 2-416 0,1 1-96 16,1 1-16-16,0 0 0 0,-1 2-400 0,0-2 0 15,0 1 128-15,0-1-128 0,0 1 0 0,-1 1 0 16,2-2 0-16,-2 0 0 0,0 0 0 0,1 1 0 16,-2-1 0-16,2 2 0 0,-4 0 0 0,1-1 0 15,0-1 0-15,-2 3 0 0,0 0 0 0,-1 0 0 0,0 3 0 0,-1-1-9408 16,0 0-1824-1</inkml:trace>
  <inkml:trace contextRef="#ctx0" brushRef="#br0" timeOffset="-29811.88">8465 4051 9215 0,'3'-5'816'0,"0"2"-656"16,-1 0-160-16,-1 2 0 0,0-1 1280 0,1-1 240 15,1-1 32-15,4-5 16 0,2-3 112 0,1-1 32 16,0 0 0-16,2 1 0 0,-2 2-112 0,-1 1-32 15,1 1 0-15,1 4 0 0,1-1-592 0,-1 0-112 16,2 3-32-16,-13 2 0 0,0 0-560 0,38 1-112 16,-38-1-32-16,0 0 0 0,40 13-128 0,-40-13 0 15,0 0 0-15,37 26 0 0,-37-26 0 0,0 0 0 16,0 0 0-16,40 38 0 0,-40-38 0 0,0 0 0 0,0 0 0 0,0 0 0 16,39 36-256-16,-33-32-48 0,0 1 0 15,-2 0-12752-15</inkml:trace>
  <inkml:trace contextRef="#ctx0" brushRef="#br0" timeOffset="-27613.12">8545 3973 8287 0,'-1'-3'736'15,"0"1"-592"-15,0 1-144 0,1 0 0 0,1 1 704 0,-1 0 96 16,-1-2 32-16,0-1 0 0,1-2 288 0,-1 1 64 16,2-1 16-16,-1-1 0 0,3 2-128 0,0-3-32 15,1 3 0-15,0-4 0 0,2 4-112 0,0-3-32 16,1 0 0-16,-1 1 0 0,1 0 0 0,1-1 0 15,2 0 0-15,-1 1 0 0,0 0-320 0,0 1-64 16,2 0 0-16,2-2-16 0,-3 4-128 0,1-1-32 16,2 2 0-16,-13 2 0 0,29 0-16 0,-29 0-16 0,0 0 0 15,42 16 0-15,-42-16-80 0,0 0-16 0,50 42 0 0,-50-42 0 16,34 43-80-16,-34-43 0 0,32 48-128 0,-32-48 192 16,29 43-192-16,-29-43 0 0,27 44 0 0,-27-44 0 15,26 48 0-15,-26-48 128 0,25 45-128 0,-25-45 0 16,25 45 0-16,-25-45 0 0,26 45 128 0,-26-45-128 15,26 43 0-15,-26-43 0 0,26 45 0 0,-26-45 0 16,23 47 0-16,-23-47 0 0,19 50 0 0,-19-50 0 16,17 48 0-16,-17-48 0 0,16 47-128 0,-16-47 128 15,17 49 0-15,-17-49 0 0,19 50 0 0,-19-50-9280 16,19 49-1776-16</inkml:trace>
  <inkml:trace contextRef="#ctx0" brushRef="#br0" timeOffset="-27089.09">8955 4051 5519 0,'0'-2'240'0,"0"2"64"0,0 0-304 0,0-2 0 16,0 2 0-16,0 0 0 0,0 0 336 0,0 0 16 16,1 0 0-16,-1-1 0 0,0 2 240 0,1-1 48 15,0 2 16-15,0-2 0 0,0 2 160 0,0-1 16 16,0 1 16-16,0 0 0 0,0-1 0 0,0 0 0 16,1 1 0-16,-1-1 0 0,1 1-288 0,0 1-64 15,0 0-16-15,0 0 0 0,0 2-352 0,-2-5-128 0,0 0 0 0,0 0 0 31,21 43 160-31,-21-43-160 0,0 0 160 0,25 52-160 0,-25-52 368 0,25 55-32 0,-25-55 0 0,28 63 0 16,-28-63-16-16,26 62-16 16,-26-62 0-16,20 52 0 0,-20-52-304 0,16 46 0 15,-16-46 0-15,12 36 0 0,-12-36 0 0,0 0-256 0,10 40 80 0,-10-40-8400 16</inkml:trace>
  <inkml:trace contextRef="#ctx0" brushRef="#br0" timeOffset="-26423.45">8749 3937 6447 0,'0'-5'272'0,"-1"1"80"0,1 0-352 0,-1 1 0 0,1 0 0 0,0 3 0 0,1-2 1056 0,-1 0 144 0,0-1 16 0,0-4 16 16,0 3 432-16,1-2 96 0,-1 2 16 0,0 2 0 31,1-1-192-31,-1 3-48 0,1-2 0 0,0 2 0 16,0 0-192-16,0-2-64 0,1 4 0 0,0-2 0 15,1 0-320-15,1 2-80 0,1 1-16 0,-1 0 0 16,2 0-416-16,-6-3-64 0,0 0-32 0,0 0 0 0,35 29-96 16,-35-29-32-16,0 0 0 0,34 36 0 15,-34-36 32-15,0 0 0 0,37 45 0 0,-37-45 0 0,0 0-16 0,33 39 0 16,-33-39 0-16,0 0 0 0,29 39-48 0,-29-39 0 16,0 0 0-16,28 38 0 0,-28-38 0 0,0 0 0 15,24 33 0-15,-24-33 0 0,0 0 0 0,28 41 0 16,-28-41 0-16,0 0 0 0,34 47 0 0,-34-47-16 15,0 0 0-15,32 49 0 0,-32-49-176 0,0 0 128 0,30 50-128 16,-30-50 128-16,0 0 0 0,27 48-128 0,-27-48 192 16,0 0-64-16,22 45 112 0,-22-45 16 0,13 35 0 0,-13-35 0 15,11 34-128-15,-11-34-128 0,10 35 176 0,-10-35-176 16,10 41 144-16,-10-41-144 0,9 41 0 0,-9-41 144 16,9 39-144-16,-9-39 192 0,10 36-192 0,-10-36 192 15,10 30-32-15,-10-30 0 0,10 31 0 0,-10-31 0 16,0 0-160-16,15 45 128 0,-15-45-128 0,8 37 128 15,-8-37-128-15,7 39 160 0,-7-39-160 0,9 45 160 16,-9-45-160-16,9 48 0 0,-9-48 0 0,12 54 0 16,-5-23 0-16,0-2 0 0,0 1 0 0,1-1 0 0,-1-1 0 15,3 4 0-15,-1 3 0 0,-1 7 0 0,1 1 0 0,0 2 0 16,-1 0 0-16,1-2 0 0,-1 0 0 0,0-3 0 16,1 0 0-16,-2-2 0 0,-1-2 0 0,1-1 0 15,0 3 0-15,1 0 0 0,-1 2 0 0,2-2-144 16,-1 1 144-16,-2-1-12064 15,0-4-2288-15</inkml:trace>
  <inkml:trace contextRef="#ctx0" brushRef="#br0" timeOffset="-25856.25">9277 4981 3679 0,'-1'0'320'0,"1"-1"-320"15,0 1 0-15,0 0 0 0,0 1 384 0,0 1 0 16,1 0 0-16,0 1 0 0,-1-3 1328 0,0 0 272 16,8 27 48-16,-8-27 16 0,9 32-560 0,-9-32-96 15,9 36-32-15,-9-36 0 0,8 37-528 0,-8-37-96 16,9 38-32-16,-9-38 0 0,9 41-128 0,-9-41-48 15,10 45 0-15,-10-45 0 0,12 47 80 0,-12-47 16 0,14 47 0 0,-14-47 0 16,16 50-64-16,-7-19-16 0,1 0 0 0,0 3 0 16,1-1-128-16,-2 2-32 0,0 1 0 0,-1-1 0 15,2 3-128-15,-2 0-16 0,0 5-16 0,0 1 0 16,-1-3-16-16,1 2 0 0,-1-1 0 0,1 1 0 16,-2-7-208-16,1 2 176 0,1 0-176 0,0 2 160 15,2 5 160-15,0-2 16 0,1 4 16 0,0-2 0 16,1 3-128-16,-1-3-32 0,-1-5 0 0,2 2 0 15,2 6-192-15,1 0 0 0,0 2 0 0,0-1 0 16,0-2-384-16,-1-2 48 16,0-4 0-16,1 1 0 0,2-1-1504 0,0 2-288 0,-2 1-64 0,1-1-8832 15</inkml:trace>
  <inkml:trace contextRef="#ctx0" brushRef="#br0" timeOffset="-25333.87">9542 6304 9215 0,'0'0'400'0,"4"18"96"0,-2-12-496 0,-1 0 0 0,0-1 0 0,0-2 0 0,0 3 1120 0,-1-6 128 15,9 26 32-15,-2-4 0 0,1 4-512 0,2 2-80 16,1 2-32-16,-1 2 0 0,0 2 0 0,0-4 0 16,0 1 0-16,-1 0 0 0,0-1 48 0,-1 2 16 31,0-2 0-31,-1 4 0 0,1-4-48 0,-1 4-16 16,2 2 0-16,-2 1 0 0,1 3-160 0,1-2-48 15,1-2 0-15,-1 0 0 0,1-1-64 0,0 4 0 0,1 2-16 0,1 2 0 16,2 0 192-16,0 2 32 0,1 0 16 0,-2-2 0 15,-1-6-336-15,1 4-64 0,1 6-16 0,0 1 0 16,0-3-192-16,-1 2 176 0,0 1-176 0,-1-3 160 16,0-2 192-16,0-3 32 0,2 2 16 0,1-1 0 15,1 2-80-15,-1-2-32 0,1-2 0 0,0-1 0 16,0-4-992 0,-1 0-192-16,-1-2-32 0,0-4-16 0,1 0-640 15,1-1-128-15,2-1-16 0,-1-1-9280 0</inkml:trace>
  <inkml:trace contextRef="#ctx0" brushRef="#br0" timeOffset="-23322.69">9948 7584 2751 0,'-4'-4'256'0,"1"3"-256"0,1 1 0 0,0 0 0 16,1-2 320-16,0-1 0 0,0 1 16 0,0-3 0 15,-3-2-336-15,0-3 0 0,0-1 0 0,-1-1 128 16,1 3-384-16,0-1-64 0,2 1 0 0,0 2-16 31,1 1 16-31,0 3 0 0,0 0 0 0,0 1 0 0,1 2 320 0,-1 2 0 0,1 0 0 0,0 0 0 31,0 3 256-31,1 0-48 0,0-3 0 0,0 0 0 0,1-2-80 0,0 0-128 0,-1-2 176 0,0 1-176 16,-1-2 0-16,1 0 0 16,-1 0 0-16,0-1 0 0,-1-1 0 0,1 0 0 0,-3 1 0 0,0-4 0 0,0 4 0 0,1-1 0 15,1 1 0-15,-2 1 0 16,2 1 224-16,-1-1-64 0,0 3-16 0,1-2 48 0,-1 0 928 0,1 1 192 31,0 2 32-31,0-1 32 0,0 0-32 0,0 2 0 0,-1 0 0 0,0-2 0 0,1 3-528 0,0-3-112 31,0 0-32-31,0 2 0 0,1-2 96 0,0 0 0 0,0-2 16 0,0 0 0 0,0 1 176 0,0 1 48 32,0-2 0-32,0 2 0 0,1-2-160 0,0 2-16 0,0 2-16 0,0 0 0 15,0-1-48-15,0 3-16 0,1-2 0 0,-2 3 0 16,0 1-176-16,1-2-16 0,0 3-16 0,-1 0 0 16,1 0-240-16,-1 0-48 0,0-1-16 0,0 0 0 15,0-1-112-15,0-1 0 0,-1 1-128 0,1 0 192 16,-1-1-32-16,1-1-16 0,-1 0 0 0,1-1 0 15,-1 0 16-15,0 0 0 0,0-2 0 0,0 3 0 16,0-3-32-16,0 0 0 0,-1 2 0 0,1-2 0 16,0 0-128-16,1 0 0 0,0 1 0 0,-1 1 128 15,1-2-128-15,0 0 0 0,0 2 0 0,0-1 0 16,1 0 0-16,-1 1 0 0,0 1 0 0,0-2 0 0,0 1 0 0,0 0 0 16,1-2 0-16,-1 0 0 0,0 0 0 15,0 0 0-15,0 0 0 0,-1 0 0 0,1-2 0 0,0-1 0 16,-1 1 0-16,0 1 0 0,0-1 0 0,0 0 0 15,-1 0 0-15,0-1 0 0,0-1 0 0,0 3 0 16,1-1-144-16,-1 0 144 0,1 2 0 0,0-2 0 16,0 2 0-16,0-1 0 0,0 2-144 0,0-1 144 15,1 0 0-15,0 0-144 0,-1 0-48 0,1-1 0 16,-1 1 0-16,1-2 0 0,-1 0 32 0,1 1 0 0,0-2 0 0,-1 0 0 16,0 0-144-16,1 1-16 0,-1-1-16 0,0 1 0 31,0 0-144-31,-1 0-32 0,1 1 0 0,0-1 0 0,0 0 352 0,0 2 160 0,0-1-160 0,0 1 160 15,0 0 0-15,1 0 0 0,0 1 0 0,0-1 0 16,-1 2 0-16,1 0 0 0,-1-2 0 0,0 3 0 16,1-1 0-16,0 0 0 0,0-1 0 0,0 3 0 15,-1-1 160-15,0-1-160 0,1 0 128 0,-1 1-128 0,0 1 128 0,0-1-128 16,1-2 0-16,-1 0 128 0,1 1-128 16,0 1 192-16,-1-1-192 0,1-2 192 0,0 3-192 0,0-3 128 15,0 2-128-15,0-1 128 0,-1 0-128 0,1 1 160 16,0-1-160-16,0 1 160 0,0 1 32 0,0-1 0 15,0 2 0-15,1-1 0 0,-1 0 0 0,0 1 0 16,-1-2 0-16,1 3 0 0,0-2-192 0,0 1 128 16,0-1-128-16,1 1 128 0,-1-3-128 0,0 2 0 15,1-2 0-15,0 2 128 0,0-1-128 0,0 0 0 16,0-1 0-16,0 1 0 0,-1-2 0 0,1 2 0 16,-1-2 0-16,1 0 0 0,-1 1 0 0,0-1 0 0,0 1 0 15,0-1 0-15,0 2 0 0,-1-1 0 16,0 1 128-16,1-2-128 0,-1 0 0 0,1 1 0 0,-1 1 0 0,1-2 0 15,0 2 0-15,0-1 0 0,0 0 0 0,0 1 0 16,0 1 0-16,0-1 0 0,0 1 0 0,1-1 0 16,-1 0 0-16,0 1 0 0,1-1 0 0,0-1 0 15,-1 1 0-15,1 0 0 0,-1-2 0 0,0 1 0 16,0-1 0-16,0 0 0 0,0 0 0 0,0-1 0 16,0 1 0-16,0-2 0 0,0-1 0 0,0 1 0 0,-1 2 0 15,1-2 0-15,-1 1 0 0,1 1 0 0,0 0 0 0,0 0 0 16,-1 0 0-16,0 1 0 15,1 1 0-15,-1-2 0 0,1 2 0 0,0-1 0 0,0 1 0 16,0 0 0-16,0-1 0 0,0 0 0 16,0 1 0-16,0-2 0 0,0 3 0 0,0-3 0 0,-1 0 0 15,1 0 0 1,0 1 0-16,0-1 0 0,0 0 0 0,0 0 0 0,0 0 0 0,0 0 0 0,-1 1 0 0,1-2 0 16,-1 1 0-1,1 0 0-15,0 0 0 0,0 0 0 0,-1 0 0 0,1 0 0 16,0 0 0-16,0 0 0 0,0-1 0 0,0 1 0 0,0 1 0 0,1-1 0 0,-1 0 0 0,0 0 0 15,0 0-144-15,0 1 144 0,0-1 0 0,0 0 0 16,0 0 0-16,0 0 0 16,0 0 0-16,0 1 0 0,-1 1-128 0,1-2 128 0,0 1 0 0,0 0 0 47,0-1-560-47,0 0 0 0,0 0 0 0,0 0 0 0,0 2-1104 0,0-2-240 0,0 0-32 0,1 0-5344 0,-1 0-1056 0</inkml:trace>
  <inkml:trace contextRef="#ctx0" brushRef="#br0" timeOffset="-16961.99">9941 7504 2063 0,'-3'-5'0'0,"1"2"0"0,0 2 0 0,1 0 192 0,-1-1-192 0,1 2 0 0,-1-2 0 0,0 1 0 0,-3-2 736 0,0 1 112 15,-2 0 32-15,0 0 0 0,1 2-480 0,-1 0-80 16,1 0-32-16,1 0 0 16,1 0-736-16,0 0-160 0,1 0-32 0,0-2 0 0,0 1 496 0,1-3 144 15,0 0 0-15,2 0 0 0,-1-3 0 0,-1 0 0 16,1 0-144-16,0 0 144 0,0 1 0 0,-1 0 192 16,1 0-32-16,0 1 0 0,-1 2 960 0,1 0 192 15,1 3 32-15,-1-2 48 0,0 4 144 0,0 1 48 16,1 2 0-16,0-1 0 0,0 3-304 0,0 3-64 15,1 0-16-15,1 3 0 0,-1 2-144 0,2-1-32 16,1 0 0-16,0 1 0 0,0 0-336 0,3 2-80 0,-1 3-16 0,3-1 0 16,-1 4-80-16,1 0 0 0,0 3-16 0,3 1 0 15,0 4-112-15,0 2 0 0,1 3-16 0,-1-3 0 16,0-1 0-16,-1 2 0 0,0 2 0 0,1 5 0 16,0 3-16-16,0 2 0 0,-1 1 0 0,0-4 0 15,-1-3-96-15,-1-5 0 16,-2-2-16-16,1 1 0 0,1 1-16 0,0-2 0 0,2-1 0 0,-1 0 0 15,0-1-224-15,1 0 0 0,0-3 0 0,-1-2 0 16,-1-3 0-16,1 2 0 0,1 3 0 0,1 3 0 0,0-2 0 0,0-1 0 16,0-2 0-16,0 0 0 15,-2 1-464-15,-1-1 16 0,0-1 0 0,0-1 0 16,-2-2-1280-16,0-3-240 0,0 2-48 0,-1-5-5856 16,-1-1-1184-16</inkml:trace>
  <inkml:trace contextRef="#ctx0" brushRef="#br0" timeOffset="-14371.92">10042 8094 7359 0,'-1'0'656'0,"1"0"-528"16,0 0-128-16,0 0 0 0,0 2 880 0,-1-2 144 15,0 0 16-15,0 2 16 0,0 1 224 0,0 2 32 16,1-1 16-16,0 3 0 0,0 0-160 16,1 3-16-16,1-3-16 0,0 2 0 0,1 3-176 0,0 0-48 15,-1 2 0-15,1 3 0 0,0 0-80 0,1 1 0 16,0 5-16-16,1 0 0 0,0-1-192 0,1 3-48 15,1 1 0-15,-1 5 0 0,2 0-64 0,1 2 0 16,0 3-16-16,-1-1 0 0,1-4-48 0,0 3-16 0,2 6 0 0,0 0 0 16,0-1-144-16,1 0-32 0,1-1 0 15,-1 0 0-15,1 0 16 0,-1 1 0 0,1-2 0 0,1-2 0 16,-1-1 32-16,1 1 0 16,1-2 0-16,-1 1 0 0,1 1-80 0,0-2-16 15,0 0 0-15,-1-2 0 0,1-2-32 0,-1-3-16 0,1 1 0 0,-2-4 0 16,0-2-160-16,0 0 0 0,3-1 0 0,0 0 128 15,-2-3-432-15,1-2-80 16,0 1-32-16,-1-2 0 0,-1-2-992 0,0 0-208 0,-1-3-48 0,-2-2 0 31,1 1-448-31,-11-8-80 0</inkml:trace>
  <inkml:trace contextRef="#ctx0" brushRef="#br0" timeOffset="-13958.54">10232 8611 8287 0,'-4'-4'368'0,"1"1"80"0,1 0-448 0,0 1 0 0,1 1 0 0,0 1 0 0,0 0 784 0,0-2 80 15,-1 2 16-15,0-1 0 0,0 2 480 0,-1 1 112 0,1 1 0 0,1 3 16 32,0 2 48-32,1-1 0 0,1 5 0 0,2 0 0 0,2 4-64 0,1 4 0 15,3 1 0-15,1 3 0 16,3 5-368-16,0 5-80 0,0 2 0 0,0 0-16 16,-1-3-384-16,0 2-80 0,-1 0-16 0,3 4 0 0,1 2-144 0,-1 2-48 15,2 3 0-15,-1-3 0 0,-1 1-80 0,0 0-32 16,-1-1 0-16,0 1 0 0,2-1-32 0,0-2-16 15,0-3 0-15,2-2 0 0,0-2 80 0,-2-2 0 16,3 0 16-16,-1-3 0 0,1 0-144 0,0-5-128 16,0-3 192-16,-2 0-192 0,2-2 0 0,0 1 0 15,-2-2 0-15,0-1 0 0,2-1 0 0,-2 0-352 16,1-3 48-16,-17-13 16 16,32 23-1280-16,-32-23-256 0,31 19-48 0,-31-19-12288 0</inkml:trace>
  <inkml:trace contextRef="#ctx0" brushRef="#br0" timeOffset="-13574.81">10405 9398 7775 0,'-1'0'336'0,"0"0"80"0,1 2-416 0,0-2 0 16,1 2 0-16,1-1 0 0,-1 3 1440 0,4 2 208 15,2 3 32-15,5 7 16 0,1 1 304 0,3 4 64 16,3 1 16-16,0 1 0 0,4 0-832 0,-1-1-160 16,1 3-48-16,0-4 0 0,1-1-336 0,-3-1-80 15,1-1-16-15,-2 0 0 0,1 1 64 0,0 0 16 16,0 0 0-16,0 0 0 0,-2 2-432 0,3 1-96 15,-2-1-16-15,1 2 0 0,0-1-144 0,-1 0 0 16,1 1 0-16,-1-2 128 0,1 3-128 0,0-5 0 0,-1 0 0 0,-1-3 0 16,-4-1 0-16,1-1 0 0,-2-2-224 0,-1-1 80 31,-2-1-752-31,-1-3-128 0,-1-2-48 0,-3-3 0 16,1 1-816-16,-2-1-160 0,-1-2-48 0,-1-2-7440 0</inkml:trace>
  <inkml:trace contextRef="#ctx0" brushRef="#br0" timeOffset="-13327.18">10836 9832 7359 0,'-2'3'320'0,"1"-2"80"0,0 1-400 0,1-1 0 0,0 1 0 0,1 0 0 0,0 1 928 0,2 1 96 16,1 4 32-16,2 4 0 0,3 2 624 0,3 0 128 15,1 2 32-15,1-1 0 0,2 1-816 0,0-3-144 16,1 3-48-16,1-2 0 0,1-2-128 0,-2 0-48 16,0-3 0-16,0-1 0 0,-2 1-64 0,-15-9-16 15,26 10 0-15,-26-10 0 0,24 9-400 0,-13-4-176 16,-1-1 128-16,-1 1-128 16,-1 0-1984-16,-2-3-464 0</inkml:trace>
  <inkml:trace contextRef="#ctx0" brushRef="#br0" timeOffset="-11904.78">3103 10149 6447 0,'0'0'576'0,"-1"0"-576"0,1 1 0 15,1-1 0-15,-1 0 1360 0,-1 0 176 16,0 0 16-16,0 2 16 0,0-2 320 0,0 0 64 15,1 0 16-15,-1 0 0 0,1 0-80 0,1 0-16 0,-1 0 0 16,1 0 0-16,2 2-512 0,1-2-96 0,1 2-32 0,0 0 0 16,-5-2-160-16,0 0-48 0,0 0 0 0,0 0 0 15,45 25-368-15,-45-25-80 0,0 0 0 0,41 21-16 0,-41-21-240 0,0 0-32 16,42 12-16-16,-42-12 0 16,0 0-48-16,49 0-16 0,-49 0 0 0,0 0 0 0,48-12-208 0,-48 12 144 15,33-17-144-15,-16 6 128 0,-2 1-128 0,0-2 0 16,-3 2 0-16,1-4 0 15,1 0-944-15,-1 0-112 0,0 2-32 0,-1-2-14656 0</inkml:trace>
  <inkml:trace contextRef="#ctx0" brushRef="#br0" timeOffset="-11462.33">3350 10175 1839 0,'-6'-2'160'0,"3"2"-160"0,1 0 0 0,0 0 0 0,1 0 1536 0,0 0 256 16,0-2 64-16,0 2 16 15,-1-1 560-15,-1 1 96 0,2 0 32 0,-1-2 0 0,1 2-640 0,0-2-128 16,2 2-32-16,0-2 0 0,1 2-448 0,1-2-96 16,2 1 0-16,0 1-16 0,-5 0-128 0,0 0-32 31,0 0 0-31,0 0 0 0,45-5-160 0,-45 5-48 0,0 0 0 16,38-12 0-16,-38 12-368 0,28-12-80 0,-10-1 0 0,3-2-16 0,-1-3-16 0,1-2 0 15,-2-3 0-15,2-4 0 0,1-1 0 0,-3-3 0 0,0-2 0 16,-1 0 0-1,1 2-192-15,-1 0-32 0,2-2-128 0,1 2 192 0,2-2-192 0,2 0 0 16,-1 0 0-16,-1 2 0 0,0 0 0 0,-3-2 0 0,-2 3 0 0,-2 1 0 31,-1 5-576-31,-1 0-64 0,-1 1-16 0,0 1 0 16,0-2-1632 0,0 1-320-16,-1 1-64 0,-3 3-11072 0</inkml:trace>
  <inkml:trace contextRef="#ctx0" brushRef="#br0" timeOffset="-5428.49">3796 9694 8287 0,'-1'0'736'0,"1"0"-592"16,0 2-144-16,0-2 0 0,0 0 768 0,0 0 112 15,0 0 16-15,0 1 16 0,0 1 176 0,0 0 16 16,3-2 16-16,-1 0 0 0,-1 0-448 0,2-4-96 0,1 1 0 0,0-1-16 16,0-1 256-16,1 0 48 0,1-3 16 0,-1 0 0 15,2-1 464-15,2-2 80 0,-1 2 32 0,2-1 0 16,1-1-176-16,-2-3-48 0,2 1 0 0,0-3 0 16,1 2-352-16,1-1-80 0,0 1-16 0,1 0 0 15,0 0-96-15,-1-1-32 0,0 1 0 0,1-5 0 16,0 3-192-16,1-4-32 0,0-1-16 0,2 0 0 15,0-1-224-15,0-1-32 0,2-3-16 0,1 0 0 16,2-1 0-16,-2-2 0 0,1-2 0 0,-2 2 0 16,-3 3 16-16,-1-1 0 0,1 1 0 0,-3 2 0 15,-1 3-160-15,1 0 0 0,-1-1 0 16,0 1 0-16,0 0 0 0,-1 2 0 0,-2 0 0 0,-1 3 0 31,-1 2-512-31,-2 2-64 0,0 2-32 0,-2 2 0 0,0 4-1712 0,-3-1-352 16,2 3-64-16,-2 2-10736 0</inkml:trace>
  <inkml:trace contextRef="#ctx0" brushRef="#br0" timeOffset="-5006.85">4215 9151 2751 0,'-7'7'128'0,"3"-5"16"0,0 3-144 0,1-2 0 0,2-2 0 0,-1 0 0 0,1 1 1152 0,-3 1 208 0,-1 4 48 0,0-2 0 15,-1 2 0-15,2-3 0 0,1 1 0 0,1-2 0 16,1-1-192-16,1-2-16 0,0 0-16 0,1 0 0 31,1-2 368-31,0-1 80 0,2-2 16 0,0-1 0 0,2 0 160 0,-1-3 48 0,3-3 0 0,0 1 0 16,0-1-768 0,2 0-128-16,0-2-48 0,-1-1 0 0,0 2-192 0,1-2-32 15,2-2-16-15,1-2 0 16,1 0-160-16,0 0-48 0,1-2 0 31,0 2 0-31,1-2-112 0,0 0-32 0,-1 1 0 31,-1-1 0-31,2 2 16 0,-1-2 0 0,1-1 0 0,-1 2 0 0,-2 2-144 16,1-2-16-16,1 0-16 0,0 2 0 0,0 0-160 0,0 0 0 16,0 1 0-16,-1 0 0 0,0 1 0 0,0-1 0 0,0 0 0 0,-2 1 0 0,0 2 0 0,0 0 0 0,-1-2 0 15,0 1 0-15,0-2 0 0,-1 1 0 0,0-1 0 0,-1 1 0 16,0 0 0-16,-1-1 0 0,0 0-128 0,-2 2 128 15,0 1-736-15,-1 1-80 0,0 0-16 0,-1 3 0 16,-2-1-688-16,1 2-144 0,-1 3-16 0,-1 0-16 16,0 3-496-16,-1 0-112 0,-1 3 0 0,0 1-9056 0</inkml:trace>
  <inkml:trace contextRef="#ctx0" brushRef="#br0" timeOffset="-4593.7">4524 8755 7359 0,'-3'5'320'0,"1"-4"80"0,1 0-400 0,0-1 0 16,1 2 0-16,0-2 0 0,0 0 1616 0,0 0 240 15,0-2 64-15,0 1 0 0,2-2-144 0,2-2-32 16,1-2 0-16,0-3 0 0,2 0-304 0,1-1-64 0,1-1-16 15,2-2 0-15,0-1-192 0,0 1-32 0,3-2-16 0,0-1 0 16,0-2-32-16,0 1 0 0,2-2 0 0,0 2 0 16,-1 0-304-16,0 0-64 0,0-1-16 0,-1 1 0 15,-2 3-224-15,1-2-48 16,0-4-16-16,1 1 0 0,0-1-176 0,-1 1-48 0,1 0 0 0,-2 1 0 16,0 3 16-16,1-3 0 0,3 0 0 0,0-4 0 15,-1 0-80-15,1 0 0 0,0 1-128 0,-2 1 192 16,-1-1-192-16,-2 1 0 0,-1-2 128 0,-2 1-128 15,1 3 0-15,-3 0 0 0,1 3 0 0,-3-1 0 16,1 3 0-16,-1 0 0 0,-1 4 0 0,-3 1 0 16,1 4-976-16,-1-1-96 0,0 3-16 0,0 0 0 15,0 1-2032-15,0-1-400 16,1 3-96-16,0 0-4656 0,0 0-944 0</inkml:trace>
  <inkml:trace contextRef="#ctx0" brushRef="#br0" timeOffset="-4307.98">4825 8366 47 0,'-3'0'0'0,"1"0"0"0,0 0 0 0,0 0 0 0,1 0 0 0,0 0 0 16,1 0 1504-16,-1-1 288 0,0 0 64 0,0-3 16 15,0-1 448-15,3 0 96 0,1-3 16 0,2-1 0 16,1-2-64-16,2-3 0 0,1-1 0 0,1-4 0 16,2-3-816-16,2-3-160 0,2 0-48 0,1-4 0 15,2 0-592-15,1-5-128 16,0-2-32-16,0-3 0 0,-1 6-192 0,-1-1-32 0,1 1-16 0,2-7 0 0,3-1-224 0,-1-1-128 16,-1-1 160-16,-1 0-160 0,-1 1 0 0,-2 1-128 15,-1 6-16-15,-1 1 0 16,-1 1-1584-16,0 0-320 0</inkml:trace>
  <inkml:trace contextRef="#ctx0" brushRef="#br0" timeOffset="-3241.72">5144 7729 9215 0,'1'2'816'0,"-2"-2"-656"15,1-2-160-15,1 1 0 0,-1 1 960 0,0 0 176 16,0 0 16-16,1 0 16 0,0 0 288 0,2-3 48 16,-1-2 16-16,1-3 0 0,-1-2-48 0,1-4-16 15,1 0 0-15,0-3 0 0,0-2 64 0,2 1 16 16,-2-4 0-16,2-1 0 0,0 2-336 0,1-1-64 16,-1-2-16-16,0 2 0 15,0 1-480-15,-1-2-112 0,2-1-16 0,-1-2 0 0,2-3-144 0,0-2-48 16,0 1 0-16,1-4 0 0,1 4-64 15,-1-1-32-15,0 0 0 0,2-2 0 0,3-8-16 0,1-5 0 0,1-2 0 0,0-6 0 16,-1 1 80-16,2 1 16 16,0 0 0-16,0-1 0 15,3-1-112-15,-1 0-32 0,0 1 0 0,0 1 0 0,-4 6-160 0,3-3 0 16,1-1 0-16,2-2 128 0,0 3-128 0,2-1 0 16,1-2 0-16,-1 2 128 0,0 3-128 0,0-1 0 0,0 3 0 0,0-2 0 15,-3 4 0-15,0-1 0 0,-1 1 0 0,-2 4 0 16,0 2-288-16,-1 3-144 0,0 1-16 15,-2 2-16-15,0 3-1600 0,0 0-320 0,-2 6-64 0,0 1-16 16,-2 5-224-16,-3 3-64 0,0 3 0 0,-3 1-7680 16</inkml:trace>
  <inkml:trace contextRef="#ctx0" brushRef="#br0" timeOffset="-2754.96">5718 6307 4031 0,'-4'3'176'0,"1"0"32"0,0-2-208 0,1 1 0 0,1-2 0 0,1-2 0 16,-2 1 1536-16,0-1 272 0,-2-2 48 0,0-2 16 15,2-3 304-15,0-3 48 0,1-4 16 0,2-2 0 16,1-3-464-16,1-2-96 0,1-1-16 0,2-2 0 16,-2 2-448-16,2 1-112 0,-1-2-16 0,3-1 0 0,1-4-160 0,0-1-32 15,2-1-16-15,-1-2 0 0,1 0 32 0,0-1 16 16,-1-1 0-16,-1 6 0 0,-1 3-416 0,0-3-64 15,2-1-32-15,-1-5 0 0,2-2-32 0,0 0 0 16,1 1 0-16,-1 1 0 0,0-2-128 0,0 2-16 16,0 1-16-16,0-2 0 0,1 0 0 0,1 1 0 15,0-2 0-15,1 3 0 0,2-3-32 0,-1 1 0 16,2-1 0-16,0 2 0 0,-3 0-32 0,1 1-16 16,1-1 0-16,1-2 0 0,0 0-144 0,1-2 0 0,-1 2 0 0,-1 0 0 15,1 0 0-15,-2 0 0 0,-1 5 0 16,-1-2 0-16,1 4 0 0,0-3 0 0,2-1 0 0,0 2 0 15,1 2 0-15,-1 3 0 0,-2 3 0 0,2 4 0 16,0 0 0-16,-2 4 0 0,-2 3 0 0,-1 2 0 16,-2 4-320-16,-1 5-64 0,-3 3 0 0,-3 3-11504 15,-2 5-2304-15</inkml:trace>
  <inkml:trace contextRef="#ctx0" brushRef="#br0" timeOffset="-2232.39">6028 5047 5855 0,'-1'-3'128'0,"0"0"16"0,1 0 16 0,0 1 16 0,0-1-176 0,-1 0 0 0,0-6 0 0,1-3 0 16,0-4 1712-16,-1-1 304 0,2-2 64 0,-1 0 32 16,2 0-384-16,1 0-80 0,0 0-16 0,1 0 0 15,0 0-352-15,0 0-80 0,2-2-16 0,-1-2 0 16,2 1-368-16,-1-2-80 0,2-2-16 0,0 2 0 15,0 3 64-15,1 0 16 0,1-2 0 0,0 1 0 16,0 1 32-16,2-1 16 0,1-2 0 0,0-2 0 16,2 0-112-16,0 0-32 0,0-2 0 0,0 1 0 0,-2 2-256 0,0 1-48 15,0-2-16-15,-1 2 0 0,1 0-64 0,-1-1-32 16,1 0 0-16,1 1 0 0,1-2-32 0,0 3-16 16,-1-1 0-16,-1 3 0 0,0-1 16 0,-2 2 0 15,1 2 0-15,-2 0 0 0,0 1-48 0,-3 2 0 16,0 1 0-16,-1 3 0 0,0 4-208 0,-2-1 128 15,1 6-128-15,-1-3 0 0,-1 5 0 0,0 1 0 16,0 3 0-16,0 0 0 0,-1 0 0 0,2 2-128 16,-1 1 128-16,1 0-160 15,0 1-864-15,0-1-192 0,1 2-16 0,-2 3-9680 0,-3-12-1936 0</inkml:trace>
  <inkml:trace contextRef="#ctx0" brushRef="#br0" timeOffset="-1822">6222 4542 11967 0,'-3'2'1072'0,"0"1"-864"15,2-1-208-15,0-1 0 0,0-1 416 0,-1 2 32 16,-1 0 16-16,-2-1 0 15,-1 0 496-15,-1-1 112 0,2-4 16 0,0-2 0 0,3 0-128 0,2-6 0 16,0 0-16-16,3-4 0 0,1 1 128 0,2-2 16 16,2-3 16-16,1-1 0 0,2-1 224 0,0 0 32 15,1 1 16-15,0-3 0 0,1 3-560 0,0 2-112 16,-2 0-32-16,1 1 0 0,1-2-32 0,-1 1 0 16,1 0 0-16,1 1 0 15,0 0-192-15,-1-1-32 0,0 1-16 0,0 1 0 0,0 2-112 0,0-1-32 0,1 2 0 16,-1-2 0-16,-1 3-256 15,-1-1 0-15,0 2 128 0,-1 0-128 0,-1 1 0 0,-1 0 0 0,0 2 128 16,-2 1-128-16,2 2 0 0,-2 2 0 16,1 1 128-16,-1 1-128 0,0 4 0 0,-1 1 0 15,-2 1 0-15,1 4 0 0,-1-1 0 0,-1 4 0 16,-2 1 0-16,1 0 0 16,-1 2-576-16,1 0-32 0,-1-1 0 0,0 3-10032 0,0 1-2016 0</inkml:trace>
  <inkml:trace contextRef="#ctx0" brushRef="#br0" timeOffset="-1408.9">6254 4384 7359 0,'-4'2'320'0,"0"-2"80"0,1 0-400 0,1-2 0 16,2 1 0-16,-1-1 0 0,0 0 1728 0,0-1 272 15,-1-6 48-15,0-1 16 0,2-4 112 0,1-1 32 16,3-1 0-16,0-1 0 0,4-1-384 0,-1 1-80 0,3-2-16 0,1 0 0 16,1 0-560-16,1 1-112 0,1 0-32 0,0 2 0 15,2-1-176-15,0 3-32 0,-2 1-16 0,1 1 0 16,1-1-224-16,1 1-64 0,1-1 0 0,-2 0 0 16,1 0-96-16,-1 1-32 0,0-1 0 0,-2 0 0 15,0 2-48-15,-1-1-16 0,0 4 0 0,-1 0 0 16,-1 3-48-16,1 0-16 0,-2 1 0 0,-1 2 0 15,1 1-128-15,0 1-128 0,-1 3 144 0,-9-3-144 16,0 0 128-16,0 0-128 0,0 0 0 0,46 30 0 0,-46-30 0 16,0 0 0-16,33 36 0 0,-33-36 0 0,0 0 0 15,32 41 0-15,-32-41 0 0,0 0 0 0,33 38 0 0,-33-38 0 16,0 0 0-16,33 37 0 0,-33-37 0 16,0 0 0-16,0 0 0 0,29 41 0 0,-26-32 0 0,-3-9 0 15,0 0 0-15,5 40 0 16,-5-25-800-16,0 2-160 0,-1 1-16 0,0 1-10608 15,2 0-2128-15</inkml:trace>
  <inkml:trace contextRef="#ctx0" brushRef="#br0" timeOffset="-980.52">6701 4101 3679 0,'-4'-12'160'0,"2"5"32"0,0 0-192 0,1 2 0 0,1 3 0 0,1-1 0 16,-1 2 2048-16,1-2 384 0,0-2 64 0,0-2 0 16,1 1 240-16,0 0 32 15,-1 1 16-15,2 3 0 0,0 0-576 0,1 2-112 0,-1 2-32 0,0 2 0 0,1 1-592 0,1 0-128 16,-1 2-32-16,-4-7 0 16,0 0-464-16,0 0-80 0,23 38-32 0,-23-38 0 0,0 0-224 0,27 45-64 15,-27-45 0-15,0 0 0 0,24 40-112 0,-24-40-16 16,20 36-16-16,-20-36 0 0,19 45-144 0,-19-45-32 15,20 55 0-15,-20-55 0 0,18 57-128 0,-18-57 160 16,17 59-160-16,-17-59 160 0,16 59-160 0,-9-28 128 16,0-1-128-16,0 0 128 0,1 2-128 0,-2 2 0 15,2 1 144-15,-2 0-144 0,1-3 0 0,-1 1 0 0,1 2 0 0,1-3 128 16,-1 0-128-16,3 4 0 0,0 4 0 0,1 0 0 16,-1 3 0-16,0-4 0 0,1 0 0 0,1-3 0 15,-2-4 0-15,-10-32 0 16,22 61 0-16,-22-61 0 0,23 58 0 0,-23-58 0 0,22 60 0 0,-11-27 0 15,-1 2 0-15,-2 0 0 0,1 3 0 0,-1-1-128 16,-1 1-192-16,0-3-16 0,-2-2-16 0,1 5 0 16,-1 3-928-1,1 4-176-15,0 0-32 0,-2-2-16 0,1-3-1408 0,0-7-288 0</inkml:trace>
  <inkml:trace contextRef="#ctx0" brushRef="#br0" timeOffset="-457.48">7099 5125 4607 0,'-3'-5'400'0,"1"3"-400"0,1 1 0 0,0 0 0 16,0-2 1024-16,0 3 128 0,1-2 32 0,-1-1 0 15,0 0 1040-15,-1 0 208 0,1 0 32 0,0-1 16 16,0 3 80-16,0 2 0 0,1 3 16 0,0 2 0 16,1 2-784-16,0 2-176 0,0 2-16 0,1 4-16 15,-2-16-496-15,7 38-80 0,-3-14-32 0,1-1 0 16,1 2-400-16,1 6-96 0,0 6-16 0,2 2 0 15,0 1-224-15,0-2-48 0,1 2-16 0,-1-5 0 0,-1-2-16 0,1-1 0 16,-1-2 0-16,-1-1 0 0,0-1 0 0,-1 1 0 16,0 3 0-16,-1 0 0 0,0 3 16 0,-1 0 0 15,0 1 0-15,-2 2 0 0,1-5-48 0,-1 0 0 16,0-2 0-16,0 3 0 0,0 2-128 0,-1 1 192 16,2 3-192-16,-1 3 192 0,2 0-192 0,-2-1 128 15,0-1-128-15,1-4 128 0,0-2-128 0,-1 6 0 16,1 7 144-16,2 2-144 0,-1 0 0 0,0-3 128 0,0-2-128 15,-1-7 0-15,0-8 0 0,-1 4 0 0,2-1 0 0,0 2 0 16,2 3 0-16,-2-2 0 0,1 2 0 0,-1-2 0 16,0-4 0-16,0 0 0 0,0-1 0 0,-1-1 0 15,1-4-192-15,1 0-48 0,-1 1-16 0,1-3 0 32,2-1-1408-32,-7-23-272 0,13 40-64 0,-13-40-14080 0</inkml:trace>
  <inkml:trace contextRef="#ctx0" brushRef="#br0" timeOffset="-28.58">7293 6368 4607 0,'-4'-7'192'15,"3"4"64"-15,0-1-256 0,0 1 0 0,0 3 0 0,0 0 0 0,1-2 2304 0,-1 1 432 16,0 1 80-16,0 1 0 0,-1 3 336 0,1 0 64 16,0 4 16-16,0 1 0 0,1 3-992 0,0 0-208 15,1 5-48-15,0 2 0 0,2 3-784 0,-1 4-176 0,0 4-16 0,1 2-16 16,-2 5-432-16,2-2-96 0,0 1-16 0,0 0 0 16,-1-1-256-16,0-2-48 0,-1-6-16 0,2 4 0 15,1 4-128-15,0 5 128 0,0 3-128 16,2-3 128-16,-2-2 16 0,2 0 0 0,0 0 0 0,-1-7 0 15,0-5 48-15,0 2 0 0,3 8 0 0,1 4 0 16,0 1-48-16,-1-1 0 0,-1-2 0 0,1-2 0 16,-2-1 48-16,0 0 0 0,-1 1 0 0,1-2 0 15,-1 3-16-15,1-2 0 0,0 3 0 0,1-2 0 0,-1 0-176 16,1-6 160-16,-1 0-160 0,1 0 160 0,1 0-160 16,1 2 0-16,3-2 0 0,0 4 128 0,1-4-128 15,0-1 0-15,0-5 0 0,-13-24 0 0,25 38 0 16,-25-38-192-16,24 28 64 0,-24-28 128 15,0 0-1232-15,0 0-128 0,36 17-32 0,-31-24-16080 16</inkml:trace>
  <inkml:trace contextRef="#ctx0" brushRef="#br0" timeOffset="356.76">7413 7434 3615 0,'-6'0'0'0,"3"0"144"0,1 0-144 0,0 1 208 0,0 1-208 0,1-2 0 0,0 0 0 0,0 2 0 16,-1 3 2576-16,0 0 480 0,1 2 80 0,0 0 32 16,1 2-528-1,0 1-96-15,2 2-32 0,-1 2 0 0,2-1-592 0,0 0-128 0,1 3-32 0,-1 1 0 0,3 2-448 0,0 3-96 16,2 4 0-16,-1 0-16 15,2 0-448-15,-1 2-96 16,0-4-16-16,1 2 0 0,-1 0-192 0,1 3-64 0,2 4 0 0,-1 2 0 0,1 1-144 0,1-3-48 31,0 3 0-31,1-1 0 0,1 1-64 0,-1 0-128 0,1-1 176 0,-2-6-176 16,-1-1 208-16,1 4-64 0,2 3-16 0,1 2 0 16,-1-3 64-16,0 1 0 0,0-2 0 0,-1-2 0 0,1-2-192 0,-2-3 192 15,1-1-192-15,0-2 192 0,-1 0-192 0,1-4 0 0,-2 0 0 16,-11-19 0 15,21 28-544-31,-21-28-144 0,22 25-16 0,-22-25-16 0,24 25-2288 0,-24-25-464 0</inkml:trace>
  <inkml:trace contextRef="#ctx0" brushRef="#br0" timeOffset="709.1">7462 7930 7359 0,'-3'2'320'0,"1"-1"80"0,1 1-400 0,1-2 0 16,0 0 0-16,0 0 0 0,0 0 1792 0,1 0 256 15,0 2 64-15,1-2 16 0,1 1 512 0,-3-1 112 16,0 0 0-16,0 0 16 0,25 28-592 0,-25-28-112 0,25 30-16 0,-8-8-16 16,1 5-736-16,4 3-144 0,-1 5-16 0,0-1-16 15,0-2-528-15,2 9-96 16,5 6-32-16,0 3 0 0,3 2-272 0,-2 0-64 0,-1 0-128 0,-1-2 192 16,-2-6-192-16,2 2 0 0,2 2 0 0,-1-5 0 15,0-1 0-15,-3-4 0 0,-2 0 0 16,-3-5 0-1,0-2-464-15,-3-5-96 0,0-2-16 0,-4-4-10432 0,-13-20-2112 0</inkml:trace>
  <inkml:trace contextRef="#ctx0" brushRef="#br0" timeOffset="3682.49">7768 8383 3567 0,'-4'2'0'15,"2"-2"144"-15,1-2-144 0,0 2 192 0,0 0-192 0,0 2 0 0,0-2 0 0,-1 0 0 0,0 1 1328 0,-1 3 208 0,2-2 64 0,-1 1 0 31,0 2 224-31,1-1 48 0,1 1 16 0,1 0 0 16,-1 0-176-16,2 4-48 0,-1-2 0 0,0 2 0 0,1 1-400 0,0 0-96 0,2 4-16 0,0-2 0 31,-1 2-320-31,1-2-80 0,2 4-16 0,-1 1 0 16,2 0-64-16,0 1-16 0,0 2 0 0,3 3 0 16,1 1 80-16,2 2 16 0,3 2 0 0,1 3 0 15,4 2-64-15,-2 1-16 0,2 1 0 0,-1 1 0 0,0 0-224 0,0 1-32 16,-1-1-16-16,-1-1 0 0,-1 1-80 0,-1 0-32 15,1 1 0-15,-1 1 0 0,-2 0-112 0,-1-4-32 16,0-1 0-16,-1-3 0 0,0-1-144 0,0 2 0 16,1-1 0-16,-1 0 0 0,1 0 0 0,1-3 0 15,0-2 128-15,0 1-128 0,1-2 0 0,-1-3 0 16,1-2 0-16,-15-19 128 0,29 33-128 0,-29-33 0 16,29 22 0-16,-29-22 0 15,0 0-800-15,36 16-96 0,-36-16 0 0,0 0-10272 0,0 0-2048 0</inkml:trace>
  <inkml:trace contextRef="#ctx0" brushRef="#br0" timeOffset="4126.18">7956 8726 7711 0,'-1'3'336'0,"0"0"80"15,0-1-416-15,1-2 0 0,0 0 0 0,0 1 0 0,0-1 496 0,0 1 16 16,-1 1 0-16,1 1 0 0,0 2 1216 0,1-1 256 15,0 1 64-15,2 0 0 0,2 4-272 0,0 1-48 0,2 4-16 0,0 4 0 16,3 2-240-16,-1 2-32 0,1 1-16 0,1 3 0 16,1 0-432-16,3 6-96 0,3 5 0 0,2 3-16 15,1 3-496-15,1 0-112 0,-2 2-16 0,0-3 0 16,-2-2-48-16,-2-2-16 0,-1-3 0 0,2 2 0 16,0-1-192-16,-1 1 0 0,0-4 128 0,-2-4-128 15,0-1 0-15,0-4 0 0,1 0 0 0,-2-3 0 16,-1-2 0-16,-1-2 0 0,0-1 0 0,0-2 0 15,0 3-192-15,-11-17-16 0,20 24-16 0,-20-24 0 16,21 20-1312-16,-21-20-272 0,0 0-48 0,27 18-10624 16</inkml:trace>
  <inkml:trace contextRef="#ctx0" brushRef="#br0" timeOffset="4488.49">8071 9052 3679 0,'-4'-3'0'0,"2"1"144"0,0 2-144 0,0-2 208 0,1 1-208 0,0 1 0 0,1-2 0 16,-1 2 0-16,-1-2 1184 0,1-1 192 0,-1 1 32 0,1-1 16 15,0 3 592-15,1 1 112 0,1 3 32 0,1 3 0 16,1 3-192-16,3 2-48 0,1 4 0 0,4 6 0 16,1 0-256-16,2 6-64 0,2 4-16 0,2 0 0 15,-1-3-448-15,3 4-96 0,1 4-16 0,2-1 0 16,0 1-544-16,0 1-112 0,2-2-32 0,0 0 0 0,0-1-208 0,-1-2-128 16,-3-1 128-16,0-2-128 0,-3 3 0 0,0-2 0 15,0-5 0-15,-2 2 128 0,1 1-128 0,0-2 0 16,-2-2 0-16,0-3 0 15,-1 1 0-15,-1-4 0 0,1-1 0 0,-2-3 0 16,-12-15-752-16,22 22-112 0,-22-22-32 0,0 0-8736 16,0 0-1760-16</inkml:trace>
  <inkml:trace contextRef="#ctx0" brushRef="#br0" timeOffset="4803.4">8247 9498 3903 0,'4'4'176'0,"-1"-1"32"0,0 1-208 0,0-1 0 0,-1-1 0 0,1 0 0 16,1 0 928-16,3 4 144 15,-7-6 16-15,34 26 16 0,-12-8 464 0,0 2 96 0,0-2 0 0,0 2 16 16,-3 0-144-16,1 0-16 0,-1-1-16 0,0 2 0 16,-2-2-400-16,1 0-80 0,0-3 0 0,-2 1-16 15,-16-17-704-15,29 26-144 16,-29-26-32-16,27 21 0 0,-27-21-400 0,22 17-96 0,-22-17-16 0,0 0-6336 16,30 17-1264-16</inkml:trace>
  <inkml:trace contextRef="#ctx0" brushRef="#br0" timeOffset="5087.7">8323 9609 2751 0,'-5'2'128'0,"2"-2"16"0,1 1-144 0,0-1 0 0,2 0 0 0,0 0 0 16,0 0 1536-16,0-1 288 0,2 1 48 0,1 0 16 15,3 3 176-15,-6-3 48 0,0 0 0 0,30 21 0 16,-30-21-768-16,34 28-128 0,-15-9-48 0,2 3 0 16,2 2-656-16,0 2-128 0,2 3-16 0,-2 0-16 15,0 2-160-15,0-1-16 0,-1-1-16 0,-2-2 0 16,0 1-336-16,-3-2-64 0,1-5-16 0,-3-1-6464 15,0-2-1280-15</inkml:trace>
  <inkml:trace contextRef="#ctx0" brushRef="#br0" timeOffset="7872.11">8271 9536 8287 0,'-2'-6'736'0,"0"3"-592"0,0 4-144 0,1 1 0 15,0-1 1088-15,-1-2 192 0,-1 1 48 0,-2-2 0 16,-1 1 336-16,2 1 80 0,1 1 16 0,0-1 0 15,1 3-80-15,2 1-16 0,0 1 0 0,0-1 0 16,2 4-304-16,1 1-64 0,1 3-16 0,0 0 0 0,3 3-192 0,0 1-32 16,-7-16-16-16,19 38 0 0,-19-38-400 0,25 43-64 15,-12-20-32-15,-13-23 0 16,26 40-224-16,-26-40-64 0,30 49 0 0,-13-22 0 0,1 2 0 0,-2-1-16 16,2 3 0-16,-2-6 0 0,-16-25-48 0,32 42 0 15,-32-42 0-15,29 33 0 0,-29-33-64 0,0 0 0 16,35 27-128-16,-35-27 192 0,0 0-192 0,0 0 0 15,0 0 0-15,0 0 0 0,47 9 0 0,-41-12-288 0,3 0 64 16,-2-4 16 0,0 0-1296-16,-1 0-256 0,-1 0-48 0,-1-3-13184 0</inkml:trace>
  <inkml:trace contextRef="#ctx0" brushRef="#br0" timeOffset="8205.95">8368 9585 911 0,'-11'-6'0'0,"6"3"0"0,0-2 0 15,0 3 0-15,2 1 0 0,1 1 0 0,-2 0 1600 0,-3-2 224 16,-2 2 48-16,-2-2 16 0,-1 2 192 0,2-2 32 16,1 1 16-16,3-1 0 15,0 2-176-15,3-3-32 0,2 3-16 0,1-2 0 16,1 4-48-16,4 3 0 0,2 0 0 0,-7-5 0 0,0 0-192 0,37 45-32 15,-37-45-16-15,39 45 0 0,-18-17-528 0,-21-28-96 16,36 48-32-16,-17-23 0 0,3 4-512 0,1 5-96 16,1-1-32-16,0 2 0 0,0 1-64 0,-1-5-32 0,-3-3 0 0,1-2 0 15,-21-26-224-15,39 43 144 0,-39-43-144 0,37 36 128 16,-37-36-128-16,29 26 0 16,-29-26 0-16,0 0 0 0,35 26 0 0,-35-26 0 0,0 0 0 0,28 24 0 15,-28-24 0-15,0 0 0 0,0 0 0 0,0 0-176 31,0 0-768-31,0 0-144 0,0 0-48 0,0 0-10064 0,0 0-2032 0</inkml:trace>
  <inkml:trace contextRef="#ctx0" brushRef="#br0" timeOffset="8474.08">8542 9872 2751 0,'-3'0'256'0,"0"-2"-256"15,2 0 0 1,0 1 0-16,0 1 1680 0,-1 0 304 0,-1-2 48 0,-3-1 16 15,0 1 128-15,-1-2 16 0,1-1 16 0,2 2 0 0,0 1-608 0,1-2-112 16,2 1-16-16,0 2-16 16,2 1-288-16,1 0-48 0,1 0-16 0,-3 0 0 15,0 0 144-15,0 0 32 0,32 29 0 0,-32-29 0 0,29 29-320 0,-29-29-48 16,36 38-16-16,-36-38 0 0,38 42-448 0,-38-42-112 16,40 33-16-16,-40-33 0 0,35 29-192 0,-35-29-128 0,0 0 128 0,41 27-128 15,-41-27 0-15,0 0 0 0,0 0 0 0,0 0 0 31,0 0-656-31,0 0-48 0,42 3-16 0,-41-7-9616 16,0-3-1920-16</inkml:trace>
  <inkml:trace contextRef="#ctx0" brushRef="#br0" timeOffset="8728">8572 9889 2751 0,'-6'2'256'0,"2"-2"-256"0,0 2 0 0,1-1 0 0,2-1 1536 0,1 0 272 15,-2 2 48-15,-1 0 16 0,-1 0 880 16,-1 3 192-16,0 1 16 0,1 2 16 16,1-1-752-16,3 1-160 0,0 4-16 0,3-1-16 0,2 1-496 0,1 3-80 15,-6-15-32-15,22 35 0 0,-22-35-512 0,25 35-96 32,-25-35-32-32,31 38 0 0,-31-38-240 0,29 31-48 15,-29-31-16-15,34 27 0 0,-34-27-288 0,0 0-48 16,54 18-16-16,-54-18 0 0,0 0-128 0,44-11 0 15,-44 11 0-15,27-25 0 16,-13 7-1088-16,-1-6-128 0,0 0-48 0,-1 0-14160 0</inkml:trace>
  <inkml:trace contextRef="#ctx0" brushRef="#br0" timeOffset="9599.07">8771 10130 1839 0,'0'2'160'0,"-1"-2"-160"0,0 1 0 0,0 1 0 15,1-2 944-15,0 0 144 16,-2 2 48-16,0 1 0 0,-1-1 640 0,0 1 128 0,1 1 16 0,0-1 16 15,1-1-240-15,1-2-48 0,-1 2-16 0,2-2 0 16,0 1-128-16,0-1-32 16,1 1 0-16,-1 0 0 0,1 1-112 0,1-2-16 15,1 1-16-15,0 1 0 0,0-2-368 0,2 0-64 0,-2-2 0 0,2-1-16 16,0 1-272-16,-1-1-48 0,2-2-16 0,0-2 0 16,-1 1-144-16,3-1-16 0,0-4-16 0,0-1 0 15,3-2 16-15,-2-1 0 16,1-2 0-16,0 0 0 0,-1 1-64 0,1-2 0 0,1-3 0 0,-1 3 0 0,1-2-96 0,-1 2-32 15,1 0 0 1,-1 3 0-16,-1 2-48 0,0-1-16 0,2 0 0 0,0-1 0 16,-1 4-128-16,-1-1 128 0,-1 2-128 0,1-1 128 15,1 1-128-15,2-2 128 0,0-2-128 0,0-3 128 0,1 3-128 0,-1-7 0 16,2-1 0-16,0-3 0 0,1-2 0 0,0-4 0 16,2 1 0-16,0-2 0 15,-2 4 0-15,1 0 0 0,0-1 0 0,1-4 0 16,3 0 0-16,0-3 0 0,0 3 0 0,0 2 0 15,-3 3 0-15,0-1 0 0,0 5-192 0,-4 1 192 16,1 2-1664-16,-3 4-192 0</inkml:trace>
  <inkml:trace contextRef="#ctx0" brushRef="#br0" timeOffset="10042.95">9221 9604 7711 0,'-1'1'336'0,"0"0"80"0,0-1-416 0,1 0 0 16,-1 2 0-16,1-2 0 0,-1 0 624 0,0 0 32 15,-2 1 16-15,0-1 0 0,0 0 864 0,1-1 160 16,1-1 32-16,-1 1 16 0,1 0-256 0,1-1-48 16,1-1-16-16,0-2 0 0,2-1 304 0,-1-2 64 15,2 2 16-15,1-2 0 0,0 1-384 0,3-5-80 0,0 0 0 0,1-2-16 16,1 2-400-16,1-5-80 0,1 1-16 0,1-3 0 16,-1 0-224-16,2-3-48 0,3-3-16 0,1-2 0 15,2-1-96-15,1 0 0 0,1-1-16 0,0-2 0 16,1 3-224-16,-2-3-32 0,-1 0-16 0,0 0 0 15,-2 3-160-15,-1 0 0 0,-1 2 0 0,0-1 128 16,1-3-128-16,0-2 0 0,0-3 0 0,0-2 0 16,-1 1 0-16,-1-2 0 0,0 0 0 0,-1 1 0 15,1 3 0-15,0 1 0 0,1 1 0 0,0 0 0 0,0 5-432 16,-2 1 48-16,1 1 0 0,-3 4 0 16,-1 3-160-16,-1 1-32 0,-2 3 0 0,-3 2-10480 15,-2 4-2096-15</inkml:trace>
  <inkml:trace contextRef="#ctx0" brushRef="#br0" timeOffset="10484.38">9635 8954 3791 0,'-1'2'336'0,"0"-1"-336"0,0 1 0 0,0-2 0 16,1 1 720-16,-1-1 80 0,0 2 16 0,-1 1 0 15,0 0 832-15,0 0 160 16,0-1 48-16,1-1 0 0,1-1 256 0,0-1 48 0,1-1 16 0,2-1 0 16,0-1-240-16,2-3-32 0,0 0-16 0,1-3 0 15,2 0-816-15,0-4-176 0,1 0-16 0,1-2-16 0,2-1-160 16,-1 0-16-16,0-3-16 0,2 0 0 15,0-1 224-15,0-1 32 0,2-1 16 0,0-1 0 0,0-1-256 16,0 2-48-16,1 0-16 0,1-1 0 16,2-1-288-16,1-2-48 0,0-4-16 0,-1 3 0 0,1-3-96 0,-2 0-32 15,0-2 0-15,-1 2 0 0,-2 6-144 0,-1-1 0 16,1-1 0-16,0-2 128 0,1-1-128 0,-1 1 0 16,-1 1 0-16,0 0 0 0,-1 1 0 0,-1 3 0 15,-1-2 0-15,0 1 0 0,-2 3 0 0,-1-2 0 16,-1 3-144-16,-1 0 144 15,0 4-624-15,-1 0-64 0,-2 3-16 0,1 2 0 16,0 3-1536-16,-2 2-320 0,-1 2-64 0,1 3-11664 0</inkml:trace>
  <inkml:trace contextRef="#ctx0" brushRef="#br0" timeOffset="10866.26">9989 8447 3679 0,'-1'0'320'0,"1"0"-320"16,0 0 0-16,0 0 0 0,0 0 1888 0,0 0 304 15,-1 0 64-15,1-3 16 0,0 1 736 0,0-2 128 16,2-2 48-16,0-3 0 0,1 0-1120 0,1-3-208 15,1-2-64-15,1-3 0 0,0-2-768 0,2-3-144 16,1-1-48-16,2-6 0 0,1 1-64 0,1-3-32 16,0-2 0-16,1-2 0 0,0 1-96 0,1-1 0 15,1-5-16-15,1 0 0 16,-1 4-160-16,0-2-16 0,3-2-16 0,-1 0 0 0,-2 4-240 0,0-2-64 0,-1-3 0 0,-1 1 0 16,-2 2-128-16,-2-2 0 15,-1 2 0-15,1 0 0 0,-2 5 0 0,1-3 0 0,2 0-128 16,1-1 128-1,-1 1-672-15,1 3-64 16,-1 0-16-16,-1 6 0 0,-1 1-784 0,0 6-176 0,-3 3-16 0,2 2-12864 0</inkml:trace>
  <inkml:trace contextRef="#ctx0" brushRef="#br0" timeOffset="11611.24">10222 7742 11967 0,'1'1'1072'0,"-1"-1"-864"0,0 2-208 15,0-2 0-15,0 0 1600 0,-1 0 256 16,1 0 64-16,-1 1 16 0,0 1-32 0,0-2-16 0,-1-2 0 0,1 1 0 16,0-1-1216-16,1 0-240 0,0-1-48 0,0-1-16 15,0 1-16-15,1-2 0 0,0-1 0 0,1 0 0 16,1-3 144-16,0 2 16 0,1-4 16 0,0 0 0 16,1-1-16-16,-1 0-16 0,1 1 0 0,1-1 0 15,-1-4 144-15,2 1 48 0,-1 1 0 0,1-3 0 16,1-2 80-16,0-2 32 0,2 0 0 0,-1-3 0 0,1-2-304 0,1 0-64 15,1-3-16-15,-1-2 0 0,1-1-32 0,0-2-16 16,0 3 0-16,-1-2 0 0,1 0-160 0,1-5-16 16,2-5-16-16,0-2 0 0,2-2-176 0,0-1 128 15,-1 1-128-15,1-2 128 0,-1 3-128 0,1-2 0 16,-1 1 0-16,2-2 0 0,-1 1 0 0,-3 0 0 16,0 4 0-16,0-2 0 15,0 4 0-15,-3-1 0 0,2 1 0 0,-3 3 0 0,2 2 0 0,-4 4 0 16,-1-1 0-16,-2 1 0 15,-1 4-896-15,-1 1-96 0,-2 2-32 0,0 3 0 16,1 4-1808-16,1-1-368 0,0 2-80 0,0 1-9984 0</inkml:trace>
  <inkml:trace contextRef="#ctx0" brushRef="#br0" timeOffset="12069.75">10521 6700 7359 0,'-3'0'320'0,"1"0"80"0,0-2-400 0,1 1 0 16,0-1 0-16,1 0 0 0,0 1 944 0,0-3 96 15,1-4 32-15,0-4 0 0,1-2 448 0,1-2 80 16,1-3 32-16,3-2 0 0,-1-3 224 0,1 0 32 16,1 0 16-16,1-2 0 0,1 0 0 15,-1 0 0-15,-1 7 0 0,2-2 0 0,-1-3-464 0,2 0-96 16,-2-1 0-16,2 1-16 0,-2 0-608 0,0-2-112 16,-1 0-32-16,1-3 0 0,-1 1-160 0,0 0-32 0,-1 0-16 0,0 1 0 31,1-2-192-31,0-1-48 0,1-6 0 0,2 0 0 0,-1-2-128 15,0 3 128-15,0-2-128 0,-1 1 128 0,-1 4 720 0,-1 0 144 0,3-3 32 0,-2-1 0 32,1 0-1632-32,0-2-320 0,0 5-64 0,-2-1-16 0,1-1 800 15,-1 2 208-15,1-1 0 0,0 2 0 0,0 3 0 0,1-2-128 16,-1 3 128-16,1-1 0 0,0 4-176 0,-1 4 176 0,0 1-208 0,1 3 80 16,-2 1-768-16,-1 4-128 0,0 2-48 0,0 3-9888 31,-1 0-1984-31</inkml:trace>
  <inkml:trace contextRef="#ctx0" brushRef="#br0" timeOffset="12530.85">10793 5706 10591 0,'-3'-1'224'0,"1"-2"48"0,1 0 16 0,0 0 32 0,0 1-320 0,1 0 0 0,0-3 0 0,0-2 0 16,0-5 2304-16,1-4 384 0,1-4 96 0,0-5 16 16,1 1-528-16,1 0-96 0,1-2-32 0,-1-2 0 15,2 1-416-15,0-1-64 0,1 0-32 0,-1 0 0 16,1 4-432-16,-2 0-96 0,2 0-16 0,-1-2 0 15,3-2-384-15,-1 1-64 0,0 1-32 0,0-2 0 0,0 0-336 0,0 0-64 16,1-1-16-16,-1-3 0 0,1 4-192 0,0-3 128 16,0 0-128-16,1-2 0 0,2-2 128 0,1-5-128 15,0 0 0-15,1-1 0 0,-1-2 0 0,0 1 0 16,-2 2 0-16,0 4 0 0,0 2 144 0,0-1-144 16,2-1 128-16,0-1-128 0,-1 3 0 0,0 2 128 15,1 0-128-15,-2 4 0 0,0 0 0 0,-1 4 128 16,0 1-128-16,0 3 0 0,-2 3 0 0,1-1 0 0,2-1 128 0,0 2-128 15,0 1 0-15,0 1 0 0,1 1 0 0,0 0 0 16,0 2 0-16,0 3 0 0,-2 1 0 0,1 3 0 16,-2 0-160-16,1 3 160 0,-1 0-208 0,0 2 80 31,-2 0-736-31,-1 1-144 0,-1 2-16 0,-1 0-10608 0,-1 0-2112 0</inkml:trace>
  <inkml:trace contextRef="#ctx0" brushRef="#br0" timeOffset="12940.42">11138 4426 6447 0,'1'-8'272'0,"0"0"80"0,0 2-352 0,0 0 0 15,0 3 0-15,-1 0 0 0,1-1 976 0,1-5 128 16,0-4 32-16,3-3 0 0,0-1 384 0,0-2 80 16,1 1 0-16,-1 1 16 0,2 2-112 0,-1 0-32 0,3 0 0 0,-1-2 0 15,1 0 128-15,2 1 32 16,1-3 0-16,2 0 0 16,2 0-320-16,1-1-64 0,1-2-16 0,0 2 0 0,1 1-272 0,0-2-64 0,1 1-16 0,-4 2 0 15,0-1-96-15,-1 3-16 0,0-1 0 16,-2 3 0-16,-1-1-288 0,-1 3-64 0,-1 1-16 0,0 1 0 15,1-1-144-15,1 1-48 0,1-2 0 0,-2 3 0 16,1-1-64-16,-2 2-16 0,1-1 0 0,-2 3 0 16,1-1-128-16,-2 2 0 0,-1 2 0 0,0-2 0 15,-2 3 0-15,-1 2 0 0,0-1 0 0,-2 1 0 0,0 1 0 0,-1-1-224 16,1 0 80-16,0 0 16 16,1 0-576-16,0 0-128 0,0 0 0 0,0 0-16 15,0 0-672-15,-1 0-128 0,0 0-16 0,-1 2-13104 16</inkml:trace>
  <inkml:trace contextRef="#ctx0" brushRef="#br0" timeOffset="13203.01">11381 4030 911 0,'-7'1'0'0,"2"0"0"0,2-1 0 0,2 0 0 0,0 0 3200 15,0 0 544-15,1 0 112 0,-1 0 32 0,0 0-704 0,1-1-144 16,0 0-32-16,2-3 0 0,2 0-1184 0,3 0-240 0,2-5-48 0,3 0-16 16,1-1-592-16,3-2-112 0,1-2-32 0,0-1 0 15,0 3 48-15,0 1 16 0,-1 1 0 0,3-2 0 16,-2 0-432-16,1 3-96 0,-1 2 0 0,-2-1-16 16,-1 2-304-1,-2 1 128-15,-2 0-128 0,-1 3 0 0,-1 0 0 0,-1 2 0 16,-3 2 0-16,-3 0-17008 15</inkml:trace>
  <inkml:trace contextRef="#ctx0" brushRef="#br0" timeOffset="14143.55">10803 9791 2751 0,'-2'-2'256'0,"-1"2"-256"15,0-2 0-15,1 2 0 0,1-1 768 0,-1 1 96 16,-3-2 32-16,-3 1 0 15,-1-2 160-15,0 0 32 0,0 0 16 0,0 1 0 0,1 0 496 0,1 0 112 16,1-1 16-16,-1 1 0 0,2 0 96 0,-1 1 32 16,3 1 0-16,-1-2 0 0,1 2-336 0,1 0-64 15,0 0-16-15,2 0 0 0,0 2-128 0,0-2-32 0,0 1 0 0,1-1 0 16,1 2-160-16,0 0-32 16,3 1-16-16,-5-3 0 0,0 0-272 0,0 0-48 0,0 0-16 0,0 0 0 15,45 28-240-15,-45-28-48 0,0 0-16 0,40 24 0 16,-40-24-192-16,0 0-48 0,46 21 0 0,-46-21 0 15,0 0 16-15,50 24 0 16,-50-24 0-16,0 0 0 0,57 23-80 0,-57-23 0 0,38 18-128 0,-38-18 192 16,37 20-192-16,-37-20 128 0,0 0-128 0,51 27 0 15,-51-27 160-15,0 0-160 0,47 25 160 0,-47-25-160 16,0 0 192-16,46 15-64 0,-46-15-128 0,0 0 192 16,44 14-48-16,-44-14-16 0,0 0 0 0,38 14 0 15,-38-14-128-15,0 0 160 0,0 0-160 0,45 21 160 16,-45-21-160-16,0 0 0 0,0 0 0 0,36 24 128 15,-36-24-128-15,0 0 0 0,0 0 0 0,0 0 0 0,0 0 0 0,37 14 0 16,-37-14 0-16,0 0 0 0,0 0-384 0,12-9 32 16,-11 6 16-16,-1 1 0 15,-1 0-1680-15,-1-2-336 0</inkml:trace>
  <inkml:trace contextRef="#ctx0" brushRef="#br0" timeOffset="14511.48">11061 10033 3967 0,'-5'-4'176'0,"2"2"32"0,0 1-208 0,0-1 0 0,1 0 0 0,1 2 0 31,-1-1 1408-31,-1 1 256 0,-2-2 32 0,1 0 16 0,-2 1 912 0,2-1 192 0,2 1 48 0,0 1 0 16,1-1-32-16,0 1 0 15,1-2 0-15,0 1 0 0,2 1-784 0,-1 0-176 0,2-2-16 0,0 2-16 16,-3 0-800-16,0 0-144 0,0 0-48 0,0 0 0 16,0 0-336-16,46 15-80 0,-46-15-16 0,0 0 0 15,37 21-96-15,-37-21-32 0,0 0 0 0,47 28 0 0,-47-28-48 0,0 0-16 16,52 26 0-16,-52-26 0 0,0 0-224 0,52 17 176 16,-52-17-176-1,0 0 160-15,45 7-160 0,-45-7 0 0,0 0 0 0,37 0 0 16,-37 0 0-16,0 0 0 0,32-6 0 0,-32 6 0 0,0 0 0 0,0 0 0 15,21-12 0 1,-18 9 0-16,-1 1-368 0,-1 1 0 0,0-1 0 0,-1 1 0 16,0 2-1104-16,-2-1-240 0,1 0-32 0,-2 0-15392 0</inkml:trace>
  <inkml:trace contextRef="#ctx0" brushRef="#br0" timeOffset="14775.67">11173 10057 2751 0,'-6'-6'128'0,"3"3"16"0,0 0-144 0,1 1 0 0,1 1 0 0,0 1 0 16,0-2 2144-16,-1 2 400 0,0 0 80 0,0 0 0 15,0 2 912-15,1 1 176 0,1 2 48 0,0 2 0 16,1 2-896-16,1-1-176 0,-2-8-48 0,0 0 0 16,13 29-1200-16,-13-29-240 0,0 0-48 0,0 0-16 15,32 25-544-15,-32-25-96 0,0 0-32 0,0 0 0 0,52 4-144 0,-52-4-16 16,0 0-16-16,45-9 0 0,-45 9-32 15,35-7 0-15,-35 7 0 0,38-10 0 0,-38 10-96 0,35-6-32 16,-35 6 0-16,0 0 0 0,38-2-128 0,-38 2 0 16,0 0 0-16,0 0 0 0,0 0 0 0,0 0 0 15,0 0 0-15,0 0 0 0,0 0-304 0,14 32-32 16,-20-26-16-16,-1 0-12304 16,-2-1-2448-16</inkml:trace>
  <inkml:trace contextRef="#ctx0" brushRef="#br0" timeOffset="14948.79">11275 10071 13359 0,'-2'-7'288'0,"1"5"64"0,0-1 16 0,1 1 16 0,0 0-384 0,0 2 0 0,1 2 0 0,0-2 0 16,1 2 4160-16,-2-2 768 0,0 0 160 0,0 0 32 15,0 0-2320-15,39 26-464 0,-39-26-96 0,0 0 0 16,39 15-1184-16,-39-15-224 0,0 0-64 0,50 4 0 16,-50-4-384-16,0 0-96 0,46-2-16 0,-46 2 0 15,0 0-272-15,0 0 0 0,44 0 0 0,-44 0-19328 16</inkml:trace>
  <inkml:trace contextRef="#ctx0" brushRef="#br0" timeOffset="17571.63">3590 3430 15663 0,'0'-5'1392'0,"0"0"-1120"15,0 2-272-15,0 2 0 0,0-2 1024 0,0 1 160 16,0-3 32-16,1-2 0 0,-1-2 512 0,0-1 96 15,1 4 32-15,-1 3 0 0,0 5-512 0,-1 3-80 16,1 7-32-16,-2 3 0 0,1 5-560 0,-1 4-112 16,1 3-32-16,0 4 0 0,0 4-272 0,-1-2-64 15,1 2-16-15,-1-4 0 0,-1 0-176 0,1-5 0 16,0-2 0-16,0-3 128 0,0-2-128 0,1-3 0 16,1-4 0-16,-1-2 0 0,1-1 0 0,1-5 0 0,-1-1 0 0,1-3 0 15,1-3-192-15,0-3-80 0,1-5-16 0,1-2-9568 16,1-6-1904-1</inkml:trace>
  <inkml:trace contextRef="#ctx0" brushRef="#br0" timeOffset="17871.69">3622 3589 18335 0,'7'-82'1632'0,"-6"69"-1312"0,-1 9-320 0,0 3 0 16,0-3 0-16,-1-3-128 0,1-7 0 0,-2-6 128 15,0-6 1984-15,-1-2 512 0,2 2 80 0,-2 6 48 16,1 4-416-16,0 7-96 0,0 6 0 0,1 3 0 16,0 7-640-16,0 0-128 0,2 5-32 0,0 5 32 15,1-3-688-15,1 5-128 0,2 2-16 0,-1 3 0 16,3 0-512-16,-1 2 0 0,2 0 0 0,-8-26 128 0,19 50-128 0,-19-50-160 15,23 43 160-15,-23-43-192 0,24 32-16 0,-24-32-16 16,0 0 0-16,35 32 32 16,-35-32-48-16,0 0 0 0,0 0 0 0,0 0 16 0,0 0 0 0,36-3 0 15,-34-6 0-15,0-3 32 0,-1-5 560 0,-1-2 112 16,0-2 32-16,0-3 16 0,0-1-256 0,0 1-48 16,0 2-16-16,0-9 16 0,-1-4-224 0,1-6 0 15,1 1 0-15,0 2-128 0,2 3 128 0,0 6 0 16,1 3 0-16,-2 5 0 0,0 5 0 0,1 6 0 15,-1 2 0-15,-1 4 0 0,1 4 0 0,-2 2 0 16,1 6 0-16,-2 3-18352 0</inkml:trace>
  <inkml:trace contextRef="#ctx0" brushRef="#br0" timeOffset="18809.98">4175 3350 19343 0,'2'-1'1728'15,"-1"-1"-1392"-15,0-1-336 0,-1 3 0 16,0-2 1856-16,0 2 288 0,0-2 64 0,0-3 16 16,1 0-320-16,-2-2-64 0,-2 2-16 0,0 1 0 15,-1 0-784-15,-2 1-144 0,0 2-48 0,-3-1 0 0,1 2-320 0,-2 0-64 31,-1 3-16-31,0 0 0 0,-2 2-176 0,0 1-32 0,-1 1-16 0,0 1 0 16,1 0-224-16,0 2 176 0,1 2-176 0,0-2 160 0,3 1-160 0,0-1 0 16,2 1 144-16,0-1-144 15,2 0 208-15,1-1-16 16,1 0-16-16,1-1 0 0,2-4-176 0,1 1 0 16,2 0 144-16,1-3-144 0,0 0 0 0,-4-2 0 15,0 0 0-15,0 0 0 0,42 6 0 0,-42-6 0 16,0 0 0-16,48 9 0 0,-48-9 128 0,0 0-128 0,56 17 160 0,-56-17-160 15,0 0 144-15,53 23-144 0,-53-23 128 0,0 0-128 16,37 26 0-16,-37-26 128 0,0 0-128 0,0 0 0 16,14 33 128-16,-17-25-128 0,-2-1 128 0,-2 2-128 15,-2-2 288-15,-3 0-32 0,-3-1 0 0,-1 0 0 16,0-1-128-16,-1 1-128 0,-6 0 144 0,-1 1-144 16,0 0 0-16,1-2 0 0,3-1 0 0,4-1 0 15,2 0 0-15,3 0-256 0</inkml:trace>
  <inkml:trace contextRef="#ctx0" brushRef="#br0" timeOffset="19754.52">6387 3302 19343 0,'-1'-2'1728'0,"0"-1"-1392"0,1 1-336 16,0 0 0-16,0 2 1632 0,0-1 256 0,0-1 48 0,0 0 16 16,1-3-496-16,0 0-112 0,1 1 0 0,2-1-16 15,0 0-304-15,2 3-64 0,-1-1-16 0,4-1 0 16,-1 1-176-16,2 1-16 0,1-2-16 0,2 1 0 15,-1 2-176-15,0-1-48 0,-12 2 0 0,0 0 0 16,36-2-256-16,-36 2-48 0,0 0-16 0,0 0 0 16,38 1-192-16,-38-1 144 0,0 0-144 0,0 0 128 0,0 0-128 0,0 0 0 15,0 0 0-15,0 0 0 0,0 0 0 0,38 23 0 16,-38-19 0-16,-1 2 0 0,-1 2 0 0,-1 0 0 16,0-1 0-16,-1 2 0 15,-2 1 0-15,0 2 0 0,-2 2 0 0,0 0 0 0,-1 1 0 0,-1 3 0 16,-1 0 0-16,2-2 0 15,1 3 0-15,0-1 0 0,0 1 0 0,1 0 0 0,1 0 0 0,1-1 0 16,1-2 0-16,1 0 0 0,1-2 0 0,1-4 0 16,1-1 0-16,1-1 0 0,2-2 0 15,0-1 0-15,1-2 0 0,1-1 0 0,0-2 0 0,2-2 0 0,1-1 0 0,0-1 0 16,1 1 0-16,0-1 0 0,1-1 0 0,1 2 0 16,-1 1 0-16,0-2 0 15,0 1 0-15,-10 3 0 0,0 0 0 0,0 0 0 0,39 2 192 16,-39-2-64-16,0 0-128 0,0 0 0 0,0 0 0 0,0 0 0 15,0 0 0-15,0 0 0 0,0 0 0 0,0 0 0 32,0 0-1088-32,0 0-208 0,0 0-48 0,0 0-15168 0</inkml:trace>
  <inkml:trace contextRef="#ctx0" brushRef="#br0" timeOffset="19942.42">6370 3458 15663 0,'-10'3'688'0,"5"-1"144"0,0 1-656 0,0-1-176 15,3-1 0-15,1 0 0 0,-1 1 2480 0,-1-2 464 16,-1 3 80-16,1 0 32 0,-1 0-368 0,2-2-80 16,1-1-16-16,4 0 0 15,2-1-1056-15,3-2-224 0,4-2-32 0,2 0-16 0,3-2-672 0,1 1-128 16,3-2-16-16,0 3-16 0,-2-3-224 0,4 2-32 16,0-1-16-16,1 2 0 0,0 0-160 0,0 0 0 15,-24 5 0-15,45-4-12608 16,-45 4-2560-16</inkml:trace>
  <inkml:trace contextRef="#ctx0" brushRef="#br0" timeOffset="24973.16">8431 3246 11967 0,'0'2'1072'0,"-1"-2"-864"16,1 2-208-16,0-2 0 0,0 0 880 0,-1 2 128 0,1 1 16 0,0 4 16 16,-1 0 368-16,1 7 64 0,-1 3 0 0,1 1 16 15,0 5-368-15,0 2-80 0,0 1-16 0,1 3 0 16,-1 5-160-16,0 3-32 0,0 1-16 0,-1 0 0 16,0 0-256-16,0-6-48 0,0-5-16 0,-1-3 0 15,1-1-304-15,0-4-64 0,1-2-128 0,0-5 192 16,1-3-192-16,1-4 0 0,0-1 0 0,-1-4 0 15,2-3-192-15,2-3 32 0,-1-1 0 0,1-5-12912 16</inkml:trace>
  <inkml:trace contextRef="#ctx0" brushRef="#br0" timeOffset="25311.63">8393 3344 12895 0,'-3'-3'576'0,"1"0"112"0,2 0-560 0,-1 1-128 15,1-1 0-15,0 1 0 0,0 2 1536 0,1-4 288 16,-1-2 48-16,2-2 16 0,2 0 32 0,2-5 16 16,2 1 0-16,0-1 0 0,2 1-496 0,3 0-96 15,-1 0-32-15,1 3 0 0,0 2-352 0,1 0-64 0,1 4 0 0,-15 3-16 16,0 0-352-16,48 8-64 0,-48-8-16 0,0 0 0 16,40 28-272-16,-40-28-176 0,0 0 192 0,28 36-192 15,-28-36 128-15,0 0-128 0,15 42 0 16,-13-30 0-16,-1 1 0 0,-3-1 0 0,-1 1 0 0,-1-3 0 15,-2 1 0-15,-1-1 128 0,-2-1-128 0,1-1 0 16,-2-1 240-16,-1 2-64 0,-2-4-16 0,-3 2 0 16,0-3-160-16,0-1 128 0,2 0-128 0,1-1 128 15,1-1-128-15,1-1 0 0,1-1 0 0,1 1 0 16,1-2 0-16,3 1 0 0,0 1 0 0,2 0 0 16,2 0-592-16,2-2-48 0</inkml:trace>
  <inkml:trace contextRef="#ctx0" brushRef="#br0" timeOffset="25755.3">8899 3297 15663 0,'5'-4'688'0,"-1"1"144"0,0 1-656 0,-3 0-176 0,0 1 0 0,-1 1 0 16,0 0 2112-16,1-2 384 16,0 0 64-16,1-1 32 0,-1 1-320 0,-1 0-64 0,-1-1-16 0,-2-1 0 15,0 3-784-15,-1-1-144 0,-2 2-48 0,-2-2 0 16,0 4-368-16,-4-2-80 0,0 2 0 0,-2 3-16 16,1 0-336-16,-2 0-64 0,1 2-16 0,1 0 0 15,1 2-192-15,1-1-144 0,0-1 192 0,3 2-192 16,2-2 128-16,1 0-128 0,1 0 0 0,2-2 0 15,1 0 0-15,2 2 0 0,2-4 0 0,2 2 0 0,0-1 0 16,-5-4 0-16,0 0 0 0,0 0 0 0,48 12 0 0,-48-12 0 16,0 0 0-16,46 4 0 15,-46-4 0-15,0 0 0 0,49 8 0 0,-49-8 0 16,0 0 192-16,50 11-192 0,-50-11 192 0,0 0-192 0,44 15 128 0,-44-15-128 16,0 0 0-16,0 0 0 15,0 0 256-15,0 0-48 0,25 33-16 0,-31-26 0 16,-3 1 48-16,-3 0 0 0,-3 2 0 0,-3 0 0 0,-3-1-240 0,-5 0 176 0,-3 3-176 0,-1-2 160 15,-1-1-160-15,3-2 0 0,2-1 0 0,5-1 0 16,3-2 0-16,2 0 0 16,4-1-144-16,2 1-19328 0</inkml:trace>
  <inkml:trace contextRef="#ctx0" brushRef="#br0" timeOffset="26892.42">11407 3126 4607 0,'0'-4'400'0,"0"-1"-400"0,0 2 0 0,0 1 0 16,0 1 1552-16,0 0 240 0,0-4 32 0,-1-2 16 16,1 0 848-16,-1-4 160 0,0 1 32 0,0-1 16 15,0 2-720-15,-1 0-160 0,0 0-32 0,-1 2 0 16,1 3-592-16,0 1-128 0,1 1-32 0,-1 4 0 16,0 0-464-16,-1 2-112 0,0 2-16 0,1 3 0 0,-1 2-144 0,0 6-48 15,0 4 0-15,0 8 0 0,1 6-144 0,0 3-48 16,-1 0 0-16,0 3 0 0,0-4-48 0,0-1-16 15,-1 0 0-15,0-2 0 0,1 0-64 16,1-3-128-16,0-4 176 0,1-4-176 0,2-4 0 0,-1-19 0 16,0 0 0-16,0 0 0 15,0 0-448-15,0 0-112 0,0 0-16 0,0 0-16176 0</inkml:trace>
  <inkml:trace contextRef="#ctx0" brushRef="#br0" timeOffset="27415.88">11323 3084 5695 0,'1'-2'128'0,"-1"-1"16"0,1 0 16 0,-1 2 0 16,1 0-160-16,-1 1 0 0,1 0 0 0,-1-2 0 0,2 0 1888 0,1-1 352 15,2-2 64-15,-1 1 0 16,3-1-496-16,-1 0-96 16,2 1-32-16,0-3 0 0,0 4-272 0,1-2-64 0,1 3-16 0,-1-1 0 0,1 3-176 0,-2 1-16 15,-2 1-16-15,2 3 0 0,-2-1-480 0,-6-4-112 16,0 0-16-16,0 0 0 0,0 0-144 0,30 43-48 31,-30-43 0-31,0 0 0 0,0 0-64 0,14 43 0 0,-14-43-16 0,0 0 0 16,0 0-240-16,8 36 144 0,-7-29-144 0,-1 0 128 15,1-1-128-15,-1-1 128 0,0-1-128 0,-1-1 128 0,1 2 272 0,-1-2 48 16,1-1 16-16,-2-2 0 0,1 2-112 0,-1-1-32 16,-1 1 0-16,-1 1 0 15,-1-1-96-15,-2 1-32 0,1 0 0 0,-4 2 0 16,2-1-192-16,-2 2 128 0,-1-1-128 0,0 1 0 16,-1 2 0-16,0-1 128 0,1 0-128 0,1-2 0 15,0 2 0-15,1-2 0 0,1 0 0 0,1-1 0 16,1 1 0-16,2-3 0 0,0 1 0 0,2-3 0 15,1 0 0-15,0 0 0 0,1-2 0 0,1-1 0 16,1 0 0-16,0-1 128 0,1-1-128 0,-1 0 0 0,2 1 0 0,-1-3 0 16,0 2 0-16,0 0 0 0,0 2 0 0,-1 0 0 15,-1 2 0-15,0 1 0 0,-1 0 0 0,-1 1 0 16,0 2 0-16,-1 0 0 16,0 2-1280-16,0-1-160 0,0 1-32 0,1 0-13456 0</inkml:trace>
  <inkml:trace contextRef="#ctx0" brushRef="#br0" timeOffset="28365.97">11717 3053 4607 0,'1'-7'400'0,"0"0"-400"16,0 2 0-16,0 3 0 0,-1-1 2128 0,0 3 352 0,1-2 64 0,0 0 16 15,-1 1-96-15,1-3-16 0,0 2 0 0,0-1 0 0,0 0-672 0,-1 3-144 32,0 0-32-32,0 0 0 0,-1 3-384 0,1 2-96 0,-1 0-16 0,0 4 0 15,1 3-240-15,-1 1-48 0,0 5-16 0,-1 3 0 0,-1 5-288 0,0 2-64 32,0 3-16-32,1 0 0 0,-1-2-160 0,0-1-16 0,-1-2-16 0,2-2 0 0,1-3-240 0,-1-1 128 15,0-2-128 1,1-4 0-16,1-4 0 0,0-1 0 15,1-2 0-15,0-2 0 0,1-2 0 0,-1-3-288 0,0-3 64 0,0-2 16 32,1 1-2320-32,0-6-464 0,1 1-80 0,0-3-10288 0</inkml:trace>
  <inkml:trace contextRef="#ctx0" brushRef="#br0" timeOffset="28842.66">11696 3079 9215 0,'-1'-5'400'0,"1"3"96"0,0-2-496 0,-1 3 0 0,1-1 0 0,1 2 0 15,0 0 1456-15,0-2 192 0,1 1 32 0,1-2 16 16,1 0 128-16,2-2 32 0,1 2 0 0,1-3 0 0,0 0-368 0,3 2-64 16,-1-3-16-16,0 2 0 0,2 0-176 0,-1 0-32 15,1 3-16-15,0 0 0 0,1-1-272 0,-1 4-48 16,-12-1-16-16,0 0 0 0,0 0-336 0,45 16-80 16,-45-16-16-16,0 0 0 0,0 0-272 0,31 31-144 15,-31-31 160-15,0 0-160 0,0 0 0 0,21 35 0 16,-21-35 0-16,0 0 0 0,0 0 0 0,0 0 0 15,0 28 0-15,-4-24 0 0,-1 0 0 0,-2-2 0 16,0 0 128-16,-2-1-128 0,-1 1 0 0,-1-2 128 16,-1 2-128-16,0-2 0 0,0-2 128 0,2 2-128 0,-1 0 0 15,1 0 0-15,2 0 256 0,0 0-32 0,2 2-16 0,0-1 0 16,2 1-16-16,1 0 0 0,0 0 0 0,1 0 0 16,2 1-192-16,0 0 128 0,1-1-128 0,2 0 0 15,2 0 160-15,0 1-160 0,-5-3 160 0,0 0-160 16,0 0 224-16,0 0-48 0,44 12-16 0,-44-12 0 15,0 0-160-15,37 7 192 0,-37-7-192 0,0 0 192 16,42 9-64-16,-42-9-128 0,0 0 192 0,41 15-64 16,-41-15-128-16,0 0 160 0,0 0-160 0,42 28 160 0,-42-28-32 15,0 0-128-15,0 0 192 0,0 0-64 0,0 0-128 16,9 38 160-16,-16-31-160 0,-1-1 160 0,-3 2 16 0,-2-1 0 16,-1 1 0-16,-3 1 0 0,-3-2-176 0,-2 3 0 15,0-1 144-15,-1 0-144 0,2-3 0 0,2 0 0 16,-1-3 0-16,3 0 0 0,1-3 0 0,1 0 0 15,3-1 0-15,0-3 128 0,3 1-288 0</inkml:trace>
  <inkml:trace contextRef="#ctx0" brushRef="#br0" timeOffset="38471.05">11772 10614 6447 0,'-2'-2'576'0,"1"2"-576"0,0-2 0 0,0 1 0 15,1 1 976-15,0 0 96 0,0-2 16 0,-1 2 0 16,0 0 944-16,0-2 192 0,-1 2 32 0,2 0 16 0,0 2-480 0,0-2-112 15,0 0-16-15,2 0 0 0,0 2-560 0,1-2-112 16,1 3-32-16,0-3 0 0,-4 0 64 0,0 0 0 16,0 0 0-16,0 0 0 0,37 0-224 0,-29-2-32 15,0 1-16-15,0-3 0 16,1 1-240-16,-1 1-64 0,1-1 0 0,0 1 0 0,-3-1-224 0,2 1-48 16,-2 0-16-16,1 0 0 0,-1 0-160 0,0 1 0 15,-6 1 0-15,0 0 0 0,0 0-256 0,0 0-48 16,0 0 0-16,0 0 0 15,0 0-1760-15,0 0-368 0,0 0-64 0,0 0-10736 0</inkml:trace>
  <inkml:trace contextRef="#ctx0" brushRef="#br0" timeOffset="38707.9">11845 10512 10127 0,'-2'0'448'0,"1"-2"96"16,0 2-544-16,0-2 0 0,1 2 0 0,-1 0 0 0,0 0 1104 15,1 0 112-15,-1 0 32 16,-1 2 0-16,-1-2 208 0,0 2 32 16,1-2 16-16,1 2 0 0,0 1-416 0,0 2-96 0,0 1-16 0,0 0 0 0,1 3-224 0,0 0-48 15,0 2-16-15,0 2 0 0,0 4-192 0,0 0-48 32,0 1 0-32,1-1 0 0,1 0-288 0,-1-1-160 0,1-2 160 0,1-2-160 31,0-2-528-31,0-3-208 0,-1 0-32 0,1-5-10880 0</inkml:trace>
  <inkml:trace contextRef="#ctx0" brushRef="#br0" timeOffset="39246.49">11942 10500 8463 0,'0'-1'176'0,"0"0"32"0,0 1 16 16,1-2 32-16,-1 2-256 0,1 0 0 0,-1 0 0 0,1 0 0 0,2 0 3216 0,0 0 592 0,0 2 112 0,2-2 32 16,1 1-1520-16,-2 0-288 0,1 1-64 0,-1-2-16 31,2 1-848-31,-1 1-160 0,0-2-32 0,0 0-16 0,0 2-480 0,0-2-80 16,1 0-32-16,-2-2 0 0,2 2-256 0,-2 0-160 15,1 0 192-15,0-2-192 0,-2 2 0 0,0 0 0 0,0 2 0 0,-1-2 0 0,-1 3 0 0,-1 1 0 31,-2-2 0-31,0 1 0 0,-1 0-176 0,0 2-32 16,-3-1-16-16,0 3 0 0,-2-2-96 0,1 4 0 16,-3-4-16-16,2 3 0 0,1-2 160 0,-1 1 48 15,2-2 0-15,1 0 0 0,1-1 128 0,1-1 0 16,1 1 0-16,0-1 0 0,2-2 0 0,-1-1 0 16,2-1 144-16,0 1-144 0,1-2 256 0,0-1-48 15,1 1-16-15,1-1 0 0,1 2 320 0,-1 0 48 0,3-1 16 0,-1 0 0 16,-6 2-128-16,0 0 0 0,0 0-16 0,0 0 0 15,0 0-256-15,46 9-48 0,-46-9-128 0,0 0 192 16,0 0-192-16,0 0 0 0,37 25 0 0,-37-25 0 16,0 0 0-16,0 0 0 0,0 0 0 0,0 0 0 15,19 34 0-15,-19-30 0 0,-1 1 0 0,0-1 0 16,-2 2 0-16,-1-3 0 0,-1 1 0 0,-1-2 0 16,0 1 0-16,-1-1 0 0,-1 1 0 0,0-3 0 15,1 0 0-15,-1 0-128 0,1 0 128 0,-1 0 0 16,3 0 0-16,-2 0-128 0,2 0 128 0,-1 0 0 15,2 2-640-15,0-1-64 0,1 0 0 0,1-1-16 16,1 0-1328-16,1 0-256 0,0 0-48 0,1 0-10864 16</inkml:trace>
  <inkml:trace contextRef="#ctx0" brushRef="#br0" timeOffset="39743.91">12195 10536 6319 0,'1'-2'560'0,"0"1"-560"0,0-1 0 0,0 2 0 16,0-2 0-16,-1 1 0 0,1 1 0 0,0-2 0 15,1 0 960-15,1-2 160 0,-2 1 32 0,2 0 0 16,-1 1 656-16,-1 0 144 0,0 2 32 0,0-2 0 16,-1 2 256-16,0-1 48 0,0 2 16 0,-1-1 0 0,0 2 48 15,-1 0 16-15,0-2 0 0,0 3 0 0,1 1-800 0,-2-1-160 16,0 0-48-16,0 1 0 16,0 1-592-16,0 1-112 0,0-1-16 0,0 2-16 15,0-1-368-15,0 2-64 0,1 2 0 0,0 0-16 0,1 1-176 0,0 1 0 16,1 0 0-16,-1 0 128 0,2 2-128 0,0-2 0 15,1 2 0-15,1-2 0 0,0-3-176 0,-3-9 176 16,0 0-160-16,0 0 160 0,0 0-160 16,0 0 160-16,0 0-160 0,0 0 160 0,48 10-160 0,-39-17 160 0,1-2-160 15,0-3 160-15,0 0 0 0,-1-2 0 16,1 0 0-16,-1 0 0 0,-1 1 128 0,-1-1-128 0,0 2 0 0,-3 0 0 16,1 1 0-16,-3-1 0 0,-2 2 0 0,-1 1 0 15,-2 2 0-15,-1 0 0 0,-4 4 0 0,-2-1 0 16,-2 4 0-16,-2 2 0 0,-1 2 0 0,-2 2 0 15,4 2 0-15,-3 0 0 0,0 2 0 0,-1 1-144 32,5-2-608-32,1-1-112 0,2-1-32 0,1 1-16560 0</inkml:trace>
  <inkml:trace contextRef="#ctx0" brushRef="#br0" timeOffset="43973.98">13698 4060 5519 0,'-1'-2'496'0,"0"2"-496"0,1 0 0 15,0-1 0-15,0 1 944 0,-1-1 80 0,0 1 32 0,0-2 0 16,-1 0 256-16,0 1 48 0,0-3 16 0,0 3 0 16,1-2-80-16,-1 2-16 0,1-1 0 0,0 1 0 15,0 1 80-15,0 0 16 0,0 1 0 0,1 1 0 16,-1-2-288-16,0 1-48 0,0 0-16 16,1 1 0-16,0-1-464 0,0 1-112 0,1 0 0 0,0-2-16 15,0 0-144-15,2 0-32 0,-1 0 0 0,1 0 0 0,1 0 192 0,-1-2 16 16,1 0 16-16,0 1 0 0,0-1 64 0,1 1 16 15,1 0 0-15,-1-1 0 16,1 1-112-16,-1 1 0 0,2-2-16 0,-3 2 0 0,1-2-304 0,-1 2-128 16,0 0 128-16,0 0-128 0,0 2 0 0,-1-2 0 15,-1 0 0-15,0 2 0 0,-1-1 0 0,-1 1 0 16,-1-1 0-16,-1 0 0 0,0 2 0 0,-2 1-144 16,-1-1 144-16,0 0 0 15,0 0-768-15,-1-2-64 0,0 2 0 0,-1 1 0 16,-1-2-64-16,1 0 0 0,-1 1-16 0,0-1 0 15,1-1 16-15,0 1 16 0,2-2 0 16,0 0 0-16,0 0 640 0,2 0 240 0,-1-2-176 0,0 2 176 0,2-1 128 0,0 1 112 0,1 0 16 0,1 0 16 16,0 0 416-16,0-2 80 0,1 2 0 0,1 0 16 15,1 0-16-15,0 0 0 0,1-2 0 0,-1 2 0 16,3-1-16-16,-2 1-16 0,2 0 0 0,0 0 0 16,0 0-256-16,0 0-48 15,-1 0-16-15,1 0 0 0,-1 0-160 0,1 0-16 16,-1 0-16-16,1 0 0 0,0 0-224 0,-1-2 0 0,-1 2 0 0,0-2 0 15,0 2-576-15,0-3-224 0</inkml:trace>
  <inkml:trace contextRef="#ctx0" brushRef="#br0" timeOffset="45002.6">13422 4001 12895 0,'-1'-5'576'0,"0"1"112"0,-1-1-560 0,1 3-128 16,0 0 0-16,0 2 0 0,0-1 1296 0,0 1 240 31,-2-2 32-31,1 0 16 0,-2 2 176 0,0 1 32 0,0 0 16 0,1 4 0 0,-1 0-400 0,1 1-96 15,1 2-16-15,-2 1 0 0,2-1-464 16,0 3-80 0,-1 1-32-16,1 1 0 0,2 0-144 0,-2-1-16 15,1 2-16-15,1-3 0 0,0 0-144 0,1-2-16 16,0 0-16-16,0-3 0 0,-1 0-368 0,2-1 0 16,-1 0 0-16,1-1 0 0,-1-1 0 0,0-1 0 15,0 1 0-15,0-3 0 0,0 0 0 0,-1-2 0 0,1 1 0 0,-1-3 0 16,1 1 0-16,-1-1 0 0,0-1 0 0,0 0 0 15,-1-2 0-15,2-2 0 0,-1 0 0 0,0-2 0 16,1-1 0-16,-1 0 0 0,1-1 0 0,0 0 0 16,1-1 0-16,0 2 128 0,-1 0-128 0,1 3 0 15,-1 0 0-15,1 1 0 0,-2 4 0 0,0-1 0 16,1 3 288-16,-1 0-16 0,0 4 0 0,0 0 0 16,0 3 192-16,-1-1 48 0,0 1 0 0,-1 2 0 15,0 3-320-15,-1 0-48 0,1-1-16 0,0 3 0 16,0 2 0-16,0-2 0 0,0 2 0 0,0 0 0 0,0 1-128 0,0-1 160 15,1 0-160-15,0-2 160 0,-1 1-160 0,0-2 0 16,1-2 0-16,-1-2 0 0,1 1 0 0,0-4 0 16,0 1 0-16,0-2 0 0,0 1 0 0,1-4 0 15,-1 0 0-15,0 0 0 0,1-2 0 0,-1-3 0 16,1 0 0-16,0 3 0 0,0-3 0 0,0-1 0 16,1-2 0-16,-1-2 0 0,1 1 0 0,0-2 0 0,-1 0 0 15,1-1 0-15,0 3 0 0,-1-2 0 16,1 3 0-16,-1-1 0 0,0 2 0 0,1 0 0 0,-1 4 128 15,1-2-128-15,0 0 0 0,0 3 0 16,0 1 0-16,0 0 0 0,0 1 0 0,-1 0 0 0,0 0 0 0,1 0 0 16,-1 0 0-16,0 0 0 0,0 0 0 15,0 1 0-15,0 0 0 0,0-1 0 0,0 2 0 16,0-1 0-16,0 1 0 0,-1 0 0 0,1 1 0 0,-1 1 0 16,1 1 0-16,-1 0 0 0,0 2 0 0,0 2 0 15,-1 1 0-15,1 0 0 0,-1-4 0 0,1 4 0 16,1-3 0-16,-2 2 0 0,0 1 0 0,0 0 0 15,0-1 0-15,1-2 0 0,1-2 0 0,-1 0 0 0,1-3 0 0,0-2 0 16,0 0 0-16,0 0 0 16,1-4 0-16,0 1 0 0,0-3 0 0,1 0 0 0,0 0 0 0,0 0 0 15,0-3 0-15,0-2 0 0,1 0 0 16,-1 0 0-16,0 1 0 0,0 1 0 0,-2-1 0 0,0 5 0 16,0-2 0-16,-1 3 0 15,-1 1 0-15,0-1 0 0,0 4 0 0,0 1 0 0,-1 2 0 0,1 2 0 16,-1-1 0-16,-1 2 0 0,1 3 0 0,0-1 0 0,0 1 0 0,0-2 0 15,1 4 0-15,-1-1 0 0,3 0 0 0,-2 1 0 16,2-1 0-16,-1-1 0 0,2 1 0 0,0-1-17728 16</inkml:trace>
  <inkml:trace contextRef="#ctx0" brushRef="#br0" timeOffset="47501.89">13688 6851 8783 0,'0'0'0'15,"0"0"0"1,1 0 0-16,-1 0 0 0,0 0 0 0,1 0 0 16,-1 0 0-16,0 0 192 0,2 3 0 0,-1-3 16 0,1 2-16 0,-1-2 0 15,0 2 0-15,0-2 48 0,0 1-448 0,-1 1-96 16,0 0-16-16,0-2 32 0,1 1-48 0,-1 1-16 15,0 0 0-15,0-2 32 16,0 1 320-16,-1-1 0 0,2-1 160 0,-1 1-16 16,0 0 624-16,0 0 128 0,1-2 32 0,-1 2 32 0,0 0 288 0,1 0 64 15,-1-2 16-15,0 1 16 0,0 1-160 0,-1 0-32 16,1 0-16-16,-1 0 32 0,1 0-432 0,-1 0-96 16,1 1 0-16,-1 1 0 0,1 0-384 0,-1-2-64 15,1 2-32-15,0-2 32 0,-1 2-48 0,1 1 0 16,0-1 0-16,0-2 48 0,0 0 48 0,0 1 16 0,1-1 0 0,-1 0 16 15,1 2 80-15,-1-4 16 0,0 1 0 0,0-1 0 32,1 0 192-32,-1 1 32 0,1-1 16 0,-1 1 0 15,1 0 0-15,-1-1 0 0,1 2 0 0,-1 0 0 0,1 0-160 0,-1 0-16 16,0 0-16-16,1 2 0 0,0-1-288 0,0 0-128 0,1 1 128 0,0-1-128 16,0 1 0-1,0 0 128-15,0-1-128 0,0 1 0 16,1-2 0-16,1 1 0 0,0 0 128 0,0-1-128 0,0-1 0 0,0 0 0 15,-1-1 0-15,2 1 0 0,-1-1 896 0,-1 2 112 16,0-2 16-16,1 1 0 0,-1-1-816 0,-2 2-208 16,2 0 0-16,-2 0 0 0,0 0 0 0,0 0 0 15,-1 2 0-15,0-2 0 0,-1 1 0 0,0-1 0 16,-1 2 0-16,0 0 0 0,1-2 0 0,-2 3 0 16,0-3 0-16,-1 1 0 0,1 0 0 0,-2 1 0 15,0-2 0-15,1 0 0 0,-1 1 0 0,0-2 0 16,1 1 0-16,0-2 0 15,-1 2-816-15,1-2-192 0,-1-1-32 0,1 1-16 0,1-3 864 0,-1 3 192 0,0-2 0 0,1 1 0 16,0 0 128-16,0 1 0 16,0 0-128-16,1-1 192 0,1 1-48 0,1 0-16 0,-1 1 0 15,1 1 0-15,1 0 48 0,-1 0 0 0,1 0 0 0,1 0 0 16,1 0 96-16,0 0 32 0,1-2 0 0,2 2 0 16,0 0 272-16,0-1 48 0,2 0 16 0,-8 1 0 15,0 0-208-15,0 0-48 0,33-2 0 0,-25 0 0 16,2 1-96-16,-1-1-32 0,-1 1 0 0,0 1 0 15,-8 0-128-15,0 0-128 0,26-6 192 0,-20 3-192 16,0 1 128-16,-1-1-128 0,-1 1 0 0,0 0 0 16,-2 0 0-16,-1 1 0 0,-1-1 0 0,-1 2 0 0,0 0 0 0,-3 0 0 15,-2 2 0-15,-2-1 0 0,0 3 0 0,-4-2-304 16,1 3 64-16,-2 0 16 16,0-1-192-16,0 2-32 0,1-3-16 0,0 0 0 0,1 2 224 0,1-2 48 15,1-1 16-15,0-2 0 0,2 2 176 0,0-2 0 16,2 0 0-16,0-2 0 0,1 2 0 0,1-2 0 15,1 0 0-15,0 1 0 0,0-1 0 0,1 0 0 16,0 1 0-16,0-1 0 0,0 0 0 0,1 2 144 16,0-2-144-16,0 2 0 0,0-2 192 0,1 2-192 15,-1 0 192-15,1 0-192 0,0 2 256 0,0-2-48 0,2 0-16 16,-1 0 0-16,1 2 64 0,-1-2 16 0,3 0 0 16,0 2 0-16,0-2 48 0,2 0 0 0,-7 0 0 15,0 0 0-15,0 0-64 0,31 0-16 0,-23-2 0 0,-2 2 0 16,1-2-240-16,-1 2 144 0,0-2-144 0,-2 1 128 15,0 1-128-15,-1 0 0 0,-2 0 0 0,0 0 0 16,-2 0-272-16,0 0-96 0,-1 0-16 0,0 1 0 16,-1-1-1696-1,1 2-352-15</inkml:trace>
  <inkml:trace contextRef="#ctx0" brushRef="#br0" timeOffset="48133.65">13055 6881 9215 0,'-2'-6'816'0,"1"1"-656"15,0 3-160-15,1-3 0 0,0 3 1504 0,-1 0 272 16,1 1 48-16,-1-1 16 16,-1 0 704-16,-1-3 144 15,0 0 16-15,-1 3 16 0,-1 0-48 0,-1 4-16 0,2-1 0 0,-2 3 0 32,1 3-2656-32,-2 0-512 0,2 2-128 0,-1 1 0 0,0 2 640 0,2-2 0 0,0 3 0 0,1-3 0 15,2 2 0-15,1-1 0 0,0 1 0 0,1-2 0 0,-1-10 0 0,0 0 0 0,0 0 0 16,0 0 0-16,0 0 160 0,34 33-32 15,-34-33-128-15,0 0 192 0,0 0-16 0,40-5-16 0,-29 1 0 0,0-4 0 32,-1 2-160-32,1-2 0 0,-1-2 0 0,1-1 0 0,0-4 0 0,-2 1 0 0,0 0 0 0,0 0 0 15,-2 0 0-15,0 0 0 0,-2 2 0 16,-1-4 0 0,-1 3 0-16,-2-1 0 0,-2 2 0 0,-1 0 128 15,-1 3-128-15,-1-1 0 0,-3 1 0 0,-1 0 0 16,-3 1 0-16,1 4 128 0,-2-1-128 0,-1 4 0 15,0 2 0-15,0 1 0 0,1 3 128 0,1-3-128 16,2 5 0-16,1-3 0 0,3 2 0 0,-1-1 128 0,3 2-128 0,1 0 0 16,2 0 0-16,0 0 0 0,3-3-320 0,0 2 64 15,2-2 16-15,-5-4-14784 16</inkml:trace>
  <inkml:trace contextRef="#ctx0" brushRef="#br0" timeOffset="48340.33">13255 6904 17503 0,'-3'2'768'0,"2"-2"176"0,0 0-752 0,0 0-192 0,0 0 0 0,1 0 0 15,-1 0 2000-15,0 0 368 0,0-2 80 0,0 2 16 16,0-2-128-16,1 2-32 0,1 0 0 0,-1 2 0 16,2 0-1520-16,-1 0-304 0,2 3-64 0,0 2-16 15,-3-7-16-15,0 0-16 0,0 0 0 0,17 40 0 16,-17-40-176-16,0 0-16 0,12 34-16 0,-12-34 0 31,0 0-544-31,0 0-96 0</inkml:trace>
  <inkml:trace contextRef="#ctx0" brushRef="#br0" timeOffset="48702.28">13370 6759 4607 0,'-4'-5'400'0,"1"3"-400"16,1-1 0-16,1 3 0 0,0 0 3248 0,0 0 560 15,1 0 112-15,-1 1 32 0,-2 2-368 0,-1 0-64 16,-1 2 0-16,0 2-16 0,0-1-1776 0,1 2-368 16,-1 2-64-16,0-2-16 0,2 0-688 0,-1 2-144 15,1-2-16-15,0 1-16 0,2 0-96 0,1-1-32 0,0-1 0 16,0 2 0-16,3-2-80 0,-3-7-16 0,0 0 0 0,0 0 0 16,0 0-48-16,0 0-16 15,34 32 0-15,-34-32 0 0,0 0-128 0,0 0 0 0,39 16 0 0,-39-16 0 16,0 0 0-16,0 0 0 0,39 18 0 0,-39-18 0 15,0 0 0-15,0 0 0 0,0 0 0 0,0 0 0 16,30 31 0-16,-30-24 0 0,-3 1 0 0,-1 1 0 16,-2-1 0-16,-1 1 0 0,-2 1 0 0,-1 1 0 15,0-2 0-15,-1 1 0 0,0-1 0 0,-2 1 0 16,-2-1 0-16,-1 1 0 0,-1-1 0 0,1-1 0 16,1-2 0-16,0-1 0 0,2-5 128 0,2 0-128 15,1-2 0-15,0-3-144 0,3-2 144 0,1-2-208 16,2-5-1920-16,0-4-384 0</inkml:trace>
  <inkml:trace contextRef="#ctx0" brushRef="#br0" timeOffset="48829.38">13291 6749 2751 0,'3'-2'256'0,"-2"0"-256"15,0 2 0-15,-1 0 0 0,1 2 3392 0,2-2 624 16,3 0 128-16,2 0 16 0,-8 0 16 0,0 0 0 16,0 0 0-16,41 17 0 0,-41-17-1952 0,0 0-400 15,0 0-80-15,0 0-16 0,44 21-1232 0,-44-21-256 16,0 0-48-16,0 0-17728 15</inkml:trace>
  <inkml:trace contextRef="#ctx0" brushRef="#br0" timeOffset="51282.56">13722 8523 4607 0,'-1'0'400'0,"0"0"-400"0,0 0 0 0,1 0 0 16,-1 0 1040-16,1 0 128 0,-1 0 32 0,0 0 0 15,-2 0 448-15,0 0 80 0,1 0 32 0,0 0 0 0,0 0-448 0,1 0-96 16,-1 0 0-16,0 0-16 0,1 2-96 0,-1-1-16 16,1 1 0-16,0 0 0 0,0 0-160 0,0 0-32 15,1 1-16-15,0-3 0 16,0 2-80-16,1-1-16 0,0 1 0 0,0-2 0 0,1 0-16 0,1 0 0 16,-1 0 0-16,1-3 0 0,1 1 64 0,1-1 16 15,-1 0 0-15,1 0 0 0,1 0-192 0,-2-2-32 16,2 2-16-16,-1-1 0 0,1 2-256 0,-1-1-48 15,0 1-16-15,0 0 0 0,-2 0-288 0,0 2 128 0,1 0-128 16,-2 0 0-16,0 0 0 0,-1 0 0 0,0 0 0 0,-1 2 0 16,-1-2 0-16,1 1 0 0,-2 0 0 0,-1 1 0 15,-1 1 0-15,0-1 0 0,0-1 0 0,-1 1 0 16,1 0 0-16,-2 0 0 0,0 1 0 0,0-3 0 16,-1 2-208-16,1-2 48 0,0 1 16 0,2-2 0 15,-1 1 144-15,1-2-192 0,1 2 192 0,-1 0-192 16,2 0 192-16,-1 0 0 0,1 0 0 0,0 0 0 15,0 0 0-15,0 0 0 0,1 2 0 0,-1-2 128 16,1 1-128-16,0 1 0 0,0 0 0 0,0-1 0 16,1 0 224-16,0 1 32 0,0 1 0 0,1-2 0 0,0 1-80 15,0 0-16-15,1-1 0 0,0 0 0 0,1-1-32 0,0-1-128 16,3 0 192-16,-1-1-64 0,1-1 64 0,1 0 16 16,-1 0 0-16,2 0 0 0,-2 0-64 0,1-1-16 15,0 1 0-15,-1 1 0 0,-1 0-128 0,0 1 0 16,-2 1 0-16,0 0 0 0,-1 0 0 0,-1 0 0 15,-1 0 0-15,-1 1 0 0,-1 1 0 0,-1-1 0 16,-1 2 0-16,-1 0 0 0,0-1 0 0,-2 1 0 16,1-1 0-16,-3 0 0 0,0 1 0 0,-1 0 0 15,1 1 0-15,-2-3 0 0,2 0 0 0,1 1 0 0,0-2 0 0,1 0 0 16,1 0 0-16,2-2 0 0,-1 1 0 0,2 0 0 16,0-2 0-16,2 2 0 0,0 0 128 0,1 1-128 15,1-2 0-15,1 1 0 0,1 1 0 0,0-2 0 16,1 2 144-16,0-1 0 0,1 2 0 0,1-1 0 15,-1 2 16-15,1-2 0 0,0 1 0 0,0 1 0 16,-1-1-160-16,2 0 0 0,-2 2 0 0,-5-3 128 16,0 0-128-16,0 0 0 0,0 0 0 0,0 0 0 15,0 0-128-15,38 4-16 0,-33-4 0 0,0 0-18464 16</inkml:trace>
  <inkml:trace contextRef="#ctx0" brushRef="#br0" timeOffset="52044.79">13000 8569 3679 0,'-2'-3'320'0,"1"1"-320"15,0 1 0-15,0-2 0 0,1 1 1552 0,0 1 240 32,1 0 64-32,-2-1 0 0,0-3 864 0,0-2 176 0,-1-1 48 0,0 2 0 0,1-1-704 0,0 2-144 0,1 0-32 0,-1 2 0 15,-1 1-800-15,1 0-176 0,0 2-16 0,0 0-16 16,0 0-544-16,0 1-96 0,1 0-32 0,-2 2 0 16,1 1-144-16,0 0-48 15,1 2 0-15,-2-1 0 0,1 1 48 0,-1 3 0 0,-1 2 0 0,1 1 0 31,0 3 0-31,0-1 0 0,0 1 0 0,-1-2 0 0,2 3-240 0,0 1 128 0,0-1-128 0,1-1 0 32,1-2 0-32,1-1 0 0,0-2 0 0,1-3 0 15,0-2 0-15,3-3 0 0,-1 0 0 0,1-4 0 16,0-2 0-16,-1-2 0 0,2-2 0 0,-2 0 0 16,2-2 0-16,-2-1 0 0,2-1 128 0,-2-2-128 0,1 0 0 0,0-1 176 15,0-1-176-15,-1-4 160 0,0 4-160 16,-2 0 0-16,0-1 0 0,-1 0 0 0,-1 1 0 15,-2 2 0-15,1 2 0 0,0 0 0 0,-2 2 0 0,-2 3 0 16,-2 2 0-16,0 3 0 0,-1 2 0 0,0 0 0 16,0 5 0-16,-2-2 0 0,3 3 0 0,-2-1 0 15,2 2 128-15,0 0-128 0,2 0 0 0,0-2 0 16,1 2 0-16,1-2 128 0,1-2-128 0,1 1 0 16,2-2 0-16,1-2-10944 15,2 0-2096-15</inkml:trace>
  <inkml:trace contextRef="#ctx0" brushRef="#br0" timeOffset="52277.67">13128 8623 19343 0,'-1'1'848'0,"1"-1"192"0,0 0-832 0,0 0-208 0,0 0 0 0,0 0 0 15,0 0 2224-15,0-1 400 0,1 0 64 0,-1 1 32 16,2-2-672-16,0 2-128 0,1 2-16 0,-1-2-16 15,1 3-1312-15,-2 2-256 0,2-1-48 0,0 3-16 16,-3-7-256-16,0 0 0 0,0 0 0 0,12 33 0 0,-12-33 0 0,0 0 0 16,0 0 0-16,0 0 0 15,14 31-1472-15,-11-30-208 0</inkml:trace>
  <inkml:trace contextRef="#ctx0" brushRef="#br0" timeOffset="52626.47">13239 8487 11967 0,'0'0'1072'0,"0"0"-864"0,0-2-208 0,1 2 0 15,-1 0 1968-15,1 0 336 0,1 0 80 0,-1 0 16 16,3-2 448-16,1 1 96 0,1-1 0 0,1 0 16 16,-1-1-1584-16,2-1-320 0,-1 1-64 0,1 1-16 15,0-2-400-15,-1 3-64 0,1-1-32 0,-2 0 0 16,-6 2-128-16,0 0-32 0,0 0 0 0,0 0 0 15,0 0-320-15,0 0 0 0,0 0 0 0,30 33 128 16,-31-24-128-16,-1-2 0 0,-1 4 0 0,-1 0 0 16,-1 0 0-16,0 1 0 0,0 0 0 0,-2 0 0 15,0 0 0-15,-1 2 0 0,-2-2 0 0,2 0-128 16,0 0 128-16,-2 0 0 0,3-1 0 0,0 0 0 16,3-3 0-16,1-1 0 0,2 1 0 0,1-4 0 15,1 1 0-15,2-3 0 0,0 1 0 0,2-2 0 0,1 0 0 0,1-2 0 16,0 0 0-16,1-2 0 0,-1-2 288 0,2 1-16 15,-1-1 0-15,1-2 0 0,0 0-144 0,0 1-128 16,-1 0 192-16,0 0-192 0,0 0 0 0,-1 1-304 16,-1 1 48-16,1-1-16832 15</inkml:trace>
  <inkml:trace contextRef="#ctx0" brushRef="#br0" timeOffset="53049.99">13442 8440 16575 0,'-1'-2'736'0,"0"0"160"0,0 1-720 0,1 1-176 0,-1 0 0 0,0 0 0 15,0 0 2144-15,0 0 400 0,0 1 80 0,-3 1 0 16,0 0-384-16,0 0-96 0,0 1-16 0,0 1 0 16,1-1-1088-16,1 1-208 0,0 1-64 0,0 0 0 15,1-1-64-15,0 2-32 0,1 0 0 0,0 2 0 16,2-2-352-16,-1 0-64 0,1 1 0 0,0 0-16 15,-2-7-240-15,0 0 128 0,0 0-128 0,0 0 0 0,20 35 0 16,-20-35 0-16,0 0 0 0,0 0 0 0,0 0 0 0,25 34 128 16,-25-34-128-16,0 0 0 0,0 0 0 0,0 0 128 15,21 35-128-15,-21-35 0 0,0 0 0 0,0 0 128 16,0 0-128-16,20 36 0 0,-20-36 0 0,0 0 176 16,0 0-176-16,0 0 160 0,0 0-160 0,16 30 192 15,-15-25-192-15,0 0 192 0,-1-1-192 0,-1 1 0 16,0-1 0-16,-1 0 0 0,-1 3 128 0,-2-3-128 15,1 2 0-15,-1 0 128 0,-1-1-128 0,0 2 0 16,-2-2 0-16,1 0 128 0,-1-1-128 0,-1 1 0 0,-1 1 0 16,-1 0 0-16,-1-1 0 0,1-1 0 15,-1-1 128-15,2 0-128 0,-1-3 0 0,1-1 0 0,2-2 0 0,0-1-176 32,2-5-1296-32,1-3-256 0,2-3-48 0,3-3-14704 0</inkml:trace>
  <inkml:trace contextRef="#ctx0" brushRef="#br0" timeOffset="53208.69">13393 8454 13823 0,'1'2'608'0,"-1"-2"128"0,1 0-592 0,0 0-144 0,-1 1 0 0,0-2 0 15,2 1 2560-15,0 0 464 0,2-2 112 0,1 0 0 16,3-1 384-16,1-2 80 0,1-1 16 0,2-2 0 0,0 1-2208 0,1-2-432 16,0-1-80-16,0 1-32 15,-1 2-592-15,0-1-112 0,-1 2-32 0,-2 3 0 0,0 0-128 0,-9 3 0 16,0 0 0-16,0 0-18608 15</inkml:trace>
  <inkml:trace contextRef="#ctx0" brushRef="#br0" timeOffset="61293.63">23978 10358 19343 0,'-2'0'1728'0,"1"0"-1392"16,1 0-336-16,0 0 0 0,0 0 848 0,0 0 112 15,0 0 0-15,0 0 16 0,19-5 1168 0,-9 3 224 16,4-3 64-16,2 3 0 0,2-3-576 0,2 0-96 15,3 1-32-15,3-2 0 0,2 0-672 0,3 1-144 16,-2-1-16-16,1 2-16 0,-1-1-560 0,-2 1-96 16,0 0-32-16,-2 1 0 0,-1 1-192 0,-2 1 0 15,-3-1 0-15,-19 2 0 0,31-2 0 0,-31 2 0 0,23-2 0 0,-23 2 0 32,0 0-928-32,21-1-128 0,-21 1-32 0</inkml:trace>
  <inkml:trace contextRef="#ctx0" brushRef="#br0" timeOffset="61501.94">24315 10292 27647 0,'1'-3'1216'15,"1"1"256"-15,0 0-1168 0,-1 1-304 0,1 1 0 0,-2 0 0 0,0 0 1120 0,0 0 160 16,0 0 48-16,0 0 0 0,0 0-304 0,0 0-48 16,0 0-16-16,0 0 0 0,17 34-320 0,-17-34-80 15,-8 24-16-15,8-24 0 0,-13 30-320 0,4-14-64 16,0 2-16-16,0-1 0 0,-1-1-144 0,2 0 0 15,1-1 0-15,7-15 0 0,-11 26-160 0,11-26 160 16,0 0 0-16,0 0-144 16,0 0-1040-16,0 0-208 0</inkml:trace>
  <inkml:trace contextRef="#ctx0" brushRef="#br0" timeOffset="61689.12">24525 10242 27647 0,'2'0'2448'0,"1"0"-1952"0,0 0-496 0,-1 0 0 16,-2 0 960-16,0 0 80 0,0 0 32 0,0 0 0 15,0 0 336-15,31 2 64 16,-31-2 0-16,20 0 16 0,-20 0-992 0,0 0-208 0,22-2-32 0,-22 2-16 31,0 0-1136-31,0 0-240 0</inkml:trace>
  <inkml:trace contextRef="#ctx0" brushRef="#br0" timeOffset="61879.07">24565 10336 23951 0,'0'0'1056'0,"0"0"224"0,0 0-1024 0,0 0-256 16,0 0 0-16,0 0 0 15,0 0 1840-15,0 0 304 0,0 0 64 0,0 0 16 0,0 0-672 0,0 0-128 16,-5 32-16-16,5-32-16 0,-10 21-816 0,10-21-176 0,-12 23-16 15,5-11-16-15,1 0-240 0,-1 0-128 16,1 0 128-16,6-12-128 0,-10 17 0 0,10-17-128 0,0 0 0 0</inkml:trace>
  <inkml:trace contextRef="#ctx0" brushRef="#br0" timeOffset="62496.35">24688 10307 25791 0,'0'0'2304'0,"1"1"-1856"0,0-1-448 0,-1 2 0 0,-1-2 1344 16,0 1 160-16,0 3 32 0,1-4 16 15,0 0 0-15,-7 17 0 0,7-17 0 0,-9 17 0 0,9-17-1088 0,-10 21-208 16,10-21-64-16,-8 18 0 0,8-18-192 0,-8 17 0 31,8-17 0-31,0 0 0 0,0 0 0 0,0 0 0 16,-6 25 0-16,6-23 0 0,0 0 0 0,0-2 0 15,0 0 0-15,1-3-160 0,-1 1-16 0,0 0 0 16,1-1 0-16,1-1 0 16,0 1-352-16,0-4-80 0,1 2-16 0,0-2 0 0,0 1 112 0,2-2 32 15,0-1 0-15,1-1 0 0,0-1 480 0,1-1 0 0,1 2-128 0,1-2 128 16,-1-1 0-16,0 2 208 0,2 0-32 0,0 1-16 16,0 3 288-16,0-1 48 0,0 2 16 0,-2 1 0 15,1 0 160-15,-1 4 32 0,-1 0 16 0,-7 1 0 16,0 0-48-16,0 0-16 0,0 0 0 0,0 0 0 15,0 0-352-15,0 0-80 0,0 0-16 0,0 0 0 16,27 31-208-16,-27-31 144 0,0 0-144 0,-8 30 128 16,8-30-128-16,-10 19 0 0,4-7 0 0,-2 0 0 0,-1 1 0 0,0-1 0 15,0-1 0-15,1-1 0 0,1-2 0 0,1 0 0 16,1-1 0-16,1 0 0 16,1-3 0-16,1-1 0 0,1-2 0 0,1-1 0 0,1-1-160 0,0-1 160 15,2-1-208-15,1-1 80 16,-1-1-432-16,3-1-80 0,0 0 0 0,1-1-16 15,-2-1-304-15,2 0-64 0,1-1-16 0,1-2 0 16,0-1 384-16,0 0 80 0,1-2 0 0,0 0 16 0,0 0 176 0,-1 0 48 16,1 0 0-16,0 2 0 0,-1 2 336 0,-1 3 0 15,0 1 0-15,-1 3 0 0,-1 0 416 0,-3 3 208 16,-3 0 32-16,0 0 16 0,0 0 560 0,0 0 112 0,0 0 32 0,0 0 0 16,10 39-656-16,-10-39-128 0,0 0-16 0,-8 34-16 15,8-34-368-15,-8 24-64 0,8-24 0 0,-9 22-128 16,9-22 128-16,-8 19-128 0,8-19 0 0,-9 19 0 15,9-19 0-15,-8 16 0 0,8-16 0 0,-9 15 0 16,5-6-192-16,-1-4-64 0,1 2 0 0,1-3 0 16,1 1-1312-1,0-2-272-15</inkml:trace>
  <inkml:trace contextRef="#ctx0" brushRef="#br0" timeOffset="62874.88">24937 10408 23951 0,'1'0'2128'0,"1"0"-1696"0,-2 0-432 0,0 0 0 0,0 0 1600 0,0 0 256 15,0 0 32-15,0 0 16 0,19-2-368 16,-10 1-80-16,0-1-16 0,2-1 0 0,-1 1-816 0,1 0-176 16,-2-2-16-16,0 0-16 0,-1 2-256 0,-1-2-160 15,0-1 192-15,0 2-192 0,-1-1 0 0,-1-3 0 16,1 2 0-16,-3-2 0 0,1 0-128 0,0-1-96 0,-1-1-16 15,1-3 0-15,-1-2 48 0,0 0 16 0,0-1 0 0,-2-1 0 16,1 2 176-16,-2 0 176 16,0 4-48-16,-2 3 0 0,0 2 160 0,-1 3 32 0,-2 2 0 0,0 0 0 15,-1 4 160-15,0 2 32 0,0 1 16 0,-1 4 0 16,-1 0-144-16,0 4-48 0,-1 2 0 0,-1 0 0 16,0 2-80-16,0 2 0 0,-1-4-16 0,0 2 0 15,0-2-32-15,1-1 0 0,0 0 0 0,1-1 0 16,0 1 32-16,2-3 0 0,0 0 0 0,7-13 0 15,-7 22-16-15,7-22 0 0,0 0 0 0,0 0 0 16,0 0-96-16,0 0-128 0,24 37 176 0,-24-37-176 0,25-2 128 16,-10-3-128-16,2 1 0 0</inkml:trace>
  <inkml:trace contextRef="#ctx0" brushRef="#br0" timeOffset="66051.82">16164 10052 13823 0,'2'-2'1216'0,"0"0"-960"16,-1 2-256-16,-1-1 0 0,0 1 1344 0,1 0 240 15,0-2 32-15,1-1 16 0,1-1 112 0,-1 0 32 16,1 0 0-16,-2 2 0 0,1 0-816 0,-1 0-144 15,0 2-48-15,0-2 0 0,1 2-224 0,-1 0-48 16,-1 0-16-16,0 0 0 16,0 0 48-16,0 0 16 0,0 0 0 0,0 0 0 0,0 0-96 0,0 0-32 15,0 0 0-15,0 0 0 0,0 0-96 0,0 0-32 0,0 0 0 0,17 38 0 16,-17-38-16-16,0 0 0 0,-1 28 0 0,1-28 0 16,-3 23-80-16,0-11-32 0,0 0 0 15,0 2 0-15,1-1-160 0,-1 0 0 0,3-13 0 0,-5 19 0 16,5-19 0-16,-2 14 0 0,1-9 0 0,0 0 0 15,1-5 0-15,0 2 0 0,-1-4 0 0,1 2 0 16,1-5 0-16,0 1 0 0,0-1 0 0,0-2 0 16,1 0-256-16,-1-1 64 0,2-1 0 0,-2-2 16 15,1 1-272-15,0-1-64 16,-2 0-16-16,1-1 0 0,0 0 400 0,-1 1 128 0,0 1 0 0,-1-1 0 16,1 2 0-16,-1 1 0 0,1 2 0 0,-1 0 0 15,1 3 320-15,-1 1 0 0,0 2 16 0,0 2 0 0,0 1 192 0,0 0 48 16,0 3 0-16,-1 0 0 15,2-6-224-15,0 0-32 0,-3 30-16 0,3-30 0 0,0 25-128 0,0-25-32 16,0 25 0-16,0-25 0 0,0 0-144 0,2 38 0 16,-2-38 0-16,0 0 0 15,5 30 0-15,-5-30 0 0,0 0 0 0,0 0 0 0,0 0 0 0,0 0 0 0,0 0 0 0,0 0 0 16,0 0 0-16,0 0 0 0,0 0-144 0,0 0-17072 31</inkml:trace>
  <inkml:trace contextRef="#ctx0" brushRef="#br0" timeOffset="66593.6">16212 10397 2751 0,'-2'-1'256'0,"1"-1"-256"0,-1-1 0 0,2 3 0 16,-1 0 2032-16,0 0 352 0,0 0 80 0,-1-2 16 15,-1 1 576-15,-1 0 112 0,0 0 32 0,-1 1 0 16,1 0-864-16,0 0-160 15,1 0-48-15,0 1 0 0,1 0-768 0,1-1-144 0,1 3-48 0,0-3 0 16,0 1-320-16,0-1-64 0,0 0-16 0,0 0 0 16,0 0-304-16,0 0-64 0,0 0-16 0,0 0 0 15,0 0-128-15,0 0-48 0,0 0 0 0,35 28 0 16,-35-28-80-16,0 0-128 0,0 0 176 0,28 28-176 16,-28-28 128-16,0 0-128 0,0 0 0 0,28 31 0 15,-28-31 0-15,0 0 0 0,0 0 0 0,0 0 0 0,28 28 144 16,-28-28-144-16,0 0 0 0,0 0 144 15,0 0-144-15,0 0 128 0,0 0-128 0,0 0 128 0,0 0-128 0,0 0 0 16,0 0 0-16,19 31 128 0,-21-29-128 0,-2 3 0 16,0-2 144-16,0 1-144 0,-1 1 0 0,-1 1 0 15,-1 0 0-15,1-1 128 0,-1 0-128 0,0 2 0 16,-1-3 0-16,0 1 0 0,1 0 0 0,-3-1 0 16,0-1 0-16,-1 0 0 0,1-1 0 0,-1-4 0 0,0-1 0 15,0-2 0-15,2 1 0 0,0-4 0 0,0 2 0 0,2-2 0 31,1-2-1072-31,-1-1-176 0,1 1-32 0,0-2-15712 0</inkml:trace>
  <inkml:trace contextRef="#ctx0" brushRef="#br0" timeOffset="66799.94">16131 10403 911 0,'4'-7'0'0,"-2"2"0"0,0 0 0 0,0 3 0 15,0 0 1840-15,-2 0 272 0,1 1 64 0,2-1 16 16,1-3 1280-16,1-1 256 0,1 0 48 0,1 2 16 0,-7 4-640 15,13-7-128 1,-13 7-16-16,0 0-16 0,0 0-944 0,32-3-176 0,-32 3-32 0,0 0-16 0,0 0-1136 0,37 2-240 16,-37-2-32-16,0 0-16 15,30 0-256-15,-30 0-144 0,0 0 160 0,0 0-160 16,39 3 0-16,-39-3 0 0,0 0 0 0,0 0 0 0,0 0 0 0,34 8-288 16,-34-8 64-16,0 0-18016 0</inkml:trace>
  <inkml:trace contextRef="#ctx0" brushRef="#br0" timeOffset="68617.36">18480 10069 4607 0,'0'0'400'0,"0"0"-400"0,0 0 0 0,0 0 0 16,0 0 1584-16,0 0 224 0,0 0 48 0,0 0 16 15,12-5 752-15,-10 3 160 0,1-1 32 0,0 1 0 16,0 0-1024-16,-1 1-208 0,-2 1-48 0,2-2 0 16,-1 1-384-16,-1 1-96 0,0 0-16 0,-1 1 0 15,1-1-464-15,-1 2-80 0,1-2-32 0,0 0 0 16,-6 11-16-16,6-11-16 16,-6 12 0-16,4-6 0 0,-2 1-208 0,1 1-32 0,0 0-16 0,1-2 0 15,2-6-176-15,-6 16 0 0,6-16 0 0,0 0 0 16,-4 19 0-16,3-16 0 0,1-3 0 0,0 0 0 0,0 0 0 0,0 0 0 15,0 0 0-15,0 0 0 0,0 0 0 0,0 0 0 16,0 0 0-16,0 0 0 0,0 0 0 0,14-6 0 16,-12 3 0-16,-1 0 0 15,1 0 0-15,-2 0 0 0,1 1 0 0,0 0 0 0,-1 0-192 0,1-1 192 16,-1-1-160-16,-1 1 160 16,2-1-448-16,-1-1 16 0,1 1 0 0,-1-2 0 0,2-1 288 0,-1 0 144 15,0-2-160-15,0 1 160 0,1 1 0 0,0-1 0 16,0 0 0-16,-1 3 160 15,1-2 256-15,-1 4 48 0,-1 1 16 0,1 2 0 16,-1 0 224-16,0 0 32 0,0 0 16 0,0 0 0 0,0 0-144 0,0 0-32 0,-2 26 0 0,2-26 0 16,0 0-256-16,-5 28-64 0,5-28-16 0,-4 24 0 15,4-24-240-15,-3 22 0 0,3-22 0 0,-4 24 0 32,4-24 0-32,-4 21 0 0,4-21 0 0,0 0 0 0,-3 23 0 0,3-23 0 0,0 0 0 0,0 0 0 15,0 0 0-15,0 0 0 0,0 0 0 0,0 0 0 16,0 0 0-16,0 0 0 15,18-12 0-15,-14 3 0 0,-1 0 0 0,1-1 0 0,-1 0 0 0,1-1 0 0,-2 1-192 0,0-2 192 16,0 1-192-16,-1-1 192 16,0 1-128-16,-1 0 128 0,0 2 0 0,0 0 0 0,0 3 0 0,0 3 0 15,-1 2 0-15,0 1 0 0,1 0 0 0,0 0 144 16,-5 13-144-16,5-13 192 0,-5 18 64 0,5-18 32 16,-8 25 0-16,8-25 0 15,-6 29-288-15,6-29 160 0,-5 31-160 0,5-31 128 0,-2 28-128 0,2-28 0 31,0 0 0-31,2 34 0 0,-2-34 0 0,0 0 0 16,0 0 0-16,0 0 0 0,0 0 0 0,0 0 0 16,0 0 0-16,0 0-18288 0</inkml:trace>
  <inkml:trace contextRef="#ctx0" brushRef="#br0" timeOffset="69506.73">18410 10410 3679 0,'1'-1'320'0,"0"0"-320"0,0 1 0 0,-1-2 0 16,0 1 1168-16,0 1 176 0,1 0 16 0,-1-2 16 16,1 2 928-16,1-3 176 0,-1 1 32 0,1 1 16 15,0 0-32-15,-1-1-16 0,-1 2 0 0,4-5 0 16,-4 5-496-16,3-3-112 0,-2 3-16 0,-1 0 0 15,0 0-512-15,4-4-96 0,-4 4-32 0,1 0 0 16,0-2-576-16,-1 2-112 0,0 0-16 0,0 0-16 16,1-1-192-16,-1 1-48 0,-1 0 0 0,1 0 0 0,0 0-128 0,0 0-128 15,0 0 192-15,0 0-192 16,-1 1 128-16,0 1-128 0,-1 1 0 0,0 0 0 0,2-3 128 16,-3 10-128-16,3-10 0 0,-6 12 0 0,6-12 160 0,-6 19-160 15,6-19 128-15,-7 19-128 0,3-9 0 0,1 1 0 16,3-11 128-16,-6 19-128 15,6-19 0-15,-4 17 0 0,4-17 0 0,0 0 0 0,0 0 0 0,-3 20 0 16,3-20-192-16,0 0 192 16,0 0-1104-16,0 0-112 0,0 0 0 0,0 0-16 15,0 0-1824-15,0 0-352 0</inkml:trace>
  <inkml:trace contextRef="#ctx0" brushRef="#br0" timeOffset="69929.99">18570 10412 7823 0,'0'0'160'15,"8"-7"32"-15,-8 7 16 0,5-7 48 0,-5 7-256 16,0 0 0-16,0 0 0 0,4-4 0 0,-4 4 2624 0,5-7 496 16,-2 4 80-16,-3 3 32 0,4-7-1264 0,-4 7-256 0,1-5-48 0,-1 5-16 0,-1-1-240 0,1 1-32 15,0 0-16-15,-4 4 0 0,4-4-336 0,-6 9-64 31,6-9 0-31,-6 10-16 0,6-10-272 0,-7 15-48 0,7-15-16 0,-5 15 0 0,5-15-48 0,0 0-16 16,-6 29 0-16,6-29 0 0,0 0-288 0,-2 29-48 31,2-29-16-31,0 0 0 0,0 0 16 0,2 32 0 16,-2-32 0-16,0 0 0 0,0 0-208 0,0 0 0 16,0 0 128-16,24 29-128 0,-24-29 0 0,0 0 0 0,0 0 0 0,0 0 0 0,35-3 192 0,-35 3-48 0,0 0-16 0,27-9 0 15,-27 9 48-15,22-14 0 0,-11 7 0 0,-1-1 0 31,-1-1-176-31,1 0 160 0,1-1-160 0,0-2 160 0,-1 0-160 16,-2 1 0-16,0 1 144 0,-4-2-144 16,0 3 0-16,-3-1 0 0,-3 1 0 0,-3 2 128 15,-3 2-128-15,-3 2 176 0,-3 3-176 0,-3 0 192 16,-1 3-192-16,-1 2 0 0,0-1 0 0,-1 4 0 16,4-2-464-1,-1 2-32-15,2-1 0 0,2 0-17360 0</inkml:trace>
  <inkml:trace contextRef="#ctx0" brushRef="#br0" timeOffset="71957.12">20686 10107 1839 0,'1'0'160'0,"-1"0"-160"16,0 0 0-16,0 0 0 0,0 0 432 0,1 0 48 16,0 0 16-16,0 0 0 15,0 0 160-15,0 0 48 0,0-1 0 0,1 1 0 0,0 0-448 0,0-2-64 16,1 2-32-16,-1-2 0 0,0 0 112 0,1 0 32 16,0 1 0-16,0-2 0 0,-1 1 432 0,0 0 96 15,0 2 0-15,0-2 16 0,0 0 224 0,-1 1 32 16,0 1 16-16,-1 0 0 0,0 0 176 0,0 0 48 15,0 0 0-15,0 0 0 0,-1 0 64 0,0 1 32 16,0 1 0-16,0-2 0 0,0 0-400 0,0 0-80 16,0 2 0-16,0-2-16 0,0-2-352 0,1 2-64 0,-1 0-16 0,1-2 0 15,0 1-128-15,0-1-48 0,0 2 0 0,0-3 0 16,0 1-128-16,0 1-16 16,0 0-16-16,0-1 0 0,0 0 224 0,0 1 48 0,0-1 16 0,0 1 0 15,0 1 48-15,0-2 0 0,0 2 0 0,0-1 0 16,0 1 16-16,0 0 16 0,0 0 0 0,-1 0 0 15,1 0-144-15,0 0-16 0,-2 3-16 0,2-3 0 16,0 0-112-16,0 0 0 0,0 0-16 0,-6 22 0 16,6-22-80-16,0 0-16 0,-7 26 0 0,7-26 0 15,-5 24-144-15,5-24 128 0,0 0-128 0,-4 30 128 16,4-30-128-16,0 0 0 0,0 0 0 0,-3 26 0 16,3-26 0-16,0 0 0 0,0 0 0 0,0 0 0 0,0 0 0 0,0 0 0 15,0 0 0-15,6-3 0 16,-5-2-544-16,0-1-32 0,0-1-16 0,0 0 0 15,0 0-688-15,-1-2-128 0,0 1-16 0,0-1-16 16,-1 2 576-16,0-3 112 0,0 1 32 0,-1 0 0 0,2-1 560 0,-1 1 160 16,0 1 0-16,0 1 0 0,1 1 304 0,0 1 128 15,-1 2 16-15,1 1 16 0,-1-1 496 0,1 3 112 16,-1 0 16-16,1 0 0 0,0 0-336 0,-2 3-64 16,0-1-16-16,2-2 0 0,0 0-416 0,0 0-64 15,-6 14-32-15,5-9 0 0,1-5 16 0,0 0 0 0,-6 21 0 0,6-21 0 16,0 0-32-16,-6 24 0 0,6-24 0 0,0 0 0 15,-3 26-144-15,3-26 0 0,0 0 144 0,0 0-144 16,0 0 0-16,0 0 0 0,0 0 0 0,0 0 0 16,0 0 0-16,0 0 0 0,0 0 0 0,0 0 0 15,0 0 0-15,0 0 0 0,0 0 0 0,0 0 0 32,0 0-368-32,28-6-32 0,-25 0-16 0,0-1 0 0,0-1-144 0,0-1-16 0,-1 3-16 0,1-4 0 0,-1 3 304 15,0-2 64-15,0 1 16 0,0 1 0 16,-1 0 208-16,-1 2 0 0,0 0 192 0,0 2-192 0,0 0 560 15,0 3 0-15,0 0 0 0,-1 2 0 0,1-2-16 16,0 0 0-16,0 0 0 0,-6 14 0 0,6-14-272 16,0 0-48-16,-6 22-16 0,6-22 0 15,-5 18-208-15,5-18 176 0,-5 19-176 0,5-19 160 0,0 0-160 0,-2 24 160 16,2-24-160-16,0 0 160 0,0 0-160 0,0 0 0 16,0 0 0-16,0 0 0 0,0 0 0 0,0 0 0 15,0 0 0-15,0 0 0 0,0 0 0 0,0 0 0 16,0 0 0-16,0 0 0 0,0 0 0 0,0 0 0 15,28-6 0-15,-23-2 0 0,0 1 0 0,-1-3-176 0,0 1 176 16,1 0-192-16,-2 1-32 0,1-2-16 16,-1 2 0-16,-1 0 0 0,0 3 240 0,-1-2 0 0,-1 3 0 0,0 1-144 15,-1 0 144-15,0 3 0 0,0 3 0 0,-2 0 0 16,3-3 240-16,-7 14-32 0,2-4 0 0,-2 2 0 16,1 2-32-16,-1 2-16 0,0-2 0 0,0 3 0 15,0 0-160-15,0-1 0 0,2-2 0 0,5-14 0 16,-8 25-256-16</inkml:trace>
  <inkml:trace contextRef="#ctx0" brushRef="#br0" timeOffset="73238.26">20495 10400 23039 0,'3'-2'2048'0,"-2"0"-1648"0,0 0-400 0,-1 0 0 16,0 2 1696-16,0-1 256 0,0-1 48 0,1-1 16 16,1 1-128-16,-1-3-32 0,1 1 0 0,-2 3 0 15,-1-1-928-15,1 2-192 0,-3 3-32 0,3-3-16 16,0 0-432-16,-8 16-64 0,8-16-32 0,-9 21 0 16,3-7-160-16,6-14 0 0,-10 29 144 0,10-29-144 0,-10 31 0 0,10-31 0 15,-8 28 0-15,8-28 0 0,-6 24 0 0,6-24 0 16,0 0 0-16,-3 26 0 0,3-26-256 0,0 0 0 15,0 0-16-15,0 0-11440 32,0 0-2304-32</inkml:trace>
  <inkml:trace contextRef="#ctx0" brushRef="#br0" timeOffset="73756.29">20666 10410 19343 0,'5'-4'848'0,"-2"3"192"0,0-3-832 0,-1 3-208 0,0-1 0 0,-1 2 0 0,1-2 1488 0,1 0 256 16,2-1 48-16,1-2 16 15,-6 5-1120-15,14-7-240 0,-14 7-32 0,12-5-16 0,-12 5 48 0,0 0 0 0,0 0 0 0,14-4 0 16,-14 4 32-16,0 0 16 16,0 0 0-16,0 0 0 15,0 0-272-15,0 0-48 0,0 0-16 0,0 0 0 0,0 0 384 0,0 0 80 0,0 0 16 0,0 0 0 16,0 0 48-16,0 0 16 0,-8 22 0 0,5-17 0 15,-2-1-192-15,1 1-16 0,0 1-16 0,0 0 0 0,0 0-80 0,1-1-16 32,3-5 0-32,-5 12 0 0,5-12 0 0,0 0 0 0,0 0 0 0,0 0 0 0,0 0-224 0,-1 26-160 31,1-26 192-31,0 0-192 0,0 0 128 0,0 0-128 0,0 0 0 0,0 0 0 0,0 0 0 0,33 19 0 31,-33-19 0-31,0 0 0 0,0 0 0 0,36 8 0 16,-36-8 0-16,0 0 0 0,0 0 128 0,38 16-128 15,-38-16 0-15,0 0 0 0,0 0 128 0,33 21-128 0,-33-21 0 0,0 0 0 16,0 0 0-16,0 0 0 0,27 26 0 0,-27-26 0 16,0 0 128-16,0 0-128 0,0 0 144 15,0 0-144-15,0 0 192 0,0 0-64 0,0 0-128 0,15 33 192 16,-15-33-192-16,0 0 0 0,0 0 128 0,-8 10-128 16,8-10 0-16,-6 7 0 0,2-5 128 0,4-2-128 15,-8 7 0-15,3-4 128 0,0 2-128 0,-1-2 0 16,-1 0 128-16,-1 0-128 0,1 0 0 0,-1 0 0 15,-1 0 128-15,0-2-128 0,-1 3 0 0,0-3 144 16,-1 1-144-16,0-2 0 0,0 0 0 0,0-3 0 16,1 1-512-16,0-3-144 15</inkml:trace>
  <inkml:trace contextRef="#ctx0" brushRef="#br0" timeOffset="73938.1">20767 10379 7359 0,'-1'0'656'0,"1"0"-528"16,0 0-128-16,0 0 0 0,0 0 2944 0,0 0 544 16,0 0 112-16,0 0 32 0,23-5-32 0,-23 5 0 15,32-9 0-15,-13 4 0 0,0-2-1984 0,2 2-400 16,-1-2-64-16,2 2-32 0,-1-1-496 0,0 1-112 0,-21 5 0 0,38-5-16 16,-38 5-304-16,32-2-48 0,-32 2-16 0,0 0-11824 15,30 6-2368-15</inkml:trace>
  <inkml:trace contextRef="#ctx0" brushRef="#br0" timeOffset="77541.79">17362 10254 10127 0,'-2'2'896'0,"1"-2"-704"0,0 0-192 0,1-2 0 16,0 2 224-16,0-3 16 0,0 1 0 0,1-1 0 31,2-1-576-31,-3 4-112 0,0 0-32 0,0 0 0 16,14-31-1264-16,-14 31-256 0,0 0-48 0,0 0-16 0,0 0 1712 0,12-36 352 0,-11 29 0 0,-2 0 128 15,0 0-128-15,0 2 0 0,-1 3 0 0,0-1 0 16</inkml:trace>
  <inkml:trace contextRef="#ctx0" brushRef="#br0" timeOffset="77718.24">17401 10050 9215 0,'0'0'816'0,"-1"0"-656"16,1 0-160-16,0 0 0 0,0-2 1552 0,0 2 288 15,0 2 48-15,0-2 16 0,0 2 0 0,0 0 0 16,1 1 0-16,0 2 0 0,1-1-816 0,0 1-144 0,0-2-48 0,2 0-8224 15,1-2-1648 1</inkml:trace>
  <inkml:trace contextRef="#ctx0" brushRef="#br0" timeOffset="91062.9">15981 8499 1839 0,'0'3'160'0,"0"-3"-160"0,0-3 0 0,0 3 0 15,0 0 192-15,1 0 16 0,-1 0 0 0,0 0 0 16,0 1-80-16,0-1-128 0,1 0 176 0,-1 0-176 16,1-1 176-16,-1 1-176 0,1-2 160 0,-1 1-160 15,1 1 144-15,0 0-144 0,0-2 128 0,0 2-128 16,0-1-272-16,0 0-144 0,1 1-32 0,0 0 0 0,1-2 448 0,0 0 0 16,-1 1 0-16,1-1 176 0,-1 0-176 0,0-1 0 15,0 1 0-15,1-1 0 0,-2 1 0 0</inkml:trace>
  <inkml:trace contextRef="#ctx0" brushRef="#br0" timeOffset="92224.61">16105 8493 4031 0,'3'0'368'0,"-2"0"-368"16,0 1 0-16,0-1 0 0,-1 0 0 0,0 0 0 15,1 0 0-15,-1 2 0 0,1-2 0 0,0 3 0 16,0-3 0-16,0 3 0 0,0-1 0 0,-1-2 0 16,0 1 0-16,0 0 0 0,0-1 0 0,0 0 0 15,-1 0 0-15,-1 0 0 0,0 0 0 0,0-1 0 16,-1 0 0-16,0-1 0 0,0 2 0 0,0-2 0 15,0 1 0-15,1 1 0 0,0 0 0 0,0 0 0 0,0 1 0 16,0 1 0-16,0-2 0 0,0 2 0 0,0-2 0 0,0 1 0 0,0 0 0 0,0-1 0 16,0 0 320-16,-1-1 64 0,2 1 16 0,-1-1 48 15,1-1 96-15,-1 2 32 0,1-3 0 0,0 1 16 16,0 1 176-16,0-1 16 0,1 2 16 0,0-1 32 16,0 0 112-16,0 1 16 0,1 0 0 0,0-2 32 15,0 2-144-15,0 0-16 16,1 2-16-16,0-2 16 0,-1 2-256 0,1 0-64 0,1 1-16 0,-1 0 32 15,0 1-368-15,0-2-160 16,-1 1 128-16,0 0 0 0,-1 1-128 0,1-2 0 0,-1 1-176 0,0-1 176 16,0 1 0-16,-1-1-144 0,0-1 144 0,0 0 0 0,-1-1-160 15,0 0 160-15,0 0-208 0,0 0 208 0,0 0 0 0,1 0 0 16,-1 0 0-16,0 0 0 0,0 0-144 0,0 2 144 16,0-2 0-16,0 0 0 0,1 0 0 0,-1 0 0 15,2 0 0-15,-1-2 0 0,0 2 0 0,0-2 0 16,0 0 0-16,1-1 0 0,-1-2-128 0,1 1 128 15,0-1 0-15,0 0 0 0,1-1 0 0,0 0 0 16,0 0 0-16,0 0 128 0,1 0 32 0,-1 0 0 16,0 2 0-16,1-1 0 0,-1 3-32 0,1-1 0 15,0 3 0-15,-1 0 0 0,1 3 48 0,-1-1 0 16,0 3 0-16,-1-1 0 0,0 1 144 0,0 2 16 0,0 1 16 0,0-2 0 16,-1 0-352-16,-1 0 0 0,-1-1-192 0,1 0 64 15,-1 0 128-15,1-2-192 0,1 1 192 0,-2-2-192 16,0 0 192-16,1-1 0 0,-1 1 0 0,2-2 0 15,0-2 0-15,-1 1 0 0,0-1 0 0,0-2 128 16,0-1-128-16,0 0 144 0,1 0-144 0,0 0 160 16,0-1-16-16,0 0 0 0,1 0 0 0,0 1 0 15,0 0 0-15,0 0 0 16,1 1 0-16,-1 1 0 0,1 3-144 0,-1-1 128 0,1 2-128 0,0 1 128 16,1 1-128-16,-1 2 128 0,0-1-128 0,-1 1 128 15,1 2 128-15,-1-2 32 0,0 1 0 0,0 0 0 0,-1-1-80 16,0-1-16-16,0-1 0 0,0 2 0 0,-1-3-64 0,1 0-128 15,0 0 176-15,-1-1-176 0,0 1 256 0,0-2-64 16,0 0-16-16,-1 0 0 0,2 1 64 0,-2-2 16 16,1 1 0-1,-1 0 0-15,0-2-112 0,1 1-16 0,-1-1 0 0,0 2 0 16,1-2-128-16,-1 0 192 0,2-1-192 0,-1 1 192 0,0-1-192 0,0 1 160 16,0 0-160-16,-1-1 160 0,2-1-160 0,0 1 0 15,0 1 0-15,1 0 128 0,-1-1 16 16,1 1 0-16,1 1 0 0,-1 1 0 0,1 0 16 0,-1-2 0 15,0 4 0-15,0-2 0 16,1 1-32-16,-1 1 0 0,1 1 0 0,-1-1 0 0,0 0-128 0,0 1 192 0,-1 1-192 0,0-1 192 16,1-1-192-16,-1 3 0 0,-1-2 0 15,0 1 0-15,-1 0 0 0,1-1 0 0,-1 0 0 0,1 0 0 16,-1-2 0-16,1 1 0 0,0-2 0 0,-1 1 0 16,3-1 0-16,-1-1 0 0,0 1 0 0,0-2 0 15,1 0 0-15,0-2 0 16,1 0 0-16,1 0 0 0,0-3-1008 15,3 0-224-15</inkml:trace>
  <inkml:trace contextRef="#ctx0" brushRef="#br0" timeOffset="94009.43">13762 4086 3487 0,'-1'0'0'0,"0"0"0"15,1 0 0-15,-1 0 0 0,1 0 0 0,-1 1 0 16,0-1 0-16,-1 2 0 0,0-2 0 0,0 0 0 16,-1 1 0-16,1 1 0 0,0-2 0 0,0 0 0 15,1 0 0-15,-1 0 0 0,1 0 0 0,0 0 0 16,-1 0 0-16,1-2 0 0,0 2 0 0,0-1 0 0,0 1 0 0,1 0 0 0,-1-2 0 0,1 1 0 16,0 1 0-16,0-1 0 0,0 0 0 15,0 1 0-15,0 0 208 0,1-2 112 16,-1 2 0-16,0 0 16 15,0 0 288-15,0-2 48 0,1 0 16 0,-1 1 0 0,0 1 192 0,0-2 32 0,0 2 16 0,0-2 32 16,0 1-128-16,0 1-16 0,0 0-16 0,1 0 0 16,-1-2-432-16,1 2-96 0,0 0-16 0,0 0 0 15,0 0-128-15,1-1-128 0,0 0 192 0,-1 1-192 32,1-2 384-32,0 1-48 0,0 0 0 0,1 0 48 0,0 1 144 0,-1-2 48 15,1 2 0-15,0 0 0 0,-1 0-192 0,1-1-16 0,-1 1-16 0,1 0 0 0,0 0-64 0,0 0-16 31,-1 0 0-31,2 1 48 0,0 1-64 0,0-2-16 16,0 1 0-16,0 1 0 0,0 0-112 0,-1-2-128 16,2 1 176-16,0 0-176 0,0-1 224 0,1 0-64 15,-2 0-16-15,2-1 16 0,-1 1-160 0,1-1 128 16,1-2-128-16,-1 1 128 0,-6 2 192 0,0 0 16 16,0 0 16-16,0 0 0 0,44-7 48 0,-44 7 16 15,0 0 0-15,0 0 0 0,44 5-224 0,-44-5-64 0,0 0 0 16,0 0 0-16,44 19 16 0,-44-19 0 0,0 0 0 15,0 0 0-15,39 23-144 0,-39-23 0 0,0 0 0 0,23 24 128 16,-17-17-128-16,1 0 0 0,-2 0 0 0,1 1 0 16,-1-4 0-16,-2 1 0 0,2 0 0 0,-1-1 0 31,-1-1-640-31,1 0-48 0</inkml:trace>
  <inkml:trace contextRef="#ctx0" brushRef="#br0" timeOffset="94943.08">13831 4054 1839 0,'0'2'160'0,"-1"-2"-160"0,1 0 0 0,-1 0 0 16,1 0 496-16,-1-2 64 0,0 2 16 0,-1 0 0 15,-1-2 32-15,0 1 16 0,0-3 0 0,-1 3 0 16,0-1 368-16,1 0 80 0,-1-1 16 0,1 1 0 16,0-1 272-16,1 1 64 0,1 0 16 0,0-2 0 0,1 1-160 0,0 1-48 15,0 1 0-15,0 1 0 16,1-1-352-16,0 1-80 0,2-1-16 0,0 1 0 0,1 1-288 0,-1 0-64 15,4 0-16-15,0 1 0 16,-7-2-16-16,0 0 0 0,0 0 0 0,41 16 0 0,-41-16-32 0,0 0-16 16,43 15 0-16,-43-15 0 0,0 0 16 0,45 18 0 15,-45-18 0-15,0 0 0 0,46 24-240 0,-46-24-128 16,0 0 128-16,40 26-128 0,-40-26 128 0,22 19-128 16,-22-19 160-16,22 21-160 15,-22-21 256-15,20 22-32 0,-20-22-16 0,26 26 0 0,-26-26-80 0,26 24 0 16,-26-24-128-16,29 22 192 0,-29-22-192 0,24 20 128 0,-24-20-128 15,0 0 0-15,33 23 0 0,-33-23 0 0,29 20 0 0,-29-20 0 16,32 21 0-16,-32-21 0 0,27 22 0 0,-27-22 0 16,22 19 0-16,-22-19-128 0,19 19 128 0,-12-12 0 15,1 2 0-15,0 1-128 16,-2-3 128-16,0 2 0 0,0 2 0 0,-1 1 0 0,-1 1 0 0,-1 0 0 16,1 2-688-1,-1-1-80-15,0 3 0 0,-1-2-11568 0</inkml:trace>
  <inkml:trace contextRef="#ctx0" brushRef="#br0" timeOffset="95385.7">14218 4260 1839 0,'0'-2'160'0,"1"2"-160"0,-1-2 0 16,0 2 0-16,1 0 784 0,0-1 128 16,0 1 32-16,0-2 0 0,2 1 464 15,0-1 80-15,0 2 32 0,1 0 0 0,0 0-560 0,1 2-96 16,1 1-32-16,-2 0 0 15,2 1-224-15,-1-1-48 0,1 4-16 0,0-3 0 16,2 2 32-16,-1 2 16 0,2 0 0 0,-2 1 0 0,1 0 0 0,0 3 0 0,1 3 0 0,-1-1 0 31,2 3-144-31,-1-1-16 0,0-1-16 0,1 1 0 16,-2-2-48-16,0 1-16 0,2 1 0 0,-1 3 0 16,-1-4-48-16,0 2-16 0,1 1 0 0,-1 1 0 0,1 0 0 0,1 0 0 15,-2-2 0-15,2 1 0 0,0 1 32 16,2-2 0-16,-1 2 0 0,-1-3 0 0,-1 1-320 0,0-2 160 15,1-1-160-15,-2 0 128 0,0-2-128 0,-1 2 0 16,-1 0 0-16,1-1 0 0,-1 2 0 0,1 0 0 16,-1 1-128-16,0 1 128 15,-1-5-960-15,-2 2-128 0,0-4-32 0,0 1-9280 0</inkml:trace>
  <inkml:trace contextRef="#ctx0" brushRef="#br0" timeOffset="96066.39">13775 4020 1839 0,'-2'2'160'0,"0"-2"-160"0,1 0 0 0,0 1 0 16,1 1 496-16,-1-2 64 0,1 1 16 0,0 1 0 15,-1 0 224-15,1 0 48 0,1 0 16 0,-1 1 0 16,1-1-288-16,0-1-48 0,1-2-16 0,-1-1 0 16,1-1 368-16,-1 0 64 15,0-2 16-15,0-1 0 0,1 2 352 0,-2-3 80 0,2 2 16 0,0-3 0 16,1 4 64-16,0-1 32 0,-1 3 0 0,3-1 0 15,0 3-448-15,0 0-96 0,0 1 0 0,1 3-16 0,3 3-368 0,-1 1-80 16,1 1-16-16,0-1 0 16,0 1-288-16,-9-9-48 0,21 18-16 0,-21-18 0 0,0 0-128 0,34 22 0 15,-34-22 0-15,0 0 0 0,37 18 0 0,-37-18 0 16,0 0 0-16,0 0 128 0,48 15 96 0,-48-15 16 16,0 0 0-16,0 0 0 0,47 12 144 0,-47-12 48 15,0 0 0-15,0 0 0 0,46 17-208 0,-46-17-32 16,0 0-16-16,41 23 0 0,-41-23-176 0,0 0 0 15,39 22 0-15,-39-22 0 0,0 0 0 0,37 21 0 16,-37-21 0-16,0 0 0 0,38 16 896 0,-38-16 80 16,0 0 32-16,38 20 0 15,-38-20-1648-15,0 0-320 0,35 21-64 0,-35-21 0 0,0 0 800 0,26 23 224 0,-19-12 0 0,0 0 0 16,-2 1 0-16,0 2 0 0,-1 0 0 0,-1 0-128 31,-2 1-608-31,0-1-112 0,0-3-32 0,-2-1-12192 0</inkml:trace>
  <inkml:trace contextRef="#ctx0" brushRef="#br0" timeOffset="96460.11">13950 4058 3679 0,'1'-2'320'0,"0"0"-320"0,0 0 0 0,0 1 0 0,0 1 1552 0,2-2 240 16,0-1 64-16,5 0 0 0,-8 3 112 0,0 0 16 16,0 0 16-16,51-4 0 15,-51 4-1104-15,0 0-208 0,43 21-48 0,-43-21-16 0,29 20-112 0,-29-20-32 0,32 21 0 0,-32-21 0 16,32 23 16-16,-32-23 0 0,30 25 0 0,-30-25 0 15,28 26-192-15,-28-26-48 0,29 31 0 0,-14-15 0 32,0 0-256-32,0-2 128 0,-1 1-128 0,0 0 0 0,-1 1 0 0,-1 0 0 0,-1 1 0 0,-1 2 0 15,0 2 0 1,0-3 0-16,-1 0 0 0,-1 1 0 0,-1 0 0 0,1 0 0 0,-2-1 0 0,1 2 0 16,0 3 0-16,-1-1 0 0,1 1 0 0,-1-1 0 15,0-4-176-15,1 2 176 0,0-4-192 0,0-1-6928 16,1-1-1392-16</inkml:trace>
  <inkml:trace contextRef="#ctx0" brushRef="#br0" timeOffset="96951.86">14250 4248 2751 0,'0'-2'256'0,"0"2"-256"0,1 0 0 15,0 0 0-15,-1 0 992 0,1 0 160 0,2 0 16 0,1 0 16 16,2 0 816-16,-6 0 176 0,0 0 16 0,0 0 16 16,41 21-1152-16,-41-21-224 0,26 17-64 0,-26-17 0 15,26 23-368-15,-26-23-80 0,28 24 0 0,-16-10-16 16,-1 1 64-16,-1-1 16 0,1 0 0 0,-2-1 0 15,0 0 352-15,-1 1 80 0,2 0 16 0,-3 0 0 16,2 3-192-16,0-2-48 0,-1 3 0 0,2 1 0 16,1 5 64-16,1-2 16 0,1 3 0 0,-1 1 0 15,0 0-176-15,0 0-48 0,-1 1 0 0,-1-1 0 0,0-3-96 16,0 1-32-16,-2-4 0 0,-1 1 0 0,3 2-96 0,-2 1-32 16,2 0 0-16,-1-3 0 0,0 0-192 0,0 1 176 15,0-3-176-15,1 2 160 0,-1 0 32 0,1 3 0 16,-1-3 0-16,2 1 0 0,0 2 16 0,-1-1 16 15,0-2 0-15,-2 1 0 0,0-5-64 0,-1 4-16 16,1 3 0-16,-1 0 0 0,1 4-144 0,1 0 0 16,-2-2 144-16,1 0-144 0,-2-2 0 0,1 1 0 0,-1-2 0 15,1 0 0-15,-1 1 0 0,1-1 0 0,-2-1 0 0,1-1 0 16,0 1 0-16,-1 0 0 0,0-1 0 0,2-1 0 31,-1 0-528-31,0-2-32 0,0 0 0 0,1-2 0 16,0-2-1616-16,-1-4-336 0</inkml:trace>
  <inkml:trace contextRef="#ctx0" brushRef="#br0" timeOffset="97591.13">14725 4857 911 0,'-2'-2'0'0,"0"2"0"0,1-2 0 0,0 1 0 15,0 1 576-15,0 0 16 0,0 0 16 0,0 0 0 16,-1 0 496-16,1 0 112 0,-1 0 0 0,0 1 16 16,1 3-128-16,1-3-16 15,1 3-16-15,0 1 0 0,2 2-32 0,0 0 0 0,2 0 0 0,0 3 0 0,-1-1-304 0,2 0-64 16,-1 3-16-16,2 0 0 0,-1 0-224 0,1 2-48 15,-1 0-16-15,0 3 0 0,0-2-144 0,0 1-32 16,-1 1 0-16,1 2 0 0,0-3-48 0,-1 4-16 16,0 0 0-16,-1-3 0 0,-1 0 224 0,2 1 32 15,-1 4 16-15,0-1 0 0,2 0 208 0,-2 1 32 16,1 0 16-16,1 1 0 0,0-2-112 0,0 1-32 16,0 2 0-16,2-1 0 0,-1-1-128 0,-1 1-16 15,2 1-16-15,-2-3 0 0,1 0-64 0,-2 1-16 16,1-3 0-16,0 2 0 0,-1-1-144 0,0 0-128 0,-1 2 144 15,2-1-144-15,0 0 256 0,1 1-64 16,-1 2 0-16,2-1 0 0,-1-2 960 0,0 3 192 0,0-2 48 0,1 2 0 31,-1 0-864-31,0 2-160 0,2 2-48 0,-1-2 0 0,1 0-160 0,0 1-32 0,-1-1-128 0,0-1 192 47,1-4-896-47,-2 0-192 0,2-1-48 0,-2-2 0 0,0 2 752 0,1-2 192 0,-2 2 0 0,0 1 0 16,-1 2-240-16,1 0-16 0,-1 0 0 0,-1-2 0 15,2 2-816-15,-1 1-160 0,1 0-48 0,0 2 0 16,0-1-512-16,0 0-128 0</inkml:trace>
  <inkml:trace contextRef="#ctx0" brushRef="#br0" timeOffset="98666.02">15138 6126 5519 0,'0'-2'496'0,"0"1"-496"0,0 1 0 0,-1 0 0 16,1 0 656-16,0-1 48 0,0 1 0 0,0 1 0 0,0 2 192 0,1-1 32 15,2 3 16-15,-1 0 0 16,2 1-176-16,-2 2-16 15,3 1-16-15,-1 1 0 0,0 2-32 0,2 2 0 16,-1 1 0-16,0 2 0 0,0 0-192 0,0 1-64 16,0 0 0-16,0 1 0 0,-1 0 16 0,0-2 0 15,0-3 0-15,0 3 0 0,1 1 144 0,-1 0 32 16,1 2 0-16,0-2 0 0,-1 2-128 0,2 2 0 16,0-1-16-16,-1 0 0 0,0 1-352 0,0 0-144 0,1-1 128 0,-1 1-128 15,1-4 0-15,0 2 0 0,0-2 0 0,-1 1 0 16,0-3 0-16,0 1 0 0,0 0 0 0,0-1 128 15,1 3-128-15,-1 0 0 0,3 2 0 0,-1 1 0 16,0 1 0-16,1-1 0 0,0 2 0 0,1-1 0 16,0 1 0-16,0-1 0 0,1 1 0 0,1 0 0 15,-2-3 0-15,2 3 0 0,0-1 0 0,-2 2 0 16,1-2 0-16,-2-1-176 0,-1-3 176 0,0 0-128 16,0-1-1072-16,-2-3-208 0</inkml:trace>
  <inkml:trace contextRef="#ctx0" brushRef="#br0" timeOffset="99220.02">15297 6511 6447 0,'-3'0'272'0,"2"0"80"0,0 1-352 0,0-1 0 0,0 0 0 0,0 0 0 15,1 2 1280-15,-1-1 192 0,1 3 48 0,-1 0 0 16,1 4 32-16,0-1 16 0,1 3 0 0,1 2 0 15,2 0-560-15,0-1-112 0,0 4-32 0,1-1 0 16,1 0-288-16,0 2-64 0,0-1-16 0,-1-1 0 16,2 3-112-16,-1 1-32 0,2 2 0 0,-1-2 0 15,0 2-64-15,0-2-16 0,-1 2 0 0,2-2 0 0,-2 2-128 0,1-2-16 16,-1-1-128-16,1 2 192 0,-1-3 80 0,1 4 16 16,-1-2 0-16,2 4 0 0,-1-3 128 0,0 2 32 15,-1 3 0-15,1 0 0 0,-1-5-256 0,0 4-64 16,0 1 0-16,0 0 0 0,-1-3-128 0,1-2 0 15,-1-2 144-15,0 0-144 0,1-1 0 0,-3-2 0 16,2-1 0-16,0 0 0 0,-1 1 0 16,1 0 0-16,-1-1 0 0,1 3 128 0,0 3-128 0,0-3 0 15,0 4 0-15,0-2 128 0,-1 2-128 0,0 1 144 0,1 2-144 0,-2 1 160 16,2-2-32-16,0 2-128 0,-1 1 192 0,0 1-64 16,1-1-128-16,-3 1 0 0,1-1 0 15,-1-1 128-15,0-1-128 0,0 1 0 0,-1-2 0 0,0-1 0 16,0-2 0-16,0 0 0 0,2-2 0 0,-2-3 0 15,1-2 0-15,0-3 0 0,-1-2-160 0,0-2-8512 16,0-2-1696-16</inkml:trace>
  <inkml:trace contextRef="#ctx0" brushRef="#br0" timeOffset="99615.31">15607 7470 3679 0,'0'-5'320'0,"-1"-2"-320"16,0 3 0-16,1 1 0 0,-1 1 240 16,1-3-32-16,-2-4 0 0,1-4 0 0,0-1 368 0,0-2 80 15,0 4 16-15,1 0 0 0,1 5 144 0,0 2 16 16,0 3 16-16,1 2 0 0,0 0 480 0,0 2 80 0,-1 1 32 0,2 4 0 31,-1 0 96-31,0 2 32 0,1 1 0 0,-2 2 0 0,2 2-496 0,0-2-112 0,0 2 0 0,0 0-16 16,-1 3-368-16,1 0-64 0,1-1 0 0,1 3-16 15,-3 0-80-15,3 0-16 16,0 2 0-16,0 1 0 0,0 1 96 0,0 1 16 0,1 0 0 0,-1 0 0 16,1 1 640-16,0-2 128 15,-1-2 16-15,1 0 16 0,0 2-928 0,1 1-176 0,0 2-32 0,1 0-16 32,1 2-912-32,1-2-176 0,1 0-32 0,0-1-16 0,2 1 768 0,0-1 208 0,0 1 0 0,1-2 0 15,-1 2 0-15,1 0-160 16,-1 0 160-16,0 0 0 0,0-4 0 0,-3-1-128 15,1-3 128-15,-1-3 0 16,-2-3-752-16,-2-4-80 0,1-2-32 0,-2-5 0 0,-2-1-1520 0,0-3-304 0</inkml:trace>
  <inkml:trace contextRef="#ctx0" brushRef="#br0" timeOffset="100026.62">15582 7478 3679 0,'-1'2'320'0,"1"0"-320"0,0 0 0 0,0-2 0 15,0 2 624-15,0 1 48 0,0 2 16 0,1 2 0 16,0 3 544-16,1 3 112 0,0 0 32 0,1 1 0 16,0 0-112-16,0 1-32 0,3 1 0 0,-1 0 0 15,1-1-336-15,0 4-80 0,0-3-16 0,1 3 0 16,0-1-160-16,-1 2-16 0,2-1-16 0,-1 3 0 0,3 1-64 0,0 3-16 16,1 3 0-16,0-1 0 0,0 3 0 0,1 1 0 15,1 3 0-15,0 2 0 0,0-2-160 0,0 1-48 16,0-2 0-16,-1 1 0 0,1 0-192 0,0-3-128 15,-1-2 160-15,0-1-160 0,1 0 128 0,2-1-128 16,-1-2 0-16,1-2 144 0,-1 0-144 0,1-1 0 16,-1 0 0-16,-1 1 0 0,2-2 0 0,0-1 0 15,-1-2 0-15,-1-3 0 0,0-2-192 0,-2-1 16 16,-1-2 16-16,0-3 0 16,-2 1-1456-16,-1-4-304 0</inkml:trace>
  <inkml:trace contextRef="#ctx0" brushRef="#br0" timeOffset="100437.92">15747 7792 911 0,'-2'1'0'0,"0"1"0"0,2 0 0 0,0-1 0 0,0 1 0 0,0-2 0 15,0 2 0-15,0 0 0 0,1 3 1024 0,1 2 112 16,-1 3 16-16,3 2 16 0,0 0 816 0,1 2 176 16,1 1 16-16,1 0 16 0,1 5-640 0,2-1-128 15,1 4-16-15,1 1-16 0,0 2-528 0,1 0-96 0,2 5-32 0,-1 0 0 16,2 2-240-16,-2-2-48 0,-1-1-16 0,0 1 0 15,0-2-304-15,0 1-128 0,0 1 128 0,1 0-128 16,0 3 256-16,0-1-16 0,1 2-16 0,1-1 0 16,-1 1-32-16,-1-3-16 0,-2-3 0 0,2 5 0 15,1-1-176-15,2 0 0 0,0 1 144 0,0-2-144 16,-1-5 0-16,0-2 0 0,0-3 0 0,-1-3 0 16,-1 1-256-16,0-5-64 0,-1 0 0 0,-1-4-16 15,0-1-1104-15,0 0-224 16,-2-5-32-16,0 2-4032 0,0-3-800 0</inkml:trace>
  <inkml:trace contextRef="#ctx0" brushRef="#br0" timeOffset="100944.15">15723 7830 863 0,'0'3'0'0,"0"-1"0"0,0 1 0 0,1 0 0 0,0-2 0 0,0 1 0 15,0 1 1408-15,1 3 224 0,1 2 32 0,1 4 16 16,3 3 48-16,0 2 16 0,1 1 0 0,-1-1 0 0,2 1-432 0,2 4-96 31,0-1 0-31,0 3-16 0,2 2-192 0,1 1-48 0,1 4 0 0,-1 1 0 0,4 1-480 0,-2 1-96 16,0 2-32-16,-1 1 0 16,1-2-144-16,0 1-16 15,0 0-16-15,-2-1 0 0,1-1 272 0,0 1 48 0,0-1 16 0,0-2 0 16,-1 2 256-16,1-2 48 0,1 4 16 0,1 0 0 0,1-3-544 0,-1 0-96 31,3 1-32-31,-2-2 0 0,0 2-160 0,-1-1 0 0,1-1 0 0,-1 0 128 0,-1-3-128 0,-2-1 0 31,1-2 0-31,0 0 0 0,-1 0 0 0,0 0 0 0,-1-2 0 0,0-2 0 0,-1-1 0 0,0 0 0 16,1 0-128-16,-1-2 128 0,-1 0-384 0,0-2 0 0,-1-5 0 16,0 2 0-1,-1-2-1408-15,0-3-304 0</inkml:trace>
  <inkml:trace contextRef="#ctx0" brushRef="#br0" timeOffset="101337.14">16113 8547 7359 0,'-7'-1'320'0,"5"1"80"0,-1 0-400 0,0 0 0 15,1 0 0-15,1 0 0 0,0 1 640 0,0 1 64 16,0 3 0-16,-1 2 0 0,1 4 0 0,2 1 16 16,1 5 0-16,3 0 0 0,3 1-16 0,0 4-16 15,2-3 0-15,3 4 0 0,1 1 96 0,2 0 32 16,-1-3 0-16,0 0 0 0,2 0 0 0,0 0 0 15,1 1 0-15,1 0 0 0,0 2-320 0,-1 0-64 0,-1-3-16 0,-2 0 0 16,2 1-272-16,2 1-144 0,-1 1 160 0,2 2-160 16,1 0 336-16,-1-2-16 0,2 2-16 0,-3 0 0 15,0-5 128-15,1 3 16 0,1 2 16 0,0 0 0 16,1 2-320-16,-1-4-144 0,1 0 128 0,-2-2-128 16,1-1 0-16,-1 0 0 0,-1-1 0 0,1 0 0 15,-1 0 0-15,1-2 0 0,-2-1 0 0,-2-5 0 31,0-1-592-31,0 1-48 0,0-2-16 0,-1-1 0 0,0 1-1168 0,-1-3-224 0,0 3-64 0,-2-1-6032 16</inkml:trace>
  <inkml:trace contextRef="#ctx0" brushRef="#br0" timeOffset="101896.55">16348 8983 3855 0,'0'-3'160'0,"-1"3"48"16,1-2-208-16,-1 2 0 0,1-2 0 15,-1 2 0-15,1-2 0 0,-1 1 0 0,-1-3 0 0,0 1 0 16,0 1 0-16,0-2 0 0,1 3 0 0,-1 1 0 16,1 0 0-16,1 3 0 0,-1 1 0 0,2 1 0 15,0 0 864-15,0 2 208 0,0 0 32 0,-1 2 48 0,2-2 240 0,0 3 48 16,0-2 16-16,0 1 32 15,0 0-112-15,1 1-32 0,-1 1 0 0,2-1 32 0,-1-1-80 0,1 2-16 16,1 0 0-16,1 1 32 0,2 2-160 0,0 0-48 16,3 2 0-16,1 4 32 0,0-2-352 0,0-1-64 15,0 1-16-15,0-1 48 0,2 3-448 0,1 1-96 16,3 2-16-16,2 1 32 0,1 0-80 0,0 1-16 16,3 0 0-16,1 1 32 0,0-2-160 0,1 0 0 15,0 2 0-15,-1-2 0 0,0 2 0 0,-1-1 0 0,0-1 0 0,0 2 0 16,-2-2 0-16,-1-1 0 0,-2-3 0 0,0-1 0 15,0 2 0-15,0-5-160 0,-2-1 160 0,0-1-128 16,-2-5 128-16,-1 1-208 0,0-3 80 0,-1-1 128 31,0 2-1248-31,-2-3-160 0,-2 0-48 0,-1 2 0 16,0-3-784-16,-3 1-144 0</inkml:trace>
  <inkml:trace contextRef="#ctx0" brushRef="#br0" timeOffset="102297.09">16335 8988 911 0,'-6'-10'0'0,"3"3"0"16,0 2 0-16,2 3 0 15,0 0 1408-15,1 2 192 0,0 0 32 0,0-2 16 0,0 4 784 0,1 0 144 16,3 3 48-16,0 4 0 0,2 3-896 0,0 0-192 0,2 2-16 0,1 0-16 16,2 3-736-16,1 2-128 0,1-1-48 0,0 2 0 15,2-1 48-15,-1 2 0 0,0-4 0 0,2 4 0 16,2 0-48-16,1 3 0 0,3 2 0 0,1 1 0 16,3 3-144-16,1 1-16 0,-1-2-16 0,1 1 0 31,3 4-192-31,-1-1-32 0,0 0-16 0,-3 0 0 0,1-2-176 0,-3-3 0 15,0 0 144-15,-4-4-144 0,-1 2 0 0,-2-2 0 0,1-3 0 0,-1-2 0 16,-2 0 0-16,0-4 0 0,-2-1 0 0,-1-5 0 0,-1-2-352 0,-2 1-32 16,-1-5-16-16,-1 0 0 15,-1-3-1056-15,-2 0-208 0,-1 0-32 0,-2-2-16 32,-1 1-368-32,0-2-80 0,-1 0-16 0,0-2-5808 15</inkml:trace>
  <inkml:trace contextRef="#ctx0" brushRef="#br0" timeOffset="102604.99">16542 9262 3679 0,'-2'0'320'0,"1"0"-320"0,0 0 0 0,1 0 0 15,0 0 0-15,-1 0 0 0,0 0 0 0,0 1 128 16,1 3 1312-16,0-1 272 0,2 4 48 0,1 2 16 15,4 1 416-15,2 4 96 0,1 0 16 0,4 3 0 16,2 2-688-16,3 2-128 0,3 1-16 0,2 3-16 16,2 1-848-16,0 0-160 0,1 0-48 0,0 3 0 15,1-3-208-15,-2 0-32 0,-1-2-16 0,-1-2 0 16,1 4 0-16,1 0 0 0,1-1 0 0,-1-1 0 0,-1 0-144 0,1-2 0 16,-2-1 0-16,-1-1 0 0,-2 0 0 0,1 1 0 15,-1-1 0-15,-2-2 0 0,0 1 0 0,-2-2 0 16,1-1-176-16,0 1 176 0,-3-3-176 0,1 1 176 15,-1-1-208-15,-1-4 80 16,-1 1-640-16,-2-4-128 0,-2 0-32 0,-1-3-6048 16,-2-3-1216-16</inkml:trace>
  <inkml:trace contextRef="#ctx0" brushRef="#br0" timeOffset="102921.64">16868 9649 4223 0,'0'5'384'0,"0"-4"-384"0,0 2 0 0,0-2 0 16,0 1 160-16,1 0-32 0,0 1-128 16,0-1 224-16,2 5 1600 0,2 0 320 0,3 5 64 0,3 2 16 15,2 0-176-15,3 3-16 0,2 0-16 0,1 1 0 0,4 2-816 0,1-2-176 16,0 2-16-16,0-2-16 0,0 4-576 0,-2-5-112 15,1 2-32-15,-1-3 0 16,-1 1-272-16,-1-3 0 0,-3 0 0 0,1-2 0 0,-1 0 0 0,2 0-176 16,-2 0 32-16,-1-1 0 15,0 0-736-15,-1-2-144 0,-2 0-16 0,0-4-16 16,-3-1-608-16,-2-2-112 16,-1-2-16-16,-3-2-5376 0</inkml:trace>
  <inkml:trace contextRef="#ctx0" brushRef="#br0" timeOffset="103164.9">17084 9848 1839 0,'-3'0'160'0,"0"0"-160"0,2 0 0 0,1 0 0 16,0 0 992-16,0 2 160 0,-1-2 48 0,1 3 0 15,-1-1 912-15,2 3 192 0,1 0 48 0,3 2 0 16,2 2-944-16,2-1-192 0,3 3-48 0,2 1 0 15,2 2-560-15,3 3-112 0,2 0-32 0,1-1 0 16,-5-2-208-16,3 0-32 0,1 3-16 0,0-2 0 0,1-3-208 0,-3 0-160 16,-1-3 32-16,-2 0 0 15,-2-2-832-15,-1-2-176 0,-2-2-16 0,0 1-16 16,-4-4-448-16,0 1-96 0,-2-1-16 0,-1-1-3904 16</inkml:trace>
  <inkml:trace contextRef="#ctx0" brushRef="#br0" timeOffset="103430.13">16953 9827 2751 0,'-5'2'128'0,"1"-2"16"0,1 1-144 0,1 1 0 0,1-2 0 0,1 2 0 0,1-2 1168 0,-1 2 208 15,1 1 32-15,2 4 16 0,2-2-48 0,1 4-16 16,3 1 0-16,3 1 0 15,3-1 48-15,3 1 0 0,1 1 0 0,3 0 0 16,-1 0-640-16,1 0-128 0,0 1-32 0,1-2 0 16,-2 1-320-16,0-2-64 0,1 1-16 0,-3-4 0 0,-1 3-208 0,-1-4 0 15,-2 2 0-15,1-4 0 16,-2 1-576-16,-2-2-64 0,-2-1-16 0,0-2 0 16,-3 2-928-16,-2-4-176 0,-2 2-32 0,-2-1-4544 15</inkml:trace>
  <inkml:trace contextRef="#ctx0" brushRef="#br0" timeOffset="103684.63">17025 9821 4415 0,'6'8'384'0,"0"-3"-384"0,-1 0 0 0,-1-1 0 15,0-1 0-15,-2-1 0 0,2 0 0 0,3 4 0 16,4 3 1088-16,4 2 112 0,4 2 16 0,2 3 16 16,3 1 64-16,-2-2 16 0,-1 0 0 0,1 2 0 15,0-2-400-15,-1 1-80 0,1 1 0 0,0 0-16 16,0 0-448-16,-3-2-96 0,0-1-16 0,-2-1 0 16,-2-2-736-16,-1 0-160 0,-2-3-16 0,-2-1-4112 15,-2-2-816-15</inkml:trace>
  <inkml:trace contextRef="#ctx0" brushRef="#br0" timeOffset="103921.2">17234 9962 3679 0,'-3'0'160'0,"1"0"32"0,1 0-192 0,0 0 0 0,0 0 0 0,1 0 0 16,0 1 1728-16,-1 0 288 0,1 1 64 0,-1-1 16 15,1 4-272-15,1-1-48 0,2 3-16 0,1 0 0 16,3 1-640-16,1 1-128 16,4 1-32-16,2 1 0 0,3 3-368 0,1-1-80 0,3 1 0 0,0 0-16 15,1 0-496-15,0-2 0 0,-2-2-208 0,-1-1-6496 32,-1-2-1296-32</inkml:trace>
  <inkml:trace contextRef="#ctx0" brushRef="#br0" timeOffset="110353.36">17476 10118 2751 0,'1'0'256'0,"-1"0"-256"0,0-2 0 0,0 2 0 15,0 0 512-15,1 0 48 0,0-1 16 0,0 0 0 16,1-1 144-16,0-1 48 0,-1 1 0 0,2 1 0 15,0-1-144-15,-1 0-32 16,1 0 0-16,-1 0 0 0,1 1-144 0,1-3-16 0,0 3-16 16,0-3 0-16,2 1-144 0,-1-2-16 15,3 1-16-15,0-4 0 0,1 0-16 0,3 0 0 0,1 1 0 0,0-2 0 32,0 0-96-32,1-2-128 0,2 0 176 0,3-1-176 0,0 0 0 0,3-3 0 0,2-1 0 0,2 2-192 31,0-3-1488-31,2-2-304 0,1-2-48 0,-7 0-16 0</inkml:trace>
  <inkml:trace contextRef="#ctx0" brushRef="#br0" timeOffset="111172.34">17349 10005 911 0,'-3'-1'0'0,"1"-1"0"16,0 2 0-16,0 0 0 0,1 0 576 0,-1-1 48 15,-3 0 0-15,-1 1 0 0,-1-2 208 0,-2-1 64 16,2 3 0-16,0-2 0 0,2 2 80 0,0 0 32 15,1 0 0-15,1 0 0 0,1 0-16 0,0 0 0 16,1 0 0-16,1 0 0 0,-1 0 224 0,1 0 64 16,0 2 0-16,1-2 0 0,0 0-16 0,0 0 0 15,1 3 0-15,0-3 0 0,0 2-112 0,1-2-32 16,1 1 0-16,0 0 0 0,-1 1-288 0,2-1-48 16,-5-1-16-16,0 0 0 0,0 0-176 0,0 0-32 15,0 0-16-15,43 14 0 0,-43-14-16 0,0 0 0 0,0 0 0 0,51 2 0 16,-51-2-144-16,0 0-16 0,50-7-16 15,-50 7 0-15,33-5-32 0,-33 5 0 0,34-7 0 0,-34 7 0 16,34-4-320-16,-34 4 128 0,0 0-128 16,45-5 0-16,-45 5 0 0,0 0 0 0,0 0 0 0,47 2 0 15,-47-2 0-15,0 0-128 0,0 0 128 0,0 0 0 16,44 7-560 0,-44-7-16-16,0 0-16 0,0 0-14672 0</inkml:trace>
  <inkml:trace contextRef="#ctx0" brushRef="#br0" timeOffset="111585.24">17392 10069 911 0,'-9'0'0'16,"5"0"0"-16,0 0 0 0,1 0 0 0,1 0 0 0,1 2 0 0,0-2 0 0,-2 2-192 15,-1 1 0-15,-1-1 16 0,0 3 448 0,0-2 96 16,3 1 16-16,-1-2 0 0,1-1 1040 0,1 3 224 0,-1-3 32 0,1 1 16 16,1 0 224-16,1-1 32 0,0 0 16 0,0-1 0 15,1 2-176-15,0-2-48 0,0 3 0 0,2-3 0 16,-4 0-400-16,0 0-64 16,0 0-32-16,0 0 0 0,0 0-48 0,41-3-16 0,-41 3 0 0,0 0 0 15,35-8-160-15,-35 8-16 0,0 0-16 0,40-13 0 16,-40 13-256-16,31-9-48 0,-31 9-16 0,34-14 0 15,-34 14-320-15,34-12-64 0,-34 12-16 0,37-14 0 16,-37 14-272-16,31-12 160 0,-31 12-160 0,38-14 128 16,-38 14-128-16,41-12 160 0,-41 12-160 0,43-15 160 15,-43 15-160-15,39-16 0 16,-20 7 144-16,-4 1-144 0,0-1 0 0,-1 2 0 16,-1-3 0-16,0 0 0 0,0 1 0 0,-1 0 0 0,-1-1 0 0,-1 3 0 0,-1-2 0 0,-1 1-160 15,-1 1 160 1,0 0-208-16,-2 2-1632 0,0 0-320 0,-3 1-64 0,0-1-7424 31,-2 3-1488-31</inkml:trace>
  <inkml:trace contextRef="#ctx0" brushRef="#br0" timeOffset="111946.83">17552 9975 8287 0,'-4'0'736'0,"-1"1"-592"0,2-1-144 0,1 0 0 15,1 0 848-15,-1 0 144 16,-4 2 32-16,-2-2 0 0,-3 3 48 0,-1-1 16 16,3 1 0-16,2-1 0 15,1 0-352-15,2 1-64 0,0 2-16 0,2-3 0 16,2 2 240-16,0-1 64 0,1 2 0 0,1-3 0 16,0 3-32-16,0-2 0 0,-2-3 0 0,0 0 0 15,0 0-160-15,0 0-48 0,0 0 0 0,0 0 0 0,44 23 48 0,-44-23 16 16,0 0 0-16,0 0 0 0,49-3-16 15,-49 3-16-15,0 0 0 0,41-9 0 0,-41 9-256 0,34-9-48 16,-34 9-16-16,40-14 0 0,-40 14-80 0,39-15-16 16,-39 15 0-16,40-16 0 0,-21 7-176 0,-2-1-32 15,-1 0-128-15,-1-2 192 0,-2 0-192 0,-2 0 0 16,0 1 0-16,-2 1 0 0,0-1 0 0,-2 2 0 16,0-1 0-16,-1 2-160 15,-1 1-1056-15,-2 1-192 0,0 2-64 0,-1 1 0 16,-1 2-960-16,-2-1-208 0,1 2-48 0,-2 0-4816 15,0 2-976-15</inkml:trace>
  <inkml:trace contextRef="#ctx0" brushRef="#br0" timeOffset="112280.91">17587 10009 4607 0,'-8'7'192'0,"3"-4"64"0,1 2-256 0,0-3 0 0,2-1 0 0,0 0 0 15,1-1 1024-15,-2 2 144 0,-2 2 48 0,0 0 0 0,-1-2 576 0,1 1 112 16,2-1 16-16,0 0 16 0,2-2-272 0,1 0-48 16,0 0-16-16,2 0 0 0,2 0-256 0,0-2-48 15,2 0-16-15,-6 2 0 0,0 0 128 0,28-9 32 16,-28 9 0-16,28-10 0 0,-28 10-416 0,31-15-96 16,-31 15-16-16,40-18 0 0,-17 8-336 0,0-4-64 15,2 0 0-15,-1-2-16 0,1-1-240 0,-1-1-64 16,-1-2 0-16,0 0 0 0,0-3-16 0,1 1-16 15,0-1 0-15,0-1 0 0,-1 2-160 0,1-1 128 16,3-1-128-16,1 1 128 0,1-1-128 0,0 0 0 0,0-2 0 16,-2 0 0-16,-1 0 0 0,-3 1 0 0,1 0 0 0,-3 0 0 15,0 2 0-15,-3 0-144 0,0 2 144 0,-2-1 0 32,0 3-816-32,-1 0-48 0</inkml:trace>
  <inkml:trace contextRef="#ctx0" brushRef="#br0" timeOffset="112870.73">17847 9884 7359 0,'-1'2'656'0,"1"-2"-528"0,0 2-128 0,0-2 0 0,0 0 512 0,0 0 80 0,1 0 16 0,0 0 0 15,1-2 112-15,1 2 32 0,0-1 0 0,1 0 0 0,1-2 144 0,-1-2 16 16,2 2 16-16,0-3 0 0,2-1 288 0,-1 2 48 16,2-4 16-16,0 1 0 0,-2 0 112 0,3-2 16 15,2-1 16-15,1-4 0 0,1-2-496 0,2-2-96 31,1 0-32-31,2-2 0 0,3-3-192 0,0 0-32 16,2 0-16-16,2-2 0 0,1-2 272 0,0 2 64 0,0-4 16 0,-1 3 0 0,-3-1-144 0,-1 2-16 16,0 2-16-16,0-2 0 15,3-3-416-15,1 1-64 0,2-3-32 0,-1 0 0 0,2 1-224 0,0-2 0 16,0 2 128-16,-1-1-128 16,0 0 0-16,-2 3 0 0,-1 0 0 0,-2 1 0 0,2-2 0 0,-1 3 0 0,-2-2 0 0,1 1 0 15,2-2 0-15,0 0-160 16,0 0 160-16,0 1-128 15,-1-2-608-15,1 3-112 0,-2 1-32 0,-1 2 0 16,-3 4-992-16,-2 2-208 0,-1 1-32 0,-2 4-10688 0</inkml:trace>
  <inkml:trace contextRef="#ctx0" brushRef="#br0" timeOffset="113753.52">18185 9542 3679 0,'-1'2'320'0,"0"-2"-320"0,1 0 0 0,0 0 0 15,-1 0 816-15,0 0 80 0,0 1 32 0,-1 1 0 16,-1 1 128-16,1 0 32 0,0 0 0 0,0-2 0 16,0 3-320-16,1-1-64 0,0-1-16 0,-1-2 0 15,2 2-48-15,-1 1-16 0,1-1 0 16,0 1 0-16,0-3 256 0,1 2 48 16,0-2 16-16,0 0 0 0,1 0 80 0,0 0 32 0,0-2 0 0,1 0 0 0,1 1-112 0,0-1-32 15,2-3 0-15,-2 3 0 16,3-3-80-16,-1 0-32 0,2 0 0 0,1 0 0 0,0-1-112 0,1-2-32 15,2-1 0-15,0-2 0 0,0 1-80 0,1 0-32 16,-1-3 0-16,1-1 0 0,2-1-16 0,2-5 0 16,3-1 0-16,3-5 0 0,1 0-304 0,2-2-64 15,2-1-16-15,1 1 0 0,0-1 144 0,-1-1 32 16,0 1 0-16,-2 1 0 0,-2 0-112 16,0 1-16-16,0-1 0 0,-1 2 0 0,-1 2-192 0,3 0 144 15,-1-4-144-15,2 2 128 0,0 1-128 0,-1 0 0 0,-1 3 0 16,0-1 0-16,-1-1-368 0,-1 0 48 0,-1 3 16 0,-3 0 0 31,0 1-1360-31,-1 2-256 0,-3 1-64 0,0 1-16 16,-1 1-240-16,-1 2-64 0,-1 0 0 0,0 3-8448 0</inkml:trace>
  <inkml:trace contextRef="#ctx0" brushRef="#br0" timeOffset="114163.71">18601 9227 5519 0,'-5'0'240'0,"3"-2"64"0,0 1-304 0,0 1 0 0,1 0 0 0,0-2 0 15,1 2 1056-15,-1-2 160 16,1-2 16-16,1-1 16 0,1 0 640 0,2-5 128 0,0 1 32 16,4-1 0-16,2-4-32 0,1 0 0 15,2-1 0-15,2-1 0 0,2-3-384 16,1-2-80-16,2 1-16 0,0-3 0 15,1 2-448-15,4-5-80 0,2-2-32 0,2-1 0 0,1 0-336 0,0-1-80 0,0-1-16 16,-1 0 0-16,-1 0 80 0,-2 0 16 0,1 3 0 0,-2-1 0 16,-2 3-352-16,0 0-64 0,4-3-16 0,-1 1 0 15,1 0-208-15,-2 2 0 0,1 2 0 0,-1 0 0 0,-2 1 0 0,-3 1 0 32,1 1 0-32,-4 2-11504 15,-1 2-2224-15</inkml:trace>
  <inkml:trace contextRef="#ctx0" brushRef="#br0" timeOffset="115176.62">19047 8738 9215 0,'0'0'816'0,"0"0"-656"0,0 0-160 0,0 0 0 15,0 0 256-15,0 0 32 16,0 0 0-16,0 0 0 0,1 0 32 0,-1-2 16 0,2 2 0 0,-2-2 0 16,1 0 304-16,0-1 48 0,0 0 16 0,1 0 0 15,-1-3 704-15,2 1 160 0,1-2 32 0,0-1 0 16,-1 0-48-16,2-2 0 0,1-1 0 0,0-3 0 16,2 1-688-16,0-1-144 0,0 2-16 0,1-4-16 15,1-1 0-15,1 1 0 16,3-6 0-16,1 1 0 0,0-3 208 0,4-2 64 0,0 0 0 15,2-5 0-15,0 0-160 0,1-3-32 0,1-1 0 0,-2 2 0 16,0-2-256-16,1 1-48 0,-1-1-16 0,0-3 0 0,3-2-256 0,-3 2-48 16,-1 2-16-16,0-1 0 0,-1 1-128 0,1 0 0 15,-1 0 0-15,1 2 0 0,-1 2 0 0,-1 2 0 0,-1 3-128 0,0-1 128 16,-1 4-368-16,-1-2 0 0,-1 3 0 16,0 1 0-1,-1 3-1296-15,-1 0-256 0,-1 3-48 0,-1 1-12496 0</inkml:trace>
  <inkml:trace contextRef="#ctx0" brushRef="#br0" timeOffset="117247.65">19422 8246 8287 0,'-3'2'736'0,"1"-1"-592"0,1 0-144 0,0-1 0 16,1 0 256-16,0 0 0 0,0 0 16 0,0-1 0 16,0 0 416-16,1-3 80 0,1 0 0 0,-1 0 16 15,2-3 240-15,0 0 64 0,-1-1 0 0,1 0 0 16,1 0 0-16,1-4 0 0,-2 2 0 0,2-4 0 16,0 2-48-16,-1 0 0 0,1-2 0 0,0-1 0 15,2 0-128-15,-2-1-16 0,0 3-16 0,0-1 0 16,-1-1-432-16,2-1-96 0,0 0-16 0,0-1 0 15,0 0 112-15,1-1 32 0,0-2 0 0,1-1 0 0,1 0 32 0,1-3 16 16,1-2 0-16,1-2 0 0,0 0 48 16,1-2 16-16,0 0 0 0,1-4 0 15,1-1-144-15,0-2-48 0,1 1 0 0,1 0 0 0,0-2-272 0,1-2-128 16,1 2 128-16,1-2-128 0,-1 2 0 0,2 2 0 16,-1-2 0-16,0 5 0 0,-4 2 144 0,3-2 48 15,1 0 16-15,1-3 0 0,-1 5-80 0,-1 0 0 16,2 1-128-16,-3-1 192 0,2 1-192 0,-3-1 0 15,-1 2 0-15,-1 2 0 0,-2 4 0 0,-2 0 0 16,-2 1 0-16,-1 1-160 16,-2 5-1296-16,0 1-256 0,-4 1-48 0,0 4-12592 0</inkml:trace>
  <inkml:trace contextRef="#ctx0" brushRef="#br0" timeOffset="118420.92">18910 8886 4607 0,'-1'0'400'0,"0"0"-400"0,0 2 0 0,0-2 0 15,0-2 944-15,1 0 96 0,0 1 32 0,0-1 0 16,-1-3 32-16,0 1 16 0,1-2 0 0,1 0 0 16,0 0-176-16,0 2-48 0,0-3 0 0,0 0 0 15,1 2 0-15,0-1 0 0,1 0 0 0,-1-1 0 16,1 2-64-16,1-3-32 0,0 0 0 0,0 1 0 16,1-3-32-16,-1 0-16 0,2-1 0 0,1 1 0 15,-1-3-128-15,1 0-32 0,1-1 0 0,-1-3 0 16,1 2 336-16,0-3 64 0,1-1 16 0,2-2 0 15,1-2 64-15,0-1 16 0,2 0 0 0,0-2 0 0,0-2-336 0,1 2-64 16,-1 2-16-16,-1-3 0 0,2-4-192 0,1-1-32 16,1-2-16-16,2-2 0 0,1-2-432 0,2 0 128 15,0-1-128-15,1 0 0 0,0-2 128 0,-1 0-128 16,0 3 0-16,-1 0 128 0,-1 2 80 0,1-2 16 16,2 0 0-16,-1 0 0 0,0 5 32 0,-1 0 16 15,1-3 0-15,2-1 0 0,1-1-112 0,0-1-32 16,1 1 0-16,-1-2 0 0,1 1-128 0,-1 0 0 15,-2-3 144-15,0 1-144 0,-1-2 0 0,0 1 0 16,2-4 0-16,-2 4 128 0,-2 2-128 0,3-6 0 16,1 2 0-16,0-1 0 0,0 3 0 0,-2 1 0 0,0 3 0 0,-2 2 0 15,-2 3 0-15,-1 4 0 0,-1 3-144 0,-2 2 144 32,-3 6-1024-32,-2 1-144 0,-1 3-32 0,-3 4-15696 0</inkml:trace>
  <inkml:trace contextRef="#ctx0" brushRef="#br0" timeOffset="118989.78">19827 7388 4111 0,'-2'0'176'0,"0"0"48"0,2 0-224 0,-1 0 0 15,0 0 0-15,0 0 0 0,1 0 1024 0,-1-1 176 0,0 1 16 0,-1 0 48 16,0-2 400-16,0 0 64 0,1 1 32 0,0-1 0 15,1 0-320-15,1-3-64 0,-1 2-16 0,1-1 0 16,1-1 160-16,0-1 16 0,0-2 16 0,1 1 0 16,0-3-176-16,1 0-32 0,1-1-16 0,0-4 0 15,2-1-432-15,-1 0-96 0,-1 1-16 0,1-2 0 16,1 1-464-16,-2-3-80 16,3-2-32-16,0-3 0 0,2 2 112 0,-2-1 0 0,1-1 16 0,0 1 0 15,1 1 64-15,-1-1 16 0,0 2 0 0,0-1 0 0,0-2-48 16,-1 0-16-16,1 0 0 0,0-2 0 0,1 0-224 0,-1-3-128 15,1-1 128-15,1-1-128 0,-1 1 0 0,-1-1 0 16,1 0 0-16,0-5 0 0,0 3 0 16,-1-2 0-16,1-1 0 0,1-2 128 15,-1 2-128-15,2-4 144 0,2-2-144 0,1-3 160 0,-1 3 16 0,2-2 0 16,0-1 0-16,-2 7 0 0,-2 5-176 0,0-2 128 16,4-8-128-16,0 0 128 15,2-2-128-15,-1 2 0 0,-2 3 0 0,0 0 0 0,-1 3 0 0,-1 0 0 16,-1 4 0-16,0 2 0 15,-1 1 0-15,-1 3 0 0,-2 4 0 0,-1 0 0 0,-1 5 0 0,0 2-144 0,-3 2 144 0,0 4-11648 16,0 1-2192 0</inkml:trace>
  <inkml:trace contextRef="#ctx0" brushRef="#br0" timeOffset="119527.21">20084 6489 8287 0,'-3'2'736'0,"2"-2"-592"0,0 0-144 0,1-2 0 16,0 1 800-16,0 1 128 0,0-2 32 0,0 0 0 15,0-5 1552-15,0-2 320 0,2-4 64 0,0-1 16 16,1-3-704-16,1-1-144 0,0-4-16 0,2 1-16 15,0-3-496-15,1-2-112 0,-1 0-16 0,2 0 0 16,0-3-208-16,1 1-48 0,1 0-16 0,0-1 0 16,-1 3-448-16,1-3-96 0,1-1-16 0,1-1 0 15,1-1-288-15,0 2-64 0,-1 4-16 0,0-4 0 16,2-1 16-16,0-4 0 0,2-2 0 0,1-3 0 16,0 1-224-16,1-2 144 0,1-4-144 0,-1-1 128 15,3-3-128-15,-1-3 0 0,-1 2 0 0,0 0 0 0,-3 5 0 0,1-2 0 16,1-1 0-16,1 3 0 0,-1 0 0 0,0 5 0 15,-2 0 0-15,-1 6 0 0,-3 8 0 0,0-2 0 16,0 0 0-16,0 1 0 0,-2 1 0 0,-2 2 0 16,0 3 0-16,-3 2 0 0,-1 2 0 0,0 3 0 15,-2 2-144-15,-1 0 144 16,1 3-576-16,-1 0-48 0,0 3-16 0,-1 2 0 16,1 0-2000-16,-1 3-416 0</inkml:trace>
  <inkml:trace contextRef="#ctx0" brushRef="#br0" timeOffset="120016.62">20547 5296 7359 0,'-2'-7'320'0,"0"1"80"0,1 2-400 0,0-1 0 16,0 2 0-16,1 2 0 15,-1-3 864-15,1-1 96 0,-1-3 0 0,1-3 16 0,0-3 240 0,-1-1 64 16,2-1 0-16,-1 1 0 0,1 2-32 0,0-2 0 16,2 1 0-16,-1-1 0 0,2-1-320 0,-1-1-64 0,2 1-16 15,0-1 0-15,-1-2-32 0,2-2-16 0,0 0 0 0,0-1 0 16,1-2-128-16,1 3-32 0,-2 0 0 0,2-3 0 16,2-5-192-16,1-2-32 15,1 1-16-15,0-4 0 0,1 2-144 0,1 1-16 0,-1 2-16 0,1 1 0 16,-1 4 32-16,-1-1 16 0,-1 2 0 0,-1 2 0 15,0 4 272-15,-3 1 48 0,-1-1 16 0,0 3 0 16,-1 2-480-16,-3 3-128 0,-1-2 0 0,1 1 0 16,-1 5 0-16,-1-2-288 0,0 3 48 0,0 1 16 15,0 0-1792-15,0 1-352 0</inkml:trace>
  <inkml:trace contextRef="#ctx0" brushRef="#br0" timeOffset="120414.24">20653 4800 5519 0,'-3'1'240'0,"1"-1"64"0,0 0-304 0,1 0 0 0,0-1 0 0,1 1 0 0,0-2 848 0,-1 2 112 0,1-4 32 0,-1-1 0 16,1 0 160-16,1-5 16 0,1 1 16 0,1-3 0 15,1 0-192-15,1-2-32 0,2-1-16 0,0-2 0 32,2-1 352-32,1-2 80 0,0 0 16 0,1-1 0 0,0-2-144 0,0 0-32 15,0 0 0-15,1-1 0 0,0 0-80 0,-2 1-32 0,1-1 0 0,0 0 0 0,-1 0-640 0,0-1-128 31,1 1-16-31,-1 2-16 0,1-1-64 0,0 0-16 0,-1 1 0 16,1 3 0-16,0 0 288 0,-2 4 64 0,-2 3 16 16,2-2 0-16,0 2-288 0,-1-2-64 0,1 2-16 0,-2 3 0 15,0 2-224-15,-3 2 0 0,-1 2 0 0,0 4-160 32,-2 1-368-32,0 3-80 0,0-1-16 0,-1 2-14192 0</inkml:trace>
  <inkml:trace contextRef="#ctx0" brushRef="#br0" timeOffset="120824.42">20773 4494 4655 0,'-1'-2'0'0,"0"0"192"0,1 0-48 0,0-1 0 0,0 0-144 0,1 1 0 16,0 0 0-16,1-2 0 0,1-2 1072 0,1-6 176 15,2-1 32-15,1-2 16 0,1 1-640 0,-1-3-128 16,1 3-16-16,-1 0-16 0,0-1 336 0,1 1 64 15,0 0 0-15,0 2 16 0,0-2 608 0,1 2 112 16,0 1 32-16,0-1 0 0,0 2-352 0,1-1-64 16,1-1-16-16,0 0 0 0,-1-2-624 0,0 2-128 0,0 2-32 0,0-4 0 15,0 0-272-15,0 0-176 0,2 2 192 16,-1-2-192-16,0 4 144 0,1 0-144 0,0 0 0 0,-1 4 144 16,0 1-144-16,-1 0 0 0,0 4 0 0,-1 0 0 15,1 2 0-15,-2 0 0 0,-1 1 0 0,0 1 0 16,-1-1-240-16,0 3 80 0,1-3 16 0,-2 1-7712 15,1 2-1536-15</inkml:trace>
  <inkml:trace contextRef="#ctx0" brushRef="#br0" timeOffset="121738.34">21001 4188 2751 0,'-2'1'256'0,"1"1"-256"16,-1-2 0-16,1 0 0 0,0 0 384 0,0 0 16 15,-1 0 16-15,-2 0 0 0,1 0 96 0,-3-2 32 16,1 1 0-16,1 1 0 0,-1-2 0 0,1 2 0 16,2-2 0-16,-1 0 0 0,0 2 288 0,1-3 48 15,-1 3 16-15,2-2 0 0,-1 2 144 0,1 0 48 0,0 0 0 0,0 0 0 16,1 0-16-16,0 0 0 0,1 0 0 0,1-2 0 16,0 1-496-16,0 1-112 15,3-2-16-15,1 0 0 0,-1-1 64 0,2-1 0 16,0 0 0-16,1-2 0 0,3 1 176 0,1-2 32 0,0-1 16 0,2-1 0 15,1 0 80-15,0 0 16 0,1-1 0 0,1 3 0 16,-1-2-80-16,0 1-16 0,1 2 0 0,-1 0 0 0,-1 2-224 16,1 0-64-16,-1 1 0 0,0-2 0 15,-2 3-304-15,0 0-144 0,2 1 128 0,-1 1-128 0,0-2 0 0,0 0 0 16,0 1 0-16,-1-1 0 16,0 2 0-16,-1-2 0 0,-2 2 0 0,1 0 0 15,-1-2 0-15,0 2 0 0,-2-2 0 0,1 2 0 16,-2 0 0-16,-1 2-176 0,-2-2 176 0,0 2-128 15,-2-2-960-15,-2 2-176 0</inkml:trace>
  <inkml:trace contextRef="#ctx0" brushRef="#br0" timeOffset="122241.34">20943 4200 4607 0,'-2'-2'192'0,"0"2"64"15,2-1-256-15,0 0 0 0,1 1 0 0,-1-2 0 0,0 0 160 0,1 1-16 16,1-2 0-16,1-1 0 0,-1-1-144 0,2-2 128 16,1 0-128-16,-1 0 128 0,2 0 544 0,0 0 96 15,0-1 32-15,1 2 0 0,-2 0 512 0,1 2 96 16,0-3 32-16,2 2 0 0,-2 0 240 0,1 0 48 15,1 1 16-15,-1-3 0 0,2 2-416 0,0 0-96 0,1-2-16 16,1 0 0-16,2 0-192 0,-1-2-64 0,2 2 0 0,0-1 0 16,0 1-64-16,0 1-32 15,1-2 0-15,-1 3 0 0,-1-2-416 0,0 2-64 0,0 1-32 0,-1-1 0 16,-1 0-224-16,0 3-128 0,-1-1 128 0,1 1-128 16,-1-1 0-16,1 3 0 0,-1-2 0 0,-2 2 0 15,0 0 0-15,-2 0 0 16,1 0 0-16,-2 0 0 0,0 0 0 0,-1 0 0 0,-1 0 0 0,0 0-128 15,0 0 128-15,0 0-128 0,-2 0 128 0,-1 0-128 16,0 0-560-16,0 0-96 0,-1 0-32 16,-1 0-12448-16</inkml:trace>
  <inkml:trace contextRef="#ctx0" brushRef="#br0" timeOffset="122699.27">21026 4077 4383 0,'-2'0'384'0,"1"0"-384"16,-1 1 0-16,1 1 0 15,0-2 1232-15,1 0 176 0,-2 2 16 0,-1 0 16 16,0 1 192-16,-3 2 32 0,1-1 16 0,2-1 0 15,0 1-832-15,0-3-160 0,2 1-48 0,2-2 16 16,1-2 400-16,1 1 80 0,-1-1 16 0,2-3 0 16,2 1 16-16,0-2 16 0,2 0 0 0,-1-1 0 15,1 2-352-15,2-3-80 0,1-1-16 0,2 2 16 16,1-2 48-16,1 2 16 0,0-1 0 0,3-1 0 16,0-1-336-16,0 2-64 0,2-2-16 0,-2 2 0 0,-1 1-144 0,0 1-16 15,0 0-16-15,0-1 0 0,0 2-224 0,-2 1 128 16,1-1-128-16,0 0 0 0,-1 3 256 0,-1 0-48 15,-2-1-16-15,-1 1 0 0,1-1-192 0,-1 1 176 16,1-2-176-16,-1 3 160 0,-1-1-160 0,1-1 0 16,-2 1 0-16,-1 0 128 0,0 2-128 0,-3-2 0 15,2 0 0-15,-3 1 0 0,-1 1 0 0,-2 0 0 16,-1 0 0-16,-1 0 0 0,-1 1 0 0,-1 1 0 16,-3 0 0-16,0 0 0 15,0 1-512-15,-2 1 0 0,0-1 16 0,-1-1 0 16,0 0-1648-16,-2 1-336 0,0 0-64 0,-1 1-5840 0,-1-2-1184 0</inkml:trace>
  <inkml:trace contextRef="#ctx0" brushRef="#br0" timeOffset="123503.83">21193 3970 1375 0,'-10'3'0'0,"3"-3"0"0,-1 0 0 0,3 0 128 0,2 0-128 0,1 0 0 0,-1 0 0 0,-1 0 0 16,-3 0 1216-16,-2 0 240 0,0 0 32 0,-2 2 16 15,3-1-144-15,1 1-16 0,1 0-16 0,1-2 0 0,3 2 16 0,0 1 0 16,1-3 0-16,0 2 0 15,2-2-272-15,2 0-48 0,-1 0-16 0,4 0 0 0,0-2 384 0,1 0 80 16,2 1 0-16,0-3 16 0,3 1-480 0,1-2-112 16,1-1 0-16,2 0-16 0,1-2-304 0,0 2-48 15,-2-1-16-15,2-1 0 0,1 2-128 0,-1-1-16 16,1 0-16-16,0 2 0 0,0-1-224 0,-2 2-128 16,-2 1 160-16,0 0-160 0,-2 1 0 0,0 1 128 15,0-1-128-15,-1 2 0 0,-2 0 0 0,-2 2 0 16,-1-2 0-16,-2 3 0 0,-1-1 0 0,-3-1 0 0,-1 2 0 15,-2 0 0-15,-1 0-128 0,-1-1 128 16,-2 2 0-16,-2-1 0 0,-1 2-144 0,-2-1 144 0,-3 1 0 0,-2 0-144 31,0-1-720-31,-1 1-144 0,1-2-16 0,1-1-16 16,0 1 240-16,-1 1 48 0,2-1 16 0,-1 0 0 0,1 0 304 0,-1 1 64 16,2 1 16-16,0-2 0 0,2 0 352 0,0-1-176 15,2 2 176-15,0-3-128 0,-1 2 128 0,2 1 0 0,-1-1 160 0,1-1-160 16,1 0 160-16,1 1-160 0,0-1 160 0,2 0-160 15,1-1 208-15,0 1-48 0,2-2-16 0,2 0 0 0,0 0-144 16,0 0 192-16,2 0-192 0,1-3 192 0,2 1-48 0,1-1 0 16,2-1 0-16,1-1 0 15,1 0 336-15,3 1 64 0,1-3 16 0,3 2 0 0,0-3 80 0,2 2 32 16,0-2 0-16,0 2 0 0,-1 0-240 0,0 2-48 16,1-1-16-16,-1 0 0 0,1 3 560 0,-3 0 112 15,2-1 32-15,-3 3 0 16,-3-2-1664-16,0 4-336 0,-1-2-64 0,-1 1-16 0,-1 1 816 0,-1 0 192 15,-2 0 0-15,-1-1 0 0,-1 1 0 0,-2 0 0 16,-1-2 0-16,-1 1 0 0,-1 1 0 0,-1-2 0 16,-1 2 0-16,-1-2 0 0,0 1 0 0,-2 0 0 15,-1 1 0-15,-3-2 0 0,-2 3 768 0,-2-1 192 0,-2 1 32 0,-3-1 16 32,1 3-1696-32,-3-2-336 0,2 1-64 0,1 0 0 15,1-1 224-15,1 0 48 0,2-1 16 0,1-2 0 0,2 2 608 0,1-2 192 0,1-1 0 0,2 0-160 16,0 1 160-16,3-2 128 15,-1-1-128-15,1 0 176 0,3 0-176 0,-1 0 192 0,1-2-192 0,2 2 192 16,1 0 32-16,0-1 16 0,2-1 0 0,3 1 0 16,0 0 48-16,2-1 16 0,2 2 0 0,1-2 0 15,1 0 80-15,1 1 32 0,2 0 0 0,2 0 0 16,-1 1 16-16,2 0 0 0,2 0 0 0,0-1 0 16,-2 3-432-16,0-1 0 0,0 2 0 0,1 0 0 15,-2 0 0-15,0 0 0 0,-3 2 0 0,-1-2 0 0,-1 1 0 0,-2 1 0 16,-3 0 0-16,-2-1 0 0,-1 1 0 0,-2 1 0 15,-1-2 0-15,-2 1 128 0,-1-1-128 16,-1 1 0-16,-2 1 0 0,0-1 0 0,-1 0 0 0,-2 3 0 16</inkml:trace>
  <inkml:trace contextRef="#ctx0" brushRef="#br0" timeOffset="127837.79">17499 4127 3679 0,'0'0'320'0,"0"-2"-320"0,0 2 0 0,1 0 0 16,-2 0 560-16,1 0 32 0,0-1 16 0,-1 1 0 15,1 0 16-15,0-2 0 16,-1 2 0-16,1-1 0 0,0 1 16 0,-1 0 16 16,1-1 0-16,0 1 0 15,0 0-80-15,0 0-32 0,0 0 0 0,0 0 0 0,0 0-80 0,0 0-16 0,0 0 0 0,0 0 0 16,0 0-176-16,-1 0-32 16,1 0-16-16,0 0 0 0,0 0-224 0,-1 1 0 0,1 0 128 0,0-1-128 15,-1 2 0-15,0-1 0 0,0 2 0 0,-1-1 0 16,1 1 0-16,0-2 0 0,-1 1-128 0,2 1 128 0,-1-1 0 15,0-2 0-15,0 1 0 0,1 1 0 0,-1-2 0 0,0 0 0 16,0 0 0-16,-1 0 0 0,1 0 128 16,0 0-128-16,0 0 0 0,0 0 0 0,0 0 144 0,1-2-144 15,-1 2 128-15,0-1-128 16,0-1 320-16,0 2 0 16,1-3-16-16,0 3 0 0,0-2-48 0,1 1 0 0,-1 0 0 0,0 1 0 0,0-2-128 0,0 2-128 15,1-2 144 1,-1 1-144-16,0-1 128 0,0 1-128 0,0-1 0 0,0 2 0 0,0-2 256 0,-1 0-32 31,1 0-16-31,-1 1 0 0,1-1 160 0,-1 2 16 0,1-2 16 0,-1 2 0 16,1 0-80-16,-1 0-32 0,0 2 0 0,-1-2 0 0,1 2-16 0,0-2 0 0,0 1 0 0,0 1 0 31,0-2 48-31,-1 2 0 0,1-1 0 0,0 0 0 16,0-1-80-16,0 0-16 0,0 2 0 0,0-2 0 15,0 0-80-15,1 0-16 0,0 0 0 0,0 0 0 16,1 0-128-16,0 1 0 0,0-1 0 0,2 2 0 15,-1-1 0-15,1 1-144 0</inkml:trace>
  <inkml:trace contextRef="#ctx0" brushRef="#br0" timeOffset="129087.83">17600 4030 1839 0,'0'-2'0'0,"1"0"0"0,0 1 0 0,-2-1 160 0,1 1-160 0,-1 1 0 16,1 0 0-16,0-1 0 0,0 0 384 0,-2 0 32 15,0 0 16-15,0-1 0 0,0-1 144 0,-1 3 48 16,1-2 0-16,1 2 0 0,-1 0 336 16,-1 0 80-1,1 0 16-15,-1 2 0 0,1-1-336 0,-2 1-64 0,0 2-16 0,0-2 0 0,0 1-288 0,0 2-64 0,-1-3-16 0,1 0 0 16,0 1 0-16,0-1 0 16,1-2 0-1,-1 3 0-15,0-3 144 0,0 2 32 0,-2 0 0 0,0-2 0 16,0 3-144-16,-1 0-32 0,-1 1 0 0,0-2 0 15,0 3-272-15,0 0 0 0,-2-1 0 0,0 4 0 16,0-2 0-16,0 2 0 0,1-1 0 0,-2 0 0 16,0 3 0-16,-1-1 0 0,0 0 0 0,0 1 0 15,1 2 0-15,-1-2 0 0,0 1 0 0,0 2 0 16,-2 3 0-16,0-1 0 0,0 1 0 0,0 3 0 16,-1-1 0-16,0 1 0 0,0 0 0 0,2-2 0 0,2 0 0 15,1-2 0-15,1-2 0 0,1 3 0 0,2-3 0 0,-1 0 0 16,2-3-128-16,1 0-4672 15,1-1-912-15</inkml:trace>
  <inkml:trace contextRef="#ctx0" brushRef="#br0" timeOffset="129673.34">17508 4080 3327 0,'2'-3'144'0,"-2"1"48"0,1-1-192 15,0 3 0-15,-1-2 0 0,0 2 0 0,1 0 0 0,-1 0 0 16,0-2 0-16,1 2 0 0,-1-2 0 0,0 1 0 16,-1 1 0-16,0 0 0 0,0 1 0 0,0 1 0 15,0-1 0-15,0 0 0 0,0 1 0 0,0-2 192 16,0 1-64-16,0 1 48 0,0-2-176 0,1 0 0 16,-1 0 0-16,1 0 0 0,0 0 0 0,0 0 160 15,0 0-32-15,0-2 48 0,0 2 80 0,0 0 0 16,0-1 16-16,0 1 32 15,-1 0 32-15,1 0 16 0,-1 0 0 0,1 0 32 0,-2 0-112 0,2 1-16 0,-1 1-16 0,0-2 32 16,0 2-272-16,0-2 128 0,0 1-128 0,0 1 128 16,0-2-128-16,0 2 0 0,0-2 0 0,-1 0 0 15,1 2 0-15,0-2 0 0,0 1 0 0,0-1 0 16,1 1 0-16,-2-1 0 0,0 0 0 0,0 0 0 16,0 1 0-16,0-1 0 0,1-1 0 0,-2 1 0 15,1 0 0-15,0-1 192 16,-1 2-64-16,1-1 16 0,1 0 16 0,0 0 0 0,-1 1 0 0,0 1 16 15,1-2-176-15,0 0 128 0,0 1-128 0,1-1 128 16,0 2-128-16,0-2 0 0,0 0 0 0,1 2 0 16,0-2 0-16,0 1-176 0,0 0 48 0,0-1 0 31,0 0-960-31,1 0-176 0,-2 2-32 0,2-2-16 0,0 0 1024 0,1 0 288 0,1-2 0 0,-1 1 0 0,3 0 0 0,0-1 0 16,-1-1-128-16</inkml:trace>
  <inkml:trace contextRef="#ctx0" brushRef="#br0" timeOffset="130331.7">17549 4023 2703 0,'2'-1'240'0,"-1"-1"-240"0,0 2 0 0,-1 0 0 16,0 0 0-16,1-1 0 0,0 0 0 0,1 1 0 15,0-4 0-15,1 3 0 0,-1-1 0 16,0-1 0-16,1 1 0 0,-1 1 0 0,0 0 0 0,-1-1 0 16,0 0 0-16,1 1 0 0,0-1 0 0,1 1 0 15,-1-2 0-15,0 2 0 0,0-1 0 0,0-1 0 16,0 1 0-16,0 0 0 0,-1 1 0 0,0-1 0 16,-1 1 560-16,1 0 80 0,-1 1 32 0,0 0 0 0,0-2-160 0,-1 2-16 31,0 0-16-31,-1 2 32 0,0-1-64 0,-1 0 0 0,1 1-16 0,-2 1 0 0,0 0-80 0,1 1-16 15,1-2 0-15,-2 1 48 0,1 0-176 0,-1 1-16 16,2 0-16-16,-2-1 0 0,2 0-48 0,-1 1 0 16,1-2 0-16,0-1 0 0,0 1-128 0,0 0 0 15,1-1 0-15,0 1 0 0,0-2 0 0,0 2 0 16,1-2 0-16,0 0 0 0,0 0 0 0,1 0 0 16,-1 0 0-16,0 0 0 15,0 0-128-15,1 0 128 0,-1-2 0 0,0 2-144 16,1 0 144-16,-1 2 0 0,1-2 0 0,-1 0 0 0,1 0 0 0,-1 0-144 0,1 0 144 0,0 0 0 15,0 1 0-15,-1-2 0 0,2 1 0 0,-2 0 0 32,1-2 0-32,1 0-144 0,0 1 144 0,-1-2 0 15,2 1 0-15,-1 0 0 0,0 0 0 0,0-1-128 16,1-2-112-16,0 3-16 0,-1 0 0 0,0 0 0 16,-1 1-784-16,1 0-176 0,0 1-16 0,-1-1-16 15,0 2 288-15,0 0 48 0,-1 0 16 0,1-1 0 16,-1 2 896-16,1-2 128 0,-1 1 48 0,0 0 16 15,0-1-192-15,0 0 0 0,1 0 0 0,-2 0 0 16,1 0 0-16,0 0 0 0,0 0 0 0,-1 0 0 0,1-1 0 16,0 0 0-16,0 1 0 0,-1 0 0 0,1 0 0 0,0-2 0 15,0 2 0-15,0 0 0 0,0 0 0 0,0 0 0 16,0 0 0-16,0 2 0 0,-1-2 0 0,1 1 0 16,0 0 0-16,-1 1 0 0,1 1 0 0,-1-1 0 15,0 3 0-15,0-3 0 0,1 3 0 0,-1 0 0 16</inkml:trace>
  <inkml:trace contextRef="#ctx0" brushRef="#br0" timeOffset="132079.82">16093 8464 3679 0,'-2'-2'320'0,"0"2"-320"16,1 0 0-16,0 0 0 0,0 2 624 0,-1-2 48 15,-1 2 16-15,-2-1 0 0,-3 2-464 0,0 2-96 16,0 0 0-16,0 0-128 0,2 0 0 0,0-1 0 15,1 4 0-15,0-5-192 0,1 0 352 16,1 2 80-16,0-2 16 0,0-2 0 0,1 0 32 0,0 1 16 16,0-2 0-16,2 0 0 15,-1-2 784-15,0 1 144 0,0-2 48 0,0 0 0 0,0-2 32 0,-1 1 16 16,1-4 0-16,-1 2 0 16,1 0-320-16,-1 0-64 0,1 0-16 0,-1 0 0 15,1 1-128-15,-1 0-32 0,0 1 0 0,1 1 0 16,-1 1-176-16,0 2-32 0,2-1-16 0,-1 1 0 15,0 1-240-15,0 1-48 0,0 1-16 0,0 1 0 16,0-2-240-16,0 3 128 0,0-2-128 0,-1 1 0 16,1 1 0-16,-1-2 128 0,1 1-128 0,-2-1 0 0,0 1 0 0,1-1 0 15,-1 0 0-15,1-2 0 0,-1 1 0 0,1-1 0 16,-1-1 0-16,0 0 0 0,1-1 0 0,-1-1 0 16,0 1 0-16,0-2 0 0,1 1 0 0,1-1 0 15,-1 0 0-15,0 1 0 0,0 1 0 0,1 0 0 16,0-1 0-16,0 1 0 0,1 1 0 0,0-2 0 15,0 2 0-15,0-3 0 0,0 3 0 0,1-2 0 16,1 0 0-16,0-2 0 0,0 1 0 0,1 0 0 16,0-1 0-16,1-1 0 0,1 0 0 0,-1-1 0 15,1 2 0-15,0 0 0 0,-1-3 0 0,3 2-128 16,-2 0 128-16,1 0 0 0,-2 2 0 0,2 2 0 0,-1-1 0 0,-1 2 0 16,1 0 0-16,-2 0 0 0,-1 2-128 0,1-1 128 15,-1 2 0-15,-1 0 0 0,-1 0 0 0,-1 1 0 16,-1 1 0-16,-1 0 0 0,-1-1 0 0,-1 1 0 15,1 0 0-15,-1-1 0 0,-1-1 0 0,0 2 0 16,0-3 0-16,1 0 0 0,-1 1 0 0,0 0 0 16,0-1 0-16,0 0 0 0,0-1 0 0,1 0 0 15,2-1 0-15,0 0 0 0,0-1 0 0,1 0 0 16,1-1 0-16,1-1 0 0,1-2 0 0,1 3 0 0,0-3 0 0,2-2 0 16,0 0 0-16,1 0 0 0,1 0 0 15,-1 0 0-15,2-3 0 0,-2 3 0 0,2 0 0 0,-1 2 0 16,1-2 0-16,-2 3 0 0,2-2 0 0,-3 4 0 15,1 0 0-15,-1 2 0 0,-1-2 0 0,0 4-128 16,-1-2 128-16,-2 2 0 0,0 3 0 16,-2 1 0-16,-1 0 0 0,-1 1 0 0,-2 3 0 0,0-1 0 15,-2 1 0-15,0 1 0 0,0-1 0 0,-1 0 0 16,1-1 0-16,0-1 0 0,-1 0 0 0,2-3 0 16,0-2 0-16,3-1 0 0,-1 0 0 0,1-4 128 15,2-1-128-15,2-1 0 0,0-3 0 0,3 0 0 0,1-3 0 16,1 0 0-16,0-1 0 0,2 1 0 0,1-2 0 0,0-1 0 15,2 1-144-15,-2 2 144 16,0 0 0-16,1 1-144 0,-1 2 144 0,-1-1 0 0,1 4 0 0,-2 0-128 16,0 3 128-16,-2 1 0 0,-2 0-144 0,0 3 144 15,-2 1 0-15,-2 3 0 0,0 0 0 0,-3 3 0 16,-1 0 0-16,-1 1 0 16,0-1 0-16,-2-1 128 0,0 3-128 0,1-2 128 0,0-1-128 0,0-2 128 15,1 0 0-15,2-2 0 0,-1-3 0 0,2-1 0 16,1-1-128-16,1-1 128 0,2-3-128 0,0-1 128 0,2-1-128 15,1-2 0-15,1-1 0 0,2 0 0 0,0 0 0 0,0 0 0 16,0 0-128-16,0 1 128 0,0 2 0 0,0 0-144 16,-1 2 144-16,-2 2 0 0,0 2 0 0,0 0 0 15,-2 4 0-15,-2 1 0 0,0 2-160 0,-3 3 160 16,0-1-128-16,-2 1 128 0,-1 2 0 16,0 1 0-16,-1 0 0 0,-1-2 0 0,1 1 0 0,1-2 0 15,-1-1 0-15,3-4 0 0,0-1 0 16,2-4 0-16,2 0 0 0,3-4-7872 15,2-3-1552-15</inkml:trace>
  <inkml:trace contextRef="#ctx0" brushRef="#br0" timeOffset="133650.84">17583 4054 4479 0,'1'-3'0'0,"0"-1"192"0,0 3-48 0,-1-1-16 0,0 2-128 0,0 0 0 0,-1 0 0 0,1-1 0 16,-1 0 912-16,-1 1 160 16,1-2 16-16,-2-1 16 0,2 3-480 0,-2 0-112 15,1 0 0-15,0 0-16 0,0-2 48 0,0 2 16 0,0 0 0 16,0-1 0-1,1 1-48-15,0 1-16 0,-1 1 0 0,-1-2 0 0,1 3 16 0,-2-1 0 16,2 2 0-16,-2-1 0 0,-1 0-160 0,2 1-32 16,-2 0 0-16,-1 1 0 0,1 0 64 0,-1 2 0 0,1-2 0 15,-1 0 0-15,1 0-64 0,0 1-16 0,-2-1 0 0,2 2 0 16,-2-2-96-16,1 2-16 16,-2 1 0-16,2-4 0 0,1 1-32 0,1 0-16 0,-2 0 0 15,1 2 0-15,-1-3 16 0,0 3 0 0,-1 0 0 0,1 1 0 16,0-4-160-16,0 4 0 15,1-2 144-15,-3 4-144 0,1-2 176 0,-1 3-48 16,-2 1 0-16,1 0 0 0,1 2 128 0,-2 0 32 0,0 0 0 16,0 1 0-16,0 0-32 0,1 0 0 0,-1-1 0 15,1 1 0-15,0-1-112 0,0 0-16 0,1 3-128 0,1-4 192 16,-1 0-192-16,1 1 128 0,-1 3-128 0,-2 0 0 16,3-1 0-16,-1 0 0 0,0 4 0 0,0-2 0 15,-2 4 0-15,1 0 0 0,0 1 0 0,-1-2 0 16,-1 3 0-16,2 0 0 0,0-2 0 0,0 1 0 15,-1-2 0-15,0 1 0 0,1-1 0 0,0 0 0 16,0-1 0-16,1-2 0 0,1-2 0 0,0-1 0 16,0 2 0-16,1-1 0 0,0 0 0 0,3-1 0 0,-1-4 0 0,2 1 0 15,0-2 0-15,0 0-160 0,2-1-176 0,0-3-48 16,1 0 0-16,0-1-9984 16</inkml:trace>
  <inkml:trace contextRef="#ctx0" brushRef="#br0" timeOffset="134278.27">17398 4162 2751 0,'-3'3'128'0,"0"-1"16"15,0-1-144-15,0 1 0 0,1-1 0 0,1 0 0 16,1 1 976-16,-3 1 176 0,-2 2 16 0,-2 1 16 0,-1 2 352 0,-1 1 64 16,-1-1 0-16,0 3 16 0,-1-1-464 0,1 0-80 15,1 1-32-15,0-2 0 0,-1 1-400 0,3 2-64 16,-1-2-32-16,0 2 0 0,1 0-32 0,0 1-16 15,0-1 0-15,-1 2 0 0,-1 3-272 0,1-3-48 16,-1 1-16-16,0 1 0 16,2-1-16-16,-1 1 0 0,0 0 0 0,0 1 0 0,-1 0 176 0,1-2 16 15,1 0 16-15,0-1 0 0,0 1 0 0,0 0 0 16,2 1 0-16,-2-2 0 16,1 0 0-16,-1 1 0 0,1 1 0 0,-1 1 0 15,1-1-144-15,-1 1-16 0,2 2-16 0,-1-3 0 0,0 3-176 0,1-2 160 0,-1-1-160 16,1 1 160-16,-1 1-160 0,1 0 0 15,-1 3 144-15,0-1-144 0,0-1 0 0,0 1 128 0,2 1-128 0,-3 3 0 16,2-1 0-16,-1 2 128 0,1-3-128 0,0-1 0 16,0 1 0-16,0-1 144 15,0-1-144-15,0 0 0 0,0-4 192 0,-1 1-192 16,1 2 192-16,-1-1-192 0,0 2 192 0,0-1-64 0,0 0 0 0,-1 2-128 16,1 0 192-16,-1 3-192 15,1-2 192-15,-2 1-192 0,4-2 0 0,-2 3 0 16,1-3 0-16,-1 0 0 0,1-1 0 0,0 1 0 0,0 2 0 0,0-1 0 15,1 3 0-15,-1-3 0 0,1-2 0 0,1 2 0 16,-1 1 0-16,0 0 0 16,2-2-160-16,-1-1 160 0,0-2 0 0,1 1-144 0,-1-2 144 0,2-1 0 15,-2 1-592-15,0-4-16 0,1 0 0 16,0-4 0-16,0 1-976 0,1-3-192 16</inkml:trace>
  <inkml:trace contextRef="#ctx0" brushRef="#br0" timeOffset="134814.21">17061 5059 2751 0,'-4'2'256'0,"1"-2"-256"0,0 0 0 0,2 1 0 16,1 1 1008-16,-3-2 144 0,-1 2 48 0,-2 0 0 16,-3 3 48-16,0 1 16 0,1 0 0 0,-1 1 0 15,2-2-400-15,1 3-80 0,1 0-16 0,-1-1 0 16,2 3 288-16,-1 0 48 0,0 2 16 0,0 2 0 16,0 0-448-16,-1 1-96 15,1 1 0-15,-1 0-16 0,2-1-208 0,-2 3-32 0,0 1-16 0,-2 2 0 0,1 1-80 0,-1-1-16 16,1 3 0-16,0-5 0 0,-1 2-16 0,0-2-16 15,-1 3 0-15,0-1 0 0,0 0 16 0,-1 3 16 16,0 0 0-16,0 0 0 16,1 2 0-16,0-3 0 0,1-2 0 0,1 1 0 0,-2 2-208 0,2 2 128 15,1 0-128-15,-2 1 0 16,2 0 0-16,-1 2 0 0,2-1 0 0,-2-2 0 0,2 3 0 0,-2-3 0 16,1-2 0-16,0 0 0 15,0-1 0-15,0-2 144 16,-1 3-144-16,-1 0 128 0,-1 0-128 0,0 0 128 0,1-1-128 0,0 1 128 0,-1 1 64 0,2 1 16 15,-1 1 0-15,-1-4 0 0,1 0 112 0,0 2 0 16,-2 1 16-16,2 2 0 0,-1-1-96 0,0 1-32 16,1 1 0-16,0 0 0 0,0-1-208 0,1 0 176 15,-1-2-176-15,3-3 160 0,-1-1-160 0,2-3 0 0,0 1 0 0,0-4 0 16,1-2 0 0,1-2-144-16,-1 0 144 0,1-2 0 15,2-4-464-15,0-3 16 0,2-1 0 0,1-2-11424 16</inkml:trace>
  <inkml:trace contextRef="#ctx0" brushRef="#br0" timeOffset="135444.26">16719 6054 1839 0,'-2'-2'0'0,"0"2"160"0,1-1-160 0,0 0 0 0,0 1 0 15,1-2 0-15,0 2 1024 0,0-3 160 16,-1 1 32-16,0-1 16 0,0-1 352 0,1-1 64 0,0 2 16 0,0-1 0 16,0-1-432-16,1 2-80 0,0 1 0 0,-1 1-16 15,0 1-624-15,0 1-128 0,-1 2-32 0,0 2 0 16,0-1-208-16,-1 3-144 0,-1 0 192 0,0 4-192 15,-1 2 224-15,0 1-64 0,-1 3-16 0,-1 0 0 16,1 1 112-16,-1 4 0 0,0-3 16 0,-1 2 0 0,0 3-32 0,-1-3-16 16,0 0 0-16,1-1 0 15,0-2-96-15,1-1-128 0,-1 0 176 0,1-1-176 16,-1 3 352-16,1-1-32 0,-1 0-16 0,2 2 0 16,-2 0 80-16,2-1 0 0,-1 1 16 0,1-2 0 0,2 1-80 0,-2 0-32 0,1-3 0 0,0 1 0 15,2-2-160-15,-3 1-128 0,2 1 144 0,-3 2-144 16,1-1 144-16,1 0-144 15,-2 2 128-15,1-2-128 0,0 0 176 16,0 1-48-16,1 0-128 0,-2-2 192 0,1 4-64 0,0-2-128 16,-1 1 176-16,1 1-176 0,-2 0 384 0,1 2-48 15,-2-1 0-15,2-1 0 0,-1-1 48 0,1 1 0 16,-2 2 0-16,1-2 0 0,1-1 16 0,-3 1 16 16,3 1 0-16,-2-2 0 0,2 1-96 0,-2 1-32 15,1-1 0-15,0 0 0 0,1 2-112 0,-1 0-32 16,0-2 0-16,0 2 0 0,0 0-144 0,0 0 128 15,0-1-128-15,0-1 128 0,-1 2 0 0,1-1-128 16,0-1 192-16,-1-1-64 0,2-2 64 0,-2 3 0 16,1-2 0-16,-2 2 0 0,2-2-192 0,-1 0 0 15,0 1 0-15,0-2 0 0,1-1 0 0,1-1 0 0,-1 1 0 0,1-3 0 16,1 0 0-16,0 0 0 0,0 1 0 0,1-1 0 16,0 0 0-16,0-1 0 0,0 3 0 0,1-2 0 15,-1-2-224-15,1 1 32 0,0 0 0 16,1-1-9280-16,-1-3-1840 0</inkml:trace>
  <inkml:trace contextRef="#ctx0" brushRef="#br0" timeOffset="135983.53">16297 7273 6447 0,'-1'-7'272'0,"0"5"80"0,0 0-352 0,0 2 0 16,1 0 0-16,-1 0 0 0,0 0 1392 0,-1 2 208 15,-1 0 32-15,1 3 16 0,-2 0-352 0,-1 2-64 16,1 0-16-16,1 2 0 0,0 1-128 0,0 1-16 16,1 1-16-16,0 0 0 0,1 0 112 0,-1 2 32 0,0-1 0 0,1 1 0 0,-1 0-528 15,1 1-96 1,-1 1-32-16,1 0 0 0,1 1-544 0,-2 0 0 15,1-1 0-15,-1 3 0 0,1-2 0 0,-2 1 0 16,1-1 0-16,0 0 0 0,1 0 128 0,-2 1-128 0,0 0 0 16,0 0 0-16,0-1 144 0,2 1-144 0,-2-1 0 0,0-2 144 15,-1 1 0-15,1-2 0 0,-1 2 0 16,-1 1 0-16,2-2 0 0,0-1 0 0,-1 2 0 0,0-1 0 16,1 1-16-16,-1 1-128 0,-1-2 192 0,2 0-64 15,-2 2 240-15,1 0 32 0,0-3 16 0,-2 2 0 16,0 2-32-16,1 0-16 0,-1-1 0 0,1 0 0 0,0-1-240 15,0 0-128-15,0 1 160 0,-2 0-160 16,0 1 128-16,-1 4-128 0,-1-1 0 0,0 3 0 0,1-3 128 0,-2 1-128 16,3-1 0-16,-1-2 0 0,0 1 0 0,0-2 128 15,1 3-128-15,-2-2 0 0,1 0 0 0,-1 0 0 16,1 1 0-16,1 0 0 16,-2 0 0-16,1-1 0 0,1 2 0 0,-2-2 0 0,2 2 0 0,-1-2 0 15,1 2 0-15,0-4 0 0,-1 2 0 0,-1-3 0 16,2 2 0-16,1-2 0 0,0-2 0 0,0-2 0 15,1-2 0-15,1-1 0 0,0 0 0 0,0-1-240 16,0-4 80-16,3-2-13888 0</inkml:trace>
  <inkml:trace contextRef="#ctx0" brushRef="#br0" timeOffset="136505.37">16110 8198 4655 0,'0'-2'0'0,"0"2"192"0,0-2-48 0,-1 1 0 16,1 1-144-16,0 0 0 0,-1 0 0 0,0 0 0 0,0 0 1040 0,0 0 176 16,-1 1 48-16,-1 1 0 0,-1 0-592 0,1-1-112 15,0 2-32-15,-1-2 0 16,0 2 768-16,1 1 160 15,-2 0 16-15,0 1 16 0,1 0-80 0,-2 3-32 0,1 0 0 0,0 2 0 16,0 0-608-16,1 2-112 0,-1-3-16 0,0 3-16 0,2 0-304 0,-2 0-48 16,1 1-16-16,0 0 0 0,0 1 32 0,-1 0 0 15,1-2 0-15,-1 2 0 0,0-2 0 0,0 2 0 16,0-2 0-16,0 0 0 0,0 2 112 0,-2-2 32 0,2 2 0 0,-2-1 0 16,-1 1-176-16,1 0-16 15,-2 0-16-15,1-2 0 16,0 2-224-16,-2 0 128 0,1 0-128 0,0 0 0 15,0-2 192-15,-1 2-64 0,2-2-128 0,0 2 192 16,-2 1 128-16,1 0 0 0,-1 1 16 0,0 0 0 0,-2-1-160 0,1 1-48 16,1 1 0-16,-2-2 0 0,0 1-128 15,0 0 0-15,0 1 0 0,-1-1 0 0,-1 3 0 0,0 0 0 0,-1 3 0 0,0-3 0 16,0 2 0-16,-1 0 0 0,1-2-144 0,1 0 144 16,0 0 0-16,1 0 0 0,0 0 0 0,-1-2 0 15,1 2 0-15,-1-4 0 0,1-2 0 0,-1 1 0 16,1 0 0-16,1-4 0 0,0 0 0 0,0-1 0 15,1 0 0-15,0-1 0 0,1-1 0 0,0 0 0 16,1-3 0-16,2 1 0 0,1-1-128 0,1-1 128 16,0-2-1504-1,2 1-240-15</inkml:trace>
  <inkml:trace contextRef="#ctx0" brushRef="#br0" timeOffset="138353.01">15580 9042 3679 0,'-3'0'320'0,"0"2"-320"0,1 1 0 0,0-3 0 15,1 2 992-15,0-2 128 0,1 1 32 0,-2 1 0 16,-1 0-368-16,-1 0-64 0,1 1-16 0,-1 1 0 16,0-3 0-16,0 1 0 0,1 0 0 0,-1 0 0 15,1-1 256-15,0 1 32 0,1 0 16 0,-2-1 0 16,0 1-112-16,0 1 0 0,0 0-16 0,0 0 0 15,-1 2-496-15,1-1-112 0,-1 2-16 0,0 0 0 0,-1 0-112 0,1 0-16 16,0 2-128-16,-1-1 192 0,2 0 144 0,-2 2 32 16,1-2 0-16,-1 3 0 15,0-3 96-15,1 0 32 0,-1 0 0 16,1-1 0-16,-1 2-112 0,0-3-32 0,0 2 0 0,0-1 0 0,0 0-192 0,0 1-32 16,-2 0-128-16,0 0 192 15,1 1-192-15,0 1 0 0,-1-2 0 0,1 0 0 0,-1 0 0 0,-1 1 0 16,1-1 0-16,0 2 0 0,-1-2 0 0,1 0 0 15,0 0 0-15,-1 0 0 0,1 1 256 0,0-1-64 16,0 1 0-16,1-2 0 0,-1 1 288 0,1 0 48 16,-1 0 16-16,-2 1 0 0,3-2-272 0,-1 2-48 15,0-2-16-15,-1 2 0 0,0-3-16 0,0 4-16 16,1-4 0 0,-1 3 0-16,0 0-176 0,-1-1 0 0,-1 1 144 0,-1-2-144 0,0 2 0 0,-1-1 0 0,-1 0 0 0,1 3 0 15,-1 1 0-15,0-1 0 0,0-1 0 0,0 1 0 31,0 0 0-31,-1 1 0 0,-1 3 0 0,-1-2 0 0,1 1 0 0,1 0 0 0,0 2 0 0,-1-3 128 16,1 2-128-16,0-2 0 0,1-1 0 16,1 1 0-1,0-2 0-15,0-1 0 0,-12 10 0 16,16-12 0-16,-1 0 128 0,-1 0-128 0,0 1 0 16,0-1 0-16,0 0 0 0,2-2 0 0,1 0 0 0,1-1 0 0,1-2 0 15,0 0 0-15,2-1 0 0,-1 1 0 16,0-2-160-16,2 0 160 0,-1-3-160 0,1 1-48 0,0 0-16 15,1 0 0-15,1-1 0 16,0 1-1120-16,1-1-208 0,0 0-48 0,1-1-9728 0</inkml:trace>
  <inkml:trace contextRef="#ctx0" brushRef="#br0" timeOffset="138510.23">15044 9463 1839 0,'9'-4'0'0</inkml:trace>
  <inkml:trace contextRef="#ctx0" brushRef="#br0" timeOffset="139209.48">15095 9436 4287 0,'1'0'0'0,"-1"0"0"16,1 0 0-16,-1 0 0 0,0 0 0 0,-1 0 0 16,1 0 0-16,0 2 0 0,0-1 0 0,-2 0 0 15,-1 2 944-15,0 2 160 0,0-2 48 0,0 1 16 16,-2 3-176-16,-1-3-32 0,1 4-16 0,-2-2 16 0,2 0-576 15,-2 0-96-15,2 2-32 0,-2-4 32 0,2 2 0 0,-1 0 0 16,1 1 0-16,-1 0 16 0,-1 1 192 0,1-2 32 16,-1 2 16-16,0-3 32 0,1 2-288 0,-2 0-48 15,1 1-16-15,-2 0 32 0,2-1-48 0,-1-1 0 16,-1 2 0-16,1-2 16 0,1 0-224 0,-2 2 0 16,2-1 0-16,-1-2 0 0,1 1 0 0,-1 0-128 15,0 0 128-15,1 0 0 0,-2 0-128 0,1-1 128 16,1 1 0-16,-1 0 0 0,0 1 144 0,-1-4 80 15,-1 4 16-15,1-3 16 0,0 3 0 0,-1-2 0 16,-1 3 0-16,1-2 16 0,2-1-96 0,-1 1-32 16,-3 0 0-16,0 1 48 0,0 3 256 0,0-3 48 15,0 2 16-15,0-2 0 0,0 0-240 0,-1 3-32 0,2-3-16 0,-1 0 0 16,1 0-224-16,1 0 144 0,-1-1-144 0,0 0 128 16,-1 2-128-16,0-1 0 0,-1 2 0 0,1-2 0 15,0 0 0-15,0 0 0 0,-1 0 0 0,1 1 128 16,0-2 144-16,1 2 32 0,-1-3 0 0,0 2 0 15,0-3 144-15,0 3 16 0,-1-2 16 0,0 0 0 16,0 0 0-16,1 1 0 0,0-3 0 0,-1 2 0 16,1-1-80-16,0 1-16 0,1 0 0 0,1 0 0 15,0 0-224-15,0-1-160 0,-2 1 192 0,1 2-192 16,0 0 0-16,0-2 0 0,0 0 0 0,-1 2 0 16,2-2 128-16,-1 2-128 0,0 0 0 0,0-2 0 0,2 1 0 0,0 0 0 15,-2 0 128-15,2-1-128 0,1 0 0 0,-1-1 128 16,1 2-128-16,1-3 0 0,0 0 128 15,0 0-128-15,0 0 0 0,0-1 0 0,0 0 336 0,1 0 16 16,0 1 0-16,0-1 0 0,1-1-64 0,0 1-16 16,-1 0 0-16,1 0 0 0,0-2 64 0,0 2 16 15,0-2 0-15,-1 1 0 0,1 1-16 0,-1-2 0 16,-1 0 0-16,1 1 0 0,0-1-176 0,1 1-32 16,-2-1-128-16,0 1 192 0,0 1-64 0,0-2-128 15,1 0 176-15,1 0-176 0,-1 1 160 0,2 0-160 0,-3-1 128 16,2 0-128-16,0 2 0 0,0-2 0 0,1 0 0 0,0 0 0 15,1 1 0-15,0-1 0 0,2 0 0 0,-2 2 0 16,0-2 0-16,1 0 0 0,0 0 0 0,0 2 0 16,2-1 0-16,-3 1 0 0,1 0 128 0,-1 0-128 15,0 0 0-15,1 2 0 0,-3 0 0 0,0 0 0 16,1-1 0-16,-1 2 0 0,0-1 0 16,0-1 0-16,0 2 160 0,1-3 0 0,-1 0 0 0,2 0 0 15,0-2 32-15,1 1 0 0,2-1 0 0,0-1 0 16,0-1-192-16,1 0 0 0,2-3 0 0,2-2-15952 15</inkml:trace>
  <inkml:trace contextRef="#ctx0" brushRef="#br0" timeOffset="141720.14">19149 8649 5039 0,'-4'-1'448'0,"2"-1"-448"0,0 2 0 0,0-1 0 0,1 0 0 0,0 1 0 31,0 0 0-31,-1-3 0 0,1 1 0 0,-3-3 0 16,0 1 256-16,-1-3 48 0,1 2 0 0,-1-3 16 15,2 2 160-15,-1 1 32 0,2 1 0 0,0 1 32 0,0 0-32 16,0 3 0-16,1-2 0 0,1 4 32 0,0-2 368 0,0 0 80 16,0 3 16-16,0-3 16 15,0 2-144-15,0-1-48 0,-1 0 0 0,1-1 32 0,-1 2-176 0,0-2-48 16,1 0 0-16,-1 0 48 0,0 0-240 0,-1-2-32 16,0 2-16-16,0-2 32 0,0 0 240 0,0-1 48 15,-1-1 16-15,-1 1 32 0,1 1 288 0,0-1 64 0,-1 1 16 0,0 0 16 16,1 1-144-16,-2-1-48 0,-1 2 0 0,2-1 32 15,-1 1-368-15,1 0-80 0,1 0-16 0,-1 1 48 16,0-1-192-16,1 2-16 0,-1-2-16 0,0 1 32 0,2-1-128 0,-1 0 0 16,2 0-16-16,0-1 0 0,0-1 0 0,0 1 0 15,0 0 0-15,0-1 0 0,0 0-96 0,0-1-16 32,0 1 0-32,1 1 0 0,-1-1 80 0,1 0 16 0,-1 0 0 15,1 1 0-15,0 1 32 0,0 1 0 0,0 1 0 0,1 1 0 16,1 1-64-16,1 4 0 0,1 3 0 0,0 1 0 15,3 2 96-15,-1 2 16 0,4 1 0 0,-2 2 0 16,3 0-176-16,-1-2-128 0,0-3 144 0,-10-14-144 16,20 26 0-16,-20-26 128 0,0 0-128 0,21 19 0 15,-21-19 0-15,0 0 0 0,0 0 0 0,0 0 0 0,0 0 0 0,0 0 0 16,0 0-128-16,28-24 128 0,-27 15 0 0,-2-1-192 16,-1-2 192-16,0-2-160 0,0 2-80 0,-3 0-16 15,0 0 0-15,-1-2 0 0,-2 2 32 0,0 0 0 16,-2 0 0-16,0 3 0 0,-1-2 224 0,1 3-192 15,1 1 192-15,0 2-192 16,1 1 192-16,3 2 0 0,0 1 0 0,1 4 0 0,2-1 0 0,1 0 0 0,0 3 0 0,2 0 160 16,0 2 208-16,2-1 32 15,1 0 16-15,1 2 0 0,0-1-128 0,-5-7-32 0,0 0 0 0,22 20 0 16,-22-20-256 0,0 0 160-16,0 0-160 0,34 22 128 0,-34-22-128 0,0 0 0 15,0 0 0-15,0 0 0 0,0 0 0 0,38 10 0 16,-38-10 0-16,0 0 0 0,0 0 0 0,0 0 0 15,0 0 0-15,0 0 0 0,0 0 0 0,0 0 0 16,0 0 0-16,0 0 0 0,0-3 0 0,-7 1 0 0,0 1 0 16,-2-2 0-16,-2-1-224 0,-1-1 32 0,1 1 0 0,-3-4 0 15,1 2 64-15,1-2 128 0,1 1-208 0,1 0 80 16,2 1 128-16,0 1 0 0,3 2 0 0,0 1 0 16,1 0 0-16,2 2 0 0,1 2 0 0,0-1 128 15,2 2 64-15,0 2 32 0,1 0 0 0,1 2 0 0,1 0 0 16,1 1 0-16,1 3 0 15,0-2 0-15,1 1-224 0,0 0 144 0,1 0-144 0,-8-10 128 0,14 16-128 0,-9-9 0 16,-5-7 0-16,0 0 128 0,0 0-128 0,22 17 0 16,-20-15 0-16,0-2 0 0,0 0 0 0,-2-2 0 15,1 1 0-15,-2-4 0 0,-1 2 0 0,0-2 0 0,0-1 0 0,-2 0 0 32,-1 0 0-32,1-2 0 0,-1 0 0 0,-2 1 0 15,3 0 0-15,-1-1 0 0,0-1 0 0,0 0 0 16,1-1 0-16,2 1-320 0,1-1 48 0,2 1-17776 15</inkml:trace>
  <inkml:trace contextRef="#ctx0" brushRef="#br0" timeOffset="142622.13">17346 4282 5871 0,'-2'-3'128'0,"2"3"16"0,-1 0 16 0,0-2 16 0,0-1-176 0,0 3 0 16,0-4 0-16,0 1 0 15,-1-2 1408-15,-1 1 256 0,1-2 64 0,-1 0 0 16,1 1 0-16,-1 0 0 0,2 3 0 0,0-1 0 16,1 1 288-16,1-1 64 0,1-1 16 0,0-1 0 15,1 0-848-15,0-2-160 0,1-1-48 0,2-1 0 16,-1-2-448-16,1-1-80 0,0 0-32 0,0-2 0 15,1 0 32-15,0-1 0 0,0 1 0 0,2 0 0 16,0 0 208-16,-9 14 48 0,22-24 16 0,-22 24 0 0,0 0 16 0,0 0 0 16,48-16 0-16,-48 16 0 0,0 0-432 0,0 0-96 15,46 19-16-15,-46-19 0 0,21 21-80 0,-10-9-32 16,-11-12 0-16,22 23 0 0,-22-23-144 0,22 22 0 16,-22-22 0-16,22 19 128 0,-22-19-128 0,0 0 0 0,31 18 0 0,-31-18 0 15,0 0 0-15,0 0 0 0,0 0 0 0,0 0 0 16,46-6 0-16,-46 6 0 0,0 0 0 0,0 0 0 15,0 0-224-15,0 0 80 0,27-20 16 0,-26 20 0 16,-2 3-1552-16,-1-1-304 0</inkml:trace>
  <inkml:trace contextRef="#ctx0" brushRef="#br0" timeOffset="142961.82">17569 4110 7599 0,'-3'-4'160'0,"2"-1"32"0,0 2 16 0,0-1 16 0,1 2-224 0,0-1 0 0,0-1 0 0,0-1 0 16,1-3 2688-16,-1-3 480 0,1-1 96 0,0 2 32 15,1 1-1392-15,-1 2-288 0,0 3-48 0,1 1-16 16,0 1-432-16,2 2-96 0,1 4 0 0,-5-4-16 16,0 0 96-16,0 0 32 0,24 28 0 15,-24-28 0-15,17 27-592 0,-8-10-112 0,2 1-32 0,0 1 0 0,2 2-208 0,-1 2-32 16,1 2-16-16,0-1 0 0,1 2 0 0,0 0 0 15,0 0 0-15,-1 1 0 0,0 0-144 0,0-1 0 0,-1 1 144 0,-1-1-144 16,0 0 128-16,-1 0-128 0,1 3 128 0,-2 1-128 16,0 1 0-16,0 2 0 0,1 0 0 0,-1 1 128 15,0 3-128 1,-1-1 0-16,0-3 0 0,-2-2 0 0,1-4 0 0,-1 3 0 16,0 4 0-16,0 3 0 0,0-4 0 15,0-2 0-15,0-3-160 0,0-5 160 16,-3-6-1216-16,2 0-144 0,0 0-32 0,-1-3 0 15,1 0-1472-15,-1-2-288 0</inkml:trace>
  <inkml:trace contextRef="#ctx0" brushRef="#br0" timeOffset="143362.09">17872 4744 9215 0,'-3'-10'400'0,"2"5"96"0,-1-2-496 0,1 3 0 15,0-1 0-15,0 2 0 0,0 1 576 0,0-5 32 16,-1-2 0-16,-1-1 0 0,1-2 96 0,0 0 32 16,0 5 0-16,1 1 0 0,1 1 608 0,0 4 112 15,2-1 16 1,0 4 16-16,0 1 112 0,0 0 0 0,2 3 16 0,0 1 0 16,0 1-480-16,1 3-112 0,1-1 0 0,-1 4-16 0,1 2-704 0,1 1-144 0,1 2-32 0,-1 0 0 31,1-2-128-31,1 2 0 0,-1-1 0 0,0 4 0 15,2 0 144-15,-2 1 48 0,-1 0 16 0,1 0 0 16,0 2 368-16,0 0 64 0,0 0 0 0,-1 1 16 0,2-2-208 16,-1 0-32-16,-1 1-16 0,2-1 0 0,-2 0-224 0,1 2-48 15,-1 0-128-15,0 0 192 0,0 0-192 0,0 0 0 16,1-2 0-16,-2 0 0 0,1-1 0 0,-2 1 0 16,1-3 0-16,-1 1 0 15,-1-1-544 1,0 0-48-16,0 1-16 0,-2-2 0 0,0-3-992 0,0 0-208 0,-1-2-48 0,0-1 0 15,0-4 208-15,-1 1 48 0,1-2 0 0,-1 1-8016 0</inkml:trace>
  <inkml:trace contextRef="#ctx0" brushRef="#br0" timeOffset="143881.81">18001 5035 4607 0,'-3'1'192'0,"2"1"64"0,0 0-256 0,0-1 0 0,0 0 0 0,1 1 0 15,-1-1 1168-15,0 3 192 0,0 1 48 0,0 2 0 16,0 0 192-16,1-1 64 0,0 0 0 0,1-1 0 0,1 0-496 0,0-1-80 16,0 1-32-16,1 0 0 0,1-1 160 0,0 2 48 15,0 0 0-15,1 2 0 16,0-2 224-16,2 4 48 15,-1 2 16-15,1 2 0 0,0 3-784 0,1 0-176 0,-1 2-16 0,1 2-16 0,0 0-368 16,-1 0-64-16,1 1 0 0,-2-1-128 0,2 0 256 0,-2 1-48 16,1-3-16-16,-2 0 0 0,1-3 144 0,-1 3 32 15,0-1 0-15,0-2 0 0,0 3-48 0,0-3-16 0,0 3 0 0,0-2 0 16,0 1-176 0,-2-3-128-16,1 0 192 0,0 1-192 0,1 2 208 15,-3 0-64-15,2 0-16 0,1-1 0 0,-1 2 80 16,0 0 16-16,1 2 0 0,-2-2 0 0,1 1-80 0,1 0-16 15,-2 1 0-15,1 2 0 0,1-2-128 0,-2 2 192 16,2-2-192-16,-1 2 192 0,0 0-192 0,1 1 0 16,0 1 0-16,-1-1 128 0,1-3-128 0,0 1 0 15,0-1 0-15,1-1 0 0,-1 0 0 0,1-1 0 0,-1 0 128 0,1 0-128 16,0 3 0-16,-1-1 0 0,0 2 0 0,-2-3 0 16,1-4-192-16,0 4 48 0,1 0 0 0,-2 2 0 15,1 0 144-15,0-2 0 0,-1 0 0 0,0 0 0 16,0 2-384-16,1-2 16 0,-2 0 0 0,1 2 0 15,0-4-240-15,-1 0-48 0,1 0-16 0,-2 1 0 16,0-2-288-16,0-1-48 0,0-2-16 0,0 1 0 16,0-1-672-16,-1-2-144 0,0-2-16 0,0 0-9472 0</inkml:trace>
  <inkml:trace contextRef="#ctx0" brushRef="#br0" timeOffset="144496.17">18221 6008 911 0,'0'-1'0'0,"-1"-1"0"0,1 0 0 0,0 1 0 16,0 1 1232-16,0 0 176 0,0-2 16 0,0 1 16 15,1 0 1040-15,0 1 208 0,1 2 32 0,0 3 16 16,1 2-544-16,0 0-96 0,1 2-32 0,-1 3 0 16,2 0-864-16,0 2-176 0,0 0-48 0,0 1 0 15,0 0-464-15,0 1-80 16,1 1-32-16,-1 1 0 0,2-1-400 0,-2 0 128 16,1 4-128-16,-1-4 0 0,1 4 0 0,-1-4 0 15,-1 4 128-15,1-2-128 0,0 2 128 0,0 0 0 16,1 1 0-16,-2-1 0 0,1-4 288 0,0 2 48 15,0 2 16-15,0-1 0 0,0 1-176 0,1 0-48 0,-1 1 0 0,0-2 0 16,0 1 64-16,-1 1 0 0,1 0 0 0,1 1 0 16,-1 0 0-16,2 1 0 0,-1 0 0 0,1 1 0 15,0 0-32-15,0 1 0 0,2-2 0 0,-1 2 0 16,1-2 64-16,-1 0 16 0,1 1 0 0,0 1 0 16,1 1-144-16,-1-1-32 0,-1-2 0 0,0 1 0 0,-2-1 16 0,1-1 0 15,-1-1 0-15,0 2 0 0,-1-2-32 0,1 3-16 16,0-1 0-16,0 0 0 0,0 1-160 0,0 0 0 15,0 1 0-15,-1 2 0 0,1-1 0 0,0 3 0 16,0-6 0-16,-2 2 128 0,3 0-128 0,-1 0 0 0,1 0 0 16,-1 1 0-16,1 0 0 0,-2-1 0 15,1 0 0-15,0 0 0 0,-1-1 0 0,0 3 0 0,0-2 0 0,0 0 0 16,1 0 0 0,-1 0 0-16,1-2 0 0,-2-1 0 15,2-1 0-15,-1 0 0 0,3 3 0 0,-2 1 0 16,2-2 0-16,-1 0 0 0,0 0 0 0,-1-1 0 0,1 1 0 0,-1 0-192 15,1-1 0-15,0-1 16 16,0 1-560-16,-1 1-112 0,1-2-32 0,0 1 0 16,-1-4-832-16,0 3-160 0</inkml:trace>
  <inkml:trace contextRef="#ctx0" brushRef="#br0" timeOffset="145331.9">18690 7620 5519 0,'0'0'496'0,"0"0"-496"0,1 0 0 0,-1 0 0 16,0 0 944-16,0 0 80 0,0 0 32 0,1 2 0 16,0-2 496-16,-1 2 112 0,1 0 0 0,1 1 16 0,0 2-304 15,-1-1-64-15,2-1-16 0,1 4 0 16,0-3-128-16,0 2-16 0,0 0-16 0,1 2 0 15,0-2-208-15,1 4-32 0,2 2-16 0,0 1 0 16,1 0-240-16,-1 3-64 0,0 1 0 0,1 2 0 0,0 0-32 0,0 2-16 16,1 1 0-16,-1-1 0 15,-2 0-32-15,2-1-16 0,-2 1 0 0,0-2 0 16,0 0-160-16,0 0-48 0,0-2 0 0,-1 1 0 16,1-1-272-16,-1 0 0 0,0 2 0 0,0-1 0 0,-1 0 0 15,1 2 0-15,-1 2 0 0,1-1 0 0,-2 1 160 16,2 1-160-16,0 2 128 0,-1 0-128 0,0-1 224 15,0 0-32-15,2 0-16 0,-2 1 0 0,2-1 0 0,-2 2 0 16,0-2 0-16,0 0 0 0,0 2-176 0,0-1 0 16,0 1 0-16,-2-2 128 0,1 0-128 0,0 0 0 15,-1-3 0-15,1 0 0 0,1-1-144 0,-2-2-16 16,0 1 0-16,1-2 0 16,-1-1-352-16,0-1-80 0,-1-1-16 0,2-2 0 15,-1-1-160-15,0-1-16 0,-2 0-16 0,2-3 0 0,-1 0-832 16,0-3-160-16</inkml:trace>
  <inkml:trace contextRef="#ctx0" brushRef="#br0" timeOffset="145513.25">18755 7937 6191 0,'-1'-5'560'0</inkml:trace>
  <inkml:trace contextRef="#ctx0" brushRef="#br0" timeOffset="145994.99">18737 7643 6447 0,'0'-2'576'0,"-1"2"-576"15,1-2 0-15,0 1 0 0,0 1 1072 0,0-2 96 16,0 2 32-16,0-2 0 0,-1-1 960 0,0-1 192 0,1 3 32 0,-1-1 16 16,0 1-416-16,0 2-96 0,0-1-16 0,0 2 0 15,1 1-304-15,0 0-64 0,1 1-16 0,0 3 0 16,0 0-192-16,1 1-32 0,1 3-16 0,-1-2 0 16,2 4-368-16,1 3-80 0,0 1-16 0,3 4 0 15,-1 1-336-15,1 3-80 0,1 4-16 0,0 0 0 0,0 0-176 0,1 1-48 16,0 1 0-16,0-3 0 0,-1-2-128 15,0-2 160-15,-1 0-160 0,0-1 160 16,0-2-160-16,-1 1 160 0,1 2-160 0,0-1 160 16,0 6-160-16,2-2 0 0,-1 2 144 0,0 0-144 15,0-2 0-15,0 3 128 0,0 1-128 0,0 0 0 0,1 0 0 0,-2 2 128 0,0-3-128 0,1 1 0 32,-2 0 0-32,-1-3 0 0,2 1 0 0,-1-2 128 15,0-4-128-15,-1 0 0 0,3-3 0 0,-4-4 0 0,1 0 0 0,-2-6 0 16,2 0 0-16,-2-3 0 0,-1-2-192 0,0-3 0 15,0-2 0-15,-2-4 0 16,1-1-672-16,-2-2-144 0,-1-2-16 0,0-3-16 16,-2-1-1328-16,0-3-272 0,-1-4-48 0,-2-3-11104 15</inkml:trace>
  <inkml:trace contextRef="#ctx0" brushRef="#br0" timeOffset="146313.62">18839 7928 6271 0,'-7'-10'128'0,"3"6"48"0,2-1 0 0,-1 2 0 0,1 1-176 0,0 0 0 0,0 0 0 16,-1 1 0-16,-2-3 2560 0,-2 1 496 0,2 2 80 0,1 1 32 15,0 1-736-15,2 4-128 0,-1 0-48 0,2 2 0 16,0 2-448-16,1 1-80 0,1 2-32 0,0 3 0 16,2 0-368-16,-1 4-80 0,3 0-16 0,1 5 0 15,0 0-576-15,2 4-112 0,3 3-32 0,0 4 0 16,2 3-160-16,1 3-32 0,1 2-16 0,2-1 0 0,-1-1-48 15,0-1 0-15,0-3 0 0,0-1 0 16,-1 1-96-16,0-2-32 0,0 2 0 0,0-1 0 0,1-1-128 0,2 1 0 16,-1 0 0-16,0-5 0 0,-2-3 0 0,-1 0 0 15,2 1 128-15,-2 1-128 0,1-1 0 0,0 0 0 16,-1-3 0-16,0 0 0 0,0-3 0 0,-3-4-224 16,1 0 48-16,-2-4 16 15,0-3-912-15,-2-3-176 0,-1-2-32 0,-1-3-9856 16,-1-3-1984-16</inkml:trace>
  <inkml:trace contextRef="#ctx0" brushRef="#br0" timeOffset="146706.46">18932 8077 4607 0,'-5'-7'0'0,"1"2"192"0,1 0-48 0,0 2-16 0,2 2-128 0,0 1 0 0,0 0 0 0,-2-2 0 0,0 2 1696 0,-1 0 304 15,2 2 64-15,0 3 16 16,1 2 288-16,1 3 64 0,2 3 16 16,1 2 0-16,4 3-400 0,0 5-96 0,2 4-16 0,2 1 0 0,0 4-416 0,1 1-96 15,1 2-16-15,1 1 0 0,0 0-576 0,0 1-112 16,1 1-16-16,0 1-16 0,1-1-368 0,-2-3-80 15,-1-1-16-15,1-1 0 0,2 1-224 0,1 1 176 16,1 0-176-16,-1-3 160 0,1 0 128 0,1-2 32 16,0 1 0-16,1 0 0 0,0-2-144 0,-1 1-32 15,2-1 0-15,-2-1 0 0,1-2-144 0,-1 0 0 16,2 0 0-16,0 3 0 0,2-1 0 0,-1 1 0 16,0-3 0-16,-1 0 0 0,2 0-272 0,2 0 16 0,-1 0 0 0,2-1 0 31,-3-2-736-16,0-5-144-15,-1-1-16 0,-1-5-9152 0,-3 0-1840 0</inkml:trace>
  <inkml:trace contextRef="#ctx0" brushRef="#br0" timeOffset="147116.37">19324 8928 911 0,'-16'-9'0'0,"7"4"0"0,-1 0 0 0,3 0 0 0,3 2 0 0,2 2 0 16,0-2 992-16,-4 1 112 0,-1-3 32 0,-1-1 0 0,0 1 976 0,2 4 208 16,3 1 48-16,2 3 0 0,2 4-480 0,2 0-96 15,2 2 0-15,1 4-16 0,3 3-64 0,2 1-16 31,2 2 0-31,1 2 0 0,0 0-416 0,1 1-64 0,1 1-32 0,0 2 0 0,1 0-432 16,-1 1-96-16,2 0-16 0,0 0 0 16,1 1-176-16,0-1-32 0,-1 0-16 0,3-1 0 0,1 2-208 0,2 2-32 0,4 2-16 0,0-1 0 15,2 1-160-15,0-1 0 0,-1-1 0 0,0 0 128 16,-1 0-128-16,0-2 0 0,-2-1 0 0,-2-2 0 31,0-2 0-31,-1-1 0 0,1 0 0 0,0-4 0 0,0 0 0 16,0-1-176-16,-1-2 176 0,-3-2-192 0,-4-5-320 15,1 2-80-15,3 3-16 16,2 0 0-16,-1 0-832 0,-1 1-160 0,-1 0-48 0,-3-1-11024 0</inkml:trace>
  <inkml:trace contextRef="#ctx0" brushRef="#br0" timeOffset="147640.23">19631 9412 1375 0,'-12'-7'0'0,"5"2"128"0,1 1-128 0,1 1 0 0,2 0 0 0,2 3 0 16,0-2 2176-16,0 1 432 0,-1-2 80 0,2 0 0 15,0 3 256-15,3 0 64 0,4 1 0 0,2 4 0 16,3 1-576-16,2 3-128 0,4 3 0 0,0 2-16 15,3 0-864-15,-1 1-160 0,2 2-48 0,1 1 0 16,1-1-640-16,0 1-128 0,1 0-16 0,-1 1-16 16,-4-3-96-16,3 1 0 0,0 2-16 0,1 0 0 15,1 0-80-15,-1 0-16 0,1 0 0 0,-1-1 0 16,-2 0 0-16,0-2 0 0,-2 0 0 0,1 1 0 16,-1 0-80-16,0-2 0 0,2 1-128 0,-4-2 192 15,1 0-192-15,-1 0 176 0,2 0-176 0,-1 1 160 0,2-1 32 16,-1 0 0-16,0-1 0 0,-1-1 0 0,0 1-192 0,-1-3 128 15,0 1-128-15,-1-4 128 0,2 1-128 16,-19-8 128-16,30 9-128 0,-30-9 128 0,26 6-128 0,-26-6 0 16,0 0 0-16,36 3 0 0,-36-3 0 0,0 0 0 15,39 10 0-15,-39-10 0 0,26 7 0 0,-12-2 128 16,0 2-128-16,2 0 0 0,-3 3 0 0,1-1 0 16,0 3 0-16,1-2 0 0,0 3 0 0,-2-1 0 0,1 0 0 15,-2 0 0-15,1 0 0 0,-1 1 0 0,-1-2 0 16,-1-1 0-16,-1-1 0 0,0-1 0 15,-3-2 0-15,0-1 0 0,-3-3-272 0,0-2-48 0,-2 0 0 0,-1-5 0 32,-1-2-592-32,-1 1-128 0,-1-2-32 0,1-1 0 15,-2 2-304-15,0-1-64 0,1 2-16 0,0 1-8208 0,0 2-1632 0</inkml:trace>
  <inkml:trace contextRef="#ctx0" brushRef="#br0" timeOffset="147909.42">20414 10050 16575 0,'4'2'736'0,"-1"-2"160"0,0 2-720 0,0-2-176 0,0 1 0 15,1 1 0 1,0-2 1872-16,6 3 352 0,4 1 64 0,6 1 16 0,4 3-960 0,3 0-176 16,1-1-32-16,-2 1-16 15,-2-2-928-15,-1 0-192 0,-1-2 0 0,0 1 0 16,-2-2-1056-16,-2-1-128 0</inkml:trace>
  <inkml:trace contextRef="#ctx0" brushRef="#br0" timeOffset="148417.39">19473 8295 30399 0,'0'0'2704'0,"0"0"-2160"0,0 0-544 0,0 0 0 32,0 0-3248-32,0 0-752 0,0 0-160 0,0 0-16 0,0 0 3280 0,0 0 672 0</inkml:trace>
  <inkml:trace contextRef="#ctx0" brushRef="#br0" timeOffset="149765.76">19159 8560 9215 0,'-1'3'192'0,"-1"-2"64"0,1 1 0 0,0-2 0 0,0 2-256 0,1-2 0 16,0 0 0-16,-1 1 0 0,0 0 1600 0,0 1 256 16,1 1 48-16,-1-1 16 0,2-2 240 0,0 3 32 0,0-2 16 0,1 0 32 15,1-1-528-15,-1 0-112 0,1 0 0 0,1-2 0 16,0-1-720-16,0-1-144 15,0 0-32-15,0-2 32 0,0-1-128 0,1-3-32 16,0-2 0-16,0-2 16 0,1-1-80 0,0-5 0 0,3-1-16 0,0-8 16 16,2-4-96-16,3-4-32 0,2-2 0 0,1-1 16 15,3-1 48-15,-1 1 0 0,2-3 0 0,-1 2 0 16,2 0-96-16,1-2-32 0,2 2 0 0,-3 4 32 16,-2 3-176-16,3-3-48 0,4-4 0 0,2-2 16 0,1-1-144 0,0 0 0 15,0-2 0-15,-2 2 160 0,-3 4-160 16,-3 2 0-16,-1-2 0 0,-1 2 0 15,-2 2 0-15,-4-1 0 0,0 3 0 0,-2 3 0 0,-2 5 0 0,-2 3 0 16,-1 5 0-16,-4 5-128 16,0 3-16-16,-3 6 0 0,-1 4 0 0,-3 2 0 15,0 3-272-15,-3 4-48 0,1 3-16 0,-4 2 0 0,2 1 128 0,-2 4 32 16,1-1 0-16,-1 0 0 0,1 0 160 0,1 1 160 16,-1 2-208-16,0-1 80 0,1 1 128 0,-2 2 0 15,-1 3 0-15,1 0 0 0,-1 0 0 0,1 3 0 16,-1 3 0-16,-1 1 0 0,0 1 0 0,0 2 0 15,-2 1 0-15,1 0 128 0,-1-2-128 0,-2 3 0 0,-1 3 0 16,2-1 0-16,-1-2 0 0,-2 0 144 0,0 0-144 16,-1-3 0-16,1-2 128 0,2-4-128 0,0-3 0 0,2-3 0 15,1-2 0-15,1-3 0 0,2 1 0 0,0-4 0 16,1-2 0-16,3-1 0 0,-1-5 0 0,2 0 0 16,0 0 0-16,1-2 0 0,1-2 0 0,0 1 0 15,1-4 0-15,0 1 0 16,1 3 0-16,1-3 0 0,0 0 0 0,0-2 0 0,2-2 0 0,0-2 0 15,1-2 0-15,1-4 0 0,2-2 0 0,0-6 0 16,3-2 0-16,1-5 0 0,2-5 0 0,1 0 0 16,2-6-192-16,0-2 192 0,0-1-208 0,0 2 80 15,-2 2-176-15,1-2-16 0,4-7-16 0,-1 0 0 16,3-2 336-16,-2 4 0 0,2 1 0 0,-2 4 0 16,-1 4 160-16,-1 4 0 0,-2 3 0 0,-2 4 0 0,-2 6 224 0,-2 3 64 15,-2 7 0-15,-1 2 0 0,-4 3-256 0,-1 6-64 16,-1 3 0-1,-3 4 0-15,-3 4 0 0,-1 5 0 0,-3 6 0 0,-2 0 0 0,0 1-128 0,-2 2 0 16,-1 2 0-16,0 0 128 0,-2 3-128 0,-1 1 0 16,-2 0 0-16,0 6 0 0,-3 2 0 0,-2 1 0 15,1 0 0-15,0-1 0 0,0-1 0 0,-1 3 0 0,-2-1 0 16,0-1 0-16,1 0 0 0,2-3-144 0,1 0 144 0,2-4-208 31,2 0 208-31,1-3-144 0,1-2 144 0,1-3-128 0,-1 3 128 0,2-2 0 0,4-3 0 0,1-5 0 31,3-4 0-31,0-5 0 0,5-5 0 0,1-3 0 0,1-4 0 0,2-7 0 0,1 0 0 0,4-7 0 16,0-3 0-16,3-2 0 16,1-4 0-16,2-3 0 0,-1 3 0 0,4-6-208 0,3-6 80 0,3-4 128 15,4-4-368 1,2-2 48-16,2 0 16 0,1 1 0 0,2 1 304 16,-3 2-128-16,-2 1 128 0,-1 2 0 0,-1 2 0 15,0 1 272-15,-2 4-16 0,-4 3-16 0,-3 8 208 0,-2 1 64 16,-1 4 0-16,-3 3 0 0,-1 4-304 0,-3 3-48 15,-2 3-16-15,-3 2 0 0,0 0-144 0,-2 2 0 16,0 1 0-16,-3 4 0 0,-1 0 192 0,-1 4-32 16,-3-1-16-16,0 4 0 0,-1 3-144 0,-3 3 128 15,-1 1-128-15,-2 4 128 0,1-1-128 0,-3 5 0 16,-1-1 0-16,-1 2 128 0,0 2-128 0,-4 3 0 16,1 0 0-16,-2 4 0 0,1-2 0 0,-1 1 0 15,-1 1 0-15,2-2 0 0,2-3 0 0,1-6 0 16,3-3 0-16,1-2 0 0,2-3 0 0,2-2 0 0,3-4 0 0,3-7 0 15,3-2 0-15,1-5 0 0,4-3 0 0,1-6 0 16,2-5 0-16,1-4-144 0,4-5 144 0,2 0 0 31,-2 3-800-31,4-6-48 0,2-6-16 0,2-6 0 16,5-1-32-16,0-6-16 0,4-4 0 0,2-1 0 0,0 0 592 0,1-3 112 0,0 2 16 0,-3 4 16 16,-3 5 176-16,-2 3 0 0,1 5 0 0,-4 3 0 15,-1 3 384-15,-3 6 64 0,-3 6 16 0,-3 3 0 0,0 5 176 16,-2 5 16-16,-3 3 16 0,-3 6 0 0,-2 2-224 0,-2 5-32 15,-5 8-16-15,-4 5 0 16,3-2-192-16,-4 5-32 0,-5 8-16 0,-3 6 0 0,-1 4-160 0,0 1 0 16,2-1 0-16,0-4 128 0,5-5-128 0,4-6 0 15,4-8 0-15,4-7 0 0,3-8 0 0,5-6 0 16</inkml:trace>
  <inkml:trace contextRef="#ctx0" brushRef="#br0" timeOffset="177288.91">1885 10161 1839 0,'-1'0'160'0,"0"0"-160"0,-1 0 0 0,2 0 0 0,-1 0 656 0,1 0 112 15,0 0 0-15,0 0 16 0,-1-2 416 0,1 1 80 16,-1 1 0-16,0-1 16 0,1 0 144 0,-1 1 32 16,1 0 0-16,-1 0 0 15,0 0-48-15,0 0 0 16,1 0 0-16,-1 0 0 0,1 0-16 0,0 0-16 0,0 0 0 0,0 0 0 0,-1 0-432 0,1 0-64 15,-1-2-32-15,1 2 0 16,0-2-672-16,0-1-192 16,0 1 0-16,1-3 128 0,0 0-128 0,-1-2 0 0,1 0 0 0,0 0-128 0,1 0 128 0,0 0 0 0,-1 2-144 0,0-2 144 47,1 5-880-47,-1-3-96 0,0 3-32 0,0 2-10272 0</inkml:trace>
  <inkml:trace contextRef="#ctx0" brushRef="#br0" timeOffset="177525.38">1873 10170 6447 0,'-1'0'272'0,"1"-2"80"0,0 2-352 16,-1-2 0-16,1 2 0 0,0-2 0 0,0 2 1024 0,0-3 128 16,-1-1 16-16,1 1 16 0,-1-6 656 0,1-1 128 15,-1 1 16-15,1-3 16 0,2 0-848 0,-1-2-160 16,1 0-32-16,2-1-6848 16,0-1-1344-16</inkml:trace>
  <inkml:trace contextRef="#ctx0" brushRef="#br0" timeOffset="178239.34">1897 10124 1839 0,'-1'2'160'0,"0"-2"-160"0,0 0 0 0,1 0 0 0,-1 0 896 0,1 0 128 15,0 0 48-15,-1 0 0 0,0 2 304 0,0-2 64 16,0 0 16-16,-1 0 0 0,1 0 16 0,0 0 0 16,-1-2 0-16,0 0 0 0,1 1 144 0,-1-3 48 0,0 1 0 0,1 1 0 15,-1-3-352-15,1 0-64 16,0 1-16-16,0-2 0 0,1 2-880 0,0-1-176 16,0-2-48-16,0 1 0 0,0 0-128 0,0 0 0 0,1-2-192 0,-1 1 192 31,1-2-832-31,-1-1-32 0,1-2-16 0,0-1 0 15,-1 0-208-15,1-1-64 0,0-3 0 16,-2 0 0-16,1 1-704 0,0 0-128 0,-1-1-48 0,0-1-4592 0</inkml:trace>
  <inkml:trace contextRef="#ctx0" brushRef="#br0" timeOffset="186995.84">1667 10147 12895 0,'-4'2'1152'0,"1"-1"-928"0,1 1-224 0,0-2 0 16,1 0 272-16,1 0 16 0,0 0 0 0,-1-2 0 16,0 1 672-16,0 1 144 0,-1-2 32 0,-1 0 0 15,2 2 128-15,-1-1 16 0,0-1 16 0,2 0 0 16,-1 2-256-16,0-2-48 0,0 2-16 0,1-1 0 16,0 0-160-16,0 0-48 0,0 1 0 0,0 0 0 0,1-2-384 0,0 1-64 15,0-2-32-15,1 0 0 16,0-2-80-16,0-1-16 0,1 0 0 0,-1 1 0 0,0-2-192 0,0 0 176 15,1 0-176-15,-1 1 160 16,1-2-160-16,-1 3 0 0,0-2 144 0,0 2-144 0,0 0 0 0,0 1 0 16,-1 1 0-16,0 2 0 0,0 0 0 0,0 1 0 15,0 0 0-15,-1 2 0 0,0 0 0 0,0 1 0 16,0-1 0-16,0 1 0 0,0 2 0 0,0 0 0 16,0 1 0-16,-1 0 0 0,0 0 0 0,1 1 0 15,-1-2 0-15,1 2 0 0,-1-2 0 0,1 0 0 16,-1 2 0-16,1-3 0 0,0 1 0 0,-1-2 0 15,1 1 0-15,0 1 0 0,0 0 0 0,-1 0 0 16,1 0 0-16,0 1 0 0,0-1 0 0,0 0 0 16,0-3 0-16,0 0 0 0,0-1 0 0,0 1 0 0,0-4 0 0,0 1 0 15,0 1 0-15,0-2 0 16,1 0 0-16,-1-2 0 0,1-2 0 0,-1 0 0 0,1-2 0 0,0-2 0 16,1-1 0-16,-1 1 0 0,0-1 0 0,0 1 0 15,1 3 0-15,-1 0 0 0,1 0 0 0,0 2 0 16,0 0 0-16,0 3 0 0,-1-1 0 0,0 3 0 15,0 0 0-15,0 0 0 0,0 3 0 0,0-1 0 16,-1 3 0-16,1-3 0 0,-1 3 0 0,0 0 0 16,0 0 0-16,0 2 0 0,0-2 0 0,-1 2 0 15,1-1 0-15,-1-1 0 0,1-2 0 0,0 1 0 16,0-1 0-16,-1 2 0 0,1-1 0 0,-1 1 0 0,0 0 0 0,0-1 0 16,1-1 0-16,0-1 0 0,-1-2 0 0,1 1 0 15,0-2 0-15,0 1 0 0,0-2 0 0,0 0 0 16,0-1 0-16,0-1 0 15,0-2 0-15,0 2 0 0,-1-3 0 0,1-2 0 16,0 1 0-16,0 1 0 0,0 0 0 0,0 0 0 0,0 0 0 0,0-1 0 16,0 4 0-16,0-3 0 0,0 2 0 0,1 1 0 0,-1 1 0 0,0 0 0 15,0 1 0-15,1 2 0 0,-1 0 0 0,1 0 0 16,-1 0 0-16,0 0 0 0,0 2 0 0,0-1 0 16,-1 3 0-16,1-1 0 0,-1 1 0 0,1-1 0 15,0 2 0-15,-1 1 0 0,0-1 0 0,1 0 0 16,0 3 0-16,0-2 0 0,0 0 0 0,0-1 128 15,-1 1 32-15,1-1 16 0,0-1 0 0,-1-1 0 16,1 0-16-16,-1-1 0 0,1 0 0 0,0-2 0 16,0 1-160-16,-1-2 192 15,1-1-192-15,-1-1 192 0,2-4 128 0,-1 0 16 1032,0 0 16-1032</inkml:trace>
  <inkml:trace contextRef="#ctx0" brushRef="#br0" timeOffset="196014.46">900 4153 911 0,'-3'3'0'0,"1"-3"0"0,0 0 0 0,0-2 0 15,1 2 480-15,0-1 16 0,0 1 0 0,0-2 0 16,-2 0 784-16,-1-1 176 0,1 1 16 0,1-3 16 15,-1 2-48-15,2-1-16 0,-1 2 0 0,2-3 0 16,0 2 128-16,-1-1 32 0,1 1 0 0,-1-1 0 16,1 3-320-16,0-1-64 0,0 0-16 0,0 0 0 15,-1 1-288-15,1-1-48 0,0 0-16 0,-1 1 0 16,1 1-48-16,-1-2-16 0,1 2 0 0,0 0 0 16,0 0 64-16,0 0 0 0,0-1 0 0,0 1 0 15,0 0-320-15,1 1-48 0,-1 1-16 0,2-2 0 16,-1 1-192-16,1 1-32 0,0-2-16 0,0 3 0 15,1 0 48-15,1 0 0 0,1 2 0 0,0 1 0 0,1-2-64 0,-1 3-16 16,2-3 0-16,-2 2 0 0,-5-6-176 0,0 0 128 16,0 0-128-16,0 0 128 15,0 0-128-15,30 25 0 0,-24-21 0 0,-2 0 128 16,2 1-128-16,-1 0 0 0,1-2 0 0,-1 3 0 0,0-2 128 0,0 1-128 16,-1 2 128-16,1-2-128 0,-1 0 256 0,0 1-16 15,0-1-16-15,1 0 0 0,-1 2-32 0,0-2 0 16,1 2 0-16,-1-2 0 0,1 0-64 0,0 0-128 0,-1 1 176 15,1-1-176-15,1 0 160 0,-2-3-160 0,1 3 128 0,0 0-128 16,0-3 0-16,1 3 0 0,-2-2 128 0,1 2-128 16,0-1 0-16,0 1 0 0,0-1 0 15,-1 1 0-15,2 0 0 0,-1 0 0 0,-1 0 0 0,0 1 0 16,1-1 0-16,0 1 0 0,0 0 0 16,-1-1 0-16,1 0 0 0,0 0 0 0,0 1 128 0,0-1-128 15,-1 0 0-15,1-1 0 0,0 1 0 0,-2-2 0 16,2 1 0-16,-1-1 0 0,0 2 0 0,-1-2 128 15,1 0 64-15,0 0 0 0,-1 2 0 0,1-3 0 16,-1 1-192-16,0 1 192 0,-1-1-192 0,1 1 192 16,-1-2-192-16,1 3 0 0,0-2 0 0,-2-1 0 0,2 1 0 0,-1 1 0 15,1-1 128-15,-1 0-128 0,1 0 0 0,-1 0 0 16,1 0 0-16,-1 0 0 16,1 0 0-16,0 2 0 0,-1-2 0 0,1 1 0 0,0 1 0 0,0-2 128 15,0 1-128-15,0 1 0 0,-1 0 160 0,1-3-160 16,-1 3 192-16,0 0-192 0,1-2 176 0,-1 0-176 15,1 0 160-15,-1 0-160 0,0 1 0 0,0-2 128 16,0 3-128-16,0-2 0 16,0-1 0-16,2 3 0 0,-3-3 0 0,1 1 0 0,0 1 0 0,1 1 0 0,-1 0 0 0,1-1 0 15,-1 1 0-15,0 0 128 0,1-2-128 0,1 2 0 16,-2 1 0-16,1-1 0 0,0 1 0 0,0 0 0 16,1 1 0-1,-1-3 0-15,1 4 0 0,-1-3 0 0,0 2 0 0,1-2 0 0,0 2 0 0,-1-3 0 16,-1 3 0-16,1-2 0 15,0 0 0-15,0 0 0 0,0-1 0 0,-1 1 0 0,0 0 0 0,1-1 0 16,0-1 0-16,-1 2 0 0,-1-3 0 0,1 3 0 16,0-2 160-16,0 1-160 0,0 0 160 0,1 1-160 15,-1-1 160-15,-1 0-160 0,1 3 160 0,1-3-160 16,0 4 0-16,0-4 128 0,-1 3-128 0,1 0 0 0,1-1 0 16,-1 0 0-16,0 2 0 0,1-2 0 0,0 0 0 0,-1 0 0 15,1-1 0-15,0 1 0 0,0-2 0 0,-2 3 0 16,2-3 0-16,0 2 0 0,0 0 0 0,-1 0 0 15,1 0 0-15,-1 1 0 0,0 0 0 0,0 1 0 16,1-1 0-16,-1 1 0 0,-1 0 0 0,1-1 0 16,0 0 0-16,0 0 0 0,-1-1 0 0,0 0 128 15,1 0-128-15,0 0 0 0,1 1 0 0,-1-2 0 32,0 2 0-32,0-1 0 0,1 0 0 0,-1 1 0 0,0 0 0 0,1 0 0 0,0 1 0 0,-2-2 0 15,2 0 0-15,-1 1 0 16,1 2 0-16,-1-2 128 0,0 2-128 0,1-1 0 0,-1 1 0 0,-2-2 0 0,2 3 128 0,-1-5-128 15,0 2 0-15,0-1 0 0,-1 0 0 0,1-2 0 16,-1 1 128-16,0 2-128 16,0-2 0-16,0 0 144 0,1 1-144 0,-1-1 0 15,0 0 144-15,0 2-144 0,0-2 0 0,1-1 0 0,-1 2 0 0,-1-2 128 32,2 1-128-32,-1 0 0 0,1 0 0 0,0 0 0 0,-1 1 0 0,1-1 0 0,0 1 0 0,-1-2 0 15,1 5 0-15,1-4 0 0,-1 2 0 0,0 0 128 0,1 0-128 0,-2 1 0 31,1 0 0-31,0 0 0 0,0-1 0 16,0 2 0-16,-1-1 0 0,1-2 0 0,0 2 0 0,-1-1 0 16,1 1 0-16,0-1 128 0,1 1-128 0,-1 0 0 15,1 1 0-15,-1 0 0 0,1-1 0 0,0 1 128 16,0 0-128-16,-2 0 0 0,2 0 128 0,0 0-128 16,1 2 128-16,-2-2-128 0,0-1 0 0,0 0 144 15,0 1-144-15,1-2 0 0,-1 0 128 0,0 0-128 16,-1 0 0-16,1 0 0 0,0 0 0 0,-1 1 0 15,1-3 128-15,0 2-128 0,0-1 0 0,0 2 0 16,0-3 0-16,0 4 0 0,0-4 128 0,0 3-128 0,0 0 0 16,0-1 0-16,-1 1 0 0,1 1 0 0,0 0 0 0,1 1 0 15,-1 0 0-15,1 1 0 0,-2-1 0 0,2-1 0 16,0 1 0-16,0-1 0 0,-1 1 0 0,0 1 0 16,1-1 128-16,-1-2-128 0,0 0 0 0,0 1 0 15,1-1 128-15,-3 1-128 0,2-3 144 0,-1 1-144 16,0 0 160-16,0-2-160 0,0 0 160 0,1 1-160 15,-1-1 128-15,0 0-128 0,0 0 0 0,1 2 0 16,-2-3 0-16,2 2 0 0,0 0 0 0,0 1 0 16,0 0 0-16,0 1 128 0,0-2-128 0,-1 2 0 0,2 1 0 0,0 0 0 15,0 1 0-15,-1-2 0 0,-1-1 0 16,1 2 0-16,0-2 0 0,0 0 0 0,-1 1 0 0,1 1 0 16,0-2 0-16,-1 0 0 0,0 0 0 0,0 0 0 15,-1-1 0-15,1 0 0 0,0-1 0 0,-1-1 0 16,1 1 0-16,0 0 0 0,0 0 0 0,0 0 0 15,0-1 0-15,0 1 0 0,1 2 0 0,-1 0 0 16,0 0 0-16,1 1 0 0,0-2 0 0,1 0 0 16,-1 1 0-16,-1 2 0 0,1-2 0 0,-1 0 0 15,1 0 0-15,-1 0 0 0,1 1 0 0,-1-2 0 0,0 0 0 16,0 0 0-16,0 0 0 0,0-1 0 0,-1-1 0 0,1 0 0 16,-1 1 0-16,1-2 128 0,-1 1-128 0,1 1 0 15,0-3 0-15,0 3 0 0,1 0 0 0,-1-1 0 16,0 1 0-16,1 0 0 0,-1 0 0 0,0 2 0 15,0-3 0-15,0 2 0 0,0 0 0 0,0 2 0 16,0-4 0-16,1 2 128 0,-1 0-128 0,0 1 0 16,0-2 0-16,0 0 144 0,0 2-144 0,0-3 128 15,-1 0-128-15,1 1 160 0,0-1-160 0,-1 1 160 0,0-1-160 0,1 1 0 16,0 0 0-16,0-1 128 0,0 1-128 0,0 0 0 16,1-1 0-16,0 2 0 0,0-1 0 0,0 1 0 15,-1 0 0-15,1 0 0 0,1 1 0 16,-1 0 0-16,0-2 0 0,0 2 0 0,-1-2 0 0,0 0 0 15,1 2 128-15,0-2-128 0,0 2 0 0,0-1 0 16,-1 0 0-16,1 0 0 0,-1 2 0 0,0-4 0 16,1 2 0-16,-1-1 0 15,1 1 0-15,-1-1 0 0,0-1 128 0,1 1-128 0,0 1 0 0,-1 0 0 16,1 0 0-16,0 0 0 0,0 1 0 16,-1-3 128-16,1 2-128 0,0 0 0 0,-1 2 128 15,0-1-128-15,0 0 128 0,1-3-128 0,0 4 0 0,-1-1 0 0,0 0 128 0,0-3-128 16,1 4 0-16,-1-4 0 0,0 2 0 0,0-2 0 15,0 1 0-15,0 0 0 0,0-1 128 0,0 1-128 16,0 0 0-16,-1-1 0 0,1 4 0 0,0-4 0 16,0 4 0-16,0-2 0 0,0-1 128 0,0 0-128 15,0 2 0-15,0-2 0 0,1 2 0 0,-1-1 0 16,1 0 0-16,0 1 0 0,0-2 0 0,-1 2 0 16,0 0 0-16,1-1 0 0,-1 0 0 0,1-1 0 0,-1-1 0 15,0 1 0-15,1 0 0 0,-1 2 0 16,0-2 0-16,1 1 0 0,-2 0 0 0,1-2 0 0,1 3 0 0,0 0 0 15,0-1 128-15,0 0-128 0,1 2 0 0,-2-1 0 16,1 0 0-16,1 0 0 0,-1 2 0 0,0-1 0 16,1-1 0-16,-2 2 0 0,1-2 0 0,-1-1 0 15,1 2 0-15,0-3 0 0,0 2 0 0,-1-1 0 16,1 0 0 0,-2 0 0-16,2 2 0 0,-1-3 0 0,0 0 0 0,0 0 0 15,0-1 0-15,-1 1 0 0,1 0 128 0,0-1-128 0,0-1 0 0,0 2 0 0,0-1 0 16,1 1 0-16,-2 0 0 0,1-3 0 0,1 3 0 0,-1 2 0 15,1-4 0-15,-1 4 0 0,1-3 128 0,-1 1-128 32,1 2 0-32,-1-2 0 0,0 2 0 0,1 0 0 0,0-1 0 0,-1 0 0 15,1 1 0-15,-1-3 0 16,1 2 0-16,-1 0 0 0,0-1 0 0,0 2 0 0,1-2 0 0,-1 0 0 0,1-1 0 0,-1 0 0 31,0 0 0-31,1 0 0 0,-1 1 0 0,0-2 0 16,-1 2 0-16,2 2 0 0,-1-3 128 0,1 1-128 15,-1 2 0-15,1-2 0 0,-1 2 0 0,1-2 0 0,-1 2 0 16,0 0 0-16,0-2 0 0,0 2 0 0,1-2 0 0,-1 1 0 16,1 0 0-16,-1 0 0 0,0-1 0 0,0 2 0 15,0-2 0-15,0 1 0 0,0 0 0 0,0-1 0 16,0 2 0-16,1 0 0 0,0-2 0 0,-1 2 0 16,1 0 0-16,-1 2 0 0,1-1 0 0,-1 1 0 15,0 1 0-15,0 1 0 0,1 1 0 0,1 0 0 16,-1 2 0-16,0 0 0 0,0 4 0 0,1 2 0 15,-1 0 0-15,2 1 0 0,-1 2 0 0,1 3 0 16,1-2 0-16,-1 2 0 0,2 0 0 0,1 0 0 0,-1 0 0 16,0 1-13888-16,1 1-2672 15</inkml:trace>
  <inkml:trace contextRef="#ctx0" brushRef="#br0" timeOffset="197022.79">2191 7532 15663 0,'2'7'1392'15,"1"0"-1120"-15,0 0-272 0,-1-2 0 16,0 0 368-16,0 6 16 0,4 8 0 0,5 17 0 16,3 13-48-16,0 9 0 0,-2-4 0 0,-2-2 0 15,-1 3 272-15,-2 0 48 0,-2 1 16 0,-1-1 0 0,-1-8-416 0,0-4-96 16</inkml:trace>
  <inkml:trace contextRef="#ctx0" brushRef="#br0" timeOffset="199213">1775 5856 3791 0,'1'-5'336'0,"-1"3"-336"0,0 1 0 0,0 0 0 0,0 0 0 0,0 1 0 15,0-2 0-15,0-1 0 0,0 1 0 0,1-3 0 32,-1 1 0-32,0 1 0 0,1 0 0 0,-1 0 0 0,0 2 0 15,0-1 0-15,0 2 0 0,0-3 0 0,0 4 0 0,0-1 0 0,0 2 0 0,0 0 0 16,0 0 0-16,0-2-192 0,-1 2 64 0,1-1 0 16,0 1 128-16,1-2 0 0,-1 0 128 15,0 1-128-15,0-1 320 0,0 0 0 0,0 1 0 0,0-1 0 16,0 0 112-16,0 0 16 0,0 0 0 0,0 0 0 15,0 0 208-15,0 0 48 0,0 0 16 16,0 0 0-16,-1 1 80 0,1 1 16 0,0-1 0 0,0 0 0 16,0 2-160-16,0 1-16 15,-1-1-16-15,1 2 0 0,0 2-16 0,0-1 0 0,0 0 0 0,0 0 0 16,0 2-256-16,0-2-48 0,-1 2-16 0,1-3 0 16,-1 2-80-16,1-3-16 0,0-1 0 0,0 0 0 0,0 1-192 0,0-2 0 15,0 0 0-15,0-1 0 0,0 1 0 0,0-2-192 16,1 0 16-16,-1 0-5056 15,1 0-1008-15</inkml:trace>
  <inkml:trace contextRef="#ctx0" brushRef="#br0" timeOffset="199665.04">1794 5846 4655 0,'-1'0'416'0,"0"-2"-416"0,1 2 0 0,0 0 0 15,0 0 512-15,-1-2 32 0,0 1 0 0,-1-1 32 16,-1-1-48-16,0 0-16 0,1 0 0 0,-1 1 48 16,1 1-112-16,0-2-32 0,-1 1 0 0,2 0 32 15,-1 0 128-15,1 0 48 0,0 1 0 0,0 1 32 16,0-2 480-16,1 2 80 0,0 0 32 0,0 0 32 15,0 0-224-15,0 2-48 0,0-1-16 0,0 1 32 16,0 0-304-16,0 0-64 0,-1 3-16 0,1 0 32 16,0-1-96-16,0 4 0 0,0 1-16 0,1 1 32 15,-1 1-160-15,0 3-48 0,0-2 0 0,0 3 48 16,0 2-432-16,0-1 0 0,0-2 0 0,0 3-144 0,0-1-32 0,1 1 0 16,0-1 0-16,1 1-11216 15</inkml:trace>
  <inkml:trace contextRef="#ctx0" brushRef="#br0" timeOffset="200001.06">1777 5982 4767 0,'-2'-6'0'0,"1"4"192"0,0 0-48 0,0-1 16 0,1 3-160 0,0 0 0 0,-1 0 0 0,0-2 0 16,1 2 1984-16,-2 0 384 0,1 0 64 0,-1 0 0 16,0 2-960-16,1 1-192 0,0 1-32 0,0 4-16 15,0-2-272-15,0 3-64 0,1-1-16 0,1 2 0 16,-1 2-160-16,1 4-16 0,1 1-16 0,0-1 0 16,-1 1-176-16,1 2-48 0,0 0 0 0,-1 0 0 15,-1 0-144-15,0-2-48 0,0-1 0 0,0 0 0 16,0-1 96-16,0-1 16 0,-1 0 0 0,0 1 0 0,0-1-192 0,-1-2-48 15,1 2 0-15,-1-2 0 0,1 0-144 0,0-1 0 16,0 1 0-16,0-2 0 0,1-1-240 0,1-2 80 16,-1-2 16-16,1-2 0 15,0 2-1712-15,1-1-352 0</inkml:trace>
  <inkml:trace contextRef="#ctx0" brushRef="#br0" timeOffset="200667.2">1744 5804 6591 0,'-1'-1'0'15,"0"-1"0"-15,0 0 0 0,1 1 0 16,0 1 0-16,-1-2 0 15,0 0 0-15,-1-3 0 0,0 0 0 0,-1-1 0 16,2 0 0-16,-1 3 0 0,1 0 0 0,1 2 0 16,-1-1 0-16,1 2 0 0,0 0 0 0,-1 0 0 0,1 2 0 15,0-1 0-15,-1 1 0 0,1-1 0 0,-1 0 0 0,0 1 0 0,1-2 0 0,-1 0 0 16,0 0 0-16,0 0 0 0,0 0 0 0,0 0 0 31,1 0 0-31,0 0 0 0,0 0 0 0,0 0 0 16,-1 0 784-16,0-2 272 0,1 2 48 0,-1-1 32 15,0 0 16-15,0 1 0 0,-1 0 0 0,1-2 0 0,0 2-192 0,0-1-32 16,0 2-16-16,0 1 16 0,1-2-208 0,-1 2-32 0,-1 3-16 0,2-2 16 16,-1 2-112-16,1 1 0 0,0-1-16 0,1 2 16 15,0 2-64-15,0 1 0 0,0 2 0 0,0-2 32 0,0-1-144 0,0 2-16 16,1 1-16-16,-1 0 16 16,1 2-96-16,-1-2-16 0,0 2 0 15,0-1 16-15,0 1-64 0,-1 0-16 0,0 3 0 0,0-2 16 0,0-1-64 0,1-1-16 31,0 4 0-31,1-3 16 0,0 3-32 0,0-1-128 0,0 1 192 0,0 2-48 16,0-3-144-16,0 1 0 16,0-3 0-16,1 0 0 0,-1 1-144 0,0-3 144 15,-1 0 0-15,0 0 0 0,0 0-128 0,1 1 128 0,0 2 0 16,1-3 0-16,-1 2-160 0,0-2 160 0,1 2-128 16,-1-2 128-1,0-3-608-15,0 1-32 0,0 1-16 0,0 0-10736 0</inkml:trace>
  <inkml:trace contextRef="#ctx0" brushRef="#br0" timeOffset="201107.93">1752 5842 4607 0,'-2'4'192'0,"1"-3"64"0,0 0-256 0,0 1 0 0,0-1 0 0,1 1 0 15,-1-1 768-15,0 3 128 0,-1 0 0 0,-1 2 16 16,0 1-80-16,0 2 0 0,1-2-16 0,1 2 0 16,0 1-192-16,1 0-48 15,0 4 0-15,0 0 0 0,1 0-160 0,0 5-32 0,0-1-16 16,1 2 0-16,0-1-48 0,1 5-16 0,1 2 0 0,-2 2 0 16,2-1-304-16,-1 3 0 0,0-4 0 0,-1 0 0 15,-1-1 0-15,0-2 0 0,2 0-208 0,-2-5 80 0,0 0-80 0,0-4-16 16,0 3 0-16,-1 0 0 0,0-3 80 0,0 0 16 15,1 0 0-15,-1 0-6016 16</inkml:trace>
  <inkml:trace contextRef="#ctx0" brushRef="#br0" timeOffset="201298.57">1772 6688 911 0,'0'4'0'0,"0"-1"0"16,-1-1 0-16,1 1 0 0,0-1 992 0,0 0 112 0,0 3 32 0,0 4 0 31,0 1 416-31,0 2 96 0,0 0 16 0,0 2 0 0,1-2-336 0,-1 2-64 0,1-1-16 0,0 2 0 16,0-1-400-16,-1 1-80 0,1-1 0 0,0 0-16 15,0 1-432-15,-1-1-64 16,0 0-32-16,0 2 0 0,0-1-224 0,-1-3-128 0,1 0 128 0,-1-1-5664 31,1 1-1008-31</inkml:trace>
  <inkml:trace contextRef="#ctx0" brushRef="#br0" timeOffset="202376.83">1791 7221 1839 0,'0'3'160'0,"0"0"-160"0,0-2 0 0,0 1 0 16,0-2 800-16,0 3 128 0,0 0 32 0,0 3 0 0,0 4 384 0,0-2 96 16,0 3 16-16,0-1 0 0,0 3-96 0,1-1-16 15,-1 0 0-15,-1 2 0 16,1 1-64-16,-1-3 0 0,1 2-16 0,-1 0 0 0,0-2-544 0,0 2-96 15,1-2-32-15,-2 2 0 0,1-2-208 0,0 2-64 16,0-1 0-16,1 1 0 16,-1-5-320-16,0 3 128 0,0-1-128 0,1 1 0 0,-1-1 128 0,1 1-128 0,-1-1 160 0,1 1-160 15,0-1 128-15,0-1-128 16,1 0 0-16,-1 1 0 0,1 1 0 0,-1 0 0 0,1 0 0 0,-1 0 0 16,1 2 0-16,-1 0 0 0,1 0 0 0,-1-2 0 15,0 0-176-15,0 1 176 0,0-1-160 0,1 1 160 16,-1-1-192-16,0 0 48 0,1-3 16 0,-1 3 0 15,1 0-192-15,0 0-48 16,-1 2 0-16,1 0 0 0,0 0 368 0,-1 3 0 0,1-1 0 0,0 1 0 16,0 0 0-16,0-3 0 15,0 3 0-15,1 2 0 0,-1-3 128 0,2 3-128 16,-2 0 0-16,1 0 128 0,-1-2 0 16,1-2 0-16,-1 1 0 0,0 0 0 0,-1-1-128 0,0 2 0 15,0-1 0-15,1 0 0 0,-1-2 0 0,0 3 0 16,-1-1 0-16,1 4 0 0,0-1 0 0,-1 2 0 15,1-4 0-15,-1 2 0 0,1-1 0 0,0 1 0 16,0-2 0-16,1-1 0 0,-1 1 0 0,0-2 128 16,0-1-128-16,0 0 128 0,0 0 0 0,1-2-128 15,-1 0 192-15,0 0-64 0,0-1-128 0,0 2 0 16,0-1 144-16,1 1-144 0,-1-1 0 0,0 0 0 0,0 2 0 0,0 1 0 16,0-1 0-16,0 2 0 0,0-2-144 0,0 3 144 15,0-3-368-15,0 1 0 0,0-1 0 0,0 0 0 31,0 0-400-31,0 0-96 0,-1 1-16 0,1-1 0 0,0-2 480 0,0 0 80 0,0-1 32 0,1 1 0 16,-1-2-288 0,0 0-64-16,0 1-16 0,1-2 0 0,0 1-336 0,0-3-64 0,0 1-16 0,-1 1 0 15,1 0 272-15,0-2 48 0,0 1 16 16,-1-1 0-16,1 1 160 0,-1-2 48 0,1 3 0 0,-1-1 0 16,0 1 800-16,1 1 176 0,-1 1 16 0,0 1 16 0,1 0-64 0,-1 0-16 15,-1 1 0-15,1 1 0 0,0-1 32 0,-1 1 0 16,2 0 0-16,-2-2 0 0,1 1 272 0,0 0 64 15,0-1 16-15,0 0 0 0,0 0-400 0,0 0-96 16,-1-4-16-16,1 3 0 0,0-2-272 0,0 1 0 16,0-3-128-16,0 3 128 0,0-1-160 0,0-2 160 15,1 2-160-15,0-1 160 0,0 1-192 0,1 0 48 16,-1 0 16-16,1 2 0 0,0-2 128 0,0 1-160 16,1 2 160-16,-1 1-160 0,0 2 160 0,1-1 0 15,-1-1 0-15,0 1-128 0,-1 0 128 0,0 0 0 0,0-2 0 16,-1 0 0-16,0 0 0 0,0-1 0 0,-1-1 0 15,0-1 0-15,0 1 160 0,0-1 16 0,0 0 0 0,0 1 0 16,0-2-176-16,0 0 192 0,0 1-192 0,0-1 192 16,0 1-192-16,0 0 0 0,1 0-160 0,0 0 160 15,0 2-416-15,0-1 16 0,-1 0 0 0,1 0 0 16,0 1 400-16,0 1-160 0,0-1 160 0,0 1 0 16,1 1 0-16,-2 1 176 0,1 2 0 0,0-3 0 15,-1 0 480-15,1-1 112 0,-1 0 0 0,1 0 16 16,-1-1 176-16,0 1 48 0,0 0 0 0,0-1 0 15,0 0-112-15,-1-2 0 0,1 1-16 0,0-1 0 0,1 1-384 0,-2-1-80 16,1-2-16-16,-1 3 0 0,1-1 0 0,1 0 0 16,0 1 0-16,-1 0 0 0,1-1-80 15,-1 1-32-15,1 2 0 0,-1-1 0 0,1-1 16 0,-1 0 0 16,1 1 0-16,0-2 0 0,-1 1 0 0,1 0 0 16,-1 0 0-16,1 1 0 0,-1-4-144 0,1 3-32 15,0-1 0-15,0 0 0 0,-1 1-128 0,1 0 160 16,-1 1-160-16,0-4 160 0,1 1-160 0,-1-4 0 15,0 2 0-15,1-1 0 0,-1 1 0 16,1-1-144-16,0-1 144 0,-1-1 0 16,1 2-592-1,0-1-16-15,0 1 0 0,0 0-11888 0</inkml:trace>
  <inkml:trace contextRef="#ctx0" brushRef="#br0" timeOffset="204398.58">1796 10102 9215 0,'0'0'816'0,"-1"-2"-656"0,1 2-160 0,0 0 0 16,0 0 896-16,0-2 128 0,-2 1 48 0,0 1 0 16,0-3 496-16,-1 2 96 0,1 1 32 0,0 0 0 15,1 2-224-15,0 0-64 0,0 3 0 0,1-1 0 16,0 1-336-16,1 2-80 0,1 4-16 0,0 1 0 16,2 1-256-16,0 3-48 0,0 1-16 0,2 0 0 15,-2-1-288-15,1 1-64 0,1 2-16 0,-2-5 0 0,0-2-80 0,1 0-16 16,-2-3 0-16,1-1 0 15,-1 1-192-15,-1-5 0 0,0-1 0 0,-1-2 0 0,0 1 0 16,-2-2 0-16,0 0 0 0,-2-3 0 0,1 0 0 0,-2-1-128 16,2-3 128-16,-3 1 0 0,1-2 0 0,0 1 0 15,0 0 0-15,-1-1 0 0,2 0 0 0,-2-1-128 16,1 1 128-16,1 0 0 0,0-1 752 0,1 2 208 16,0-3 32-16,1 3 16 15,1-2-1616-15,1 1-320 0,1 1-64 0,1-1-16 0,-1 2 816 0,2-1 192 0,1 2 0 16,-2 0 0-16,2 1 0 0,0 1 0 0,-1-1 0 15,1 3 0-15,1 1 0 0,-2 0 0 0,1 0 0 0,-1 3 0 16,0 2 0-16,1-1 0 0,-1 2-128 0,0 2 128 16,0 0 0-16,-2-1 0 0,0 1 0 0,-2 1 0 15,-1 2 0-15,-1-1 0 0,-1 1 0 0,-1-1 0 16,0 2 0-16,-2-5 0 0,1 2 0 0,-1-4 0 16,-1 0 0-16,1-3 0 0,-1-2 0 0,-1 0 0 15,1-2 0-15,-1 0 0 0,0-3 0 0,1 0 0 16,2 1 384-16,-1-4 32 0,1-1 0 0,-2-1 0 15,3 1 64-15,-1-1 16 0,1 1 0 0,2-2 0 0,0 1-288 0,1 0-48 16,1 1-16-16,2 0 0 0,-1 1-144 16,2-1 192-16,1 4-192 0,1 0 192 0,-1 0-192 0,1 3 0 15,0 2 144-15,-5 0-144 0,0 0 0 0,0 0 128 16,0 0-128-16,0 0 0 16,40 16 0-16,-40-16 0 0,0 0 0 0,15 23 0 0,-11-15 0 0,-1 0 0 15,-2 1 0-15,-1-2 128 0,0 0-128 0,0-2 0 16,-2 2 0-16,0 0 0 0,-1-1 0 0,0-2 0 15,0 1 0-15,-3-1 0 0,1-2 0 16,-1-2 0-16,0 0 0 0,0 0 128 0,-1 0-128 0,2-2 0 0,-1 0 0 0,1 0 0 16,-1 1 0-16,1-3 0 0,0 1 0 0,1 1 128 15,0-3-128 1,3 1 0-16,-2-1 0 0,2-2 0 16,0 2 0-16,1-5 0 0,1 1 0 0,0-1 0 0,2-3 0 0,-1 1 0 0,2 2 0 15,2-2 0-15,-1 2 0 0,2 1 0 0,-1 3 128 0,2 1-128 16,-8 5 352-16,0 0 0 0,0 0 0 0,0 0 0 15,41 2-160-15,-41-2-48 0,0 0 0 0,20 24 0 16,-16-12-144-16,-1 1 0 0,-1 0 0 0,-2 0 128 16,-1 2-128-16,-1-1 128 0,-1 0-128 0,-2 0 128 0,-1 0 64 15,0 0 0-15,-1-1 0 0,-3-1 0 0,1-1-192 0,0-1 0 16,-2-5 0-16,1-1 128 0,2-1-128 0,0-1 0 31,0-4 0-31,2-1 0 0,-1-2 0 0,2-2 0 0,1 0 0 0,0-2 0 0,1-1 0 0,2-3 0 16,0-2 0-16,2 0 0 0,2-1 0 0,1 0 0 15,2-1 0-15,1 2 0 0,1-1 0 0,3 3 0 16,1 0 0-16,1 3 0 16,-13 10-128-16,30-15 128 0,-30 15 0 0,0 0 0 0,51-8 0 0,-51 8 0 15,0 0-144-15,49 9 144 0,-49-9 0 0,0 0 0 16,0 0 0-16,43 28 0 0,-43-28 0 0,10 18 0 0,-7-6 0 0,-3 1 0 31,-1 0 0-31,-3 1 0 0,2-5 0 0,-3 3 0 0,-3 2 128 0,-3-2-128 0,-2-1 0 0,-1 1 0 31,-4 0 0-31,0-1 128 0,2-3-128 0,-1-3 0 0,2-3 0 0,2-2 0 0,3-2 0 0,2-2 0 16,0-2 0 0,3-3 0-16,1 2 0 0,1-6 0 0,2-2 0 0,1 0 0 0,2-4 0 0,0 1 0 15,0 1 0-15,2-1 0 0,2-2 0 0,1 1 0 16,1-2 0-16,0 4 0 0,1 4 0 0,1 1 0 16,-10 12 0-16,21-14 0 0,-21 14 128 0,0 0-128 15,0 0 320-15,0 0-16 0,0 0-16 0,37 26 0 16,-37-13-288-16,-2 4 0 0,-1 2 0 0,-4 2 0 15,0 0 128-15,-3 3-128 16,0-2 0-16,0 1 0 0,1-2 0 0,-1-1 0 0,1-3 0 0,1-4 0 0,0-1 0 16,1-5 0-16,1-2 0 0,2-5 0 0,0-2 0 0,2-3-272 15,1 0 16-15,3-5-17600 32</inkml:trace>
  <inkml:trace contextRef="#ctx0" brushRef="#br0" timeOffset="205446.24">1877 10377 3679 0,'1'0'320'0,"0"0"-320"15,-1-2 0-15,0 1 0 0,1-1 1344 0,-1 1 208 16,1-2 48-16,1-2 0 0,0 0 912 0,-1 0 192 15,0 0 48-15,0 1 0 0,-1 1-608 0,-1 1-112 16,0-1-32-16,0 1 0 0,0 2-672 0,-1-1-144 16,1 0-32-16,-1 1 0 0,1 0-512 0,0 0-128 15,1 1 0-15,-1-1-16 0,1 1-176 0,0-1-16 16,0 2-16-16,0-2 0 0,1 1-112 0,-1 1-32 0,0 0 0 0,0 1 0 16,1-2 32-16,-1 0 0 15,1 1 0-15,-1-2 0 0,0 1-32 0,0 1 0 0,0 0 0 16,0-2 0-16,0 0 112 0,0 0 32 0,-1 1 0 0,1-1 0 15,0 2 64 1,0-4 16-16,0 2 0 0,-1-1 0 0,1 1-160 0,0 0-16 0,0 0-16 0,1 0 0 16,-1 0-176-16,-1 0 192 0,1 0-192 0,0 0 192 15,0 0-192-15,1 0 0 0,-1 1 0 0,1 1 0 16,-1 0 0-16,0-1 128 0,-1 0-128 0,1 1 0 16,0 1 0-16,-1-2 128 0,0 1-128 0,0 0 0 0,0-1 128 0,0 2-128 15,0-2 128-15,1 3-128 0,-1-1 192 0,0-1-64 16,-1 1 0-16,0 2 0 0,1 0-128 0,0-1 160 31,0 3-160-31,0-3 160 0,0-1-160 0,1 2 0 0,0 1 144 0,0 2-144 0,0 1 0 0,-1-1 128 16,1 3-128-1,0-1 0-15,-1-1 0 0,1 3 0 0,-1 2 0 0,0 1 0 16,-1 0 0-16,1-1 0 0,1 1 0 0,-2 0 0 0,1 4 0 0,-1 0 0 16,1 2 0-16,0 0 0 0,0-1 0 0,0 2 0 0,0-1 0 15,-2 0 0 1,1 0 0-16,-2 1 0 0,2 1 0 0,-2-2 0 0,1-2 0 0,0-5 0 0,1-2 0 0,0 0 128 31,0-3-128-31,-1 2 0 0,1-2 0 0,0 0 0 0,1-2 0 0,0-4 0 0,0 1 0 0,0-3 0 16,1 1 0-16,-1-2 0 0,1 2 0 0,0-4 0 15,0 2 0-15,0 0 0 0,0-3 0 0,0 3 0 32,1-2 0-32,-1 0 0 0,1 1 0 0,-1-1 0 15,0 1 0-15,1 0-192 0,-1-1 192 0,1 1-192 0,0-3-1536 16,0 1-320-16</inkml:trace>
  <inkml:trace contextRef="#ctx0" brushRef="#br0" timeOffset="205828.03">1897 10358 11055 0,'0'-2'480'0,"0"-1"112"0,0 1-464 0,-1 0-128 0,1 1 0 0,0 1 0 15,-1-2 1472-15,0 1 288 0,-1 0 48 0,-1-2 16 16,-1-1 32-16,1 3 16 0,-2 2 0 0,0 3 0 16,0-1-480-16,-1 2-112 0,1 4 0 0,-3 1-16 15,0 1-432-15,0 2-96 0,0 0-16 0,0 2 0 0,0 0-352 0,-3 3-80 16,1 3-16-16,-1 1 0 0,2-1-112 0,-1-1-32 16,3-2 0-16,0-1 0 0,2-1-128 0,0-6 0 15,3 1 0-15,1-4 0 0,2-2 0 0,-1 0 0 16,3-4 0-16,2-2-14688 0</inkml:trace>
  <inkml:trace contextRef="#ctx0" brushRef="#br0" timeOffset="206003.14">1912 10327 11967 0,'3'-7'1072'0,"-2"5"-864"0,0-1-208 0,0 1 0 16,0 2 2288-16,0 0 400 0,0 2 96 0,1 1 16 15,-1 3-96-15,1 3-16 0,-1 4 0 0,-1 4 0 16,1 2-1408-16,-2 2-304 0,0 3-48 0,0 0-16 15,0-1-192-15,0-1-32 16,2-1-16-16,-1-2 0 0,3-4-416 0,-1-2-64 0,2-1-32 0,0-2 0 16,2 1-608-16,-6-11-112 0</inkml:trace>
  <inkml:trace contextRef="#ctx0" brushRef="#br0" timeOffset="206620.39">1871 10724 9215 0,'1'-8'400'0,"-1"3"96"0,1 0-496 0,0 2 0 15,-1 2 0-15,0-1 0 0,1 1 1568 0,-1-1 224 16,1-1 32-16,0 3 16 0,-1 0 112 0,-1 3 32 0,0 2 0 0,-2 2 0 16,1 2-672-16,-1-1-128 0,0 1-32 0,0 0 0 0,1-3-144 0,1 2-48 15,-2 2 0-15,0 2 0 0,0 0-128 0,0 0-16 16,0 0-16-16,-1 2 0 0,1 0-480 0,1-4-80 15,1-1-32-15,-1 0 0 16,0 3-16-16,-1 5 0 0,1-2 0 0,-1 3 0 0,0 6-64 0,-2-2-128 16,0-1 176-16,0-2-176 0,0-1 128 0,2-1-128 15,-1-3 0-15,0-2 0 0,0-3 0 0,3 1 0 32,-1-3 0-32,1-2 0 0,0-3 0 0,0-2 0 0,2-2 0 0,-1 0 0 0,2-3 0 15,0 0 0-15,0-2 0 16,2 1 0-16,0-2 0 0,0 1 0 0,3 0 0 0,-1-1 0 0,1-1 0 0,-1-1 256 0,1 3-48 0,0 0-16 15,1 0 208-15,0 0 48 0,1 0 0 0,-9 7 0 32,0 0-176-32,33-19-16 0,-33 19-16 0,0 0 0 0,31-17 112 0,-22 10 32 0,-9 7 0 0,0 0 0 31,0 0-112-31,29-13-16 0,-22 12 0 0,-7 1 0 0,0 0-128 0,0 0-128 0,0 0 144 0,0 0-144 31,0 0 160-31,30 22-160 0,-28-11 160 0,-3 1-160 16,0 3 128-16,-1 3-128 0,-2 2 0 0,-1 3 0 15,-1 0 0-15,-1 1 128 0,1 0-128 0,-1-3 0 0,2-2 0 0,-1 0 0 16,1-2 0-16,1-3 0 0,1-6 0 0,0 1 0 16,2 0 0-16,-1 1-18384 15</inkml:trace>
  <inkml:trace contextRef="#ctx0" brushRef="#br0" timeOffset="207472.45">1845 11619 14735 0,'0'0'1312'0,"0"0"-1056"0,-1 0-256 0,1 0 0 16,0 1 1440-16,-1-1 224 0,1 0 64 0,-2 2 0 15,1-2 448-15,-1 0 80 0,1 0 32 0,0 0 0 16,0 0-624-16,1 0-128 0,0 0-32 0,1-3 0 16,1 3-528-16,0-2-96 0,2-1-32 0,-1 1 0 0,1 0-256 0,1-1-48 15,0 1-16-15,2-3 0 0,-7 5-176 0,0 0-32 16,0 0-16-16,34-14 0 0,-34 14-176 0,0 0-128 15,0 0 192-15,0 0-192 0,46-9 128 0,-46 9-128 16,0 0 0-16,0 0 0 0,0 0 0 0,0 0 0 16,0 0 0-16,42 14 0 15,-39-11 128-15,0 2-128 0,0 1 0 0,-2-3 0 0,-1 1 0 0,1-1 0 16,-1 2 0-16,0 1 0 0,-1 4 0 0,0-1 0 16,-2 1 0-16,-1 1 0 0,1 1 0 0,-1 0 0 0,-2 2 0 0,1 1 0 15,-1-1 0-15,0 0 0 16,0 1 0-16,0-1 0 0,0 0 0 0,1-2 0 0,1-3 0 0,1 1 0 15,1-1 0-15,0-2 0 0,1 0 0 16,0-2 0-16,1 0 0 0,1-3 0 0,0 3 0 0,0-4 0 16,1 1 0-16,0-2 0 0,1 0 0 0,-2-2 0 15,3 1 0-15,0-3 0 0,0 1 0 0,1-1 0 16,1-1 0-16,-1 0 0 0,1 0 0 0,0-2 0 16,1 0 128-16,-1 0-128 0,1-1 144 0,0 0-144 15,0 2 128-15,-1 0-128 0,1 0 0 0,-1 0 0 16,1 0 0-16,-2 2 0 0,1-3 0 0,-1 2 0 15,-5 5-208-15,0 0-144 0</inkml:trace>
  <inkml:trace contextRef="#ctx0" brushRef="#br0" timeOffset="208011.9">2203 11496 17503 0,'-1'-2'768'0,"0"-1"176"0,0 1-752 0,0 0-192 0,1 1 0 0,0 1 0 16,0-2 1552-16,0 1 288 15,-1 0 48-15,1-4 16 0,0 2 48 0,1 0 16 0,0 2 0 0,0 1 0 16,1-2-432-16,-1 2-96 16,2 0-16-16,0-2 0 0,0 2-560 0,0 0-112 15,1-1-32-15,0-1 0 0,1 0-288 0,-2-1-64 16,2 3-16-16,0-2 0 0,0 0-160 0,0 1-48 0,0-1 0 0,0 2 0 15,0 0-144-15,-1 0 160 0,1 2-160 0,0-2 160 16,-1 0-160-16,1 3 0 0,-1-1 0 0,1 0 128 16,-1-1-128-16,-1 3 0 15,0-1 0-15,0-1 0 0,-1 0 0 0,0 1 0 16,0-1 0-16,-1 0 0 0,0 1 0 0,0 1 0 0,1-1 0 0,-1 2 0 0,0-2 0 0,0 0 0 31,-1 3 0-31,0-2 0 0,-1 3 0 0,0 0 0 16,-1 1 0-16,-1-1 0 15,2 2 0-15,-1-1 0 0,-1 1 0 0,0 2 0 0,0 1 0 0,1-2 0 16,-1-3 0-16,0 2 0 0,0 1 0 0,0-2 0 16,1 1 0-16,0 0 0 0,1-1 0 0,-1 0 0 15,2-2 0-15,-1 0 0 0,2-1 0 0,0 0 0 16,-1-2 0-16,1 1 0 0,1-3 0 0,-1 1 0 0,0 0 0 16,0-2 0-16,2 0 0 0,0 0 0 0,0 0 0 0,0-2 0 15,0 0 0-15,0 1 0 0,2-1 0 0,-2-1 0 16,2 1 0-16,0-3 0 0,0 3 0 0,0-3 0 15,0 3 0-15,-1-3 0 0,1 0 144 0,-1 1-144 16,0 1 0-16,0-2 0 0,1 1 0 0,-2-1 128 16,0 0-256-16,1 1-64 0,-1 1 0 0,1-2-18096 15</inkml:trace>
  <inkml:trace contextRef="#ctx0" brushRef="#br0" timeOffset="208485.67">2510 11164 10127 0,'-1'-2'896'0,"0"2"-704"0,0-2-192 0,1 4 0 0,0 0 1552 0,0-2 288 16,0 3 48-16,0 4 16 0,0 4 672 0,1 4 144 15,0 1 32-15,1 1 0 0,-1 4-960 0,2 1-192 16,1 1-48-16,0 1 0 0,0 2-720 0,1 0-128 16,0 3-48-16,0-3 0 0,1 0-80 0,-1-2 0 15,-1 2-16-15,0-3 0 0,-1 1-384 0,0-4-176 16,-1-2 160-16,0-3-160 15,-1-2 0-15,1-6 0 0,-2 1 0 0,0-4 0 0,1-2-160 0,-1-2-80 16,1-2-16-16,0-4-15968 0</inkml:trace>
  <inkml:trace contextRef="#ctx0" brushRef="#br0" timeOffset="208769.21">2686 11299 20271 0,'1'-2'896'0,"-1"-1"192"0,0 3-880 0,-1-2-208 0,1 2 0 0,-1 0 0 15,0 2 2048-15,0-2 384 0,-2 3 64 0,0 2 0 16,-2-1-1008-16,-2 3-208 0,1 0-32 0,-2 3-16 16,-2-2-608-16,1 1-128 0,1 0-32 0,-1-2 0 15,0 0-32-15,1 1-16 0,-2-1 0 0,1 0 0 16,2-2-416-16,0 2 0 16,1-4 128-16,1 1-128 0,2 0 0 0,1-1 0 15,2-1 0-15,-1 0 0 0,2 1 0 0,-1-1 0 0,2 1 0 0,1-1 0 16,0 2 416-16,2-1 48 0,-1 2 16 0,-4-5 0 0,0 0-32 0,0 0-16 31,0 0 0-31,35 21 0 0,-35-21-208 0,0 0-32 0,0 0-16 0,0 0 0 0,45 14-176 0,-45-14 160 16,0 0-160-16,0 0 160 15,0 0-160-15,52-4 0 0,-52 4 0 0,0 0 0 16,30-15-416-16,-21 8-64 0</inkml:trace>
  <inkml:trace contextRef="#ctx0" brushRef="#br0" timeOffset="209022.5">2810 11252 21183 0,'-1'0'1888'0,"0"0"-1504"0,1 0-384 15,0 1 0-15,0 0 1568 0,0 1 240 0,-1 1 48 0,0 4 16 32,0 0 288-32,0 5 48 0,1 2 16 0,0 1 0 0,2 4-1040 0,0 3-208 0,1 1-32 0,0 0-16 15,1 1-432-15,1-1-96 0,1 1-16 0,-1 0 0 16,1 0-224-16,-1-5-160 15,0 0 192-15,1-3-192 0,-2-2 0 0,1-2 0 0,-5-12 0 0,6 17 0 0,-6-17 0 0,0 0 0 32,0 0 0-32,11 21 0 0,-9-21-224 0,-1 0-96 15,-1 0-32-15,-1-2 0 16,1-3-2608-16,-1-4-528 0</inkml:trace>
  <inkml:trace contextRef="#ctx0" brushRef="#br0" timeOffset="209275.51">2785 11285 10127 0,'-3'-12'448'0,"2"5"96"0,0 2-544 0,1 0 0 0,0 3 0 0,0 2 0 16,1-1 2544-16,0 0 400 0,1-4 64 0,2 0 32 16,0 3 176-16,2-2 48 0,0 1 0 0,-6 3 0 15,0 0-1568-15,0 0-304 0,0 0-64 0,39-10-16 16,-39 10-656-16,0 0-128 0,0 0-16 0,0 0-16 16,41-11-176-16,-41 11-16 0,0 0-16 0,0 0 0 15,0 0-288-15,0 0 160 0,37 18-160 0,-37-18 128 16,0 0-128-16,0 0 0 0,11 20 0 0,-11-11 0 15,0 0 0-15,0 2 0 0,-3 0 0 0,0 1 0 16,-2-2 0-16,1 1 0 0,-1-2 0 0,0 1 0 16,-2-1 0-16,1-5 0 0,2-1-224 0,-1 0 80 15,2-3-784-15,0-3-160 0,1 0-16 0,0-1-15648 16</inkml:trace>
  <inkml:trace contextRef="#ctx0" brushRef="#br0" timeOffset="209750.01">3086 11287 11967 0,'3'1'1072'0,"-1"-1"-864"0,0 0-208 15,-1 0 0-15,0 0 2736 0,-1-1 496 0,1 1 96 0,1-2 32 16,0 0 96-16,1-1 32 0,2-1 0 0,-2-3 0 16,2 2-2128-16,-1-2-416 0,0-1-96 0,0-1-16 15,0-1-512-15,0 1-96 16,-1 0-32-16,0 0 0 0,1-2-16 0,-2 0-16 15,-1 1 0-15,-1 1 0 0,-1 1-160 0,-2 0 0 0,-1 2 144 0,0 2-144 16,-2 1 0-16,-1 1 0 0,0 4 0 0,-1 1 0 16,0-1 0-16,-1 3 0 0,0 4 0 0,-1 3 0 15,-1 0 0-15,3 0 0 0,1 0-176 0,0 0 176 16,1 4-176-16,0-4 176 0,2-2-192 0,1 1 192 0,0 4 0 0,1-1-128 16,1 2 128-16,1-2 0 0,1 1 0 0,0-1 0 15,1-2 0-15,1-3 0 0,2-1 0 0,0-2 0 16,-5-6 0-16,0 0 0 0,0 0 0 0,0 0 0 15,0 0 0-15,44-9 0 0,-35 0 0 0,-1-1 0 16,-1 0 0-16,0-1 0 0,-1 1 0 16,1-2-192-16,-1-1 192 0,1 0-160 0,-3 0 160 0,2 1-192 15,-1 2 192-15,-1-1-192 0,1 3 192 0,-2 3 0 16,-1 0 0-16,-1 5 0 0,0 0 0 16,-1 3 0-16,-1 1 0 0,1 2 0 0,0-1 0 0,0 1 256 15,0 4-64-15,2 3-16 0,1 4 0 0,2 0 0 0,2 0 0 0,0 4 0 16,1-5-176-16,1 1 0 0,-9-17 144 15,22 27-144-15,-22-27 0 0,0 0 0 0,33 21 0 0,-33-21 0 16,0 0-192-16,0 0-96 0,41-3-32 0,-41 3-11664 31,0 0-2352-31</inkml:trace>
  <inkml:trace contextRef="#ctx0" brushRef="#br0" timeOffset="210191.48">1503 11966 23039 0,'0'2'2048'0,"0"-2"-1648"0,0 1-400 0,0 0 0 16,0-1 1712-16,0 0 256 0,1 2 48 0,0-2 16 16,2-2-64-16,1 0-16 0,1-5 0 0,2 0 0 15,1-4-672-15,1 0-144 0,2-1-32 0,0-2 0 16,2 1-608-16,1-1-128 0,0 1-32 0,2-1 0 0,-16 14-336 0,31-22 144 16,-31 22-144-16,0 0 0 0,42-19 0 0,-42 19 0 15</inkml:trace>
  <inkml:trace contextRef="#ctx0" brushRef="#br0" timeOffset="-209488.77">1821 9301 911 0,'0'0'0'0,"0"0"0"15,0 0 0-15,0 0 0 0,0 0 592 0,-1 0 48 16,0 0 0-16,-1-1 0 0,0 2 272 16,-1-1 64-16,0 0 16 0,1 2 0 0,0-2 304 0,0 0 64 15,1 0 16-15,-1-2 0 0,2 1 128 0,-1-2 32 16,1 0 0-16,0-2 0 16,1 1-560-16,0-2-96 0,1 1-32 0,-1-1 0 0,2 1-528 0,-2 0-128 15,2 1 0-15,-1 0-16 16,2 2 16-16,-1 0 16 0,-1 0 0 0,1 2 0 0,0 0-80 0,0 2 0 0,-1 0-128 0,1 1 192 15,0 2-192-15,-1-1 144 16,-1 3-144-16,0-2 128 0,1 2-128 0,-2-2 0 16,-1 0 0-16,0 0 128 15,0 1 48-15,0-1 0 0,-1 0 0 0,-1-3 0 0,1 3 176 16,0-2 32-16,-1 0 16 0,-1 0 0 16,1 0-80-16,0-3 0 0,-1 2-16 0,0-2 0 0,1-2-64 0,-1 0-16 15,0-1 0-15,0 1 0 0,1 0 256 0,0-4 48 16,0 2 16-16,0-1 0 0,1 0-128 0,1-1-32 15,-1 0 0-15,1 2 0 0,0-3-112 0,2 2-16 16,-1-2-16-16,2 0 0 0,0 0-240 0,1 2 128 16,1-2-128-16,0 2 0 0,0 1 976 0,1 1 112 15,0 0 0-15,0 3 16 16,0-2-1680-16,-1 2-352 0,2 2-64 0,0-2-16 0,-1 3 864 0,0-1 144 16,-1 2 0-16,-1 0 128 0,0 0-128 0,0 2 0 0,-1 0 0 0,-1 0 128 15,-1 2-128-15,0-3 0 0,-1 2 0 0,-1 0 128 16,-1 0-128-16,-1-2 176 0,1 2-176 0,0-2 192 15,-2-1-64-15,0-1-128 0,1 0 192 0,-1-3-64 16,0 0-128-16,-1-2 160 0,1-1-160 0,2 0 160 16,-1-3 288-16,0-2 64 0,1 1 16 0,1 0 0 15,0-5-208-15,1 0-32 0,0 0-16 0,2-2 0 16,0 1-144-16,1 0-128 0,1 1 144 0,-1 3-144 16,1 2 0-16,1-1 128 0,0 4-128 0,-1 1 0 15,2 1 0-15,0 2 0 0,0 2 0 0,0 1 0 0,0 1 0 0,0 4 0 16,0-1 0-16,0 2 0 0,0 1 0 0,-2-1 0 15,0 1 0-15,-1-1 0 0,-1 1 0 0,0-1 0 16,-2 0 0-16,0-1 0 0,-1-1 0 0,0 0 0 16,0-3 0-16,-1 1 0 0,1-2 0 0,-1-1 0 15,-1-2 0-15,2 0 0 0,-2 0 128 0,0-2-128 16,1-3 176-16,-1 0-176 0,1 1 256 0,-1-3-48 16,2 2-16-16,-1-5 0 0,0 3-64 0,1-2-128 15,0 1 176-15,0-1-176 0,2 2 128 0,0-1-128 16,0 2 0-16,1-2 0 0,1 4 0 0,1-4 0 0,0 4 0 15,1-1 0-15,1 1 0 0,1 1 0 0,0 2 0 0,0 0 0 16,-1 1 0-16,2 2 0 0,0 0 0 0,1 3 0 16,-2 1 0-16,0 0 0 0,-1 0 0 0,0 2 0 15,-2-3 0-15,-2 2 0 0,1 0 0 0,-2 0 0 16,-1-2 0-16,0 0 0 0,-2 2 0 0,0-3 0 16,-1 0 0-16,-1 0 0 0,0 0 128 0,-1-1-128 15,0-1 208-15,0-1-16 0,-2 1 0 0,0-2 0 16,0 0-64-16,0 0-128 0,1 0 176 0,-1-3-176 15,3 3 0-15,-1-4 0 0,1 3 0 0,2-3 0 16,-1 2 128-16,2-1-128 0,0 0 0 0,1 0 0 0,1 0 0 0,0-2 0 16,1 0 0-16,1 1 0 0,0-1 0 0,1 0 0 15,0 0 0-15,1 0 0 0,1 1 0 0,0-4 0 16,1 4 0-16,0-3 0 0,2 3 0 0,-2-1 0 16,3 2 0-16,-2 0 0 0,1 1 0 0,-2 2 0 15,1 0 0-15,-2 0 0 16,1 2 0-16,-2-2 0 0,-1 3 0 0,0 0 0 0,-2 1 0 0,-2 0 0 15,0 1 0-15,-1 0 0 0,-1 2 0 0,0-2 0 16,-2 2 0-16,-1 0 0 0,1-2 0 0,-1 0 0 0,-1-1 0 16,-1 1 0-16,-1 0 0 0,1-3 0 0,-1 0 0 15,0-1 0-15,2-1 0 0,0-1 0 0,2-1 0 0,0 0 0 16,2 0 0-16,0-3 0 16,1-1 0-16,0 0 0 0,1 0 0 0,1-2 0 15,0 1 0-15,1-3 0 0,1 0 0 0,0 1 0 0,3-2 0 0,0 2 0 16,-1 1 0-16,1 3 0 0,2-2 0 0,-2 2 0 15,3 3 0-15,-2 2 0 0,2-2 0 16,0 4 0-16,0-1 0 0,0 2 0 0,-1 0 0 0,0 2 0 16,-1-1 0-16,-1 4 0 0,-2-4 0 0,-1 3 0 15,0 0 0-15,-3 1 0 0,0-1 0 0,-1 2 0 16,0-2 0-16,-2 0 0 0,-1 1 0 0,1-4 0 0,-2 3 0 0,-1-3 0 16,0 2 0-1,-1-3 0-15,-1 1 0 0,2-2 0 0,0-2 0 0,2 0 0 0,-1-1 0 0,3-2 128 16,-1 0-128-16,1-2 0 0,1 1 192 0,1-4-192 15,1 2 192-15,0-1-192 0,1 0 160 0,1-1-160 16,0 2 128-16,0 0-128 0,1 0 0 0,-1 1 0 16,2 2 0-16,0 1 0 15,0 2 0-15,0 0 0 0,1 2 0 0,-1 0 0 0,2 4 0 0,-1 0 0 16,-1 1 0-16,0 0 0 0,-1 1 0 0,-1-1 0 16,-1 0 0-1,-2 0 0-15,0-1 0 0,-1 0 0 0,-1-1 0 0,0-1 0 0,0 1 0 0,-1 0 0 0,0-1 0 16,0 1 0-16,1-2 0 0,-1-1 128 0,0-2-128 0,1 0 0 15,0 0 0-15,-1-2 128 16,1-1-128-16,1 1 0 0,-1-1 0 0,1 0 128 0,0 0-128 0,1 0 0 16,0 0 0-16,2 0-272 0</inkml:trace>
  <inkml:trace contextRef="#ctx0" brushRef="#br0" timeOffset="-207989.18">1723 5827 5039 0,'-1'-2'0'0,"0"1"0"16,0 1 0-16,1-2 0 0,0 1 880 0,0 0 208 16,-1-4 64-16,0 0 16 0,-1-2 448 0,0-1 96 15,1-1 16-15,0 1 16 0,0 2-384 0,1 2-80 16,0-1 0-16,1 0 16 0,0 1-48 0,0 1-16 16,1-2 0-16,0 3 32 0,-1-2-432 0,1 1-96 15,1 0-16-15,0 1 32 0,1 0-336 0,-1-2-64 16,1 3-16-16,0 1 32 0,-1 0-224 0,0 3-144 15,1-1 192-15,-1 2-64 0,-1 1-128 0,-2 2 0 16,1 3 0-16,-1-1 0 0,-1 3 0 0,-2-3 256 0,-1 3-48 0,-2-2 16 16,1 2-224-16,-1-5 176 15,0 0-176-15,-1 0 192 0,0-2 16 0,0-2 0 0,2-1 0 0,-1 0 32 16,1-5 208-16,0 1 64 0,1-2 0 0,1-3 16 16,0-1-48-16,0-1-16 0,1-1 0 0,1-2 32 15,0 0-256-15,1 1-48 0,1-1-16 0,1 0 0 16,1 3-176-16,0-2 192 0,0 2-192 0,1 0 192 15,1 2-192-15,-1 0 128 0,2 2-128 0,0 3 128 16,-1 0-128-16,0 2 0 0,1 3 0 16,-1 0 0-16,0 2 0 0,-1 2 0 0,-1 1 0 0,-1 1 0 15,-1 0 0-15,-1 1 0 0,-1 0 0 0,-1-1 0 0,-2 1 0 0,1-1 0 16,-1-1 0-16,-1-2 0 0,1 1 0 0,0-4 0 16,-1 1 0-16,1-3 0 0,-1-1 160 0,0-1-160 15,2-1 192-15,-1 0-192 0,0-3 208 0,0 0-64 16,2 1-16-16,-2-4 0 0,2 4 0 0,0-4 0 15,0 4 0-15,1-3 0 0,1 2-128 0,0 0 0 16,0 0 144-16,2 1-144 0,-1-1 0 0,2 2 0 0,0-1 0 16,0 0 0-16,0 1 0 0,1 0 0 15,1 2 0-15,-1-2 0 0,1 3 0 0,0-2 0 16,0 2 0-16,0-1 0 0,-1 2 0 0,1 1 0 0,0 0 0 0,-3-1 128 16,1 0-128-16,0 2 0 15,-1 2 0-15,-1-3 0 0,-1 2 0 0,0-1 0 0,-1 2 0 0,-1-1 0 16,-1 1 0-16,0 0 0 0,-2 2 0 0,0-2 0 15,0 0 0-15,-1 2 0 0,1-3 0 0,-2-1 0 16,2 2 0 0,-2-3 0-16,2 0 0 0,1-2 0 0,0 0 0 0,1-1 128 0,1 0-128 0,1-3 0 15,1 0 0-15,0 0 144 0,0-1-144 16,2 0 0-16,1-1 128 0,0-2-128 0,2 1 0 0,-1 0 0 0,1-2 0 0,0 0 0 31,2 1 0-31,-2-1 0 0,1 2 0 0,0 1 0 0,0-3 0 0,0 4 0 0,0 1 0 16,0-1 0-16,-1 2 0 0,0 1 0 0,-1 2 0 0,-1 0 0 15,0 3 0-15,0 2 0 0,-2 1 0 0,-1 2 0 16,0 1 0-16,-2 1 0 16,-1 1 0-16,-1 1 0 0,0 2 0 0,-1-2 0 15,0 2 0-15,-2-2 160 0,1-1-160 0,-1 0 128 16,1-4-128-16,0 0 128 0,1-3-128 0,1-1 128 16,1-3-128-16,0-2 160 0,1-1-160 0,1-3 160 0,1 0 64 0,0-1 16 0,0-2 0 0,2-1 0 31,0 1-112-31,0-3-128 0,1 1 176 0,0 1-176 0,0-2 0 0,1 0 0 0,0 2 0 15,-2 3 0 1,2 0 0-16,0 3 0 0,0 1 0 0,-2 3 0 16,1 3-160-16,1 1-32 0,-1 4-16 0,-1 3-11088 15,1 1-2208-15</inkml:trace>
  <inkml:trace contextRef="#ctx0" brushRef="#br0" timeOffset="-206225.19">809 9206 8287 0,'-1'0'736'0,"0"0"-592"15,1 0-144-15,0 0 0 0,0 0 896 0,-1 0 160 16,0 0 32-16,-2 0 0 0,0 0 128 0,2 0 48 16,-2 0 0-16,1 0 0 0,1 2-48 0,0-2 0 0,2 0 0 0,-1 2 0 15,2 0-16-15,-1 1-16 0,1-3 0 0,0 3 0 16,1-1-320-16,0-1-64 0,2 0-16 0,-2-1 0 16,3 2-192-16,-1-2-32 0,2 3-16 0,-1-3 0 15,2 2-192-15,-1-2-32 0,2 0-16 0,-1 0 0 16,-8 0-112-16,0 0-32 0,0 0 0 0,0 0 0 15,50 7-32-15,-50-7 0 0,0 0 0 0,0 0 0 16,0 0-128-16,47 17 0 0,-47-17 0 0,0 0 0 16,0 0-224-16,43 14-80 0,-43-14-16 0,0 0 0 15,0 0-1536-15,47 5-304 0,-47-5-64 0,0 0-9376 16</inkml:trace>
  <inkml:trace contextRef="#ctx0" brushRef="#br0" timeOffset="-205939.15">1358 9263 5807 0,'10'-1'128'0,"-5"-1"16"0,1 1 16 0,-1 0 16 0,-2 1-176 0,0 0 0 16,1-2 0-16,3 2 0 0,-7 0 2016 0,0 0 368 15,37-3 80-15,-37 3 16 0,0 0-336 0,0 0-64 0,42 9-16 0,-42-9 0 16,0 0-320-16,0 0-64 0,0 0-16 16,34 31 0-16,-34-31-640 0,0 0-128 0,0 0-16 0,0 0-16 15,39 22-640-15,-39-22-224 0,0 0 144 0,0 0-144 31,39 2 0-31,-29-5 0 0,0 1 0 0,0-2 0 16,2 1-192-16,-1-2-32 0,1 1 0 0,0-1 0 0,0 0-336 0,0 1-64 0,0 1-16 16,-1-1 0-16,-2 3 64 0,-1-1 0 0,1 2 0 15,-2 0 0-15,0 0-224 0,-1 2-32 0,0 1-16 0,-2-1-9968 32</inkml:trace>
  <inkml:trace contextRef="#ctx0" brushRef="#br0" timeOffset="-203565.9">231 9329 9215 0,'0'-2'816'0,"-1"1"-656"15,1 1-160-15,-1-2 0 0,1 2 1024 0,-1 0 160 16,-1-1 32-16,0 0 16 0,-2-3 560 0,0 0 96 16,-1 2 32-16,2 0 0 0,-2-2-240 0,0 3-32 15,1-3-16-15,-1 3 0 0,2-1-288 0,0 2-64 16,-1 2-16-16,0 1 0 0,1 2-448 0,0-1-96 15,-1 4-16-15,0 1 0 0,1 1-384 0,0 3-64 16,0 2-32-16,1 0 0 0,2 3-64 0,0 1-16 0,1 3 0 0,0 1 0 16,2 1-144-16,-1-5 192 0,1 1-192 0,2-2 192 15,-5-18-192-15,12 28 128 16,-7-19-128-16,-5-9 128 0,0 0-128 0,0 0 0 16,0 0 0-16,0 0 128 0,33-13 16 0,-26 0 0 0,0-1 0 0,0-2 0 15,0-3 112-15,0 0 32 0,1-2 0 0,-3 5 0 16,0 3-288-16,0-5 0 0,-1 0 0 0,1-3 0 15,-1 1 0-15,-2 0 0 0,0 1 0 0,-2 0 0 16,-1 4 0-16,-1-1 0 0,0 3 0 0,-1 2 0 16,-2 2 0-16,1 3 0 0,-2 2 0 0,0 4 0 15,0 3 0-15,0-1 0 0,-1 5 0 0,1 2 0 0,-1 3 0 16,1-2 0-16,1 4-192 0,0-2 192 16,3 0-528-16,1-2-16 0,2-1 0 0</inkml:trace>
  <inkml:trace contextRef="#ctx0" brushRef="#br0" timeOffset="-203347">357 9403 8287 0,'-3'4'368'0,"2"-1"80"15,0-1-448-15,0-2 0 0,1 1 0 0,0 0 0 0,-1-1 2032 0,0 2 320 0,0 1 64 0,1 2 16 16,-1 0-128-16,1 0-32 15,1 1 0-15,0 0 0 0,0 0-1088 0,0 1-224 0,1-2-32 0,0 2-16 16,1-2-624-16,1-1-128 0,0-1-32 0,1-2 0 31,1 0-1216-31,-1-2-256 0,1 0-64 0</inkml:trace>
  <inkml:trace contextRef="#ctx0" brushRef="#br0" timeOffset="-202987.37">473 9265 14735 0,'-1'-3'640'0,"0"0"160"15,0 0-640-15,0 1-160 0,0 1 0 0,0 1 0 0,0 0 1760 0,0 0 320 16,-2 0 64-16,-1 0 16 0,0 3 128 0,0 1 16 16,0 3 16-16,1 3 0 0,1-1-1024 0,-1 3-208 15,0 1-32-15,0 0-16 0,0 2-656 0,2-1-128 16,1 0-16-16,0 0-16 0,1 1-224 0,0-1 128 15,2-5-128-15,1 0 0 0,0 1 128 0,2-3-128 0,-6-7 0 16,0 0 144-16,0 0-144 0,0 0 0 0,0 0 0 0,0 0 0 16,0 0 0-16,45-4 0 0,-40-3 0 0,0-1 0 15,-2 2 128-15,1-1-128 0,0-3 128 0,0 0-128 16,-1-2 0-16,0 0 128 0,0-2-128 0,-1 2 0 16,-1 0 0-16,0-1 0 0,-2 1 0 0,-1 2 0 15,0 0 0-15,-3 1 0 0,1 2 0 0,-2-1 0 16,0 2 0-16,-2 3 0 0,2 0 0 0,-2 3 0 15,1 1 0-15,-1 2 0 0,2 1 0 0,-1 0 0 16,3-1 0-16,0 0 0 0,1 1 0 0,3-1 0 16,0 1-912-16,3-1-64 0,1-1-16 0</inkml:trace>
  <inkml:trace contextRef="#ctx0" brushRef="#br0" timeOffset="-202637.03">586 9151 7359 0,'0'-2'656'16,"0"0"-528"-16,-1 1-128 0,0 1 0 0,0 0 2112 0,0-1 400 16,-1 0 80-16,-2-3 16 0,-2 1 368 0,1 0 80 15,-2 1 16-15,2 2 0 0,0 0-1104 0,0 2-224 0,3 1-32 16,-1 2-16-16,1-1-736 0,0 2-160 0,2 2-32 16,-1 2 0-16,2 2-384 0,0-2-64 0,1 2-32 0,1 0 0 15,1 1-160-15,1-1-128 0,-5-12 144 0,0 0-144 16,19 31 144-16,-19-31-144 0,0 0 128 0,0 0-128 15,23 31 176-15,-23-31-48 0,0 0-128 0,0 0 192 16,23 38-192-16,-18-29 128 0,-1 1-128 0,0-1 0 16,-1-2 0-16,-1 1 128 0,1 1-128 0,-1-2 0 15,-1 1 128-15,0-2-128 0,0 2 176 0,-2-1-176 16,0 0 208-16,0-1-64 0,0 2-16 0,-1-4 0 16,0 2-128-16,1 0 128 0,-2-1-128 0,-1 1 128 0,1-2-128 0,-1 3 0 15,-1-2 0-15,0 2 0 0,0-3 0 0,-2 1 0 16,2 0 0-16,-4-3 0 0,1 0 0 0,0 1 0 15,-1-3-160-15,2-3 160 16,1 0-1248-16,0-3-160 0,2-3-16 0</inkml:trace>
  <inkml:trace contextRef="#ctx0" brushRef="#br0" timeOffset="-202462.61">538 9152 15663 0,'0'0'1392'15,"0"-1"-1120"-15,1-1-272 0,-1 1 0 0,1 0 1472 0,-1 0 256 0,2-1 32 16,-1-3 16-16,3-2 1232 0,1-2 256 16,2 2 64-16,1-1 0 0,-1 2-1824 0,0 0-352 0,2 2-80 0,-1-1-16 15,1 2-800 1,0 1-256-16,0 1 160 0</inkml:trace>
  <inkml:trace contextRef="#ctx0" brushRef="#br0" timeOffset="-201167.04">898 5728 911 0,'-5'2'0'0,"2"-2"0"0,1 1 0 0,1 0 0 0,0-1 2448 0,1 0 416 16,0 2 80-16,-1-2 0 0,1 3-896 15,-1-3-176-15,2 2-32 0,0 1-16 0,1-3-416 0,2 0-96 16,1-2-16-16,1-1 0 16,2 1 48-16,0-1 16 0,1 1 0 0,1-3 0 0,-1 2-208 0,0 1-32 15,0 1-16-15,1 0 0 0,-10 1-400 0,0 0-96 16,0 0-16-16,40 7 0 0,-40-7-400 0,0 0-64 16,0 0-128-16,40 15 176 0,-40-15-176 0,0 0 0 15,0 0-160-15,47 16 160 16,-47-16-1712-16,0 0-240 0,42 0-48 0,-27-2-16 15,-1 2-1056-15,0-3-192 0,0-2-64 0,-1 3 0 16,0-2 880-16,0 3 160 0,-1-1 48 0,-1 0 0 16,-1 1 1216-16,0 1 240 0,-1 0 48 0,-1 1 16 0,1 1 720 0,-2 0 0 0,-1 1 0 0,1-1 0 15,-1 1 832-15,0 1 176 0,0 1 16 0,-1-1 16 16,1-1 432-16,-2 2 96 0,2-3 16 0,-1 0 0 16,0-1-704-16,1 1-144 0,0-4-32 0,1 1 0 15,-1-2-64-15,1 0-32 16,0 0 0-16,1-2 0 0,0 1 112 0,-1-1 32 0,2 0 0 0,-1 0 0 15,-1 3-48-15,0-1-16 0,1 1 0 0,0 1 0 16,0 0 160-16,0 1 48 0,1 1 0 0,-2 0 0 16,1 1 16-16,-1 1 16 0,0 0 0 0,-7-3 0 0,0 0-528 0,0 0-96 15,0 0-32-15,0 0 0 0,46 25-272 16,-46-25 0-16,0 0 0 0,0 0 0 16,0 0 0-16,0 0 0 0,41 24 0 0,-35-21 0 0,2-1-128 0,-2-2 128 15,1 0 0-15,0-2-144 16,0 2-464-16,1-3-96 0,-1 0 0 0,1 1-7968 15,0 0-1584-15</inkml:trace>
  <inkml:trace contextRef="#ctx0" brushRef="#br0" timeOffset="-200976.44">1802 5786 18431 0,'-1'-2'1632'16,"0"1"-1312"-16,0 0-320 0,0 1 0 0,0 0 1952 0,0 0 320 0,0-2 64 0,-3 2 16 15,-1-2-2064-15,1 1-288 0</inkml:trace>
  <inkml:trace contextRef="#ctx0" brushRef="#br0" timeOffset="-199215.47">260 5614 4607 0,'-3'-3'400'0,"1"-1"-400"15,1 3 0-15,0 1 0 0,0 0 1472 0,0 0 192 16,-1 0 64-16,-2-2 0 0,-2 4 192 0,0 1 32 16,0 4 16-16,1 3 0 0,0 4-240 0,0 4-64 15,1 2 0-15,-1 1 0 0,1 5-512 0,0 5-128 16,-1 2 0-16,0 0-16 0,2 1-368 0,-1-4-64 15,0-4 0-15,2-3-16 0,1-3 112 0,0 1 32 16,-1-2 0-16,2-1 0 0,2-3-160 0,0-2-32 0,-1-3 0 0,2-4 0 16,0-1-256-16,1-5-64 0,-2-3-16 0,1-2 0 15,3-4 80-15,0-3 0 0,2-5 16 0,1-4 0 16,1-5-144-16,2-4-128 16,0-1 192-16,-1-3-192 0,1-3 0 0,-4 3-144 0,0-1-16 0,-2 4 0 15,-2 7 16-15,-2-4 0 16,-1 2 0-16,-2 0 0 0,-1 2 144 0,-2 5-208 0,-1 2 80 0,0 6 128 15,-1 1-160-15,0 3 160 0,0 4 0 0,0 3-144 16,0 3 144-16,-1 2 0 0,3-1 0 0,-2 4 0 16,2 1 128-16,0 1-128 0,0 1 160 0,1 1-160 15,2 0 0-15,1 0 0 0,1 1 0 0</inkml:trace>
  <inkml:trace contextRef="#ctx0" brushRef="#br0" timeOffset="-199002.15">349 5891 14735 0,'-2'3'640'0,"1"-1"160"16,0-2-640-16,0 1-160 0,0 0 0 0,0-1 0 0,1 2 2000 0,-1 1 368 15,0-1 80-15,0 3 16 0,1-1-272 0,0 2-48 16,0-2-16-16,0 1 0 0,2 0-1136 0,0-1-224 15,0-1-64-15,0 2 0 0,1-2-704 0,0-2 0 0,1 1 0 0</inkml:trace>
  <inkml:trace contextRef="#ctx0" brushRef="#br0" timeOffset="-198472.46">501 5628 11055 0,'-5'-2'976'0,"2"0"-784"0,2 2-192 0,1 0 0 0,0 2 2144 0,-1-2 384 16,0 2 80-16,0-2 16 0,0 2-208 0,-2 3-48 15,0 0 0-15,0-1 0 0,-1 1-1600 0,1 0-336 16,-1-1-64-16,2-1-16 0,0 2 32 0,0-1 0 16,0 1 0-16,1 0 0 0,0 0 320 0,1 2 80 15,1-3 16-15,1 4 0 16,1-4-208-16,0 4-32 0,1-4-16 0,2 1 0 0,-1-2-288 0,3 0-64 0,-1-2-16 0,1 1 0 15,0 1 16-15,0-3 0 16,-8 0 0-16,0 0 0 0,0 0 0 0,48 5 0 16,-48-5 0-16,0 0 0 0,0 0-64 0,44 19-128 15,-44-19 192-15,0 0-64 0,0 0-128 0,30 31 0 16,-30-31 0-16,0 0 0 0,7 32 0 0,-9-20 0 16,-1 1 0-16,-1 0 0 0,-2-3 0 0,1 2 0 15,-2-4 0-15,1 0 0 0,-3 2 0 0,0 0 0 0,-1-1 0 0,-3 0 0 16,0-3 0-16,0-1 0 0,2-2 0 0,1 0 0 15,1-3 0-15,2-2 0 0,0 1 0 0,2-3 0 16,0-1 0-16,1 0 0 0,2-1 0 0,1-2 0 0,1-1 0 0,0-1 0 16,2-4 0-16,1 0 0 0,2-3 0 0,0 1 0 15,1-4 0-15,1 0 0 0,-2 2 0 0,2 0 0 32,0 1 0-32,2-2 128 0,1 0-128 0,0 2 0 0,-1 1 0 0,-1 0 128 0,1-1-128 0,-3-2 160 15,1 2-160-15,-3-2 160 0,1 0-32 0,-3 1 0 31,-2 2 0-31,-2 1 0 0,-3 0 0 0,0 1-128 0,-4 2 192 0,-4 0-64 0,-1 4-128 0,-2 2 0 16,1 6 144 0,-1 5-144-16,1 4 176 0,2 3-48 0,0 5 0 0,0-3 0 15,3 2-128-15,2 1 0 0,2-2 0 0</inkml:trace>
  <inkml:trace contextRef="#ctx0" brushRef="#br0" timeOffset="-196652.97">1167 9253 5519 0,'-1'-2'496'0,"0"1"-496"15,1 1 0-15,0 0 0 0,-1 0 1248 0,0-2 160 16,0 1 16-16,0 0 16 0,-1-1 816 0,0-1 176 15,1 1 16-15,1 2 16 0,0 0-512 0,1 2-96 16,1-2-32-16,0 0 0 0,1 3-256 0,2-3-48 0,-1 3-16 0,1-2 0 16,0 2-528-16,1-1-96 0,0-1-32 0,1 1 0 15,-1 0-544-15,2-2-112 0,0 0-32 0,1-2 0 16,-9 2-160-16,0 0 0 0,31-6 0 0,-31 6 0 16,0 0 0-16,35-9 0 0,-35 9 128 0,25-7-128 15,-25 7 0-15,0 0 0 0,38-4 0 0,-38 4 0 16,0 0 0-16,40 4 0 0,-40-4-176 0,0 0 176 15,0 0-496 1,49 14-16-16,-49-14 0 0,0 0 0 0,0 0-960 0,43 19-192 16,-43-19-32-16,0 0-16 0,0 0-32 0,0 0-16 0,44 10 0 0,-37-12 0 15,0 1 128-15,0-1 32 0,-1 2 0 0,-2-4 0 16,2 3-80-16,-2-3-16 0,0 1 0 16,1 1 0-16,-2 0 960 0,-1-1 192 0,1 3 32 0,0 0 16 0,-1-2 496 0,0 2 0 15,0 0 0-15,0 2 0 0,0-2 1152 0,-1 0 240 16,1 0 32-16,-1 0 16 0,1 1-288 0,-1 1-64 15,1-2-16-15,0 0 0 0,1 2-48 0,0-2 0 16,-1 0 0-16,0-2 0 0,2 2 256 0,0 0 64 16,0-2 0-16,0 1 0 0,1-2-112 0,0 1-16 0,0 1 0 15,0-2 0-15,0 1-320 0,0 1-64 0,-1-1 0 0,2 2-16 16,-2 0-304-16,0 0-64 0,1 0-16 0,-1 2 0 16,-1 1-432-16,0-1 0 0,0 0 128 0,-1 1-128 15,1 2 0-15,-2-1 0 0,-1 1 0 0,0 0 0 31,1-1-832-31,0 1-112 0,1 0-16 0,-1-3-12976 0</inkml:trace>
  <inkml:trace contextRef="#ctx0" brushRef="#br0" timeOffset="-196524.37">1786 9253 10127 0,'0'0'896'0,"0"-2"-704"16,0 2-192-16,-1 0 0 0,1 0 1952 0,0 2 352 15,-1-2 80-15,0 1 16 0,0 3-608 0,-1-2-112 16,0 3-16-16,-1 2-8224 15,1-2-1632-15</inkml:trace>
  <inkml:trace contextRef="#ctx0" brushRef="#br1" timeOffset="-188318.19">1078 5772 911 0,'2'0'0'0,"-1"-2"0"0,1 2 0 0,-1-1 0 15,0 1 848-15,0 0 96 0,0-1 16 0,1 1 0 16,0-2 448-16,1 1 112 0,1-3 16 0,0 3 0 31,0-1-64-31,0 0 0 0,1 2 0 0,-1-2 0 16,1-1-880-16,1 1-176 0,0-1-32 0,1 1-16 0,0 0-368 0,0 2 0 0,2-3 0 0,-1 3-192 15,1-2-960-15,1 2-208 0,-1 0-48 0,-1 0 0 16,1 0-256-16,0 2-48 0,0-2-16 0,0 3 0 16,-9-3 960-16,0 0 192 0,0 0 48 0,38 7 0 15</inkml:trace>
  <inkml:trace contextRef="#ctx0" brushRef="#br1" timeOffset="-188015.95">1395 5722 1839 0,'3'0'160'0,"-2"0"-160"16,-1 0 0-16,0 0 0 0,1 0 848 0,5-2 144 15,2 2 32-15,3 0 0 0,1 0 176 0,-12 0 32 16,0 0 16-16,37 6 0 0,-37-6 16 0,0 0 0 16,0 0 0-16,0 0 0 0,45 16 144 0,-45-16 16 15,0 0 16-15,0 0 0 0,0 0-192 0,40 12-32 16,-31-10-16-16,0-2 0 0,1 0-672 0,0 0-128 0,0 0-16 0,0 0-16 15,-1 1-368-15,0 0 0 0,1-1-192 0,0 2 64 16,1-2-96-16,0 1-16 0,-2 1 0 0,-9-2 0 16,0 0-64-16,0 0-16 0,42 7 0 0,-42-7 0 15,0 0 128-15,0 0 32 0,42 7 0 0,-32-7 0 16,-10 0 0-16,0 0 0 0,34 3 0 0,-22-6 0 16,0 1 160-16,1-1-192 0,1 1 192 0,0-2-192 15,-2 1 64-15,2-2 0 0,0 1 0 0,1 1 0 16,-1-2-496-16,-1 1-80 0,0 1-32 0,0-2 0 15,-1 3 288-15,-1 0 48 0,0 0 16 0,-2 0 0 0,1 1 0 0,0 1 0 16,0 0 0-16,-2 0-6784 16</inkml:trace>
  <inkml:trace contextRef="#ctx0" brushRef="#br1" timeOffset="-187761.82">2530 5758 10127 0,'8'0'896'0,"-1"-1"-704"0,-3 0-192 0,-1 1 0 15,-1-2 1056-15,2 2 176 0,3 0 48 0,6-3 0 16,3 1-256-16,3-1-64 0,-2 1 0 0,0 0 0 16,-2 0-768-16,-15 2-192 15,26-1 0-15,-15 1 0 0,-11 0 0 0,0 0 0 0,0 0 128 0,37 7-128 16,-28-6 0-16,-1 1 0 0,2 0-144 0,-2 1 144 15,-8-3-1296-15,0 0-176 0,0 0-16 0,37 6-16 16,-27-5-128-16,0 1-32 0,0-2 0 0,-1 0 0 16,1 2 464-16,1-2 96 0</inkml:trace>
  <inkml:trace contextRef="#ctx0" brushRef="#br1" timeOffset="-187127.83">3053 5770 2815 0,'0'0'0'0,"0"0"128"0,0 0-128 0,32 3 144 0,-29-3-144 0,0 0 0 15,1-1 0-15,3 1 0 0,3 0 480 0,4 0 64 0,2 0 16 0,0-2 0 16,-2 0-560-16,2 0-176 0,-3 1 0 0,0-1 0 31,0-1-304-31,0 1-64 0,0 0-16 0,-1 0 0 0,0-1 560 0,1 1 0 16,0 2 192-16,0-2-16 0,0 2-176 0,-13 0 128 0,0 0-128 0,38 5 160 16,-38-5-160-16,0 0 0 0,38 8 0 0,-38-8 0 15,0 0 0-15,38 10 0 0,-38-10 0 0,0 0 0 16,38 10 512-16,-38-10 80 0,0 0 32 0,34 4 16 15,-22-4-240-15,0 0-48 0,0-1-16 0,1 0 32 0,-2-1-240 16,1-1-128-16,1 1 128 0,0-1-128 16,-2 0 192-16,1 2-64 0,1-2-128 0,-1 1 224 0,0-1 624 0,0 1 128 15,0 1 32-15,-1 0 16 0,0 1-112 0,0-2-16 16,-1 2-16-16,1-2 16 0,0 2-192 0,-1-1-32 16,-10 1-16-16,23 0 16 0,-11-2-464 0,-1 2-80 15,1-2-128-15,-1 1 192 0,0-1-192 0,0 2 0 16,1-2 0-16,-1-1-128 0,-1 1-48 0,1 0 0 31,-1 1 0-31,2-1 32 0,-2 1-16 0,0 0 0 16,0 1 0-16,1-2 32 0,0 2 320 0,0 0 64 0,0 2 0 0,-11-2 48 0,0 0 592 0,30 4 112 0,-30-4 16 0,0 0 64 15,0 0-272-15,43 10-48 0,-43-10-16 0,0 0 0 16,33 5-448 0,-33-5-96-16,0 0-16 0,37 2 0 0,-37-2-192 0,27 0 176 0,-12 0-176 0,0-2 160 15,-15 2-160-15,30 0 0 0,-15-3 0 0,-2 3 128 31,0-2-128-31,0 2 0 0,2-2 144 0,1-1-144 16,0 1 144-16,0 0-144 0,-1 1 192 0,0 1-192 16,-1-2 128-16,-1 2-128 0,2 0 0 0,-1 0 0 15,1 0 0-15,-1 0 0 0,-14 0 0 0,30 2 0 16,-30-2-432-16,34 0-80 0,-34 0-32 0,34 3 0 16,-34-3-1376-16,34 2-288 0,-34-2-48 0,35 3-16 15,-35-3 384-15,35 0 80 0,-19 0 16 0,0 0 0 16,-16 0 384-16,32 2 64 0,-16-2 32 0,1 0 0 0,-1 0 912 0,-16 0 176 15,31 0 32-15,-15 0 16 0,-16 0 176 0,31 2 128 16,-31-2-128-16,31 1 192 0,-31-1-192 0,36 2 0 16,-36-2 0-16,36 2 0 0</inkml:trace>
  <inkml:trace contextRef="#ctx0" brushRef="#br1" timeOffset="-186933.7">5195 5775 1839 0,'0'0'160'0,"26"0"-160"0,-15 0 0 0,-4 0 0 16,-1 0 1488-16,-2 0 272 0,2 2 48 0,5-2 16 15,-11 0 304-15,39 3 64 0,-15-3 16 0,-1 2 0 16,-1-2-800-16,-2 0-176 16,-1 0-16-16,-1 0-16 0,0-2-656 0,-2 2-128 15,2-3-32-15,-1 1 0 0,0-1-176 0,0 1-32 0,0 0-16 0,-2-1 0 16,1 3-848 0,2-2-160-16,-2-1-48 0,2 3 0 0,0 0-1312 0,-18 0-272 0</inkml:trace>
  <inkml:trace contextRef="#ctx0" brushRef="#br1" timeOffset="-181833.81">5805 5766 7359 0,'0'0'656'15,"-1"0"-528"-15,0 2-128 0,1-2 0 0,1 0 592 0,-1 0 96 16,1 0 16-16,0 1 0 16,0-1 736-16,3 0 160 0,1-1 16 0,0-1 16 0,3-1-32 0,0 0-16 15,1-1 0-15,1-1 0 0,0 1-400 0,0 1-80 16,1-4-16-16,-1 2 0 16,2 1-16-16,-1-2-16 15,-1 3 0-15,0 0 0 0,0 1-384 0,0 1-80 0,-1-1-16 0,0 4 0 0,-1-2-288 0,1 3-64 16,-1-1-16-16,0-1 0 0,-8-1-80 0,0 0-128 15,0 0 176-15,38 11-176 0,-28-11 208 0,-1 1-64 16,0 0-16-16,2-1 0 0,0 0-128 16,0-2 192-16,1 2-192 0,0-2 192 0,2-1-192 0,-1 0 0 15,1 1 0-15,0 0 128 0,-1 0-128 0,1-1 0 16,-1 1 0-16,0 0 0 0,1 1 0 0,0-1 0 0,1 1 0 0,0 0 0 16,1-2 0-16,-1 1 0 0,0 2 0 0,2-2 0 15,-2 1-144-15,0 1 144 0,-1-2 0 0,3 2 0 16,0-1-320-16,0 0 64 0,-3-1 0 15,0 2 0 1,1 0-1008-16,0-2-192 0,0 1-32 0,1 1-16 16,-1-2 480-1,1 2 80-15,0 0 32 0,-16 0 0 0,30 2 496 0,-30-2 96 0,29 3 32 0,-29-3 0 0,31 2 288 0,-31-2 0 0,31 2 0 0,-31-2-6704 32,32 2-1232-32</inkml:trace>
  <inkml:trace contextRef="#ctx0" brushRef="#br1" timeOffset="-181454.61">7190 5714 6447 0,'0'0'272'0,"0"0"80"0,30 4-352 0,-21-3 0 16,-3 0 0-16,-5-1 0 0,2 0 1600 0,8 2 240 16,-11-2 48-16,29 3 16 0,-29-3-752 0,41 5-128 15,-21-5-48-15,0 0 0 0,-1 0-720 0,-1-2-128 16,0 2-128-16,-2-2 144 0,2 1-144 0,0-2 0 15,-1 1 0-15,0 0 0 0,-2 2 0 0,0-2 0 0,-1 2-144 0,1 0 144 32,2 0-448-32,-1 0-16 0,-1 2-16 0,-15-2 0 15,29 2-176-15,-29-2-48 0,30 5 0 0,-30-5 0 0,0 0 432 0,45 9 80 0,-45-9 0 16,32 5 16-16,-32-5-128 0,33 5-16 0,-33-5-16 0,35 2 0 31,-35-2-512-31,33 0-112 0,-15 0 0 0,-1 0-16 0,2-2 784 0,0 2 192 0,1-2 0 0,0 2 0 16,0-3 0-16,-1 1 0 0,0 0 0 0,-3 1-128 15,2-1 128-15,-1 2 0 0,0-1-144 0,1 0 144 16,0 1 768-16,-2-2 240 0,1 2 32 0,-1 0 16 0,-16 0 128 16,31 2 32-16,-31-2 0 0,34 1 0 0,-34-1-752 0,35 1-144 15,-35-1-16-15,33 2-16 16,-33-2-1568-16,35 1-304 0,-35-1-64 0,40 0-16 0,-16-3 1264 0,-7 1 240 16</inkml:trace>
  <inkml:trace contextRef="#ctx0" brushRef="#br1" timeOffset="-181250.12">8993 5742 10127 0,'20'2'448'0,"-9"-2"96"0,0 0-544 0,3-2 0 0,-5 2 0 0,-7 0 0 16,4 0 288-16,11 0-48 0,3 0-16 0,7-2 0 15,3 2-224-15,3-1 0 0,-3 1 0 0,-1 0 0 16,-3 0 560-16,-1 0 16 0,-2 0 0 0,-1 0 0 15,1 1 256-15,-2 1 48 0,0-2 16 0,-21 0 0 16,40 4-656-16,-40-4-240 0,38 5 176 0,-38-5-5040 16,39 6-992-16</inkml:trace>
  <inkml:trace contextRef="#ctx0" brushRef="#br1" timeOffset="-180760.07">10371 5773 10127 0,'14'-1'448'0,"-4"1"96"0,0-2-544 0,-4 2 0 16,-1 0 0-16,-2 0 0 0,2-1 1216 0,3 0 144 0,5 1 32 0,4-2 0 15,3 1-160-15,-1-1-16 0,1 2-16 0,-1-2 0 16,0 1-560-16,-2 1-96 16,1 0-32-16,-2 0 0 0,-1 1-256 0,1 1-64 0,0 0-16 0,0-1 0 15,-16-1-176-15,29 4 0 0,-29-4 0 0,32 5 128 16,-32-5-128-16,31 7 0 0,-31-7-160 0,32 4 160 16,-32-4 0-16,31 6 0 0,-15-4-128 0,-16-2 128 15,34 4-496-15,-17-4-48 16,3 1-16-16,-2 1 0 0,3-2-784 0,-2 0-176 0,1 2-16 0,-1-2-16 15,1 0 528-15,0 0 128 0,1 0 0 0,-1 0 16 16,-2 0 304-16,0 0 64 0,1 1 16 0,1-1 0 0,0 2 624 0,-1-2 112 16,0 1 16-16,0 0 16 0,0 1 688 0,1-1 144 15,1 1 32-15,1 0 0 0,-22-2-496 0,41 5-80 16,-41-5-32-16,41 4 0 16,-41-4 176-16,41 8 48 0,-22-6 0 0,1 0 0 0,0 1-448 0,1-1-96 15,1 1-16-15,-2 0 0 0,1-1-192 0,-1 0 0 16,0 1 0-16,3-1 0 15,-23-2-528-15,42 4 0 0,-19-1 0 0,-2-1 0 16,0 0-800-16,0-1-144 0</inkml:trace>
  <inkml:trace contextRef="#ctx0" brushRef="#br1" timeOffset="-180519.79">12624 5860 7359 0,'10'-1'656'0,"-2"0"-528"15,-1 1-128-15,-7 0 0 0,2 0 1408 16,2 0 256-16,9 0 64 0,7 0 0 16,2 1-1392-16,2 0-336 15,0 2 0-15,-3 1 0 0,-3-1-2128 0,-1-1-496 0,-2 3-112 0,1-2-16 0,-16-3 2176 0,30 11 448 16,-30-11 128-16,35 7 0 15</inkml:trace>
  <inkml:trace contextRef="#ctx0" brushRef="#br1" timeOffset="-178129.9">12106 5756 9135 0,'-1'0'0'16,"0"1"0"-16,1 0 0 0,-1-1 0 0,0 2 0 0,0-1 0 15,0 1 0-15,-1 3 0 0,0-1 0 0,-1 4 0 16,3-2 0-16,-1 2 0 0,2-4 0 0,-1 2 0 16,0-2 0-16,0 1 0 15,0-2 0-15,0 1 0 0,0-3 0 0,0 0 0 0,0 1 0 0,0-2 0 16,0 0 0-16,0 0 0 0,0 0 0 0,0 0 0 15,0 0 0-15,-1-3 0 16,0 0 0-16,0 0 0 0,0-2 0 0,1 2 0 0,-1 0 0 0,1 0 0 16,-1 0 0-16,1 1 0 15,0 0 672-15,0 0 240 0,0 2 48 0,0-3 48 0,0 1 256 0,1 1 48 0,0-1 16 0,0 0 16 16,1 2 192-16,0-2 32 0,1 0 16 0,1 1 16 16,0 1-288-16,-1-2-64 0,2 2-16 0,0 0 32 15,-1 2-544-15,3-2-96 0,-1 0-32 0,1 0 16 16,-1 0-16-16,1 0 0 0,0 0 0 0,1 0 32 15,1-2-144-15,-1 2-32 16,1-2 0-16,0 1 32 0,-1 1-320 0,0-2-160 0,2 2 160 0,-1-2-160 16,1-1 0-16,0 1 0 0,1 0 0 0,0-1 0 15,0 2-176-15,0-2 48 0,0 0 0 0,0-1 128 16,-1 3-192-16,1-1 192 0,0 0-192 0,0 0 192 0,-1 1-224 0,1-1 48 16,0 0 16-16,1 1 32 0,-2 1 128 0,1 0 0 15,-1-2-144-15,0 2 144 0,0-1 0 0,1 1 0 16,-2-1 0-16,0 1 0 0,0 0-384 0,1 0 16 15,-1 0 16-15,0 0 0 16,1 0-2272-16,-2 0-448 0</inkml:trace>
  <inkml:trace contextRef="#ctx0" brushRef="#br1" timeOffset="-177926.46">12683 5747 4031 0,'12'-1'0'0,"-3"1"176"0,-2-2-48 0,0 2-128 0,-4 0 0 0,0 0 0 15,1-2 0-15,2 2 0 0,5-3 1456 0,2 1 176 0,2-1 32 0,2 0 16 16,-1 0-240-16,-1 0-48 0,-2 1-16 15,2-1 0-15,0 1-896 0,-1 0-176 0,0 0-48 0,-2 1 0 16,0-1-256-16,0 2 0 0,-1 0 0 16,0 0 0-16,1 2 320 0,-1-2 48 15,0 1 16-15,-1 1 0 0,1 0 224 0,-1-2 48 0,1 2 16 0,-1-2 0 32,-1 2-416-32,1-2-64 0,1 1-32 0,1 1 0 0,-1-2-160 0,-1 0 0 15,2-2 0-15,1 1 0 0,0 1-528 0,2 0-144 0</inkml:trace>
  <inkml:trace contextRef="#ctx0" brushRef="#br1" timeOffset="-177515.81">13434 5728 6783 0,'13'2'144'0,"-6"-2"48"0,0 0 0 0,-1 0 0 0,-1 0-192 0,0 0 0 16,-1 1 0-16,1-1 0 0,5 1 2192 0,3-1 416 0,2 0 80 15,-1 0 0-15,0 0-1168 0,-1 0-240 0,0-1-64 0,-3 1 0 16,1-1-496-16,-2 1-96 0,0-2-32 0,0 2 0 15,0-2-592-15,-1 1 0 0,1-1 0 0,-1 1 0 32,-1-1-576-32,1 2-96 0,0-1-16 0,-1 1 0 15,-1-1-960-15,1 1-192 0,2-2-32 0,-2 2-16 0,2-2 288 0,-1 2 64 16,0-1 16-16,1 1 0 0,-1 0 656 16,-1 0 128-16,1 0 32 0,-1 0 0 0,2 0 512 0,-2 0 192 0,2 0 0 0,0 0-144 15,-1-2 288-15,0 2 64 0,0 0 16 0,0-2 0 0,-1 1 544 16,0 1 96-16,0 0 32 0,2 0 0 15,-2-2 32-15,1 2 16 0,-1 0 0 0,0 0 0 0,0 0 240 0,-1 0 48 16,1 0 16-16,-1 0 0 0,1-1-208 0,0 1-32 16,1 0-16-16,-1-1 0 0,1 1-640 0,-1 0-128 15,-1 0-32-15,0 0 0 0,2 0-192 16,0 0 0-16,0-2 0 0,0 2-160 0,-1 0 160 0,0 0-192 16,1 0 192-16,-1 0-192 0,0 0-128 0,0 0-16 15,0 0-16-15,-1 2 0 0,1-2 64 0,-1 0 16 16,2 0 0-16,-2 1 0 0,1-1-112 0,2 0 0 15,-1 0-16-15,0-1 0 16,2 1-960-16,-2 0-192 0,1 0-48 0,-1 1-4496 0</inkml:trace>
  <inkml:trace contextRef="#ctx0" brushRef="#br1" timeOffset="-177136.4">14329 5708 4607 0,'10'0'192'0,"-6"0"64"0,2 0-256 0,-2 0 0 0,-2 0 0 0,1 0 0 16,1 0 896-16,1 0 128 0,4 0 16 0,2-2 16 15,2 2-400-15,0-1-80 0,0 0 0 0,0 1-16 16,-2-2-320-16,0 1-64 0,-1-1-16 0,1 2 0 16,-1-2 192-16,-1 1 32 0,0 1 16 0,0 0 0 15,-1 0 176-15,1 0 16 0,0-2 16 0,0 4 0 0,-2-2 96 16,2 0 32-16,-1 0 0 0,0 1 0 0,0-1-96 0,0 2 0 16,0-2-16-16,1 0 0 15,1 0-464-15,-1 0-160 0,1-2 0 0,0 2 144 0,0-1-144 0,0 1 0 16,0 0 0-16,1-2 0 0,-1 2 0 0,-1 0 0 15,1 0 0-15,0 0 0 0,1 0 0 0,-2 0 0 16,-1-1 0-16,1 1 0 0,-1 0 0 0,0 0 0 16,1 0 0-16,-2 0 0 0,1 0 448 0,0-1 64 15,-2 1 16-15,2 0 0 0,-2-2 432 0,1 2 96 0,-1 0 16 0,1-2 0 16,-1 1-752-16,2 1-160 0,-2 0-32 0,0-2 0 16,0 2-128-16,0 0-272 0,-1 0 64 0,1 0 16 31,-1 0-624-31,0 0-112 0,0 0-32 0,-1 2 0 15,1-1 208-15,-1 1 48 0,-1 0 0 0,1-1 0 0,-1 0 336 0,0 1 80 0,-1 1 16 0,-2-1-5264 16,1 1-1056-16</inkml:trace>
  <inkml:trace contextRef="#ctx0" brushRef="#br1" timeOffset="-176975.9">15019 5655 26719 0,'0'-3'2368'0,"0"3"-1888"0,1-2-480 0,-1 2 0 0,0 0 960 0,0 0 112 15,1 0 16-15,-3 2-9664 16,1 1-1936-16</inkml:trace>
  <inkml:trace contextRef="#ctx0" brushRef="#br1" timeOffset="-176046.96">13722 5742 9215 0,'-1'-2'816'0,"0"1"-656"15,0 1-160-15,0 0 0 0,1 1 1088 0,-1-1 176 16,0 0 32-16,-2 0 16 0,-1 0 672 0,0 2 128 16,1-2 16-16,-1 2 16 0,1-2-256 0,0 0-48 15,1 2-16-15,0-1 0 0,1 1-672 0,0-2-144 0,1 2-32 0,2-2 0 16,0 1-336-16,0-1-64 15,3 0 0-15,1-1-16 0,-1 1 288 0,3-2 64 0,1 0 16 0,1 1 0 16,-1-1-256-16,2 0-48 0,3-1-16 0,1-1 0 16,0 1-272-16,1-1-48 0,0-1-16 0,1 2 0 15,0 1-272-15,0-2 0 0,0 3 128 0,1-3-128 16,0 3 0-16,-1 1 0 0,0-2 0 0,-2 2 0 16,-2 0 0-16,2 2 0 0,1-2 0 0,0 3 0 15,1-3 0-15,-3 2 0 0,0-2 0 0,-2 0 0 16,1 0 0-16,-1 0 0 0,1 0 0 0,-1 0 0 15,-1 0 0-15,-2-2 0 0,1 2 0 0,-3 0 0 0,0-2 0 0,-1 2 0 16,-3-1 0-16,-1 1 0 0,0 0 0 0,-2 0 0 16,-1 0 0-16,-1-2 0 0,-1 2 0 0,0 0 0 15,-3 0 0-15,-1 0 0 0,-3 2 0 0,-2-2 0 16,-2 0 0-16,-1 1 0 0,-1 1-208 0,-1 0 0 16,2-1 0-16,1 1 0 15,2-2-640-15,-1 0-128 0,1 0-32 0,3 0 0 16,2 0-464-16,-1 0-80 0,3-3-32 0,0 3-8096 15,0-2-1632-15</inkml:trace>
  <inkml:trace contextRef="#ctx0" brushRef="#br1" timeOffset="-172214.43">13845 5649 6735 0,'0'-4'128'15,"0"3"48"-15,0-1 0 0,0 1 32 0,-1 1-208 0,1 0 0 0,0 0 0 0,-1 0 0 16,0 0 2640-16,0 0 496 0,-2 0 80 0,-1 1 32 0,1 1-1296 0,-2 1-256 16,1-1-48-16,0 1-16 15,-1 1-848-15,-2 2-160 0,0 0-48 0,-1 4 0 0,-1-1 32 0,0-2 0 16,0 3 0-16,-1-1 0 0,1 0 112 0,0-1 32 15,2-1 0-15,0 0 0 16,1-2-224-16,2-2-32 0,1 1-16 0,0-3 0 0,1 0-304 0,1 1-176 16,1-2 192-16,0 0-192 0,0-2 160 0,1 0-160 15,2 2 128-15,-1-4-128 0,2 3 0 0,0-4 0 16,2 3 0-16,0-3 0 0,3-2 0 0,0 3 0 16,2-4 0-16,0 1 0 0,0 2 0 0,0-1 0 15,-2 0-144-15,1 2 144 0,2-3 0 0,0 2 0 0,0-2 0 16,1 2 0-16,-1 1 0 0,-1-1 0 15,1 2 0-15,-2 2 0 0,-2 0 256 0,0 1 64 0,-2 1 16 0,0 0 0 16,-2 1 0-16,0-1 0 0,-1 2 0 0,-1 1 0 16,-1 0-160-16,-1-1-48 0,-1 2 0 0,0-1 0 15,-2 1 80-15,0-2 16 0,0 1 0 0,1 1 0 16,-1-2-32-16,-1 1-16 0,1-1 0 0,0 1 0 16,1-1-176-16,-1-1 128 0,1 0-128 0,1 0 128 15,0 1-128-15,1-2 0 0,1 1 0 0,0 0 0 0,2-1 0 16,0 0 0-16,1-1 0 0,1-1 0 0,0 0 0 0,1-1 0 15,1-1 0-15,3 0 0 0,-1-1 0 16,2-1 0-16,0 0 0 0,0-1 0 0,2 0 0 0,0 0 0 16,1-2 0-16,-1 1 0 0,-2 0-128 0,0 1 128 15,0 0 0-15,1-1 0 0,0 0 0 0,-1 0 0 16,-2 1 0-16,0 3 0 16,-5 0 0-16,0 3 0 0,-1 0 0 0,-3 0 0 0,-2 3 0 0,0 1 0 15,-1-1 0-15,-1 2 0 0,-2 1 0 0,-1 4 0 16,-3 0 0-16,0 1 0 0,-1 1 0 0,-1 0 0 15,0 0 0-15,-1 2 0 0,3-2 0 0,0-3 0 0,4-1 0 0,2-2 0 16,2-1 0-16,2-2 0 0,2-3 0 16,2 0 0-16,1-2 0 0,3-3 0 15,2 0 0-15,1-4 0 0,1 2 0 0,0-1 0 0,1-2 0 0,0 1 0 16,-1 0 0-16,2-1 0 0,1-1 0 0,-2 1 0 16,-2 3 0-16,-1-1 0 0,2 2 0 0,-2-1 0 15,0 2 0-15,-2 0 0 0,0 2 0 0,-4 3 0 16,0 0-128-16,-2 0 128 15,-1 3 0-15,-1-1 0 0,-1 1 0 0,-2 1 0 16,0 1 0-16,-2 2 0 0,-1 1 0 0,0-1 0 0,-2 2 0 0,1-1 0 0,0 0 0 16,1 1 0-16,-1-1 0 0,3-3 0 0,0-1 0 0,2 0 0 15,1 0 128-15,2-4-128 0,2 0 0 0,1-2 0 16,0 0 0-16,3-2 0 0,1 0 0 0,1-1 0 16,2-2 0-16,0 2 0 0,0-2 0 0,0 0 0 15,-2 2 0 1,2 1 0-16,-2-1 0 0,1 0 0 15,0 1-144-15,0-1 144 0,-1 2 0 0,-3 2 0 0,1 0 0 0,-2 1 0 0,0 0 0 0,-2 0 0 16,0 1 0-16,-3 0 0 0,1 1 0 0,-2 1 0 16,1 2 0-16,-3-1 0 0,0 1 0 0,-2 2 0 15,2-2 0 1,-2 0 0-16,0 2 0 0,0-1 0 0,0 0 0 0,0 1 0 0,1 0 0 0,0-2 0 0,0 0 0 16,3-1 0-16,1 1 0 0,0-5 128 15,0 2-128-15,2-1 0 16,1-1 0-16,2 0 0 0,-1-1 0 0,2-1 0 15,0 0 0-15,2-1 0 0,0-2 0 0,1 1 0 16,-1-1 0-16,1 0 0 0,0 1 0 0,1-1 0 16,-1 0 0-16,-1 3 0 0,0-3 0 0,-1 2 0 15,1 0 0-15,-2 0-128 0,1 1 128 0,-3 1 0 16,2-1 0-16,-2 2 0 0,0 0 0 0,-1 0 0 16,1 2 0-16,-2-2 0 0,1 1 0 0,0 1 0 0,-1 0 0 15,1-1 0-15,-2 2 0 0,0-2 0 0,1 3 0 0,-2-3 0 16,0 3 0-16,0-2 0 0,-2 3 0 0,1 0 0 15,-2-1 0-15,-1 2 0 0,-1 0 0 0,1-1 0 16,-1 0 0-16,1 2 0 0,0-2 0 0,1-3 0 16,1 1 0-16,1 1 0 0,2-4 0 0,1 0 0 15,1 0 0-15,1-2 0 0,1 0 0 0,3-1 128 16,0-1-128-16,2-3 0 0,1 2 0 0,0-3 0 16,1 0 0-16,-1 2 0 0,1-1 0 0,-2 0 0 15,0 0 0-15,0 2 0 0,0-1 0 0,-2 1 0 0,0 2 0 16,0 1 0-16,-2-1 0 0,0 1-128 0,-2 0 128 0,0 2 0 15,-2 0 0-15,0 0 0 0,-1 2 0 16,0 0 0-16,0-1 0 0,-2 1 0 0,1 0 0 0,-2 1 0 16,1 1 0-16,-1-1 0 0,0 1 0 0,1-1 0 15,-1 1 0-15,0 0 0 0,2-1 0 0,-1 2 0 16,0-2 0-16,0 0 0 0,1 0 0 0,0-2 0 16,0 1 0-16,1-1 0 0,1 1 0 0,-1-2 0 15,1 0 0-15,1-2 0 0,1 1 0 0,-1-1 0 16,2 1 0-16,0-2 128 0,0 0-128 0,1 0 0 15,-1 1 0-15,2-1 0 0,0-1 0 0,1 1 0 16,-2-1 0-16,2 1 0 0,1 1 0 0,0-3 0 0,0 3 0 16,-1-1 0-16,0 1 0 0,2 0 0 0,-1-1 0 0,0 1 0 15,0-1 0-15,0 1 0 0,-2 2 0 0,-1-1-128 16,-1 0 128-16,1 1 0 0,-2 0 0 0,-2 0 0 16,0 1 0-16,0 0 0 0,-1-1 0 0,-2 2 0 15,0-1 0-15,-2 3 0 0,0-1 0 0,-2 1 0 16,-1-1 0-16,1 2 0 0,-2-1 0 0,2 1 0 15,-1 0 0-15,2-3 0 0,-1 1 0 0,0 1 0 16,2-1 0-16,0 0 0 0,1 0 0 0,1-3 0 16,1 3 0-16,0-3 0 0,0 0 0 0,2 0 0 15,0-2 0-15,0 1 0 0,2-1 0 0,0 0 0 0,1-3 0 0,1 3 0 16,0-3 0-16,0 1 0 16,2-1 0-16,-2 1 0 0,1 1 0 0,-1-2 0 0,1 0 0 0,2-2 0 15,-3 2 0-15,1-1 0 0,-1 2 0 0,0 0 0 16,-2-1-144-16,0 1 144 15,1 1 0-15,-2 1-144 0,0-1 144 0,-2 1 0 0,0 0 0 0,-1 1 0 16,-2 2 0-16,-1 1 0 0,1 0 0 0,-1 1 0 16,-1-1 0-16,0 1 0 0,-2 1 0 0,0 1 0 15,-1-1 0-15,0 2 0 0,-2-2 0 0,0 3 0 16,0-2 0-16,-1 0 0 0,0 2 0 0,-1-3 0 0,1 1 0 0,-2-1 128 16,0 0-128-16,-2 1 0 0,1 0 0 0,-1-2 0 15,-1 0 0-15,-1 0 0 0,0-1 0 0,0-1 0 16,1 0 0-16,1 1 0 0,0-2 0 0,1 0 0 15,3 0 0-15,1 0 0 0,0 0 0 0,2-2 0 16,1 1 0-16,-1 0 0 0,2 1 0 0,1-2 0 16,1 0 0-16,0 1 0 0,0 1 0 0,3-2 0 15,0 1 0-15,0-1 0 0,0 1 0 0,3 0 0 0,0-1 0 0,2 2 0 16,0-3 0-16,2 1 0 0,0 2 0 0,2-3 128 16,0 1-128-16,1 2 0 0,1-2 0 0,1 0 0 15,2-1 0-15,2 0 0 0,0 0 0 0,1 0 0 16,-3-2 0-16,1 2 0 15,1-1 0-15,0-1-128 0,1 0 128 0,-2 1 0 0,-1-2 0 0,-1 2 0 32,1 0 0-32,-1-1 0 0,-2 1 0 0,-1 0 0 0,-1 0 0 0,-2 1 0 0,-2 1 0 0,-1 0 0 15,-2 2 0-15,-1-2 0 0,0 2 0 0,-3 2 0 16,0-2 0-16,-1 2 0 0,-2 0 0 0,0 0 0 16,1 1 0-16,-1 0 0 0,-3 1 0 0,-1-1 128 15,-1 2-128-15,-2 0 0 0,0-1 0 0,-2 1 0 0,-3-1 0 16,1 1 0-16,-2-2 0 0,3 1 0 0,3-2 0 0,0 1 0 31,3-1 0-31,0-1 0 0,3 1 0 0,2-2 0 0,0 0 0 0,3 0 0 16,0 0 0-16,1-2 0 0,1 1 0 0,1-3 0 0,2 1 0 15,0 1 0 1,0-1 0-16,1-2 0 0,0 3 0 0,-1-2 0 0,1 1 0 0,1-2 0 16,-1 3 0-16,0-3 0 0,0 0 0 0,2 1 0 15,-2-3 0-15,2 4 0 0,-3-1 0 0,2-1 0 16,-1 2 0-16,-1 1 0 0,2 0 0 0,-1 0 0 15,0 1 0-15,1-1 0 0,-1 2 0 0,2-2 0 16,-1 2 0-16,0-1 0 0,-2 1 0 0,1 0 0 16,-1 1 0-16,-1-1-128 0,-2 2 128 0,0-2 0 15,-1 2 0-15,-1-2-128 0,0 3 128 0,-1-3 0 16,-2 2 0-16,-3 2 0 0,0 0 0 0,-2 0 0 16,0 0-192-16,1-1 32 0,1 2 16 0,-3-3 0 15,-2 3-368-15,-3 0-64 0,0 1 0 0,-1 0-16 0,0-2 416 0,1 3 176 16,1-2-128-16,1 0 128 0,2 2 0 0,2-5 0 15,1 3 0-15,0-2-128 0,4 0 128 0,0-2 0 16,2 1 0-16,2-2 0 0,1-2 0 16,2 1 0-16,2-2 0 0,2 0 128 0,1-2-128 0,2 1 0 15,2-3 0-15,-1 4 0 0,2-4 0 0,-1 2 0 16,1 1 0-16,0-2 0 0,1 3 0 0,0 0 128 16,1 0-128-16,-1 1 0 0,-1-1 0 0,-1 1 0 15,0 2 0-15,-1 0 0 0,-1 2 0 0,-1-2 0 16,0 1 0-16,0 1 0 0,-2 0 0 0,0-1 0 0,0 1 0 0,-2 0 0 15,1 0 0-15,-2 0 0 0,-1 1 0 0,0-2 0 16,0 1 0-16,-2 0 0 0,0 0 0 0,0-2 0 16,0 2 0-16,-1-2 0 0,0 3 0 0,0-3 0 15,0 2 336-15,0-2 0 0,1 1 0 0,-1-1 0 16,1 2-32-16,-1-2-16 0,1 0 0 0,0 0 0 16,1 2-288-16,-1-2 0 0,1 0 0 0,0 0 0 15,-1-2 0-15,1 2 0 0,-1 0 0 0,2-2 0 16,-1 1 0-16,0-1 0 0,1 2 0 0,-1-3 0 0,-1 1 128 15,1 1-128-15,0 0 0 0,-1-1 0 0,1 2 0 16,-1-2 0-16,0 2 0 0,-1 0 0 0,1 2 0 0,-1-2 0 16,1 2 0-16,0-1 0 0,0 0 0 0,-1 1 0 15,2 1 0-15,-1-1 0 0,2 1 0 0,1-1 0 16,-1 0 0-16,0-1 0 16,1 1 0-16,0 0 0 0,-1-2 0 0,1 1 0 0,-1-1 0 15,0 0 0-15,-1 0 0 0,-1-1 0 0,1 1 0 0,-1-2 0 16,-1 2 0-16,-1-2 0 15,-1 1 0-15,0 1 0 0,-3-2 128 0,-2 2-128 0,0 0 0 0,-2 0 0 0,-2 0 0 0,-3 2 0 16,-1-2 0-16,-2 1 0 16,0 1 0-16,-2-2 0 0,0 2 0 0,0-2 0 0,0 1 0 0,1-1 0 15,1 0 0-15,0 0 0 0,-1-1 0 0,-1-1 0 16,3 2 128-16,-1-3-128 0,2 1 0 0,-1 0 0 16,0-1 0-16,-2-1 0 0,2 1 0 0,1 1 0 15,-1 2 0-15,0-2 0 0,-1 0 0 0,1 1 0 16,-2 1 0-16,0 1 0 0,1 1 0 15,-1 0 0-15,0-1 0 0,0 2 0 0,0 0 0 0,2-1 0 16,1 1 0-16,-1-1 0 0,-1 3 0 0,1-2 0 16,-2 1 0-16,1-2 0 0,1 3 0 0,-1-2 0 0,0 0 0 15,1 0 0-15,-1-2 0 0,0 1 0 0,2 0 0 0,1-2 0 16,-2 3 0-16,-1-3 0 16,0 0 0-16,2 0 0 0,-2 0 0 0,1 2 0 0,0-2 0 0,1 0 0 15,-1 1 0-15,1-1 0 0,1 1 0 16,1-1 0-16,0 2 0 0,1-2 0 15,1 3 0-15,0-2 0 0,2 1 0 0,0-2 0 0,1 0 0 0,-1 2 0 16,2-2 0-16,0 0 0 0,0 0 0 0,0 0 0 16,-1 0 0-16,1-2 0 0,-1 2 0 0,0-3 0 0,1 0 0 15,-1 1 0 1,1 0 0-16,0 0 0 0,1-1 0 0,-1 1 0 0,1-1 0 0,-1 3 0 0,1-2 0 0,-1 2 0 16,-1 0 0-16,1 2 0 0,-1-2 0 0,1 1 0 15,-2 3 0-15,1-3 0 0,0 1 0 0,-1 1 0 16,0 0 0-16,2-2 0 15,0 2 0-15,2-1 0 0,-1-2 0 0,1 2 0 16,1-1 0-16,0-1 0 0,0 0 0 0,3-1 0 0,-1 1 0 0,0-2 0 31,1 2 0-31,1-2 0 0,0 1 0 0,0-2 0 0,0 1 0 0,1 1 0 0,0 0 0 0,1 1 0 16,0-2 0-16,-1 2 0 16,2-3 0-16,1 3 0 0,0-2 0 0,1 0 0 0,0 1 0 0,1-1 0 0,3 1 0 0,0 0 0 15,-1-1 0-15,3 1 0 16,2-1 0-16,2-1 0 0,-2 1 0 0,3 1 0 0,2 0 0 0,4-3 0 15,2 1 0-15,2 0 0 0,1 1 0 0,2 2-144 16,-1-2 144-16,3-1 0 0,-1 3 0 0,1-2 0 16,-1-1 0-16,0 0 0 15,0 0 0-15,-1 0 0 0,0-2 0 0,-3 3 0 0,-1-3 0 0,3 1 0 32,5-1 192-32,-1 0-64 0,2 0 384 0,-4 1 96 0,-1 1 16 0,-2-2 0 15,0 3-480-15,-2 0-144 0,0-3 0 0,-2 3 0 0,-1-1 128 0,-1 3-128 0,-2 0 0 0,-2 0 0 16,-2 2 0-16,-2-1 0 0,-2 3 0 0,-2-1 0 31,-1-1 128-31,-2 1-128 0,-1-1 0 0,-3 0 0 16,1 1 0-16,-3-1 0 0,0 0 0 0,-2 0 0 15,1 1 0-15,0-1 0 0,-2 1 0 0,-1-1 0 16,-1 0 0-16,0 1 0 0,-1-1 0 0,-1 1 0 16,-1-1 0-16,0-2 0 0,-1 2 0 0,-1-2 0 15,0 2 0-15,-1-2 0 0,-2 0 0 0,-3 0 0 16,-1 1 0-16,-2 1 0 0,1-2 0 0,-3 0 0 15,0 0 0-15,-1 1 0 0,-2-1 0 0,-2 2 0 0,-1 0 0 16,-1-1 0-16,2 0 0 0,-1 1 0 0,1 1 0 16,1 0 0-16,1 1 0 0,2-1 0 0,2 1 0 15,2-1 0-15,-1 1 0 0,2-2 0 0,0 1 0 0,1 0 0 16,2 0 0-16,0-2 0 0,2 2 0 0,1-1 0 16,1 1 0-16,0-1 0 0,1 0 0 0,1 0 0 15,0 0 0-15,0-1 0 0,2 1 0 0,-1 1 0 16,2-3 0-16,-1 2 0 0,1-1 0 0,1-1 0 15,1 1 0-15,-1-1 0 0,2 0 0 0,-2-1 0 16,1 1 0-16,1-1 0 0,0 1 0 0,0 0 0 0,1 0 0 16,0-2 0-16,0 2 0 0,0 0 0 0,1 0 0 0,-1-2 0 15,2 1 0-15,0 1 0 0,0 0 0 0,1-2 0 16,-1 1 0-16,2 1 0 0,-1-2 0 16,2 2 0-16,-1-1 0 0,1 0 0 0,2-1 0 0,-1 2 0 15,3-3 0-15,-1 3 0 0,1-2 0 0,3 0 0 16,0 1 128-16,0 1-128 0,3 0 0 15,1-2 0-15,0 2 0 0,1 0 160 0,3 0-160 0,-1 0 128 16,3 0 0-16,1 0-128 0,0 0 192 0,1 0-64 16,-1-1-128-16,0 0 0 0,1-1 0 0,2 1 0 0,1-1 144 0,0 2-144 15,1-3 160-15,-1 3-160 0,-3-2 128 0,1 1-128 16,0 0 0-16,2-1 144 0,-3 0-144 0,-1 1 0 16,0-1 0-16,1-1 128 15,2 1-128-15,-2 0 0 0,1 0 0 0,-1-1 0 0,0 1 0 0,-1-1 0 16,-3 3 0-16,-1-1 0 0,-5 0 0 0,-1 1 0 15,-2 0 0-15,-2 0 0 0,-2 0 0 0,-2 0 0 16,-2 0 0-16,-2 1 0 0,-1-1 0 16,-1 1 0-16,-4 1 0 0,-1 1 0 0,-2-1 0 0,-2 3 0 0,-1-3 128 15,-1 3-128-15,1-2 0 0,-2 0 0 0,0 1 0 0,-2 0-12272 32,2 0-2448-32</inkml:trace>
  <inkml:trace contextRef="#ctx0" brushRef="#br1" timeOffset="-170456.8">14968 5730 6447 0,'3'-2'576'0,"-1"-1"-576"0,0 0 0 0,-1 3 0 15,-1-2 1152-15,1 2 128 0,1-2 32 0,0-3 0 16,3-2 640-16,0 0 128 0,-1 0 32 0,0 2 0 16,-1-2-64-16,-1 5 0 0,-1-3 0 0,-1 3 0 15,-1 1-384-15,0 1-96 0,-2 1-16 0,-1 3 0 0,-1 1-848 0,-2 2-160 16,0 2-32-16,-2 3-16 0,1 0-496 0,-2 3 0 16,0 2 0-16,0-1 0 0,1 0 0 0,2-2 0 15,1-2 0-15,2-1 0 0,1-2 0 0,0-3 0 16,2 0 0-16,0-2 0 0,2-2 0 0,0-1 0 15,1 0 0-15,1-2 0 0,1 0 0 0,2-3 0 16,1-1 0-16,3-2 0 0,1-3 0 0,0 1 0 16,3-1 0-16,0-4 0 0,0 2 0 0,1 0 0 15,-2 1 0-15,-1 1 0 0,0 3 0 0,-2 2 0 0,-2 1 0 0,-2 1 0 16,-1 3 0-16,-2 3 0 0,-2 0 0 0,-2 3 0 16,-2 1 0-16,-2 3 0 15,-2 2 0-15,-2 2 0 0,-1 0 0 0,-2-2 0 0,-1 3 0 0,2-2 0 16,0 0 0-16,1 0 0 0,1-2 0 0,2-2 144 15,2 0 96-15,1-1 16 0,1-2 0 0,2-1 0 16,2-3-256-16,2 0 144 0,2-1-144 0,1-2 128 16,2-1-128-16,2-3 0 0,1 0 0 0,1-1 0 15,2 0 0-15,-1 0 0 0,0-2 0 0,0 2 0 16,-1 0 0-16,-2 2 0 0,-1 0 0 0,-1 3 0 16,-3-1 0-16,-1 4 0 0,-1 1 0 0,-3 0 0 0,-2 3 0 0,-2 0 0 15,-1 3 0 1,-3 0 0-16,0 2 0 0,-1 1 0 0,-1-1 0 0,-1 1 0 15,-1 3 0-15,-1-1 0 0,2 1 144 16,1-3-144-16,1-1 192 0,2 1-16 0,0-2-16 0,1 0 0 16,1-1 32-16,4-2 16 0,0-3 0 0,2 1 0 0,1-4-208 0,2 1 128 15,2-4-128-15,-1 1 0 0,3-1 176 0,-1-1-176 16,1 0 192-16,1 0-192 0,-2 0 256 0,2-1-48 16,0 1-16-16,0 3 0 0,-1-2-192 15,0 2 128-15,-1 2-128 0,-1 0 0 0,-2 3 0 16,-3 1 0-16,-1 2 0 0,-1-1 0 0,-1 5 0 0,-3-2 0 0,-1 2 0 15,0 0 0-15,-1 2 0 0,-1-2 0 0,-1 2 128 0,0 0-128 32,-1 0 0-32,2-2 0 0,1 0 0 0,2-4 0 0,1 0 0 0,2-2 0 0,1 0 0 0,2-3 0 15,1 0 0-15,1-1 0 0,2-2 0 0,0 0 0 16,2 0 0-16,-1-3 0 0,3 1 0 0,-1-1 0 16,1 1 0-16,0 0 0 0,0-1 0 0,-1 3 0 15,0-2 0-15,-1 2 0 0,-1 2 0 0,-2-1 0 16,0 2 0-16,-2 0 0 0,0 2 0 0,-3-2 0 15,0 3 0-15,-2 0 0 0,0-2 0 0,-1 3 0 16,0-2 0-16,0 0 0 0,0 2 0 0,1-3 0 16,0 1 0-16,0-2 0 0,1 1 128 0,0-1-128 0,2 0 0 0,0-1 0 15,0 0 0-15,0 0 0 16,2 0 0-16,0-2 0 0,0 1 0 0,1 1 0 0,-1-2 0 0,0 0 0 16,2 0 0-16,1 0 0 0,-1 0 0 0,1 0 0 15,1 0 0-15,-2 0 0 0,2 0 0 0,-1 0 0 16,2-2 0-16,-1 1 0 0,1-1 0 0,-2 2 144 15,1 0-144-15,-1 0 192 0,-2 0 144 0,1 2 48 16,-2-2 0-16,-1 1 0 0,-1 1-384 0,0 1 0 16,-2 0 0-16,0 0 128 0,-2 2-128 0,1 0 0 15,-2-2 0-15,0 2 128 0,0 1-128 0,0-1 0 0,1 1 0 0,0 0 0 32,1-1-160-32</inkml:trace>
  <inkml:trace contextRef="#ctx0" brushRef="#br1" timeOffset="-167407.87">15263 6294 5519 0,'-1'-1'496'0,"1"0"-496"16,-1 1 0-16,0 0 0 16,1 0 960-16,-1 0 112 0,-1 0 16 0,-3-3 0 15,0 1 464-15,-2 0 112 0,1 2 0 0,-2-1 16 0,1 1-464 0,0-2-112 31,1 2-16-31,-2 0 0 0,2 0-528 0,-1 0-112 16,3 0-32-16,-3 2 0 0,1 1-416 0,-2-1 0 0,2-1 0 0,-1 2 0 0,2-2 0 0,-1 1 0 16,1-1-192-16,1-1 192 15,0 2-576-15,1-2 16 0,0 0 0 0,0 0 0 16,0 0 368-16,0 0 192 0,2-2-192 0,-1 1 192 0,0-1 0 0,1 0-128 16,1-1 128-1,-1 1 0-15,0-3 0 0,1 1 0 0,0-1 128 0,1-2-128 0,0 0 400 0,1 2-16 0,1-3 0 0,-1 2 0 31,2-2 336-31,0-1 64 0,0 0 16 0,2 1 0 16,-1-1-352-16,-1 2-80 0,1 0-16 0,-1 2 0 0,-2 0-352 0,1 0 144 16,0 1-144-16,-1-1 0 15,0 2 0-15,-2 1 0 0,-1 0 0 0,0 0 0 0,0 0 0 0,-1 1 0 0,-1 1 0 0,1-3-144 32,-2 1 144-32,0 1 0 0,-1-2 0 0,1 0 0 15,-1 1 0-15,1-1-128 0,-2 1 128 0,-1-3 0 16,1 1 0-16,-1-1 0 0,0 0 0 0,2 0 0 0,-1-1 0 0,1 0 0 15,1 0 0-15,-1-2 0 0,1 1 0 0,1-1 0 16,0-1 0-16,1 0 128 0,0 2-128 0,1-3 0 16,1 1 0-16,0-3 128 0,1 3-128 15,1-1 0-15,0 3 128 0,1 0-128 0,-1 2 464 0,2 0 32 16,0 1 0-16,0 2 0 0,0 0 0 0,2 2 0 16,-1 2 0-16,0 0 0 0,0 2-208 0,-1 1-32 15,2 0-16-15,-3 2 0 0,-3-7-240 0,0 0 0 16,0 0 0-16,0 0 0 0,0 0 0 0,0 0 0 0,0 0 0 0,19 45 0 15,-19-40 0-15,0 0 0 0,-2 0 0 0,0 2 0 16,0-3 0-16,-3 3 0 0,1 0 0 16,-1-2 0-16,-1 2 0 0,0-1 0 0,-1 2 0 0,0-2 0 15,1 1 0-15,0 0 0 0,0-1 0 0,2 0 0 16,2-2 0-16,1-1 0 0,1-1 0 0,1 0 0 16,2-2 0-16,1 0 0 0,1-2 0 0,1-1 0 15,2-1 0-15,-1-1 0 0,2-1 0 0,1 0 0 16,-1 1 0-16,0-1 0 0,1 0 0 0,0 2 0 15,-2 0 0-15,0 1 0 0,0 2 0 0,-2 1 0 16,1 0 0-16,-2 0 0 0,0 3 0 0,-1 0 0 0,-2 3 0 16,1 0-128-16,-2 3 128 0,0 0 0 0,-1 2 0 0,-1 0 0 15,-1 3 0-15,0-2 0 0,0 2 0 0,1-1 0 16,-2 0 0-16,0 0 0 0,-1-2 0 0,1-1 0 16,0 1 0-16,0-2 0 0,-1 1 0 0,2-3 0 15,-1 0 0-15,1 1 0 0,-1-2 192 0,2 0-64 16,0-2-128-16,1 0 192 0,2-1-32 0,0-2-16 15,1 1 0-15,0-2 0 0,1 0-144 0,2-3 0 16,-1 1 0-16,2-1 128 0,0 1-128 0,0-2 0 16,0 1 0-16,0-2 128 0,0 1-128 0,0 1 0 15,1 0 0-15,-3 1 128 0,1 2-128 0,-1 0 0 16,-2 0 0-16,0 2 0 0,0-1 0 0,-1 3 0 0,-2 0 0 0,-1 2 0 16,-1 1 0-16,-2 0 0 0,0 0 0 0,-2 3 0 15,0-1 0-15,-1 3 0 0,0-2 0 0,-1 1 0 16,3-3 192-16,-2 1 0 0,1 0 0 0,-2 1 0 15,2 0 64-15,-1-1 32 0,2 1 0 0,0-1 0 16,2-4-160-16,1 2-128 0,2-5 144 0,0 3-144 16,2-3 272-16,1 1-32 0,2-3-16 0,0-2 0 15,1 1-224-15,1-3 0 0,2 1 128 0,-1-2-128 16,0 0 0-16,1 1 0 0,0-3 0 0,0 3 0 16,1-2 0-16,-2 2 0 0,-3 1 0 0,1 2 0 15,0 0 0-15,-3 1 0 0,0 0 0 0,-1 1 0 16,0 0 0-16,-2 2 0 0,-1 2 0 0,-1 1 0 0,-2 2 0 0,0-1 0 15,-2 2 0-15,0 3 0 0,-2-2 0 0,0 2 0 16,-1 0 0-16,0 1 0 0,0-1 0 0,1 0 128 16,1 0-128-16,1-3 0 0,1 1 128 0,1-6-128 15,2 2 176-15,1-2-176 0,1-2 576 0,1 1 16 16,2-1 0-16,0-2 0 0,1 0-416 0,0-2-176 16,3-1 128-16,1-1-128 0,0-1 0 0,3-1 128 15,0 0-128-15,1-1 0 0,0 2 192 0,0-2-32 16,-1 1-16-16,0 2 0 0,-1 0-144 0,-1 0 0 0,0 3 0 15,-2-1 128-15,-1 2-128 0,-2 2 0 16,-1 1 0-16,-2 1 0 0,-1 2 0 0,-1 2 0 0,-2 0 0 0,-2 1 0 16,-1 0 0-16,-3 1 0 0,-1 4 0 0,-1 0 0 15,-1-1 0-15,0 1 0 16,0 0 0-16,-1 1 0 0,1 1 128 0,1-2-128 0,-1-2 0 0,4 0 128 16,2-3-128-16,1-2 0 0,4-2 144 0,1-2-144 15,3 0 0-15,1-3 144 0,4-1-144 0,-1-4 0 16,4 0 144-16,2-1-144 0,-1 0 0 0,2-1 144 15,0 0 128-15,0 0 32 0,1 1 0 0,0 0 0 0,-1 1-176 16,-2 3-128-16,-1 0 192 0,-2 0-192 16,0 4 0-16,-4-2 0 0,-1 2 0 0,-2 3 0 0,-1 2 0 0,-4 0 0 15,-1 2 0-15,0 2 0 0,-2-2 128 0,-1 3-128 16,-3 2 0 0,-1 2 0-16,0 0 0 0,-1 1 0 0,0 0 0 0,0 0 0 15,1-1 128-15,1-1-128 0,2-1 0 0,3-2 0 0,1-1 0 0,3-4 0 16,2-1 128-16,2-1-128 0,1-2 128 0,4 0-128 15,2-6 144-15,1 1-144 0,1 0 272 0,2-5-32 16,1 2-16-16,2-4 0 0,-1 2-32 0,1-1-16 16,1 1 0-16,-2-1 0 0,-1 2-176 0,-1 1 128 15,-2-1-128-15,-1 3 128 0,-3 1-128 0,-1 1 0 0,-2 4 0 0,-4-1 0 32,0 3 0-32,-2 0 0 0,-3 4 0 0,-3 3 0 0,0 0 0 0,-2 2 0 0,-2 0 0 0,-2 3 0 15,0-2 0 1,-1 1 0-16,-1 0 0 0,1-2 0 0,2 0 0 0,1-2 0 0,0 1 0 0,2 0 0 15,2-3 0-15,1 0 0 0,3-3 128 0,0 1-128 16,3-4 0-16,1 1 0 0,1-2 0 16,3-2 0-16,2 1 0 0,0-2 0 15,2-2 0-15,3 0 0 0,1-3 0 0,2 2 0 16,2-1 0-16,-2-1 0 0,-2 1 128 0,0 1 0 0,0 1 0 0,0 0 0 16,-2 2-128-16,-2 0 0 0,-2 2 0 0,-1 0 128 0,-2 0-128 15,-1 1 0-15,-3 4 0 0,0 0 0 16,-3 2 0-16,-1 2 0 0,-1 0 0 0,-1 3 0 0,-2-1 0 0,-2 2 0 15,0 2 0-15,0 0 0 0,0-1 0 0,0 1 0 16,2-3 0-16,2 0 0 0,0-2 0 0,2-2 0 16,2-1 0-16,2-2 0 15,0-1 0-15,2-3 0 16,1 0 0-16,3-3 0 0,1 0 0 0,2-3 0 0,2 1 0 0,1-4 0 0,1 0 0 0,0 0 0 31,0 0 0-31,1 0 0 0,0 1 0 0,-2 0 0 0,0 3 0 0,0 0 0 0,-2 1 0 0,-1 1 0 16,-2 3 0-16,-1-1 0 0,-1 3 0 0,-4 3 0 0,-1 0 0 0,0 2 0 31,-3 0 0-31,-2 3 0 0,0 0 0 0,-3 3 0 0,1-2 0 0,-2-2 0 16,1 5 0-16,-1-3 0 15,-1 0 0-15,2 0 0 0,0 0 0 0,-1-2 0 16,0 2 0-16,3-2 0 0,0-2 0 0,1-3 0 16,0 2 0-16,1-1 0 0,1-3 0 0,2 2 0 15,1-4 0-15,0 0 0 0,3-2 0 0,1 1 0 16,0-2 0-16,1 0 0 0,2-3 0 0,0 1 0 15,2 0 0-15,1-2 0 0,0 1 0 0,0-2 0 16,1 3 0-16,-1-1 0 0,1 1 0 0,-2-1 0 0,-1 1 0 16,0 2 0-16,-2 0 0 0,0 2 0 15,-2-1 0-15,0 3 0 0,-2 1 0 0,-1 0 0 0,-1 2 0 0,-2 1 0 16,-1 0 0-16,0 2 0 0,-2 2 0 0,-1-3 0 16,2 1 0-16,-2-1 0 0,1 1 0 0,2-1 0 15,0-2 0-15,0-1 0 0,1 0 0 0,1-1 0 16,1 0 0-16,1-3 0 0,1 0 0 0,0 1 0 15,1-3 0-15,1 0 0 0,2-2 0 0,0 1 0 16,1-1 0-16,0 0 0 0,0-1 0 0,-1 1 0 16,2 0 0-16,-2 1 0 0,1 1 0 0,-1-2 0 0,1 2 0 15,-2 0 0-15,0 2 0 0,-1-2 0 0,-1 3 0 0,-2 0 0 16,0 1 896-16,-2 3 112 0,-1-2 16 0,-2 5 0 31,-1-1-1632-31,0 0-320 0,-2 1-64 0,1 0-16 0,1-1 816 0,0 0 192 0,-1-1 0 0,2-2 0 16,1 2 0-16,2-3 0 0,1 2 0 0,1-4 0 15,0 0 0-15,3-2 0 0,2 1 0 0,2-2-18528 16</inkml:trace>
  <inkml:trace contextRef="#ctx0" brushRef="#br1" timeOffset="-163734.3">15701 7743 7359 0,'0'-2'656'0,"0"1"-528"0,0-1-128 0,0 2 0 15,1 0 960-15,-1 0 176 0,0-2 16 0,0-1 16 16,0-1 368-16,0 0 80 0,-1 0 16 0,1 2 0 16,0-1-288-16,-1 3-48 0,0-2-16 0,-1 2 0 15,1 2-208-15,1-1-48 0,-2 2-16 0,1 1 0 16,1 0-416-16,-1 2-80 0,0 1 0 0,0 2-16 16,0-2-112-16,-1 2-32 0,0 2 0 0,0 0 0 15,-2 1-128-15,0-2-32 0,1 3 0 0,-2-3 0 16,0 1 112-16,0-1 16 0,1 0 0 0,-1-1 0 15,2-2 160-15,0 0 32 0,1-3 16 0,2-1 0 0,1 0-176 0,1-3-32 16,2-2-16-16,3-1 0 0,3-2-304 16,3-4 0-16,3-1 0 0,0-2 0 0,2 0 0 0,1-1 0 15,-1 1 0-15,0 2 0 16,0-2 0-16,-1 1 0 0,0 2 0 0,-2 1-144 0,-1 1 144 0,0-1 0 16,-2 4 0-16,-3 2 0 0,-3-1 0 0,-1 3 0 15,-3 3 0-15,-2-1 0 0,-2 3 0 0,-4 3 0 16,-2 3 0-16,-1-1 0 0,-2 1 0 0,-2 3 0 15,-2 3 0-15,0-2 0 0,1 0 0 0,-1 0 0 0,-2 4 0 16,0 0 0-16,0 0 0 0,1-3 0 0,4-1 0 0,2-4 0 16,5-1 0-16,1-3 0 0,4-4 0 15,1-1 128-15,2-1-128 0,2-2 0 0,3-2 0 0,3-4 0 16,1 0 0-16,2-2 0 0,0-2 0 0,1 0 0 16,1-1 128-16,0 3 0 0,-2 0 0 0,-1 0 0 15,-2 1-128-15,0 3 0 0,0 0 128 0,-3 0-128 16,0 5 0-16,-3-2 128 0,-3 4-128 0,-2 3 0 15,0 0 128-15,-4 5-128 0,-4 2 128 0,-2 2-128 16,-2 2 0-16,-2 1 144 0,0 2-144 16,-3 0 0-16,2 0 0 0,-1 0 0 0,-1 1 0 0,1-3 0 0,2 0 128 0,0 0-128 15,2-4 0-15,2 0 0 16,2-5 192-16,3 0-64 0,2-3 0 0,3-2-128 0,2-1 352 0,3-2-32 16,2-2-16-16,0-1 0 0,3-4-304 0,2 0 160 15,0 0-160-15,2-3 128 0,0 1-128 0,1 0 0 16,-1 1 144-16,0 1-144 0,-1-1 160 0,-2 2-32 15,-1 1-128-15,-2 3 192 0,-2 0 64 0,-2 0 0 16,-2 4 0-16,-1 0 0 0,-2 2-256 0,-2 2 128 16,-2 1-128-16,-2 2 0 0,-1 3 0 0,-1-3 128 0,-1 4-128 15,-1 1 0-15,-1-2 0 0,0 4 176 0,-1-2-176 16,1 2 160-16,0 1 32 0,1-4 0 0,3 0 0 0,1-1 0 16,3-4-64-16,1-1-128 0,2-1 192 0,2-3-64 15,2-1-128-15,2-2 192 0,2-2-192 0,1-1 192 16,2-1-192-16,1-5 0 0,4 1 144 0,3-3-144 15,2-1 128-15,-1 2-128 0,0 0 128 0,0 1-128 16,-2 2 0-16,-2 2 0 0,-2 0 0 0,-3 3 0 16,-2 2 0-16,-2 0 0 0,-2 3 0 0,-2 1 0 15,-2 1 0-15,-2 2 0 0,0 2 0 0,-4 1 0 16,0 2 0-16,-1 0 0 0,-2 0 0 0,-2 2 0 0,2 0 0 0,-2 0 0 16,0 1 0-16,1-1 0 0,1-3 0 0,2 1 0 15,1-2 0-15,2-3 128 16,1-1-128-16,2-2 0 0,2 0 0 0,1-1 0 0,2-3 0 0,0 0 0 15,2 0 0-15,-1-2 128 0,3 1-128 0,1-3 0 16,0 1 0-16,1-1 0 0,0-2 0 0,-1 2 0 16,-1 0 0-16,1 1 0 0,-1-2 0 0,0 3 0 15,-1 0 0-15,-1 1 0 0,-1-1 0 0,0 2 0 16,-3 2 0-16,0 1 0 0,-1-1 0 0,-2 3 0 16,-1 2 0-16,0 0 0 0,-1 0 0 0,-2 5 0 0,-1-2 0 0,-1 2 0 15,0 2 0-15,-1 0 0 0,0 0 0 0,0-1 0 16,-1 0 0-16,2 0 0 0,1-1 0 0,0-1 0 15,1-1 0-15,2-1 0 16,0 0 0-16,2-2 128 0,1 0-128 0,1-2 0 0,2-2 0 0,1-1 0 16,1 0 0-16,0-2 0 0,2 0 0 0,1-2 0 31,2-2 0-31,2-2 0 0,-1 2 0 0,1-4 0 0,1 2 0 16,1-2 0-16,0 4 0 0,-2-3 0 0,1 4 0 0,-3-1 0 0,-1 3 0 0,-1-1 0 15,0 4 0 1,-3-1 0-16,-1 3 0 0,-1 1 0 0,-2 2 0 0,-2 0 0 0,-1 2 0 0,-2 2 0 0,0 1 0 0,-2 1 0 15,0 1 0-15,-1-2 0 0,2 0 0 0,-2 0 0 16,-1 2 0-16,0-1 0 16,1 0 0-16,0-1 0 15,1-2 0-15,1-1 0 0,2-2 0 0,0-2 0 16,1 0 0-16,2-3 0 0,1 0 0 0,1-2 0 16,1 0 0-16,0 0 0 0,2-2 128 0,1 0-128 15,2-1 160-15,-1-2-160 0,2 2 176 0,0-1-176 16,-1 0 192-16,1 1-192 0,2 1 128 0,-1-3-128 0,-1 3 0 15,0 0 0-15,0 1 0 0,-3 1 0 0,2 1 0 0,-3 1 0 16,0 1 0-16,-1 1 0 0,-2 1 0 0,0 2 0 16,-1 0 0-16,0 0 0 0,-1 0 0 0,-1 0 0 15,1 1 0-15,-1-1 0 0,0 2 0 0,-1-2 0 16,2 2 0-16,-2-1 0 0,0-2 0 0,0 3 0 16,0-3 0-16,1 1 0 0,-1 0 0 0,1 0 0 15,0-1 0-15,1 0 0 0,0-1 0 0,0 0 0 16,0-1 0-16,0-1 0 0,2 2 0 0,1-3 0 15,0 0 0-15,1-2 0 0,0 2 0 0,2-2 0 16,1-2 0-16,2 2 0 0,2-2 0 0,0-2 0 0,1 1 0 0,0 0 0 16,1-1 0-16,0 1 0 0,-1-1 0 15,0 3 0-15,0-1 0 0,-2 2 0 0,0 0 0 0,-4 2 0 16,1-1 0-16,-3 3 0 0,-1 1 0 0,-1-2 0 16,-1 4 0-16,-1-1 0 0,-2 2 0 0,-1 1 0 15,0 0 0-15,0 1 0 0,-1 2 0 0,-1-2 0 16,2 1 0-16,-2-1 0 0,1-1 0 0,0 1 0 15,2-1 0-15,-1-1 0 0,1-1 0 0,1-1 0 16,1 2 0-16,0-4 0 0,2 1 0 0,0 0 0 16,1-1 0-16,1-3 0 0,1 1 0 0,1-1 0 15,3-1 0-15,0-1 0 0,-1 1 0 0,1-3 0 16,2 1 0-16,0 0 0 0,-1-3 0 0,1 3 0 0,0-1 0 0,1 0 0 16,0 0 0-16,0 0 0 0,0 3 0 15,-1 0 0-15,-4 0 0 0,1 2 0 0,-2 1 0 0,-1 2 0 16,-5-5 0-16,0 0 0 0,0 0 0 0,4 35 0 15,-8-23 0-15,-1 1 0 0,-1 2 0 0,-3-1 0 16,1 3 0-16,-1-2 0 0,-1 1 0 0,1 0 0 16,1-1 0-16,0-1 0 0,3-2 0 0,0-3 0 15,2 1 0-15,2-3 0 0,1-2 0 0,2-3 0 16,1 1 0-16,2-1 0 0,0-2 0 0,2-2 0 16,0-1 0-16,3 1 0 0,0-1 0 0,1-2 0 0,1 1 0 0,-1-1 0 15,0 0 0-15,0 1 0 0,0 1 0 0,1-1 0 16,-1 1 0-16,-1 2 0 0,0 0 0 0,-2 1 0 15,1 0 0-15,-9 0 0 0,0 0 0 0,0 0 0 16,0 0 0-16,0 0 0 0,0 0 0 0,0 0 0 16,14 40 0-16,-19-30 0 0,-1 0 0 0,-3 3 0 15,1-1 0-15,0 0 0 0,-1-2 0 0,1 1 0 16,-1 1 0-16,0 0 0 0,2-2 144 0,-1-1-144 16,1 3 0-16,1-3 144 0,2 1 80 0,1-3 16 0,2 0 0 0,2-4 0 15,0 1-240-15,3-4 0 16,1 0 128-16,2-2-128 0,2-3 0 0,2 0 0 0,2-2 0 0,2 0 0 15,2-2 128-15,1-2-128 0,2 2 0 0,-1 0 0 16,1 2 0-16,-1-2 0 0,0 4 0 0,-3 0 0 16,-1 2 0-16,-2 1 0 0,-2 2 0 0,-2 2 0 15,-2 1 0-15,-2 2 0 0,-3 0 0 0,-1 4 0 16,-2 1 0-16,0 1 0 0,-3-1 0 0,-2 4 0 16,0 3 0-16,-2-1 0 0,-1 1 0 0,1 2 0 15,-2-3 0-15,3-1 0 0,0-1 0 0,1 0 0 16,2-4 0-16,2-1 0 0,1-1 0 0,1-2 0 15,1 0 0-15,3-2 0 0,1-2 0 0,2-2 0 0,2 0 0 0,1-2 0 16,1-2 0-16,1 0 0 0,2-2 0 0,0 1 0 16,1-2 0-1,0 0 0-15,1 2 0 0,0-2 0 0,0 4 0 0,-2-1 0 16,-2 1 0-16,0 1 0 0,-1 0 0 0,-2 2 0 0,-1 2 0 0,-2-2 0 16,-6 0 0-16,0 0 0 0,0 0 0 0,0 0 0 15,7 35 0-15,-11-23 0 0,-1-1 0 0,0 2 0 16,-2-1 0-16,1 0 0 0,-1 0 0 0,2-2 128 15,-1 3-128-15,1-3 0 0,1 1 0 0,1-2 0 0,2-1 0 0,1-2 0 16,1 0 0-16,2-1 0 16,1-1 0-16,2-1 0 0,1-1 0 0,2-1 0 0,2 1 0 0,1-2 0 15,1-2 0-15,1 1 0 16,1 1 0-16,-1 0 0 0,-14 0 0 0,30 1 0 16,-30-1 0-16,30 4 0 0,-30-4 0 0,0 0 0 0,40 7 0 0,-40-7 0 15,0 0 0-15,0 0 0 0,40 19 0 0,-40-19 0 16,0 0 0-16,0 0 0 15,17 37 0-15,-17-37 0 0,0 0 0 16,1 37 0-16,-3-21 0 0,0-2 0 0,-2 3 0 0,0-3 0 0,-1 3 0 0,1-3 0 16,-1 0 0-16,1 0 0 0,1 1 0 0,1-4 0 0,1-2 0 15,1-1 0 1,2-1 0-16,1-2 0 0,0-2 0 0,3-1 0 0,-6-2 0 0,0 0 0 0,26 0 0 0,-16-2 0 16,1 0 0-16,-1-1 0 0,1 0 0 0,1 1 0 15,0 0 0-15,0-1 0 16,0 1 0-16,-2-1 0 15,-2 3 128-15,1 0-128 0,-2 1 0 0,-1 1 0 0,-1 0 128 0,-2 3-128 0,0-3 0 0,-2 3 0 16,-1 1 0-16,-1 2 0 0,-1-1 0 16,-1 1 0-1,0-2 0-15,1 2 0 0,-2-3 0 0,1 2 0 0,-1-3 0 16,2 1 0-16,-1 0 0 0,1-4 128 0,1 0-128 0,2 1 0 0,0-2 0 0,1-2 0 16,1 0 0-16,2-3 0 15,2 0 176-15,1-2-16 0,2-1 0 0,1-1 0 16,1 1-160-16,1 0 128 0,0-2-128 0,-1 4 128 15,1-2-128-15,-2 4 0 0,1-1 0 0,-2 0 0 16,-2 3 0-16,1 0 0 0,-9 2 0 0,0 0 0 16,0 0 0-16,0 0 0 0,0 0 0 0,0 0 0 15,0 0 0-15,0 0 0 0,25 37 0 0,-25-30 0 16,0 1 0-16,0-1 0 0,0 2 0 0,0-1 0 16,0-8 0-16,0 0 0 0,0 0 0 0,7 33 0 0,-7-33 0 0,0 0 0 15,0 0 0-15,0 0 0 0,27 37 192 0,-27-37 0 16,0 0 0-16,0 0 0 15,0 0-64-15,40 22-128 0,-31-21 192 0,0 0-64 0,-1 1-128 0,1-2 0 16,1 0 0-16,-10 0 0 0,0 0 0 0,35 1 0 16,-35-1 0-16,0 0 0 0,29 4-224 0,-29-4-80 15</inkml:trace>
  <inkml:trace contextRef="#ctx0" brushRef="#br1" timeOffset="-162388.47">17579 10175 8063 0</inkml:trace>
  <inkml:trace contextRef="#ctx0" brushRef="#br1" timeOffset="-161255.61">17572 10083 5519 0,'0'0'496'0,"0"-2"-496"16,0 2 0-16,0 0 0 0,0 0 1072 0,0 0 112 15,0 0 32-15,0 0 0 0,1 0 1088 16,0 2 240-16,-1-2 32 0,1 0 16 0,0 2-48 0,1-2-16 16,-1 3 0-16,0-1 0 0,1 0-736 0,-1-1-128 15,1 3-48-15,0 1 0 0,-1-3-736 0,0 3-160 0,1 0-16 0,-1 2-16 16,1 0-288-16,0 0-48 0,-1 0-16 0,-1 0 0 16,0 0-144-16,0 1-16 0,0-2-16 0,1-1 0 15,0-2-160-15,0-1 128 0,0 0-128 0,1-1 128 16,3-2-128-16,0-2 0 0,1-1 0 0,0-3 128 15,2 0-128-15,1-2 0 0,2-2 0 0,2-1 0 16,1-1 0-16,0 0 0 0,1 0 0 0,0 0 0 16,-1 2 0-16,0 2 0 0,-1 2 0 0,-2-1 0 15,-1 4 0-15,-2 2 0 0,0 2 0 16,-3 0 0-16,-1 2-128 0,0 2 128 0,-2 2 0 0,-2 1 0 0,0 3 0 16,0-1 0-16,-3 2 0 0,1-2 0 15,-1 0 0-15,0 0 0 0,0 0 0 0,-2 0 0 0,3 1 336 0,-2-3-16 16,2 0 0-16,0-3 0 0,0 2-112 0,1-4-16 15,1 0-16-15,1 0 0 0,0-2-176 0,2-2 0 16,1-2 144-16,2-1-144 16,-1 0 0-16,2 0 0 0,0-2 0 0,3-3 0 0,1-1 0 0,1-1 0 15,1 0 0-15,0 0 0 0,0-2 0 0,0 3 0 16,0 1 0-16,-2-1 0 0,0 3-192 0,-2 3 32 0,0 0 16 0,-3 3 0 31,0 2 0-31,-3 0 0 0,0 2 0 0,-2 3 0 0,-1 0 144 0,-2 2 0 16,-1 3 0-16,-1 1 0 0,0 1 0 0,-1 2 0 15,2-2 0-15,-1 0 0 0,-1 2 0 0,2-1 0 0,-1 0 0 0,0-4 128 16,2 0 0-16,1-1 16 16,1-4 0-16,1-1 0 0,1 0 0 0,0-3 0 0,2 0 0 0,0-3 0 15,2 0-144-15,1-1 0 0,1-3 0 0,2-2 0 16,1 0 0-16,1-1 0 0,1 0 128 0,0-1-128 16,0 1 0-16,-1 1 0 0,1-1 0 0,-1 5 0 0,-2-2 0 0,0 3 0 15,-1 2 0-15,-2 1 0 0,-2 1 0 0,-1 2 0 16,-1 1 0-16,-2 1 0 15,0 2 0-15,-1 0 0 0,0 2 0 0,-1-2 0 16,0 2 0-16,-2-1 0 0,0 2 0 0,0-1 0 0,0-1 0 0,1 2 0 31,-1-2 0-31,1-2 128 0,1-1 80 0,1-1 16 0,1 0 0 0,2-3 0 16,1-1-224-16,2-1 144 16,2-3-144-16,3-1 128 0,0-2-128 0,1 1 0 15,1 0 0-15,2-3 0 0,1 1 0 0,1-1 0 0,0 1 0 16,-1-1 0-16,1 1 0 0,2-1 0 0,-2 2 0 0,0 2 0 15,0-1 0-15,-3 5 0 0,-2-3 0 0,-1 3 0 16,-2 1 0-16,-2 2 0 0,-1 1 0 0,0 0 0 16,-4 1 0-16,1 1 0 0,-1 1 0 0,-2 0 0 15,1-1 0-15,-2 4 0 0,0-3 0 0,1 2 0 16,-1-1 0-16,1 2 0 0,0-4 0 0,1 1 128 16,1-1 80-16,1-1 16 0,1 0 0 0,2-3 0 15,0 0-224-15,3 0 0 0,-1-2 0 0,2-1 0 16,2 1 0-16,1-3 0 0,2-1 0 0,1 0 0 0,0 1 0 15,-1-1 0-15,-1 1 0 0,1 0 0 16,1 0 0-16,0 0 0 0,-1 1 0 0,-2 1 0 0,0 3 0 16,-1 0 0-16,-12 0 0 0,0 0 0 0,0 0 0 0,40 12 0 15,-40-12 0-15,0 0 0 0,0 0 0 0,0 0 0 16,30 40 0-16,-30-40 0 0,0 0 0 0,0 0 0 16,0 0 0-16,21 43 0 0,-21-43 0 0,0 0 0 15,0 0 0-15,0 0 0 0,34 26 0 0,-34-26 128 16,0 0-128-16,29-4 0 0,-19 1 128 0,1-2-128 15,3-2 176-15,-1 0-176 0,-1 0 144 0,1 0-144 16,1-1 0-16,0 2 144 0,0-2-144 0,-2 2 0 0,1 1 0 16,0 2 0-16,-2-1 0 0,-1 2 0 0,-10 2 0 0,0 0 0 15,0 0 0-15,32 6 0 0,-32-6 0 0,0 0 0 16,0 0 0-16,0 0 0 0,37 24 0 0,-37-24 0 16,0 0 0-16,0 0 0 0,35 16 0 0,-35-16 128 15,0 0 48-15,29 1 0 0,-17-2 0 0,-3-2 0 16,-1 0-176-16,1 0 0 0,3-2 0 0,1-2 128 15,0 0-128-15,0 0 0 0,0 2 0 0,-2 1 0 16,-2 1 0-16,-3 1 0 0,-1 2-128 0,-2 2-19536 16</inkml:trace>
  <inkml:trace contextRef="#ctx0" brushRef="#br1" timeOffset="-155262.86">1853 9284 3679 0,'-1'-2'320'0,"0"0"-320"0,0 2 0 0,1 0 0 15,-1 0 784-15,0-1 96 0,0 1 16 0,0 0 0 16,-2 0 64-16,0-2 32 0,1 4 0 0,-1-2 0 16,2 0-128-16,0 0-32 0,0 0 0 0,0 1 0 15,1 1 256-15,1-2 32 0,0 0 16 0,-1 0 0 16,2 0-48-16,1 0 0 0,1 0 0 0,0 0 0 0,0 0-368 0,1 0-80 15,1 0 0-15,1-2-16 0,0 2-448 0,1 0-176 16,1 0 128-16,-9 0-128 0,0 0 0 16,0 0 0-16,43 2 0 0,-43-2 0 0,0 0 336 0,34 0-16 15,-24 0 0-15,-10 0 0 0,0 0 96 0,0 0 16 16,43 2 0-16,-33-4 0 0,-10 2-224 0,0 0-32 16,34-5-16-16,-22 0 0 0,2 3-160 0,0-3 128 15,0-1-128-15,1 0 128 0,1 1-128 0,0 1 0 16,1-1 0-16,-17 5 128 0,34-7-304 0,-34 7-64 15,36-3-16-15,-36 3 0 16,34 0-1808-16,-34 0-368 0,0 0-80 0,50 7-3872 0,-50-7-768 0</inkml:trace>
  <inkml:trace contextRef="#ctx0" brushRef="#br1" timeOffset="-154647.47">2749 9222 1839 0,'0'0'0'0,"0"0"160"0,31-2-160 0,-24 2 0 0,-2 0 0 0,-3 0 0 16,3 1 992-16,-5-1 160 0,0 0 48 0,0 0 0 16,52 11-608-16,-52-11-112 0,0 0-32 0,45 14 0 15,-45-14-720-15,0 0-160 0,40 8-16 0,-40-8-16 0,0 0 80 0,40 6 0 16,-40-6 16-16,0 0 0 0,45 0 0 0,-45 0 0 16,33-2 0-16,-33 2 0 0,32-4 176 0,-32 4 48 15,29-4 0-15,-29 4 0 0,30-2 656 0,-30 2 144 16,0 0 32-16,44-2 0 0,-44 2-16 0,0 0 0 15,48-2 0-15,-48 2 0 0,0 0-672 0,43 2 0 16,-43-2-256-16,0 0 80 16,46 4-576-16,-46-4-112 0,0 0-32 0,50 3 0 0,-50-3 704 0,35 0 192 15,-35 0 0-15,37-2 0 0,-37 2 0 0,34-1-128 0,-34 1 128 16,31-3 0-16,-31 3 0 0,30-3 0 0,-30 3-128 16,30-3 128-16,-30 3 0 0,29-4 0 0,-29 4 0 15,0 0-128-15,44 0 496 16,-44 0 96-16,0 0 32 0,42 5 0 0,-42-5 320 0,0 0 64 15,42 8 16-15,-42-8 0 0,0 0-688 0,47 8-208 0,-47-8 128 0,0 0-128 16,49 7-496 0,-49-7-160-16,0 0-48 0,45 0 0 0,-45 0 320 0,31-3 64 15,-31 3 16-15,30-4 16 0,-30 4 624 0,33-7 128 0,-33 7 32 0,33-5 0 16,-33 5 16-16,33-7 16 0,-33 7 0 0,35-6 0 16,-35 6 144-16,36-4 32 0,-36 4 0 0,37-5 0 15,-37 5-464-15,38-2-112 0,-38 2 0 0,36 0-128 0,-36 0 272 0,34 0-48 16,-34 0-16-16,0 0 16 0,48 3 608 0,-48-3 128 15,0 0 32-15,46 4 0 16,-46-4 112-16,0 0 32 0,44 7 0 0,-44-7 0 0,0 0 80 16,47 5 0-16,-47-5 16 0,0 0 16 0,48 3-288 0,-48-3-64 15,0 0-16-15,50 4 0 0,-50-4-400 16,0 0-80-16,50 3-16 0,-50-3 0 0,0 0-384 0,46 2 0 0,-46-2 0 0,0 0 0 16,49 0 0-16,-49 0 0 0,32 0 0 0,-32 0-176 31,33 0-672-31,-33 0-144 0,34 0-32 0,-34 0 0 15,36 0-1296-15,-36 0-272 0</inkml:trace>
  <inkml:trace contextRef="#ctx0" brushRef="#br1" timeOffset="-154457.12">5187 9272 2751 0,'0'0'256'0,"0"0"-256"0,0 0 0 0,41 7 0 15,-37-7 1568-15,0 0 272 0,2 0 48 0,-6 0 16 0,0 0 32 0,45 1 16 16,-45-1 0-16,44-1 0 15,-44 1-672-15,38-2-128 0,-38 2-16 0,31-3-16 0,-31 3-176 0,30-2-48 16,-16 0 0-16,0 0 0 0,-1 1-528 0,-13 1-112 31,27-4-32-31,-27 4 0 0,0 0-416 0,39-1-64 16,-39 1-32-16,0 0 0 16,38 0-1456-16,-38 0-304 0,0 0-48 0,39 1-6304 0</inkml:trace>
  <inkml:trace contextRef="#ctx0" brushRef="#br1" timeOffset="-152983.79">5844 9272 1839 0,'9'0'160'0,"-1"0"-160"0,-2 0 0 0,-3 0 0 16,-1 0 1456-16,3 0 256 0,-5 0 48 0,0 0 16 15,50 0 400-15,-50 0 64 0,48 0 32 0,-48 0 0 16,42 0-1040-16,-42 0-208 0,36 0-32 0,-36 0-16 16,33 2-640-16,-33-2-128 0,0 0-16 0,45 1-16 15,-45-1-384-15,0 0-80 0,44 0-16 0,-44 0 0 16,29-1-1552-1,-29 1-304-15,0 0-64 0,46 0-16 16,-46 0-32-16,30 0-16 0,-30 0 0 0,31 0 0 0,-31 0 1824 0,35-2 464 0,-35 2 0 0,37-2 0 0,-37 2 0 0,37-3 0 16,-37 3 0-16,38-4 0 15,-38 4-448-15,37-5 0 0,-20 3 0 0,0-1 0 0,-1 0 448 0,-16 3 0 16,33-4 144-16,-33 4 0 0,36-2-144 0,-36 2 0 16,36-3 144-16,-36 3-144 0,32 0 0 0,-32 0 0 15,33 0 0-15,-33 0 0 0,33 0 0 0,-33 0 0 16,0 0 0-16,47 5 0 0,-47-5 0 0,34 1 0 15,-34-1 0-15,33 1 0 0,-33-1 320 0,0 0 0 0,46 2-16 16,-46-2 32-16,30 0 1392 0,-30 0 288 16,32-3 48-16,-32 3 32 0,33-3-528 0,-33 3-96 0,34-5-32 15,-34 5 0-15,36-3-688 0,-36 3-144 0,37-3-32 0,-37 3 0 16,40-1-192-16,-40 1-32 0,41-2-16 0,-41 2 0 16,38-1-336-16,-38 1-128 0,37-2 0 0,-37 2 0 31,36 0-1024-31,-36 0-208 0,38-2-48 0,-38 2 0 15,37 0 208-15,-37 0 48 0,39-1 0 0,-39 1 0 0,38 0 400 16,-38 0 96-16,39 0 16 0,-39 0 0 0,39 0 128 16,-39 0 16-16,40 0 16 0,-40 0 0 0,43-2 208 0,-43 2 32 0,39-2 16 0,-39 2 0 15,38-4 224-15,-38 4 0 0,37-1 0 0,-37 1 0 0,34-2 896 16,-34 2 112-16,36 2 16 0,-36-2 16 0,36 3 304 0,-36-3 48 16,35 4 16-16,-35-4 0 0,35 7-320 0,-35-7-64 15,37 7-16-15,-37-7 0 16,38 6-880-16,-38-6-128 0,37 4 0 0,-37-4-160 15,35 1-832-15,-35-1-160 0,36-1-48 0,-18-1 0 16,-18 2 240-16,39-2 64 0,-39 2 0 0,37-1 0 0,-37 1 432 0,35 0 80 16,-35 0 32-16,37 0 0 0,-37 0 352 0,36 5 0 15,-36-5 0-15,36 2 0 0,-36-2 0 0,36 2 128 16,-36-2 0-16,36 3 0 0,-36-3-128 0,36 3 0 0,-36-3 144 16,31 0-144-16,-31 0-128 0,34 0-112 15,-34 0-16-15,37 0 0 16,-37 0-128-16,35 2-16 0,-35-2-16 0,37 0 0 15,-37 0-96-15,37 1-32 0,-37-1 0 0,38 3 0 0,-38-3 544 0,37 1 192 0,-37-1 0 0,37 4 0 16,-37-4 688-16,33 1 128 0,-33-1 16 16,33 2 16-16,-33-2 288 0,32 0 48 0,-16 0 16 0,0-2 0 15,-16 2-992-15,36 0-192 0,-36 0-32 0,33 0-16 16,-33 0-496-16,36 0-112 0,-36 0 0 0,36 2-16 16,-36-2 224-16,37 0 48 0,-37 0 16 0,38 0 0 15,-38 0 176-15,37 2 256 0,-37-2-64 0,35 0-16 0,-35 0 784 0,33 0 144 16,-16-2 48-16,-17 2 0 0,32 0 128 0,-32 0 48 15,34 0 0-15,-34 0 0 0,35 2-608 0,-35-2-112 16,36-2-32-16,-36 2 0 16,38 0-448-16,-38 0-128 0,40-3 0 0,-19 1 0 15,-1 0-688-15,0-1-144 0,0 1-48 0,0-3 0 16,-1 2-784-16,-1 0-144 0,2 0-48 0,-2-2 0 16,2 2 416-16,-2-1 80 0,2 1 16 0,-3 1 0 15,2-1 480-15,-1 1 96 0,1 0 32 0,-19 2 0 0,36 0 976 0,-36 0 192 0,36 1 32 0,-36-1 16 16,36 3 768-16,-36-3 160 15,35 3 16-15,-35-3 16 16,33 3-352-16,-33-3-80 0,34 2-16 0,-34-2 0 0,36 1-480 0,-36-1-80 0,36-1-32 0,-36 1 0 31,38-2-400-31,-18 1-256 0,2-1 48 0,-1 2 0 16,2-2-240-16,-1 1-32 0,0-1-16 0,0 0 0 0,-22 2 320 0,44-2 176 0,-24-1-192 0,1 1 192 16,-3 0 0-16,1 1 0 0,-1-1 0 0,1 2 0 31,-1-2 704-31,-18 2 64 0,37 0 0 0,-37 0 0 0,36 0-336 0,-36 0-64 0,36 2-16 0,-36-2 0 15,36 2-352 1,-36-2 0-16,37 1 0 0,-37-1 0 0,37 2 0 0,-37-2 0 16,34 2 0-16,-34-2 0 0,36 0 0 0,-36 0 0 15,33 0 0-15,-33 0 0 16,33 0-512-16,-33 0-32 0,31-2 0 0,-31 2 0 16,33 0-352-16,-33 0-80 0,31 0-16 0,-31 0 0 15,32 2-96-15,-32-2 0 0,32 0-16 0,-32 0 0 16,33 3 544-16,-33-3 112 0,31 0 32 0,-31 0 0 0,32 2 224 0,-32-2 64 15,29 0 0-15,-29 0 0 0,28 0 128 0,-14-2 192 0,0 2-32 16,1-2-16-16,-1 1-144 0,0 1 0 0,0-2 0 0,-2 1 128 16,-1-1-128-16,1 2 128 15,1-2-128-15,1 2 128 0,0 0 64 0,-14 0 16 0,27 0 0 0,-27 0 0 32,25 0-1040-32,-25 0-192 0,0 0-64 0,38 3 0 0,-38-3 1088 0,0 0 0 0,36 9 0 0,-36-9 208 15,0 0-208-15,38 5 0 0,-38-5 0 0,0 0 0 16,34 4 0-16,-24-6 0 0,2 2 0 0,-1-2 0 15,1 1 0-15,0 1 0 0,0-2 0 0,-1 1 0 16,1 0 0-16,0-1 0 0,1 2 0 0,0-3-128 16,-2 3 128-16,1 0 0 0,0-2-144 0,0 1 144 15,1 1 0-15,-1 0-192 0,-12 0 192 0,26 0-144 0,-26 0 144 0,0 0-160 16,37 3 160-16,-37-3-144 16,0 0 144-16,38 6-160 0,-38-6 160 0,0 0-144 0,38 8 144 15,-38-8-160-15,0 0 160 0,34 5-160 0,-34-5 1008 0,0 0 208 16,31 5 32-16,-21-5 64 0,-10 0 688 0,23 0 144 15,-11 0 16-15,0 0 48 0,0-2-736 0,0 1-160 16,-1 1-16-16,1-2 16 0,2 2-736 0,0-1-160 16,0 0-16-16,0-1 16 15,1 1-560-15,-2 1-112 0,1 0-32 0,0 0-5504 0,0 0-1136 0</inkml:trace>
  <inkml:trace contextRef="#ctx0" brushRef="#br1" timeOffset="-152555.59">12250 9234 1839 0,'8'0'160'0,"-2"0"-160"0,-1-1 0 0,-4 1 0 15,1 0 624-15,2 0 80 0,5 0 32 0,8 0 0 16,4-1-144-16,1 1-16 0,-2 0-16 0,0 0 0 16,-3 0-176-16,0 0-16 0,-17 0-16 0,30 2 0 15,-30-2-1184-15,28 2-256 0,-28-2-32 0,29 3-16 16,-29-3 880-16,25 2 256 0,-25-2 0 0,25 3 0 16,-25-3 0-16,0 0 0 0,36 3 0 0,-36-3-128 0,25 1 128 0,-12-1 0 15,-2 2 0-15,-1-2 0 0,0 0 0 0,0-2 0 16,2 2 0-16,0-1-128 0,0 0 128 0,1 1 0 15,-1-2 0-15,1 0 0 0,0 1 0 0,-1 1 0 16,1 0 0-16,0 0-128 0,0-2 128 0,-1-1 0 16,2 3 0-16,-1-2 0 0,1 2 0 0,0-1 192 15,-2 0 0-15,-1 1 0 16,1-2-48-16,0 1-16 0,-2 1 0 0,1 0 0 0,-1 0-128 0,0 0 0 0,-10 0 0 16,0 0 0-16,28 4 0 0,-19-3 0 0,1 1-144 0,-1 1 144 15,0-3 0-15,1 2 0 16,-1-1-128-16,0 1 128 0,0 0 1216 0,1-2 320 0,-1 2 48 0,0-2 16 15,1 2 512-15,1-2 96 0,1 1 32 0,-1-1 0 16,2 0-592-16,0 0-128 16,1 0-32-16,0-1 16 0,-1 1-736 0,2 0-128 0,0 0-48 0,-1 0 16 15,1 0-608-15,-1 0 0 0,0 0 0 0,-1 0-128 32,1 0-1152-32,-14 0-208 0,26 1-48 0,-13 1-8064 0</inkml:trace>
  <inkml:trace contextRef="#ctx0" brushRef="#br1" timeOffset="-152333.59">13681 9268 3967 0,'12'0'0'0,"-3"0"176"0,-1 2-48 0,-2-2-128 0,-2 0 0 16,-1 0 0-16,2 0 0 0,2 2 0 0,5-2 880 0,4 0 64 16,2 2 16-16,0-2 0 0,-2 3-768 0,0-3-192 15,-3 2 0-15,1-2 0 16,-1 1-192-16,0 1-112 0,1-2-16 0,0 0-16 0,0 0 528 0,1 2 128 0,0-2 0 0,0 0 16 31,0 1 608-31,1 0 112 0,0-1 32 0,-1 0 0 0,0 0 224 0,-2 0 48 16,1-1 16-16,0 0 0 0,1 1-544 0,0-2-96 0,0 2-32 15,0 0 0-15,-1-2-448 0,0 2-80 0,1 2-32 0,0-2 0 32,-1 0-672-32,0 0-144 0</inkml:trace>
  <inkml:trace contextRef="#ctx0" brushRef="#br1" timeOffset="-152141.66">14560 9298 911 0,'4'0'0'0,"-1"0"0"16,-1 0 0-16,-1 0 0 0,1 0 800 0,-1 0 80 16,4 0 16-16,2 0 0 0,2 2-896 0,0-2-128 15,0 0-64-15,0 0 0 0,-2 1 192 0,0 1 0 16,-2 0 0-16,0-1 0 0,0 1 0 0,2 0 0 15,-2-1 0-15,1 0 0 0,-1 1 0 0,-1-2 0 16,0 1 0-16</inkml:trace>
  <inkml:trace contextRef="#ctx0" brushRef="#br1" timeOffset="-151984.73">14824 9310 9215 0,'4'-2'400'0,"-2"2"96"0,1-2-496 0,-1 2 0 0,-1 0 0 0,0 0 0 16,0-1 2688-16,1 1 448 0,0 0 96 0,2-2 16 15,1 2 192-15,-2-2 32 0,2 2 16 0,0-1 0 16,-2 1-2048-16,2 0-416 0,0 0-64 0,-1 0-32 16,1 0-800-16,0 0-128 0,0 0 0 0,1 0 0 15,0 0-1216-15,1 0-128 0,-1 0-32 16,0 0-13504-16</inkml:trace>
  <inkml:trace contextRef="#ctx0" brushRef="#br1" timeOffset="-151778.99">15006 9308 9087 0,'12'0'192'0,"-9"0"64"0,0 0 0 0,-1 0 0 0,-1 0-256 0,1 0 0 15,1 2 0-15,3-2 0 0,3 1 2496 0,2 0 464 16,2 1 96-16,0-2 16 0,0-2-1088 0,-1 2-224 16,0-1-32-16,-1 0-16 0,-1 1-608 0,1-2-112 15,2 0-32-15,-1 1 0 0,0-1-320 0,1 0-64 16,0 1 0-16,1-1-16 0,-1 1-368 0,1 0-64 0,1-1 0 0,0 1-128 16,0 1 128-16,-1 0-128 0,0 0 0 0,-1 0 0 15,0 1 144-15,-2 1-144 16,0-1 0-16,-1 0 144 0,-1 1-144 0,-1 1 0 15,-8-3 0-15,0 0 0 0,0 0-720 16,0 0-240-16</inkml:trace>
  <inkml:trace contextRef="#ctx0" brushRef="#br1" timeOffset="-130274.28">15431 9314 7359 0,'0'0'656'0,"-1"0"-528"0,1 0-128 0,0 0 0 16,0 0 864-16,0 0 144 0,0 0 16 0,0 1 16 15,-1-1 256-15,1 2 48 0,1-2 16 0,0 0 0 16,1 0-432-16,0 0-96 0,1 0 0 0,0 0-16 16,1-2 16-16,0 2 0 0,0-1 0 0,0 1 0 0,1-2-176 0,-1 2-16 15,0 0-16-15,0-1 0 0,1 0-64 0,-2 1-16 16,1 0 0-16,1 0 0 0,-2 0-368 0,2 0-176 16,0 0 160-16,0 0-160 15,1 1 176-15,1-2-176 0,0 1 192 0,0 0-192 0,1 0 352 0,1-2-32 16,-1 2-16-16,-1-2 0 0,1 1 240 0,-1 1 48 15,2 0 16-15,-1 0 0 0,0 0-224 0,1 0-32 16,-1 0-16-16,0-2 0 0,1 4 48 0,-2-2 16 16,2 0 0-16,-2 0 0 0,1 0-128 0,0 0-16 15,0-2-16-15,0 2 0 0,1 0-80 0,-2 0-16 0,2 0 0 16,-2 2 0-16,1-2-144 0,2 0 0 0,-2 0 0 0,0 0 128 16,1 0-128-16,0 0 0 0,1 1 0 0,0-1 0 15,0 2 0-15,2-2 0 0,-2 0 0 0,1 2 0 16,-1-2 0-16,-10 0 0 0,21 2 0 15,-10 0 0-15,-2-2 0 0,1 1 0 0,-1-1 0 0,1 2 0 16,-10-2 0-16,0 0 0 0,24 3 0 0,-17-1 0 16,2-2-128-16,-2 1 128 0,1-1 0 0,1 1 0 15,-2-1 0-15,1 0-144 16,-1 0 144-16,1 0 0 0,1 0-336 0,0 0 32 0,-1 0 16 0,1 0 0 16,0 0-512-16,0 2-96 0,0-2-32 0,1 0 0 15,-1 0 368-15,-1 0 80 0,2 0 16 0,-1 0 0 16,-1 0 16-16,1 0 0 0,-1 0 0 0,1 0 0 15,0 0 0-15,0 0 16 0,0 0 0 0,-1 1 0 16,2-1-304-16,-2 0-64 0,0 0-16 0,0 2 0 16,0-2-496-16,-1 2-96 0,0-2-32 0,0 1 0 15,-7-1 416-15,0 0 96 0,0 0 16 0,26 6 0 0,-26-6 544 0,0 0 112 16,0 0 32-16,27 6 0 0,-27-6 224 0,0 0 0 16,0 0 0-16,27 4 0 0,-18-4 304 0,-2 0 96 15,1-2 32-15,2 2 0 0,-1-2 912 0,2 1 192 0,-1-1 48 16,1 0 0-16,0 1-448 0,-1-1-96 0,0 0-16 15,1 0 0-15,0-1 144 0,0 1 32 0,0 1 0 0,0-1 0 16,-2 1 64-16,0 0 16 0,0-1 0 0,-1 2 0 16,-1 0-368-16,0-2-64 0,-1 1-16 0,0 1 0 15,-2 0-320-15,0 0-80 0,-1 0-16 0,0 1 0 16,0 1-224-16,-2-2-32 0,1 0-16 0,-1 0 0 16,0 2-144-16,-1-2 160 0,0 0-160 0,0 0 160 15,0 1-160-15,0 0 0 0,-1-1 0 16,1 0 0-16,0 0 0 0,-1 2-144 0,1-2 144 0,-1 0-16672 31</inkml:trace>
  <inkml:trace contextRef="#ctx0" brushRef="#br1" timeOffset="-124304.13">13735 9320 3679 0,'-1'0'320'0,"0"0"-320"0,0 0 0 16,0 0 0-16,1 0 752 0,-1 0 80 0,0 0 0 0,0 2 16 0,-2-2 48 0,0 2 0 15,0 0 0-15,1-2 0 0,1 3 32 0,0-3 16 16,0 0 0-16,2 2 0 15,-1-2-112-15,1 0-32 0,-1 1 0 0,1 1 0 0,1-2 16 0,0 0 0 32,0 0 0-32,1 0 0 0,-1 0-144 0,1 0-32 0,1 0 0 0,1-2 0 0,-1 1-176 0,1-1-32 15,0 0-16-15,0 1 0 0,1-2-80 0,-1 0-16 16,1 1 0-16,0-2 0 16,1 2-112-16,0-2-16 0,0 1-16 0,-1-1 0 0,0 1 16 0,-1 1 0 0,0 0 0 0,0 1 0 31,-1-1-192-31,0 0 0 0,-1 1 144 0,0 1-144 0,-2-2 128 0,0 2-128 0,0 0 128 0,-1 0-128 31,0-1 0-31,0 1 0 0,-1 0 0 0,1 1 128 0,-2-1-128 0,2 0 128 16,-2 2-128-16,-1-1 128 0,0 1-128 0,-1 0 144 0,0 1-144 0,-1-1 160 31,0 3-160-31,-2-2 0 0,1 2 0 0,-1 1 0 16,1-1 0-16,-1-1 0 0,2 2 144 0,0-2-144 0,1 1 0 0,0 0 0 15,2-1 0-15,1-2 0 0,0 1 0 16,1-1 0-16,1-2 0 0,0 0 0 0,1 0 0 0,-1 0 0 15,2-2 0-15,1 0 0 0,1-1 0 0,0 1 0 16,1-2 0-16,1 1 0 0,0-2 0 0,-1 1 128 16,1-1-128-16,-1 1 0 0,1 1 0 0,-2-2 0 15,2 1 0-15,-2 1 0 0,0 0 0 0,-1-2 0 16,1 3 0-16,0-2 128 0,0 1-128 0,-1 0 0 16,1 1 0-16,-1 0 0 0,1 0 0 0,-1 0 0 15,0 1 0-15,1-1 0 0,-1-1 0 0,0 1 144 0,-1 2-144 0,0-2 0 16,0 2 208-16,-2 0-64 0,0 0-16 0,-1 2 0 15,0-2-128-15,0 2 192 0,-2 3-192 0,1-2 192 16,-2 1-64-16,-1 1-128 0,-1 0 192 0,0 2-64 16,-1 0-128-16,1-2 160 0,-1 2-160 0,2-3 160 15,0 2-160-15,1-2 0 0,1 1 0 0,1-3 0 16,1 1 0-16,0-1 0 0,2-2 0 0,0 0 0 16,1 0 0-16,1 0 0 0,1-2 0 0,2-1 0 15,0-1 0-15,2 1 0 0,1-2 0 0,3-2 0 16,-1 3 0-16,0-4 128 0,1 4-128 0,-1-4 0 0,-1 4 0 0,-1-3 0 15,0 3 128-15,-1-2-128 0,0 1 0 16,-1 3 0-16,0-3 0 0,-2 1 0 0,0 1 176 0,-1 1 0 16,0 0 0-16,-1-1 0 0,0 3 272 0,-1-2 64 15,0 1 16-15,-1 1 0 0,-1 0-368 0,-1 1-160 16,1 1 128-16,0-1-128 0,-1 1 0 0,-1 0 128 16,0 2-128-16,0-1 0 0,-1 0 0 0,-1 1 0 15,0 1 128-15,-1 0-128 0,2-1 0 0,-1 1 0 16,0 0 0-16,0-1 128 0,2 1-128 0,1-2 0 15,0 0 0-15,1 0 128 0,2-2-128 0,1 1 128 16,0-2-128-16,2-2 128 0,1 1-128 0,0-3 0 16,1 0 0-16,2-2 0 0,0 0 0 0,0-2 128 0,1 2-128 0,-1-2 0 15,1 1 0-15,-1-2 0 0,1 1 0 0,-1 1 0 16,-2 0 0-16,1 2 0 0,-1 0 128 0,0 1-128 16,-3-1 0-16,1 2 0 0,-3 1 0 0,-1 2 0 15,1 0 0-15,-2 0 0 0,-1 1 0 0,0 1 0 16,0 1 0-16,-2 1 0 0,-1 0 0 0,0 2 0 15,-1 0 128-15,-1 0-128 0,1 2 192 0,-1-2-64 16,0 0 176-16,1 2 16 0,0-4 16 0,1 1 0 16,2 0-208-16,0-1-128 0,2-1 160 0,1-1-160 15,1-2 144-15,0 0-144 0,1 0 128 0,1-2-128 16,1-1 0-16,1 0 128 0,1 0-128 0,1-2 0 0,-1 0 144 0,2-2-144 16,0 0 160-16,1-1-160 0,0 2 0 0,-1-1 128 15,1 2-128-15,-2 0 0 0,0 0 0 0,-1 1 0 16,-1 2 0-16,-1 1 0 0,0-2 0 0,-1 2 0 15,-1 1 0-15,-2 1 0 0,0 2 0 0,-1 0 0 16,0 0 0-16,-1 0 0 0,-1 2 0 0,0-1 0 16,0 2 0-16,-1-1 0 0,0-1 0 0,-1 2 0 15,0 0 0-15,1 1 0 0,-1-2 0 0,1 0 0 16,-1 0 0-16,1-1 0 0,1 1 0 0,1 0 0 0,-1-3 0 16,2 1 0-16,-1 1 0 0,2-1 128 0,0-1-128 0,0 0 0 31,1 0 192-31,-1-2-48 0,2 1-16 0,1-1 0 0,-1-1 0 0,1 1-128 0,2-3 192 0,0 0-64 15,0 0-128-15,2 1 0 0,-2-3 144 0,1 3-144 16,-2-3 0-16,2 0 0 0,-1 3 0 0,0-3 0 16,0 1 0-16,-1 1 0 0,1 1 0 0,-1-1 0 15,0 1 0-15,-1 0 0 0,0 1 0 0,-1 1 0 16,0-2 0-16,-1 2 0 0,0 0 0 0,-1 2 0 16,0-1 0-16,-1 1 0 0,0 0 0 0,-1 1 0 15,-1 1 0-15,0-1 0 0,-1 2 0 0,0-1 128 16,0 1-128-16,0 0 0 0,0-1 0 0,2 1 128 0,-1-2-128 15,0 0 192-15,1 0-64 0,1 0 0 16,0-2-128-16,2 1 128 0,0-2-128 0,1 0 128 0,1-2-128 0,1 1 0 16,0-2 128-16,3 0-128 0,-1 0 0 0,0-2 128 15,3 0-128 1,-2 1 0-16,1-1 0 0,-1 1 0 0,1-1 0 0,-2 2 0 16,0-2 0-16,0 3 0 0,-1 0 0 0,0 1 0 0,-1-1 0 0,0 0 0 15,-1 2 0-15,0-1 0 16,0 2 0-16,-2-1 0 0,1 2 0 0,0-2 0 0,-2 2 0 0,1-2 0 15,0 3 0-15,0-1 0 0,-1-2 0 0,0 2 0 0,0-1 0 0,0 1 0 16,0 1 0 0,0-1 0-16,0 0 0 0,0 0 0 0,-2 0 0 0,1 1 0 15,0 0 0-15,-1 0 0 0,1 0 0 0,0 0 0 0,0 2 0 0,0-3 0 16,1 2 0-16,0-1 0 0,0 0 0 0,-1-1 0 16,2 0 0-16,1 0 0 15,0 1 0-15,0-3 128 0,1 2-128 0,1-2 0 0,0-2 128 0,0 2-128 16,1-2 192-1,-1 1-16-15,2-1-16 0,-2 0 0 0,2-2-160 16,-2 0 128-16,2 1-128 0,-1-2 128 0,1 0-128 16,1 1 0-16,-1 0 0 0,0-3 0 0,1 3 0 0,1-1 0 0,0 0 0 0,0 0 0 15,-2 0 0-15,0 2 0 0,0 0 0 16,-2 1 0-16,1 1 0 0,-3 1 0 16,1-2 0-16,-1 4 0 0,-1-2 0 0,-1 3 0 0,0-1 0 15,-1 2 0-15,0-1 0 0,-1 2 0 16,-1-1 0-16,-1 2 0 0,1 0 0 0,-1 1 0 15,0-2 0-15,2 0 0 0,0 2 0 0,0-3 0 16,1-1 0-16,1 0 0 0,0 0 0 0,1-2 0 16,1 1 0-16,0-1 0 0,2-1 0 0,0-1 0 0,1 1 0 0,0-3 0 15,2 0 0-15,0 0 0 0,0 0 0 0,0-1 0 16,3-1 0-16,-2 0 0 0,1 1 0 0,-1-1 0 16,0 0 0-16,0 3 0 0,0-2 0 0,-2 3 0 15,0-1 0-15,0 2 0 0,0-2 0 0,-1 2 0 16,-1 0 0-16,-1 0 0 0,-1 2 0 0,1 0 0 15,-1-1 0-15,0 1 0 0,-2 0 0 0,0 0 0 16,1 0 0-16,-1 1 0 0,1 2 0 0,-3-4 0 16,2 2 0-16,-1 0 0 0,0-1 0 0,0 3 0 15,0-3 0-15,0 3 0 0,0-2 0 0,0 0 0 0,0 0 0 0,0 0 128 16,1 0-128-16,-2 1 0 0,2-1 352 0,0 1-16 16,1-1 0-16,-1-1 0 0,2 0-192 15,-1 0-144-15,1-2 192 0,1 1-192 0,-1-1 128 0,1 0-128 16,0 0 0-16,1-1 0 0,0 1 0 0,0-2 0 15,1 0 0-15,0 0 0 0,1-1 0 0,2-2 0 16,-2 3 0-16,1-3 0 0,1 0 0 0,1 1 0 16,-2-3 0-16,1 2 0 0,0 0 0 0,0 0 0 15,-1 1 0-15,0-1 0 0,-1 0 0 0,-1 1 0 16,-1 1 0-16,1 1 0 0,-1-1 0 0,-1 3 0 16,0-2 0-16,-1 2 0 0,1 2 0 0,-1-2 0 0,-2 1 0 0,1 3 0 15,0-3 0-15,-2 1 0 0,1 1 0 16,-1 0 0-16,0 0 0 0,0 0 0 0,0 0 0 0,-1 0 0 15,0 2 0-15,0-2 0 16,0 0 0-16,0 0 0 0,1 0 0 0,-1 0 0 0,1-1 0 0,-1 0 0 16,1 0 0-16,1 1 0 0,0-1 0 0,0-2 0 15,1 0 0-15,-1 1 0 0,1-1 0 0,1-1 0 16,0 1 0-16,1-2 0 0,2-1 0 0,-1 1 0 16,1 0 0-16,0 0 0 0,0-1 0 0,1 0 0 15,0 0 0-15,1 0 0 0,-1-2 0 0,0 2 0 16,0 0 0-16,0-1 0 0,0 0 0 0,1 1 0 15,-1 1 0-15,0-2 0 0,1 1 0 0,-1 0 0 16,0-1 0-16,0 1 0 0,-1 1 0 0,0 0 0 0,-2 1 0 16,0 1 0-16,-1 0 0 0,-2 1 0 0,0 1 0 0,0 0 0 15,-1 1 0-15,0-1 0 0,-2 0 0 0,0 3 0 16,-1 1 0-16,0 0 0 0,0 0 0 0,-1 0 0 16,0 1 0-16,-1 0 0 0,4-7 0 0,0 0 0 15,0 0 0-15,0 0 0 0,0 0 0 0,0 0 0 16,0 0 0-16,0 0 0 0,0 0 0 0,0 0 0 15,0 0 0-15,35 19 0 0,-25-26 0 0,1 1 0 16,1 0 0-16,-1-1 0 0,1 0 0 0,0-2 0 16,-1 3 0-16,0 0 0 0,0-2 0 0,-1 1 0 0,-1 0 0 15,0 3 0-15,-1-2 0 0,-2 4-144 0,1 0 144 0,-2 0 0 16,-1 2 0-16,0 0 0 0,-2 2 0 0,0 0 0 16,-1 1 0-16,-1 2 0 0,-1 1 0 0,-1 2 0 15,0-1 0-15,-2 1 0 0,1 0 0 0,-1 2 0 16,-1-1 0-16,1 1 0 0,1-1 0 0,1-2 0 15,2-7 0-15,0 0 0 0,0 0 0 0,0 0 0 16,0 0 0-16,0 0 0 0,0 0 0 0,0 0 0 16,38 22 0-16,-28-25 0 0,1-2 0 0,0-1 128 15,1-1-128-15,0 0 0 0,1-1 0 0,0 1 0 16,-1-2 0-16,-1 1 0 0,1 1 0 0,-2 0-128 16,-1 0 128-16,1 2 0 0,-3 1 0 0,0-1 0 0,-2 3 0 0,0 1 0 15,-3 1 0-15,0 3 0 0,-1-1 0 0,-1 1 0 16,-1 1 0-16,-1 1 0 0,1 1 0 0,-3 0 0 15,0 3 0-15,0-1 0 0,0-2 0 0,0 2 0 16,0-1 0-16,2 0 0 0,1-2 0 0,0 0 0 16,3-1 0-16,-1-2 0 0,4-1 0 0,1-1 0 15,0-1 0-15,2-2 0 0,0 0 0 0,2-2 0 16,1 0 0-16,1 0 128 0,1-2-128 0,0 0 0 16,0 0 0-16,1 0 0 0,-1 0 0 0,0 2 0 0,0-2 0 15,-1 2-128-15,0 1 128 16,-1 1 0-16,0 1 0 0,0-1 0 0,-3 1 0 0,-1 2 0 0,0 0 0 0,-2 2 0 15,-2 1 0-15,0 1 0 0,-2 1 0 0,-2 0-128 16,-1 0 128-16,-1 2 0 0,1 0 0 0,-3 1 0 16,1-1 0-16,0 1 0 0,0 0 0 0,0-3 0 15,1 2 0-15,2-3 0 0,0 3 0 0,1-4 128 16,0 1-128-16,1-3 0 0,0 1 0 0,1-2 0 16,3 0 0-16,1 0 0 0,3-3 0 0,0 1 0 15,1-2 0-15,0-1 0 0,3 1 0 0,-2-2 0 0,0 1 0 16,0 1 0-16,0-1 0 0,0 0 0 0,-1 3 0 15,0-3 0-15,0 2 0 0,-2 1 0 0,1 0 0 16,-3 0 0-16,1 2 0 0,-2-2 0 16,-1 2 0-16,-2 2 0 0,0 0 0 0,-2 0 0 0,-1 1 0 0,-1 2 0 15,-1 1 0-15,-2 0 0 0,1 3 0 0,-2-2 0 16,1 0 0-16,-1 0 0 0,1 0 0 0,1-1 0 16,4-6 0-16,0 0 0 0,0 0 0 0,0 0 0 15,0 0 0-15,0 0 128 0,0 0-128 0,0 0 0 31,0 0 0-31,31 13 0 0,-21-15 0 0,1-5 0 0,2 2 0 0,-1-2 0 0,1 1 0 0,-2 0 0 16,-1 1 0-16,-1 1 0 16,0 1 0-16,-2 1 0 0,0-1 0 0,-3 1 0 0,0 2 0 0,-2 0 0 0,0 0 0 0,-2 2-128 15,0-1 128-15,-2 1 0 0,-1 1 0 0,0 1 0 16,-1 0 0-16,-1 1 0 0,0 0 0 0,-1 0 0 16,0 2 0-16,1-3 0 0,-1 0 0 0,2 1 0 15,1-2 0-15,0 0 0 0,-1 2 0 0,1-1-17744 16</inkml:trace>
  <inkml:trace contextRef="#ctx0" brushRef="#br2" timeOffset="-118949.35">1641 9413 16575 0,'3'-6'1472'0,"0"1"-1168"16,0 1-304-16,-2 2 0 0,-1 1 448 0,1-3 16 16,2-1 16-16,1-5 0 0,3-1-480 0,0-2-192 15,0 2 16-15,0 1 0 32,-1 3-736-32,0 0-160 0,1 2-16 0,-2 3-16 0,0-2 272 15,0 3 64-15</inkml:trace>
  <inkml:trace contextRef="#ctx0" brushRef="#br2" timeOffset="-118282.09">1782 9250 9215 0,'0'0'400'0,"0"-2"96"0,1 2-496 0,-1-1 0 0,0 1 0 0,0 0 0 16,0-1 1632-16,0 1 224 0,0-2 64 0,0 2 0 15,0-2 352-15,0 2 80 0,-1 0 16 0,1 2 0 0,0-2-480 0,0 3-96 16,1 0 0-16,0 0-16 0,1 0-720 0,0 1-144 16,1 1-16-16,0 0-16 0,0-3-448 0,2 3-96 15,1-3-16-15,-1 1 0 0,2-1-144 0,-1-1-48 16,1 0 0-16,0-1 0 0,0-1 176 0,2 0 16 15,0-1 16-15,0 0 0 16,1 1 16-16,0-1 0 0,-1 0 0 0,1 1 0 0,0 1-112 0,-1-2-32 0,0 2 0 16,-2 0 0-1,2 0-208-15,-2 0 176 0,2 0-176 0,-2 2 160 0,1-2-160 0,0 0 192 0,-1 0-192 0,0 0 192 16,0 0-192-16,0 0 160 0,0 0-160 0,0 0 160 31,1-2-160-31,-1 0 0 0,1 0 144 0,-2 1-144 0,1-1 128 0,0-1-128 0,1 0 128 0,-1 0-128 31,-1 3 0-31,1-3 144 0,-1 3-144 0,1-2 0 0,-1 1 0 0,0 1 0 16,0 0 0-16,1 1 0 0,-1 1 0 0,-1-2 0 16,1 3 0-16,-1-3 0 0,2 3 128 0,-2 0-128 0,2 0 0 0,-2 0 0 15,2 1 0-15,-1-2 0 16,0-1 0-16,0 1 0 0,2 0 0 0,-1-1 0 16,1-2 0-16,0 1 0 0,0-2 0 0,2-1 0 15,-1 1 0-15,1-2 0 0,0-1 0 0,0 1 0 16,-1-2 0-16,0 3 0 0,-1-1 0 0,0 0 0 15,-1 1 0-15,0 0 0 0,-2 1 0 0,0 2 0 16,0-1 0-16,-2 1 0 0,1 1 128 0,-1-1-128 16,0 0 0-16,-1 0 0 0,0 2 0 0,0-2 0 15,0 0 128-15,0 1-128 0,0-1 128 0,0 0-128 16,-1 0 192-16,1 0-192 0,0 0 192 0,-1 0-192 16,1-1 192-16,-1 1-192 0,1-2 144 0,-1 2-144 0,0-1 0 0,0 0 144 15,0 1-144-15,0-2 0 0,0 1 0 0,0 1 0 16,1 0 0-16,-2 0 0 0,1 1 0 0,0 1-18544 15</inkml:trace>
  <inkml:trace contextRef="#ctx0" brushRef="#br2" timeOffset="-116680.3">2807 9246 1839 0,'-3'-5'160'0,"2"3"-160"15,0-1 0-15,0 1 0 0,0 2 864 0,0 0 144 16,1-1 16-16,-1 0 16 0,-1 1 576 0,0 0 112 15,0 0 32-15,1 0 0 0,0 2 304 0,0 0 64 16,0 1 16-16,1 2 0 0,0-2-480 16,0 0-80-16,1 1-32 0,0 0 0 0,1 0-464 0,-1-1-80 15,1-3-32-15,1 2 0 0,0-2-208 0,1 0-64 0,1-2 0 0,0 0 0 16,0-1 32-16,2-1 0 0,0 1 0 0,0 0 0 16,-1 1-192-16,2 0-32 0,0 0-16 0,0-1 0 15,0 1-112-15,0 0-32 0,-1 2 0 0,1 0 0 16,-1 0-80-16,0 2-16 0,0-2 0 0,1 2 0 15,-1-2-64-15,0 3 0 0,0-3-16 0,-1 2 0 16,1-2-48-16,-1 0-128 0,1 0 192 0,-1 0-64 0,1 0-128 0,-1 0 192 16,2 0-192-16,-2-2 192 0,0 2-64 0,0 2 0 31,2-2 0-31,-2 1 0 0,1 0-128 0,-2-1 192 0,2 2-192 0,-1-1 192 0,0 1-192 0,-1 1 192 16,1-1-192-1,0 2 192-15,-1-1-192 0,1 0 0 0,-1 1 144 0,2-2-144 0,-2 3 0 0,2-4 0 16,-1 3 0-16,1-4 128 0,-1 2-128 0,1-2 0 15,-1 0 0-15,2 0 0 16,-1 0 0-16,1-1 0 0,1 0 0 0,-2 1 0 0,2 0 0 0,0-2 0 16,-1 2 0-16,1-2 0 0,-3 2 0 0,1-1 0 15,2 1 0-15,-1 0 0 0,0 0 0 0,0 0 0 16,-1 0 0-16,1 1 0 0,-1 1 0 0,1-2 0 16,0 2 0-16,0-2 128 0,0 2-128 0,-1-2 0 0,1 2 0 0,0-1 0 31,0 1 0-31,1-2 0 0,0 2 0 0,-1-2 0 0,1 0 0 15,1 0 0-15,0 0 0 0,0 0 0 0,-1 0 0 0,2 0 0 0,-2 1 0 0,0-2 0 32,0 1 0-32,1 0 0 0,-1 0 0 0,1 0 0 15,-1 0 0-15,0 0 0 0,0 0 0 0,-1 0 0 0,2 0 0 16,-2 0 0-16,1 0 0 0,0 0 0 0,0 0 0 16,0 0 0-16,1 0 0 0,0 0 0 0,0-2 0 0,-1 2 0 15,0 0 0-15,1 0 0 0,-1 0 0 0,-1 2 0 16,2-2 0-16,-2 0 0 0,1 0 0 0,0 1 0 15,0 1 0-15,-1-2-128 0,1 0 128 0,-1 1 0 16,-1 0 0-16,2-1 0 0,-1 2 0 0,0-2 0 16,2 1 0-16,-1-1 0 0,1 2 0 0,0-2 0 15,1 0 0-15,0 0 0 0,0 0 0 0,0-2 0 16,-1 1 0-16,1 1 0 0,0-2 0 0,0 0 0 0,0-1 0 16,0 1 0-16,-2 0 0 0,1 1 0 0,1-1 0 0,0 1 0 15,-2 1 0-15,0-1 0 0,1 1 0 0,0 1 0 16,-2 0 0-16,1-1 0 0,1 2 0 0,-2 1 0 15,0-1 0-15,1-2 0 0,0 1 0 0,0 1 0 16,1-2 0-16,1 0 0 0,0 0 0 0,-1 0 0 16,1-2 0-16,-1 2 0 0,2-1 0 0,-1-1 0 15,2 0 0-15,-1 1 0 0,0-1 0 0,1 0 0 16,-1 0 0-16,0-1 0 0,-1 1 0 0,-1-1 0 16,0 1 0-16,-1 0 0 0,1 0 0 0,-2-1 0 15,1 1 0-15,-1 1 0 0,0 1 0 0,0 0 0 0,0-2 0 0,-1 2 0 16,2 0 0-16,-2 0 0 0,1 0 0 0,0-1 0 15,-2 1 0-15,2 0 0 0,-1 0 0 0,0 0 0 16,-1-1 0-16,1 1 0 0,-1 0 0 0,0 0 0 16,1 0 0-16,-1 0 0 0,0 0 0 0,1 0 0 15,-1 0 0-15,1 0 0 0,-1 0 0 0,1 0 0 16,-2-2 0-16,2 2 0 0,-1 0 0 0,0-2 0 16,0 1 0-16,0-2 0 0,-1 3 0 0,0-2 0 15,0 1 0-15,-1 0-128 0,1-1-192 0,0 2-48 16,-2-2 0-16,2 1 0 15,0 1-576-15,-1 0-112 0,1 0-32 0,-1 0 0 16,-1 0-32-16,1 0-16 0,0 0 0 0,-1 0 0 16,1 0 368-16,-1 0 80 0,1 0 16 0,-2 0 0 0,1 0 448 0,-1 0 96 0,1 0 128 0,-1 0-208 15,0-2 208-15,0 2 0 0,1-2 144 0,0 1-144 16,-1 1 448-16,0 0-16 0,0 0 0 0,0 0 0 16,0 0 448-16,0 1 80 0,0 1 32 0,-1 0 0 15,1-2 32-15,-2 3 16 0,2 0 0 0,-1 0 0 16,0 0-352-16,0 0-80 0,1-1-16 0,-1 0 0 15,2 0-304-15,-1-1-64 0,-1 1-16 0,2-2 0 16,1-2-208-16,0 1 144 0,0-2-144 0,1 2 128 0,0-1-128 16,0-1 0-16,1 3 144 0,-2-3-144 0,1 3 0 0,0-2 0 15,-1 2 0-15,0 0 0 16,0 0 0-16,-1 2 0 0,0-2 0 0,-1 1 0 0,0 1 0 0,0-2 0 16,-1 1 0-16,-1 1 0 15,0 0-800-15,0-1-128 0,0 2-32 0,0-2-16144 0</inkml:trace>
  <inkml:trace contextRef="#ctx0" brushRef="#br2" timeOffset="-116526.27">4706 9248 18431 0,'1'-2'1632'0,"-1"0"-1312"0,1 0-320 0,-1 1 0 16,-1 1 2096-16,0 0 336 15,0 0 80-15,-1-2 16 0,0-1-880 0,-2 1-176 0,-1 2-48 0,-1 0 0 31,-1 2-2992-31,-1 1-608 0,2-1-112 0,-2 1-16 0</inkml:trace>
  <inkml:trace contextRef="#ctx0" brushRef="#br2" timeOffset="-116065.62">3699 9324 11055 0,'-2'2'480'0,"0"-2"112"0,1 1-464 0,1-1-128 0,0 0 0 0,0 0 0 0,1 0 1776 0,0 0 336 16,0 0 64-16,1-1 0 0,2 1 432 0,2-2 80 0,0 2 0 0,3-2 16 31,-1 2-848-31,2-2-160 0,0 0-32 0,3 1-16 0,2 1-784 0,-15 0-160 0,33-2-16 0,-17 1-16 32,1 1-288-32,0-2-64 0,0 1-16 0,1-2 0 15,1 0-112-15,1-1-32 0,1 1 0 0,0-2 0 16,0 1 0-16,0 1 0 0,1-1 0 0,0 1 0 0,0-2-16 0,0 3 0 0,2-2 0 0,-2 1 0 15,1 1 32-15,-1-1 0 0,0 1 0 0,-2 0 0 16,0-1-32-16,0 1 0 16,-1 1 0-16,-1-1 0 0,0 1-144 0,-18 1 0 0,35 0 144 0,-35 0-144 0,32 1 0 15,-32-1 0 1,32 2 0-16,-32-2 128 0,0 0-128 0,39 8 0 16,-39-8 0-16,0 0 0 0,0 0 0 0,44 19 0 15,-44-19-144-15,0 0-18112 0</inkml:trace>
  <inkml:trace contextRef="#ctx0" brushRef="#br2" timeOffset="-114061.14">5251 9322 2751 0,'-2'0'256'0,"0"-2"-256"16,1 2 0-16,1-2 0 0,-1 2 784 0,1 0 112 15,-2-1 32-15,0-1 0 0,-2-1 544 0,0 2 128 0,2 0 0 0,-1-1 16 16,2 0 288-16,1 1 48 0,0 1 16 0,2-2 0 16,1 0-64-16,0 1-16 0,2-1 0 0,1 0 0 31,1-1-112-31,0 1-32 0,3-1 0 0,-2 1 0 0,2 0-608 0,0 0-128 0,1-1-32 0,1-1 0 15,1 1-288-15,-1 1-64 0,1 0-16 16,-1 1 0-16,0-3-192 0,-1 3-32 0,0-2-16 0,-2 0 0 16,0 3-160-16,0-2-16 15,0 1-16-15,0 1 0 0,0-2-176 0,-2 1 0 0,1 1 144 16,-1-2-144-16,0 2 0 0,0 0 128 0,-1 0-128 0,1 0 0 0,0 0 0 0,0 0 0 16,-1 0 0-16,1 0 128 0,-1 0-128 0,0 0 0 15,0 0 0-15,0 0 0 0,0 0 0 16,1 2 144-16,-1-2-144 0,1 1 0 0,0 1 160 0,0-2-160 15,0 3 128-15,1-1-128 16,-1 2 0-16,0-3 0 0,0 1 128 0,0 0-128 0,0 1 0 0,-1-1 0 16,0-2 0-16,0 2 0 0,0-1 0 0,0 1 0 15,1-2 0-15,0 2 0 16,1-2 0-16,-1 0 0 0,3 0 0 0,-2 0 0 16,0 0 0-16,1 0 0 0,1-2 0 0,-2 0 0 0,2 1 0 0,0-1 0 15,0 2 0-15,1 0 0 0,-1-2 0 0,0 2 0 0,1 0 0 0,1 0 0 16,0 2 0-16,-1 0 0 15,1-1 0-15,-1 1 0 0,1 0 0 0,0 1 0 0,-12-3 0 0,0 0 0 16,0 0 0-16,46 11 0 0,-46-11 0 0,0 0 0 16,38 10 0-16,-38-10 0 0,0 0 0 0,39 3 0 15,-39-3-176-15,27 0 48 0,-13-1 0 0,0-1 0 16,-1 0-848 0,1-1-176-16,-1 3-16 0,0-2-16 15,-1 0-48-15,0-1-16 0,0 1 0 0,-2-1 0 0,1 2 784 0,-1-2 144 0,0 1 48 0,-1 1 0 16,0 1 272-1,1-2 0-15,-2 2 0 0,0-2 0 0,1 2 192 16,-2-1-48-16,1 2-16 0,-1-1 0 0,1 2 272 0,1-2 48 16,0 0 16-16,-1 2 0 0,2-2-144 0,-1 0-48 15,0 1 0-15,0-1 0 0,2 2-272 0,-1-2-192 16,1 0 16-16,0 0 16 16,-11 0-800-16,25 0-144 0,-13 0-48 0,1 0 0 15,0 0 528-15,-1-2 112 0,1 2 0 0,-1-1 16 0,-1 1 496 0,1-2 0 16,0 2 0-16,0 0 0 0,-1-2 384 0,0 1 0 15,-1-1 16-15,0 0 0 0,2 2 560 0,0-2 96 16,-1 1 32-16,0-1 0 0,0 2-224 0,0-2-32 0,1 1-16 0,-1-1 0 16,2 1-224-16,-1 0-32 0,1 1-16 0,-1-2 0 15,1 2-272-15,1-3-48 0,0 3-16 0,1-3 0 16,0 3-32-16,0-3-16 0,-1 2 0 0,0-3 0 16,0 3 16-16,0-3 0 0,-2 3 0 0,1-1 0 15,-1 0 0-15,1-1 0 0,0 1 0 0,-1 0 0 16,-1 1-48-16,1-1-128 0,1 1 192 0,-1 0-64 15,-1-1-128-15,1 2 0 0,0-2 144 0,0 1-144 16,-1-1 0-16,1 1 0 0,0 0 0 0,1 0 0 0,0-1 0 0,0 2 0 16,0-2 0-16,-1 0 0 0,0 1 0 0,0 1 0 15,0 0 0-15,0-2 0 0,-1 2 0 16,1 0 0-16,-1-2 0 0,-1 2 0 0,1 0 0 0,0 2 0 16,-1-2 0-16,0-2 0 0,0 2 0 0,0 0 0 15,0 0 0-15,0 0 128 0,2-1-128 0,-1 1 0 16,-1-2 128-16,1 1-128 0,0 0 0 0,0 1 0 15,0-3 0-15,-1 1 128 0,0 2-128 0,-1-2 0 16,0 1 0-16,0 1 0 0,0-2 0 0,0 2 0 16,1 0 0-16,-2-1 0 0,0 1 0 0,1 0 128 0,-2 1-128 0,1-1 0 15,1 0 0-15,-1 0 128 0,1 0-128 0,-1 2 0 16,-1-2 0-16,2 0 128 0,-1 0-128 0,0 0 0 16,1 0 0-16,0 0 0 0,-1-2 0 15,1 2 0-15,-1 0 0 0,1 0 0 0,0-1 0 0,-1 0 0 16,0 1 0-16,2-2 0 0,-2 2 0 0,0-2 0 15,1 2 0-15,-1 0 0 0,0-1 0 0,0 1 0 16,0 0 0-16,-1 1 0 0,0-1 0 0,0 2 0 16,1-2 0-16,-1 0 0 0,1 2 0 0,-2-2 0 15,2 1 0-15,-2 0 0 0,1-1 0 0,0 2 128 0,0-2-128 16,0 0 0-16,0 0 0 0,2 0 0 0,-1-2 0 0,1 2 144 16,0 0-144-16,0-1 0 0,0 0 128 0,0-1-128 15,0 2 0-15,-1 0 0 16,2 0 128-16,-1-2-128 0,0 2 0 0,0 0 0 0,2 0 0 0,-1 0 0 15,0 0 0-15,0 2 0 0,-1-2 0 0,1 2 0 16,-2-2 0-16,1 1 0 0,0 0 0 0,1-1 0 16,-1 2 0-16,0-2 0 15,1 1 0-15,0 1 0 0,0-4 0 0,0 2 0 0,-1 0 0 0,1 0 0 0,0 2 0 16,0-2 0-16,-1 0 0 0,1 0 0 0,0 1 0 0,0-1 0 16,-2 1 0-16,2 0 0 0,-1 1 0 0,-1-1 0 15,2 0 128-15,-1 1-128 0,-1-2 0 0,1 1 0 16,-1 1 0-16,-1 0 0 0,2-2 0 0,-2 1 0 15,1 1 0 1,-2 0 0-16,1-2 0 0,0 0 0 0,-1 2 0 0,1-2 0 0,-2 0 0 0,1 0 0 16,1 1 0-16,-2-1 0 0,1-1 0 0,-1 1 0 15,1 0 0-15,0-2 0 0,0 2 0 0,-1 0 0 16,1-2 0-16,0 0 0 16,1 1 0-16,-1-1 0 0,1 0 0 0,-1 1 0 15,2 1 0-15,-1-2 0 0,1 2 0 0,-1-1 0 0,1 1 0 0,1-1 0 0,0 1 0 0,-1 0 0 16,2-2 0-16,-2 2 0 0,1 0 144 0,1-1-144 15,-1 1 0-15,0 0 144 0,0 0-144 0,0 0 160 16,0 0-160-16,-1 0 160 0,0 0-160 0,0 0 0 16,0 0 144-16,-1 0-144 0,0-1 0 0,-1 1 0 15,0 0 0-15,-2 0 128 0,0-1-128 0,-1 1 0 16,-2 0 0-16,-2 0 0 0,-1 0 0 0,-3 0 0 16,-1 0 0-16,-4 1-12672 15,-1 1-2496-15</inkml:trace>
  <inkml:trace contextRef="#ctx0" brushRef="#br2" timeOffset="-112817.86">7444 9206 13823 0,'1'0'608'0,"-1"0"128"0,1 0-592 0,0 0-144 15,0 0 0-15,-1 0 0 0,2 0 1760 0,0-2 320 16,1 1 64-16,2-1 16 0,1-1-16 0,1 1 0 16,0 0 0-16,1 0 0 0,0 0-832 0,1 1-160 15,1-1-48-15,0 1 0 0,1 1-464 0,-1 0-80 0,2 0-32 0,0 1 0 16,1 1-96-16,-13-2-32 0,0 0 0 0,35 5 0 16,-35-5-80-16,0 0-32 15,35 5 0-15,-24-3 0 0,0 0 48 0,0-1 16 0,1 1 0 0,1 0 0 16,-1-2-16-16,1 0 0 0,0 0 0 15,-1-2 0-15,0 2-128 0,1 0-16 0,0-3-16 0,0 3 0 16,-1-2-32-16,1 0 0 0,1 1 0 0,-2-1 0 16,1 0 16-16,-1 2 0 0,0-2 0 0,-1 2 0 15,0 0-160-15,0 0 160 0,-1 0-160 0,0 2 160 0,-10-2-160 0,0 0 0 16,0 0 0-16,38 9 0 0,-38-9 0 0,0 0 0 16,0 0 0-16,0 0 0 0,39 12 0 0,-32-9 0 15,2-1 128-15,0-2-128 0,-1 0 0 0,0 0 0 16,2 0 0-16,0-2 0 0,0 0 0 0,0 1 0 15,1-2 0-15,0 1 0 0,1 0 0 0,-1 2 128 16,0-2-128-16,0-1 0 0,-1 1 128 0,0 2-128 16,1 0 0-16,-1 0 128 0,-1 0-128 0,0 0 0 15,0 2 0-15,0 1 128 0,-1-1-128 0,0 0 0 16,-8-2 0-16,0 0 0 0,0 0 0 0,0 0 0 0,40 17 0 0,-40-17 0 16,0 0 0-16,0 0 0 0,0 0 0 0,39 12 0 15,-31-12 0-15,1 2 0 0,-1-2 0 0,1 0 0 16,-1 0 0-16,0-2 0 0,0 2 0 0,0 0 0 15,1-3 0-15,-2 3 0 0,2-2 0 0,0 2 0 16,-1-1 0-16,0 0 0 0,1 1 0 0,-1 0 0 16,-1 0 0-16,1 0 0 0,-1 0 0 0,2 0 0 15,-1 0 0-15,-1 2 0 0,2-2 0 0,-1 2 0 16,1-2 0-16,2 0 0 0,0 1 0 0,1-1 0 16,2 0 0-16,1 0 0 0,-1-1 0 0,3 1 0 15,0-2 0-15,1 2 0 0,2-2 0 0,-1 0 0 0,0 1 0 0,-1-1 0 16,0 0 0-16,0-1 0 0,-1 3 0 15,1-1 0-15,-1 1 0 0,-1 0 0 0,0 0 0 0,-1 1 0 16,0 1 0-16,-1-2 0 0,-14 0 0 0,28 6 0 16,-28-6 0-16,28 6 0 0,-28-6 0 0,31 6 0 15,-31-6 0-15,30 6 0 0,-30-6 0 0,33 5 0 16,-16-2 128-16,1-3-128 0,0 2 0 0,-1-2 0 16,1 0 0-16,0 0 0 0,-1-2 0 0,0 2 0 15,0-2 0-15,-1 1 0 0,1-1 0 0,-1 1 0 0,-1-1 0 0,-2 1 0 31,1 0 0-31,0 1 0 0,-1-2 0 0,1 2 0 0,-1 0 0 0,0 0 0 0,-1 0 128 0,0 0-128 16,-1 2 0-16,1-2 0 0,0 1 144 0,-1 0-144 16,1-1 0-16,-1 2 144 0,0-2-144 0,0 0 0 15,0 0 0-15,1 0 0 0,0-2 0 0,0 1 0 16,0 0 0-16,0-1 0 0,1 0 0 0,-1 1 0 16,0-1 0-16,0-1 0 0,0 1 0 0,0 0 0 15,0 0 0-15,0 1 0 0,-1-1 0 0,0 0 0 16,0 1 0-16,1 1 0 0,-1 0 0 0,0 0 0 15,0 0 0-15,0 0 0 0,1 0 0 0,-1 0 0 16,0 0 0-16,1 1 0 0,0-1 0 0,1 2 0 16,-1-2 0-16,1 0 0 0,0 0 0 0,-2 0 0 0,1 0 0 0,-1 0 0 31,1 0 0-31,-1 0 0 0,0 2 0 0,-2-2 0 0,2 0 0 0,-2 0 0 0,-1 0 0 0,0 0 0 16,-1 0 0-16,-1 1-144 15,-1 1-368-15,0-2-64 0,-1 2 0 0,-2-2-16 16,1 2-2096-16,-1 1-432 0,1-3-80 0,-1 2 0 15,0-2-416-15,1 1-80 0,0-1-16 0,0 0 0 16,0-1 1472-16,-1-1 272 16,0 2 64-16,0-3 16 0,0 3 1440 0,0-2 272 0,1 0 176 0,-2 0-192 15,2 1 336-15,-1-1 64 0,1-1 16 0,0 1 0 0,0 0 128 0,1 0 32 0,0 0 0 0,-1 1 0 32,1-2-384-32,0 1 0 0,0 2 0 0,-3 0 0 0</inkml:trace>
  <inkml:trace contextRef="#ctx0" brushRef="#br2" timeOffset="-111425.77">10134 9210 3679 0,'1'0'320'0,"-1"0"-320"0,1 0 0 0,-1 0 0 0,1 0 3328 0,0 0 576 0,4-2 128 0,0 2 32 31,1-2-176-31,1-1-48 0,-1 1 0 0,0-1 0 0,-1 0-1792 0,1 0-352 0,-1 1-80 0,0-1-16 0,1 2-896 16,-1-1-176-16,1 0-32 0,-1 2-16 0,1-2-352 0,-1 0-128 31,1 1 0-31,0 1 0 0,0 0 0 0,0 0 0 16,-1 0 0-16,2 0 0 0,-2 0 0 0,1 1 0 15,-1 1 0-15,1-2 0 0,0 0 0 0,0 2 0 16,0-2 0-16,-2 1 0 0,1 0 0 0,0-1 0 16,0 2 0-16,0-2 0 0,-1-2 0 0,2 2 0 15,0-1 0-15,1 0 0 0,-1 1 0 0,3-2 128 16,0 2-128-16,0-2 0 0,1 1 272 0,-1 1-32 16,2-2-16-16,-1 2 0 0,2-2-80 0,-1 1-16 0,1 1 0 0,-1-2 0 15,0 2 0-15,-1-2 0 0,2 2 0 0,-1-3 0 16,1 3 0-16,-1 0 0 0,0 0 0 0,1-2 0 15,-1 2-128-15,0 0 160 0,0 2-160 0,0-1 160 16,0 1-160-16,-1 0 0 0,-10-2 0 0,0 0 0 16,33 10 0-16,-33-10 0 0,0 0 128 0,32 11-128 15,-32-11 0-15,0 0 0 0,33 10 0 0,-33-10 0 16,0 0 0-16,31 5 0 0,-19-3 0 0,0-2 0 16,1 0 0-16,-1-2 0 0,1 0 0 0,0-1 0 0,-1 1 0 15,1-1 0-15,0 2 0 0,0-2 0 0,-1 0 0 0,0 0 0 16,1 1 0-16,0 0 0 0,-1 0 0 0,0-1 0 15,0 3 0-15,-1-2 0 0,0 2 0 0,-1 0 0 16,1 2 0-16,0-2 0 0,-1 0 0 0,0 3 0 16,1-3 0-16,-1 2 0 0,1 0 0 0,0-2 0 15,0 0 0-15,-1 0 0 0,2 0 0 0,0 0 0 16,0-1 0-16,1 0 0 0,0-1 0 0,1 0 0 16,2 1 0-16,-1-3 0 0,-1 1 0 0,2 2 0 15,0-2 0-15,-1 2 0 0,1-1 0 0,-2 2 0 16,1 0 0-16,-1 0 0 0,1 0 0 0,-2 0 0 0,-13 0 0 0,25 5 0 15,-13-3 0-15,-12-2 0 0,0 0 0 0,33 7 0 16,-33-7 0-16,0 0 0 0,28 7 0 0,-28-7 0 16,0 0 0-16,28 6 0 0,-19-4 0 0,1 0 0 15,-1-2 0-15,-1 0 0 0,2 0 0 0,-2 0 0 16,2 0 0-16,-2 0 0 0,0 0 0 0,-1 0 0 16,2-2 0-16,0 1 0 0,-1 0 0 0,2 0 0 15,0 1 0-15,0 0 0 0,1-2 0 0,-1 1 0 16,1 1 0-16,0 0 0 0,0 0 0 0,-1 0 0 15,1 0 0-15,0 0 0 0,0 1 0 0,0 1 0 16,-1-2 0-16,-1 1 0 0,0 1 0 0,1 0 0 0,-2-1 0 0,-1 0 0 16,2-1 0-16,-2 2 0 0,1-2 0 0,-2 0 0 15,1 0 0-15,0 0 0 0,-1 1 0 0,2-1 0 16,-1 0 0-16,1 2 0 0,-1-2 0 0,1 0 0 16,-2 2 0-16,1-2 0 0,-1 1 0 0,0 1 0 15,0-2 0-15,1 2 0 0,-1-2 0 0,1 2 0 16,-2 1 0-16,1-1 0 0,-1 1 0 0,1-1 0 15,-1-1 0-15,1 0 0 0,-1 1 0 0,1-1 0 16,1 1 0-16,-1 0 0 0,1-1 0 0,1 1 0 0,-1-2 0 16,2 1 0-16,0 0 0 0,-1-1 0 15,2 0 0-15,0-1 0 0,0 2 0 0,-1-1 0 16,2 0 0-16,0 0 0 0,-1-1 0 16,0 1 0-16,0 1 0 0,-1-1 0 0,1 2 0 0,-1-1 0 0,-1 1 0 0,1 0 0 15,-1-1 0-15,0 1 0 0,2-2 128 0,-1 0-128 16,0 0 0-16,0 0 0 0,2 0 0 0,0 0 0 15,-1-3 0-15,2 1 0 0,0-3 0 0,1 3 0 16,0-3 0-16,2 0 0 0,0 1 0 0,1-2 0 16,-1 2 0-16,1-1 0 0,1-2 0 15,0 3 0-15,1-2 0 0,0 2 0 0,0 0 0 0,0 1 0 0,-1 0 0 0,0 1 0 16,-1 1 0-16,-1 1 0 16,-1 1 0-16,-2 1 0 0,-1-1-144 0,-11-1 144 15,0 0 0-15,0 0 0 0,37 22 0 0,-37-22 0 0,0 0 0 16,0 0 0-16,0 0 0 0,0 0 0 15,30 39 0-15,-30-39 0 0,0 0 0 0,0 0 0 16,0 0 0-16,0 0 0 0,0 0 0 0,38 28 0 0,-29-28 0 0,-2 0 0 16,3 0 0-16,0-2 0 0,0 1 0 0,1 0 0 15,1-1 0-15,1-1 0 0,0 1 0 0,1 1 0 16,0-1 0-16,-1 0 0 0,2 0 0 0,-1 2 0 16,0-2 0-16,-1 1 0 15,1-1 0-15,0 2 0 0,-1 0 0 0,-1-2 0 0,1 2 0 0,-1-1 0 0,0-1 0 16,0 1 0-1,1 0 0-15,-2-1 0 0,0 1 0 0,1-1 0 0,0 0 0 16,0 1 0-16,-1-1 0 0,1 0 0 0,0 0 0 0,0 0 0 0,0 1 0 0,-1 1 0 16,2-2 0-16,-2 2 0 0,0-1 0 0,0 0 0 15,-2 1 0-15,0 0 0 0,-1 1 0 0,-1 2 0 16,0-3 0-16,-1 3 0 0,1-1 0 0,-3-1 0 16,2 2 0-16,-2-2-128 0,-1 3 128 0,0-1 0 15,0-2 0-15,-1 0 0 0,0 1 0 0,0-2 0 0,0 0 0 16,0 0 0-16,1 0 0 0,0-2 0 0,0 2 0 0,1-2 0 15,1-1 0-15,-1 1 0 0,2-1 0 0,0 1 0 16,0 0 0-16,0-3 0 0,0 2 0 0,1 1 0 16,-2 0 0-16,1 0 0 0,-2 0 0 0,1 1 0 15,0-1 0-15,-2 2 0 0,0 0 0 0,-2 2 0 16,0-2 0-16,-2 3 0 0,0-1 0 0,-1 0 0 16,-1 1 0-16,-3 4-18800 0</inkml:trace>
  <inkml:trace contextRef="#ctx0" brushRef="#br2" timeOffset="-110414.57">13192 9218 2751 0,'0'-3'256'0,"-1"-1"-256"0,1 3 0 0,0-1 0 16,0 2 1184-16,0 0 192 0,1-2 32 0,-1 2 16 15,2-3 1296-15,1 1 256 0,1-1 48 0,0-1 16 0,1 2-464 0,0 0-80 16,0 1-32-16,1-2 0 16,1 3-848-16,0-2-160 0,0 2-48 0,0 0 0 0,1 0-608 0,0 2-128 15,1-1-32-15,0 1 0 16,1 0-128-16,-10-2-48 0,0 0 0 0,30 10 0 0,-30-10 48 0,0 0 0 16,34 9 0-16,-22-7 0 0,0-1-176 15,0 1-16-15,2-2-16 0,-1 0 0 0,-1 0-64 0,0-3-16 16,2 1 0-16,0 0 0 0,1 0-64 0,-1-1-16 15,-1-2 0-15,0 2 0 0,-1-1-144 0,-2 0 192 16,0 1-192-16,-2 2 192 0,-2 0-192 0,0 1 0 16,-2 0 144-16,-1 0-144 0,0 0 0 0,-2 1 0 0,0 0 0 0,-2 1 0 15,0 1 0-15,-2 2 0 16,2-1 0-16,-1 1 0 16,1-2 0-16,0 1 0 0,0 2 0 0,1-1 0 0,0-1-128 0,1 0 0 0,1 1 0 0,-1-2 0 31,2 2-1744-31,1-1-352 0,0 0-64 0,1-1-13600 0</inkml:trace>
  <inkml:trace contextRef="#ctx0" brushRef="#br2" timeOffset="-110255.5">13781 9284 3791 0,'3'0'160'0,"-1"-2"48"0,0 2-208 0,-1-2 0 0,0 2 0 0,0-1 0 16,0 1-384-16,-1-2-128 0,2 0-32 0,0 1 0 15,1-1 544-15,-1 0 0 0</inkml:trace>
  <inkml:trace contextRef="#ctx0" brushRef="#br2" timeOffset="-107978.85">13841 9265 1839 0,'-1'0'160'0,"0"-2"-160"0,1 2 0 0,0 0 0 0,0-1 2032 0,0 1 368 0,0-2 80 0,-1 0 16 31,0 0 320-31,-1-1 64 0,1 0 0 0,-1 1 16 0,1 0-832 15,-2 2-160-15,1-2-48 0,-1 2 0 0,0 2-560 0,-1-1-112 16,-1 0-32-16,-1 4 0 0,0 0-640 0,-1 0-144 16,1 2-32-16,-1-2 0 0,-1 2-336 0,-1 2 0 15,1 0 0-15,-2-1 0 0,2-2 0 0,1-2 0 16,3 0 0-16,2-2 0 0,1-2 0 0,1 0 0 16,2 0 0-16,1-2 128 0,0 0-128 0,3-3 144 15,2 1-144-15,1-2 160 0,1-1 320 0,1 2 64 16,1-2 16-16,2 0 0 0,0 2 208 0,1-1 32 15,0 0 16-15,-2 2 0 0,2-1-256 0,0 2-48 0,0 3-16 16,0 0 0-16,0 0-336 0,-2 3-160 0,0 0 160 0,0 0-160 16,-13-3 0-16,0 0 0 0,34 15 0 0,-34-15 0 15,0 0 0-15,30 12 0 0,-30-12 0 0,0 0 0 16,27 10 0-16,-19-9 0 0,-2 0 0 0,0-1 0 16,-1 2 0-16,1-2 0 0,-1 0 0 0,-2 0 0 15,1 0 0-15,0 0 0 0,-2 0 0 0,-1 0 0 16,1 0 0-16,-2-2 0 0,-1 4 0 0,0-2 0 15,-1 1 0-15,-1 3 0 0,-2-1 0 0,1 0 0 16,-3 0 0-16,0 1 0 0,-1 0 0 0,-1 0 0 0,0 1 0 16,-1 0 0-16,1-3 0 0,3 1 0 0,0-1 0 0,3-1 0 15,1 1 0-15,3-2 0 0,3-2 0 0,2-1 0 16,1 1 0-16,3-1 0 0,2-2 0 0,3-3 0 16,0 0 0-16,1 1 0 0,1-3 0 0,0 3 0 15,2 0 0-15,-3-2 0 0,1 4 0 0,0-3 0 16,-1 2 0-16,1 0 0 0,-1 4 0 0,0-2 0 15,-2 1 0-15,-1 1 0 0,-1 0 0 0,-1 2 0 16,-2 0 0-16,-2 2 0 0,0-2 0 0,-2 2 0 0,-3-1 0 16,-1 1 0-16,-1 1 0 0,-2 0 128 0,0 1-128 15,-3 1 0-15,-1 1 0 0,-1-1 128 0,-1 2-128 0,-3 0 0 16,2 0 160-16,-1 0-160 0,2 0 160 0,-1-2-160 16,4-1 144-16,0 0-144 0,1 0 128 0,3-2-128 15,1 0 0-15,2-2 128 0,2 1-128 0,3-2 0 16,0-1 0-16,3 0 128 0,3-3-128 0,1 0 0 15,2-1 0-15,1 0 0 0,2-1 128 0,0-2-128 16,3 0 0-16,-1 1 0 0,0-1 0 0,-2 1 0 16,0 2 0-16,-1-2 0 0,-1 4 0 0,-2-1 0 15,-1 2 0-15,-4 1 0 0,-1 1 0 0,-2 1 0 0,-1 0 0 16,-2 1 0-16,-2 1 0 0,-1 3 0 16,-1-2 0-16,-1 1 0 0,-1 2 0 0,-3 0 0 15,0 2 0-15,-1 1 0 0,-2 0 0 0,-1-1 0 0,0 1 0 0,1-2 0 16,0 1 0-16,2-2 0 0,-1 0 0 0,3 0 0 15,0-3 0-15,2 1 0 0,1-1 128 0,2-3-128 16,2 0 128-16,1 0-128 0,2-3 128 0,2 1-128 16,2-3 128-16,1 3-128 0,1-3 0 0,1 0 0 15,1-1 0-15,1 0 0 0,2 0 0 0,1 0 0 16,1 0 0-16,0 1 0 0,0 0 0 0,1 0 0 0,-2 1 0 0,1 0 0 16,-2 1 0-16,-1 0 0 0,-1 0 0 0,-3 0 0 15,0 2 0-15,-3 1 0 0,-2 0 0 0,-1 2 0 16,-3 1 0-16,-1 2 0 0,-2 1 0 0,-2 0 0 15,-1 1 0-15,-2 2 0 16,-3 1 0-16,1 1 0 0,-1-2 0 16,-2 1 0-16,2 0 0 0,1-1 0 0,0 0 0 0,1-1 0 0,2-1 128 0,0-2-128 15,2-1 0-15,1 1 0 0,2-4 0 0,1 1 0 16,3-2 0-16,0 0 0 0,1-2 0 0,2-1 0 16,1 0 0-16,3-1 0 0,1-4 0 0,3 1 0 15,0-2 0-15,1-1 0 16,-1 1 0-16,0 2 0 0,0-1 0 0,0 2 0 0,-3-2 0 0,0 4 0 15,0-1 0-15,-2 2 0 0,-2 1 0 0,0 1 0 0,-2 2 0 0,0-1 0 16,-2 0 0-16,0 2 0 0,-1-1 0 0,0 3 0 16,-1-1 0-16,0-1 0 0,-1 0 0 0,0-1 0 15,1 3 0-15,0-1 0 0,-1-1 0 0,0 0 0 16,-1 0 128-16,0 1-128 16,1 0 0-16,-1-3 0 0,0 2 0 0,1 0 0 0,-1-2 0 0,1 2 0 15,0-2 0-15,-1 0 0 0,1 1 0 0,1-1 128 0,1 0-128 0,0 0 0 31,1-1 192-31,1-1-64 0,0 2 0 0,1-2 0 0,1 0-128 0,-1-1 0 16,3 0 144-16,0 1-144 16,2 0 0-16,-1-2 0 0,2 1 0 0,-1 0 0 15,0-1 0-15,0 1 0 0,1 1 0 0,-1-1 0 0,-1 1 0 0,-1 0 0 0,1 2 0 0,-3-2 0 32,0 2 0-32,-1-2 0 0,-1 4 0 0,0-2 0 0,-1 2 0 0,-2-2 0 15,2 2 0-15,-1-2 0 16,-2 3 0-16,2-1 0 0,0 0 0 0,0 1 0 0,-1-2 0 0,0 0 0 15,0 1 0-15,0-1 0 0,-1 1 0 0,1 0 0 16,-1-2 0-16,-1 1 0 0,0 1 0 0,0 0 0 16,0-1 0-16,-2 0 0 0,1 2 0 0,-1-1 0 15,-1 1 0-15,1 0 128 0,-2 0-128 0,1 0 0 16,1 2 0-16,-1-3 0 0,1 0 0 0,1 1 176 16,1-1-176-16,0-2 192 0,1 1-192 0,1-1 160 15,2-1-160-15,0-1 160 0,2-1-160 0,0 1 0 16,3-3 0-16,0 0 0 0,2 1 0 0,1-3 0 15,2 2 0-15,-1-4 0 0,1 2 0 0,2-1 0 0,-1 1 0 16,0 0 0-16,-2 2 0 0,-1 0 0 0,0 1 0 16,-1 0 0-16,-3 3 0 0,-1-1 0 0,-1 2 0 0,-3 0 0 15,0 2 0-15,-2-1 0 0,-1 3 0 0,-2 0 0 16,-1 2 0-16,-2 0 0 0,0 0 0 0,-2 2 0 16,1 0 0-16,-3-1 0 0,0 2 0 0,0-1 0 15,1-1 0-15,0 2 0 0,3-4 0 0,-1 0 0 16,2-1 0-16,2-2 0 0,1 1 0 0,0-3 0 15,1 2 0-15,1-4 0 0,2 2 0 0,1-3 0 16,0 1 0-16,2-2 0 0,2 1 128 0,0-4-128 16,2 2 0-16,1 0 0 0,2-1 0 0,1-2 0 0,2 1 0 0,0 0 0 15,0 2 0-15,0-2 0 0,1 3 800 0,1-3 176 16,0 4 48-16,2-1 0 16,-1 1-1648-16,1 0-320 0,-2 3-64 0,0-2-16 0,0 2 832 0,-3 2 192 15,-1-2 0-15,-2 1 0 0,-2 1 0 0,-3 0 0 16,-8-2 0-16,0 0 0 0,0 0 0 0,0 0 0 15,0 0 0-15,0 0 0 0,0 0 0 0,0 0 0 16,3 45 0-16,-8-40 0 0,1 0 0 0,0-1 0 0,0-1 0 16,1 0 0-16,1-1 0 0,1 0 0 0,1-2 0 15,2 0 0-15,1 0 0 0,3-2 0 0,0-1 0 0,4 1 0 16,-1-3 0-16,2 1 0 16,2-2 0-16,1 2 0 0,2-3 0 0,-1 2 0 0,-1 0 0 0,0 1 0 15,0 1 0-15,-1 1 0 0,-1 0 0 0,0 2 0 16,-1 0 0-16,-1 0 0 0,-2 2 0 0,-1-2 0 15,-1 2 0-15,0 0 0 0,-1-1 0 0,-1 3 0 16,-1-1 0-16,-1-1 0 0,-1 1 0 0,-1 1 0 16,-1-1 0-16,-1 1 0 0,0 1 0 0,-2-2 0 15,0 1 0-15,1 1 0 0,-1-2 0 0,0 1 0 0,1 1 0 0,2-3 0 16,-1 1 0-16,1 0 0 0,1-2 0 0,0 1 0 16,2-1 0-16,0-1 0 0,3 0 0 0,0-1 0 15,1-1 0-15,1 0 0 0,1 0 0 0,1-3 0 16,1 2 0-16,1-1 0 0,1 1 0 0,-1-4 0 15,2 3 0-15,0-1 0 0,1 1 0 0,-1-1 0 16,1-1 0-16,0 2 0 0,-2 1 0 0,1-2 0 16,0 1 0-16,0-1 0 0,0 0 0 0,0 1 0 15,0 1 0-15,-1-1 0 0,-1 3 0 0,-1-2 0 16,-2 2 0-16,0 1 0 0,-2 0 0 0,0 1 0 16,-2 0 0-16,-2 1 0 0,-1-1 0 0,-2 1 0 15,-1 1 0-15,-1 1 0 0,-3-1 0 0,0 2 0 16,-2 1 0-16,0 1 0 0,-1 0 0 0,-1 1 0 15,0-1 0-15,0 1 0 0,2 0 0 0,-1-1 0 0,2-1 0 0,1 0 0 16,3-1 128-16,0 0-128 0,1-3 0 0,2 0 0 16,1 1 0-16,2-5 0 0,1 1 0 0,2-1 0 15,1-3 0-15,2 0 0 0,1 1 0 0,-1-3 0 16,1 2 0-16,0-2 0 0,-1 1 0 0,0 0 0 16,1 1 0-16,-1 1 0 0,-2 1 0 0,0-2 0 15,-1 3 0-15,-1 2 0 0,-2-1 0 0,-1 1 0 16,0 1 0-16,-2-1 0 0,0 2 0 0,-1 1 0 15,-1-1 0-15,0 1 0 0,1 0 0 0,-2 0 0 16,0 0 0-16,0 0 0 0,1 0 0 0,0 0 0 0,0 0 0 0,0-1 0 16,1 1 0-16,-1-1 0 0,1 3-144 0,1-2 16 15</inkml:trace>
  <inkml:trace contextRef="#ctx0" brushRef="#br2" timeOffset="-104430.98">14227 9303 911 0,'-3'-3'0'0,"0"1"0"0,1 1 0 0,-1 0 0 0,1-1 624 0,1 1 32 15,-2 1 16-15,-1-2 0 0,-2 0 48 16,-3 1 16-16,-1-1 0 0,1 1 0 0,0 1 672 0,2 0 128 16,1 1 16-16,0 1 16 0,2 3 112 0,1-2 32 15,0-1 0-15,1 0 0 0,1 3-560 0,1-2-96 16,0-1-32-16,2 0 0 0,0 3-288 0,0-5-64 15,2 1-16-15,2-2 0 0,-1 1 0 0,2 0 0 16,1-3 0-16,1 1 0 0,3 0 112 0,1 0 0 16,2-3 16-16,1 2 0 15,1 1 224-15,0 2 32 0,3 0 16 0,0 0 0 0,1 2-240 0,0-2-48 16,2 3-16-16,-1 0 0 0,1 1-288 0,-1-2-48 16,1 0-16-16,-2-2 0 0,2 1-160 0,-2-2-48 0,1 1 0 0,0-2 0 15,-2 1-16-15,0 0-16 0,2 1 0 0,-2-2 0 16,1-1 0-16,-2 1 0 0,1 2 0 0,-2-3 0 15,0 1-160-15,-2 1 0 0,-2 0 0 0,-2 1 128 16,-1 0-128-16,-3 0 0 0,0 1 0 0,-1 0 0 16,-2 1 0-16,0 1 0 0,0 0 0 0,-2 1 0 15,0 0 0-15,0 0 0 0,1 1 0 0,-1-1 0 0,1 1 0 16,0-1 0-16,0-1 0 0,2 1 0 0,1-1 144 0,1-1-144 16,0-1 160-16,1-2-160 0,3-1 160 0,0-1-160 15,1-2 160-15,0 1-160 0,3-4 192 0,0 2-64 16,1 0-128-16,-1 0 192 0,0-1-192 0,0 2 0 15,0 2 0-15,-2-2 0 0,0 3 0 0,-2 1 0 16,-1 0 0-16,-1 1 0 16,-1 1 0-16,-1 0 0 0,-2 4 0 0,-1-2 0 0,-5-3 0 0,0 0 0 15,0 0 0-15,0 0 0 0,0 0 0 0,17 42 0 16,-17-42 0-16,0 0 0 0,0 0 0 0,0 0 144 16,0 0-144-16,0 0 128 15,21 38 16-15,-17-36 0 0,2 0 0 0,2-2 0 0,2 0-144 0,1 0 128 16,2-2-128-16,0 1 128 0,1-2-128 0,-1 0 0 15,4-2 0-15,0 1 0 0,0-1 0 0,0-1 0 16,-1 1 0-16,1 2 0 0,-2 0 0 0,1 1 0 0,-1 2 0 0,-1-2 0 16,-1 4 0-16,0-2 0 0,-1 2 0 0,0 1 0 15,-12-3 0-15,0 0 0 16,31 12 0-16,-31-12 0 0,0 0 128 0,0 0-128 0,0 0 0 0,37 19 128 16,-37-19 0-16,0 0 0 0,30 12 0 0,-30-12 0 15,0 0-128-15,30 6 0 0,-20-5 144 0,1-1-144 16,2-1 0-16,-1 1 0 0,-1-2 0 0,-1 2 128 0,1-2 704 0,-1 2 160 15,-1-2 32-15,-1 2 0 16,-1 0-1648-16,0 0-320 0,2 0-64 0,1 0-16 0,0 0 832 0,1 2 192 16,-1-1 0-16,0 0 0 0,1 1 0 0,0-2 0 15,1 1 0-15,1-1 0 16,-1 2 0-16,3-2 0 0,1-2 0 0,2 1 0 16,0-2 0-16,0 0 0 15,-2-2 0-15,5 0 0 0,3-5 0 0,4-2 0 0,1 3 0 0,-1-3 0 0,-1 1 0 0,-2 2 0 16,0-1 0-1,-3 5 0-15,-2 0 0 0,-4 2 0 0,-4 3 0 0,-4 3 0 0,-3 0 0 0,-3 3 0 16,-3 2 0-16,-4-1 0 0,-1 4 0 0,-2-1 0 0,2 0 0 0,-4 1 0 31,-3 4 0-31,-1 3 160 0,0-1-32 0,0 0 0 16,2-1 64-16,3-4 16 0,4 0 0 0,1-4 0 16,4-2-64-16,3-1-16 0,2-3 0 0,5-3 0 15,3-2-128-15,3-2 0 0,6-4 0 0,2-1 0 16,5-2 0-16,0-2 0 0,4-1 128 0,-3-1-128 15,-3 4 0-15,4-2 0 0,1-3 0 0,1 1 0 16,-4 4 0-16,-4 3 0 0,-2 3 0 0,-5 2 0 0,-4 2 0 0,-4 4 0 16,-3 0 0-16,-4 1 0 0,-3 4 0 0,-2 0 0 15,-3 0 0-15,0 3 0 0,-2-1 0 0,-2 0 0 16,-4 5 0-16,-1-2 0 0,-1 1 0 0,1-2 0 16,3 1 0-16,1-2 0 0,1-3 0 0,4 0 0 15,1-3 0-15,2-1 0 0,2-1 0 0,2-2 0 16,3-2 0-16,0-1 0 0,3-1 0 0,2-1 0 15,0-1 0-15,1 0 0 0,0-1 0 0,3-2 0 16,2 2 0-16,0-3 0 0,0 1 0 0,-1 4 0 16,-2-2 0-16,-2 2 0 0,0 1 0 0,-2 1 0 0,-1 0 0 15,-1 1 0-15,-3 2 0 0,-2 0 0 0,-1 2 0 0,-3-1 0 16,0 3 0-16,-4-1 0 0,-1 0 0 0,-2 1 0 16,2 1 0-16,-2-2 0 0,-1 1 0 0,0 0 0 15,2 1 0-15,0-3 0 0,2 1 0 0,1-1 0 16,2-1 0-16,2-2 0 0,2 1 0 0,1-2 0 15,2 0 0-15,3-1 0 0,1-1 0 0,2 1 0 16,0-2 0-16,1 1 0 0,1-1 0 0,1 2 0 16,0-1 0-16,-1 1 0 0,0-2 0 0,0 3 0 15,-1 0 0-15,-1 0 0 0,-2 2 0 0,-1 0 0 0,-2 2 0 16,-2 0 0-16,-2 3 0 0,-2 0 0 0,-2-1 0 16,-1 4 0-16,-3-2 0 0,-2 4 0 0,-1-2 0 0,-2 3 0 15,0-2 0-15,-1 1 0 0,-1-2 0 0,1 0 0 16,1 0 0-16,3-1 0 0,0-2 0 15,5-2 0-15,0-2 0 0,3 1 0 0,2-2 0 0,3-2 0 16,1 0 0-16,3-3 0 0,2 0 0 0,1-1 0 16,3 0 0-16,0 2 0 0,1-3 0 0,-1 3 0 15,1 1 0-15,-2-2 0 0,0 2 0 0,-2 3 0 16,-1 0 0-16,0 1 0 0,-4 1 0 0,0 1 0 16,-3 1 0-16,-3-4 0 0,0 0 0 0,0 0 0 15,0 0 0-15,-12 39 0 0,3-27 0 0,-1 1 0 0,-1 1 0 0,-2 1 0 16,-2 1 0-16,0-2 0 0,0 1 0 0,1-1 0 15,1-2 0-15,3-3 0 0,2-2 0 0,3 0 0 16,3-2 0-16,2-3 128 16,2-1-128-16,3 1 0 0,2-2 0 0,4-3 0 0,2 1 128 0,1-5-128 15,3 2 0-15,3-2 0 0,0-2 0 0,1 1 0 16,-1 2 0-16,-1 0 0 0,1 0 0 0,-2-1 0 16,-2 4 0-16,-1-1 0 0,-2 3 0 0,-2 1 0 15,-2 0 0-15,-2 3 0 0,-7-3 0 16,0 0 0-16,0 0 0 0,0 0 0 0,-3 38 0 0,-4-29 0 15,-3 3 0-15,-2 2 0 0,0 0 0 0,-1 1 0 0,-2-1 0 0,1 0 0 16,0-1 0-16,2-2 0 0,4-2 0 0,1 0 0 16,1-1 0-16,1-1 128 0,3-2-128 0,2-3 0 15,2 0 0-15,1-2 128 0,3 0-128 0,1 0 0 16,4-4 0-16,1 1 0 0,2-2 0 0,1-1 0 16,1 0 0-16,1 2 0 0,-2-3 0 0,2 4 0 15,-1-1 0-15,0 1 0 16,-2 1 0-16,-1 2 0 0,-1 0 0 0,0 2 0 0,-4-1 0 0,-2 2 0 0,-6-3 0 0,0 0 0 15,0 0 0-15,0 0 0 0,0 0 0 0,0 0 0 16,0 0 0-16,0 39 0 16,-5-32 0-16,-1-1 0 0,0 0 0 0,0 0 0 0,2 0 0 0,-1-3 0 15,1 1 0-15,2-2 0 0,2 0 0 0,0-1 0 16,1-1 0-16,1 0 0 16,2 0 0-16,1-2 0 0,2 1 0 0,1-1 0 15,2 0 0-15,0-1 0 0,1 1 0 0,0-1 0 0,0 0 128 16,0 0-128-16,0 1 0 0,0 1 0 0,-1 1 0 0,0 0 0 0,0 0 0 15,0 1 0-15,-2 3 0 0,0-2 0 0,-8-2 0 16,0 0 0-16,0 0 0 16,0 0 0-16,0 0 0 0,0 0 0 0,16 43 0 0,-16-43 0 0,0 0 0 0,-12 26 0 15,6-17 0-15,1 1 0 0,0-3 0 0,1 0 0 32,1 0 0-32,1-2 0 0,1-1 0 0,0 2 0 0,2-2 0 0,0-1 0 0,2 1 0 0,-1-1 0 15,4-1 0-15,0-2 0 0,1 2 0 0,1-2 0 31,2 0 0-31,1-2 0 0,1 2 0 0,0-2 0 16,1-1 0-16,0-1 0 0,0 1 0 0,1-1 0 0,0 1 0 0,0 0 0 16,-1-1 0-16,-1 2 0 0,0 0 0 15,-3 1 0-15,0 1 0 0,-2 0 0 0,-2 1 0 0,-1 1 0 16,-1 2 0-16,-2-1 0 0,-1 2 0 0,-2-1 0 16,-1 3 0-16,-2 0 0 0,0 1 0 15,-2-2 0-15,1 2 0 0,-2-1 0 0,1 1 0 0,-1 1 0 16,0-3 176-16,2 2-48 0,-1-1-128 0,2 0 192 15,1 0 16-15,1-2 0 0,1-1 0 0,2 1 0 16,2 0-208-16,2-3 176 0,1 0-176 0,3-1 160 0,2 1-160 16,1-2 0-16,4-2 0 0,1 1 128 0,2-1-128 15,3 0 0-15,1 0 0 0,2-3 0 0,1 0 0 16,1 0 0-16,1-2 0 0,1 3 0 0,-1-1 0 0,0 0 0 16,-2 1 0-16,-2 1 0 0,-3 1 0 0,1 1 0 15,-3 1 0-15,0 1 0 0,-4 1 0 0,-2 1 0 16,-3 1 0-16,-9-4 0 0,0 0 0 0,0 0 0 15,0 0 0-15,0 0 0 0,-4 42 0 0,-4-32 0 16,-2 1 0-16,0-2 0 0,-1 2 0 0,0-2 0 16,2 1 0-16,1 0 0 0,0-3 0 0,4 0 0 15,0 0 0-15,3-2 0 0,2-1 0 0,2-1 0 16,1 0 0-16,3-2 0 0,2 0 0 0,2-2 0 0,3 0 0 16,2-2 0-16,2 0 0 0,0 1 0 0,3-3 0 0,2 0 0 15,-1-1 0-15,1 0 0 0,-1 2 0 0,2-3 0 16,-3 2 0-16,-1 0 0 0,1 1 0 0,-4 1 0 15,0 2 0-15,-3 0 0 0,-2 1 0 0,-2 1 0 16,-1 0 0-16,-2 1 0 0,-1 1 0 0,-4 0 0 16,-2-3 0-16,0 0 0 0,0 0 0 0,0 0 0 15,0 0 0-15,0 0 0 0,0 0 0 0,0 0 0 16,0 0 0-16,-4 35 0 0,4-33 0 0,0-2 0 16,2 1 0-16,-1 1 0 0,3-2 0 0,2-2 0 15,-2 1 0-15,3-1 0 0,1 0 0 0,1 1 0 0,3-1 0 0,1 0 0 16,1-1 0-16,1-2 0 0,1 3 0 0,-1 0 0 15,1 2 0-15,-2-2 0 0,1 0 0 0,0 1 0 16,1 1 0-16,1-2 0 0,-1 1 0 0,0 0 0 16,0 0 0-16,-1 1 0 0,0 0 0 0,-1-2 0 15,0 2 0-15,-1 0 0 0,0-2 0 0,-1 0 0 16,-1 1 0-16,0 1 0 0,-2-2 0 0,-1 2 0 16,-1 0 0-16,-4 0 0 0,1 0 0 0,-2 0 0 15,-1 2 0-15,-1 1 0 0,-1-1 0 0,-1 0 0 16,-1 3 0-16,0-2 0 0,0 1 0 0,0 1 0 0,0 0 0 0,0-1 0 15,3 1 0-15,-1-2 0 0,1 1 0 0,1-2 0 16,1-1 0-16,2 1 128 0,2-2-128 0,1 0 0 16,2-3 192-16,1 1-64 0,3-2 0 15,1-1 0-15,3 0-128 0,2 0 128 0,1-2-128 0,0 0 128 16,1 0-128-16,1 0 0 0,3-3 0 0,0 2 0 16,1 0 0-16,-2 1 0 0,-1-1 0 0,0 4 0 15,-1-1 0-15,-2 2 0 16,0 2 0-16,-3 0 0 0,-3 2 0 0,-1 0 0 0,-2 2 0 0,-11-3 0 15,0 0 0-15,0 0 0 0,0 0 0 0,0 0 0 16,0 0 0-16,25 35 0 0,-25-35 0 0,0 0 0 16,0 0 0-16,0 0 0 0,0 0 0 0,0 0 0 0,0 0 0 0,0 0 0 15,6 41 0-15,0-41 128 0,0 2-128 0,3-2 0 16,2-2 0-16,0 2 0 0,2-3 0 0,0 1 0 16,2 0 0-16,-1-2 0 0,2 1 0 0,-1 0 0 15,-2 1 0-15,-1 2 0 0,-3 0-224 0</inkml:trace>
  <inkml:trace contextRef="#ctx0" brushRef="#br3" timeOffset="-53934.91">6696 11119 1839 0,'-6'3'160'0,"4"-1"-160"0,-1-1 0 0,1 0 0 0,0-1 2256 15,1 2 432-15,0-2 64 0,-2 1 32 0,0 1-416 0,-1 1-96 16,0 1-16-16,2-3 0 0,0 0-352 0,0 1-80 15,2-2-16-15,1 0 0 0,0 3-560 0,1-3-112 16,1 0-32-16,2 0 0 0,0 0-320 0,2 0-64 16,0-2-16-16,2 1 0 0,-9 1 32 0,0 0 0 15,30 0 0-15,-30 0 0 0,0 0-352 0,36 0-80 16,-36 0-16-16,0 0 0 0,37-2-32 0,-37 2 0 16,0 0 0-16,36-4 0 0,-36 4 64 0,23-5 0 15,-23 5 0-15,21-5 0 0,-10 3-64 0,-1-1 0 0,-2 1 0 0,0-1 0 16,0 1-256-16,-2 0 160 0,1 0-160 0,-2-1 128 15,1 1-128-15,-2 0 0 0,-1 1 0 0,0-1 0 16,-1 2 0-16,0-2 0 0,-1 2 0 0,-1-2 0 16,-1 2 0-16,0 0 0 0,-1 0 0 0,-1 0 0 31,0 2-976-31,-2 0-128 0,-1 0-32 0,1 3 0 0,-2-2-2224 0,2 1-448 16,-1-1-96-16,1 1 0 0,1-1 480 0,0-3 96 15,1 2 32-15,2-2 0 0,-1 0 2368 0,2 0 480 0,-1 0 80 0,1 0 32 16,0 0 336-16,-1 0 240 0,1 0-48 0,0-1 0 15,0 2 1408-15,0-1 256 0,0 2 64 0,-1-1 16 16,1 1 32-16,0 1 0 0,-1 1 0 0,1 0 0 0,0-1-448 16,1 3-96-16,0 0-16 0,-1 1 0 0,1 0-448 15,0 0-112-15,0 0-16 0,0 1 0 0,0 1-240 0,0-1-48 16,-1-8-16-16,0 0 0 0,0 0-128 0,0 0-16 16,8 31-16-16,-7-27 0 0,0 1-112 0,0-1 0 15,-1 1-16-15,-1-2 0 0,0 1-48 0,-1-2-16 16,-1 0 0-16,0 2 0 0,1 0 80 0,-3-2 0 15,-1 0 16-15,1 1 0 0,-3 0-128 0,0 0-16 16,0 0-128-16,-3 0 192 0,2 2-192 0,-1-3 0 16,-1 0 128-16,1 0-128 0,0 1 0 0,0-3 144 15,1 1-144-15,0-2 128 0,0-1-128 0,2-1 0 16,0 1 0-16,2-2 0 0,0-1 0 0,1 2 0 0,3-2 0 0,1-2 0 31,1 3-448-31,1-3-80 0,3 2-16 0,1-2-15680 0</inkml:trace>
  <inkml:trace contextRef="#ctx0" brushRef="#br3" timeOffset="-53491.16">7189 11107 13823 0,'5'-5'608'0,"-2"3"128"0,-1 0-592 0,-1-1-144 15,0 3 0-15,-1-2 0 0,1 2 1632 0,0-3 288 16,0 1 64-16,-1 1 16 0,-1 0 80 0,0 1 16 15,-1 2 0-15,-1 1 0 0,-1 4-1200 0,0 0-256 16,1 2-32-16,-1 1-16 0,-1 2-272 0,2 0-48 16,0 4-16-16,0-2 0 0,0 0-256 0,2 1 0 15,0 1 128-15,1-16-128 0,2 22 176 0,-2-22-32 16,0 0 0-16,0 0 0 0,19 34 80 0,-19-34 16 0,0 0 0 16,0 0 0-16,0 0-48 0,41 3 0 0,-32-6 0 0,-2-2 0 15,2-1 304-15,-2-1 48 0,1-1 16 0,1-1 0 16,0-4-384-16,0 0-176 0,-1-1 160 0,0 0-160 15,-1 2 0-15,-1 0 0 16,0-2 0-16,-2 2 0 0,1 0 0 0,-2 0 0 0,-2-1 0 0,-1 3 0 16,0 1 0-16,0 0 0 0,-2 3 0 0,0 2 0 15,1 3 0-15,-1 1 0 0,1 1 0 0,-1 4 0 16,0 1 0-16,1 2 128 0,-1 1-128 0,1 1 0 16,1 4 336-16,0 2 32 0,0 2 0 0,1 0 0 0,-1-18 16 0,4 34 0 15,-4-34 0-15,5 27 0 0,-5-27 0 0,0 0 0 16,16 36 0-16,-16-36 0 0,0 0-256 0,0 0-128 31,0 0 160-31,37 16-160 0,-29-18 0 0,1-5 0 0,1 0 0 0,0-5 0 0,1 0-128 0,-1-2-128 16,2-2-32-16,0-1-11552 15,0 0-2320-15</inkml:trace>
  <inkml:trace contextRef="#ctx0" brushRef="#br3" timeOffset="-53362.79">7647 10993 4479 0,'3'-2'0'0,"-1"2"192"0,0 0-48 0,-1 2-16 0,-1-2-128 0,0 3 0 0,-1-2 0 0,0 2 0 0,-1 5 1088 0,-2 1 192 0,0 3 48 0,-2-1 0 16,3 1-944-16,-3 0-192 0,-1-2-48 0</inkml:trace>
  <inkml:trace contextRef="#ctx0" brushRef="#br3" timeOffset="-52683.17">7710 11036 18431 0,'0'0'1632'16,"-1"-2"-1312"-16,1 2-320 0,0-2 0 15,-1 2 1648-15,0-1 256 0,0-1 48 0,-2-1 16 16,0 0 240-16,-1-1 48 0,0 3 16 0,-2 0 0 16,2 2-992-16,-3 1-192 0,0 2-32 0,-1 1-16 15,-1 2-464-15,0 0-112 0,0 0-16 0,-2 1 0 16,2-1-304-16,0 0-144 0,1-1 128 0,3 0-128 0,-1 0 144 0,3-3-144 15,0 0 160-15,2-1-160 0,0 0 176 0,2-2-176 16,0 0 192-16,2 0-192 0,-1 0 160 0,2 0-160 16,2-2 128-16,0 0-128 0,1 1 288 0,0-1-32 15,0 0 0-15,-7 2 0 0,0 0-96 0,0 0-32 16,36 2 0-16,-36-2 0 0,0 0-128 0,0 0 0 16,0 0 144-16,43 15-144 0,-43-15 0 0,0 0 0 15,0 0 0-15,0 0 0 0,0 0 0 0,29 37 0 0,-27-31 0 0,-2 0 0 16,0 1 0-16,-1-2 0 0,-2 2 0 0,0 0 0 15,1-1 0-15,-5 0 0 0,2 1 0 0,-3-3 0 16,0 4 0-16,-2-3 0 0,1 2 0 0,-1-2 128 16,1 2-128-16,-1-3 0 15,0-1 0-15,2 1 0 0,1-1 0 0,1-2 0 0,2 0 0 0,1-1 0 16,0 0 0-16,1 0 0 0,1-1 0 0,2 0 0 16,1-2-128-16,1 1 0 0,1-1 0 0,3 0-12160 15,-1 0-2416-15</inkml:trace>
  <inkml:trace contextRef="#ctx0" brushRef="#br3" timeOffset="-52317.9">7969 10986 5519 0,'5'-7'496'0,"-3"2"-496"16,1 3 0-16,-2-2 0 0,0 3 2720 0,-1-1 448 0,1 2 96 0,0-2 0 15,1 1-112-15,0-1-16 16,-1 0-16-16,1 2 0 0,-1 2-1392 0,-1 0-288 0,0 3-48 0,-1 1-16 15,1-6-416-15,-2 15-64 0,1-7-32 0,-1 1 0 16,0 0-400-16,-1 3-80 16,1 2 0-16,-2 1-16 0,0 0-112 0,0 1-32 0,0-2 0 0,0-1 0 15,1 0-224-15,1 0 128 0,-1 0-128 0,1-1 0 16,1 0 128-16,1-12-128 0,0 0 0 16,5 28 144-16,-5-28-144 0,0 0 0 15,0 0 144-15,0 0-144 0,0 0 0 0,0 0 0 0,28 34 0 0,-22-34 0 0,0-2 0 0,1-1 128 16,0 0-128-16,2 1 0 0,-2-3 128 0,1-2-128 15,0 0 160-15,-1 1-160 0,0 0 0 0,-2 1 128 16,0 1-128-16,-1-3 0 0,-1 4 0 0,1-1 0 16,-2-1 0-16,-1 2 0 15,-1-1-208-15,0 1 16 0,-1-2 0 0,-1 3 0 32,-2-2-1184-32,0 1-224 0,-2 1-64 0,0-1 0 0,-3 1-1072 0,-1-2-208 0</inkml:trace>
  <inkml:trace contextRef="#ctx0" brushRef="#br3" timeOffset="-52170.02">7849 11078 16575 0,'2'0'736'0,"-2"0"160"0,2 0-720 0,-1 1-176 0,1 1 0 0,0-2 0 15,1 1 2656-15,-3-1 496 0,0 0 112 0,0 0 0 16,43 11-304-16,-43-11-64 0,35 5-16 0,-35-5 0 16,33 2-1760-16,-33-2-352 0,35-4-80 0,-18 1-16 15,0-2-464-15,-2 1-80 0,3-2-128 0,-1 0 176 16,1-2-176-16,1 1 0 0,-1-1-192 0,1-2-18192 15</inkml:trace>
  <inkml:trace contextRef="#ctx0" brushRef="#br3" timeOffset="-51602.7">8673 10960 911 0,'1'-7'0'0,"-1"4"0"0,0 1 0 0,0 0 0 15,1 0 5152-15,-1 2 944 0,0-2 192 0,-1 1 48 0,1-1-2656 0,0-1-528 16,-1 1-96-16,0 0-32 0,-1 3-1472 0,1 0-288 15,-1 2-64-15,-1 2-16 0,0 3-736 0,-1 1-128 16,2 2-48-16,-2 1 0 0,-1 3-112 0,1 2-32 0,-1 3 0 16,0-2 0-1,2 0-128-15,0 0 0 0,0 1 0 0,3-19 0 0,-1 31 0 0,1-31 0 0,0 0 0 0,0 0 0 16,13 38 0-16,-13-38 0 0,0 0 0 0,0 0 0 16,0 0 0-16,0 0 0 0,0 0 0 0,0 0 0 15,35 14 0-15,-31-16 0 0,2-3 0 0,-2 0 0 16,2 3 0-16,-1-3 0 0,-1-2 0 0,1 3 0 15,-2-1 0-15,0 1 0 0,0-1 0 0,-1 1-176 16,-1 1-656-16,0 0-144 16,-1-2-32-16,-1 2 0 0,0 1-784 0,-1 0-144 0,-2-1-48 0,0-1 0 15,-1 3-1264-15,-2-2-256 16,-1 0-48-16,-2 0-5920 0</inkml:trace>
  <inkml:trace contextRef="#ctx0" brushRef="#br3" timeOffset="-51413.25">8519 11100 4607 0,'-1'0'400'0,"1"0"-400"16,0 0 0-16,0 0 0 0,-1 2 2096 0,1-1 336 31,0 3 64-31,2 1 0 0,-2-5 1552 0,0 0 304 0,0 0 64 0,33 4 16 0,-33-4-1440 0,28-6-304 16,-13 1-48-16,2 0-16 0,1-2-1504 0,0 0-304 15,1-3-64-15,0 3-16 0,0-1-416 0,-2 0-64 16,2 3-32-16,-2-2 0 0,-2 2-224 0,1 0 0 0,-1-2 0 16,-1 1 0-1,0 2-128-15,0-2-80 0,1-2-16 0,-1 1-12240 16,1-1-2448-16</inkml:trace>
  <inkml:trace contextRef="#ctx0" brushRef="#br3" timeOffset="-51001.8">8967 10804 17503 0,'-2'-5'1552'0,"1"2"-1232"0,0 1-320 0,1 1 0 16,0 0 2080-16,0 1 352 0,-1 1 80 0,0 0 16 16,1 1 288-1,-1 1 64-15,-1 2 16 0,0 4 0 0,0 1-1440 0,0 4-304 0,0 3-48 0,0 1-16 0,2-18-624 0,-4 44-128 16,2-19-16-16,-2-1-16 0,2 4-176 0,-1 1-128 15,-1-3 144 1,2-5-144-16,0 0 0 0,2-21 0 0,-1 34 0 0,1-34 0 0,0 0 0 0,6 31 0 31,-6-31 0-31,0 0 0 0,0 0 0 0,0 0 0 16,0 0 0-16,0 0 0 0,0 0 0 0,36-1 0 16,-27-8 0-16,-1-3 0 0,1 0 0 0,0-4 128 15,1 1-128-15,-1 0 0 0,1 0 0 0,-1-2 0 16,2 3 0-16,-2 2 0 0,-1 1 0 0,1 2 0 15,-1 0 0-15,-1 5 0 0,0-1 0 0,-1 1 0 0,0 3 0 16,-6 1 0-16,0 0 0 0,0 0 0 0,0 0 0 0,0 0 0 16,0 0 0-16,24 40 0 0,-24-40 0 0,0 0 0 15,6 38 0-15,-6-38 0 0,0 0 0 0,5 39 0 16,-5-39 128-16,0 0-128 0,0 0 0 0,12 35 0 16,-12-35 160-16,0 0-160 0,0 0 160 0,0 0-160 15,0 0 0-15,0 0 0 0,37 13 0 0,-29-18 0 16,-1-1 0-16,2-1 0 0,0 0 0 0,0-2 0 15,0-1-352-15,0 1-64 0,0-1-16 16,-1-1 0-16,1 3-1392 0,-2-1-288 0,2-1-48 0,0 3-8720 16,-2-1-1760-16</inkml:trace>
  <inkml:trace contextRef="#ctx0" brushRef="#br3" timeOffset="-50652.21">9355 10988 9215 0,'1'-4'400'0,"-1"4"96"0,0 0-496 0,0-2 0 16,0 2 0-16,-1 0 0 0,0 0 2448 0,0 0 400 15,-2 0 80-15,-1 0 16 0,1 3 192 0,-1 0 32 16,-1 2 16-16,1 2 0 0,0 1-1136 0,0 1-240 15,2 3-32-15,-2 2-16 0,2 0-816 0,0 1-176 16,2-15-16-16,-1 30-16 0,1-30-416 0,0 0-64 16,9 37-32-16,-9-37 0 0,0 0-224 0,0 0 176 0,31 33-176 15,-31-33 160-15,0 0-160 0,0 0 0 0,44 6 0 0,-44-6 0 16,19-6 0-16,-8-2 0 0,1-1 0 16,0-4 0-16,0-1 0 0,-1-2 0 0,-1-1 0 15,-3-2 0-15,-1 0-352 0,-2 0 48 0,-4 0 16 0,0 3 0 16,-3-1 144-16,-3 3 144 0,-2-2-208 0,0 4 80 15,-2 1 128-15,-1 2 0 0,-3 3 0 0,-2 3 0 16,1 4-128-16,-2 4 128 0,1 3-128 0,0 2 128 16,1 6-128-16,0 2 128 0,2 2-128 0,1-1 128 15,1 0 0-15,1 0 0 0,4 0 0 0,0-2 0 0,4-1 0 0,2-16 0 16,0 0 0-16,4 31 0 0,-4-31 0 0,0 0 0 16,0 0 0-16,0 0-128 0,38 18-16 0,-38-18 0 15,28-9 0-15,-9 3 0 16,1-4-2128-16,2-2-416 0,1 0-96 0,14-6-6992 15,-6-1-1392-15</inkml:trace>
  <inkml:trace contextRef="#ctx0" brushRef="#br3" timeOffset="-50335.69">9617 10993 7023 0,'80'-43'304'0,"-76"41"80"0,-4 2-384 0,1 0 0 15,1 0 0-15,0-2 0 0,4 0 4016 16,0-1 720-16,2 1 160 0,-2-1 32 0,-1 1-1648 0,-4 2-320 0,-3 2-64 0,-3-2-16 16,0 3-1408-16,-4 2-272 15,-1-2-64-15,0 0-16 0,0 1-656 0,0 0-128 0,0 0-16 0,2 1-16 16,2-2-304-16,1 0 0 15,0-1 0-15,2 2 0 0,0 1 0 0,1-3 0 0,2 1 0 0,1 1 0 16,1-1 0-16,-2-3 0 0,0 0 0 0,0 0 0 16,0 0 192-16,0 0-192 0,0 0 192 0,39 26-192 15,-39-26 192-15,0 0-192 0,0 0 192 0,0 0-192 16,41 26 128-16,-41-26-128 0,0 0 0 0,0 0 0 16,35 26 0-16,-35-26 0 0,0 0 0 0,0 0 0 15,0 0 0-15,27 29 0 0,-27-29 0 0,0 0 0 0,0 0 208 0,-1 25-64 16,-3-17-16-16,-3-2 0 0,2 0-128 0,-3-2 0 15,-1 1 144-15,-1 0-144 0,-2-1 0 0,0-1 0 16,2 0 0-16,-1-1 0 0,3-2 0 0,0-2 0 16,1 1 0-16,2-3 0 0,0 1 0 0,1 1 0 15,3-3 0-15,1 0 0 16,0 3-992 0,3-3-112-16,1 0-32 0,2 1-16208 0</inkml:trace>
  <inkml:trace contextRef="#ctx0" brushRef="#br3" timeOffset="-50035.26">9874 11055 16991 0,'0'0'368'0,"0"0"80"0,0 0 0 0,0 0 48 0,0 0-496 0,0 0 0 0,0 0 0 0,0 0 0 0,0 0 3200 0,36 12 528 0,-36-12 112 0,0 0 32 16,34-3-1504-16,-34 3-288 0,24-7-64 0,-11 0-16 31,0 0-1008-31,-1 0-208 0,2-3-32 0,-1 1-16 0,-1-2-464 0,-1 1-80 0,-2 0-32 0,0-1 0 31,-4 1-160-31,1 0 0 0,-4 1 144 0,-1-1-144 0,-1 3 128 0,-2-1-128 0,-3 0 160 0,-2 3-160 16,-4 0 0-16,-1 3 128 0,-3 2-128 0,0 5 0 0,-2 1 0 0,-1 6 0 31,2 0 128-31,0 3-128 0,3 2 0 0,2 1 0 0,1 1 0 0,2 0 0 0,2 3 0 0,1-1 0 32,3 0 0-32,2-21 0 0,2 33 160 0,-2-33-160 15,0 0 160-15,0 0-160 0,36 33 128 0,-36-33-128 16,33 3 0-16,-33-3 144 0,43-3-144 0,-20-1 0 15,4-1 0-15,2-2-18928 0</inkml:trace>
  <inkml:trace contextRef="#ctx0" brushRef="#br3" timeOffset="-49402.87">10562 11046 13823 0,'-2'-3'1216'0,"0"1"-960"0,1 1-256 0,1 1 0 15,0-1 1152-15,-1 0 192 0,-1-1 48 0,-1-2 0 16,0-1 1200-16,1 0 240 0,1-3 48 0,0 2 16 15,2-1-624-15,1 0-128 0,1 1-32 0,2-2 0 16,0 0-896-16,2 1-192 0,1-2-48 0,1 3 0 16,-1 0-560-16,1 1-112 0,1 2-32 0,-10 3 0 15,0 0-80-15,0 0-32 0,39 12 0 0,-39-12 0 16,0 0-160-16,26 34 0 0,-26-34 0 0,12 35 0 16,-12-35 0-16,8 38 0 0,-8-38 0 0,2 35 0 15,-4-18 0-15,-1-3 0 0,-1-1 0 0,1 1 0 16,-3-3 0-16,0-3 0 0,0 2 0 0,0-2 0 15,1-3 0-15,0 0 0 0,1 0 0 0,0-3 0 0,0-2 0 0,1 0 0 16,2-2 0-16,-1-3 0 0,0 0 0 0,1-2 0 16,2 0 0-16,1-3 0 0,1-2 0 0,1-2 0 15,2-1 0-15,0-2 128 0,3-1 64 0,0-2 0 16,2 0 0-16,0-1 0 0,1 2-192 0,1 0 0 16,0 3 0-16,0 1 128 0,-1 3-128 0,0 3 0 15,1-1 0-15,-1 3 0 0,-3 3 0 0,0-1 0 16,1 2 0-16,-1 2 0 15,-9 1-784-15,0 0-48 0,0 0 0 0,0 0-17296 0</inkml:trace>
  <inkml:trace contextRef="#ctx0" brushRef="#br3" timeOffset="-48787.65">10916 10960 10127 0,'2'-2'896'0,"-2"-2"-704"0,1 3-192 0,-1 1 0 15,0 0 2816-15,0 0 544 0,0-2 96 0,0 1 32 16,1-1-368-16,-2 2-80 0,0 2-16 0,-1 1 0 15,-1 3-1520-15,0 2-304 0,0 1-64 0,-1 3-16 16,1 3-576-16,-1 0-112 0,1 3-32 0,1-1 0 0,2-17-176 0,-1 34-32 16,1-34-16-16,2 32 0 15,-2-32 80-15,0 0 32 0,8 33 0 0,-8-33 0 0,0 0-80 0,0 0-16 16,0 0 0-16,0 0 0 16,41 17-48-16,-32-20-16 0,0-3 0 0,1-2 0 0,2-1-128 0,-1-3 0 15,-1 0 144-15,0-2-144 0,0-1 0 0,-1-1 0 16,-2-1 0-16,0-2 0 0,-1 3 0 0,-2-3 0 15,-1 4 0-15,-3 0 0 0,1 2 0 0,-2 3 0 16,1-1 0-16,-1 4 0 0,0 2 0 0,-1 2 0 0,0 3 0 16,0 3 0-16,-1 3 0 0,1 2 0 0,-2 2 0 15,0 4 0-15,1 1 0 0,0 3 0 0,0 1 0 0,1 2 0 16,1 3 0-16,1-24 0 0,0 41 0 0,0-41 128 16,5 33 0-16,-5-33 16 0,0 0 0 0,0 0 0 15,28 30 0-15,-28-30 0 0,0 0 0 0,30-2 0 16,-18-5-144-16,0-4 0 15,0-1 0-15,2-3 0 0,0-2 1664 0,0-3 288 0,-1 2 64 0,-1-2 16 16,0 0-3520 0,0-3-704-16,-1-2-144 0,0 0-32 0,-1 1 1088 0,-3-2 192 15,0 0 64-15,-2 0 0 0,-2 2-272 0,0 0-48 16,-1 1-16-16,-1 3 0 0,0 4 848 0,0 3 192 0,-1 2 16 0,0 4 16 0,1 2 928 16,-2 3 176-16,1 2 32 0,-1 2 16 15,0 3 320-15,-1 0 64 0,0 3 16 0,0 3 0 0,0 0-688 0,-2 4-128 16,1 2-16-16,-1-1-16 0,0 3-144 0,1 0-16 15,-1 0-16-15,0 2 0 0,0 3-64 0,1 0-16 16,0 0 0-16,1-3 0 0,2-21-160 0,-3 35 192 31,3-35-192-31,0 34 192 0,0-34-192 0,0 0 0 0,4 30 0 0,-4-30 0 16,0 0 0-16,0 0 0 0,0 0 0 16,0 0 0-16,0 0 0 0,0 0 0 0,0 0 0 0,0 0 0 15,0 0-368 1,38 11-48-16,-32-12-16 0,-2-1 0 0,1 2-1216 0,-5 0-240 0,0 0-48 0,0 0-14624 0</inkml:trace>
  <inkml:trace contextRef="#ctx0" brushRef="#br3" timeOffset="-48449.47">11365 11017 11055 0,'2'-7'480'0,"-1"0"112"0,0 2-464 0,0 3-128 0,0 2 0 0,-1 0 0 0,0 0 2960 0,1-2 576 16,0 1 112-16,0 1 32 0,1-2-48 0,-1 4-16 0,-1-2 0 0,0 0 0 15,0 0-2048-15,0 0-416 0,0 0-64 0,0 0-32 16,0 0-560-16,32 24-112 0,-32-24-32 0,0 0 0 15,0 0-112-15,0 0-32 0,41 7 0 16,-41-7 0-16,0 0-80 0,26-6 0 0,-19 2-128 0,1 0 192 0,-2-1-192 0,1-2 128 31,-2 0-128-31,0 0 0 0,-1-3 928 0,-1 1 96 16,-1-1 0-16,-1 1 16 0,-2-1-832 0,-1 3-208 16,-1-2 0-16,0 1 0 15,-4 2-784-15,-1-2-208 0,-3 2-32 0,-2 3-16 0,-1 3 800 0,-2 0 240 16,1 5 0-16,1 2 0 0,4 0-240 0,1 3 80 15,1 1 16-15,2-1 0 0,0 4 144 0,3 3 0 16,0 1 0-16,3-18 0 0,-3 39 0 0,3-39 0 16,6 42 0-16,-6-42 0 0,12 31 0 0,-12-31 176 15,0 0-176-15,29 28 192 0,-29-28-16 0,0 0 0 0,36 14 0 0,-36-14 0 16,0 0-176-16,39 0 0 0,-39 0 0 0,29-8-13040 16,-14 2-2640-16</inkml:trace>
  <inkml:trace contextRef="#ctx0" brushRef="#br3" timeOffset="-48091.68">11798 10910 6447 0,'1'-1'576'0,"-1"0"-576"16,0 1 0-16,0 0 0 0,0 0 2000 0,0 0 304 15,0-2 48-15,0 0 16 0,0 1 1328 0,0-1 272 16,0 2 48-16,-1-2 16 0,-1 2-1808 0,0 0-368 15,-1 2-64-15,-2 0 0 16,1 1-1120-16,-3 1-224 0,0 1-32 0,-3 0-16 0,-2 0-256 0,1 3-144 16,-1 0 160-16,2-1-160 0,2 0 128 15,0 0-128-15,2-1 0 0,1 0 144 0,3-1 352 0,0-2 64 16,2-3 16-16,0 0 0 0,0 0-224 0,0 0-32 16,0 0-16-16,0 0 0 0,0 0-48 0,35 18 0 0,-35-18 0 0,0 0 0 15,34 10-16-15,-34-10-16 16,0 0 0-16,37 14 0 0,-37-14-224 0,0 0 128 0,33 19-128 0,-33-19 0 15,0 0 0-15,0 0 128 0,28 29-128 0,-28-29 0 16,0 0 0-16,0 0 0 0,-3 26 0 0,-2-19 0 16,0-2 0-16,-4-1 0 0,-1 1 0 0,-4-3 0 15,-3-1 0-15,-6-2-128 0,-4 1 128 0,0-2-19072 16</inkml:trace>
  <inkml:trace contextRef="#ctx0" brushRef="#br3" timeOffset="-46057.06">12371 10939 18431 0,'4'-12'1632'0,"-1"5"-1312"16,0 2-320-16,-1 0 0 0,-1 3 1696 15,-1 2 272-15,0-2 48 0,0 0 16 0,0-1 80 0,0 0 32 16,-2 1 0-16,-1 2 0 0,-2 3-1056 0,-1 4-224 16,-1 2-32-16,-2 3-16 0,1 5-400 0,-1-1-80 15,-2 6-16-15,1 1 0 0,2 1-112 0,0 0-16 16,0-1-16-16,3-3 0 0,1-2-176 0,2-1 128 16,2-17-128-16,0 24 128 0,0-24-128 0,0 0 0 0,0 0 0 0,0 0 128 15,0 0-128-15,0 0 0 0,0 0 0 0,44 9 0 16,-31-21 320-16,1-1 48 0,2-2 0 0,0-2 0 15,2-2-240-15,-2 0-128 0,0-1 160 0,-1 2-160 16,-1-1 0-16,-1 3 0 0,-2 0 0 0,-2 3 0 16,-1 4 0-16,-2-1 0 0,-1 4 0 0,-3 3 0 15,1 3 0-15,-3 2 0 0,0 3 0 0,-1 0 0 16,-2 4 0-16,-2 3 0 0,0 4 0 0,-1 2 0 16,-1 3 0-16,1 2 0 0,-1 1 0 0,3-5 0 15,0 2 0-15,1-4 0 0,3-17 0 0,-1 33 0 16,1-33 0-16,0 0 0 0,0 0 0 0,0 0 0 15,30 33 240-15,-30-33-48 0,22-5-16 0,-10-1 0 0,-2-2-32 0,3-3 0 16,1-2 0-16,2-5 0 0,0-1 0 0,0 0 0 16,0-3 0-16,-2 1 0 0,0 0-144 0,-2-1 0 15,-2 6 0-15,-2-1 0 0,-1 0 0 0,1 1 0 16,-5-1 0-16,1 1 0 0,-2 2 0 0,-1 1 0 16,0 2 0-16,-2 1 0 15,1 2-1024 1,1 2-144-16,-1 1-32 0,2 3-16144 0</inkml:trace>
  <inkml:trace contextRef="#ctx0" brushRef="#br3" timeOffset="-45628.94">12894 10726 15663 0,'-1'0'1392'0,"0"2"-1120"0,1-2-272 0,-1 1 0 0,1 0 1888 0,-1 1 320 0,0-1 64 0,-1 3 16 15,0 3 80-15,-1 1 0 0,-1 1 16 0,-1 1 0 16,1 1-1184-16,0-1-240 0,0-1-64 0,0 1 0 15,0 1-256-15,1 1-48 0,-1-2-16 0,1 2 0 16,0 2-368-16,-1 2-80 0,1 1 0 0,-1 4-128 0,-1 1 128 0,1-1-128 16,-2 3 0-16,1-1 0 0,-1 1 0 0,-1-2 0 15,2-1 0-15,0-4 0 0,1-3 0 0,4-14 0 16,0 0 0 0,-4 26 0-16,4-26 0 0,0 0 0 0,0 0 0 0,0 0 0 0,0 0 192 0,0 0-64 31,0 0 0-31,10-7-128 0,-6 0 512 0,-1-1 0 0,0-1 0 15,2 0 0-15,0-1-336 0,0 0-176 0,1-1 160 0,0-1-160 0,1 1 128 0,-1-1-128 16,2 2 0-16,-1 0 0 16,0 3 0-16,2 2 0 0,-1 1 0 15,0 1 0-15,-8 3 0 0,0 0 0 0,0 0 0 0,0 0 0 0,35 12 0 0,-35-12 0 16,0 0 0-16,0 0 0 0,16 33 0 0,-16-33 0 16,0 0 0-16,4 34 0 0,-4-34 0 0,0 0 0 15,-4 30 128-15,4-30-128 0,-4 17 128 0,4-17 0 16,-4 14-128-16,2-8 192 0,2-6-192 0,0 0 0 0,0 0 0 0,0 0 0 31,0 0 0-31,0 0-192 0,0 0 16 0,15-5-18080 16</inkml:trace>
  <inkml:trace contextRef="#ctx0" brushRef="#br3" timeOffset="-45289.72">13076 11019 10127 0,'1'3'896'0,"-1"-3"-704"16,0 2-192-16,1-2 0 0,0 2 3152 0,-1-1 608 15,1 1 112-15,-1-2 32 0,0 0-432 0,0 0-80 16,0 0 0-16,0 0-16 0,0 0-1760 0,36 21-336 16,-36-21-80-16,0 0-16 0,30-2-784 0,-30 2-144 15,23-9-48-15,-11 4 0 0,-1-3-208 0,2 0 0 16,-2 1 128-16,-2-1-128 0,-1-1 0 0,0 0 0 0,-3 0 0 0,-1 1 0 16,-2 2 0-16,-1-2 0 0,-2 0 0 0,-2 1 0 15,-1 0-304-15,-2 2 48 0,-2 0 16 0,-1 3 0 16,0 0-80-16,-2 4 0 0,0 0-16 0,-2 3 0 15,-1 2 80-15,1 3 0 0,0 0 16 0,2 3 0 16,0 0 240-16,2 3 0 0,2-2-160 0,-1 2 160 16,2-1 0-16,0-1 0 0,3 0 0 0,3-14 0 15,-3 24 512-15,3-24 0 0,0 0 16 0,0 0 0 16,0 0-272-16,18 35-64 0,-18-35-16 0,0 0 0 16,0 0-176-16,37 6 0 0,-37-6 0 0,25-3 0 0,-25 3 0 0,26-5 0 15,-26 5 0-15,26-7 0 16,-26 7-1328-16,27-9-240 0,-13 4-48 0,-1 0-9504 15,1 0-1888-15</inkml:trace>
  <inkml:trace contextRef="#ctx0" brushRef="#br3" timeOffset="-44963.09">13364 10994 10367 0,'0'0'224'0,"0"0"48"0,1 0 16 0,-1-1 0 0,1 1-288 0,0 0 0 0,0 0 0 0,1-2 0 15,0 2 3200-15,3-2 576 0,1 1 112 0,1-2 16 16,0 0-1312-16,2 0-272 0,-1-1-48 0,0 1-16 15,-8 3-1136-15,19-5-224 16,-19 5-64-16,19-5 0 0,-19 5-464 0,0 0-112 16,0 0 0-16,31 5-16 0,-31-5-240 0,0 0 0 0,0 0 0 0,0 0 0 15,20 34 0-15,-20-34 0 0,0 0 0 0,0 35 0 16,0-35 176-16,-8 24-176 0,3-12 192 0,-1 0-192 16,0-3 128-16,0 0-128 0,0 1 0 0,2-6 0 15,0 1 128-15,1-2-128 0,1-3 0 0,1 0 0 0,1-3 496 16,1-1-16-16,1-1 0 0,1-2 0 15,1-3 160-15,1-1 48 0,2-3 0 0,0 1 0 16,3-5-384-16,-1 2-80 0,2-2-16 0,0 1 0 0,-1 1-208 0,1 2 0 16,1-2 0-16,0 4 0 15,-3 4 0-15,0 1-208 0,-1 2 32 0,-1 3 16 32,-1 0-720-32,-6 2-144 0</inkml:trace>
  <inkml:trace contextRef="#ctx0" brushRef="#br3" timeOffset="-44614.75">13716 10998 23039 0,'0'0'1024'0,"0"0"192"0,0 0-960 0,0 0-256 0,0 0 0 0,0 0 0 15,0 0 2208-15,0 0 400 0,27-1 80 0,-27 1 0 16,0 0-944-16,27 1-192 16,-27-1-32-16,0 0-16 0,27 2-928 0,-27-2-176 15,18-4-32-15,-9-1-16 0,1 0-208 0,-1-1-144 0,0 0 192 0,-1-3-192 16,1 2 0-16,-2-3 0 0,-1 1 0 0,-2 2 0 15,0-1 0-15,-1-1-192 0,-1 2 16 0,-2-3 16 32,-2 1-416-32,-2 2-64 0,0 0-32 0,-2 4 0 0,-4 1-224 15,-2 2-64-15,-1 2 0 0,-2 3 0 16,-1 2 128-16,0 1 32 0,1 3 0 0,1 1 0 0,2 2 272 0,2 1 48 0,1 1 16 0,1 0 0 0,2 1 1184 0,6-17 240 16,-8 34 64-16,8-34 0 15,-1 30 976-15,1-30 208 0,0 0 32 0,0 0 16 0,27 29-1344 0,-27-29-272 16,30 0-48-16,-30 0-16 0,33-4-320 0,-15 0-80 31,4 1-16-31,0-3 0 0,1-1-160 0,2 2-256 0,0-4 64 0,0-1-18832 16</inkml:trace>
  <inkml:trace contextRef="#ctx0" brushRef="#br3" timeOffset="-44194.38">14452 10884 23951 0,'-4'0'1056'0,"2"-1"224"0,0 1-1024 0,2-1-256 15,0 1 0-15,0-2 0 0,0 2 1824 0,0-3 304 16,0 1 64-16,0-1 16 0,0 1-544 0,-1-3-128 0,1 3 0 0,0-1-16 16,0 1-704-16,-1 4-144 0,0-1-32 0,0 3 0 15,-1 3-320-15,-1 1-80 0,3-8-16 0,-7 23 0 16,7-23-224-16,-10 31 128 0,10-31-128 0,-9 41 0 15,5-18 0-15,4-23 0 16,-7 48 0-16,7-48 0 0,-3 41 0 0,3-41 0 0,4 32 0 16,-4-32 0-16,0 0 0 0,0 0 0 0,0 0 0 0,25 32 0 15,-25-32 0-15,0 0 0 0,23-8 0 0,-15 3 0 16,0-2 0-16,0-2-128 0,0 1 128 0,-2-1-160 16,0 0-1600-16,-2-1-320 15,-1 0-64-15,-2-1-8480 0,-1 1-1712 0</inkml:trace>
  <inkml:trace contextRef="#ctx0" brushRef="#br3" timeOffset="-43457.99">14398 10968 7823 0,'-19'6'160'0,"10"-4"32"0,4 1 16 0,2 0 48 16,2-3-256-16,-1 2 0 0,-2 2 0 0,-4 4 0 0,-4 6 3280 0,-1 0 624 15,2 2 112-15,1-1 16 0,3-3-1120 0,4-3-224 16,3-9-64-16,0 0 0 0,0 0-672 0,0 0-144 16,0 0-16-16,0 0-16 0,43 12-768 0,-27-18-160 15,2-2-16-15,2-2-16 16,1-2-496-16,2-1-112 0,2 0-16 0,0-1 0 0,0 0-192 15,0 1 0-15,0 0 0 0,1-1 0 0,0 0 0 0,-2 2-128 16,0 0 128-16,-2 1-208 16,-1 1-752-16,-3 2-160 0,0 0-32 0,-4 0 0 0,-2 3-944 15,-2-2-192-15,-2 2-32 0,-2-1-16 0,-2 0 16 16,0 0 0-16,-2 0 0 0,-1-1 0 0,-2 0 1248 0,-1-2 256 0,0 2 48 0,-1-3 16 16,-1 0 2032-16,0 1 416 0,-1-2 80 0,2 1 16 15,-1 0 288-15,0 3 64 16,2 0 16-16,1 3 0 0,-1 1-416 0,0 3-80 0,0 1 0 0,-1 3-16 0,1 0-688 15,2-4-144-15,-6 17-32 0,6-17 0 0,-7 24-432 0,7-24-96 16,-8 35 0-16,3-15-16 0,5-20-96 0,-7 44-16 16,3-18 0-16,1 1 0 0,-1-1-128 0,-1 0 192 15,2 0-192-15,-1 0 192 0,4-26-192 0,-6 45 160 16,6-45-160-16,-1 33 160 16,1-33-160-16,0 0 160 0,6 32-160 0,-6-32 160 15,0 0-160-15,0 0 0 0,0 0 0 0,33 11 0 0,-33-11 0 0,23-10 192 16,-10 1-192-16,0-1 192 0,0 1-192 0,0-5 160 15,-1 2-160-15,-1-2 160 0,0 0-160 0,-1 2 0 0,-2 2 0 0,0 1 0 16,-1 4 0-16,-1 0 0 0,-6 5 0 0,0 0 0 16,0 0 0-16,0 0 0 15,0 0 0-15,0 0 0 0,0 0 0 16,0 0 0-16,0 0 0 0,28 29 0 0,-28-29 0 0,0 0 0 0,0 0 0 0,9 38 0 31,-9-38 0-31,0 0 0 0,0 0 0 0,22 35 0 0,-22-35 0 0,0 0 0 0,33 17 0 0,-33-17 0 16,0 0 0-16,45 7 0 0,-45-7 0 0,39-3 0 15,-16-1 0-15,2-1 0 0,2-1 0 0,-3-2 0 32,0-2 0-32,-1-1 0 0,-1 1 0 0,0-4 0 0,-1 2 0 0,-1-2 0 0,-2 0 0 0,-2 0 0 15,-3 2 0-15,-3 0 0 0,-1 0 0 0,-5-3 0 0,-2 2-128 0,-4 1 128 16,-2-1 0-16,-4 2 0 0,-2 1-224 0,-3 0 32 31,-1 3 0-31,-1 2 0 0,-1 3 16 0,-1 2 16 0,1 5 0 0,2 0 0 0,0 4 160 0,2 1-128 16,2 4 128-1,1 1-128-15,1 3 128 0,3 1 0 0,5-19 0 0,-7 43 0 0,7-43 0 0,3 42 0 32,-3-42 0-32,13 36 128 0,-13-36 128 0,0 0 16 0,35 33 16 0,-35-33 0 0,34 12-96 0,-34-12 0 31,40 1-16-31,-17-4 0 0,0 0 1344 0,2-4 272 0,2-4 48 16,1 1-23184-16</inkml:trace>
  <inkml:trace contextRef="#ctx0" brushRef="#br3" timeOffset="-40984.56">16047 11010 21183 0,'2'-2'1888'0,"0"0"-1504"16,0 1-384-16,-1 1 0 0,-1-2 1696 0,1 2 272 15,2-3 48-15,1-1 16 0,1-1 112 0,-1 0 32 0,0 1 0 0,0 1 0 16,-2-2-1024-16,0 3-208 0,0-3-48 0,-1 0 0 15,-1 2-512-15,0-1-96 0,-1-1-32 0,0 1 0 16,-1 0-256-16,-1 1 0 16,1-2 0-16,-3 3 0 0,0-3 0 0,0 2 0 0,-2 1 0 0,1 0 0 15,-2 0 128-15,0 2-128 0,0 0 0 0,-1 2 0 16,-1 0 0-16,0 3 128 0,-1 0-128 0,1 2 0 16,-1 2 128-16,0 2-128 0,2 0 0 0,0 1 0 15,0-1 0-15,-1 4 0 0,1 1 0 0,1-1 0 16,1 1 0-16,1-2 0 0,1 1 0 0,5-15 0 0,-6 21 0 0,6-21 0 15,0 0 0-15,0 0 0 0,0 0 0 0,0 0 0 16,21 35 0-16,-21-35 0 0,0 0 0 0,30-4 0 16,-17-1 0-16,0-1 0 0,0-3 0 0,1 0 0 15,1-2 0-15,-1 1 0 0,-1-2 0 0,1 0 0 16,0-1 0-16,-1 0 0 0,-1 1 0 0,-3 2 0 16,-1 2 0-16,-3 0 0 0,0 1 0 0,-2 2 0 15,-1 1 0-15,-2-1 0 16,-1 3 0-16,1 1 0 0,-2 3 0 0,0 1 0 0,-1 0 0 0,0 1 0 15,0 4 0-15,0 1 0 0,3-9 0 0,-7 23 0 0,7-23 0 0,-3 29 0 16,3-29 128-16,0 27-128 0,0-27 144 0,0 0-144 16,6 32 192-16,-6-32-64 0,0 0-128 0,0 0 192 15,0 0-192-15,0 0 128 0,36 26-128 0,-26-30 0 16,-1 1 0-16,1-4 0 0,2-2 0 16,1-1 0-16,0-2 0 0,1-2 0 0,1 0-208 0,0-3 64 15,-1 1-912 1,-2-1-176-16,1 0-48 0,0 2 0 0,-1 0 64 0,-2-1 0 0,-1 3 0 15,-1-1 0-15,0 5 992 0,-2 1 224 0,-1 1 0 0,-1 3 0 16,-2 3 928-16,-2 1 160 16,0 0 16-16,0 0 16 0,0 0-80 0,-2 26-16 0,2-26 0 0,-9 29 0 0,4-12-608 0,-2-1-128 31,1 4-32-31,-1 0 0 0,1 0-256 0,-1-4 128 0,1 0-128 0,6-16 0 0,-9 24 208 0,9-24-64 16,0 0-16-16,0 0 0 0,-5 22-128 0,5-22 0 15,0 0 0-15,0 0 128 0,4-3-128 0,-2-1 0 16,2 0 0-16,1-2 0 0,0-3 0 0,1-1 0 15,1-2 0-15,2-2 0 0,-1 1 0 0,1 0 0 16,1-4 0-16,0 3 0 0,-1 0 0 0,0-1-176 16,1 1 176-16,0 2-192 15,0 1 192-15,0 1 0 0,-1 3-144 0,0 1 144 0,-1 3 0 0,-8 3 0 0,0 0 0 0,0 0 0 16,0 0 128-16,0 0 0 0,0 0 0 16,27 37 0-16,-27-37 16 0,0 0 0 0,5 36 0 15,-5-36 0-15,-1 31-144 0,1-31 160 0,-3 29-160 16,3-29 160-1,-3 30-16-15,3-30 0 0,-4 24 0 0,4-24 0 0,0 0-144 0,0 0 0 16,0 0 144-16,0 0-144 16,0 0 0-16,0 0 0 0,0 0 0 0,0 0 0 15,0 0-384-15,34 5-112 16,-26-15-16-16,1 1-18176 0</inkml:trace>
  <inkml:trace contextRef="#ctx0" brushRef="#br3" timeOffset="-40687.07">16809 10813 15663 0,'2'-2'1392'0,"0"0"-1120"16,-1 4-272-16,-1-2 0 0,0 0 3072 0,-1 2 576 16,1-2 96-16,-1 1 32 0,0 3-1024 0,-2-2-192 15,1 3-32-15,-3 0-16 0,-1 2-1616 0,0 0-320 16,0 0-64-16,0 0 0 0,0 1-384 0,0 1-128 16,6-9 0-16,-11 19 0 0,11-19 0 0,-11 21 0 0,11-21 0 0,-11 26 0 15,11-26 0-15,-6 26 0 0,6-26 0 0,-6 27 0 16,6-27 0-16,0 0 0 0,-3 38 0 0,3-38 0 15,0 0 0-15,0 32 0 0,0-32 0 0,0 0 0 16,0 0 192-16,0 0-64 0,0 0-128 0,17 34 192 16,-17-34-64-16,0 0 0 0,0 0-128 0,22-7 192 15,-16 3-192-15,1-2 0 0,1 0 128 0,-1-2-128 16,2 1 0-16,-1-3 0 0,0-1 0 0,1-1 0 16,-1 2-656-16,0-4-80 0,-1 2-16 0,-2 0 0 15,-1 0-1136-15,-2 1-224 16,-1 1-64-16,-2 0-7872 0,0 3-1568 0</inkml:trace>
  <inkml:trace contextRef="#ctx0" brushRef="#br3" timeOffset="-40482.51">16653 10956 911 0,'-11'6'0'0,"3"-3"0"15,3 0 0-15,2-1 0 0,2-2 2768 0,1 0 480 16,-1 0 80-16,1 0 32 0,0 0 1136 0,0 0 240 16,2-2 32-16,1 1 16 0,-3 1-1712 0,9-2-320 15,-9 2-80-15,14-5-16 0,-14 5-1696 0,17-2-352 16,-17 2-64-16,21-2-16 0,-21 2-256 0,20-2-48 15,-20 2-16-15,22-3 0 0,-22 3-208 0,24-3 0 0,-13 1 0 0,0-3 0 16,1 3 0-16,-1-3 0 0,-2 3 0 0,2-3-160 31,1 0-672-31,-1 1-144 0,0-2-32 0,-2 3-16752 0</inkml:trace>
  <inkml:trace contextRef="#ctx0" brushRef="#br3" timeOffset="-40125.88">16887 10932 11967 0,'0'0'528'0,"0"0"112"0,0 0-512 0,0 0-128 0,0 0 0 0,0 0 0 15,0 0 2640-15,0 0 496 0,0 0 112 0,0 0 16 16,0 0 176-16,0 0 32 0,35 23 16 0,-35-23 0 16,0 0-1952-16,34 3-384 0,-34-3-64 0,26 0-32 0,-26 0-688 0,27-5-144 15,-13 0-32-15,0-1 0 0,-1 0-192 0,0 2 0 16,-1-4 0-16,-1 2 0 0,-2 0 0 0,0 0 0 16,-1-2 0-16,-2 2 0 0,-1 0 0 0,-2 0 0 15,-2-1 0-15,-1 2-160 16,-1 0-224-16,-3-1-32 0,-1 0-16 0,-2 1 0 31,-1 1-144-31,-3-1-48 0,1 2 0 0,-1 1 0 0,0 1 112 0,1 2 32 0,-1 2 0 0,1 2 0 0,1 1 480 0,2 2 0 0,-1-2 0 0,1 4 0 16,-1 0 464-16,1 4 192 0,0 0 48 15,1 0 0-15,6-14 0 0,-11 36 0 16,11-36 0-16,-7 38 0 0,7-38-224 16,1 31-32-16,-1-31-16 0,0 0 0 0,14 37-192 0,-14-37-48 15,0 0 0-15,0 0 0 0,38 26-192 0,-38-26 0 0,26 0 128 0,-26 0-128 16,28-8 0-16,-14 2 0 0,2-3 0 0,-2-1 0 15,3-1-304-15,0-1-144 16,0-2-48-16,1 2-17904 0</inkml:trace>
  <inkml:trace contextRef="#ctx0" brushRef="#br3" timeOffset="-38802.4">17432 10912 8287 0,'1'0'736'0,"-1"0"-592"0,0 0-144 0,0 0 0 16,0 0 1232-16,0 0 224 0,0 0 32 0,0 0 16 15,0 0 624-15,0 0 128 0,-1 0 32 0,1 0 0 16,0 0-352-16,0-2-64 0,0 0-16 0,0 0 0 31,1-1-576-31,-1-1-128 0,1 1-32 0,-1-2 0 0,0 0-304 0,0 1-64 0,0 0-16 0,-1 1 0 16,0 0-128-16,-1 1-32 0,-1-2 0 0,-1 3 0 15,1-1-160-15,-2 2-32 0,0 0-16 0,-1 2 0 16,-2 1-112-16,1 1-32 0,-1 1 0 0,-1 0 0 0,2 2-224 0,-1-1 128 16,-1 2-128-16,2 1 0 0,0 1 0 0,1 0 128 15,6-10-128-15,-11 22 0 16,11-22 0-16,-10 25 128 0,10-25-128 0,-6 24 0 0,6-24 320 0,0 0-48 15,-5 31 0-15,5-31 0 0,0 0-96 0,0 0-32 32,0 0 0-32,7 35 0 0,-7-35-144 0,0 0 0 0,0 0 144 0,0 0-144 0,30 7 0 0,-30-7 0 15,20-2 0 1,-10-3 0-16,2 0 0 0,-1 2 0 0,1-3 0 0,0 1 0 16,1-2-384-1,0 0-64-15,0-2 0 0,-2 1 0 0,1 1-1984 0,-2 0-416 0</inkml:trace>
  <inkml:trace contextRef="#ctx0" brushRef="#br3" timeOffset="-38485.47">17514 10975 911 0,'0'0'0'0,"0"0"0"0,0 0 0 0,0 0 0 15,0 0 2864-15,0 0 480 0,0 0 112 0,0 0 0 16,0 0 896-16,0 0 160 0,0 0 32 0,0 0 16 16,0 0-1728-16,38 18-336 0,-38-18-80 0,26-4-16 15,-11 1-1440-15,0-1-272 0,1-3-64 0,-1 2-16 16,0-3-416-16,0 1-192 0,0-1 160 0,-1 0-160 0,-1-1 0 0,-1 1 0 15,-1 1 0-15,-2 0 0 0,-1 0 0 0,-2 0 0 16,-2 0-208-16,-1 0 64 16,-1 0-352-16,-4 0-64 0,-1-1-16 0,-3 2 0 15,0 0-128-15,-3 0-48 0,-2 1 0 0,-2 2 0 16,0 1 256-16,-1 2 48 0,-2 2 16 0,2 5 0 0,2-2 256 0,0 3 176 16,-1 3-208-16,1 3 80 0,0 1 512 0,1 3 96 15,1 1 32-15,2-1 0 0,8-18 240 0,-11 39 48 0,11-39 16 0,-2 34 0 16,2-34-80-16,0 0-16 0,15 35 0 0,-15-35 0 15,0 0-400-15,30 14-64 16,-30-14-32-16,30 0 0 0,-14-5-96 0,1 1 0 0,0-3-128 0,1-2 192 16,-1 1-384-16,0-4-96 0,1 2-16 0,-1-3-18208 15</inkml:trace>
  <inkml:trace contextRef="#ctx0" brushRef="#br3" timeOffset="-37915.82">18104 10924 20271 0,'0'0'896'0,"0"0"192"0,0 0-880 0,0 0-208 16,0 0 0-16,14-2 0 0,-13 1 1184 0,1 0 192 15,0-1 32-15,0-1 16 0,1-2 688 0,0 3 128 16,-1-3 16-16,-1 0 16 0,0-1-768 0,0 0-160 16,-1 2-16-16,0-3-16 0,0 0-832 0,-1-1-160 15,-2 2-48-15,0-2 0 0,-2 1-272 0,0 2 0 16,-1-1 0-16,-1 1 0 0,0 2 0 0,0 2 0 15,-1 1 0-15,-2 1 0 0,1 2 0 0,-1 2 0 16,1 1-192-16,-1 2 192 0,2-1 0 0,-1 4 0 16,-1-1 0-16,1 4 0 0,0 0 0 0,0 0 0 0,-1 1 0 15,2 0 0-15,8-15 0 0,-12 30 0 16,12-30 0-16,-7 25 0 0,7-25 224 0,0 0-16 0,0 0 0 0,2 30 0 16,-2-30-48-16,0 0-16 0,0 0 0 0,0 0 0 15,0 0-144-15,33-1 0 0,-25-3 0 0,0-4 128 16,2 2-128-16,-2-2 0 0,2-1 144 0,1-3-144 15,1 0-176-15,0-2-96 0,1 0-32 0,0-1 0 16,-1 1-176 0,1 0-32-16,-2 0-16 0,0-2 0 0,0 1-32 15,-1-2 0-15,-1 1 0 0,-1-3 0 0,-2 2 80 0,-1 1 16 0,-1 0 0 0,-1 3 0 16,-1-1 320-16,-1 3 144 0,-1 3-128 0,-1 1 128 16,0 1 0-16,0 1 144 0,-1 1 0 0,-1 2 0 0,1 0 464 0,-1 0 96 15,0 0 0-15,1 2 16 0,-1 0-32 0,0 2-16 16,-1 1 0-16,1-1 0 0,3-2-240 0,-7 9-48 15,7-9-16-15,0 0 0 16,-9 14-176-16,9-14-16 0,0 0-16 0,-8 31 0 0,8-31-16 0,-5 28 0 16,5-28 0-16,-5 36 0 0,5-36 16 0,-5 40 0 15,5-40 0-15,-4 43 0 0,4-43 32 0,2 40 0 16,-2-40 0-16,5 36 0 0,-5-36-64 0,0 0 0 16,19 39 0-16,-19-39 0 0,0 0-128 0,0 0 0 15,32 26 0-15,-32-26 0 16,0 0-352-16,24-1-48 0,-16-4-16 0,-1-2-12192 0,2 0-2432 0</inkml:trace>
  <inkml:trace contextRef="#ctx0" brushRef="#br3" timeOffset="-37534.92">18325 10895 15663 0,'-2'1'688'0,"0"-1"144"15,1 2-656-15,0-2-176 0,1 0 0 0,0 0 0 0,0 0 2048 0,0 0 368 0,0 0 80 0,0 0 0 0,0 0 704 0,0 0 128 16,0 0 16-16,0 0 16 15,0 0-1840-15,24 31-368 0,-24-31-80 0,0 0-16 0,30-2-704 16,-30 2-144-16,22-5-16 0,-11 1-16 0,1-2-176 0,-2 2 0 16,1-3 0-16,-2 0 128 15,-1-1-128-15,-1 2 0 0,-1-1 0 0,-2 2 0 16,-1-3 0-16,-1 0 0 0,-3 1 0 0,0-1 0 16,-3 2-240-16,0-2-16 0,-2 3-16 0,-1-2 0 15,-3 2-400-15,-1 1-80 0,0 3-16 0,-1-1 0 16,0 4-64-16,1-1-32 0,2 3 0 0,-1 1 0 0,1 2 640 0,0 0 224 15,-1 2-144-15,1 2 144 0,9-11 512 0,-15 25 192 0,15-25 48 0,-13 28 0 16,13-28 144-16,-8 31 48 16,8-31 0-16,0 0 0 15,-2 39-432-15,2-39-96 0,0 0-16 0,0 0 0 0,16 37-96 0,-16-37-32 0,0 0 0 0,0 0 0 16,34 15-144-16,-34-15-128 0,22-1 192 0,-22 1-192 16,25-5 0-16,-13-1 0 0,1 1 0 0,0-2 0 15,1-3-320 1,-2 3-128-16,0 0-32 0,-1-2 0 0,-2 2-1552 0,0 1-304 15</inkml:trace>
  <inkml:trace contextRef="#ctx0" brushRef="#br3" timeOffset="-36602.19">18615 10916 15663 0,'0'0'1392'0,"0"0"-1120"16,0 0-272-16,0 0 0 0,0 0 1552 0,0 0 256 15,-8 8 48-15,8-8 16 0,0 0 656 0,0 0 128 16,0 0 32-16,-10 10 0 0,10-10-768 0,0 0-160 16,0 0-32-16,10-2 0 0,-5-1-896 0,2-1-192 0,0 0-48 0,2 1 0 15,1-3-416-15,-1 2-176 0,1-1 128 0,-1 0-128 16,2-1 0-16,-2 0 0 0,-1 2 0 0,0-1 0 15,-1 0 0-15,1 1 0 16,-3-1 0-16,1 0 0 0,-3 1-144 0,0 1 144 16,-2 0 0-16,0 1 0 0,-1 1 0 0,-2 0-128 0,0 1 128 0,-1 0 0 15,-2 0 0-15,0 1 0 0,1 0 0 0,-3 2 0 16,3 0 0-16,-3 1 0 0,2 0 0 0,5-4 0 16,-10 10 0-16,10-10 0 0,-11 13 0 0,11-13 0 15,-13 15 144-15,13-15-144 0,-14 18 128 0,14-18-128 0,-16 20 176 0,16-20-48 16,-14 23-128-16,14-23 192 0,-15 23 0 0,15-23 0 15,-11 19 0-15,11-19 0 16,0 0-32-16,-9 25-16 0,9-25 0 0,0 0 0 0,0 0-144 0,0 0 0 16,0 0 0-16,0 0 0 0,0 0 0 0,0 0 0 15,0 0 0-15,0 0 0 0,20-2 0 0,-17-5 0 16,3 0 0-16,-1-3-176 0,1-1-64 0,1 1-16 16,0-2 0-16,1 0 0 15,-1 3 48-15,0-3 0 0,2 2 0 0,-3 1 0 0,0 2 208 0,0-2-176 0,2 1 176 16,-2 1-160-16,1 0 160 0,-1 2 0 0,1 1 0 0,-2-1 0 15,1 2 0-15,-1-1 0 16,2 2 0-16,-2 0 0 0,-5 2 0 0,12-3 0 0,-12 3 0 0,0 0 128 16,0 0 32-1,22-1 16-15,-22 1 0 0,0 0 0 0,0 0-32 0,0 0 0 16,26 4 0-16,-26-4 0 0,0 0-16 0,0 0 0 0,0 0 0 0,0 0 0 16,27 32-128-16,-27-32 192 0,0 0-192 0,0 0 192 15,5 36-192-15,-5-36 128 0,0 0-128 0,-7 28 128 16,7-28-128-16,-10 20 128 0,10-20-128 0,-11 20 128 15,11-20-128-15,-10 17 0 0,10-17 0 0,0 0 0 0,-10 13 0 0,10-13 0 16,0 0 0-16,0 0 0 16,0 0 0-16,0 0-224 0,-2 0 32 0,4-3 0 15,1 0-1088-15,0-3-192 0</inkml:trace>
  <inkml:trace contextRef="#ctx0" brushRef="#br3" timeOffset="-36268.18">19016 10796 5519 0,'2'-4'496'0,"0"2"-496"0,0-1 0 15,-1 1 0-15,0 1 2816 0,-1 1 480 0,0 0 96 0,6-4 0 16,-4 2 80-16,3-3 16 0,-1 2 0 0,-1 1 0 16,-3 2-1424-16,0 0-272 0,0 0-64 0,0 0-16 15,0 0-944-15,0 0-192 16,0 0-48-16,0 0 0 0,-6 31-336 0,6-31-192 0,-10 20 192 0,10-20-192 31,-11 25 128-31,11-25-128 0,-12 28 0 0,12-28 0 0,-13 29 192 0,13-29-192 16,-9 28 192-16,9-28-192 0,0 0 304 0,-4 30-48 0,4-30-16 0,0 0 0 15,0 0-96 1,0 0-16-16,0 0 0 0,0 0 0 0,0 0 0 0,26 26-128 16,-26-26 192-16,13-3-64 0,-13 3-128 0,13-7 0 15,-4 4 144-15,-1-2-144 0,2-2 0 0,0 1 0 16,-1 0 0-16,0-1-128 15,0-1-512-15,-1 2-80 0,-2 0-32 0,0 1 0 16,-2 1-1264-16,-1 0-256 0,1-1-48 0,-2 0-12320 0</inkml:trace>
  <inkml:trace contextRef="#ctx0" brushRef="#br3" timeOffset="-36062.64">18958 10830 26719 0,'0'0'1184'0,"0"0"240"0,0 0-1136 0,0 0-288 0,0 0 0 0,0 0 0 16,0 0 2240-16,0 0 400 0,0 0 80 0,0 0 16 16,0 0-1072-16,0 0-192 0,0 0-64 0,11 36 0 15,-11-36-832-15,0 0-160 0,24 4-32 0,-24-4-16 16,23-2-176-16,-10-1-48 0,2-2 0 0,3 1 0 16,0-3-144-16,-2 2 0 0,2-2 0 0,-1 0 0 31,0 2-416-31,-1 0-160 0</inkml:trace>
  <inkml:trace contextRef="#ctx0" brushRef="#br3" timeOffset="-34083.26">19657 10831 911 0,'0'-1'0'0,"0"-1"0"0,0 1 0 0,0 1 0 15,-1-2 448-15,1 2 0 0,1-2 0 0,-1 1 0 16,0-2 576-16,1 0 112 0,1-2 16 0,0 0 16 16,0 1 560-16,0-1 96 0,0 1 32 0,0-1 0 15,1 1-16-15,0 0 0 0,0-1 0 0,-1-2 0 16,-1 5-16-16,1-3 0 0,0 2 0 0,-1 1 0 0,0 0-48 0,-1 2-16 15,0 0 0-15,-1 0 0 0,1 0-496 0,-1 2-112 16,1-2 0-16,0 0-16 16,0 0-368-16,-7 14-80 0,7-14-16 0,0 0 0 0,-9 24-304 0,9-24-64 15,-11 24-16-15,11-24 0 0,-11 30-144 0,4-12-16 16,-1 3-128-16,-2 1 192 0,2 1-48 0,-2-1-16 16,-2 3 0-16,1-1 0 0,1-1-128 0,0-1 128 15,2-3-128-15,8-19 128 0,-12 29-128 0,12-29 0 0,0 0 144 16,-8 25-144-16,8-25 0 0,0 0 0 0,0 0 0 0,0 0 0 15,0 0 0-15,16-5 0 0,-11-1 0 0,2-2 0 16,-1 1-288-16,1-4-80 0,0 1-16 0,1-4 0 31,-1 0-992-31,0-1-208 0,-1-2-32 0,0-1-16 0,-1-2-656 16,-1 0-128-16,0 0-16 0,-2-1-16 0,0 2 624 0,0-2 128 16,0 2 32-16,0 2 0 0,0 0 1296 0,-1 4 368 15,1 3 0-15,-1 1-144 0,1 1 1200 0,0 2 240 0,0 1 48 0,1 1 16 16,0 1 256-16,0 0 48 0,2 1 16 0,0 1 0 15,-5 1-320-15,0 0-64 0,23 0-16 16,-23 0 0-16,0 0-96 0,31 6-32 0,-31-6 0 0,0 0 0 0,37 9-640 0,-37-9-128 16,0 0-16-16,39 9-16 0,-39-9-176 0,0 0-48 15,37 12 0-15,-37-12 0 0,0 0-128 0,0 0 0 16,34 22 144-16,-34-22-144 0,0 0 0 0,0 0 0 16,0 0 0-16,3 33 0 0,-3-33 0 0,-12 16 0 15,4-9 0-15,-3 1 0 0,0-1 0 0,-2 0 0 16,-1 0 0-16,-1 0 128 0,0-3-128 0,-1 2 0 0,0-2 0 0,-1-2 0 15,1 1 0-15,1 0-256 16,2-1 64-16,2-1 0 16,4 0-304-1,0 1-64-15,4-2-16 0,1 1 0 0,2-1-1600 0,0 0-336 0,0 0-64 0,0 0-11936 0</inkml:trace>
  <inkml:trace contextRef="#ctx0" brushRef="#br3" timeOffset="-33367.46">19913 10960 22111 0,'0'0'976'0,"0"0"208"0,0 0-944 0,0 0-240 16,0 0 0-16,0 0 0 0,0 0 2192 0,29 7 400 0,-29-7 80 0,17-4 16 0,-5 1-496 0,-1 1-80 16,0-3-32-16,-1-1 0 0,1 0-1200 0,-2-2-240 15,0 0-64-15,-1 1 0 0,0-2-320 0,-2 1-80 16,1-2-16-16,-3 1 0 16,-1-1-160-16,-1 3 0 0,-1-1 0 0,-1 2 0 0,-2 1 0 0,-1 1 0 15,0 1 0-15,-4 3 0 0,1 0 0 0,-2 3-224 16,-1-1 80-16,-1 2 16 0,-1 2 128 0,-1 0-208 31,-1 4 80-31,-1 0 128 0,0 1 0 0,-1 1 0 16,0 3 0-16,0-1 0 0,1 2-128 0,1-1 128 0,0 2 0 0,2-1 0 15,1-2 0-15,10-14 0 0,-13 24 0 0,13-24 0 16,0 0 0-16,0 0 0 0,0 0 0 0,0 0 0 16,0 0 0-16,0 0 0 0,32 24 0 0,-21-29 0 15,1 0 0-15,3-4 0 0,0 1 0 0,3-4 0 16,1 1-304-16,-2-1-32 0,1 0-16 0,-1 0 0 15,-2 0-400 1,0 0-80-16,-1 1 0 0,-2 1-16 0,-1 3 336 0,-2-1 80 0,-3 4 16 0,1-3 0 16,-3 4 416-16,-1 0 0 0,-1 2 0 0,-2 1-128 15,0 0 384-15,0 0 64 0,0 0 32 0,-7 5 0 0,7-5 224 0,0 0 64 16,-9 13 0-16,9-13 0 0,-8 15-208 0,8-15-48 16,-9 21 0-16,9-21 0 0,-10 27-128 0,10-27-16 15,-8 30-16-15,8-30 0 0,0 0-32 0,-5 33-16 16,5-33 0-16,0 0 0 0,0 0-176 0,0 0 160 15,0 0-160-15,0 0 160 0,0 0-160 0,25 24 0 16,-25-24 0-16,14-9 0 0,-6 4 0 0,1-5 0 16,0 1 0-16,1-2 0 0,1 1 0 0,2-4 0 15,1 2 0-15,1-3-176 0,0 1 176 0,0 0-160 16,2-1 160-16,-3 3-160 0,0 1 160 0,-1 1 0 0,1-1-144 0,-1 3 144 16,-2 2 0-16,0 3 0 0,-11 3 0 0,19-2 0 15,-19 2 0-15,0 0 0 0,0 0 0 0,0 0 0 16,26 35 0-16,-26-35 208 0,0 0-48 15,4 41-16-15,-4-41-144 0,-4 35 160 0,4-35-160 0,-7 34 160 16,7-34-160-16,-12 32 0 0,12-32 144 0,-11 24-144 16,11-24 0-16,-10 17 144 0,10-17-144 0,-8 9 0 15,8-9 128-15,-6 2-128 0,4-2 0 0,0-2 0 16,2-2 0-16,0-1 0 0,0 0 0 0,2-4 0 16,2 1 160-16,0-1-160 0,1-3 128 0,2-2-128 0,1 0 128 0,1-1-128 15,1-2 128-15,1 1-128 0,1-3 0 0,1 2 0 16,0 1 0-16,1-1 0 0,1 1 0 0,-1 2 0 15,0 4-144-15,-1 1 144 0,0 1-288 0,-2 4 48 16,1-1 16-16,-1 2 0 16,-11 3-352-16,20-2-80 0,-20 2-16 0,0 0-17216 0</inkml:trace>
  <inkml:trace contextRef="#ctx0" brushRef="#br3" timeOffset="-32990.49">20878 10771 35935 0,'-7'-3'1600'0,"5"3"320"0,0 0-1536 0,-1-1-384 0,1 1 0 0,0 0 0 15,0 0 0-15,0 1-208 0,-3-1 16 0,-1 2 16 16,-2 1-240-16,1-1-48 0,1 1-16 0,1 1 0 16,5-4 1296-16,0 0 256 0,-11 14 48 0,11-14 16 15,0 0-448-15,0 0-96 16,-7 29-16-16,7-29 0 0,0 0-240 0,-11 32-48 0,11-32-16 0,-10 26 0 0,10-26 80 0,-15 30 16 15,15-30 0 1,-20 34 0-16,20-34-160 0,-21 35-16 0,9-17-16 0,1-3 0 0,11-15-176 0,-20 33 192 16,20-33-192-1,-13 22 192-15,13-22-192 0,0 0 0 0,0 0 0 0,-7 28 128 0,7-28-128 0,0 0 0 32,0 0 0-32,0 0 0 0,21 2 0 0,-11-7 0 0,0 0 0 0,2-3 0 0,2 0 0 0,0-2 0 15,0 1-176-15,2-3 176 0,1 0-256 0,-1-1 48 16,-1 3 0-16,-2-1 0 15,0 0-240-15,-1 4-64 0,-2 0 0 0,-2 0 0 16,-2 2-1024-16,-2-1-192 0,0 2-64 0,-3 1 0 16,-2 0-1344-16,-2 0-256 0,-1 1-64 0,-2-1-16 15,-1 1-368-15,-4 2-64 0</inkml:trace>
  <inkml:trace contextRef="#ctx0" brushRef="#br3" timeOffset="-32806.4">20539 10910 16575 0,'-9'2'736'0,"5"-1"160"15,1 1-720-15,3-2-176 0,0 0 0 0,0 0 0 0,0 0 3264 0,0 0 608 0,0 0 128 0,0 0 32 32,26 12-1024-32,-26-12-192 0,31 5-32 0,-11-5-16 0,0 0-1744 0,1-2-368 0,3-1-64 0,0 0-16 0,1-1-320 15,0-3-80-15,-1 2-16 0,-2-2 0 16,0 0-160-16,-3-1 0 16,0 2 0-16,-3-2 0 15,-1 2-640-15,-1 0-96 0,-2 0-32 0,0 1-17856 16</inkml:trace>
  <inkml:trace contextRef="#ctx0" brushRef="#br3" timeOffset="-32451.67">21083 10792 23951 0,'3'-2'2128'0,"-1"2"-1696"0,1-2-432 0,-1 1 0 16,-2 1 1472-16,0 0 224 0,8-2 32 0,-1 1 16 16,2-2-240-16,0 2-48 0,-9 1-16 0,13-2 0 15,-13 2-288-15,0 0-64 0,0 0-16 0,0 0 0 16,0 0-624-16,0 0-112 0,-11 10-16 0,3-6-16 15,-1-2-304-15,-3 3 0 0,-2 0 0 0,-1-1 0 16,0 4 128-16,0-4-128 0,2 3 0 0,1 0 0 16,2-2 176-16,2 1-32 0,8-6 0 0,-10 9 0 15,10-9 144-15,0 0 32 0,0 0 0 0,0 0 0 16,0 0-48-16,0 0 0 0,0 0 0 0,32 21 0 0,-32-21-80 0,0 0 0 16,33 7-16-16,-33-7 0 0,29 7-32 0,-29-7 0 15,29 9 0-15,-29-9 0 16,28 14-144-16,-28-14 0 0,0 0 0 0,32 27 128 0,-32-27-128 0,0 0 0 15,21 26 0-15,-21-26 0 0,0 0 0 0,0 0 0 16,0 0 0-16,2 36 0 0,-2-36 0 0,-12 11 0 16,12-11 0-16,-20 11 0 0,8-8 0 0,-5 0 0 15,-2-1 128-15,-5-2-128 0,3-2 0 0,-1 0 0 16,0-1 0-16,3-3-176 16,1 0-336-16,4 0-80 0</inkml:trace>
  <inkml:trace contextRef="#ctx0" brushRef="#br3" timeOffset="-29288.55">21822 10866 12895 0,'2'-3'1152'0,"-1"1"-928"0,0 1-224 0,0 1 0 0,0-2 656 0,-1 2 96 0,1-1 16 0,-1 0 0 0,1 1 1136 0,1-4 224 15,-1 3 48-15,1-4 16 16,-1 4 112-16,0-2 0 0,0 0 16 0,0-1 0 15,1 1-896-15,-1-2-176 0,0 0-32 0,0 1-16 16,1-3-448-16,0 2-96 0,-1-2-16 0,0 0 0 16,0-1-368-16,0 2-80 0,-2-2 0 0,0 2-16 15,0 0-48-15,-2 0-128 0,0 0 192 0,0 2-64 16,-3 2-128-16,1-1 160 0,-3 1-160 0,-1 4 160 0,-1 1-160 0,-2-1 128 16,-2 5-128-16,-2 2 128 0,0 0-128 0,0 2 0 15,0 3 0-15,-1 0 0 0,1 2 0 0,0 2 0 16,1 2-144-16,1 0 144 0,0 1 0 0,1 0 0 15,1 1-128-15,1-3 128 0,0 0 0 0,11-19 0 16,-11 30 0-16,11-30 0 0,0 0 0 0,-3 31 0 16,3-31 0-16,0 0 0 0,0 0 0 0,0 0 0 15,0 0 0-15,32 24 0 0,-32-24 0 0,0 0 144 16,30 0-144-16,-30 0 128 0,26-5 0 0,-11 0 0 0,2 0 0 16,2 1 0-16,0-3-128 0,1 2 0 0,-1-2 0 15,0 1 0-15,0 0-192 0,0 1-32 0,-1-2 0 0,1 0 0 16,-2 2 80-16,1-2 16 0,-2 0 0 0,-2 2 0 15,-1-2 0-15,-2 2 0 0,-2-1 0 0,-2 1 0 16,-1 1 128-16,-2 1-128 0,0-2 128 0,-3 0-128 16,0 3 128-16,-1-1 0 0,-1-1 0 0,0 1 0 15,-1 3 0-15,-1-1 0 0,-1 1 0 0,1 1 128 16,0-1 64-16,-1 2 0 0,0 1 16 0,1 2 0 16,3-5-32-16,-9 7-16 0,9-7 0 0,-7 14 0 0,7-14-32 0,0 0-128 15,-9 27 192-15,9-27-64 0,0 0-128 0,-7 34 128 16,7-34-128-16,0 0 128 15,2 36-128-15,-2-36 0 0,0 0 144 0,0 0-144 0,18 37 0 0,-18-37 144 16,0 0-144-16,0 0 0 0,33 8 192 0,-33-8-192 16,18-7 192-16,-7 3-192 0,-1-2 128 0,1-3-128 15,0 1 0-15,0-3 0 0,1-1 0 0,-1 1 0 16,0-2 0-16,-1 0-192 0,-1 0-128 0,-2-1-32 16,-2 2 0-16,-1-2 0 15,-2 2-208-15,-1 0-32 0,-3 0-16 0,-1-1 0 16,-2 3 144-16,0 3 16 0,-1 0 16 0,-2 2 0 15,1 5-16-15,-3 0 0 0,1 2 0 0,-1 1 0 0,0 2 448 0,-1 1 0 0,2 3 0 16,-1-1 176-16,1 1 112 0,9-9 32 0,-15 20 0 0,15-20 0 16,-12 18 16-16,12-18 16 0,0 0 0 0,0 0 0 15,0 0 48-15,0 0 16 0,0 0 0 0,0 0 0 16,0 0 32-16,32 24 16 0,-22-26 0 0,2-3 0 16,0 0-256-16,1 1-48 0,2-4-16 0,0 2 0 15,1-2-144-15,-1 1 0 0,1-2 0 0,1 1 0 16,-1 2 0-16,0-4 0 0,-1 3 0 0,1 1 0 15,-1 0 0-15,-1-1 0 0,-2 3 0 0,-1-1 0 16,-2 2-128-16,1 1 128 0,-3 0 0 0,-7 2 0 0,13-2 0 16,-13 2 0-16,0 0 0 0,0 0 0 15,0 0 0-15,0 0 0 0,0 0 0 0,0 0 0 0,0 0 0 0,0 0 192 16,0 0-64-16,1 37 0 0,-1-37 0 0,-10 15-128 16,10-15 192-16,-15 23-64 0,6-11-128 0,-1 2 0 15,1-2 0-15,1 0 128 0,-1 0-128 0,0-1 160 16,9-11-160-16,-13 17 160 0,13-17-160 0,0 0 0 15,-10 17 0-15,10-17 128 0,0 0-128 0,0 0 0 16,0 0 0-16,0 0 0 0,10-7 0 0,-5 2 0 16,2-2 0-16,1 0 0 0,2-3 0 0,-1 1 0 15,1-1 0-15,1-2 0 0,2 0-208 0,-1 1 16 0,1-1 16 16,-1 0 0-16,0 0 176 0,-1 0-192 0,-1 3 192 0,0 2-192 16,-1-1 192-16,-3 4 0 0,1-1 0 0,-2 2 0 15,0 1 0-15,-5 2 0 0,0 0 0 0,0 0 0 16,0 0 176-16,0 0 16 15,0 0 0-15,0 0 0 0,6 36 0 0,-6-36 0 0,0 0 0 0,-13 35 0 16,13-35-192-16,-11 26 160 0,11-26-160 0,-14 25 160 16,14-25-160-16,-12 21 192 0,12-21-192 0,-10 19 192 15,10-19-192-15,0 0 0 0,-9 16 0 0,9-16 128 16,0 0-128-16,0 0 0 0,0 0 0 0,0 0 0 0,0 0 0 16,0 0 0-16,0 0 0 0,15-7 0 15,-9 1-592-15,1-2-48 0,2 1-16 0,0-3-17840 16</inkml:trace>
  <inkml:trace contextRef="#ctx0" brushRef="#br3" timeOffset="-28918.68">22784 10775 10127 0,'1'-5'448'0,"-1"3"96"0,1 0-544 0,0 0 0 0,-1 1 0 0,0 1 0 16,0-2 0-16,0 0 0 15,0 1-192-15,-1-2 48 0,0 0 1520 0,-1 0 304 0,0 3 64 16,0-2 16-16,0 1-208 0,0 1-32 16,2 0-16-16,-3 1 0 0,3-1-736 0,0 0-128 15,-7 5-48-15,7-5 0 0,0 0 1136 0,-9 9 240 16,9-9 32-16,-9 7 16 0,9-7-144 0,-11 12-16 16,4-5-16-16,-1 0 0 0,0 3-864 0,0-1-160 0,8-9-48 0,-17 24 0 15,17-24-384-15,-18 28-64 0,18-28-32 0,-19 29 0 16,19-29-144-16,-19 31-16 0,8-12-128 0,11-19 192 15,-19 30-64-15,19-30 0 0,-13 26-128 0,13-26 192 16,0 0-192-16,0 0 0 0,-6 31 128 0,6-31-128 0,0 0 0 0,0 0 0 31,0 0 0-31,25 5 0 0,-17-7 0 0,1-1 0 0,1-2 0 0,1-1 0 0,0 0 0 0,0 0-128 16,0 1 128 0,0-2-160-16,0-1-144 0,-1 0-16 0,1 1-16 0,-2 1 0 15,-2-1-1040-15,1 1-208 0,-2 0-32 0,-1 2-16 31,-1-1-1344-31,-2 0-272 0</inkml:trace>
  <inkml:trace contextRef="#ctx0" brushRef="#br3" timeOffset="-28705.57">22524 10868 20271 0,'-7'2'896'0,"3"-2"192"0,1 2-880 0,1-1-208 0,1 1 0 0,1-2 0 16,0 0 2112-16,0 0 368 0,0 0 80 0,0 0 0 15,0 0 160-15,0 0 32 0,31 19 0 0,-31-19 0 16,26 2-1648-16,-26-2-320 0,33 0-64 0,-13-2-16 16,1-1-384-16,0-1-64 0,2 0-32 0,-2-1 0 15,-1 0-224-15,1 0 0 0,-1 0 0 0,0-1 0 0,-2 0 0 0,0 0 0 16,0 0-144-16,-2 1 144 16,0 1-880-16,-2-1-80 0,-3 2 0 0,-2 1-11056 15,0 0-2192-15</inkml:trace>
  <inkml:trace contextRef="#ctx0" brushRef="#br3" timeOffset="-27997.98">22982 10866 4607 0,'0'0'400'0,"0"0"-400"15,0 0 0-15,0 0 0 0,0 0 2880 0,0 0 480 16,0 0 96-16,0 0 32 0,28 6-560 0,-28-6-112 16,20-2-32-16,-10 2 0 0,1-2-768 0,-2-1-160 0,0-1-16 0,-1 1-16 15,-1-1-1056-15,-1-1-192 0,-1 1-64 0,-1-1 0 16,0-1-512-16,-2 2 0 15,-1-3 0-15,-1 2 0 0,-1 0 0 0,-2-2-224 0,0 2 64 0,-2 0 16 32,1 2-304-32,-2 0-48 0,0 1-16 0,-1 1 0 0,0 1 512 0,-1 3 0 0,0-1 208 0,0 0-64 15,-1 3 400-15,0 2 80 0,0-2 16 0,0 4 0 16,9-9 64-16,-18 19 32 0,7-4 0 0,0 1 0 0,11-16-160 0,-23 33-16 16,23-33-16-16,-21 34 0 0,21-34-208 15,-14 28-32-15,14-28-16 0,0 0 0 0,-7 28-288 0,7-28 160 16,0 0-160-16,0 0 128 15,0 0-128-15,0 0 0 0,0 0 0 0,30 5 0 0,-20-7 0 0,0-6 0 16,2 2 0-16,1-2 0 0,0-1-208 0,1-2-32 16,1 1 0-16,-1-1 0 15,-1 0-208-15,0 1-64 0,-1-1 0 0,-1 2 0 0,-2 1 96 16,-1 1 16-16,-1 2 0 0,-3 1 0 16,0 1 400-16,-4 3 0 0,0 0 0 0,0 0 0 0,0 0 224 0,0 0 128 15,0 0 32-15,0 0 0 0,-16 24 80 16,16-24 32-16,-14 20 0 0,14-20 0 0,-15 24-288 15,15-24-48-15,-14 27-16 0,14-27 0 0,-9 26 32 0,9-26 0 0,0 0 0 0,0 0 0 16,3 34 0-16,-3-34 0 0,0 0 0 0,0 0 0 16,31 9-48-16,-31-9-128 0,22-6 192 0,-10 1-64 15,0-1-128-15,0 2 0 0,1-3 144 0,0 0-144 16,2-1 0-16,0-2 0 0,0 1 0 0,0 0-192 16,-1-2 48-16,0 0 0 0,-1 2 0 0,-2-2 0 15,1 3 144-15,-2-4-160 0,0 3 160 0,-3 2-160 0,0-1 160 0,-2 2 0 16,-2 1 0-16,0 2 0 0,-1 1 0 0,-2 0 0 15,0 2 0-15,0 0 0 0,0 0 0 0,0 0 128 16,0 0-128-16,0 0 176 0,0 0-16 16,0 0 0-16,-8 28 0 0,8-28 0 15,0 0-160-15,0 0 0 0,0 0 0 0,0 0 0 0,0 0 0 0,0 0 0 32,5 38 0-32,-5-38 0 0,0 0 0 0,0 0 0 0,0 0 0 0,-1 38 0 15,1-38 0-15,0 0 0 0,0 0 0 0,-10 38 0 0,10-38 0 0,0 0 0 0,-10 27 0 0,10-27 0 31,0 0 0-31,0 0 0 0,-11 25 0 0,11-25 0 16,0 0 0-16,0 0-272 0,0 0 64 0,0 0 16 16,0 0-1456-1,7-8-272-15</inkml:trace>
  <inkml:trace contextRef="#ctx0" brushRef="#br3" timeOffset="-27794.42">23373 10718 26719 0,'0'0'2368'0,"0"0"-1888"16,0 0-480-16,0 0 0 0,0 0 1280 0,0 0 176 16,0 0 16-16,0 0 16 0,0 0 384 0,0 0 80 15,-3 40 16-15,3-40 0 0,0 0-1008 0,0 0-208 16,0 0-48-16,13 41 0 0,-13-41-464 0,0 0-112 16,0 0 0-16,0 0-128 0,0 0-128 0,27 17-144 15,-27-17-32-15,8 0-18112 0</inkml:trace>
  <inkml:trace contextRef="#ctx0" brushRef="#br3" timeOffset="-27021.08">23485 10884 22111 0,'0'0'1968'0,"0"0"-1584"0,0 0-384 15,0 0 0-15,0 0 1856 0,0 0 272 0,0 0 64 0,0 0 16 16,2-2 176-16,-2 2 48 0,0 0 0 0,0-2 0 15,0 2-1408-15,0 0-288 0,0 0-48 0,0 0-16 16,0 0-368-16,0 0-80 16,-13 11-16-16,13-11 0 0,0 0-64 0,-14 17-16 0,14-17 0 0,0 0 0 0,-19 29 0 0,19-29-128 15,-15 25 192-15,15-25-64 16,-14 26-128-16,14-26 0 0,-12 26 144 0,12-26-144 0,0 0 128 0,-14 34-128 16,14-34 160-16,0 0-160 0,0 0 0 0,0 0 0 15,0 0 0-15,0 0 0 0,0 0 0 0,0 0 128 16,0 0-128-16,0 0 0 15,0 0 0-15,0 0 0 0,17-4 0 0,-13-4 0 0,1-1 0 0,-1-1 0 16,1 1 0-16,1-3 0 16,0 1 0-16,0-1 0 0,1-1 0 0,0 1 0 0,0 0 0 15,0-2 0-15,1 2 0 0,0-2 0 0,-1 2 0 0,0 0 0 16,-1 0 0-16,2 1 0 16,-3 2 0-16,3 1 0 0,-2 1 0 0,2 2 0 0,-2 1 0 0,1 1 0 15,-1 1 0-15,0-1 0 0,-1 3 0 16,0-2 0-16,-5 2 0 0,0 0 0 0,0 0 0 0,0 0 0 15,0 0 0-15,25 14 0 0,-25-14 0 0,0 0 0 0,0 0 0 0,0 0 0 16,16 40 0-16,-16-40 0 0,0 0 0 0,4 36 144 16,-4-36 48-16,0 0 16 0,0 43 0 15,0-43 0-15,0 0-208 0,-4 37 176 0,4-37-176 0,0 0 160 16,-9 34-160-16,9-34 0 0,0 0 144 0,-14 26-144 16,14-26 0-16,0 0 0 15,-15 14 0-15,15-14 0 0,0 0 0 0,0 0 0 0,-14 10 0 0,14-10 0 31,-5-2-352-31,5 2-96 0,-2-5 0 0,2 2-18944 0</inkml:trace>
  <inkml:trace contextRef="#ctx0" brushRef="#br3" timeOffset="-25058.93">24126 10742 9215 0,'3'-2'816'0,"0"-1"-656"15,0 3-160-15,-1 0 0 0,-1 0 976 0,1-2 176 16,0 2 16-16,3-3 16 0,3 0 1040 0,-1-1 208 16,0 2 32-16,0-1 16 0,-3 1-16 0,-2 1 0 15,0 0 0-15,-2 1 0 0,0 0-1008 0,0 0-208 16,0 0-32-16,-10 9-16 0,10-9-576 0,-13 12-112 16,5-4-32-16,-3 2 0 0,1 1-96 0,-2 1 0 15,-2 2-16-15,-2 2 0 0,2 1-176 0,-2 2-16 0,-1 0-16 16,2 0 0-16,1-2-32 0,14-17 0 0,-18 28 0 0,18-28 0 15,0 0 0-15,-14 35 0 0,14-35 0 16,0 0 0-16,0 0-128 0,0 0 0 0,0 0 0 16,13 35 0-16,-13-35 144 0,0 0 0 0,26 6 0 0,-26-6 0 15,22 0 16-15,-22 0 0 0,23-2 0 0,-10-1 0 16,1 1-160-16,1-1 0 16,0-2 0-16,0-1 0 0,0 0-448 15,-1 0-64-15,-1-1 0 0,-1 2-16 0,-3-3-1632 0,-1 2-320 0,-2-2-64 0,-3 2-7552 16,-3 0-1504-16</inkml:trace>
  <inkml:trace contextRef="#ctx0" brushRef="#br3" timeOffset="-24853.51">23872 10872 16575 0,'-1'0'1472'0,"1"0"-1168"16,0 0-304-16,0 0 0 0,0 0 2256 0,0 0 400 15,16 0 80-15,-7 0 16 0,4-2 336 0,3 0 80 16,6-1 16-16,2-2 0 0,1 1-1920 0,2-3-384 15,1 2-80-15,0-2-16 0,2 2-576 0,-1 0-208 16,0-2 144-16,-3 3-144 0,-1-1 0 0,-3 0-176 0,-2 0 16 0,-2 0 0 31,-1 1-1440-31,-3-1-272 0</inkml:trace>
  <inkml:trace contextRef="#ctx0" brushRef="#br3" timeOffset="-24456.76">24470 10664 27647 0,'2'-3'1216'0,"0"2"256"15,0 0-1168-15,-2 1-304 16,0 0 0-16,0 0 0 0,0 0 1472 0,0 0 256 0,0 0 32 16,0 0 16-16,0 0-64 0,0 0-16 0,0 0 0 0,14 38 0 0,-14-38-1008 0,0 0-208 31,-9 38-32-31,9-38-16 0,0 0-192 0,-19 45-48 0,19-45 0 0,-18 34 0 16,18-34-192-16,-26 40 144 0,26-40-144 15,-27 40 128-15,27-40-128 0,-26 35 192 0,26-35-192 0,-22 29 192 0,22-29-192 0,0 0 192 31,-19 26-192-31,19-26 192 0,0 0-192 0,0 0 0 0,0 0 0 0,0 0 0 0,14 0 0 0,-5-7 0 16,3 0 0-16,1-3 0 0,-1 3 0 0,0-2 0 0,2-2 0 16,4-2-176-16,0-1-80 0,-1 2-32 15,1-2 0-15,-1 4 0 16,-2 0 144-16,-1 2 144 0,-2 2-208 0,-1 4 80 0,-2 0 128 16,-2-1 0-16,0 3 0 0,-7 0 0 0,0 0 0 0,0 0 0 0,0 0 0 0,0 0 128 15,0 0 112-15,0 0 16 16,16 38 16-16,-16-38 0 15,0 0-64-15,0 0-16 0,-5 35 0 0,5-35 0 16,0 0-48-16,0 0-16 0,-10 43 0 0,10-43 0 16,0 0 16-16,-12 34 0 0,12-34 0 0,0 0 0 15,-12 33-144-15,12-33 192 0,0 0-192 0,0 0 192 0,0 0-192 0,0 0 0 16,-13 27 0-16,13-27 0 16,0 0-512-16,2-3-64 0,1-2-32 0</inkml:trace>
  <inkml:trace contextRef="#ctx0" brushRef="#br3" timeOffset="-24116.78">24658 10936 24879 0,'0'0'2208'0,"-4"0"-1760"0,4 0-448 0,0 0 0 0,0 0 1168 0,0 0 160 0,0 0 16 16,0 0 16-16,0 0 528 0,21 3 96 0,-10-3 32 0,2 0 0 15,1-2-816-15,1 1-176 0,-1-2-16 0,-2 2-16 16,-5-2-656-16,1 1-128 0,3-1-16 0,2 0-16 15,0-2-176-15,0-1 0 0,1 0 0 0,-1 0 0 16,-1-1 0-16,-2 0-176 0,-2 0 176 0,-2 0-192 16,-3 0-64-16,-1-2-32 0,-2 1 0 0,-3 1 0 15,-1 0-176-15,-3 2-48 0,0 0 0 0,-2 2 0 0,-1 0 352 0,-1 1 160 16,-3 4-160-16,-2 0 160 16,0 3 256-16,-1 4 128 0,2 3 48 0,15-12 0 0,-27 26 320 0,27-26 64 15,-18 33 16-15,18-33 0 0,0 0-64 0,-4 48 0 16,4-48 0-16,0 0 0 0,33 40-272 0,-33-40-64 15,24 17-16-15,-24-17 0 0,33 11-240 0,-9-7-48 16,6-1-128-16,4 0 192 0,4-5-320 0,-1 1-80 16</inkml:trace>
  <inkml:trace contextRef="#ctx0" brushRef="#br3" timeOffset="-21575.37">6602 11845 25791 0,'1'-3'2304'0,"-1"1"-1856"15,0-1-448-15,0 1 0 16,0 2 1264-16,-1-3 144 0,1-3 48 0,0-2 0 0,-1-3 144 15,0-1 48-15,0 0 0 0,1 0 0 0,0 1-752 0,0 1-128 16,-1-1-48-16,0 0 0 0,-1 2-400 0,0-1-96 16,-2 2-16-16,1 0 0 0,-2 3-208 0,-1-2 0 15,-1 4 128-15,-2 1-128 0,-2 4 0 0,-1 1 128 16,-1 4-128-16,0 3 0 0,-2 2 128 0,-3 5-128 16,-1 3 0-16,-3 2 0 0,1 3 0 0,1-1 0 15,3-1 0-15,2 2 0 0,2 2 0 0,1 0 0 0,3 2 0 0,1-3 0 16,3-5 0-16,1 3 0 0,1-2 0 0,3-2 0 15,0-20 0-15,4 34 0 0,-4-34 0 0,0 0 0 16,0 0 0-16,23 33 0 0,-23-33 0 0,0 0 0 16,0 0 0-16,46 2 0 0,-31-9 0 0,2 0 0 15,0-4 0-15,-1 1 0 16,2-2 0-16,0-1 0 0,1 0-1600 0,1-1-256 0,-1 2-48 0,0 0-8960 16,-2 0-1792-16</inkml:trace>
  <inkml:trace contextRef="#ctx0" brushRef="#br3" timeOffset="-21179.77">6738 11939 7487 0,'2'-2'160'0,"-1"2"32"0,0-2 16 0,0 1 0 0,-1 1-208 0,0 0 0 16,0 0 0-16,0 0 0 0,0 0 2192 0,-1 0 400 15,0 0 80-15,0 0 16 0,0 0-608 0,0 0-112 16,-1 1-32-16,-1 1 0 0,1 0-464 0,-1-1-80 16,0 2-32-16,-1 0 0 0,-1 3-272 0,1 0-48 15,-1 0-16-15,1 0 0 0,0 4-32 0,0-1-16 16,-1 1 0-16,1 4 0 0,-1 0-224 0,1 1-48 0,1 1-16 0,0-3 0 15,3-13-304-15,0 23-64 0,0-23-16 0,0 0 0 16,0 0-160-16,0 0-16 0,0 0-128 0,0 0 192 16,43 9-192-16,-31-16 0 0,1-5 0 0,0-1 0 15,1 0 0-15,0-1 128 0,0 2-128 0,-2-2 0 16,-1 2 0-16,0-2 0 0,-1 0 0 0,-1 2 0 16,-2 0 0-16,-2 0 0 0,-1 1 0 0,-2 0 0 15,-1 4 0-15,-3-2 0 16,-2-1 0-16,-1 3 0 0,-4-1 0 0,-1 2 0 0,-2 0 0 0,-2 0 0 15,0 0 128-15,-1 1-128 16,1 2 0-16,0 1 0 0,1 4 0 0,1 0 0 0,1 3 0 0,2-1 0 16,2 2 0-16,1 0 0 0,1 0 0 0,3 0 0 0,0 4 0 0,2-3 0 15,0-7 0-15,0 0 0 0,0 0 0 0,0 0 0 16,0 0 0-16,26 33 0 0,-26-33-368 0,0 0 48 16,0 0 0-16,40 0 0 15,-40 0-1712-15,27-7-336 0,-27 7-64 0,28-9-12496 0</inkml:trace>
  <inkml:trace contextRef="#ctx0" brushRef="#br3" timeOffset="-20674.16">7009 11856 2751 0,'-2'1'128'0,"-1"0"16"0,1 2-144 0,0-3 0 0,0 1 0 0,1 1 0 16,0-2 1056-16,-1 3 176 16,-2 0 48-16,-1 0 0 0,1 2 544 0,-1-3 112 0,0 1 32 0,3-1 0 15,-1 0 432 1,1-2 96-16,0-2 0 0,0 2 16 0,1-3-208 0,0 1-32 0,0 1-16 0,1-2 0 0,0 0-672 0,0 0-144 16,0 0-32-16,1 0 0 0,0-2-512 0,1 2-128 15,1-1 0-15,-1 1-16 0,2-2-432 0,-1 2-64 16,2 0-32-16,0 0 0 0,2 0-224 0,0 0 144 31,1 0-144-31,-1 0 128 0,1 1-128 0,-1 0 160 16,-7 2-160-16,0 0 160 0,0 0-160 0,36 9 0 15,-36-9 0-15,0 0 0 0,0 0 0 0,31 38 0 16,-31-38 0-16,0 0 0 0,12 39 0 0,-12-39 0 16,2 32 0-16,-3-18 0 0,-1 0 0 0,0-1 0 0,-2 1 0 0,1-2 0 15,-2-1 0-15,1-2 0 0,0-1 0 0,-1-3 0 16,1 0 0-16,1-1 0 0,0-4 0 0,0 0 0 15,1 0 0-15,1-4 0 0,0-1 0 0,1 0 0 16,1-3 0-16,0-3 128 0,2 1-128 0,-1-1 0 16,0 3 192-16,1-4-64 0,3-4 0 0,1-3 0 15,2 0-128-15,-1-2 0 0,0 4 0 0,1 1 0 16,0 1 0-16,0 3 0 0,2 1 0 0,-2 3 0 16,0 1 0-16,-1 2 0 0,1 1 0 0,-9 4 0 15,0 0-576-15,0 0-64 0,0 0 0 0,36 4-17040 16</inkml:trace>
  <inkml:trace contextRef="#ctx0" brushRef="#br3" timeOffset="-20292.27">7282 11893 17503 0,'-1'-3'768'0,"1"0"176"0,0 1-752 0,-1-1-192 16,1 3 0-16,0-2 0 0,0 2 1600 0,-1-2 304 15,1-3 48-15,0 0 16 0,0 1 48 0,1-2 16 16,0 2 0-16,1-1 0 0,2-2-912 0,-1 2-176 0,2 0-48 0,1-1 0 15,0 1-576-15,1 0-128 0,0 1-32 0,-1 1 0 16,2 0-160-16,-8 3 0 16,0 0 0-16,0 0 0 0,31-2 0 0,-31 2 0 0,0 0 0 0,0 0 0 15,0 0-128-15,0 0 128 0,32 36 0 0,-32-36 0 16,0 0 0-16,2 31 0 0,-4-17 0 0,-1 1 0 16,0-1 0-16,-1 2 0 0,-1-4 0 0,0 2 0 15,-2-1 0-15,2-2 0 0,-2-2 0 0,2 0 0 16,0-1 0-16,0-1 0 0,1-2 192 0,1-1-64 15,1-2 160-15,0-2 32 0,1-2 0 0,1 0 0 16,0-3-64-16,1-2-16 0,1 0 0 0,1-2 0 0,0-3 256 16,2-3 48-16,2-1 16 0,-1-1 0 0,1 1-320 0,1-4-64 15,1 2-16-15,-1 1 0 0,2 0-160 0,-1 3 0 16,0 2 0-16,0 1 0 0,-1 4 0 0,0-1 0 16,0 4 0-16,-1-1 0 15,-7 5-1216-15,0 0-128 0,0 0-32 0,0 0 0 16,0 0-1680-16,35 14-336 0</inkml:trace>
  <inkml:trace contextRef="#ctx0" brushRef="#br3" timeOffset="-19962.82">7527 11885 7359 0,'0'0'320'0,"0"0"80"0,0 0-400 0,0 0 0 0,0 0 0 0,0 0 0 16,0 0 2112-16,0 0 320 0,0 0 80 0,0 0 16 16,0 0 560-16,30 33 112 0,-30-33 32 0,0 0 0 15,0 0-1664-15,0 0-336 0,37 8-64 0,-37-8-16 16,0 0-576-16,21-8-128 0,-13 3-32 0,1-2 0 15,-2 1-144-15,1 0-16 0,0-3-16 0,-1 2 0 16,-1-3-240-16,-1 0 0 0,0 1 0 0,-2-3 0 16,0 3 0-16,-2-3 0 0,-1 0 0 0,-1 2 0 15,-3 2 0-15,-1 0 0 16,0 1 0-16,-2 0-160 0,1 5 160 0,-3 2-160 0,0 2 160 0,0 5-160 0,0 2-32 0,0 3-16 16,2 2 0-16,0 1 0 0,2-1 208 15,-1 3 0-15,2 1-160 0,1 4 160 16,3-22 144-16,-5 38 112 0,5-38 0 0,0 31 16 0,0-31 448 0,0 0 96 15,10 33 16-15,-10-33 0 0,0 0-496 0,0 0-80 16,0 0-32-16,39 17 0 0,-39-17-224 0,0 0 0 16,30-8 0-16,-20 1 0 0,1 1 0 0,0-2-128 15,1-2 128-15,-1 1-160 16,-2 2-1840-16,1-5-368 0</inkml:trace>
  <inkml:trace contextRef="#ctx0" brushRef="#br3" timeOffset="-19579.84">7920 11797 6447 0,'3'-3'576'0,"-1"1"-576"16,0 2 0-16,-1-1 0 0,-1 0 1856 0,0-1 256 15,3-1 48-15,0-2 16 0,1 1 512 0,-1-3 128 0,-1 2 0 0,-1 0 16 16,-1 1-640-16,-2 1-128 0,1 1-16 0,-3 2-16 16,0 0-768-16,-1 0-160 15,0 2-16-15,-2-2-16 0,1 5-672 0,-2 0-128 0,1 1-16 0,0 0-16 16,-2 1-240-16,1 2 176 0,1-2-176 0,0 0 160 15,1 0-160-15,2 0 0 0,-1-2 144 0,1 1-144 0,3-2 0 0,-2 3 0 16,2-3 0 0,1-4 0-16,0 0 0 0,0 0 128 15,0 0-128-15,0 0 0 0,0 0 176 0,0 0-48 16,18 36 0-16,-18-36 0 0,0 0 192 0,0 0 48 16,0 0 0-16,0 0 0 0,39 16-128 0,-39-16-32 15,0 0 0-15,0 0 0 0,0 0-208 0,0 0 0 0,38 12 0 16,-38-12 0-16,0 0 0 0,0 0 0 0,0 0 0 0,0 0 0 15,0 0 0-15,7 31 0 0,-9-24 0 0,-2 1 0 16,2-2 0-16,-2 0 0 0,-2 1 0 0,1 0 0 16,-1 0 0-16,-1 0 0 0,-1 0 0 0,0 0 0 15,2 0 0-15,-1-2 0 0,0-1 0 0,1-1 0 16,1-2 0-16,0-1 0 0,1-1 0 0,1-1 0 16,1-1-640-16,1 1-112 15,0-3-16-15,2 0-16048 0</inkml:trace>
  <inkml:trace contextRef="#ctx0" brushRef="#br3" timeOffset="-19089.36">8136 11757 14735 0,'-2'-3'640'0,"0"1"160"0,2 2-640 16,-1 0-160-16,0 0 0 0,1 0 0 0,-1 0 1424 0,0 0 256 16,0 0 48-16,-1 0 16 0,1 0 624 0,-1 0 128 15,1-2 32-15,0 2 0 0,0 0-352 0,1-2-64 16,-1 2 0-16,1 0-16 16,0 0-1008-16,-1 2-192 0,1 0-32 0,0 5-16 0,0-7-528 0,0 0-128 15,-1 35 0-15,1-35-16 16,-2 41-176-16,0-17 160 0,0 2-160 0,-1 2 160 0,1 3-160 0,-1 0 0 15,1 0 0-15,-1-1 0 0,0 2 0 0,1 0 0 16,1-3 0-16,0-3 0 0,1-26 0 0,3 35 0 16,-3-35 0-16,0 0 0 0,0 0 0 0,0 0-176 0,0 0 176 15,0 0-128 1,0 0-736-16,0 0-144 0,0 0-16 0,32 3-16 16,-29-15-2448-16,-1 0-480 0</inkml:trace>
  <inkml:trace contextRef="#ctx0" brushRef="#br3" timeOffset="-18058.28">8078 11890 8863 0,'-7'-23'192'0,"3"8"32"0,0 3 16 0,2 4 16 0,1 5-256 0,1 0 0 0,0 0 0 16,1-2 0-16,-1-4 3728 0,3 2 688 0,1-3 144 0,3 4 32 15,1 0-1472-15,-8 6-304 0,0 0-48 0,36-4-16 16,-36 4-1216-16,31 1-240 0,-31-1-48 16,32 1-16-16,-32-1-832 0,31-2-160 0,-31 2-48 0,33-3 0 15,-33 3-192-15,28-4 0 0,-28 4 0 0,0 0 0 0,35-1 0 0,-35 1 0 16,0 0 0-16,0 0 0 0,0 0 0 0,0 0 0 15,0 0 0-15,0 0 0 16,0 0 0-16,0 34 0 0,-11-27 0 0,-1 2 0 0,-3-1 0 0,-2 1 0 16,1 0 0-16,0-1 0 0,-2 1 0 0,1 0 0 15,3 0 0-15,3-1 0 0,3-1 0 0,1 0 0 0,3-2 0 0,2 0 0 16,1 0 0-16,3-3 0 0,-2-2 0 16,0 0 0-1,0 0 0-15,29-2 0 0,-29 2 0 0,24-8 0 0,-11 4-368 0,2-4 48 16,4 0 0-16,-1-1 0 31,3-2-192-31,-2 1-48 0,0 1 0 0,-1 0 0 0,-1-1 416 0,-2 3 144 0,1 0 0 0,-3 0-144 0,0 1 144 0,-13 6 0 16,21-9 0-16,-21 9 0 0,0 0 400 0,0 0 16 15,25-2 0-15,-25 2 0 16,0 0 112-16,0 0 32 0,0 0 0 0,-2 20 0 0,-2-13-336 0,-2 2-64 16,0-2-16-16,0 0 0 0,0 3-144 0,1-3 160 0,0 2-160 0,2-2 160 15,2-2-160-15,0-2 0 16,1-3 144-16,0 0-144 0,0 0 0 0,0 0 0 15,0 0 0-15,0 0 0 0,0 0 0 0,41 9 0 16,-41-9 0-16,23-9 0 0,-13 5 0 0,2-2 0 16,2-1 0-16,0-2 0 0,-3 4 0 0,1-3 0 15,-1 1 0-15,0 0 0 0,-2 1 0 0,0 0 0 16,-1 0 0-16,-2 1 0 0,-3 0 0 0,-1 0 0 16,-1 0 0-16,-2-1 0 0,-2 3 0 0,-2-2 0 15,-3 3 0-15,0-1 0 0,-2 1-128 0,-2-1 128 16,-3 3-128-16,0-2 128 0,-1 2 0 0,1 0-160 0,0 2 160 0,2 1 0 15,2-1 0-15,2 1-128 0,2-1 128 0,1 3 0 16,3-3 0-16,1 1 0 0,3-1 0 16,0 0 0-16,-1-2 0 0,0 0 0 0,0 0 0 0,0 0 0 15,28-1 0-15,-28 1 0 0,21-6 0 0,-21 6 0 16,25-9 0-16,-12 1 0 0,0 2 0 0,-1-2 0 16,0 1 0-16,2 0 0 0,2-3 0 0,-1 1 0 15,0 1 0-15,1-1 0 0,0 3 0 0,0-2 0 16,-2 2 0-16,-14 6 0 0,29-6 0 0,-29 6 0 15,27 0 0-15,-27 0 0 0,0 0 0 0,0 0 0 16,42 10 0-16,-42-10 0 0,0 0 0 0,0 0 0 0,26 29 0 0,-26-29 0 16,0 0 0-16,0 0 0 0,6 38 0 15,-6-38 0-15,-3 21 0 0,3-21 0 0,-7 18 0 0,3-8 0 16,0 0 0-16,0-3 0 0,-1 0 0 0,1 0 0 16,0-1 0-16,0 0 0 0,1 1 0 0,-1-3 0 15,0 2 0-15,1-2 0 0,1 1 0 0,1-3 0 16,1-2 0-16,0 0 0 0,0 0 0 0,0 0 0 15,0 0 0-15,0 0 0 0,0 0 0 0,0 0 0 0,15-7 0 16,-11 1 0-16,2-1 0 0,0-1 0 0,1-2 0 0,0 1 0 16,1-3 0-16,-1 0 0 0,2 0 0 0,0 0 0 15,0 0-320-15,-2 3 32 0,3-2 16 0,-3 3 0 16,1 1 144-16,0 0 128 0,0 0-192 0,0 1 192 16,0 2 0-16,-2 2 0 0,-6 2 0 15,0 0 0-15,0 0 0 0,0 0 0 0,0 0 0 0,0 0 0 16,35 10 160-16,-35-10-16 0,0 0 0 0,0 0 0 15,3 35-144-15,-3-35 160 0,-3 19-160 0,0-7 160 0,0-1-160 16,0 1 0-16,0 0 144 0,-1-1-144 16,1 0 0-16,-1 1 128 0,2-2-128 0,-1 1 0 15,3-11 0-15,0 0 0 0,-1 23 0 0,1-23 0 16,0 0 0-16,0 0 0 0,0 0 0 0,0 0 0 0,0 0 0 0,0 0-240 16,0 0 48-16,36 0 0 15,-29-6-2096-15,2-4-400 0</inkml:trace>
  <inkml:trace contextRef="#ctx0" brushRef="#br3" timeOffset="-17489.1">9108 11768 14735 0,'0'0'640'0,"0"0"160"0,0 0-640 0,-3 24-160 0,3-24 0 0,0 0 0 16,0 0 1584-16,0 0 272 16,-1 29 64-16,1-29 16 0,0 0 640 0,7 31 128 15,-7-31 32-15,0 0 0 0,0 0-816 0,0 0-144 16,31 6-48-16,-23-10 0 0,0-3-864 0,0 0-176 0,0-1-48 0,0-3 0 15,0 1-448-15,-3-3-192 16,0 1 128-16,-1 2-128 0,-2-2 0 0,-1 2 0 0,-1 1 0 0,-1 2 0 16,-2-1 0-16,-2 4 0 0,-1-3 0 0,-3 4 0 15,1 0 0-15,-2 2-176 0,-1-1 48 0,1 4 0 16,0-2-32-16,0 4 0 16,1 1 0-16,-2 1 0 0,4 3 160 0,-1 2 0 0,0 1 0 0,1 2 0 15,0 1 0-15,2 1 0 0,-1 3 0 0,2-2 128 16,4-17-128-16,-6 28 192 0,6-28-64 0,0 0 0 15,6 32 0-15,-6-32 16 0,0 0 0 0,0 0 0 16,33 14-144-16,-33-14 0 0,20-6 0 0,-8 2 0 0,2-6 0 0,0-1 0 16,0 1 0-1,0-4 0-15,0 0 0 0,0-1 128 0,1-1-128 0,0-3 0 0,-2 2 0 0,-1-1-192 16,-1 3 0-16,-1-2 16 0,-2 1 176 0,1-1-128 0,-3 0 128 16,-1 1-128-16,-1-1 128 0,-1-2 0 15,-1 3 0-15,-3-3 0 0,0 2 0 0,-2 1 0 0,2-1 0 0,-2 5 0 16,0 0 0-16,0 3 144 0,0 1-16 0,1 2-128 15,0 1 352-15,0 0-32 0,1 3-16 0,0-1 0 16,1 3-112-16,1 0 0 0,0 0-16 0,0 3 0 16,-1-3-176-16,0 0 160 15,0 0-160-15,0 0 160 0,9 38-32 0,-9-38-128 16,7 35 192-16,-7-35-64 0,4 45-128 0,-4-45 0 16,4 57 0-16,-3-26 128 0,-1 2-128 0,0-2 0 15,0-5 0-15,0-26 0 0,2 46 0 0,-2-46 0 0,6 32 128 0,-6-32-128 16,0 0 0-1,0 0 0-15,19 36 0 0,-19-36 0 0,0 0 0 0,0 0 0 16,0 0-192-16,28-7 192 16,-21 0-1056-16,0-3-96 0,2 0 0 0,1-1-16512 15</inkml:trace>
  <inkml:trace contextRef="#ctx0" brushRef="#br3" timeOffset="-17314.49">9531 11584 8287 0,'4'-8'368'0,"-3"5"80"0,0 0-448 0,0 3 0 16,-1-2 0-16,0 2 0 0,-1 2 3280 0,1-2 576 15,-1 3 112-15,-1 1 32 0,0 3-480 0,0-2-112 0,2-5-16 0,0 0 0 16,0 0-1488-16,1 28-304 0,-1-28-64 0,0 0-16 16,0 0-1008-16,0 0-208 0,0 0-48 0,32 20 0 15,-32-20-256-15,0 0 0 0,0 0 0 0,29-3 0 16,-29 3 0-16,14-3-144 0,-14 3-16 0,0 0-12000 16,0 0-2384-16</inkml:trace>
  <inkml:trace contextRef="#ctx0" brushRef="#br3" timeOffset="-17139.68">9548 11800 13823 0,'-1'-2'608'0,"1"1"128"0,1 1-592 0,0-2-144 15,-1 1 0-15,1 1 0 0,0-2 2400 0,-1 1 448 16,2 0 96-16,1-1 0 0,-3 2 448 0,0 0 64 16,0 0 32-16,0 0 0 0,0 0-1824 0,2 28-384 15,-2-28-64-15,-4 24 0 0,4-24-864 0,-5 27-160 16,5-27-48-16,-4 26 0 0,4-26-144 0,0 0 0 15,0 28 0-15,0-28 0 16,0 0-528-16,0 0-96 0,0 0-16 0,0 0-17296 0</inkml:trace>
  <inkml:trace contextRef="#ctx0" brushRef="#br3" timeOffset="-16708.48">9745 11674 21183 0,'0'1'1888'0,"0"0"-1504"0,0-1-384 0,0 2 0 15,0 1 1632-15,-1-1 256 0,1-2 48 0,0 0 16 16,-3 29 208-16,3-29 32 0,-5 30 16 0,5-30 0 16,-5 34-864-16,5-34-160 0,-5 30-32 0,5-30-16 15,-6 29-688-15,6-29-144 0,-5 21-32 0,5-21 0 16,-6 19-272-16,6-19 0 0,0 0 128 0,0 0-128 0,0 0 0 0,0 0 0 16,0 0 0-16,0 0 0 0,0 0 0 0,0 0 0 15,0 0 0-15,0 0 0 16,0 0 0-16,0 0 0 0,19-13 0 0,-17 3 0 0,3 0 0 0,-1-2 0 15,-1 0 0-15,1-2 0 16,1 1 0-16,-1-2 0 0,0-2 0 0,2 0 0 0,-1 3 0 0,2 0 160 16,-1 2-160-16,1 3 128 0,-2 2-128 0,3 2 0 15,-2 2 144-15,1 0-144 0,-7 3 0 0,0 0 0 16,0 0 0-16,0 0 0 0,34 4 0 0,-34-4 0 0,0 0 0 16,0 0 0-16,0 0 0 0,30 34 0 15,-30-34 0-15,0 0 0 0,15 34 0 16,-15-34 0-16,0 0 0 0,5 38 0 0,-5-38 0 0,0 0 0 0,3 41 0 0,-3-41 0 15,-3 26 0-15,3-26 0 0,-6 23 0 16,6-23 128-16,-6 19-128 0,6-19 0 0,0 0 0 0,0 0 0 16,-5 17 0-16,5-17 0 0,0-2 0 0,0 1 0 15,3-3-304-15,0-1-80 16,2-2 0-16,0-3-17808 0</inkml:trace>
  <inkml:trace contextRef="#ctx0" brushRef="#br3" timeOffset="-16281.24">10011 11785 17503 0,'0'0'768'0,"0"0"176"0,0 0-752 0,0 0-192 0,0 0 0 0,0 0 0 0,0 0 1584 0,0 0 272 15,0 0 64-15,0 0 16 16,17 33 544-16,-17-33 96 0,0 0 32 0,0 0 0 0,0 0-1040 0,36 1-208 16,-26-4-32-16,-2-4-16 0,2 0-688 0,1-1-144 15,-1-3-32-15,0 1 0 0,-1 1-304 0,-2-1-144 16,1 1 128-1,-4 0-128-15,0 1 0 0,-1-1 128 0,-2 0-128 0,-1 1 0 0,-1 1 0 0,-3 0 0 16,1 2 0-16,-3 0 0 0,-1 3 0 0,-1 1 0 16,0 0-160-16,-1 2 160 0,1 2-304 0,0 0 48 0,0 0 0 0,2 1 0 31,-1 3 256-31,2 0 0 0,0 0-128 0,1-2 128 16,0 2 0-16,1-2 0 0,0 0 128 0,3-5-128 0,0 0 176 15,0 0-176-15,0 0 192 0,0 0-192 0,0 0 256 0,0 0-48 0,21 33-16 0,-21-33 0 16,0 0 32-16,0 0 0 0,27 36 0 0,-27-36 0 15,0 0-96 1,23 40-128-16,-23-40 176 0,0 0-176 0,16 47 176 0,-16-47-176 16,8 33 160-16,-8-33-160 0,5 37 0 0,-5-37 128 15,3 32-128-15,-3-32 0 0,0 31 0 0,0-31 0 16,-5 28 0-16,-1-16 0 0,-1 0 192 0,-2 1-48 16,0-1-16-16,-1-1 0 0,-1-1 64 0,0-2 0 15,-1 0 0-15,-1-4 0 0,-4 1-192 0,-3-2 160 16,-2-3-160-16,-1-3 160 0,-1-4-160 0,0 2 0 15,2-3 0-15,3-2-12912 16,2 0-2528-16</inkml:trace>
  <inkml:trace contextRef="#ctx0" brushRef="#br3" timeOffset="-15336.65">10644 11658 18431 0,'3'-3'1632'0,"-1"0"-1312"16,0 1-320-16,0 2 0 0,-1-1 1680 15,1 0 272-15,2-2 48 0,2 1 16 16,2-3 432-16,0 4 96 0,-8 1 16 0,0 0 0 0,0 0-1056 0,0 0-208 16,42 20-32-16,-42-20-16 15,0 0-816-15,0 0-176 0,28 34-16 0,-28-34-16 0,0 0-224 0,0 0 0 0,0 0 0 0,0 0-11968 16,19 37-2304-16</inkml:trace>
  <inkml:trace contextRef="#ctx0" brushRef="#br3" timeOffset="-15156.35">10657 11816 19343 0,'-2'2'848'0,"2"-2"192"0,0 0-832 0,0 0-208 0,0 0 0 0,0 0 0 0,0 0 1904 0,0 0 336 0,0 0 64 0,0 0 0 16,0 0 16-16,20 36 0 0,-20-36 0 0,0 0 0 0,0 0-1136 16,6 38-224-1,-6-38-64-15,0 0 0 0,-1 28-672 0,1-28-224 0,0 0 128 0,0 0-128 0,-1 24 0 0,1-24-304 16,0 0 64-1,0 0-17072 1</inkml:trace>
  <inkml:trace contextRef="#ctx0" brushRef="#br3" timeOffset="-14797.29">10911 11719 21183 0,'1'0'944'0,"0"0"192"0,0 0-912 0,0 2-224 0,-1-1 0 0,0 1 0 16,-1 2 1744-16,1-4 304 0,0 0 64 0,-4 32 16 15,-1-12-608-15,-2 2-128 0,0-1-32 0,-3 0 0 16,1-1-416-16,0-2-96 0,1-1-16 0,2-2 0 16,0-3-224-16,2-3-48 0,2-2-16 0,0-3 0 15,3-3-352-15,0-1-64 0,1-1 0 0,0-3-128 16,1-1 0-16,2-2 0 0,0-3 0 0,1 1 0 16,1-3 0-16,1-2 0 0,1-1 0 0,-1-1 0 15,2-1 0-15,-3-2 0 0,2 1 0 0,-3-2-144 0,1 0-32 16,0 2 0-16,0 3 0 0,0 1 0 0,-1 1 176 15,2 3 0-15,-2 3 0 0,1 3 0 0,-2 1 272 0,-5 3 96 16,0 0 16-16,0 0 0 0,0 0 32 0,0 0 16 16,33 26 0-16,-33-26 0 0,0 0-208 0,12 38-32 15,-12-38-16-15,5 34 0 0,-5-34-176 0,4 37 0 16,-4-37 0-16,2 34 0 0,-2-34 0 0,0 0 0 16,3 34 0-16,-3-34 0 0,0 0 0 0,0 0 0 15,0 0 0-15,0 0 0 0,0 0 0 0,0 0 0 16,0 0-192-16,33-3-12160 0,-26-5-2416 15</inkml:trace>
  <inkml:trace contextRef="#ctx0" brushRef="#br3" timeOffset="-14506.52">11281 11674 23039 0,'1'0'1024'15,"0"0"192"-15,1 0-960 0,-2-2-256 0,0 2 0 0,0-1 0 0,0 1 1680 0,1-1 304 0,-1 1 48 0,1-1 16 16,-1-1-64-16,0 1-16 0,1 1 0 0,-1-2 0 15,1 2-880-15,0 0-192 0,-1 0-16 0,0 0-16 16,0 0-512-16,0 0-96 16,0 0-32-16,0 0 0 0,21 36-80 0,-21-36-16 0,0 0 0 0,9 45 0 0,-9-45-128 0,3 43 0 15,-3-43 0-15,-3 49 0 16,1-24 0-16,-2 1 0 0,-2 2 0 0,0-5 0 0,2-1 0 0,-2 1 0 16,2 1 128-16,0 0-128 0,4-24 0 0,-5 33 0 15,5-33 0-15,0 0 0 0,0 0 0 0,0 0 0 16,0 0 0-16,0 0 0 15,0 0-432-15,0 0-16 0,0 0 0 0,22-9 0 16,-18-1-1664-16,-1-3-320 0,-1 1-80 0,0-2-12848 0</inkml:trace>
  <inkml:trace contextRef="#ctx0" brushRef="#br3" timeOffset="-14204.95">11217 11700 19343 0,'0'0'848'0,"1"0"192"0,0 0-832 0,1 0-208 0,-1-2 0 0,1 2 0 15,-2 0 2192-15,0 0 400 0,0 0 80 0,27-7 16 16,-14 4-592-16,1-2-112 0,1-2-32 0,-1 2 0 16,1-2-928-16,0 3-176 0,0-3-32 0,1 3-16 15,-16 4-384-15,32-4-80 0,-32 4-16 0,0 0 0 16,38 8-320-16,-38-8 128 0,0 0-128 0,0 0 0 16,32 37 0-16,-32-37 0 0,0 0 0 0,9 43 0 15,-9-43 0-15,-5 29 0 0,5-29 0 0,-9 30 0 0,2-16 0 0,0-2 0 16,-2 0-144-16,1-4 144 0,-1-1 0 0,0 0-144 15,2-3 144-15,1-2 0 0,1-1-192 0,0-2 64 16,2-1 128-16,2-2-208 16,1-1-496-16,0 0-80 0,1 0-32 0,0-2 0 31,2 0-880-31,1 0-176 0,1 0-48 0,2 0 0 16,1 0-640-16,3 0-128 0,-1-1-16 0,1 1-7680 0</inkml:trace>
  <inkml:trace contextRef="#ctx0" brushRef="#br3" timeOffset="-13527.43">11605 11696 11967 0,'8'-6'528'0,"-4"4"112"16,-1 0-512-16,1-1-128 0,-3 3 0 0,0 0 0 16,0 0 2464-16,1 0 464 0,-2 0 80 0,0 0 32 0,0 0 32 0,0 0 16 15,0 0 0-15,0 0 0 0,0 0-1680 0,-5 33-352 16,0-22-64-16,-2 1-16 16,1 1-544-16,0-1-112 0,1 0-32 0,0-2 0 0,5-10-160 0,-6 20-128 0,6-20 192 0,0 0-192 15,0 0 128-15,0 0-128 16,0 0 0-16,0 0 0 0,0 0 0 0,0 0 0 15,33 20 0-15,-33-20 0 0,17-10 176 0,-6 5-176 0,0-2 160 0,-1 0-160 0,2 0 128 0,0-3-128 16,-1-1 0-16,0 1 0 0,0 1 0 0,-2 1-160 31,0-1 0-31,-1 0 0 0,1-1-16 0,-2 0 0 0,0 1 0 0,-1 0 0 0,-1-2-16 0,-2 2 0 16,1 1 0-16,-1 2 0 0,-1 0 192 0,0 1 0 16,-1 2 0-16,-1 1-128 0,0 2 128 0,0 0 176 15,-1 2-48-15,-1 3 0 0,-1-2 240 0,3-3 32 16,-6 16 16-16,6-16 0 0,-6 21-128 0,6-21-32 15,-6 30 0-15,6-30 0 16,-3 34-112-16,3-34-16 0,0 30-128 0,0-30 192 0,0 0-192 0,6 37 128 0,-6-37-128 0,0 0 0 16,0 0 128-16,0 0-128 0,32 26 0 15,-32-26 0 1,0 0 128-16,27-3-128 0,-27 3 0 0,18-7 0 16,-8 0 208-16,1 0-48 0,0-2-16 0,0 0 0 15,-1 1-144-15,1-4 0 0,-1 0 0 0,1 3 0 16,-1-3 0-16,0 1 0 0,-1 1 128 0,-2-2-128 15,1 0 0-15,0-2 0 0,0-3 0 0,-2 0 0 16,0 1 0-16,-1-1 0 0,-1-3 0 0,0 2 0 16,0 1 0-16,-2 1-192 0,2 2 64 0,-1 2 128 0,0 0-160 15,-1 5 160-15,1 2 0 0,-1 1-144 0,1 1 144 16,-1 1 0-16,-2 2 0 0,0 0 0 0,0 0 0 0,0 0 0 16,0 0 0-16,0 0 0 0,0 0 0 0,0 0 0 15,0 0 0-15,0 0 0 0,0 0 0 0,0 0 0 16,17 33 0-16,-17-33 0 0,0 0 0 0,-4 10 0 15,2-6 0-15,-1-1 128 0,0 2-128 0,0-1 0 16,0 1 128-16,-2 2-128 0,1 1 0 0,0 3 144 16,4-11-144-16,-9 23 0 0,5-10 144 0,-1 3-144 15,-1 3 0-15,-1 2 144 0,1 3 32 0,-2 0 0 16,1 2 0-16,1 0 0 0,1 0-32 0,1-5 0 0,4-21 0 16,-3 38 0-16,3-38-144 0,0 0 192 0,7 40-192 0,-7-40 192 15,0 0-192-15,0 0 0 0,0 0 0 0,0 0 0 16,0 0 0-16,31 15 0 0,-26-20 0 0,0-2 0 31,-1-2-704-31,0-1 0 0,-1 0-16 0,-1-1-17744 0</inkml:trace>
  <inkml:trace contextRef="#ctx0" brushRef="#br3" timeOffset="-13326.54">11897 11640 26719 0,'-3'3'1184'0,"2"-1"240"16,0-1-1136-16,1 1-288 0,1-2 0 0,-1 0 0 0,0 0 2320 0,0 0 416 15,0 0 80-15,0 0 0 0,44 12-1136 0,-44-12-224 16,34 0-48-16,-34 0-16 0,36-5-704 0,-17 0-144 16,1 0-32-16,1-2 0 0,-3 3-320 0,0-4-64 15,-1 2 0-15,0 0-128 0,-2 2 0 0,-2-1 0 16,-13 5-160-16,20-7-12880 16,-20 7-2576-16</inkml:trace>
  <inkml:trace contextRef="#ctx0" brushRef="#br3" timeOffset="-12720.56">12409 11634 3679 0,'2'-3'320'0,"-1"0"-320"0,0 1 0 0,0 2 0 0,0-2 1328 0,0 2 192 0,0 0 32 0,1-2 16 31,1-1 1632-31,0-2 336 0,2 2 64 0,0-2 16 0,-2 1-144 0,0 0-16 0,1 0-16 0,-2 1 0 16,-1-2-1456-16,-1 3-304 0,0-3-48 0,-2 2-16 16,0 1-1008-16,-3 0-208 0,0 0-32 0,-3 0-16 15,1 2-96-15,-2 2-32 0,-1 1 0 0,-3 0 0 16,1 5-96-16,0-3-128 0,2 2 176 0,-2 2-176 15,0 0 128-15,1 1-128 16,0 2 0-16,2 0 0 0,3-3 0 0,0 0 0 0,6-9 0 0,0 0 0 0,0 0 0 0,0 0 0 16,0 0 0-16,0 0 0 0,19 35 0 0,-19-35 0 15,0 0 0-15,0 0 0 0,42 13 0 0,-42-13 0 16,0 0 0-16,33 19 0 0,-33-19 0 16,0 0 0-16,33 24 0 0,-33-24 0 15,0 0 0-15,0 0 0 0,25 35-128 0,-25-35 128 0,0 0 0 0,0 0 0 16,-2 27 0-16,-3-22 0 0,0 0 0 0,-2-1 0 15,1 0 0 1,-3 0 0-16,-1-1 0 0,-2 0 0 0,-1 0 0 0,-2-1 0 0,0 0 0 0,-2-2 0 16,-3 0 0-16,2-2 0 0,1-1-288 0,3-2-64 15,3 2-16-15,3-1-18320 0</inkml:trace>
  <inkml:trace contextRef="#ctx0" brushRef="#br3" timeOffset="-12075.31">12873 11638 22111 0,'-2'-9'976'0,"1"4"208"0,0 3-944 0,0-1-240 16,0 1 0-16,0 2 0 0,0-2 2304 0,-1 1 432 16,-1 1 80-16,-1 0 0 0,-3 1-1008 0,1 3-208 15,-2 1-32-15,1 5-16 0,-1 1-912 0,-1 1-192 16,1 5-48-16,-1 0 0 0,0 4-160 0,1 0-48 15,1 0 0-15,-1 1 0 0,2-1-192 0,0-2 176 0,6-19-176 0,-5 31 160 16,5-31-160-16,0 0 0 0,0 0 0 0,5 33 128 16,-5-33-128-16,0 0 0 0,0 0 0 0,0 0 0 15,32-4 0-15,-23-2 0 0,1 0 0 0,2-4 0 16,0-2 0-16,1-1 0 0,1 0-128 0,0-3 128 16,1-1-208-16,-1-1 16 0,0 0 16 0,-1 1 0 15,-1 3 176-15,-1-1-128 0,-1 2 128 0,-2 0-128 16,-1 2 128-16,-1 2 0 0,-1 2 0 0,-1 0 0 15,-2 3 0-15,-2 3 0 0,0-1 128 0,-1 2-128 16,-1 3 224-16,-3 0-32 0,1 3 0 0,-2 1 0 16,-1 2-16-16,1 3-16 0,-1 0 0 0,0 0 0 0,1 2-160 0,6-14 0 15,-8 27 0-15,8-27 0 0,-2 26 0 0,2-26 0 16,0 0 128-16,0 0-128 0,15 38 0 0,-15-38 0 16,0 0 0-16,0 0 0 0,41 9 128 0,-41-9-128 15,26-5 128-15,-14 1-128 0,-12 4 288 0,23-9-32 16,-12 5 0-16,-1-1 0 0,0 0-128 0,-2-1-128 15,0 0 192-15,-2 2-192 0,0-3 128 0,-2 0-128 16,0-1 0-16,-2 0 0 0,0 0 0 0,-1-4 160 16,-1 2-160-16,-1-1 128 0,0 1-128 0,-1-3 0 15,0 0 0-15,1 2 0 0,-1 2 0 0,1-2 0 16,-2-3 0-16,3 0 0 0,-2-2 0 0,2 4-192 0,2 2 0 0,0 0 16 31,4 6-1312-31,-1-1-272 0</inkml:trace>
  <inkml:trace contextRef="#ctx0" brushRef="#br3" timeOffset="-11935.38">13195 11617 12895 0,'0'0'1152'0,"0"0"-928"0,0 0-224 0,0 0 0 15,0 0 2944-15,0 0 528 0,0 0 112 0,0 0 32 16,28-3-480-16,-28 3-112 0,22-6-16 0,-11 1 0 0,1 1-1728 0,-12 4-368 16,17-6-64-16,-17 6-16 0,0 0-640 0,20-5-192 15,-20 5 0-15,0 0-11728 16,0 0-2416-16</inkml:trace>
  <inkml:trace contextRef="#ctx0" brushRef="#br3" timeOffset="-11760.71">13275 11688 18431 0,'0'0'816'0,"0"0"160"0,-6 12-784 0,6-12-192 16,0 0 0-16,0 0 0 0,0 0 2432 0,0 0 448 16,-4 33 96-16,4-33 16 0,-6 35-432 15,6-35-64-15,-4 36-32 0,4-36 0 0,-3 25-1216 0,3-25-240 0,0 0-48 0,0 0-16 16,1 27-688-16,-1-27-128 0,0 0-128 0,0 0 192 15,0 0-432-15,0 0-80 0,26-2 0 16,-18-5-17936-16</inkml:trace>
  <inkml:trace contextRef="#ctx0" brushRef="#br3" timeOffset="-11468.36">13582 11427 18431 0,'2'-7'816'0,"-1"5"160"0,1-1-784 0,-1 1-192 15,0 0 0-15,0 1 0 0,0 1 2288 0,-1 0 400 16,0 0 96-16,0 0 16 0,0 0-144 0,0 0-32 16,0 0 0-16,0 0 0 0,0 0-1360 0,-4 26-288 15,-3-14-48-15,-1 0-16 16,0 5-544-16,-2 2-112 0,-1 2-32 0,-1 3 0 0,-1 2-224 0,1 3 128 16,0-1-128-16,0 5 0 0,0 0 0 0,1-2 128 15,1 0-128-15,6-6 0 0,4-25 0 0,-3 37 0 16,3-37 0-16,0 0 0 0,9 35 0 0,-9-35 0 0,0 0 0 0,0 0 0 15,0 0-144-15,34 7-80 0,-25-14-16 0,2-1 0 47,1-1-1456-47,0-5-288 0,1-1-64 0,2-3-8992 0,1-1-1792 0</inkml:trace>
  <inkml:trace contextRef="#ctx0" brushRef="#br3" timeOffset="-11318.77">13733 11470 14735 0,'5'-12'640'0,"-3"8"160"0,-1 1-640 0,0 0-160 0,-1 3 0 0,-1 0 0 16,1 0 2400-16,0 0 448 0,0 0 96 0,-11 17 0 15,5-3-464-15,-2 3-112 0,-1 2 0 0,0 4-16 16,0 3-752-16,-2 3-128 0,1 0-48 0,1 1 0 16,0 2-576-16,1-4-112 0,3-1-32 0,1-2 0 15,4-25-272-15,1 38-64 0,-1-38-16 0,0 0 0 0,18 38-224 0,-18-38-128 16,0 0 128-16,0 0-128 0,39 10 0 0,-39-10 0 16,26-8 0-16,-12-1-19152 15</inkml:trace>
  <inkml:trace contextRef="#ctx0" brushRef="#br3" timeOffset="-10622.55">14259 11474 7503 0,'0'-9'320'0,"0"2"96"0,0 3-416 0,0 1 0 16,0 0 0-16,-1 1 0 0,1 0 1888 0,-1-3 288 15,0-2 64-15,0 0 48 0,0 0 1040 0,-1 2 224 16,2 2 32-16,0 1 16 0,-1 4-992 0,-1 1-208 16,2-3-32-16,0 0-16 0,0 0-1072 0,-6 33-192 15,6-33-64-15,-4 31 0 0,4-31-640 0,-7 40-144 16,7-40-32-16,-8 41 0 0,8-41-208 0,-9 40 128 0,4-16-128 0,-1-1 0 15,2-1 0-15,-2 1 128 0,0-1-128 16,1-4 0-16,5-18 0 0,-9 34 0 0,9-34 0 0,-6 21 0 16,6-21 0-16,0 0 0 0,0 0 0 0,0 0 0 15,0 0 0-15,0 0 0 0,0 0 0 0,0 0 0 16,0 0 0-16,5-9 0 0,-2-2 0 0,0 0 0 16,0-1 0-16,2-2 0 0,-1 0 0 0,3-4 0 15,-2 1 0-15,2 0 0 0,0 1 0 0,2-1 0 16,0 2 0-16,1 3 0 0,-1 3 0 0,2 2 0 15,-2 5 0-15,-9 2 0 0,0 0 0 0,0 0 0 0,35 16 0 0,-35-16 0 16,0 0 0-16,15 40 0 0,-15-40 0 0,4 36 0 16,-4-36 0-16,-5 37 0 0,-1-19 0 0,0 1 0 15,-2-3 0-15,-1-1 0 0,-1-1 0 0,-2-2 0 16,1-1 0-16,-1-1 0 0,3-3 0 0,-2-2 0 16,1-1 0-16,0 1 0 0,0-5 0 0,0 0 0 15,1-2 0-15,1-1 0 0,0-1-224 0,1-1 64 16,2-1 16-16,1-2 0 0,1 1 144 0,1-1 0 15,1-1 0-15,2-3 0 0,1 3-256 0,3-3 16 16,0 0 16-16,3 2 0 16,3 1-1440-16,1 0-272 0</inkml:trace>
  <inkml:trace contextRef="#ctx0" brushRef="#br3" timeOffset="-10285.89">14427 11721 19343 0,'0'0'1728'0,"0"0"-1392"0,0 0-336 0,0 0 0 16,0 0 1792-16,0 0 272 16,0 0 64-16,0 0 16 0,0 0 96 0,30-2 32 0,-30 2 0 0,23 0 0 15,-23 0-944-15,25-3-192 0,-25 3-48 0,28-3 0 16,-28 3-576-16,28-9-112 0,-15 5-16 0,-2-1-16 0,0 0-368 0,-2-2 0 16,0 0 0-16,0 0 0 0,-2 1 0 0,-2-2 0 15,-2 1 0-15,-2-1 0 0,-2 2-128 0,-1-1 0 16,-3 2 0-16,-3-3 0 0,-2 2-176 0,-2 0-16 15,-2 3-16-15,-1 0 0 0,-3 0 48 0,-2 3 16 16,1 3 0-16,-1 1 0 0,3 2 272 0,1 2 0 16,1 2 0-16,2 0 0 0,3 2 0 0,1 4 128 15,0 0-128-15,2 4 192 0,7-20 384 0,-9 40 80 16,9-40 16-16,-2 38 0 0,2-38-176 0,0 0-48 16,20 38 0-16,-20-38 0 0,0 0-192 0,44 15-32 15,-44-15-16-15,39-3 0 0,-17-2-208 0,1-2 0 16,1-3 0-16,-1 0 0 15,-2 1-512 1,-1 0-80-16</inkml:trace>
  <inkml:trace contextRef="#ctx0" brushRef="#br3" timeOffset="-9486.26">15229 11562 10127 0,'7'-7'896'0,"-4"2"-704"31,0 2-192-31,0-1 0 0,0 2 1856 0,-1-1 320 0,2-1 80 0,3-5 16 0,2-1 640 0,1-5 128 32,1-2 32-32,-3 2 0 0,-4 0-1152 0,-2 4-208 15,-2 1-48-15,-3 1-16 0,-1 2-496 0,-2 1-112 0,-1 2-16 0,-3 0 0 16,1 3-464-16,-2 4-112 0,0-1 0 0,1 2-16 15,-1 2-272-15,1 1-160 0,2 2 192 0,0-1-192 16,1 1 128-16,7-9-128 0,-9 19 0 0,9-19 0 16,0 0 0-16,-8 33 0 0,8-33 0 0,-1 33 0 15,1-33 0-15,1 40 0 0,-1-40 0 0,2 48 0 16,-2-48 128-16,2 54-128 0,-1-23 0 0,-1 2 0 16,-2 0 0-16,-1-2 0 0,0 0 0 0,-1-4 0 15,-2-2 0-15,-1-4 0 0,1 1 0 0,-2-3 0 16,2-2 0-16,-1-1 0 0,7-16 0 0,-12 24 0 0,12-24 0 15,-10 16 0-15,5-10 0 0,2-2 0 0,-1-2 0 0,1-2 0 16,-1-1 0-16,2 0 0 0,-1-4 0 16,0-2-192-16,0-2 16 0,1 1 16 15,0-5-1536-15,-2-2-304 0,-1 0-64 0,1-3-13856 16</inkml:trace>
  <inkml:trace contextRef="#ctx0" brushRef="#br3" timeOffset="-9317.71">15015 11783 18335 0,'-6'-41'1632'0,"5"35"-1312"15,1 4-320-15,0 2 0 0,0-1 0 0,1-2 0 16,0-1-192-16,3-1 192 0,1-2 3184 0,2 2 752 0,2 1 160 0,-9 4 32 15,0 0-448-15,37 4-96 0,-37-4 0 0,32 8 0 16,-32-8-2304-16,34 11-448 0,-34-11-112 0,37 5 0 16,-37-5-368-16,36-2-80 0,-36 2-16 0,36-5 16 15,-18 0-272-15,-1 0 0 0,-1-1 0 0,-2 0 128 16,0 0 608-16,0-2 112 0,-1 1 32 0,-1-2 16 16,0 2-896-16,-2 0-288 0,-1-1 0 15,0 1-15072 1,0 0-3040-16</inkml:trace>
  <inkml:trace contextRef="#ctx0" brushRef="#br3" timeOffset="-9135.32">15516 11561 18431 0,'3'-1'1632'0,"0"-1"-1312"16,-3 2-320-16,0 0 0 0,0 0 2048 0,0 0 320 16,11-3 80-16,-11 3 16 0,0 0-64 0,25-5-16 15,-25 5 0-15,23-3 0 0,-23 3-1152 0,20-3-224 16,-20 3-48-16,0 0-16 0,24-3-720 0,-24 3-224 15,0 0 128-15,21-2-128 16,-21 2-480-16,0 0-160 0,0 0-16 0,0 0-10624 16,0 0-2128-16</inkml:trace>
  <inkml:trace contextRef="#ctx0" brushRef="#br3" timeOffset="-8929.91">15534 11684 19343 0,'0'0'848'0,"0"0"192"0,0 0-832 0,0 0-208 0,0 0 0 0,0 0 0 15,0 0 2480-15,14-3 448 0,-14 3 80 0,0 0 32 0,0 0-160 16,0 0-16-16,0 0-16 0,0 0 0 0,0 0-1712 0,16 38-352 16,-16-38-64-16,-8 28-16 15,8-28-352-15,-13 31-80 0,13-31-16 0,-13 33 0 0,13-33-256 0,-12 30 0 16,12-30 0-16,-8 23 0 0,8-23 0 16,0 0 0-16,0 0 0 0,-3 28 0 15,3-28-496-15,0 0-144 0</inkml:trace>
  <inkml:trace contextRef="#ctx0" brushRef="#br3" timeOffset="-8341.92">15779 11738 24879 0,'-6'-5'1088'0,"4"2"256"0,-1 0-1088 0,1 0-256 16,1 1 0-16,0 1 0 0,0-1 1296 0,0-1 208 16,0 0 32-16,0-1 16 0,-1-1 112 0,2 1 32 15,1 0 0-15,0 1 0 0,1 0-624 0,2 1-128 16,2-3-32-16,1 1 0 0,-7 4-480 0,16-5-112 0,-7 1 0 0,-9 4-16 16,20-6-160-16,-20 6-16 0,21-2-128 0,-21 2 192 15,0 0-192-15,0 0 128 0,35 7-128 0,-35-7 0 16,0 0 0-16,0 0 0 0,0 0 0 0,21 40 0 15,-21-40 0-15,0 0 0 0,-1 33 0 0,1-33 0 16,-10 23 0-16,3-11 0 0,-1-1 0 0,-1-1 0 16,1 1 0-16,-1-2 0 0,0-1 0 0,1-2 0 15,0 0 0-15,1-2-128 0,1 3 128 0,0-4 0 16,1 0 0-16,1-2 0 0,4-1 0 0,-4 2 0 0,3-3 0 16,2 0 0-16,1-1 0 0,1-3 0 0,1 0 0 0,2-4 0 15,2 0 0-15,1-1 0 0,3-4 192 0,-1-3-48 16,3-2-16-16,0 0 0 0,2-2-128 0,-1-1 128 15,0 4-128-15,-1-1 128 0,-2 4-128 0,-1 3 0 16,0 1 0-16,-1 2 0 0,1 3 0 0,-2 0 0 16,-9 6 0-16,16-6 0 0,-16 6-208 0,0 0 16 15,0 0 16-15,0 0-12160 16,0 0-2432-16</inkml:trace>
  <inkml:trace contextRef="#ctx0" brushRef="#br3" timeOffset="-7970.31">16061 11778 14735 0,'6'-5'1312'0,"-6"5"-1056"0,10-7-256 0,-10 7 0 16,4-4 1856-16,-4 4 304 0,0 0 64 0,14-7 16 15,-4 4 656-15,2-2 144 16,2 0 32-16,0 2 0 0,-14 3-976 0,27-5-192 0,-27 5-48 0,23-1 0 16,-23 1-1216-16,20-3-256 0,-20 3-64 0,0 0 0 15,25-4-320-15,-25 4 0 0,14-5 0 0,-14 5 128 0,11-7-128 0,-7 3 0 16,-1-2 0-16,0 2 0 15,-1-3 0-15,-1 0 0 0,-1-1 0 0,-1 0 0 16,-1 2 0-16,-1-1 0 0,-1-2-144 0,-3-1 144 16,1 1-192-16,-2 2 16 0,-1-3 16 0,0 3 0 0,-1 2-96 0,0 1 0 15,2 2-16-15,0 1 0 0,-1 4 272 0,1 1 0 16,1 3 0-16,0 3 0 0,7-10 0 0,-14 28 272 16,14-28-48-16,-13 38-16 0,7-17 64 0,6-21 16 15,-10 46 0-15,10-46 0 0,-5 38 144 0,5-38 16 0,-1 30 16 0,1-30 0 16,0 0-16-16,7 38-16 0,-7-38 0 15,0 0 0-15,0 0-304 0,0 0-128 0,33 26 128 0,-33-26-128 16,0 0 0-16,29-4 128 16,-17-1-128-16,1 0 0 0,1-2 128 0,0-2-128 15,0-1 0-15,1-2 128 16,1 0-704-16,-2-2-160 0</inkml:trace>
  <inkml:trace contextRef="#ctx0" brushRef="#br3" timeOffset="-7123.25">16571 11679 22111 0,'0'0'1968'0,"0"0"-1584"15,0 0-384-15,0 0 0 0,0 0 1600 0,0 0 224 16,0 0 48-16,0 0 16 0,0 0 448 0,-8 28 96 15,8-28 0-15,0 0 16 0,0 0-1136 0,0 0-224 16,0 0-64-16,0 0 0 0,0 0-528 0,0 0-112 16,0 0-32-16,0 0 0 0,22-3-160 0,-16-6-16 15,1 0-16-15,-1-2 0 0,0 2-160 0,-1-2 0 16,-2 1 0-16,-1 1 0 0,0 0 0 0,-2 4 0 16,-2-3 0-16,-1 2 0 0,-2 0 0 0,-3 2 0 15,0-1 0-15,-1 3 0 0,-2 0 0 0,-1 4 0 0,0 0 0 0,-1 1 0 16,3 0-144-16,-1 3 144 15,0 3 0-15,-1 1 0 0,1 3-128 0,0 0 128 0,0 4 0 0,1 0 0 16,1 1 0-16,1 1 0 0,8-19 0 0,-15 36 0 16,15-36 0-16,-10 33 0 0,10-33 0 0,-4 28 0 15,4-28 0-15,0 0 0 0,0 0 0 0,9 34 0 16,-9-34 0-16,0 0 0 0,0 0 0 0,30 7 0 16,-30-7 224-16,24-7-48 0,-10 0-16 0,1-1 0 15,1-1-160-15,2-3 160 0,1-4-160 0,-1-1 160 0,1 0-160 0,-3-2 0 16,0 0 0-16,-1-2 0 15,-2 0 0-15,-2-1 0 0,-1 1 0 0,-2 0 0 0,-1-3-160 16,-2-2-16-16,-2 0 0 0,-3-2 0 0,0 1-16 16,-2 1 0-16,1 1 0 0,-2 4 0 15,1 4 192-15,-1 4 0 0,1 5 0 0,-2 2 0 0,1 3 0 0,0 3 128 16,3 0-128-16,0 0 176 0,0 0 48 0,-9 27 16 16,9-27 0-16,-4 33 0 0,4-33-64 0,-2 47-16 15,2-47 0-15,-3 59 0 0,2-27-16 0,1 1 0 0,0 2 0 16,1-1 0-16,2-1 128 0,-3-33 32 0,8 61 0 15,-8-61 0-15,9 52-304 0,-9-52 160 0,10 43-160 0,-10-43 128 16,0 0-128-16,13 39 0 0,-13-39 0 0,0 0-20560 16</inkml:trace>
  <inkml:trace contextRef="#ctx0" brushRef="#br3" timeOffset="-5443.81">17157 11849 17503 0,'2'-4'1552'0,"-1"3"-1232"0,-1-1-320 0,1 2 0 16,0 0 2432-16,-1 0 448 0,0 2 64 0,0-2 32 16,0 0-1264-16,0 0-256 0,0 0-48 0,-9 22-16 15,9-22-688-15,-12 16-128 0,12-16-16 0,-12 18-16 16,12-18-384-16,-12 18-160 0,12-18 128 0,-10 14-15808 16</inkml:trace>
  <inkml:trace contextRef="#ctx0" brushRef="#br3" timeOffset="-5149.16">17559 11541 13823 0,'0'-3'1216'0,"0"3"-960"0,0 0-256 0,1-2 0 16,0 2 1792-16,0 0 320 0,0-2 64 0,2 0 16 15,3-3 1200-15,0 0 256 0,3 1 32 0,-1 1 16 16,-1 0-1696-16,2 1-336 0,-2 2-64 0,1-1 0 16,-8 1-896-16,0 0-192 0,0 0-16 0,29 13-16 15,-29-13-336-15,0 0-144 0,0 0 128 0,0 0-128 0,20 39 0 0,-20-39 0 16,0 0 0-16,0 0 0 15,-4 39-448-15,4-39-128 0</inkml:trace>
  <inkml:trace contextRef="#ctx0" brushRef="#br3" timeOffset="-4991.32">17547 11721 17503 0,'0'0'768'0,"0"0"176"0,0 0-752 0,0 0-192 0,0 0 0 0,0 0 0 0,0 0 1536 0,0 0 256 16,0 0 64-16,-2 41 16 0,2-41 544 0,0 0 96 15,0 45 32-15,0-45 0 0,0 0-1328 0,0 37-272 0,0-37-48 0,0 0-16 16,0 0-736-16,0 0-144 0,6 38 0 0,-6-38-16240 16</inkml:trace>
  <inkml:trace contextRef="#ctx0" brushRef="#br3" timeOffset="-4786.16">17740 11829 24879 0,'0'0'1088'0,"0"0"256"0,0 0-1088 0,0 0-256 0,0 0 0 15,0 0 0-15,0 0 2016 0,0 0 352 0,0 0 64 0,0 0 0 0,0 0-416 0,0 0-96 16,23 32 0-16,-23-32-16 0,0 0-1280 0,0 0-256 31,0 0-48-31,0 0-16 0,31 24-304 0,-31-24 0 16,0 0 0-16,0 0 0 15,0 0-832-15,25 2-256 0</inkml:trace>
  <inkml:trace contextRef="#ctx0" brushRef="#br3" timeOffset="-4327.4">17990 11742 5519 0,'1'-2'496'0,"-1"2"-496"0,0 0 0 0,0 0 0 16,0 0 2368-16,0 0 368 0,0 0 80 0,0 0 0 16,0 0 1024-16,16-1 208 0,-16 1 48 0,0 0 0 0,0 0-1344 0,0 0-256 15,0 0-48-15,0 0-16 0,28 15-1488 16,-28-15-304-16,0 0-64 0,24 0-16 0,-24 0-368 0,21-4-64 15,-10-1 0-15,1-1-128 0,0 0 0 0,0-1 0 16,1-3 0-16,-2 1 0 0,0 2 0 0,-1-3 0 16,-1 1 0-16,-1-2 0 0,-1 1 0 0,-2-1-176 15,-2 2 176-15,-1 0-208 0,-1-2-16 0,-3 2 0 16,-2 0 0-16,-2 0 0 0,-2 1 64 0,-2 2 16 16,-1 1 0-16,-2 4 0 0,0 1 144 0,-2 1 0 15,1 4 0-15,-1 2 0 0,3 0 0 0,0 2 0 16,-2 3 0-16,1 5 0 0,-1 4 208 0,0 1-16 0,2 0-16 0,1 1 0 15,1 1 80-15,10-24 0 0,-8 43 16 16,8-43 0-16,0 0 48 0,11 42 0 16,-11-42 0-16,0 0 0 0,37 19-112 0,-37-19-16 0,36 5 0 0,-15-5 0 15,0-3-192-15,1-1 144 0,-1-1-144 0,0-3 128 16,1 2-256-16,-4-4-64 0,2 3-16 0,-3-2-12592 16,-1-1-2496-16</inkml:trace>
  <inkml:trace contextRef="#ctx0" brushRef="#br3" timeOffset="-4137.64">18385 11783 19343 0,'0'0'1728'0,"0"0"-1392"16,0 0-336-16,0 0 0 0,0 0 2304 0,0 0 384 15,0 0 64-15,0 0 32 0,0 0-48 0,0 0-16 16,0 0 0-16,17 38 0 0,-17-38-1568 0,0 0-320 15,-10 28-64-15,10-28-16 0,0 0-432 0,-15 24-96 16,15-24-16-16,0 0-12736 16,-13 20-2544-16</inkml:trace>
  <inkml:trace contextRef="#ctx0" brushRef="#br3" timeOffset="-2050.07">18997 11555 11055 0,'1'-2'976'0,"0"-1"-784"15,0 1-192-15,0 1 0 0,0 0 1392 0,-1-1 224 0,2-1 48 0,-1-4 16 16,2 0 496-16,0 0 112 0,0-1 16 0,-1 4 0 16,-1-1-400-16,-1 2-80 0,0 1-16 0,0 1 0 15,-1 1-688-15,0 1-144 0,0-1-16 0,-1 2-16 16,1 1-320-16,-2 2-64 16,3-5-16-16,0 0 0 0,-7 26-144 0,7-26-16 0,-8 28-16 0,8-28 0 15,-8 44-192-15,3-18-48 0,0 2 0 0,-1 0 0 16,1 3-128-16,-1 2 0 0,1-2 0 0,-1 0 128 15,6-31-128-15,-9 47 0 0,9-47 0 0,-5 35 0 16,5-35 0-16,0 0 0 0,0 0 0 0,0 0 0 0,0 35 0 16,1-35 0-16,1-1 0 0,1-3 0 0,0 0-256 15,0 0-48-15,2-3 0 0,-1-2 0 16,0 0-2288-16,1-2-464 0,-1-1-80 0,-2-2-32 31,1 2-688-31,-1-4-144 0,0 0-32 0,-2-2 0 0,-1 0 1216 0,-1-1 256 0,0 0 32 0,-1-3 16 0,0 1 1888 0,0 2 384 16,0 1 80-16,-1 0 16 15,1-3 1856-15,0 1 368 0,1 2 80 0,0 1 16 0,2 6 448 0,1 0 80 16,2 4 32-16,0 1 0 16,-1 2-432-16,3 1-64 0,-1 3-32 0,0 0 0 0,-4 0-592 0,0 0-112 0,0 0-32 15,0 0 0-15,32 5-400 0,-32-5-96 0,0 0-16 0,31 7 0 16,-31-7-432-16,26 4-80 0,-26-4-32 0,29 6 0 31,-29-6-96-31,0 0 0 0,39 12-16 0,-39-12 0 0,0 0-304 0,0 0 0 0,37 23 128 0,-37-23-128 31,0 0 0-31,0 0 0 0,0 0 0 0,13 38 0 0,-13-38 0 0,0 0 0 0,-9 20 0 0,3-14 0 32,-2 0 0-32,0 2 0 0,-2-3 0 0,-1-1 0 0,3 0 0 0,-2 0 0 0,-3-2 0 0,-1 0 0 31,-1 1-176-31,-2-3 176 0,3 2-192 0,-1-2 192 16,3 1-208-16,1 1 64 0,2-2 16 0,2 2 0 0,1 0 128 15,2 1 0-15,2 0 0 0,2-3 0 0,0 0 0 0,0 0 0 16,0 0 0-16,0 0 0 0,0 0 0 0,12 40 144 15,-12-40-144-15,0 0 160 0,0 0 288 0,30 30 48 16,-30-30 16-16,0 0 0 0,35 28-192 0,-35-28-48 16,0 0 0-16,41 24 0 0,-41-24-64 0,30 17-16 15,-30-17 0-15,0 0 0 0,37 19-32 0,-37-19-16 16,0 0 0-16,34 16 0 0,-34-16-144 0,0 0 0 16,31 9 0-16,-31-9 0 0,0 0 0 0,26-1 0 15,-26 1 0-15,15-5 0 0,-9 0 0 0,-1 1 0 16,0-1-192-16,-3 0-12512 0,0 0-2512 15</inkml:trace>
  <inkml:trace contextRef="#ctx0" brushRef="#br3" timeOffset="-1575.08">19390 11681 21183 0,'2'-5'944'0,"-1"3"192"15,0-2-912-15,0 3-224 0,1-1 0 0,-1 1 0 16,0 1 1552-16,0-2 272 0,0 1 48 0,0 0 16 15,1-1 352-15,-1 2 80 0,-1 0 16 0,0 0 0 0,0 0-1056 0,0 0-192 16,0 0-64-16,-10 30 0 0,10-30-624 0,-8 24-128 16,8-24-16-16,-9 34-16 0,9-34-112 0,-9 38 0 15,9-38-128-15,-7 37 192 0,7-37-192 0,-4 32 0 16,4-32 0-16,0 0 0 0,4 33 0 0,-4-33 0 16,0 0 0-16,0 0 0 0,0 0 0 0,0 0 0 15,34 11 0-15,-25-16 0 0,1-2 0 0,1-1 0 16,-1-1 0-16,1-3 0 0,-1 3 0 0,1-3 0 15,-1-2 0-15,1 0 0 0,-2 0 0 0,-2-1 0 16,1 1 0-16,-3 0 0 0,0 0-224 0,-2-2 64 0,-1 1 16 0,-1-1 0 16,-1 4 144-16,0 2 0 0,0 1 0 0,0 4 0 15,0 0 0-15,-1 4 0 0,0 1 0 0,-1 1 0 16,2-1 128-16,0 0 0 0,0 0 0 0,-10 28 0 16,10-28 0-16,-7 26 16 0,7-26 0 0,-6 30 0 15,6-30-144-15,-4 34 192 16,4-34-192-16,0 0 192 0,-1 41-64 0,1-41 0 0,0 0 0 0,0 0 0 15,0 0-128-15,15 40 0 0,-15-40 0 0,0 0 128 16,0 0-128-16,0 0 0 0,0 0 0 0,0 0 0 0,32 17 0 16,-27-19 0-16,1 0 0 0,-1 1 0 15,2-2 0-15,-2 1 0 0,1 0 0 0,-1-2 0 16,0 1-608-16,0-2-96 0,0 3-32 0,1-3-17440 16</inkml:trace>
  <inkml:trace contextRef="#ctx0" brushRef="#br3" timeOffset="-1005.55">19795 11500 23039 0,'-1'0'2048'0,"1"0"-1648"0,0 0-400 0,0 0 0 16,0 0 1120-16,0 0 144 0,0 0 16 0,0 0 16 16,1 36 512-16,-1-36 112 0,-2 36 0 15,2-36 16-15,-3 42-688 0,3-42-144 0,-5 49-16 0,5-49-16 16,-11 49-544-16,11-49-96 16,-14 47-32-16,14-47 0 0,-14 47-208 0,14-47-64 0,-12 38 0 0,12-38 0 15,-8 29-128-15,8-29 0 0,0 0 0 0,0 0 128 16,0 35-128-16,0-35 0 0,0 0 0 0,0 0 0 31,0 0-640-31,23-3-48 0,-13-3-16 0,0-1-16560 0</inkml:trace>
  <inkml:trace contextRef="#ctx0" brushRef="#br3" timeOffset="-641.97">19892 11719 26719 0,'0'0'1184'0,"0"0"240"0,0 0-1136 0,0 0-288 15,0 0 0-15,0 0 0 0,0 0 1888 0,0 0 320 16,0 0 64-16,4 35 16 0,-4-35-512 0,0 0-112 16,0 0 0-16,21 29-16 0,-21-29-944 0,0 0-192 0,0 0-48 0,36 9 0 15,-36-9-208-15,24-7-32 0,-12 2-16 0,1 1 0 16,0-4-208-16,-1-1 0 0,1 2 128 0,-2-3-128 16,0 1 0-16,-1 0 0 0,-1-1 0 0,-1 0 0 15,-2 1-160-15,0-2-32 0,-3 1 0 0,0 0 0 16,-1 1-80-16,-2-1-32 0,-1-1 0 0,-2 1 0 15,-2 0 160-15,-2 3 144 0,-1 2-208 0,-1 2 80 16,-1 3 128-16,-1 3-160 0,-1 2 160 0,-1 5-160 16,1-1 160-16,-1 5 0 0,0 3 0 0,-1 1 0 0,1 2 0 0,0-1 0 15,1 3 144-15,2-1-144 0,1-1 272 16,9-20-48-16,-13 37-16 0,13-37 0 0,-6 27 64 0,6-27 16 16,0 0 0-16,0 0 0 0,10 38-32 0,-10-38 0 15,0 0 0-15,0 0 0 0,31 15-80 0,-31-15-32 16,24 0 0-16,-24 0 0 0,29-2-144 0,-29 2 0 15,30-4 0-15,-15 1 0 0,-15 3-128 0,31-5-128 16,-16 3 0-16,0-3-19248 16</inkml:trace>
  <inkml:trace contextRef="#ctx0" brushRef="#br3" timeOffset="-291.42">20603 11650 7359 0,'-2'-4'160'0,"0"1"32"0,1-2 16 0,0 4 0 0,1 0-208 0,0 1 0 0,0-2 0 0,-1 0 0 0,0-2 1920 0,0 0 352 15,-1 2 64-15,0-1 16 0,0 1 784 0,0 2 176 16,2 0 16-16,0 0 16 0,0 0-816 0,-12 17-160 16,12-17-48-16,0 0 0 0,-14 35-944 0,14-35-192 15,-10 31-32-15,10-31-16 0,-11 36-720 0,11-36-144 16,-8 35-16-16,8-35-16 0,0 0-240 0,-4 40 0 16,4-40 0-16,0 0 0 0,0 0 0 0,0 0 0 15,0 0 0-15,0 0-18336 0</inkml:trace>
  <inkml:trace contextRef="#ctx0" brushRef="#br3" timeOffset="68.57">20498 11560 19343 0,'-5'1'1728'0,"2"0"-1392"0,3-1-336 0,0 0 0 15,0 0 1408-15,0 0 224 16,-11 17 32-16,1-3 16 0,-4 5 48 0,-1 7 16 0,-1 3 0 0,2 4 0 15,0-2-496-15,1 2-96 0,0-2-32 0,2-2 0 16,2-1-288-16,9-28-48 0,-12 47-16 0,12-47 0 16,-4 35-432-16,4-35-80 0,0 0-32 0,8 38 0 15,-8-38-64-15,0 0-16 0,28 13 0 0,-28-13 0 16,28-3 160-16,-10-2 16 16,1-2 16-16,1 0 0 0,0-2-96 0,1-3-32 0,2 0 0 0,1 0 0 0,2-2-208 0,2-2 0 15,-1 1 0-15,-1-2 0 0,-1 2 0 0,-2 0 0 16,-1-2 0-16,-1-2 0 0,-2 0 0 0,-1-2 0 15,-3-1 0-15,-3-1 0 0,-3 2 0 0,-3-1 128 16,-5-3-128-16,-3 0 0 0,-4 4 0 0,-3-2 0 16,-4 2 0-16,-5 1 0 0,-2 2 0 0,-4 3 0 15,-3 4 0-15,-3 2 0 16,-1 7 0-16,0 2 0 0,1 3 0 0,3 4 0 0,3 0 0 16,3 4-128-16,3-1 128 0,4 2 0 15,3 0-496-15,11-12 16 0,0 0 0 0,-5 31-17520 0</inkml:trace>
  <inkml:trace contextRef="#ctx0" brushRef="#br3" timeOffset="1898.51">21510 11719 3679 0,'0'0'320'0,"9"-5"-320"0,-9 5 0 0,0 0 0 16,0 0 2704-16,0 0 480 0,14-2 80 0,-14 2 32 15,12-5-96-15,-4 2-32 0,1 1 0 0,-1-2 0 16,-8 4-528-16,11-3-96 0,-11 3-32 0,0 0 0 16,13-4-1104-16,-13 4-208 0,0 0-48 0,0 0-16 15,0 0-672-15,0 0-128 0,0 0-16 0,0 0-16 0,0 0-176 0,0 0-128 16,-1 33 192-16,1-33-192 0,-12 16 144 0,4-8-144 15,-1 1 0-15,-2 0 144 0,0 1-144 0,0-3 0 16,-2 2 0-16,-1-1 0 0,1-2 0 0,-1 2 0 16,-1-3 0-16,1 2 0 0,0-3 0 0,0 1-144 15,-2 0 144-15,-3-1-208 16,1-1 16-16,-2 2 0 0,1-1 0 0,-1-2 0 16,0 2-336-16,0-2-64 0,1 0-16 0,0-2 0 15,3-2-576-15,1-1-112 0,2-1-32 0,3 1 0 0,1-2 784 0,2-3 160 0,2 0 16 16,2 1 16-16,2-3 112 0,1-2 32 15,1 2 0-15,3-1 0 0,1 1 208 0,1 1-176 0,3 2 176 0,0 0-160 16,1 0 352-16,0 2 64 0,1 0 0 0,-1 0 16 31,1 3 240-31,0-3 64 0,0 0 0 0,0 1 0 0,0-1 16 0,0 0 16 0,1 3 0 0,-1-3 0 16,1-2-160-16,-2 2-16 0,1-2-16 0,-1 0 0 16,0 0-288-16,-2 0-128 0,-1-2 128 0,1 1-128 15,-3-2 0-15,1 1-272 0,-2-3 32 0,-2-1 16 16,1 0-480-1,-3-1-80-15,-2 0-32 16,0-1 0-16,-2-1 624 0,-1 0 192 0,-1-3 0 0,-2 2-160 0,1 1 640 0,-1 4 128 0,0 2 32 0,1 1 0 0,0 6 0 16,2 1 16-16,-1 2 0 0,1 2 0 0,0 1-272 15,0 2-64-15,5-5-16 0,-9 17 0 0,9-17-160 16,0 0-16-16,-9 34-128 0,9-34 192 0,-4 30-192 0,4-30 0 16,0 0 128-16,-1 49-128 0,1-49 0 0,3 36 144 15,-3-36-144-15,7 40 128 16,-7-40-128-16,13 41 0 0,-13-41 0 0,19 46 0 0,-19-46 0 0,23 45 0 15,-23-45 0-15,25 40 0 0,-25-40 0 0,30 36 0 16,-30-36 0-16,33 29 0 0,-33-29 0 0,36 23 0 16,-36-23 0-16,36 19 0 15,-36-19-320-15,39 12-80 0,-39-12-32 0,41 5-17312 0</inkml:trace>
  <inkml:trace contextRef="#ctx0" brushRef="#br3" timeOffset="2625.6">22017 11482 23951 0,'1'-5'1056'0,"-1"2"224"0,1 1-1024 0,-1 2-256 0,0-1 0 0,0 1 0 0,0 0 1312 0,0 0 208 16,0 0 32-16,0 0 16 0,0 0-272 0,-10 39-48 16,10-39-16-16,-11 43 0 0,11-43-592 0,-13 57-128 31,5-27-32-31,0 0 0 0,1 1-240 0,-1-2-48 0,8-29-16 0,-13 51 0 15,13-51-32-15,-10 42 0 0,10-42 0 16,0 0 0-16,-9 35-144 0,9-35 0 0,0 0 0 0,0 0 0 16,0 0 0-16,0 0 0 0,0 0 0 0,0 0 0 31,10-6-912-31,-7-4-176 0,1 0-16 0,0-4-16 16,0 0-2224-16,-1-2-448 0,0-3-96 0,-1 2-16 15,0-2 496-15,-2-1 80 0,0 0 32 0,1-1 0 0,-1-1 2624 0,0 0 528 0,1 0 144 0,0 0 0 16,0 0 0-16,1-1 0 0,0 4 0 0,1 2 0 15,-1 5 2624-15,1 0 656 0,1 3 128 0,0 2 48 16,-1 2-320-16,1 0-64 0,1 3-16 0,0-1 16 0,-5 3-896 0,0 0-192 16,0 0-16-16,26 8 0 0,-26-8-848 0,0 0-160 15,0 0-48-15,36 28 16 0,-36-28-608 0,0 0-128 16,32 26-32-16,-32-26 16 0,0 0-176 0,31 26 0 16,-31-26 0-16,0 0 160 0,0 0-160 0,32 24 0 15,-32-24 0-15,0 0 144 0,0 0-144 0,0 0 0 16,0 0 0-16,0 0 0 0,0 0 0 0,0 0 0 15,0 0 0-15,0 0 0 0,-18 26 0 0,7-24-176 0,-1 1 176 16,-3 0-144-16,-1 2-128 0,-5-1-32 0,-1 3 0 0,0-2 16 31,0 2-352-31,3-1-64 0,1 2 0 0,3-1 0 0,3 0 352 0,3 0 80 0,3-2 16 0,6-5 0 16,0 0 256-16,0 0 0 0,0 0 0 0,0 0 0 16,0 0 256-16,0 0 64 0,35 24 16 0,-35-24 0 15,29 5 528-15,-29-5 96 0,30 9 32 0,-30-9 0 16,34 14-512-16,-34-14-96 0,36 19-32 0,-36-19 0 15,35 22-160-15,-35-22-48 0,32 22 0 0,-32-22 0 16,26 18-144-16,-26-18 0 0,0 0 0 0,30 21 0 16,-30-21 0-16,0 0-272 0,27 12 64 0,-27-12-18752 15</inkml:trace>
  <inkml:trace contextRef="#ctx0" brushRef="#br3" timeOffset="3037.45">22409 11572 22111 0,'0'-2'1968'16,"0"2"-1584"-16,0 0-384 0,0 0 0 0,0 0 1328 0,0 0 176 16,0 0 32-16,0 0 16 0,-12 26 464 0,12-26 96 15,-13 33 0-15,13-33 16 0,-17 42-784 0,17-42-176 16,-15 46-16-16,15-46-16 0,-14 45-704 0,14-45-144 16,-9 38-32-16,9-38 0 0,0 0-256 0,-2 37 0 0,2-37 0 0,0 0 0 15,0 0 0-15,0 0 0 0,26 10 0 0,-18-15 0 16,1 1 0-16,1-4 0 0,1-1 0 0,1-1-144 31,0-3-688-31,1 0-144 0,1-3-32 0,0 1 0 16,1-1-112-16,0-3-32 0,1 1 0 0,-4 3 0 0,-2 0 448 15,0-1 64-15,0-1 32 0,0-2 0 0,-2 2 736 0,-1-1 128 0,-3 6 48 0,-1 1 0 16,0 5 816-16,-3 1 160 0,0 3 48 0,-2 1 0 16,2 1-208-16,0 0-32 0,0 0-16 0,-14 16 0 15,14-16-624-15,-12 23-128 0,12-23-32 0,-15 31 0 0,15-31-144 0,-13 40-16 16,13-40-128-16,-6 41 192 0,6-41-16 0,-1 32-16 15,1-32 0-15,0 0 0 0,8 38-160 0,-8-38 0 16,0 0 0-16,0 0 0 0,0 0 0 0,26 26 0 16,-26-26 0-16,13-4 0 0,-6 0 0 0,2-2-256 15,-1-1 64-15,1-2 16 16,0-1-1328-16,0-2-272 0,1 0-48 0,0-2-14688 0</inkml:trace>
  <inkml:trace contextRef="#ctx0" brushRef="#br3" timeOffset="3274.2">22812 11436 3679 0,'1'-3'320'0,"1"0"-320"0,-2 3 0 0,1-3 0 16,-1 3 3184-16,0 0 560 0,4-2 112 0,-2-1 32 16,0 0 128-16,-2 3 16 0,0 0 16 0,0 0 0 15,0 0-1824-15,0 0-368 0,-11 39-80 0,11-39-16 16,-13 29-1040-16,13-29-208 0,-19 37-32 0,19-37-16 16,-22 43-176-16,10-21-32 0,0 3-16 0,12-25 0 15,-23 44-48-15,23-44 0 0,-16 40 0 0,16-40 0 16,-9 32-64-16,9-32 0 0,0 0-128 0,0 34 192 15,0-34-192-15,0 0 0 16,0 0 0-16,0 0 0 0,26 19 0 0,-26-19 0 0,16-7 0 0,-8 2 0 16,1-1-304-16,-1 0-96 0,0-3-32 0,0-1-11808 15,0 3-2368-15</inkml:trace>
  <inkml:trace contextRef="#ctx0" brushRef="#br3" timeOffset="3609.31">22857 11652 5519 0,'0'0'496'0,"0"0"-496"15,0 0 0-15,0 0 0 0,0 0 2816 0,0 0 480 16,0 0 96-16,0 0 0 0,0 0 608 0,18 0 112 16,-18 0 32-16,0 0 0 0,20 0-1744 0,-20 0-352 15,16 1-64-15,-16-1 0 0,18 2-1328 0,-18-2-256 0,22-2-48 0,-11 1-16 16,1-1-336-16,-1 0 128 0,1-1-128 0,0-2 0 31,0 2 0-31,-1-3 0 0,0 1 0 0,0-2 0 16,-2 0 0-16,-1 0 0 0,-1-2 0 0,-2 1 0 15,-2 1-160-15,-2-1 0 0,-1 0 0 0,-3 3 0 16,-1 0-320 0,-2 0-64-16,-1 2-16 0,-3 0 0 0,1 2 192 0,-2 2 48 0,0 1 0 0,0 0 0 15,-1 3 320-15,1 2 0 0,11-7-144 0,-21 16 144 16,21-16 240-16,-19 23 96 0,19-23 32 0,-21 32 0 16,21-32 272-16,-18 43 48 0,18-43 16 0,-10 38 0 0,10-38-192 15,0 0-16-15,0 0-16 0,7 38 0 0,-7-38-160 0,0 0-48 16,30 21 0-16,-30-21 0 0,29 7-272 0,-29-7 160 15,29 0-160-15,-14-2 128 16,0-1-432-16,0-2-80 0,-1 1-32 0,-1-1-18704 16</inkml:trace>
  <inkml:trace contextRef="#ctx0" brushRef="#br3" timeOffset="4001.15">23463 11542 11055 0,'10'-8'480'0,"-6"3"112"0,2 0-464 0,-2 3-128 0,-1-2 0 0,-1 3 0 0,1-3 2304 0,0 1 432 15,2-1 80-15,1-2 32 0,-2 0 432 16,-2 1 96-16,-2 3 16 0,0 2 0 0,-8 0-1648 0,8 0-320 16,-16 9-64-16,16-9-16 15,-24 16-704-15,24-16-128 0,-25 22-48 0,25-22 0 0,-25 27-192 0,25-27-32 16,-27 35-16-16,27-35 0 0,-28 42 64 0,28-42 16 16,-23 41 0-16,23-41 0 15,-15 42 0-15,15-42 0 0,-6 38 0 0,6-38 0 0,0 0-176 0,12 45-128 16,-12-45 192-16,0 0-192 0,30 25 0 0,-30-25 0 15,26 6 0-15,-26-6 0 16,28 0-304-16,-14-3-112 0,1-1-32 0,-1-1 0 16,-1-2-1536-16,-2 2-304 0,0-3-64 0,-2-1-13808 0</inkml:trace>
  <inkml:trace contextRef="#ctx0" brushRef="#br3" timeOffset="4871.3">23417 11542 12895 0,'0'0'1152'0,"0"0"-928"16,0 0-224-16,0 0 0 0,0 0 0 0,0 0 0 0,0 0 0 0,0 0 0 0,-4-1 0 0,4 1 0 15,0 0 0-15,0 0 0 0,-4 0 0 0,4 0-160 32,0 0 736-32,0 0 160 0,0-2 32 0,0 2 32 0,0 0 928 0,2-1 192 0,-1-1 48 0,0 2 16 15,0-1-1120-15,0 0-224 0,1 1-64 0,-2-2 48 16,0 2-1440-16,0 0-272 16,3 0-64-16,-3 0 0 0,0 0-304 0,0 0-64 0,0 0-16 15,0 0 48 1,0 0 720-16,0 0 160 0,0 0 32 0,0 0 32 0,0 0 544 0,0 0 224 0,0 0-16 0,0 0 32 0,0 0 560 0,0 0 112 31,0 0 32-31,0 0 32 0,0 0 176 0,0 0 16 16,0 0 16-16,0 0 32 0,0 0-384 0,0 0-80 0,0 0-16 0,0 0 32 0,0 0-480 0,-11 4-96 15,11-4-32-15,0 0 32 0,0 0-192 0,0 0 0 32,0 0 0-32,0 0 0 0,0 0-128 0,0 0 128 15,0 0-128-15,0 0 128 0,0 0 0 0,0 0 0 16,0 0 0-16,0 0 0 0,0 0-144 0,0 0 144 15,0 0 0-15,0 0 0 0,0 0-240 0,0 0 64 16,0 0 16-16,0 0-10480 0</inkml:trace>
  <inkml:trace contextRef="#ctx0" brushRef="#br3" timeOffset="5393.98">23277 11486 11055 0,'0'0'976'0,"0"0"-784"0,0 0-192 0,0 0 0 16,0 0 480-16,0 0 48 0,0 0 16 0,0 0 0 15,-4-2 16-15,4 2 0 0,-1-1 0 0,0 0 0 16,1 1 752-16,0-2 160 0,0 2 16 0,1-1 16 15,-1 1-432-15,1-2-96 0,-1 2-16 16,0 0 0-16,1-3 192 0,-1 3 48 0,2-2 0 0,-2 2 0 16,2-1-48-16,-2 1-16 0,0 0 0 0,0 0 0 15,0 0-544-15,2-1-96 0,-2 1-32 0,0 0 0 16,0 0-256-16,0 0-48 0,0 0-16 0,3-2 0 16,-3 2-144-16,0 0 0 0,0 0 0 0,0 0 0 15,0 0 0-15,4-3 0 0,-4 3 0 0,0 0 0 0,0 0 0 0,0 0 0 16,0 0 0-16,0 0 0 0,0 0-368 0,0 0 48 15,0 0 16-15,0 0 0 16,0 0-864-16,0 0-176 0,0 0-48 0,0 0 0 31,0 0-1024-31,0 0-208 0,0 0-32 0,0 0-7216 0</inkml:trace>
  <inkml:trace contextRef="#ctx0" brushRef="#br3" timeOffset="6284.14">23428 11574 8287 0,'0'0'736'0,"0"0"-592"0,0 0-144 0,0 0 0 0,0 0 912 15,0 0 160-15,0 0 16 0,-5 0 16 16,5 0 848-16,-5 0 160 0,2-1 48 0,1 0 0 0,2 1-416 0,-4-2-80 0,3 0 0 0,-1 1-16 31,1-2-112-31,0 1 0 0,1 0-16 0,0-2 0 0,0 1-384 0,0 0-80 16,1 0-16-16,-1-1 0 0,1 0-416 0,0 1-96 15,0-1-16-15,0-1 0 0,1 0-80 0,-1 1-32 16,0-2 0-16,2 0 0 0,0 0-64 0,1 0-16 16,0-4 0-16,1 3 0 0,2-2-112 0,-1-1-16 15,1 0-16-15,1-1 0 0,-1 1-48 0,2-2-128 16,-1 3 192-16,0-3-64 0,1 3-128 0,-1-1 128 15,0 3-128-15,2 0 128 0,-2 2-128 0,-1 0 160 16,3 0-160-16,-2 2 160 0,2 0-16 0,-1 0 0 16,3 1 0-16,-2 1 0 0,1 0 64 0,0 0 16 0,-11 1 0 0,20 0 0 15,-20 0-16-15,14 0 0 0,-14 0 0 0,18 3 0 16,-18-3-208-16,21 7 176 0,-21-7-176 0,24 12 160 16,-24-12-160-16,22 16 0 0,-22-16 0 15,21 24 0-15,-21-24 0 0,20 24 0 0,-20-24 0 0,18 26 0 16,-18-26 128-16,18 27-128 0,-18-27 128 0,0 0-128 15,20 42 0-15,-20-42 0 0,0 0 128 0,9 42-128 16,-9-42 0-16,0 0 0 0,-5 45 0 0,5-45 0 16,-9 32 0-16,9-32 0 0,-13 31 0 0,13-31 0 15,-20 32 0-15,20-32 0 0,-26 33 0 0,26-33 0 0,-27 31 0 16,27-31 0-16,-29 27 0 0,11-11 0 0,-2-2 0 0,-3 2 0 16,2-1 0-16,0-1 0 0,0-2-144 0,3-3 144 15,0-1-192-15,2-4 192 0,2 1 0 0,0-5 0 16,2 0 0-16,-1-3 0 0,0-1 0 0,1-3 0 15,1-3 0-15,1-1 0 0,1-1 0 0,0-2 0 16,0-1-128-16,1-1 128 0,0 1-288 0,1-4 0 16,1-2 0-16,0 0 0 0,0 0 48 0,2-1 16 15,-1 3 0-15,1 0 0 16,1 3-272-16,-1 1-48 0,2 1-16 0,0 5-17344 0</inkml:trace>
  <inkml:trace contextRef="#ctx0" brushRef="#br3" timeOffset="6922.02">23475 11538 19343 0,'-4'-3'848'0,"2"2"192"0,0-1-832 0,0 2-208 0,2 0 0 0,-1-3 0 0,1 3 832 0,0 0 112 0,-3-2 16 0,1-1 16 16,0 1 944-16,1 2 176 15,1-2 32-15,1-1 16 0,-1 3-432 0,4-2-96 0,-1-1-16 0,0 1 0 16,1 0-784-16,0 0-176 0,0-1-16 0,2 0-16 16,0-1-128-16,0 0-32 15,0 1 0-15,0 0 0 0,1 0-144 0,1-1-48 16,-1 0 0-16,2 1 0 0,-9 3-64 0,15-4-32 0,-5 1 0 0,-1 1 0 16,1-1 48-16,-10 3 16 0,18-2 0 0,-18 2 0 0,0 0-48 15,22 8-16-15,-22-8 0 0,0 0 0 0,0 0-160 0,0 0 0 16,17 35 144-16,-17-35-144 0,0 0 0 15,-3 35 0-15,3-35 0 0,0 0 0 16,-17 38 0-16,17-38 0 0,-17 26 0 0,17-26 0 16,-24 24 0-16,24-24 0 0,-26 19 0 0,26-19 0 15,-26 15 0-15,13-9 0 0,0-1 0 0,0 0 0 16,0-3 0-16,0-2 0 0,2 2 0 16,1-4 0-16,4 2 0 0,-1-2 0 0,2-1 0 0,1-1 0 0,2 1 0 0,0 1 0 15,2-3 0-15,0 3 0 0,2-1 0 16,-2 3 0-16,8-3 0 0,-8 3 0 0,13 0 0 0,-13 0 144 15,20 3-144-15,-20-3 160 16,25 5 176-16,-25-5 48 0,31 7 0 0,-13-5 0 0,3 2-256 0,1 0-128 0,0-3 128 0,-5 0-128 16,-17-1 0-16,25 2 0 0,-10-2 0 0,-1 0 0 15,0-2 0-15,-2 2 0 0,0-2 0 0,-12 2-13376 32,18-4-2608-32</inkml:trace>
  <inkml:trace contextRef="#ctx0" brushRef="#br0" timeOffset="19457.89">8124 12667 11967 0,'4'-4'1072'0,"-2"1"-864"0,0 1-208 0,-2 0 0 16,1 1 1648-16,0-3 272 0,3 0 64 0,1-4 16 16,-1-2 496-16,1 1 80 0,-2 1 32 0,-1 4 0 15,-2-1-688-15,-2 3-144 0,0 2-32 0,-3 0 0 16,0 2-640-16,-3 1-128 0,0 1-16 0,-2 1-16 16,0 1-496-16,-2 0-80 0,-1 1-32 0,-1 0 0 0,-1 0-80 0,-2 3 0 15,0-1-16-15,-1-2 0 0,1 3-96 0,0-1-16 16,0-1 0-16,0 1 0 15,1 0-128-15,1-1 0 0,1 3 0 0,1-1 0 0,2-1 0 0,1-2 0 16,5 1 128-16,0-4-128 0,3 1 0 0,1-2 0 16,3 1 144-16,1-2-144 0,1 1 0 0,-4-3 128 15,0 0-128-15,0 0 0 0,0 0 128 0,46 5-128 16,-46-5 160-16,36-2-160 0,-36 2 160 16,43-3-160-16,-43 3 160 0,45-3-160 0,-45 3 160 0,46 1-160 0,-46-1 160 0,45 5-160 15,-45-5 0-15,42 7 128 0,-42-7-128 0,0 0 0 16,50 16 0-16,-50-16 0 0,0 0 0 0,0 0 0 15,39 24 0-15,-39-24 0 16,0 0 0-16,2 24 0 0,-5-13 128 0,-4-1-128 0,-3 0 0 0,-2 1 0 16,-1-1 192-16,-3 1-48 0,1 1-16 0,-5-2 0 15,1 0-128-15,-2-1 0 0,1 2 0 0,0-3 128 16,4-4-128-16,2 1 0 0,3-2 0 0,1-1 0 16,2-2 0-16,3-2 0 0,2 2 0 0,2-3 0 15,1-1-448-15,4-1 0 0,2-3-16 0,3-1-18080 16</inkml:trace>
  <inkml:trace contextRef="#ctx0" brushRef="#br0" timeOffset="19917.78">8499 12484 18431 0,'-3'-3'816'0,"2"2"160"0,0-1-784 0,-1-1-192 0,1 3 0 0,0 0 0 15,1 0 1920-15,-3 0 320 0,0 0 80 0,-2 3 16 16,1 1-528-16,-2 3-96 16,1 5-32-16,0 3 0 0,1 1-464 0,1 5-112 0,1 1-16 0,0 2 0 31,1 4-480-31,0 0-96 0,-1-1-32 0,1 1 0 0,0-4-224 0,0 0-32 0,1 2-16 0,-1 0 0 31,1 0-48-31,-1-3-16 0,1-2 0 0,-2-1 0 0,1-2-144 0,-1-1 0 0,2-17 0 0,-2 24 0 16,1-15 0-16,-1-1 0 15,0-4 128-15,1 1-128 0,0 0 0 0,-1-5 0 16,1 0 0-16,0-3 0 0,1 1 0 0,0-3 0 0,0-1 0 0,0-2 0 0,0-1 0 0,0-1 0 31,0-2 0-31,1 0 0 0,1-2 0 0,-1 0-144 0,1 0 144 16,1 1-160-16,0 2 160 0,2-1-160 16,1 1 160-16,1 2-160 0,0 1 160 0,2 1 0 0,1 0 0 0,1 2 0 0,-2 2 0 0,-9 3 0 31,0 0 0-31,36-2 0 0,-36 2 0 0,0 0 0 15,0 0 0-15,47 23 128 0,-47-23-128 0,0 0 0 16,30 30 0-16,-30-30 128 0,0 0-128 0,20 32 0 0,-20-32 0 0,0 0 0 16,7 31 0-16,-7-31 128 0,0 0-128 0,-2 27 0 15,1-21 0-15,-1-3 0 0,1 1 0 0,0-3 0 16,-1-1 0-16,0-1 0 0,1-3-160 0,1 0-11568 16,1-1-2320-16</inkml:trace>
  <inkml:trace contextRef="#ctx0" brushRef="#br0" timeOffset="20296.37">8817 12850 16575 0,'1'0'736'0,"-1"-2"160"0,1 1-720 0,-1 0-176 16,0 0 0-16,-1 1 0 0,0-2 1536 16,-1 1 256-16,-1-2 64 0,0 0 16 0,-1-2 272 0,0 2 48 15,0 1 16-15,1 1 0 0,1 1-864 0,0 1-160 16,0 1-32-16,1 1-16 0,2 2-640 0,-1 1-128 15,0-6-32-15,0 0 0 0,0 0-48 0,9 34-16 16,-9-34 0-16,0 0 0 0,15 33-32 0,-15-33-16 16,0 0 0-16,0 0 0 0,0 0-32 0,32 29-16 15,-32-29 0-15,0 0 0 0,0 0-48 0,0 0 0 16,33-3 0-16,-27-4 0 0,-1 2 0 0,0-3 0 16,1 2 0-16,-3-3 0 0,0 1-128 0,0 1 0 0,0-2 0 0,-2 0 128 15,0 1-128-15,-1 0 0 0,0-3 0 0,-1 2 0 16,-1 0 0-16,-2 0 0 0,-3-1 0 0,0 2 0 15,-2 0 0-15,-1 2 0 0,0 0 0 0,0 3 0 16,-1 1 0-16,1 2 0 0,0 2 0 0,1 0 0 16,3-2 0-16,-2 2 0 0,2 3 0 15,-1 0 0-15,3 0 0 0,1-1 0 0,2-1 0 0,0-1 0 16,3 0-272-16,-1-1 16 0,2 1 0 0,1-2 0 16,1-1-1936-1,2-1-384-15</inkml:trace>
  <inkml:trace contextRef="#ctx0" brushRef="#br0" timeOffset="20677.3">8988 12737 18431 0,'-2'4'816'0,"1"-2"160"16,0 1-784-16,1-1-192 0,0-2 0 0,0 0 0 0,1 1 2272 0,0-2 416 16,1 1 64-16,2-4 32 0,1 0-544 15,-1 0-128-15,3-3 0 0,0 1-16 0,2-2-1072 0,-1 1-224 16,0 0-32-16,2 2-16 0,0-2-336 0,-1 4-64 15,-9 3-16-15,0 0 0 0,0 0-208 0,35 7-128 16,-35-7 160-16,0 0-160 0,0 0 0 0,28 33 128 0,-28-33-128 0,0 0 0 16,11 43 0-16,-11-43 0 0,1 36 0 15,-3-17 0-15,1-3 0 0,-3 3 0 0,0-4 0 0,0 0 0 16,-1-1 0-16,-1-3 0 0,3-1 0 0,-2-1 0 16,0-1 0-16,2-2 0 0,1-4 0 15,0-2 0-15,1 0 192 0,0-5-64 0,0 1-128 0,2-5 192 16,0-1 0-16,1-2 0 0,2-2 0 0,0-3 0 15,2-1-64-15,0-2-128 0,3-1 176 0,-1-2-176 16,1 2 128-16,0-2-128 0,2 5 0 0,0-2 0 0,1 2 0 16,-1 1 0-16,2 5 0 0,-2 0 0 15,0 3 0-15,-1 2 0 0,-1 2 0 0,0 0 0 0,0 1-144 0,1 1-48 16,-2 1 0-16,-8 2-12064 16,0 0-2416-16</inkml:trace>
  <inkml:trace contextRef="#ctx0" brushRef="#br0" timeOffset="21009.22">9507 12584 20271 0,'2'0'896'0,"-1"-1"192"0,0 0-880 0,-1-1-208 0,1 2 0 16,-1-2 0-16,0 1 1936 0,0 1 352 16,0-3 64-16,0 1 16 0,0 0-240 0,-1 2-32 0,0 0-16 0,0 2 0 15,0 3-1088-15,0-2-224 0,1-3-32 0,0 0-16 16,0 0-448-16,-3 26-80 0,3-26-32 0,-1 21 0 15,1-21-160-15,-3 26 0 0,2-12 0 0,-2 1 128 16,1 1-128-16,-1 0 0 0,0 6 0 0,0-1 0 16,-1 3 0-16,-1-1 0 0,3 2 0 0,0-2 0 15,1-1 0-15,1-22 0 0,3 36 0 0,-3-36 128 16,0 0 0-16,11 37-128 0,-11-37 192 0,0 0-64 16,0 0-128-16,0 0 0 0,30 27 0 0,-30-27 0 15,0 0 0-15,0 0 0 0,29-3 0 0,-29 3 0 0,16-5 0 0,-10 0 0 16,2 0 128-16,-2-1-128 0,2 0 0 0,-3 0 0 15,2-2-160-15,-3 1 160 16,0 0-1248-16,-1-2-160 0,0 2-16 0,-3-3-9536 16,1 1-1904-16</inkml:trace>
  <inkml:trace contextRef="#ctx0" brushRef="#br0" timeOffset="21196.05">9317 12786 21183 0,'0'0'1888'0,"1"0"-1504"0,0 0-384 0,0 0 0 16,0 1 2416-16,2-2 400 0,2 1 96 0,2-3 16 16,-7 3-288-16,25-7-48 0,-10 0-16 0,2 0 0 15,0 0-1584-15,2-2-320 0,2 0-64 0,0-1-16 16,-1 2-352-16,0 0-80 16,-2 0-16-16,0 1 0 0,-1-3-144 0,0 4 0 15,0 2 0-15,-2 0 0 0,0-1-304 0,-15 5-32 0</inkml:trace>
  <inkml:trace contextRef="#ctx0" brushRef="#br0" timeOffset="23489.61">10015 12608 20271 0,'-3'-2'1792'0,"2"2"-1424"0,1-2-368 0,-1 1 0 0,1 1 176 0,-1-2-48 0,-1 2 0 0,-1-2 0 0,-1 1 1056 0,-1-1 208 15,-1 1 32-15,0 0 16 0,1 1-144 0,0 0-16 16,1 0-16-16,1 0 0 0,-1 2-304 0,1 1-64 16,0 2-16-16,-1 1 0 0,-1 2-592 0,1 1-112 15,-3 0-32-15,2 5 0 0,-1-2 80 0,1 2 16 16,1 4 0-16,0 0 0 0,1-1-16 0,2 2 0 16,0 3 0-16,1 1 0 15,0-23-32-15,4 45 0 0,-4-45 0 0,10 43 0 0,-10-43 128 0,15 42 32 16,-15-42 0-16,0 0 0 15,33 38-96-15,-33-38-32 0,0 0 0 0,39 15 0 0,-39-15-224 16,26-5 128-16,-13 1-128 0,0-7-11408 0,1-1-2352 0</inkml:trace>
  <inkml:trace contextRef="#ctx0" brushRef="#br0" timeOffset="23823.52">10221 12667 12895 0,'-3'3'1152'15,"0"-1"-928"-15,2 0-224 0,0 1 0 0,-1 0 1712 0,-1 2 288 16,-2 3 64-16,-3 7 16 0,-2 3 400 16,0 4 80-16,0 0 0 0,3-1 16 0,1 0-1040 0,3-4-224 15,3-17-32-15,0 30-16 16,0-30-464-16,0 0-96 0,0 0 0 0,17 33-16 16,-17-33-288-16,0 0-48 0,0 0-16 0,39-4 0 0,-25-6-96 0,0-1-32 15,0 1 0-15,-1-4 0 0,0 0-208 0,-1 1 128 31,-1 0-128-31,-2 0 0 0,1-1 0 0,-1 0 0 0,-2 1 0 0,0-2 0 0,-1 0 0 0,-2-1 0 16,-1 1 0-16,-4 1 0 0,0 2 0 0,-4-2 0 16,-1 2 0-16,-3 1 0 15,-3 4 0-15,-1 1 0 0,-1 3-128 0,-2 4 128 0,-2 2 0 0,0 5 0 16,-1 0 0-16,2 2 0 0,4 1-160 0,1-1 160 16,2 2-128-16,2 0 128 15,2 0-240-15,4-3 48 0,2-9 0 0,0 0 0 16,0 0-1248-16,0 0-240 15</inkml:trace>
  <inkml:trace contextRef="#ctx0" brushRef="#br0" timeOffset="24030.12">10507 12786 20271 0,'0'1'1792'0,"0"0"-1424"16,0-1-368-16,0 0 0 0,0 2 2032 0,0-1 336 15,1 3 64-15,-1-1 0 0,0-3 64 0,0 0 16 16,0 0 0-16,0 0 0 0,7 38-1616 0,-7-38-320 16,0 0-64-16,0 0 0 0,0 0-512 0,0 0 0 15,18 35 0-15,-18-35 0 16,0 0-1088-16,0 0-304 0</inkml:trace>
  <inkml:trace contextRef="#ctx0" brushRef="#br0" timeOffset="24425.65">10730 12696 11967 0,'-1'0'1072'15,"0"0"-864"-15,2 2-208 0,-2-2 0 16,0 0 2224-16,0 0 400 0,0 0 64 0,-2 2 32 0,-1 1 656 0,-1-1 128 16,2 3 16-16,-2-3 16 0,1 1-1840 0,1 1-368 15,-1 1-80-15,0 0-16 16,1 2-736-16,-1 0-160 0,0 0-16 0,0 3-16 0,1 2-304 0,-2-2 128 15,1 3-128-15,2 0 0 0,2-13 0 0,-2 30 0 16,2-30 0-16,0 0 0 0,6 38 128 0,-6-38-128 16,0 0 0-16,0 0 0 0,26 30 0 0,-26-30 0 15,0 0 0-15,29 0 0 0,-29 0 0 0,21-11 0 16,-9 4 128-16,0-5-128 0,1 0 0 0,0-1 160 0,0-2-160 16,-2 1 128-16,0 2-128 0,-1-3 0 0,-1 1 0 0,0-3 0 15,-1 3 0-15,-2 0 0 0,0-2 0 0,-4 1 0 16,-1 3 0-16,-4-1 0 0,-2 0-128 0,-2 4 128 15,-1-1-208-15,-2 4 16 0,-1 3 16 0,-2 0 0 16,1 1 176-16,-2 2-208 0,-3 5 80 0,1 0 128 16,0 1-384-16,1 2 32 0,2 1 16 0,1 0 0 15,2 0-64 1,2-1-16-16,2 2 0 0,1-3 0 0,4 0-864 0,0-2-160 0,1-5-32 0,0 0-13328 16</inkml:trace>
  <inkml:trace contextRef="#ctx0" brushRef="#br0" timeOffset="24925.99">11087 12637 5519 0,'-4'2'240'0,"1"0"64"0,0-1-304 0,1 1 0 0,1-2 0 0,0 0 0 15,0 2 2112-15,-1-2 384 0,-1 2 64 0,-1 1 0 16,0 1 496-16,0-1 80 16,1 1 32-16,0-1 0 0,1-1-816 0,0 1-176 0,1 0-16 0,0 0-16 15,-1 0-832-15,1 2-160 0,0-3-48 0,0 0 0 16,0 3-464-16,0 0-80 0,1-5-32 0,0 0 0 15,-3 17-224-15,3-17-48 16,0 0-16-16,-4 23 0 0,4-23-240 0,0 0 128 16,-1 29-128-16,1-29 0 0,0 0 0 0,0 0 128 0,10 37-128 0,-10-37 0 15,0 0 0-15,0 0 128 0,0 0-128 0,37 22 0 0,-37-22 0 0,0 0 128 16,31 5-128-16,-31-5 0 16,0 0 0-16,33 5 0 0,-33-5 0 0,0 0 0 15,0 0 0-15,39 14 0 0,-39-14 0 16,0 0 0-16,0 0 0 0,0 0 0 0,32 28 0 0,-32-28 0 15,0 0 0-15,0 0 0 0,0 31 0 0,-4-22 0 0,-1 1 0 0,0-3 128 16,-2 2-128 0,0-1 0-16,-1-3 0 0,0 2 0 0,-2-1 0 0,-1 2 0 0,-1-4 0 0,-1 1 0 0,-1 0 0 0,0-3 0 31,1 1 0-31,-1-1 0 0,1-2 0 0,0-2 0 31,2-1-592-31,1-4-64 0,0-2-16 0,2-2-16928 0</inkml:trace>
  <inkml:trace contextRef="#ctx0" brushRef="#br0" timeOffset="25110.36">11031 12696 5519 0,'1'-3'496'0,"0"-1"-496"0,0 3 0 0,1-1 0 0,0 1 2288 16,0 0 352-16,1-1 80 0,2-1 16 0,3-2 368 0,3-1 80 16,3 0 16-16,1 0 0 0,0 0-688 0,2 2-128 15,0-1-16-15,0 0-16 0,-17 5-1072 0,38-4-224 16,-38 4-32-16,37-7-16 0,-37 7-624 0,36-1-128 15,-36 1-32-15,28-2 0 16,-28 2-512-16,0 0-96 0</inkml:trace>
  <inkml:trace contextRef="#ctx0" brushRef="#br0" timeOffset="27965.01">11517 12574 14735 0,'0'-2'1312'0,"1"0"-1056"16,0 2-256-16,0 0 0 0,0-2 1152 0,1-1 192 15,1-1 16-15,1-1 16 0,2-5 624 0,1 1 128 16,0-1 32-16,0 3 0 0,1 0-272 0,-1 2-48 16,2 1-16-16,0 1 0 0,-9 3-592 0,0 0-112 15,36 5-32-15,-36-5 0 0,0 0-512 0,45 31-128 16,-45-31 0-16,30 38-16 0,-30-38-144 0,26 46-32 16,-26-46 0-16,18 49 0 0,-18-49-96 0,6 49-32 15,-8-22 0-15,-4 1 0 0,-4-1-128 0,-4-2 128 0,-2 1-128 0,-2-1 128 16,1-2-128-16,-3-2 0 0,1-1 0 0,-2-2 0 15,2-3-256-15,-4 1-64 0</inkml:trace>
  <inkml:trace contextRef="#ctx0" brushRef="#br0" timeOffset="30200.25">12465 12632 14735 0,'0'-3'1312'0,"0"1"-1056"0,-1 0-256 0,1 2 0 0,0 0 704 0,-1-1 64 15,-1 1 32-15,-3-2 0 0,0 2 720 0,-3 3 144 16,1 4 16-16,-2-2 16 15,2 5-160-15,0 1-48 0,3 1 0 0,-1 2 0 16,1 2-432-16,1 1-96 0,1 2 0 0,-1 0-16 0,3-19-448 0,-2 35-96 16,2-35-16-16,1 29 0 0,-1-29-64 0,0 0 0 0,0 0-16 0,16 35 0 15,-16-35 32-15,0 0 16 0,0 0 0 0,34 1 0 16,-24-4 64-16,-1-2 16 16,1 0 0-16,-1-1 0 0,1-1-224 0,1 0-32 15,-1-1-16-15,-1 1 0 0,1 0-160 0,1-3 0 16,-2-1 144-16,1 1-144 0,-1-2 0 0,0 1 0 15,-1-3 0-15,-1 1 0 0,-1-1 0 0,-2 0 0 0,-2-1 0 0,-2 2 0 16,-2 0 0-16,-3 0 0 0,-1 1 0 0,-4 2 0 16,-1-1 0-16,-4 3 0 0,0 1 0 0,-4 2 0 15,0 3 0-15,0 0 0 0,2 2 0 0,1 3 0 16,1 3 192-16,2 0-48 0,1 2 0 0,2-1 0 16,2 3-16-16,2-3 0 0,2 2 0 15,2-3 0-15,3 0-128 0,1-1 0 0,-2-5-160 16,0 0-11520-1,0 0-2304-15</inkml:trace>
  <inkml:trace contextRef="#ctx0" brushRef="#br0" timeOffset="30465.51">12882 12435 17503 0,'-1'0'768'0,"-1"2"176"0,1-2-752 0,-1 3-192 0,0-3 0 0,0 2 0 0,0 0 1456 0,-3 4 256 0,-2 3 48 0,-4 5 16 31,0 3 448-31,0 2 80 0,1 4 32 0,2 1 0 0,1 0-560 0,2 2-112 16,1-2-32-16,2 4 0 0,0-2-928 15,1 1-192-15,0 0-48 0,0 2 0 0,0-1-272 0,0-2-64 16,0-1-128-16,1-25 192 0,-2 42-192 0,2-42 0 0,1 30 0 0,-1-30 0 31,0 0 0-31,0 0-256 0,0 0 48 0,0 0 16 0,0 0-1376 0,0 0-272 0,18-8-48 0,-15-5-13792 16</inkml:trace>
  <inkml:trace contextRef="#ctx0" brushRef="#br0" timeOffset="30860.79">12785 12608 6447 0,'-4'-22'272'0,"1"13"80"0,1 0-352 0,1 1 0 16,0 4 0-16,1 1 0 0,0 1 2560 0,0-3 432 16,2-2 80-16,1 0 32 0,1 2 480 0,3 0 112 15,-7 5 16-15,0 0 0 0,33 3-1280 0,-33-3-240 16,32 3-48-16,-32-3-16 0,38 2-1232 0,-38-2-256 0,39-3-64 0,-39 3 0 15,39-2-384-15,-39 2-192 0,35-3 160 0,-35 3-160 16,32-3 0-16,-32 3 0 16,27-1 0-16,-27 1 0 0,0 0 0 0,0 0 0 0,37 7 0 0,-37-7 0 15,0 0 0-15,0 0 0 0,0 0 0 0,-6 28 0 16,-2-21 0-16,-4 3 0 0,-4-2 0 0,-3 1 0 16,-1 0-512-16,-4 3-32 0,-3-4-16 15,-2 0 0 1,0 2-544-16,1-3-112 0,0-2-32 0,3-1 0 0,4-1-96 0,4 0 0 0,2 0-16 0,3-2 0 0,3 1 1360 0,3 1 448 15,3-1 0-15,1-1 0 0,5 1 960 0,2-2 192 16,-5 0 32-16,0 0 16 0,0 0-480 0,42 6-80 16,-42-6-32-16,34 9 0 0,-34-9-560 0,41 11-112 15,-41-11-32-15,44 14 0 16,-44-14-64-16,39 14-16 0,-39-14 0 0,44 22 0 0,-44-22-112 0,43 23-32 16,-43-23 0-16,39 21 0 0,-39-21-128 0,36 22 0 15,-36-22 0-15,0 0 128 0,47 22-128 0,-47-22 0 16,0 0 0-16,36 12 0 0,-36-12 0 0,0 0-192 15,0 0 64-15,0 0 128 16,30 2-1280-16,-30-3-128 0</inkml:trace>
  <inkml:trace contextRef="#ctx0" brushRef="#br0" timeOffset="31217.18">12336 13004 911 0,'-2'-2'0'0,"1"2"0"0,1-2 0 0,0 1 0 0,0 1 2464 0,1-2 416 15,0 2 64-15,0-2 32 16,2 1 112-16,3-1 32 0,0-2 0 0,3 1 0 0,-9 3-832 0,0 0-176 15,36-3-16-15,-36 3-16 0,35 3-320 0,-35-3-64 16,48 7-16-16,-48-7 0 0,57 5-624 0,-57-5-128 16,60 5-32-16,-29-5 0 0,2 2-384 0,0-2-96 15,0 0-16-15,0 0 0 0,3 0-192 0,-1 0-32 16,0 0-16-16,-2-2 0 0,0-1-160 0,-4-2 0 0,-2-2 0 16,-3 0 0-16,-4 0 0 0,-2 1 0 0,-3 0 0 0,-2 1 0 15,-13 5 0 1,0 0 0-16,18-7-160 0,-19 7 160 15,-3 1-1424-15,-2 2-192 0</inkml:trace>
  <inkml:trace contextRef="#ctx0" brushRef="#br0" timeOffset="31477.9">12462 13087 11055 0,'-5'-2'480'0,"3"1"112"0,0 1-464 0,0-2-128 0,2 2 0 0,0 0 0 0,0 0 1984 0,0 0 384 15,0 0 80-15,1-1 16 0,2 2 160 0,0-1 48 16,-3 0 0-16,0 0 0 16,0 0-960-16,0 0-192 0,34 10-48 0,-34-10 0 0,0 0-448 0,39 4-112 15,-39-4-16-15,37 1 0 0,-37-1-144 0,43 1-48 32,-43-1 0-32,49 3 0 0,-49-3-336 0,59 3-80 0,-27-1-16 0,2-2 0 0,2 0-64 0,0 0-16 0,1-2 0 15,-1-1 0-15,-2-1-192 0,0-1 0 0,-3-3 128 0,0-1-128 16,-2 2 0-16,-3-3 0 0,1 3-192 0,-2-2-18560 15</inkml:trace>
  <inkml:trace contextRef="#ctx0" brushRef="#br0" timeOffset="31982.85">14004 12565 10127 0,'3'-9'896'0,"0"1"-704"16,-1 4-192-16,-1 2 0 0,0 2 2288 0,1-3 416 15,1-4 96-15,1-3 16 0,1 1 944 0,0 2 192 16,-3 2 32-16,-3 5 16 0,-1 3-2000 0,-4 1-400 16,0 6-64-16,-4 0-32 0,-3 4-992 0,0 0-192 0,0 0-32 0,-3-1-16 15,0 0-272-15,0 0 0 0,1 0 0 0,1-1 0 16,-1-2 0-16,1-1 0 0,2 0 0 0,0-1 0 16,3-4 0-16,2 1 0 0,1 0 0 0,2-1 0 15,1 1 0-15,2-2 0 0,2-1 0 0,1 1 0 16,1 1 0-16,-3-4 0 0,0 0 0 0,0 0 0 15,0 0 0-15,38 15 0 0,-38-15 0 0,0 0 0 16,40 16 0-16,-40-16 0 0,34 14 0 0,-34-14 0 16,0 0 0-16,48 24 0 0,-48-24 0 0,0 0 0 15,47 24 0-15,-47-24 0 0,0 0 0 0,36 26 0 0,-36-26 0 16,0 0 0-16,0 0 0 0,0 0 0 0,22 35 0 0,-22-35 0 16,0 0 0-16,-10 15 0 0,1-11 0 0,-2 1 0 15,-3 0 0-15,-2 0 0 0,-2 2 0 0,-2-3 0 16,0 1 0-16,2 0 0 15,-1-1-384-15,2 1-48 0,1 0 0 0,2-3 0 16,3-1-432-16,2-1-96 0,4-1 0 0,2-1-16 16,3-2-928-16,3-2-176 0</inkml:trace>
  <inkml:trace contextRef="#ctx0" brushRef="#br0" timeOffset="32412.89">14436 12356 17503 0,'2'-2'768'0,"-2"1"176"0,0 1-752 0,-1 1-192 0,0 1 0 0,-1 1 0 16,-1 0 2064-16,-1 3 384 0,-4 6 80 0,-4 5 16 16,-2 6-320-16,-1 4-64 15,-1 4-16-15,1 1 0 0,2 2-704 0,3-1-144 0,2-1-16 0,1 0-16 16,3-1-688-16,1-2-128 0,1 1-16 0,1-3-16 16,1-27-288-16,-2 50-128 0,2-50 0 0,0 43 128 15,0-43-128-15,1 34 0 0,-1-34 0 0,0 0 0 16,-1 34 0-16,1-34 0 0,0 0 0 0,0 0 0 0,0 0 0 0,0 0 0 15,0 0 128-15,0 0-128 0,0 0 0 0,0 0 0 16,0 0 0-16,0 0 0 0,0 0 0 0,9-10-176 16,-6-2 176-16,1-4-192 0,1 1 192 0,2-1-192 15,0-3 192-15,3 2-192 16,1 3 192-16,0-3 0 0,1 3 0 0,0 0 0 0,0 2 0 0,1 1 0 16,2 1 0-16,-1 0 0 0,-1 3 0 0,-2 2 0 15,0 3 0-15,-11 2 0 0,0 0 0 0,0 0 0 0,0 0 0 16,35 14 0-16,-35-14 0 0,0 0 0 15,0 0 0-15,9 38 0 0,-9-38 0 0,-4 28 0 0,4-28 0 0,-9 32 0 16,9-32 0-16,-10 30 0 0,10-30 0 0,-9 31 128 16,9-31-128-16,-5 21 0 0,5-21 128 0,0 0-128 15,0 0 0-15,0 0 0 0,0 0 0 0,0 0 0 32,25-3-1440-32,-15-8-256 0</inkml:trace>
  <inkml:trace contextRef="#ctx0" brushRef="#br0" timeOffset="33063.18">14713 12724 1839 0,'3'0'160'0,"-2"-1"-160"0,1 1 0 0,-1 0 0 0,-1 0 2816 16,0 0 512-16,0 0 128 0,0 0 0 15,-1 1 256-15,-1-1 64 0,-2 3 0 0,0 1 0 0,-1-1-1392 0,0 3-272 16,-1 0-48-16,0 1-16 0,0 2-896 0,0 1-192 16,6-10-48-16,-6 21 0 0,6-21-544 0,0 0-112 15,-2 33-32-15,2-33 0 16,0 0-224-16,0 0 0 0,0 0 0 0,30 24 0 0,-30-24 128 0,0 0-128 15,30-7 0-15,-19 2 144 0,2-2-144 0,-1 0 192 16,1-1-192-16,-2-1 192 0,-1 0-192 0,-1-1 0 16,0 3 144-1,-2-2-144-15,-2-1 0 0,0 1 0 0,-1 2 0 0,-2-2 0 0,-1 1 0 0,-2 1 0 0,-2-3 0 0,-1 3 0 16,0-2 0-16,-4 1 0 0,0-1 0 0,-3 0 0 16,-1-1-192-16,-3 0 32 15,-1 1 16-15,-2 0 0 16,2 1-224-16,-1 5-32 0,1 2-16 0,2 3 0 15,3 3-64-15,1 0-16 0,2 2 0 0,1 1 0 0,3 0 496 0,0 2 256 16,4-10-16-16,0 0-16 0,-1 28 416 0,1-28 64 0,0 0 32 0,0 0 0 16,0 0-320-16,30 30-64 15,-30-30-16-15,0 0 0 0,38 0-160 0,-21-4-48 16,3-4 0-16,0 0 0 0,0-2-128 0,1-1 0 0,-1 1 0 16,-1-2 0-16,0 0 0 0,1 0 0 0,-3 3-160 0,1 0 160 0,-1 1-272 0,-2 2 32 15,1 1 16-15,-16 5 0 0,25-3 80 0,-25 3 16 31,0 0 0-31,0 0 0 0,36 12 128 0,-36-12-128 0,0 0 128 0,0 0-128 0,17 33 128 16,-17-33 0 0,0 0 0-16,-2 41 0 0,2-41 0 0,-8 30 0 15,3-16 128-15,0 1-128 0,-1 1 176 0,0-4-48 16,1 0 0-16,0-3 0 0,2-1 32 0,0-3 0 0,1-1 0 0,1-3 0 16,0 1 32-16,0-5 16 0,2 0 0 15,0-1 0-15,2-5-48 0,1 0-16 0,1-3 0 0,1-1 0 16,-1 0-144-16,3-2 128 0,0-2-128 0,1 1 128 15,2-3-128-15,-1 1 0 0,0 0 0 0,0-1 0 16,2 5 0-16,-1 0 0 0,0 2 0 0,1 2 0 16,-1 1 0-16,-1 0 0 0,1 3 0 0,-11 6 0 15,19-6 0-15,-19 6 0 0,16-7 0 0,-16 7 0 16,0 0-144-16,22-5 144 0,-22 5 0 0,0 0 0 16,0 0-656-16,0 0-32 0,0 0 0 0,0 0-17296 15</inkml:trace>
  <inkml:trace contextRef="#ctx0" brushRef="#br0" timeOffset="33376.28">15445 12437 22111 0,'-2'0'1968'0,"0"1"-1584"16,2 1-384-16,0-2 0 0,-1 2 288 0,-1-2-32 15,-1 3 0-15,-3 2 0 0,0 3 1392 0,-3 2 272 16,-2 2 48-16,2 2 16 0,1 0-320 0,0 1-64 0,2 1-16 0,6-16 0 15,-10 33-784-15,10-33-160 0,-8 37-16 0,8-37-16 16,-7 38-400-16,7-38-80 16,-8 39 0-16,8-39-128 0,-6 38 560 0,6-38 0 0,-5 38 0 0,5-38 0 15,-2 36-304-15,2-36-64 0,0 0-16 0,3 38 0 16,-3-38-176-16,0 0 0 0,0 0 0 0,0 0 128 16,0 0-128-16,25 28 0 0,-25-28 0 0,0 0 0 15,18-5 0-15,-13 0 128 0,3 1-128 0,-1-4 0 16,1 0 0-16,-1-1 0 0,1 0 0 0,-1-2 0 15,-1 1 0-15,0-2-224 0,1 1 32 0,-3-1 0 16,0 1-704-16,-2 0-128 0,0 2-16 0,-2-1-16 16,-2 1-1312-16,-1 0-272 0,-1 1-48 0,-2 1-11024 15</inkml:trace>
  <inkml:trace contextRef="#ctx0" brushRef="#br0" timeOffset="33537.12">15182 12686 18431 0,'-5'2'1632'0,"5"-2"-1312"0,-4 5-320 0,4-5 0 0,0 0 3088 0,0 0 560 15,0 0 96-15,0 0 32 16,0 0-1232-16,32-5-240 0,-32 5-64 0,34-9 0 0,-13 3-1200 0,0-2-240 0,0 1-48 0,2-3-16 16,-2 3 480-16,-1 0 112 15,0 0 16-15,-2 0 0 16,1 2-1920-16,-1-1-368 0,-1 1-80 0,-17 5 0 16,33-6 368-16,-33 6 80 0</inkml:trace>
  <inkml:trace contextRef="#ctx0" brushRef="#br0" timeOffset="34345.65">15933 12525 5519 0,'0'0'496'0,"1"0"-496"0,0-2 0 0,-1 1 0 16,0 1 1392-16,1 0 176 0,0-2 32 0,0 0 16 15,0-2 1024-15,1 1 208 0,-1 0 32 0,0 1 16 16,0 0-448-16,-1-1-80 0,0 3-32 0,0-2 0 16,-1 2-816-16,0-2-176 0,0 1-16 0,-1 1-16 0,1 0-672 0,-2 1-144 15,-1-1-32-15,-1 2 0 0,1 0-256 0,-2 1-48 16,-1-1-16-16,-1 1 0 0,0 4 48 0,-2 0 0 15,-1 2 0-15,0 3 0 0,0 0-48 0,1 0 0 16,1 0 0-16,0 4 0 0,-1 3 176 0,1 2 16 16,2 1 16-16,0-1 0 0,1 1-96 15,0 3-32-15,2 4 0 0,1-3 0 0,3-26 32 0,-3 50 0 16,3-50 0-16,2 40 0 0,-2-40-64 0,4 32 0 0,-4-32 0 16,0 0 0-16,16 33-48 0,-16-33-16 0,0 0 0 0,0 0 0 15,35 23-128-15,-35-23 0 0,0 0 0 0,37 7 128 16,-37-7-128-16,30-2 0 0,-30 2 0 0,32-10-12608 15,-17 5-2496-15</inkml:trace>
  <inkml:trace contextRef="#ctx0" brushRef="#br0" timeOffset="35314.62">16084 12648 17503 0,'4'-4'1552'0,"0"-1"-1232"0,-1 3-320 0,-1 1 0 0,-1-1 1744 0,1 0 304 16,2-3 48-16,2-2 16 0,2-3 576 0,0 1 128 16,-1 2 32-16,-2-1 0 0,-2 6-1216 0,-1 1-240 15,-2 2-48-15,-2 4-16 0,-2 0-864 0,-1 4-160 16,0 0-48-16,-2 1 0 0,1 4-256 0,-3 1 160 15,0 4-160-15,0-3 128 0,1 3-128 0,1-2 0 16,1 2 0-16,1 0 0 0,5-19 0 0,-5 36 0 16,5-36 0-16,4 30 0 0,-4-30 0 0,0 0 0 0,21 33 0 15,-21-33 0-15,0 0 0 0,37 15 0 0,-37-15 0 0,32 0 0 16,-32 0 0-16,36-8 0 0,-16 1 0 0,-1-2 0 16,2-2 160-16,-1-2-160 0,1 0 192 0,-2-2-192 15,-1 1 192-15,-2-1-192 0,-2-1 192 0,-2 1-192 16,-3 0 128-16,-1 0-128 0,-4 0 0 0,-2-1 0 15,-2 1 0-15,-4 1 0 0,-4 0 0 0,-3 2 0 16,-3-2 0-16,-1 2 0 0,-4 2 0 0,-3 1 0 16,-2 2 0-16,0 3 0 0,1 3 0 0,3 1 0 15,1 5 0-15,3-1-176 0,3 5 176 0,2 2-160 16,2 3 32-16,3-1 0 0,1 0 0 0,5-13 0 0,-2 25-96 16,2-25-16-16,0 0 0 0,0 0-11840 15,35 34-2368-15</inkml:trace>
  <inkml:trace contextRef="#ctx0" brushRef="#br0" timeOffset="35506.81">16566 12665 23951 0,'-4'5'1056'0,"0"-1"224"0,2-1-1024 0,0 0-256 0,0-1 0 0,2 0 0 15,0-2 1792-15,0 0 320 0,0 0 48 0,-5 27 16 16,5-27-240-16,-2 27-32 0,2-27-16 0,0 0 0 15,7 37-1056-15,-7-37-192 16,0 0-64-16,0 0 0 0,23 33-448 0,-23-33-128 0,0 0 0 0,0 0 0 16,0 0-672-1,30 8-160-15</inkml:trace>
  <inkml:trace contextRef="#ctx0" brushRef="#br0" timeOffset="36074.43">16885 12509 24879 0,'1'-1'1088'0,"-1"1"256"0,0 0-1088 16,0 1-256-16,0-1 0 0,-1 1 0 0,0 0 2112 15,0 1 352-15,1-2 80 0,-8 9 16 0,3-4-528 0,-4 2-112 16,1 1 0-16,-2-1-16 0,0 2-1200 0,1-1-256 16,0 1-32-16,1 0-16 0,0 1-256 0,1-1-144 15,7-9 160-15,-9 17-160 0,9-17 0 0,0 0 0 16,0 0 0-16,0 0 0 0,14 38 0 0,-14-38 0 0,0 0 0 0,0 0 0 15,36 21 0-15,-36-21 0 0,0 0 0 0,40 17 0 16,-40-17 0-16,0 0 0 0,42 21 0 0,-42-21 0 16,0 0 0-16,40 27 0 0,-40-27 0 0,0 0 0 15,31 31 0-15,-31-31 0 16,0 0 0-16,0 0 0 0,13 39 0 16,-13-39 0-16,0 0 0 0,-10 28 0 0,4-19 0 0,-3-1 0 0,1 0 0 0,-2 1 0 15,0-5 0-15,-1 2 0 0,-2-2 0 16,-1-2 0-16,0-1 0 15,-3-1 0-15,-1-1 0 0,-1-3 0 0,3-1-400 0,2 0 16 0,1-2 16 0,2 0 0 16,0-3 368-16,3 1-176 0,0-3 176 0,4 0-128 16,2-1 128-16,3 1 0 0,2 0 0 0,1 0 0 0,4 0 0 0,1 1 176 15,1 0-176-15,2 2 192 0,2-1-64 0,0-1 0 16,2 3 0-16,-2-1 0 16,0 0-128-16,0 1 192 0,1 1-192 0,0-2 192 0,1 1-192 0,-2-1 128 15,-1 2-128-15,0-3 128 0,-1 1-128 0,-1 0 0 16,-2-1 0-16,-2 0 0 0,-1 1 0 0,-3-3 0 15,0-1 0 1,-4 1 0-16,-1 0 0 0,-3 0 0 0,-1 0 0 0,-3 1 0 0,-2 2 0 0,-2 0 0 16,-2 4 0-16,-1 1 0 0,0 4 0 0,-1 1 0 0,2 2 0 15,0 3 0-15,2 0 0 0,3 0-176 0,2 2 176 0,3 0-128 32,5-8-64-32,0 0 0 0,0 0 0 0,-1 28 0 31,1-28-1168-31,0 0-240 0</inkml:trace>
  <inkml:trace contextRef="#ctx0" brushRef="#br0" timeOffset="36310.62">17229 12455 23951 0,'1'-1'1056'0,"0"-1"224"15,1-1-1024-15,-1 3-256 0,0 0 0 0,-1 0 0 0,0 0 2144 0,0 0 368 16,0 0 80-16,0 0 16 0,26 3-400 0,-26-3-80 15,0 0-16-15,0 0 0 0,38 26-1280 0,-38-26-256 16,0 0-48-16,34 41-16 0,-34-41-208 0,24 39-48 16,-24-39-16-16,23 43 0 0,-23-43-240 0,18 46 144 15,-18-46-144-15,14 47 128 0,-14-47-128 0,8 46 192 16,-8-46-192-16,-2 47 192 0,2-47-192 0,-12 44 0 16,1-23 0-16,-1-2 0 0,-1-2 0 0,-3-1 0 0,-3-2 0 0,-3 1-13088 15,-1-4-2624-15</inkml:trace>
  <inkml:trace contextRef="#ctx0" brushRef="#br0" timeOffset="40696.45">12804 13289 14735 0,'0'-3'1312'0,"0"-1"-1056"16,1 1-256-16,-1 1 0 15,0 1 1216-15,1 1 192 0,-1-4 48 0,1-1 0 0,-1 0 880 16,1 1 176-16,0 1 48 0,-1 4 0 0,0-1-736 0,0 0-144 16,0 30-16-16,0-30-16 0,-3 38-656 0,3-38-128 15,-4 51-32-15,0-24 0 0,2-1-512 0,-2-2-96 16,0 0-32-16,4-24 0 0,-6 43-192 0,6-43 0 16,-4 33 0-16,4-33 0 15,0 0-1856-15,0 0-352 16</inkml:trace>
  <inkml:trace contextRef="#ctx0" brushRef="#br0" timeOffset="40979.46">12677 13386 28559 0,'-1'0'2544'16,"2"0"-2032"-16,1 0-512 0,-1 2 0 0,0-1 1568 0,0 1 224 0,-1-2 32 0,0 0 16 0,0 0-1264 0,21 36-256 31,-21-36-64-31,0 0 0 0,22 51 560 0,-22-51 96 0,17 38 32 0,-17-38 0 0,0 0-560 0,27 43-96 15,-27-43-32-15,0 0 0 0,0 0-256 0,32 34 0 16,-32-34 0-16,0 0 0 0,0 0 0 0,27 1 0 31,-20-5 0-31,1-4 0 0,-1 2-144 0,0-2-48 0,0-1 0 0,0 2 0 0,0-4 32 0,0 0 0 16,0 2 0-16,0-3 0 0,2 0 160 0,-1-2 0 31,2-1 0-31,1-1 0 0,1-3 0 0,0 2 176 0,1 1-16 0,0 0 0 0,0 1 0 0,0 1 0 16,0 4 0-16,-1 2 0 0,0 2-336 0,-1 1-64 15,-2 3-16-15,-9 2-17344 16</inkml:trace>
  <inkml:trace contextRef="#ctx0" brushRef="#br0" timeOffset="41753.56">12521 13792 31327 0,'0'-10'1392'0,"0"2"272"0,0 4-1328 0,1-1-336 15,0 2 0-15,-1 3 0 0,0-2 960 0,0 0 128 16,0 0 32-16,-1 0 0 0,-2 4-288 0,-1 4-64 0,-1 4-16 0,-1 4 0 16,1 5-320-16,-1 2-64 0,2 5-16 0,-2 1 0 15,0 1-352-15,0 3 128 0,0-3-128 0,0 1 0 16,0-3 0-16,2-4 0 0,4-22 0 0,-5 30 0 15,5-30 0-15,0 0 0 0,0 0 0 0,0 0 0 16,0 0 0-16,0 0 128 0,18-8-128 0,-13-3 0 16,2-3 0-16,-1-4 0 0,2 0 0 0,-1 0 128 15,0 1-128-15,-2 0 0 0,1 1 0 0,-2-3-128 16,2 4 128-16,-1 0 0 0,-1 0 0 0,0-2-128 0,0 1 128 16,1 1 0-16,1 1 0 0,-1 1 128 0,2 2 64 15,-1 2 0-15,2 3 16 0,0 2 0 0,0 2 48 0,-8 2 0 16,0 0 0-16,0 0 0 0,35 19-64 0,-35-19 0 15,0 0 0-15,18 36 0 0,-18-36-192 0,0 0 144 16,12 52-144-16,-12-52 128 0,1 38-128 0,-1-38 0 16,-3 35 0-16,0-22 0 0,3-13 0 0,-7 22 0 15,3-14 0-15,1-4 0 0,0 1 0 0,-1-2 0 16,0-2 0-16,-1-1 0 0,0-1 0 0,2-2 0 16,-1-1 0-16,0-1 0 0,3-4 0 0,1 1 0 15,1-1-128-15,1-3 128 0,1-2-192 0,0-2 48 16,1 3 0-16,1-3 0 0,1 1-16 0,2 1 0 15,-1 0 0-15,3 1 0 0,0 1 160 0,0 2-208 0,2 3 80 0,1 1 128 16,-3 3-144-16,-10 3 144 0,0 0 0 0,31 0 0 16,-31 0 0-16,0 0 0 0,0 0 0 0,37 23 0 15,-37-23 0-15,0 0 0 0,0 0 0 0,18 38 0 16,-18-38 0-16,0 0 176 0,1 30-176 0,-1-30 160 16,-6 24-160-16,1-12 128 0,0 2-128 0,-2-2 128 15,0 0-128-15,-1-2 0 0,1-1 144 0,0 0-144 16,2-1 0-16,1-1 128 0,0 0-128 0,2-3 0 15,2-4 0-15,0 0 0 0,0 0 0 0,0 0 0 0,0 0 0 16,0 0 0-16,0 0 0 0,15-7 0 0,-10 2-144 0,2-2-48 16,0 0-16-16,0 0-17904 15</inkml:trace>
  <inkml:trace contextRef="#ctx0" brushRef="#br0" timeOffset="42476.61">13057 13831 15663 0,'0'0'1392'0,"0"0"-1120"16,0 1-272-16,0 1 0 0,-1-2 1504 0,0 0 240 15,0 2 48-15,0 0 16 0,-1 1 1024 0,1 2 208 16,-1-3 32-16,0 0 16 0,2 0-1392 0,0-2-288 0,1-2-48 0,1 0-16 16,0-2-672-16,2-2-144 0,1 0-16 0,-1-2-16 15,0-3-320-15,1 1-176 0,0-1 192 0,0 1-192 16,-1-2 176-16,-1 1-176 15,-2 0 160-15,-1 0-160 0,-1 3 192 0,0 0-64 0,-3 2-128 0,-2 1 192 16,0 1-64-16,-3 1-128 0,-2 4 176 0,0 3-176 16,0 3 160-16,-1 2-160 15,0 1 128-15,0 4-128 0,-1 0 0 0,1 3 128 0,0 1-128 0,1 0 0 16,1-1 0-16,2 3 0 0,1 0 0 16,-1 1 0-16,3 0 0 0,0-1 0 0,1 0 0 0,4-20 0 15,-2 34 0-15,2-34 0 0,0 0 0 0,0 0 0 0,13 34 0 0,-13-34 0 16,0 0 0-16,0 0 0 15,29-3 0-15,-20-4 0 0,3-3 0 0,-1 0 0 16,2-2 0-16,-1-1 0 0,0 0 0 0,0-1 0 16,-1 0 0-16,0 1 0 0,1-2-160 0,0 1 160 0,-2-1-176 0,0 1 176 15,-1 2-192-15,-2 0 192 16,-1 1 0-16,-1 1 0 0,-3 5 0 0,1 0 0 0,-2 2 0 0,0 2 0 0,0 1 0 16,-1 2 0-16,-1 1 0 0,-1 2 0 15,2-5 0 1,-4 16 0-16,4-16 0 0,-3 19 0 0,3-19 176 0,-4 26-176 0,4-26 192 0,-1 26-64 0,1-26 0 0,0 0-128 15,7 35 192-15,-7-35-192 16,0 0 192-16,0 0-192 16,0 0 224-16,36 24-64 0,-36-24-16 0,0 0 0 15,31-1-144-15,-31 1 0 0,23-8 0 0,-11 1 128 16,1 0-128-16,-1 0 0 0,1-2 0 0,0-2 0 16,0 2 0-16,-1-3-144 0,-1 3 144 0,-1-3-208 15,1 2-288-15,-3-2-48 0,1 1-16 0,-3 1 0 16,0-2-496-16,-1-1-96 0,-3 3-32 0,2-2 0 15,-3-2-288-15,-1 4-48 0,1-2-16 0,-1 5 0 16,2 0 896-16,-1 5 160 0,-1 2 32 0,0 0 16 0,0 0 608 0,0 0 112 16,0 0 32-16,0 0 0 0,0 0 832 0,0 0 192 15,24 35 16-15,-24-35 16 0,0 0-64 0,15 39-16 16,-15-39 0-16,13 34 0 0,-13-34-704 0,14 34-144 16,-14-34-16-16,18 35-16 0,-18-35-96 0,0 0 0 15,34 43-16-15,-34-43 0 0,0 0-176 0,37 31-128 0,-37-31 144 0,0 0-144 16,39 23 0-16,-39-23 0 0,0 0 0 0,32 3 0 31,-32-3-352-31,19-7-64 0,-12 2-16 0,-2-2-18032 0</inkml:trace>
  <inkml:trace contextRef="#ctx0" brushRef="#br0" timeOffset="42676.88">13608 13710 12895 0,'0'0'1152'0,"0"0"-928"0,0 0-224 0,0 0 0 15,0 0 2896-15,0 0 544 0,-6 22 96 0,6-22 32 0,-9 21-688 0,1-4-128 16,-4 4-16-16,-3 3-16 0,-2-1-1104 0,-1 1-208 16,-3 2-64-16,1-2 0 0,-2 0-816 0,0-3-160 15,1-2-48-15,0-3 0 16,0-3-320-16,3-2-160 0,1-4 16 0,4-3-18176 0</inkml:trace>
  <inkml:trace contextRef="#ctx0" brushRef="#br0" timeOffset="44049.5">13867 13239 3679 0,'-3'-1'320'0,"1"1"-320"0,1 0 0 0,1 0 0 0,0 0 960 0,0-2 128 0,-1 2 32 0,-1-1 0 15,1 0 736-15,0-3 160 0,1 1 32 0,0 0 0 16,2 1-48-16,0 0 0 0,1-1 0 0,0-1 0 15,0 1-96-15,1 2-32 0,0 0 0 0,0 1 0 16,0 0-400 0,-4 0-64-16,0 0-32 0,0 0 0 0,0 0-400 0,0 0-80 0,38 33 0 0,-38-33-16 0,0 0-384 0,34 45-80 31,-34-45-16-31,30 33 0 0,-30-33-144 0,36 27-16 16,-36-27-16-16,41 17 0 0,-41-17-80 0,43 4-16 0,-19-5 0 0,1-3 0 0,-1-3 0 0,3 0-128 31,0-3 192-31,0 0-64 0,-1 1-128 0,1-3 160 0,1-2-160 0,-1 0 160 15,1-1-160-15,-1 1 0 0,0 0 0 0,-3 2 0 0,-1 3 0 0,-1 0 0 16,-1 1 0-16,-2 1 0 0,1 2 0 0,-3 1 0 31,1 1 0-31,-18 3 0 0,33 0 0 0,-33 0 0 0,34 7 0 0,-34-7 0 16,33 14 0-16,-33-14 0 0,35 17 144 0,-35-17-144 16,36 17 192-16,-36-17-16 0,33 16-16 0,-33-16 0 15,36 11-160-15,-36-11 192 0,37 4-192 0,-37-4 192 16,38 2-192-16,-38-2 160 0,39-3-160 0,-39 3 160 15,37-4-160-15,-18-1 160 0,1 0-160 0,2 1 160 16,0-1-160-16,1 0 0 0,1-1 144 0,0 0-144 16,1 2 0-16,-1-1 0 0,1 0 0 0,0 3 0 15,-1-2 0-15,0 3 0 0,-1-2 0 0,-23 3 0 0,47-2 0 16,-47 2 0-16,46-1 0 0,-46 1 0 0,46 1 0 0,-46-1 0 16,46 3 0-16,-46-3 0 0,43 5 0 0,-43-5 0 15,42 4 0-15,-42-4 0 0,40 3 0 0,-40-3 0 16,40 0 0-16,-40 0 0 0,38-3 0 0,-19 1 128 15,1-3-128-15,1 0 0 0,0-1 0 0,1 0 128 16,0 0-128-16,0 0 0 0,2 2 0 0,0-1 0 16,-2 0 0-16,1 3 128 0,-23 2-128 0,44 0 0 15,-44 0 0-15,42 4 128 0,-42-4-128 0,42 10 192 16,-42-10-64-16,37 14 0 0,-37-14 0 0,39 15 16 16,-39-15 0-16,43 16 0 0,-43-16-144 0,50 13 192 0,-21-7-192 0,0-4 192 15,3 1-16-15,2-3 0 0,3-3 0 0,3-1 0 16,3-3 16-16,4-3 0 0,5-1 0 15,1-1 0-15,1 0 0 0,-1 0 16 0,3 0 0 0,2 0 0 16,0 0-208-16,-1 3 176 16,0-1-176-16,-2 1 160 0,-2-1-160 0,-2 1 0 0,-4 3 0 15,-2 1 0-15,-2 4 0 0,-5 1 0 0,-5 2 0 0,-4 2 0 16,-29-4 0-16,42 9 0 0,-42-9 0 0,0 0 0 0,0 0-256 0,0 0-48 16,12 35 0-16,-25-27-20000 15</inkml:trace>
  <inkml:trace contextRef="#ctx0" brushRef="#br0" timeOffset="45034.43">14143 13582 25791 0,'-5'0'2304'0,"3"0"-1856"0,1 0-448 0,1 0 0 0,0 0 448 0,-1-2 0 0,-2 2 0 0,-1 0 0 31,-1-2-320-31,-2 0-128 0,0 1 0 0,0 1 0 16,2 0 320-16,-1 0-16 0,2 0-16 0,1 1 0 15,-1 1 448-15,1-2 96 0,0 2 0 0,2-2 16 16,0 0-272-16,0 0-64 0,1 0-16 0,-1 0 0 16,2 0 176-16,0 0 32 0,1 0 16 0,-1 2 0 15,2-2-80-15,1 0 0 0,-4 0-16 0,0 0 0 16,0 0-144-16,0 0-32 0,35 3 0 0,-35-3 0 15,0 0-160-15,40 5-32 0,-40-5-16 0,34 2 0 16,-34-2-112-16,40 2 0 0,-40-2-128 0,45 2 192 0,-45-2-64 0,49-2 0 16,-24 1-128-16,1 0 192 0,1-3-48 0,0 1-16 15,0 0 0-15,-1-1 0 0,0-1-128 0,1 2 160 16,1-1-160-16,-1-1 160 0,0 2-160 0,-1 0 0 16,2 2 144-16,-1 1-144 0,0 0 0 0,0 1 0 15,1 0 0-15,-28-1 0 0,51 8 0 0,-51-8 0 16,51 14 0-16,-51-14 0 0,53 14 0 0,-53-14 0 0,55 10 0 15,-55-10 128-15,54 6-128 0,-26-8 0 0,4 1 0 0,1-3 0 16,1-3 0-16,-1 0 0 0,1-2 0 0,0-3 128 16,-2 1-128-16,2-3 0 0,2-1 0 15,0 0 0-15,0 1 0 0,-1-2 0 0,1 6 0 0,-3-2 0 16,-2 5 0-16,-3 0 0 0,-1 2 0 0,-2 3 0 16,-25 2 0-16,45 0 0 0,-45 0 0 0,39 9 0 15,-39-9 0-15,38 19 0 0,-38-19 0 0,41 22 0 16,-41-22 0-16,47 24 0 0,-47-24 128 0,48 18-128 15,-48-18 240-15,53 10-32 0,-24-8 0 0,0 0 0 0,2-4-80 16,0-2 0-16,0-2-128 0,2 0 192 0,1-4-192 16,1-2 128-16,1 0-128 0,-1 1 0 0,-1 1 0 0,-3 1 0 15,2-1 0-15,-4 0 0 0,-2 2 0 0,-1 2 0 16,3 2 0-16,-2 1 0 0,0 1 0 0,-1 4 0 16,-26-2 0-16,50 7 0 0,-50-7 0 0,47 8 0 15,-47-8 0-15,46 9 0 0,-46-9 192 0,46 7-48 16,-46-7-16-16,50 7 0 0,-50-7 96 0,54 5 16 15,-24-4 0-15,1-1 0 0,3 0 32 0,0-1 16 16,0-4 0-16,1 0 0 0,-1 1-160 16,1-4-128-16,1 1 192 0,0 0-192 0,-2 1 128 0,0 0-128 0,0 2 0 0,-1-1 0 15,-2 2 0-15,-4 1 0 0,0 0 0 0,-3-2 0 16,-3 3 0-16,-21 1 0 0</inkml:trace>
  <inkml:trace contextRef="#ctx0" brushRef="#br0" timeOffset="51909.9">14918 5726 1839 0,'0'-1'160'0,"1"-2"-160"0,-1 3 0 0,0-2 0 0,0 2 512 15,1-1 64-15,-1 0 0 0,1-3 16 16,-1 1 336-16,0 0 64 0,1-1 16 0,-1 1 0 16,-1 1-144-16,1-1-32 0,0 1 0 0,-1 2 0 0,0 0 128 15,0 0 0-15,0 0 16 0,1 2 0 0,-1-1-176 0,0 3-32 16,0 0-16-16,0 2 0 0,0 1-240 0,0 3-32 15,0 2-16-15,-1 4 0 0,1 0-64 0,-1 4-16 16,1 1 0-16,0 2 0 0,-1-1-48 0,2-1-16 16,-1 3 0-16,0-3 0 0,0 1-176 0,0-3-144 15,0 4 192-15,1-1-192 16,-1-3-448-16,1 2-208 0,0-2-48 0</inkml:trace>
  <inkml:trace contextRef="#ctx0" brushRef="#br0" timeOffset="52226.6">14944 6375 3679 0,'-1'5'320'0,"0"-1"-320"0,1-2 0 0,0 1 0 0,0-1 704 0,-1 1 80 15,0 2 16-15,-1 6 0 0,0 1 240 0,-1 2 48 16,1 1 16-16,0 1 0 0,1-4 128 0,-1 0 32 15,1 0 0 1,0 0 0-16,0 0 32 0,1 1 16 0,-1-1 0 0,1 0 0 0,-1 0-528 0,1 0-96 16,-1 1-32-16,1 0 0 0,0-1-400 0,0 2-96 15,-1-2-16-15,1 1 0 0,-1 0-144 0,1 1 192 16,0 0-192-16,0 1 192 0,1-1-192 0,-1-2 160 16,1-2-160-16,1 1 160 0,0 1-160 0,-2-12 0 15,6 24 0-15,-6-24 0 31,0 0-448-31,9 30-64 0,-9-30 0 0,0 0-16 0,8 29-816 0,-8-29-176 0,0 0-16 0,8 29-3872 0,-7-20-768 0</inkml:trace>
  <inkml:trace contextRef="#ctx0" brushRef="#br0" timeOffset="52436.48">14961 7086 5519 0,'1'10'240'0,"-1"-6"64"0,0 1-304 15,0 0 0-15,0-3 0 0,0 0 0 0,0 3 896 0,0 0 112 0,0 3 16 0,-1 5 16 16,1-1 224-16,-1 2 32 0,1-1 16 0,-1-1 0 0,0 1-272 0,0-3-48 15,0 2-16-15,0 0 0 0,1-1-272 0,-1 1-48 32,0 0-16-32,0 0 0 0,1-3-400 0,0 1-96 0,0-1-16 0,0 1 0 15,0 0-304-15,1-1-64 16,-1-9-16-16,2 19 0 16,-2-19-592-16,0 0-128 0,5 21-32 0,-3-14 0 15,0 0-160-15,0-2-48 0,-2-5 0 0,0 0-2704 16,0 0-560-16</inkml:trace>
  <inkml:trace contextRef="#ctx0" brushRef="#br0" timeOffset="53651.74">14989 7490 3647 0,'6'28'320'0,"-5"-24"-320"0,-1-2 0 0,0-2 0 16,0 0 0-16,1 5 0 0,0 0 0 0,0 5 0 16,0 2 1456-16,0 2 208 0,0 1 64 0,-1 0 16 15,0 2 0-15,-1-3 0 0,0-2 0 0,0-2 0 16,0 1-240-16,0-1-48 0,1-2-16 0,-1 0 0 16,0 0-832-16,1-3-160 0,-1 4-48 0,0-2 0 15,1-1-400-15,0 0 0 0,0 1 0 0,0 0 0 16,0 0-320-16,0 0-64 0,0 1 0 0,0 3 0 15,0-1-1088-15,0 2-208 0,0 0-48 0,0 2-16 16,0-2 336-16,0 0 64 0,1-1 0 0,-1 1 16 16,1-3 560-16,-1 1 128 0,1 2 0 0,1-2 16 0,-1-1 624 0,-1 0 208 15,1 1 0-15,0-2 0 0,0 0 800 0,-1 2 144 16,1 0 48-16,0-1 0 0,-1 0 464 0,1 2 80 16,-1 0 32-16,1 1 0 0,-1-2-112 0,0 3 0 15,0-1-16-15,-1 0 0 0,1 0-400 0,-1 2-80 16,0-2-16-16,0 2 0 0,-1-1-448 0,0 0-112 15,1-1-16-15,-1 0 0 0,0 0-240 0,2-1-48 16,-2 1-16-16,0 0 0 0,0 0 128 0,1 0 32 16,-1 1 0-16,1-2 0 0,-1 1 64 0,1 0 16 0,0 0 0 0,-1 2 0 15,0 2 0-15,0-2 0 0,1 3 0 0,-1-3 0 16,0 1-96-16,1 0-16 0,-1 0 0 0,0 0 0 16,0-1-240-16,1-2-160 0,1-1 192 0,0-1-192 15,-1 2 128-15,1-3-128 0,1-1 0 0,-1 1 0 16,1 0 0-16,0-1 0 0,0 2 0 0,1-1 0 15,-1 0 0-15,0 0 0 0,0 2 0 16,-1 0-144-16,1-1-48 0,0 1-16 0,0 1 0 0,0-2 0 16,0 1-304-16,0 0-48 0,-1 0-16 0,1 1 0 15,-1-3-208-15,0 0-48 0,0 3-16 0,0-1 0 32,1 0-128-32,-1-2-32 0,0 0 0 0,1 1 0 0,-1 2 304 0,0 0 64 0,0 0 16 0,0 0 0 0,0 0 336 0,0-1 64 15,-1 1 16-15,1-3 0 0,0-1 208 0,0-1 0 16,-1 2 0-16,1 1 0 0,0-3 0 0,0 0-176 15,0 0 176-15,0 0-208 16,-1 3-496-16,1-3-80 0,-1 0-32 0,1 0 0 16,0 0-208-16,0 1-64 0,0 1 0 0,0-1 0 15,0 0 496-15,1 0 80 0,-1 3 32 0,0-1 0 0,0 0 352 0,0 1 128 16,0-2 0-16,0 1-144 0,0 0 144 0,1-1 0 16,-1 3 0-16,0-2 128 0,0 3 144 0,0-3 48 15,0 2 0-15,1-4 0 0,-1 1-48 0,0 0 0 0,1 1 0 0,0-4 0 16,0 2-128-16,0-4-16 0,0 4-128 0,-1-2 192 15,1 0-448-15,0-2-112 0,0 1-16 0,0 0 0 32,1 0-800-32,0 0-160 0,0 1-48 0,0-1 0 0,-2-5 64 15,0 0 16-15,0 0 0 0,10 21 0 0,-10-21 640 0,4 14 128 16,-4-14 32-16,5 12 0 0,-5-12 960 0,5 14 192 0,-3-6 32 0,-1-1 16 16,1 2 1104-16,-1 1 240 0,-1-1 32 0,0-1 16 15,0 1-224-15,-1-1-32 0,1 0-16 0,-1 0 0 16,0-1-448-16,0 0-80 15,1 0-32-15,-1 0 0 0,1 0 416 0,-1-1 96 0,0 0 16 0,1-1 0 16,0-1-2032-16,0 1-416 0,0 0-80 0,-1 0-16 16,1 0 768-16,0-1 0 0,0 3 128 0,0 0-128 0,-1 1 0 0,0 1 0 15,1 0 0-15,-1 0 0 0,0 0 0 0,1-1 0 16,-1 2 0-16,0 0 0 0,0-1 0 0,0 1 0 16,0 1 0-16,1-1 0 0,0 0 0 0,0-3 0 15,0 2 0-15,-1 1 0 0,1-4 0 0,-1 0 0 0,1 0 0 16,-1-1 0-16,1 0 0 0,0-1 0 15,-1 2 0-15,1-2 0 0,-1 1 0 0,1 0 0 16,0 0 0-16,0 2 0 0,0-1 224 0,0 2 32 0,0-1 16 0,0 2 0 16,-1 1 80-16,1-3 16 0,0 2 0 0,-1-1 0 15,1 1-112-15,-1-2 0 16,0 1-16-16,1-1 0 16,0 2-64-16,0-4-16 0,-1 0 0 0,0-1 0 15,1 1-160-15,0 0 0 0,-2-2 0 0,2 0 0 0,0 1 0 0,0 1 128 0,0-1-128 0,0 1 192 16,-1 1 80-1,1-3 32-15,-1 2 0 0,1-2 0 0,-1 3-112 0,1-1 0 0,-1 2-16 0,1 1 0 16,-1-2-176-16,1 1 0 16,-1-4 144-16,1 2-144 0,-1 1 0 0,1-1 144 0,0 0-144 15,0-3 0-15,0 1 128 0,0-1-128 0,-1-4 0 0,1 1 0 0,0 2 128 0,0 1-128 32,0 1 192-32,1 0-192 0,-1 0 256 0,0 0-64 0,0-1-16 0,1 1 0 0,-1 1-176 0,1 2 160 31,0 0-160-31,0-1 160 0,0 0-160 0,0-3 0 15,-1 3 0-15,1-3 128 0,-1-1-128 0,0 1 0 16,0-2 144-16,1 0-144 0,0 2 0 0,-1-2 0 16,1-2 0-16,-1 2 128 0,0 2-128 0,1-2 0 0,0 0-128 0,-1 2 128 31,1 0-1248-31,0 1-160 0,0-1-48 0,1 2 0 16,-1 2-1904-16,0-1-384 0</inkml:trace>
  <inkml:trace contextRef="#ctx0" brushRef="#br0" timeOffset="55342.21">17769 12854 19343 0,'0'-2'1728'0,"0"2"-1392"0,0 0-336 0,0 0 0 15,0 0 1536-15,1 0 256 0,0-1 32 0,0 0 16 16,-1 1 144-16,0 0 48 0,0 0 0 0,22-7 0 16,-22 7-560-16,0 0-96 0,33-3-32 0,-33 3 0 15,0 0-528-15,46 0-112 0,-46 0-32 0,34 0 0 16,-34 0-368-16,35 5-80 0,-35-5-16 0,0 0 0 16,38 7-208-16,-38-7 144 0,0 0-144 0,0 0 128 15,0 0-128-15,39 12 0 0,-39-12 0 0,0 0 0 0,0 0 0 0,0 0 0 16,0 0 0-16,0 0 0 15,0 0-1392-15,0 0-208 0</inkml:trace>
  <inkml:trace contextRef="#ctx0" brushRef="#br0" timeOffset="55604.72">17845 12979 13823 0,'-5'3'608'0,"1"-3"128"0,1 3-592 0,0-3-144 16,2 2 0-16,-1-2 0 0,0 0 2000 0,-1 1 368 0,-1 1 80 0,-1 0 16 15,1 0 320-15,0-2 64 0,3 3 16 0,1-1 0 16,0-2-1008-16,0 0-192 0,0 0-32 0,0 0-16 16,0 0-816-16,0 0-160 0,43 9-48 0,-43-9 0 15,0 0-320-15,36-2-64 0,-36 2-16 0,0 0 0 16,42-4-48-16,-42 4-16 0,28-8 0 0,-28 8 0 16,25-9-128-16,-25 9 0 0,22-11 144 0,-22 11-144 15,20-10 0-15,-12 3 0 0,-2 3 0 0,1 0 0 16,-1-1 0-16,-3 2 0 0,0 0 0 0,-1 1-128 15,-2 2-832-15,-1 0-176 0,0 0-16 16,-2 0-16384-16</inkml:trace>
  <inkml:trace contextRef="#ctx0" brushRef="#br0" timeOffset="55959">17977 12701 7359 0,'-5'-7'320'0,"3"2"80"0,0 2-400 0,0 1 0 15,1 2 0-15,0-2 0 0,-1 2 2304 0,-1-2 368 16,0 1 80-16,-3-2 0 0,1 1 896 0,0 1 160 16,1 0 32-16,0 1 16 0,3-2-1440 0,-1 0-304 15,1 1-48-15,1 1-16 0,1-2-1104 0,1 2-240 0,-2 0-32 0,0 0-16 16,0 0-352-16,0 0-80 0,0 0-16 0,36 7 0 16,-36-7-32-16,0 0-16 0,0 0 0 0,47 22 0 15,-47-22-16-15,0 0 0 0,49 35 0 0,-49-35 0 16,35 28-16-16,-35-28-128 0,33 29 192 0,-33-29-64 15,31 26-128-15,-31-26 0 0,0 0 144 0,39 34-144 16,-39-34 128-16,0 0-128 0,32 25 160 0,-32-25-160 16,0 0 240-16,0 0-48 0,0 0-16 0,32 26 0 15,-32-26-176-15,0 0 160 0,0 0-160 0,3 26 160 0,-7-16-160 0,-4 2 0 16,-2 2 0 0,-3 3 0-16,-5 1 0 0,-3 4 0 0,-3 0 0 0,-1 3 0 15,1-3 0-15,-1 3 0 0,1 2 0 0,2-1 0 0,5-2-256 0,3-2 64 16,3-2 0-16,2-5-19376 15</inkml:trace>
  <inkml:trace contextRef="#ctx0" brushRef="#br0" timeOffset="56741.43">18622 12845 16575 0,'0'-7'736'0,"0"2"160"0,1 0-720 0,0 1-176 0,0 2 0 0,-1 1 0 16,1-1 2144-16,0-1 400 0,0 0 80 0,0 0 0 15,1 0 64-15,-2 0 0 16,0 4 0-16,0-1 0 0,0 0-1136 0,-4 16-208 0,4-16-64 0,-5 21 0 15,5-21-848-15,-5 27-176 0,1-8-48 0,0-1 0 0,1 2-208 0,-1-2 144 16,-1 2-144-16,0-4 128 16,0 1-128-16,0-3 0 0,0 0 144 15,0-4-144-15,1 1 0 0,-1-3 144 0,0-1-144 16,1-2 0-16,0-1 0 0,1-2 0 0,1-1 0 16,-1-2 0-16,1-1 0 0,1 0 0 0,0-3 0 0,1-2 0 15,0 2 0-15,1-4 0 0,0-2 0 16,0-2 0-16,2 0 0 0,-1-2 0 0,2-1 0 0,0-2 0 0,0 0 0 0,1-4 0 15,0 1 0 1,0 0 0-16,2 1 0 0,0 2 0 0,2-4 0 0,0 4 0 16,1 3 0-16,-1-1 0 0,2 3 0 0,0 1 0 15,0 3 0-15,-1 1 160 0,1 2-160 0,-3 0 192 16,-8 6 32-16,0 0 16 0,25-5 0 0,-25 5 0 16,0 0-112-16,0 0 0 0,0 0-128 0,0 0 192 15,0 0-192-15,32 31 176 0,-32-31-176 0,0 0 160 16,7 37-160-16,-7-37 192 0,2 33-192 0,-2-33 192 15,0 35-192-15,0-35 128 0,-1 34-128 0,1-34 128 0,-1 30-128 16,1-30 0-16,0 25 0 0,0-25 0 0,0 0 0 0,0 30 0 16,0-30 0-16,0 0 0 0,0 0 0 0,0 26 0 15,0-26 0-15,0 0 0 0,0 0 0 0,0 0 0 16,0 0 0-16,0 0 0 0,0 0 0 0,0 0 0 16,8-11 0-16,-5 1 0 0,0 0 0 0,1-4 0 15,1 0 0-15,-1-4 0 0,2 0 0 0,0-3 0 16,1-3 0-16,0 1 0 0,0 1 0 0,1 1 0 15,0 0-144-15,2 2 144 0,-1 4 0 0,-1 1 0 16,1 5 0-16,-2 2 0 0,-7 7 0 0,13-8 0 16,-13 8 0-16,0 0 0 0,0 0 0 0,0 0 0 15,0 0 0-15,0 0 0 0,22 31 0 0,-22-31 0 0,1 27 0 0,-1-27 0 16,-2 35 0-16,2-35 0 0,-2 38 0 0,0-17 0 16,2-21 0-16,-2 43 128 0,2-43-128 0,-1 40 0 15,1-40 0-15,2 34 0 0,-2-34 0 0,3 28 0 16,-3-28 0-16,0 0 0 0,0 0 0 0,15 33 0 15,-15-33 0-15,0 0 0 0,0 0 0 0,0 0-160 32,29-12-560-32,-21 3-112 0</inkml:trace>
  <inkml:trace contextRef="#ctx0" brushRef="#br0" timeOffset="57128.72">19116 12798 18431 0,'0'0'816'0,"-1"2"160"0,1-2-784 0,-1 0-192 15,1 0 0-15,-1-2 0 0,0 2 1680 0,0 0 304 16,-2-3 48-16,0 1 16 0,-1-1 640 0,0-1 128 16,2 0 16-16,-1 1 16 0,1 0-1568 0,0 2-320 15,1 0-64-15,0 1-16 0,1 0-432 0,0 0-96 16,0 0-16-16,0 0 0 0,0 33-192 0,0-33-144 16,1 26 192-16,-1-26-192 0,2 34 192 0,-2-34-192 15,4 39 192-15,-4-39-192 16,2 43 160-16,-2-43-160 0,2 39 128 0,-2-39-128 0,4 35 128 0,-4-35-128 0,0 0 0 0,11 35 128 15,-11-35-128-15,0 0 0 0,0 0 0 0,0 0 128 16,36 5-128-16,-25-13 160 0,0-3-160 0,0-1 160 16,2-4-32-16,-1-1 0 0,1-2 0 0,0-2 0 15,0-2-128-15,-1-1 0 0,0-3 0 0,-2 1 128 16,-3-2-128-16,-2 0 0 0,-2 1 0 0,-4 3 0 16,-3-1 0-16,-1 3 0 0,-4 2 0 0,-2 2 0 15,0 4 0-15,-3 5 0 0,0 4 0 0,-1 5 0 16,1 5 0-16,-2 1 0 0,0 4 0 0,1 4 0 0,0 3 0 0,1 2 0 15,2 2 144-15,1 0-144 0,3-1 0 0,2-2 0 16,3 0 0-16,3-18 0 16,0 31-208-16,0-31-64 0,0 0-16 0,12 30-18368 15</inkml:trace>
  <inkml:trace contextRef="#ctx0" brushRef="#br0" timeOffset="57887.27">19428 12769 8287 0,'0'0'176'0,"12"-9"32"0,-9 4 16 0,0 2 32 0,-3 3-256 0,3-2 0 0,-3 2 0 0,0 0 0 0,8-4 2176 0,-8 4 400 0,0 0 80 0,0 0 16 15,0 0 416-15,0 0 96 0,0 0 16 0,0 0 0 16,0 0-752-16,-5 32-144 0,0-17-16 0,-2 0-16 16,-1 3-1056-16,1 2-224 0,-2 1-32 0,1 2-16 15,1 2-544-15,-1-2-96 0,2 0-32 0,0-2 0 0,1-1-48 0,5-20-16 16,-5 32 0-16,5-32 0 16,-4 22-208-16,4-22 128 0,0 0-128 0,0 0 0 0,0 0 0 0,0 0 0 15,0 0 0-15,0 0 0 0,0 0 0 16,0 0 0-16,0 0 0 0,21-14 0 0,-15-3 0 0,1 0 0 15,1-3 0-15,0-2-160 0,1-2-16 0,-1-2 0 16,0 0 0-16,-1-2 0 0,0-3-16 0,-1 1 0 16,-1-1 0-16,-1 1 0 0,3 1 192 0,-1 3 0 15,1 3 0-15,1 5 0 0,0 3 0 0,0 4 0 16,-1 3 0-16,-7 8 0 0,13-6 272 0,-13 6-16 16,0 0 0-16,0 0 0 0,0 0 80 0,23 33 16 15,-23-33 0-15,7 36 0 0,-7-36-160 0,4 46-48 0,-2-19 0 0,-1-1 0 16,1 0-144-16,-2 0 192 0,2 1-192 0,-2-27 192 15,4 47-192-15,-4-47 128 0,5 37-128 0,-5-37 128 16,0 0-128-16,10 33 0 16,-10-33 0-16,0 0 0 0,0 0 0 0,0 0 0 15,0 0 0-15,0 0 0 0,0 0 0 0,0 0 0 0,0 0 0 0,0 0 0 16,16-9 0-16,-15 2 0 0,-1-4 0 0,1-2 0 16,0 1 0-16,0-1 0 0,0-2 0 0,1-2 0 15,-1 0 0-15,2 1 0 0,2-1 0 0,-1-1 0 0,2 2 0 16,1-1 0-16,0-1 0 15,1 2 0-15,2 0 0 0,-1 1 0 0,1 1 0 0,0 2 0 0,0 0 0 0,1 0 0 16,0 1 0-16,-1 1 0 0,0-2 0 0,-1 5 0 31,-9 7 0-31,19-14 0 0,-19 14 0 0,15-10 0 0,-15 10 0 0,0 0 0 0,0 0 0 0,0 0 0 32,0 0 0-32,0 0 0 0,31 12 0 0,-31-12 0 15,0 0 0-15,6 41 0 0,-6-41 0 0,2 41 0 16,-2-41 0-16,1 51 0 0,-1-22 0 0,0 2 0 15,0 1 0-15,0 0 0 0,0-2 0 0,1-1 0 16,1-1 176-16,-1-4-176 0,-1-24 176 0,9 40-176 0,-9-40 192 0,10 33-192 16,-10-33 0-16,0 0 0 0,18 29 0 15,-18-29 0 1,0 0-400-16,0 0-144 0</inkml:trace>
  <inkml:trace contextRef="#ctx0" brushRef="#br0" timeOffset="59932.2">20130 12804 12895 0,'0'0'1152'0,"-1"-1"-928"0,0 1-224 0,1 0 0 16,0 0 848-16,-1 0 128 0,0-1 32 0,0 1 0 15,-1 0 944-15,0 0 192 0,0 0 32 0,2 0 16 16,-2 0-192-16,2 0-32 0,0 0-16 0,0 0 0 16,0 0-560-16,0 0-112 0,0 0-32 0,0 0 0 15,0 0-400-15,0 0-80 0,0 0 0 0,0 0-16 16,32 14-224-16,-32-14-32 0,26-2-16 0,-26 2 0 0,33-2-224 0,-33 2-64 15,35-7 0-15,-35 7 0 0,36-7-192 0,-19 2 176 16,1 0-176-16,-3-1 160 0,-15 6-160 0,28-8 0 16,-28 8 0-16,23-10 128 0,-23 10-128 15,18-7 0-15,-18 7 0 0,0 0 0 0,0 0 0 0,0 0 0 16,0 0 0-16,0 0 0 16,0 0-576-16,0 0-32 0,0 0-16 0,0 0-17136 0</inkml:trace>
  <inkml:trace contextRef="#ctx0" brushRef="#br0" timeOffset="60162.15">20171 12916 18431 0,'0'0'816'0,"-5"5"160"0,5-5-784 0,0 0-192 16,-4 2 0-16,4-2 0 0,0 0 1776 0,0 0 304 0,0 0 64 0,0 0 16 16,0 0 656-16,0 0 144 0,0 0 32 0,0 0 0 15,0 0-1456-15,0 0-304 0,39 1-48 0,-39-1-16 16,25-5-592-16,-25 5-128 0,29-5-32 0,-29 5 0 15,31-5-192-15,-31 5-32 0,34-6-16 0,-34 6 0 16,34-6-176-16,-34 6 0 0,33-7 0 0,-33 7 128 16,33-9-128-16,-33 9 0 0,29-9 0 0,-29 9 0 0,27-8 0 0,-27 8 0 15,22-12 0-15,-22 12 0 16,15-9-576-16,-15 9-64 0,13-9 0 0</inkml:trace>
  <inkml:trace contextRef="#ctx0" brushRef="#br0" timeOffset="60512.87">20415 12667 14735 0,'-4'-2'640'0,"0"-1"160"16,1 3-640-16,1-2-160 0,1 2 0 0,1 0 0 0,-1 0 1952 0,-1 0 352 0,1 0 80 0,-3 0 16 16,1 0 640-16,0 0 128 15,2 0 32-15,0 0 0 0,1 0-1376 0,0 0-272 16,0 0-48-16,0 0-16 0,0 0-848 0,0 0-192 0,0 0-16 0,0 0-16 15,36 3-96-15,-36-3 0 0,0 0-16 0,0 0 0 16,40 9-48-16,-40-9 0 0,0 0 0 0,37 14 0 16,-37-14-32-16,0 0-16 0,41 19 0 0,-41-19 0 15,0 0-16-15,42 22 0 0,-42-22 0 0,0 0 0 0,40 26-48 0,-40-26-16 16,0 0 0-16,37 23 0 16,-37-23-128-16,0 0 0 0,37 22 144 0,-37-22-144 0,0 0 0 0,0 0 0 15,36 21 0-15,-36-21 128 0,0 0-128 0,0 0 0 16,0 0 0-16,4 38 0 0,-10-28 0 0,-4 3 0 15,-3 2 0-15,-2 2 0 0,-3-1 0 0,-3 1 0 32,-4 4 0-32,0-2 0 0,0-2-400 0,3-2-48 0,5-2-16 0,3-3-19456 0</inkml:trace>
  <inkml:trace contextRef="#ctx0" brushRef="#br0" timeOffset="61994.09">21005 12724 6447 0,'-4'2'576'0,"1"-2"-576"0,2 0 0 0,-1 0 0 15,1 0 1664-15,1 0 208 0,-1 1 48 0,-1-1 16 0,0 2 160 0,-1-2 16 16,1 0 16-16,-1 2 0 16,0-2-208-16,1 0-64 0,1 1 0 0,0-1 0 0,1 2-560 0,0-2-112 15,1 0-32-15,1 0 0 0,0-2-416 0,-2 2-96 16,0 0 0-16,0 0-16 16,0 0 192-16,25-3 32 15,-25 3 16-15,0 0 0 0,33-6-160 0,-33 6-48 0,34-6 0 0,-34 6 0 0,40-5-256 0,-40 5-48 16,42-4-16-16,-42 4 0 0,43-7-192 0,-43 7-144 15,35-7 192-15,-35 7-192 16,27-8 128-16,-27 8-128 0,20-9 0 0,-20 9 0 0,0 0 0 0,19-9 0 16,-19 9 0-16,0 0 0 0,0 0 0 0,0 0 0 15,0 0 0-15,0 0 0 16,0 0-336-16,0 0-80 0,-5 2-16 0,-1 1 0 16,0 0-1872-16,-1 0-384 0,-1 2-80 0,-1-1-16 15,0 1-592-15,0-2-112 0,-1-1-32 0,1 1 0 16,1 1 304-16,0-1 48 0,1-1 16 0,1-1 0 15,1 0 2000-15,-1-1 384 0,3 2 96 0,0-2 16 0,0 0 1120 0,1 0 240 16,1 0 32-16,1 0 16 0,-1 0 1680 0,1 0 352 0,0 0 64 0,0 0 16 16,0 0-32-16,0 0 0 0,-3 13 0 0,3-13 0 15,-4 13-608 1,4-13-128-16,-5 21-32 0,2-7 0 0,3-14-912 0,-9 35-176 0,4-14-32 0,-1 2-16 0,1 1-224 16,-1 2-64-16,0-2 0 0,1 1 0 0,-2-2-256 0,2 0-64 15,-1-2-16-15,2 1 0 16,-1-6-176-16,5-16-128 0,-7 31 144 0,7-31-144 15,-1 21 0-15,1-21 0 0,0 0 0 0,0 0 0 16,0 0-208-16,0 0-144 0,0 0-32 0,0 0-17408 16</inkml:trace>
  <inkml:trace contextRef="#ctx0" brushRef="#br0" timeOffset="62658.3">21447 13035 15663 0,'0'0'1392'0,"3"-3"-1120"16,-3 3-272-16,1-2 0 0,-1 2 1920 0,0 0 320 0,2-2 64 0,0-3 0 15,1 2 192-15,-1-3 16 0,2 0 16 0,-2 2 0 16,1-1-1056-16,-1-2-192 0,-1 2-64 0,0 0 0 15,0 1-560-15,-1-3-112 0,0 3-32 0,-1-1 0 16,-1 2-208-16,1 0-48 0,-2 1-16 0,-1 1 0 16,0 1-112-16,-1 1 0 0,-2 1-128 0,1 1 192 15,-1 0-192-15,0 2 144 0,0 1-144 0,-2 1 128 16,0 1-128-16,0 3 0 0,-2-1 0 0,0 4 128 0,2 0-128 0,0 0 0 16,2 1 0-16,0 1 0 0,1 1 0 0,2 0 0 15,0 1 0-15,4-18 0 0,-5 31 0 0,5-31 0 16,2 26 0-16,-2-26 0 0,0 0 0 0,0 0 0 15,17 33 128-15,-17-33-128 0,0 0 0 0,0 0 0 16,0 0 0-16,39 10 0 0,-39-10 0 0,20-9 128 16,-20 9-128-16,25-15 0 0,-12 8 0 0,0-2 0 15,0-1 0-15,0 1 0 16,1 0-320-16,-1 1-128 0,2-2-48 0,-1 1-11424 16,-14 9-2288-16</inkml:trace>
  <inkml:trace contextRef="#ctx0" brushRef="#br0" timeOffset="63022.02">21639 13090 13823 0,'-1'-1'608'0,"1"1"128"0,0 0-592 0,0-5-144 0,0 5 0 0,0 0 0 16,0 0 2064-16,0 0 384 0,2-4 80 0,-2 4 16 15,0-5 192-15,-1 2 32 0,1 3 16 0,-2-2 0 16,2 2-1120-16,0 0-240 0,-5 6-32 0,5-6-16 16,-7 11-736-16,7-11-128 0,-7 14-48 0,7-14 0 15,-7 19-192-15,7-19-32 0,-5 24-16 0,5-24 0 0,-3 21-224 0,3-21 144 16,0 0-144-16,0 0 128 0,10 29-128 15,-10-29 0-15,0 0 0 0,0 0 0 0,0 0 0 0,36 3 0 16,-36-3 128-16,20-11-128 0,-10 4 0 0,1-2 128 16,1-3-128-16,0 0 128 0,0 0-128 0,-1-2 0 15,-1 2 0-15,-2 0 0 0,2 0 0 0,-3 0 0 16,-1-1 0-16,-1 1 0 0,-1 0 0 0,-2 2 0 16,-3 1 0-16,-2-1 0 15,-2 3 0-15,-3-2 0 0,-2 2 0 0,-1 2 0 0,-2 0 0 0,0 3 0 16,-2 1-144-16,1 4 144 0,0 0-160 0,2 0 32 0,2 3 0 15,0 1 0-15,2-2-160 0,2 3-32 0,6-8 0 16,-8 15 0 0,8-15-624-1,0 0-128-15,0 0-16 0,0 0-15232 0</inkml:trace>
  <inkml:trace contextRef="#ctx0" brushRef="#br0" timeOffset="63591.6">22084 12976 16575 0,'-2'-2'736'0,"2"2"160"0,-4-1-720 0,4 1-176 15,0 0 0-15,-3-2 0 0,3 2 2048 0,0 0 368 16,-1-3 80-16,1 3 0 0,-2-7-128 0,2 3-16 16,0 0-16-16,-1 0 0 0,1 4-1152 0,0-7-224 15,-1 3-64-15,1 4 0 16,-3-5-464-16,0 2-112 0,0 1 0 0,0-2-16 0,-2 1-80 0,0 1-16 31,-1-1 0-31,0 1 0 0,0 0-80 0,0-1-128 0,1 0 176 0,-2 0-176 0,2 2 160 0,-1 1-160 16,0 0 128-16,1 0-128 0,-1 2 0 0,1 3 0 0,-2 0 128 0,1 2-128 15,-2 0 0-15,2 1 0 16,-2 3 0-16,1-2 0 0,0 3 0 0,-1-1 160 0,1 2-160 0,-2 0 160 16,2 0-160-16,0 3 160 0,0 1-160 0,1-2 160 15,0 1-160-15,0 1 160 16,6-17-160-16,-6 33 160 0,6-33-160 0,-1 28 128 0,1-28-128 0,0 0 128 31,8 34-128-31,-8-34 128 0,0 0-128 0,0 0 128 16,0 0-128-16,31 28 128 0,-31-28-128 0,0 0 128 15,29-2-128-15,-29 2 0 0,23-11 144 0,-10 3-144 16,-1 1 0-16,0-3 0 0,-1 0 0 0,0-2 0 0,0 1 0 16,1-1 0-16,-1 0 0 0,-2-2 0 0,1 2-240 0,-1 1-16 15,-2 1 0-15,0-1 0 0,-1 3-64 0,-2 2-32 16,-4 6 0-16,0 0 0 0,5-9 352 0,-5 9-176 15,0 0 176-15,0 0-128 0,-6 8 128 0,6-8 0 16,-8 9 0-16,8-9 0 0,-7 14 0 0,7-14 176 16,-8 17-48-16,8-17 0 0,-8 21 128 0,8-21 32 15,-6 25 0-15,6-25 0 0,-5 28-32 0,5-28-16 16,-2 30 0-16,2-30 0 0,-1 31-240 0,1-31 128 16,2 26-128-16,-2-26 0 0,0 0 0 0,5 29 0 15,-5-29 0-15,0 0 0 0,0 0 0 0,0 0 0 0,0 0 0 16,0 0 0-16,0 0-256 0,0 0-80 0,0 0-32 0,27-3-17680 15</inkml:trace>
  <inkml:trace contextRef="#ctx0" brushRef="#br0" timeOffset="63797.56">21975 13047 4607 0,'-7'5'400'0,"1"-2"-400"0,6-3 0 0,-6 4 0 0,6-4 4736 0,0 0 848 16,0 0 176-16,0 0 48 0,0 0-1808 15,0 0-352-15,0 0-80 0,0 0-16 16,13 30-2048-16,-13-30-416 0,0 0-64 0,36-2-32 0,-36 2-480 0,35-11-112 16,-15 4-16-16,3-1 0 0,-1-1-176 15,-1 1-32-15,1 1-16 0,0 1 0 0,-22 6-160 16,38-8 0-16,-38 8 0 0,33-5 0 0,-33 5-272 0,0 0-96 16</inkml:trace>
  <inkml:trace contextRef="#ctx0" brushRef="#br0" timeOffset="64180.42">22326 12878 20271 0,'0'0'1792'0,"-5"0"-1424"16,3 0-368-16,2 0 0 0,0 0 1440 0,0 0 224 15,-4 3 32-15,4-3 16 0,-4 4 720 0,4-4 128 16,-5 4 48-16,5-4 0 0,0 0-1088 0,0 0-224 15,0 0-32-15,0 0-16 0,0 0-752 0,34 6-160 16,-34-6-16-16,26-5-16 0,-26 5-48 0,32-7-16 16,-32 7 0-16,34-9 0 0,-34 9-112 0,35-8-128 15,-35 8 176-15,27-6-176 16,-27 6 0-16,0 0 0 0,28-6 0 0,-28 6 0 0,0 0 0 0,0 0-224 16,0 0 32-16,0 0-12304 0,0 0-2480 0</inkml:trace>
  <inkml:trace contextRef="#ctx0" brushRef="#br0" timeOffset="64368.56">22365 13013 15663 0,'0'0'1392'0,"0"0"-1120"16,0 0-272-16,0 0 0 0,0 0 2448 0,0 0 432 0,0 0 96 0,0 0 16 0,0 0 688 0,34 5 144 16,-34-5 16-16,27-4 16 0,-27 4-2336 0,32-9-480 15,-32 9-80-15,34-13-32 0,-34 13-480 0,29-10-112 16,-29 10-16-16,26-9 0 15,-26 9-320-15,21-9 0 0,-21 9 0 0,17-10 0 16,-17 10-256-16,0 0-112 0</inkml:trace>
  <inkml:trace contextRef="#ctx0" brushRef="#br0" timeOffset="65761.85">15023 9969 1839 0,'0'-2'160'0,"0"-1"-160"15,0 2 0-15,0 0 0 0,0-1 1040 0,0 2 176 0,0-3 48 16,0 1 0-16,1-3 592 0,-2 0 128 0,1-2 32 0,-1 0 0 31,0 2 80-31,0 1 16 0,0-1 0 0,-1 2 0 0,0 0-320 0,0 2-48 0,0 1-16 0,0 0 0 31,-1 2 336-31,2 3 64 0,-2-2 16 0,0 1 0 32,1 1-2144-32,2-5-288 0,-4 14-128 0,4-14-32 0,-5 15 768 0,5-15 128 0,-4 17 48 0,4-17 0 0,0 0-64 0,-2 25-16 0,2-25 0 0,0 0 0 15,1 26-96-15,-1-26-32 0,0 0 0 16,3 28 0-1,-3-28-48-15,0 0-16 0,4 29 0 0,-4-29 0 0,0 0-224 0,0 0 176 16,4 29-176-16,-4-29 160 0,0 0-160 0,0 0 0 16,0 0 0-16,0 0 0 15,0 0-400-15,-1 20-64 0,1-20-16 0,-1-2-16352 16</inkml:trace>
  <inkml:trace contextRef="#ctx0" brushRef="#br0" timeOffset="68347.66">14686 10394 9263 0,'-3'-2'192'0,"1"1"64"0,0 1 0 0,0 0 0 0,1 0-256 0,0 0 0 0,0 0 0 0,-1 0 0 0,-1 0 2000 0,-2 1 352 15,1 1 64-15,0-2 16 0,0 0-224 0,1 2-32 16,1-2-16-16,0 0 0 0,0 0-400 0,1 1-80 16,1-1-16-16,0 0 0 0,0 0-592 0,0-1-128 15,2 1-32-15,0-2 0 0,0-1-336 0,-1 1-80 16,-1 2-16-16,8-4 0 0,-8 4-160 0,0 0-48 16,17-11 0-16,-17 11 0 0,16-9-16 0,-16 9-16 15,19-9 0-15,-19 9 0 0,22-10 128 0,-22 10 16 16,24-9 16-16,-24 9 0 0,23-7-144 0,-23 7-16 15,0 0-16-15,26-8 0 0,-26 8-224 0,0 0 128 16,0 0-128-16,0 0 0 0,0 0 128 0,0 0-128 0,0 0 0 0,0 0 0 16,22 36 0-16,-22-36 0 15,-6 16 0-15,1-6 0 0,0 0 0 0,-2 1 0 0,0-1 0 0,0-1 0 16,-2 1 0-16,1-3 0 0,-1 2 0 0,-2 1 0 16,1-3 0-16,0 2 0 0,-1-1 0 0,0 1 0 15,0 0-128-15,0 1-32 0,3-3 0 0,1 2 0 16,-1-1-32-16,3-1-16 0,0 1 0 0,2-2 0 15,2-1 208-15,0-1 0 0,1 1 0 0,0-5 0 16,0 0 0-16,0 0 0 0,0 0 0 0,0 0 0 16,0 0 0-16,0 0 0 0,0 0 0 0,39 1 0 0,-39-1 288 0,18-8-48 15,-18 8-16-15,18-9 0 16,-18 9-32-16,21-10-16 0,-21 10 0 0,20-9 0 0,-20 9-176 0,21-8 192 16,-21 8-192-16,15-6 192 0,-15 6-192 0,0 0 0 15,0 0 0-15,23-8 0 0,-23 8 0 0,0 0 0 16,0 0 0-16,0 0 0 15,0 0 0-15,20-6-176 0,-17 5 48 0,0-1-12160 16,-1-1-2416-16</inkml:trace>
  <inkml:trace contextRef="#ctx0" brushRef="#br0" timeOffset="68589.13">14920 10438 14735 0,'-3'3'640'0,"2"-3"160"0,0 2-640 0,0-2-160 0,0 0 0 0,1 0 0 15,0 0 2032-15,-1 0 368 0,0 0 80 0,1 0 16 16,-1 0 320-16,1 1 64 0,1-1 0 0,0 0 16 16,-1 0-1024-16,0 0-208 0,0 0-32 0,0 0-16 15,0 0-944-15,0 0-192 0,0 0-32 0,0 0-16 16,31 23-240-16,-31-23-64 0,0 0 0 0,0 0 0 0,0 0-128 0,0 0 0 16,0 0 0-16,0 0 0 0,0 0-192 0,0 0 0 15,0 0-16-15,0 0-18224 16</inkml:trace>
  <inkml:trace contextRef="#ctx0" brushRef="#br0" timeOffset="69025.24">15028 10310 7359 0,'-2'0'656'0,"0"0"-528"0,1 1-128 0,1-1 0 16,0 2 2320-16,-1-2 432 0,0 2 96 0,-1 1 16 15,0-1 1616-15,0 0 320 0,0 1 64 0,2-1 0 16,1-1-3344-16,-1-1-688 0,0 0-128 0,0 0-16 16,0 0-16-16,0 0 0 0,29-8 0 0,-22 3 0 15,-7 5-384-15,19-9-80 0,-19 9-16 0,19-11 0 16,-19 11-192-16,20-8 0 0,-20 8 128 0,0 0-128 16,26-7 0-1,-26 7 0-15,0 0 0 0,0 0 0 0,0 0 0 0,29-2 128 0,-29 2-128 0,0 0 0 16,0 0 0-1,0 0 0-15,0 0 128 0,0 0-128 0,0 0 0 0,0 0 176 0,0 0-176 0,0 0 160 0,0 0-32 0,0 0-128 32,20 32 192-32,-20-32-64 0,0 0-128 0,0 0 192 15,0 0-192-15,-3 22 192 0,3-22-192 0,0 0 128 16,0 0-128-16,-4 26 128 0,4-26-128 0,0 0 0 16,-5 27 0-16,5-27 128 0,-5 25-128 0,5-25 0 15,-6 31 0-15,6-31 0 0,-6 33 0 0,2-14 0 16,1-2 0-16,-2-1 0 0,0 3 0 0,1 0 0 0,-1 0 0 0,0-2 0 15,2-1 0-15,-1-2 0 0,0-1 0 0,0-2 0 16,4-11 0-16,-4 20 0 0,4-20 0 0,-6 14 0 16,6-14-192-16,0 0 0 0,-4 6-16 0,3-8 0 31,1 0-1248-31,-1-2-240 0,2-2-48 0,-1-1-15024 0</inkml:trace>
  <inkml:trace contextRef="#ctx0" brushRef="#br0" timeOffset="69225.31">15036 10524 15663 0,'-4'0'688'0,"3"0"144"16,-1 0-656-16,1 0-176 0,0 0 0 0,1-2 0 15,0 2 2368-15,1 0 448 0,1-3 96 0,1 1 16 0,2-1 400 0,2-1 64 16,-7 4 32-16,19-12 0 0,-5 5-1952 0,0 2-400 16,2-4-80-16,0 2-16 0,2-1-512 0,-1 1-96 15,-1 0-32-15,0-2 0 0,-16 9-208 0,31-13-128 16,-31 13 160-16,28-14-160 0,-14 8 0 0,-1 0 0 15,-13 6 0-15,23-12-12800 16,-23 12-2672-16</inkml:trace>
  <inkml:trace contextRef="#ctx0" brushRef="#br0" timeOffset="70707.32">22798 12764 15663 0,'-2'0'1392'16,"1"-2"-1120"-1,1 2-272-15,0 0 0 0,0 0 1408 0,-1-1 208 0,-1 0 48 0,1 1 16 16,-1-3 1072-16,0 1 224 0,0 0 32 0,0 1 16 0,1-1-1152 0,1 1-224 16,0 0-48-16,1-1-16 15,-1 2-864-15,6-6-160 0,-1 4-48 0,1-2 0 0,-6 4-224 0,18-8-48 16,-7 2-16-16,2 0 0 0,1 0-16 0,0-1 0 16,1 2 0-16,-1 0 0 15,2 0 32-15,-1 1 0 0,-15 4 0 0,32-8 0 0,-32 8-48 0,30-2-16 16,-30 2 0-16,0 0 0 0,34 4-176 0,-34-4 0 15,0 0 144-15,0 0-144 0,0 0 0 0,28 29 0 16,-28-29 0-16,0 0 0 0,-2 27 0 0,2-27 0 31,-9 25 0-31,1-13 0 0,1 2 0 0,-3 1 0 0,0 1 0 0,-2 1 0 0,-1 2 0 0,-1-3 0 32,0 3 0-32,0-2 0 0,1-1 0 0,-1 1 0 0,-2-3 0 0,1 1 0 0,2-3 0 0,1-1 0 0,2-4 0 15,1 1 0-15,9-8 0 0,-11 12 0 0,11-12 0 0,0 0 0 16,-8 14 0-16,8-14 0 0,0 0 0 0,0 0 0 15,0 0 0-15,0 0 0 0,0 0 0 0,0 0 0 16,32 4 0-16,-32-4 0 0,0 0 0 0,28-4 0 31,-28 4 0-31,0 0 0 0,28-2 0 0,-28 2 128 0,0 0 0 0,33-1 0 0,-33 1 0 0,0 0 0 32,34-4-128-32,-34 4 0 0,0 0 128 0,30-4-128 15,-30 4 0-15,0 0 0 0,26-6 0 0,-26 6 0 16,14-7 0-16,-14 7-192 0,11-7 64 0,-11 7-12848 15,9-10-2560-15</inkml:trace>
  <inkml:trace contextRef="#ctx0" brushRef="#br0" timeOffset="70923.73">23207 12836 30399 0,'0'0'1344'0,"0"0"288"0,0 0-1312 0,0 0-320 16,0 0 0-16,0 0 0 0,0 0 1424 0,0 0 224 15,0 0 32-15,0 0 16 0,0 0-288 0,2 38-64 0,-2-38-16 0,0 0 0 16,3 30-784-16,-3-30-160 0,0 0-16 0,0 0-16 16,10 36-224-16,-10-36-128 0,0 0 128 0,0 0-128 15,0 0 0-15,0 0 0 0,0 0 0 0,0 0 0 32,27 21-576-32,-27-21-64 0</inkml:trace>
  <inkml:trace contextRef="#ctx0" brushRef="#br0" timeOffset="71425.09">23377 12682 9215 0,'-1'-2'816'0,"0"1"-656"0,2-2-160 0,-1 3 0 0,0 0 1744 0,0 0 320 15,5-4 64-15,-3-1 16 0,1 0 752 0,0 1 160 16,2-1 16-16,0 0 16 0,0 1-784 0,-5 4-144 15,0 0-48-15,0 0 0 0,24-8-704 0,-24 8-160 16,0 0-32-16,24-2 0 0,-24 2-640 0,0 0-128 16,29 0-16-16,-29 0-16 0,0 0-176 0,34-2-48 15,-34 2 0-15,26-5 0 0,-26 5-192 0,26-6 144 16,-26 6-144-16,26-9 128 0,-26 9-128 0,26-8 0 0,-26 8 0 16,24-8 0-16,-24 8 0 0,0 0 0 0,26-7 0 0,-26 7 0 15,0 0 0-15,17-7 0 16,-17 7 0-16,0 0 0 0,0 0 0 0,0 0 0 0,0 0 0 0,0 0 0 15,0 0 128-15,0 0-128 0,0 0 0 0,0 0 128 16,-8 21 64-16,8-21 0 0,-9 10 0 0,9-10 0 16,-10 14-16-16,10-14 0 0,-11 15 0 0,11-15 0 15,-10 18-48-15,10-18-128 0,-10 19 192 0,10-19-64 16,-9 22-128-16,9-22 0 0,-9 28 144 0,9-28-144 16,-9 31 128-16,9-31-128 0,-9 36 128 0,9-36-128 15,-10 40 128-15,5-19-128 0,-1 2 128 0,0 1-128 0,0 0 128 16,0 0-128-16,-1 2 160 0,1-2-160 15,0-1 160-15,0-2-160 0,0 1 160 0,-1-1-160 0,7-21 128 0,-11 36-128 16,11-36 0-16,-9 33 0 0,9-33 0 0,-8 28 0 16,8-28 0-16,-9 18 0 0,9-18 0 0,0 0 0 15,-8 16 0-15,8-16 0 16,0 0-416-16,0 0-32 0,-3-3 0 0,4-2 0 16,0 1-1120-16,0-3-224 0,1 0-64 0</inkml:trace>
  <inkml:trace contextRef="#ctx0" brushRef="#br0" timeOffset="71629.19">23424 12964 11919 0,'-6'0'256'0,"2"-2"48"0,1 1 16 0,3 1 32 0,-3 0-352 16,3 0 0-16,0 0 0 0,-3-2 0 0,3 2 3760 0,-4-3 672 0,3 1 144 0,0 0 32 15,1 2-1296-15,2-5-256 0,-2 5-48 0,0 0-16 16,22-9-1776-16,-22 9-336 0,29-15-80 0,-9 6-16 15,3-3-256-15,2 0-48 0,3-2-16 0,3 0 0 16,2-3-208-16,1 0-32 0,2 1-16 0,4-1 0 16,5-2-208-16,-1 0 0 0,1 2 0 0,-3 1-13152 15,-1 2-2672-15</inkml:trace>
</inkml:ink>
</file>

<file path=ppt/ink/ink112.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10:08:46.653"/>
    </inkml:context>
    <inkml:brush xml:id="br0">
      <inkml:brushProperty name="width" value="0.05292" units="cm"/>
      <inkml:brushProperty name="height" value="0.05292" units="cm"/>
      <inkml:brushProperty name="color" value="#FF0000"/>
    </inkml:brush>
  </inkml:definitions>
  <inkml:trace contextRef="#ctx0" brushRef="#br0">22781 13312 1839 0,'-3'0'160'0,"0"0"-160"16,2 0 0-16,1 0 0 0,-1 0 1008 0,0 0 160 15,-1 0 48-15,-2 0 0 0,0 0 128 0,-1 0 48 0,-1 0 0 0,2 0 0 16,1 0-208-16,-1 0-32 16,2 0-16-16,0 0 0 0,1 0-224 0,0 2-32 0,1-2-16 0,0 3 0 15,1-3-96-15,-1 2 0 0,1 1-16 0,1-1 0 16,0 0 0-16,1 0 0 0,1 1 0 0,-1-2 0 16,1 1 32-16,2 0 16 0,-1 0 0 0,2-2 0 0,-1 2 64 15,3-2 16-15,-1 0 0 0,2 0 0 0,1-2-48 0,2 2 0 16,1-1 0-16,0 0 0 15,0-1-64-15,2 0-32 0,1 1 0 0,2-1 0 16,0 1-192-16,3-1-32 0,0 0-16 0,2 0 0 16,2-1-64-16,0-2-16 0,1 2 0 0,0-3 0 15,1 1-144-15,2-2-16 0,4 0-16 0,2 0 0 0,-5 0-240 0,3 0 128 16,0 2-128-16,2-2 0 0,0 0 128 0,0 2-128 16,-3 0 0-16,-2 3 0 15,1 0 128-15,-1 0-128 0,-2 1 0 0,-2 1 0 16,-3 0 0-16,1-2 0 0,0 2 0 0,0 0 0 0,-1 0 0 0,-2 0 0 15,-2 0 0-15,-2 0 0 0,-1 0 0 0,-3 0 0 0,-1 0 0 0,-1-2-160 16,-2 1-112-16,-2 1-32 16,0-2 0-16,-2 2 0 0,0 0-656 15,-1-2-144-15,0 2-32 0,-1-2 0 0,0 1-1104 0,-2 1-240 16,1-2-32-16,-2 2-10352 0</inkml:trace>
  <inkml:trace contextRef="#ctx0" brushRef="#br0" timeOffset="805.08">23170 13492 10127 0,'-1'2'896'0,"-2"-4"-704"16,2 2-192-16,1 0 0 0,0 0 944 0,0 0 144 15,-1 0 48-15,-2 0 0 0,0-1 640 0,2 0 128 0,-2 1 16 0,1-2 16 16,1 2-480-16,1-2-112 0,0 1 0 0,0 1-16 15,1 0-240-15,-1 0-64 0,1 0 0 16,0-2 0-16,1 2-64 0,-1 0 0 0,0 2-16 0,2-2 0 16,-1 0-272-16,1 0-48 0,1 0-16 0,-1 0 0 15,3 0-128-15,-1 0-32 0,2 0 0 0,0 0 0 16,1 0-80-16,1 0-32 0,1-2 0 16,0 2 0-16,3 0-16 0,-1 0-16 0,0-2 0 0,0 2 0 15,-1 0-112-15,0 2 0 0,0-2-16 0,-2 2 0 16,-9-2-176-16,0 0 192 0,0 0-192 0,29 9 192 0,-29-9-192 15,0 0 0-15,0 0 0 0,0 0 0 16,0 0 0-16,0 0 0 0,0 0 0 0,0 0 0 0,0 0 0 0,0 0 0 16,11 38 0-16,-14-35 0 0,1 0 0 0,-2 1 0 15,0-1 0-15,0 1 0 0,-1 2 0 0,-2 0 0 16,1-1 0-16,-1 0 0 0,1 2 0 16,-1 0 0-16,1 0 0 0,-1-2 0 0,1 2 0 15,-1 0 0-15,3-2 0 0,-1 1 0 0,1 0 0 0,0-2 0 16,0 1 0-16,1-2 0 0,2 1 0 0,-1-1 0 15,2 1 0-15,-1-3 0 0,1 1 0 16,1 1 0-16,0-2 0 0,0 1 0 0,1 1 0 0,1-3 0 16,0 1 0-16,2-1 0 0,0 0 0 15,2 0 0-15,1 0 0 0,1-1 0 0,1-1 0 0,2 1 0 0,1-1 0 0,0 0 0 16,3-2 160-16,0 1 0 16,2 0 0-16,-1-1 0 0,3-1 0 0,-2-1 0 0,2 0 0 0,-2-1 0 15,-1 0-32-15,0 2-128 16,-3 0 192-16,1-2-64 0,0 3-128 0,-1-1 0 0,0 0 0 15,-2 5-18560-15</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125.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5:19:24.121"/>
    </inkml:context>
    <inkml:brush xml:id="br0">
      <inkml:brushProperty name="width" value="0.05292" units="cm"/>
      <inkml:brushProperty name="height" value="0.05292" units="cm"/>
      <inkml:brushProperty name="color" value="#FF0000"/>
    </inkml:brush>
    <inkml:context xml:id="ctx1">
      <inkml:inkSource xml:id="inkSrc37">
        <inkml:traceFormat>
          <inkml:channel name="X" type="integer" max="27388" units="cm"/>
          <inkml:channel name="Y" type="integer" max="18258" units="cm"/>
          <inkml:channel name="T" type="integer" max="2.14748E9" units="dev"/>
        </inkml:traceFormat>
        <inkml:channelProperties>
          <inkml:channelProperty channel="X" name="resolution" value="1000.29218" units="1/cm"/>
          <inkml:channelProperty channel="Y" name="resolution" value="1000.43835" units="1/cm"/>
          <inkml:channelProperty channel="T" name="resolution" value="1" units="1/dev"/>
        </inkml:channelProperties>
      </inkml:inkSource>
      <inkml:timestamp xml:id="ts1" timeString="2023-10-30T05:20:05.984"/>
    </inkml:context>
    <inkml:brush xml:id="br1">
      <inkml:brushProperty name="width" value="0.05292" units="cm"/>
      <inkml:brushProperty name="height" value="0.05292" units="cm"/>
      <inkml:brushProperty name="color" value="#0070C0"/>
    </inkml:brush>
    <inkml:brush xml:id="br2">
      <inkml:brushProperty name="width" value="0.05292" units="cm"/>
      <inkml:brushProperty name="height" value="0.05292" units="cm"/>
      <inkml:brushProperty name="color" value="#00B050"/>
    </inkml:brush>
    <inkml:brush xml:id="br3">
      <inkml:brushProperty name="width" value="0.05292" units="cm"/>
      <inkml:brushProperty name="height" value="0.05292" units="cm"/>
      <inkml:brushProperty name="color" value="#002060"/>
    </inkml:brush>
    <inkml:brush xml:id="br4">
      <inkml:brushProperty name="width" value="0.05292" units="cm"/>
      <inkml:brushProperty name="height" value="0.05292" units="cm"/>
      <inkml:brushProperty name="color" value="#FFC000"/>
    </inkml:brush>
  </inkml:definitions>
  <inkml:trace contextRef="#ctx0" brushRef="#br0">301 10152 12895 0,'-3'-2'1152'0,"1"1"-928"15,1 1-224-15,0 0 0 0,0 0 688 0,1-2 80 16,0 2 32-16,0-2 0 0,1 1 1152 0,-1-1 224 16,1 0 64-16,1-2 0 0,0 0-368 0,-1 2-64 15,3 2-16-15,0-2 0 0,0 2-768 0,1 0-144 16,0 1-48-16,0 0 0 0,2 1-496 0,-1 1-96 15,1-2-32-15,-2 1 0 0,2 1-208 0,-2-2 0 16,0-1 128-16,0 2-128 0,1-4 0 0,0 1 0 16,1 0 0-16</inkml:trace>
  <inkml:trace contextRef="#ctx0" brushRef="#br0" timeOffset="835.29">487 10051 2751 0,'-2'0'256'0,"1"0"-256"0,0 0 0 0,0 0 0 0,1 0 640 0,0 0 64 0,0 0 32 0,-1 0 0 16,0 1 320-16,0-1 64 0,1 0 16 0,-1 0 0 16,0-1 240-16,0 1 48 0,1-1 16 0,0 1 0 15,0 0-96-15,0-2-32 0,1 2 0 0,0-1 0 16,0 1-224-16,1-2-64 0,0 0 0 0,1 1 0 0,1-1 112 0,-1 1 16 15,1-2 0-15,0 1 0 0,0 1-128 0,0-2-32 16,2 2 0-16,-1 0 0 0,1 0-304 0,-1 1-64 16,6 1 592-16,-6-1-1024 0,1 2-64 15,-2 1-128-15,2 0 176 0,-1 0-176 0,-2 0 0 16,1 0 0-16,-2-1 0 0,0 2 0 0,-2-1 0 16,0 2 0-16,-2-2 0 0,-2 3 0 0,0-1 0 15,-2 2 0-15,-1 1 0 0,0-2 0 0,1 2 0 16,1-4 0-16,-2 2 0 0,0 1 0 0,-1 0 0 15,1-1 0-15,0 0 0 0,0 0 0 0,1-3 0 0,1 2 0 16,1-3 0-16,0 0 0 0,0 1 0 0,1-1 0 0,0 1 0 16,1-1 0-16,-1-2 0 0,2 1 128 0,0 0-128 15,0-1 0-15,1 0 0 0,1 0 0 0,0 0 0 16,1 0 288-16,1 0-32 0,-2 0 0 0,3-1 0 16,0 1 160-16,1-1 32 0,2 1 0 0,0 0 0 15,0 0-224-15,-1 0-32 0,3 0-16 0,-2 0 0 16,1 1-176-16,-8-1 0 0,0 0 0 0,0 0 0 15,0 0 0-15,43 18 0 0,-43-18 0 0,0 0 0 16,0 0 0-16,0 0 0 0,0 0 0 0,0 0 0 16,0 0 0-16,28 31 0 0,-30-29 0 0,0 1 0 0,-1 1 0 15,1-1 0-15,-2 0 0 0,0 0 0 0,0 0 0 0,-3 0 0 16,1 0 128-16,-1 0-128 0,-1 0 0 0,0 2 0 16,2-1 0-16,-2 2 0 0,3 0 0 15,-2 1 0-15,3-2 0 0,-2 2 0 0,3-2 0 0,-2 2 0 16,2-2 0-16,0-1 0 0,1-1 0 15,2 2-176-15,0-3 176 0</inkml:trace>
  <inkml:trace contextRef="#ctx0" brushRef="#br0" timeOffset="1230.93">707 10190 3679 0,'1'-5'320'0,"-1"3"-320"0,1 1 0 0,-1-1 0 0,0 2 2240 0,0 0 368 0,0 0 80 0,0-1 0 16,0 0-480-16,0 1-96 0,0 0-32 0,0-2 0 15,-1 4-816-15,0-2-176 0,0 0-16 0,-1 1-16 16,1 0-368-16,0 1-80 0,0 1-16 0,0 0 0 0,1 1-48 0,-1 0-16 16,1 2 0-16,0 0 0 15,1 0-128-15,-1 1-16 0,1 2-16 0,1-2 0 0,0 2-208 0,1 1-32 16,-3-10-128-16,0 0 192 0,0 0-48 0,0 0-16 15,25 31 0-15,-25-31 0 0,0 0 128 0,0 0 32 16,0 0 0-16,40 5 0 0,-32-8 0 0,0-1 0 16,1 1 0-16,-2-4 0 0,-1 1 352 15,1 0 64-15,-1-1 0 0,-2-2 16 0,0 4-160 16,-1-5-48-16,-1 1 0 0,-1 0 0 0,-1 0-160 0,0 0-32 16,-1-2-16-16,-2 2 0 0,0 1 80 0,-2 1 0 0,1 0 16 0,-4 0 0 15,1 2-160-15,-2 3-48 16,-3-1 0-16,0 3 0 0,1 3-192 0,-2 1 0 15,0 4 128-15,-1 1-128 0,0 1 0 0,2 1 0 0,1 1-144 0,1-1 144 32,2 2-1008-32,0-3-96 0</inkml:trace>
  <inkml:trace contextRef="#ctx0" brushRef="#br0" timeOffset="3099.58">1938 9783 2751 0,'0'-1'256'0,"0"-1"-256"0,0 0 0 0,0 1 0 16,0 1 1600-16,0 0 256 0,0 0 64 0,1 0 16 15,-1 0-96-15,1-2-32 0,-1 2 0 0,1 2 0 16,-1-2-800-16,0 2-176 0,0 2-16 0,0-1-16 15,0 2-224-15,0 0-64 0,0-1 0 0,1 4 0 0,-1-1 16 0,0 0 0 16,0 0 0-16,0 0 0 0,-1 1-176 0,0-2-32 16,0 2-16-16,1-4 0 0,-1 1-80 0,1-2-16 31,0-1 0-31,0 0 0 0,1-2-208 0,-1 0 0 0,1-1 0 0,-1 0 0 0,1 1 0 0,1-4-320 31,-1 1 64-31,0-2 0 16,1 3-1472-16,-1-3-304 0,1 0-48 0,0-1-16 15,-1 2-256-15,1 0-48 0,0-1-16 0,-1-2 0 0,1 3 1120 0,-1-2 208 0,-1 3 64 0,1 0 0 0,-1 0 1280 0,1-1 256 16,-1 1 48-16,1 1 16 0,-1-1 896 0,0 1 176 16,0 2 32-16,-1-2 16 0,0 1-48 0,0 2-16 0,1-1 0 0,-1 2 0 31,-1 0-224-31,0 1-32 0,0 1-16 0,0-1 0 0,0 4-464 0,0-3-112 0,1 4-16 0,0-3 0 16,0 4-96-16,0-2-32 0,0 2 0 0,0 1 0 15,1 0-272-15,0-1-64 0,0-2-16 0,1 0 0 31,0 0-288-31,0 1 0 0,1-2 0 0,-1 2 0 16,-1-1-304-16,0-2-16 0</inkml:trace>
  <inkml:trace contextRef="#ctx0" brushRef="#br0" timeOffset="4237.22">1695 10116 3679 0,'-1'0'320'0,"0"-1"-320"0,1 0 0 0,0 1 0 15,0 0 1040-15,-1-2 144 16,0 1 32-16,-1-1 0 0,0-1 352 0,-1 1 80 0,1 0 16 16,0 0 0-16,1 2-64 0,-1-2-16 0,1 2 0 0,0 0 0 15,1 0-304-15,-1 2-64 0,1-2-16 0,0 2 0 16,1 0-416-16,0-2-80 0,1 2 0 0,0-1-16 15,0-1-336-15,2 2-64 0,1-2-16 0,0 0 0 16,1 0 240-16,0-2 64 0,2 2 0 0,-2 0 0 16,2-1 784-16,-1 1 176 0,-7 0 16 15,0 0 16-15,0 0-1824 0,0 0-352 0,0 0-80 0,40 13-16 0,-35-8 704 16,-1 0 0-16,0 1 0 0,0-1 0 0,-2 0 0 0,-1 2 0 16,0-1 0-16,-2 2-128 15,0-1 128-15,-1 0 0 0,-1 1 0 0,-2 0 0 0,0 0 0 16,-1 1 0-16,0-2 0 0,-2 1 0 0,0 1 0 0,0-2 0 15,0 0 0-15,-1 0-128 16,0-1 128-16,1 0 0 0,2-1 0 0,-1-2-128 0,2 1 128 0,2-2 0 16,1-1 0-16,0 1-128 0,1 0 128 0,1-2 0 15,0 1 0-15,1-2 128 16,1 1-128-16,0 0 0 0,1-2 0 0,1 0 0 0,1 1 160 0,0-1 16 0,1 2 0 0,-1-2 0 31,-5 2 592-31,0 0 112 0,0 0 16 0,30-5 16 0,-30 5-400 16,0 0-64-16,27-7-32 0,-18 5 0 0,-9 2-224 0,0 0-32 0,0 0-16 0,32-6 0 15,-25 4-144-15,0 1 0 0,-2 1 0 0,1-1 0 32,-1 1-544-32,0-2-144 15</inkml:trace>
  <inkml:trace contextRef="#ctx0" brushRef="#br0" timeOffset="4790.47">2021 10090 8287 0,'0'-2'368'0,"0"-1"80"0,0 1-448 0,0 0 0 0,0 1 0 0,0 1 0 16,0-2 1680-16,0 0 256 0,0-2 48 0,0 0 16 15,-1 1 304-15,1 0 64 0,-1 0 16 0,-1 1 0 16,1 2-704-16,-1 2-144 0,0-2-16 0,0 3-16 15,-1 1-672-15,-1 1-128 0,1 1-16 0,0 2-16 0,-1 1-384 0,0 3-80 16,1 0-16-16,-1 2 0 0,0 3-192 0,0-2 144 16,2 0-144-16,1-1 128 0,0-1-128 0,1-1 0 15,2-2 0-15,0-3 0 0,0 0 0 0,2-5 0 16,0 1 0-16,0-1 0 0,2 0 0 16,0-4 0-16,-1-1 0 0,2-1 128 0,1-1 496 15,-1-2 80-15,2 0 32 0,-2 0 0 0,1-1-128 0,-2-1-32 16,1 0 0-16,0-1 0 0,-2 1-304 0,1 0-64 15,0-1-16-15,-3 0 0 0,0 3-192 0,-1 0 0 0,-1-2 128 16,-2 4-128-16,-1-2 0 0,-2 3 0 0,0 1 0 0,-3 0 0 16,0 3 128-16,-2 0-128 0,0 0 0 0,-1 3 0 15,1 0 0-15,-1 0 0 0,-1 2 0 0,3-2 0 16,1-1-256-16,-1 0-112 0,2 1-16 0,0-1-16384 16</inkml:trace>
  <inkml:trace contextRef="#ctx0" brushRef="#br0" timeOffset="5223.92">1573 10175 9215 0,'-3'0'816'0,"1"0"-656"0,0 1-160 0,1-1 0 16,0 2 1072-16,-2-1 176 0,-1 2 32 0,-2 0 16 15,-3 2-80-15,1-1-32 16,1 2 0-16,1-1 0 0,1-2-64 0,3 0-16 0,1-1 0 0,0-1 0 16,2 1 368-16,0-2 80 0,2 0 16 0,0-2 0 15,2 1 16-15,-1-3 0 0,1 3 0 0,1-3 0 16,0-1-192-16,2 0-48 0,1 1 0 0,0-3 0 16,1 3-704-16,-1 0-160 0,0 0-32 0,-1 1 0 0,0 3-448 0,1-1 0 15,-2 1 0-15,2 0 0 16,-9 0 0-16,0 0 0 15,0 0-208-15,44 1-17424 0</inkml:trace>
  <inkml:trace contextRef="#ctx0" brushRef="#br0" timeOffset="6465.6">3354 9858 8303 0,'-2'0'0'15,"0"0"0"1,1-2 0-16,1 2 0 0,1-1 0 0,-1 1 0 16,-1-2 0-16,-1 0 0 0,1-1 0 0,0 1 0 15,1-2 0-15,1 0 0 0,0 2 0 0,1 0 0 0,1-2 0 0,-1 1 0 16,0 1 0-16,0 1 0 0,1-1 448 0,-1 2 128 15,0-1 48-15,0 1 0 16,-1 0 336-16,1 0 80 0,-1 0 16 0,0-1 0 0,0 1-288 0,0 0-48 16,1 0-16-16,-1-2 0 0,0 1 256 0,0-1 64 15,-1 0 0-15,0 1 0 0,0-1 128 0,1 2 48 16,-1-1 0-16,0 1 0 0,0-1-48 0,0 1-16 16,0 0 0-16,0-2 0 0,0 2-192 0,-1 2-48 15,1-2 0-15,0 0 0 0,0 0-256 0,-1 1-64 16,0-1-16-16,0 1 0 0,1-1-320 0,-1 0-64 0,1 0-16 0,0 0 0 15,-1 2-16-15,1-2 0 0,-1 0 0 0,0 0 0 16,1 1-144-16,-1 1 160 16,0 0-160-16,-1-1 160 0,1 1-160 0,1 0 0 0,-1 3 0 0,0 0 0 15,0-1 192-15,-1 3-32 0,1 0-16 0,1 1 16 16,-1 1 96-16,1 0 32 0,0 0 0 0,0-1 0 16,0-1-288-16,0 1 128 0,1-2-128 0,0-1 0 15,0-2 0-15,1-1 0 0,-1-2 0 0,0 0 0 16,1-2 0-16,0-3 0 0,1 0 0 0,0-2 0 15,-1 0 0-15,1-3-144 0,1-1 144 0,-1 1 0 16,0-2-1376-16,-2-2-192 0,1 2-32 0,-1 0-16 16,0 1 240-16,-2-1 48 0,1 1 16 0,-2 0 0 0,0 2 1312 0,0 2 0 15,0-1 160-15,-1 4 16 16,0 2 512-16,1-1 96 0,1 4 32 0,0 1 0 0,-1 2 0 0,1 3 0 16,0 3 0-16,0 1 0 0,1 4-240 0,0-1-32 15,1 3-16-15,0-1 0 0,0 1-240 0,-1-17-48 16,3 29-16-16,-3-29 0 0,0 0-224 0,9 29 0 15,-9-29 0-15,0 0-15472 0</inkml:trace>
  <inkml:trace contextRef="#ctx0" brushRef="#br0" timeOffset="7003.54">3110 10202 9215 0,'-1'0'816'0,"0"0"-656"0,0 0-160 0,1 0 0 0,-1 0 1376 0,0 0 240 0,0 0 48 0,-2 0 16 16,0 0 544-16,0 0 96 16,1 0 32-16,0-2 0 0,1 2-240 0,0-1-32 0,1 1-16 0,0 0 0 15,1 1-560-15,1-1-112 16,1 0-32-16,0 0 0 16,3 0-496-16,1 0-96 0,0 0-32 0,0 0 0 15,1 0-224-15,-8 0-32 0,0 0-16 0,0 0 0 16,39-1-224-16,-39 1-48 0,0 0-16 0,0 0 0 15,39 0-176-15,-39 0 0 0,0 0 144 0,0 0-144 16,0 0 0-16,37 0 0 0,-32 1 0 0,-1-1 0 0,0-1 0 16,-1 1 0-16,-1 0 0 0,0 0 0 15,0-2-784-15,0 2-176 0</inkml:trace>
  <inkml:trace contextRef="#ctx0" brushRef="#br0" timeOffset="7368.52">3433 10092 7359 0,'-1'0'656'16,"0"0"-528"-16,1 0-128 0,-1 0 0 16,1 0 2240-16,-1 0 400 0,-1 0 96 0,-1 0 16 15,0 1 64-15,0 0 32 0,0 2 0 0,0 2 0 0,1-3-1136 0,0 5-240 16,0-2-32-16,1 2-16 0,1 0-448 0,-1 3-80 16,0 0-32-16,1 2 0 15,0 1-496-15,0-1-112 0,0 3 0 0,0-3-16 16,1 0-240-16,-1-1 144 0,1 1-144 0,0-3 128 0,-1-9-128 0,0 0 0 15,0 0 0-15,0 0 0 16,0 0-704-16,0 0-64 0,0 0 0 0,0 0-14784 0</inkml:trace>
  <inkml:trace contextRef="#ctx0" brushRef="#br0" timeOffset="7700.28">3550 10157 3679 0,'3'-3'160'0,"-1"3"32"0,0-2-192 0,-1 0 0 0,0 1 0 0,-1 1 0 15,1-2 2304-15,0-1 432 0,2 1 80 0,-1-2 0 16,1 1 192-16,-2-2 16 0,0 3 16 0,-1 0 0 16,0 2-944-16,0 0-192 0,-2 0-48 15,0 3 0-15,0 0-960 0,0 1-208 0,-1 2-48 0,1 1 0 16,0 0-336-16,0 1-80 0,1-1-16 0,1 4 0 16,0-1-208-16,1-2 144 15,-1-8-144-15,0 0 128 0,0 0-128 0,14 35 0 0,-14-35 0 0,0 0 0 0,0 0 0 0,0 0 0 16,34 25 0-16,-34-25 0 0,0 0 0 0,0 0 0 15,0 0 0-15,41 1 0 16,-41-1 0-16,0 0 0 0,24-7 0 0,-17 2 128 0,1-1 432 0,-2 0 80 16,0 0 0-16,-1-2 16 0,1 1-208 15,0-3-32-15,-2 0-16 0,-1 1 0 0,-1 0-208 16,-1-1-32-16,-1 1-16 0,-3 2 0 0,-1-3 112 0,-2 3 32 16,-2 0 0-16,-2-2 0 0,-1 4-112 0,-3 0-32 0,0 0 0 15,-2 1 0-15,1 2-144 0,0 2-144 0,-1 4 144 0,2 0-12112 16,1 2-2304-16</inkml:trace>
  <inkml:trace contextRef="#ctx0" brushRef="#br0" timeOffset="8966.45">4760 9836 911 0,'3'-2'0'0,"-2"0"0"0,1 0 0 0,-1 1 0 15,0 1 992-15,0-2 112 0,-1 2 32 0,1-2 0 16,1-1 640-16,-1 1 128 0,2-1 16 0,-1-2 16 15,-1 3-208-15,0 0-32 0,-1-2-16 0,1 1 0 16,-1 1-528-16,-1 1-128 0,1-1 0 0,0 2-16 16,0-2-96-16,0 2-16 0,-1-2 0 0,2 1 0 15,-1 1-128-15,1-2-16 0,0-1-16 0,-1 1 0 16,1 1 80-16,0 0 16 0,0-2 0 0,-1 1 0 16,1 2-48-16,-1-2 0 0,0 2 0 0,0 0 0 15,0 0-64-15,0 0-16 0,0 2 0 0,-1-2 0 16,1 0-112-16,0 1-16 0,0-1-16 0,-1 1 0 15,0 2-304-15,1-3-64 0,-1 1-16 0,0 0 0 16,1-1-176-16,-1 2 0 0,1-1 144 0,0 1-144 0,1 0 0 0,-1 1 0 16,1-1 0-16,0 2 128 0,0 0-128 0,0 1 192 15,-1-2-64-15,1 2 0 0,0-2-128 0,0 1 144 16,0 1-144-16,1 0 160 0,-1-1-160 0,1 1 0 16,-1-1 144-16,1-1-144 0,-1 0 0 0,-1-1 0 15,0 1 0-15,0-3 0 0,1 2 0 0,-2-2 0 16,1 0 0-16,0 0 0 0,1 0 0 0,-1 0 0 15,0 0 0-15,0-2 0 0,1 2 0 0,-1-3 0 16,0 1 0-16,1-1 0 0,-1 1 0 0,1 0 0 0,-1-2 0 0,1 0 0 16,0 1-320-16,-1 0 0 15,1-2 16-15,-1 0 0 0,1 3 80 0,-1-3 16 16,1 0 0-16,-1 1 0 0,1-1 208 0,0 0-192 16,-1 0 192-16,0 0-192 0,0 1 192 0,1 1 0 0,-1 1 0 0,0-1 0 15,0 3 160-15,1-2-160 0,-1 4 128 0,1-2-128 16,-1 0 384-16,1 3 0 0,-1 2 0 0,0-1 0 15,0 1-112-15,0 2-16 0,0-1-16 0,-1 2 0 16,1 1-112-16,-1 2 0 0,1-2-128 0,0 0 192 0,-1 1-192 0,1-3 0 16,0-7 128-16,0 0-128 0,0 0 0 15,0 0 0-15,0 0 0 0,0 0 0 0,0 0 0 16,0 0 0-16,0 0 0 0,0 0 0 0,0 0 0 0,0 0 0 16,0 0 0-16,0 0 0 15,0 0 0-15,24-7 0 0,-22-2 0 0,-1 1 0 16,1 1 0-16,0 0-160 0,-1-2 160 0,0-1-192 0,0 3 48 0,-1 0 0 15,1 0 0-15,-1 2 0 0,1 1 144 0,-1 1 0 16,1 0 0-16,-1 1 0 0,1 2 0 0,0 0 0 16,-1 2 0-16,1-1 0 0,-1 1 0 0,1-1 0 15,-1 4 0-15,0 1 128 0,1 3 48 16,0 1 16-16,-1 0 0 0,0 1 0 0,0-1-192 0,0 1 192 16,0 1-192-16,0-2 192 0,0-1-192 0,0-2 0 0,0-1 144 0,1 0-144 15,-1-1 0-15,1 0 0 0,-1-3 0 0,1 0 128 16,-1-1-128-16,0-1 0 0,1-1 0 0,0-1 0 15,0 0-848-15,0 0-192 16</inkml:trace>
  <inkml:trace contextRef="#ctx0" brushRef="#br0" timeOffset="10025.31">4794 10140 7359 0,'0'-2'656'0,"0"0"-528"16,1 1-128-16,-1 1 0 0,0-2 1360 0,0 1 240 16,0-1 64-16,-1-2 0 0,1-3 720 0,-1 2 160 15,0 0 16-15,0 0 16 0,0 1-592 0,-1 2-128 0,0 1-32 0,0-1 0 16,-1 4-352-16,0-1-64 0,0 3 0 0,0-2-16 16,-1 3-720-16,-1 2-144 0,0 0-16 0,-1 0-16 15,1 3-240-15,0-1-32 0,-1 0-16 0,2 1 0 16,-1 2-80-16,1 0-128 0,1-2 176 0,0 2-176 15,1 0 192-15,1-1-192 0,1 1 192 0,0-12-192 16,0 0 0-16,0 0 0 0,0 0 0 0,15 33 0 16,-15-33 0-16,0 0 0 0,0 0 0 0,0 0 0 15,41 7 384-15,-41-7-48 0,22-7 0 0,-10 0 0 0,0 1 112 0,0-2 0 16,1-2 16-16,-2 1 0 0,0-3-224 0,1 0-48 16,0-2-16-16,-2 2 0 0,-1-1-176 0,-2 2 192 15,-1 0-192-15,-2 3 192 0,-2 1-192 0,-1 0 160 16,-1 2-160-16,-1 1 160 0,-2-1-160 0,-2 3 160 15,-1 1-160-15,-2 1 160 0,-2 0-160 0,-2 0 160 16,-1 3-160-16,0-3 160 0,1 0-160 0,-1 0 0 16,-1-2 0-16,2-1 0 15,0-1-256-15,3-1-96 0,0 0-16 0,4 0 0 16,0-2-1248-16,3 0-256 0</inkml:trace>
  <inkml:trace contextRef="#ctx0" brushRef="#br0" timeOffset="11594.78">6068 9812 12991 0,'2'0'0'16,"-1"0"-160"0,0-2 160-16,-1 2 0 0,1 0 0 0,0 0 128 15,0-1-128-15,1 0 0 0,2-1 0 0,-1-1 0 0,1 1 0 0,-3 0 0 16,1 1-128-16,0 1 128 0,0 0-256 0,-1 0 32 0,0 0 0 0,0 0 16 16,0 0 0-16,0 0 0 0,0 1 0 0,0 0 16 15,1-2 0-15,0 1-16 0,0 0 0 0,0-1 32 16,0 1-16-16,0-2-16 0,0 2 0 0,0 0 16 15,1-2 64-15,-1 2 0 0,0-2 0 0,-1 2 128 16,0-1 1040-16,0 1 320 0,0 0 64 0,0-2 32 16,0 4 416-16,0-2 96 0,-1 0 16 0,0 0 0 15,1 0-608-15,-1 0-112 0,0 0-32 0,0 1 0 16,0-1-512-16,0 0-96 0,0-1-32 0,1 1 0 16,-1 0-48-16,0-2-16 0,1 2 0 0,-1 0 0 0,-1 0-80 0,1-2-32 15,0 1 0-15,0 1 0 16,0 0-32-16,-1 0 0 0,1 0 0 0,-1 0 0 0,1 0 128 0,-1 1 0 15,1-1 16-15,-1 0 0 0,1 0-80 0,0 2-32 16,-1-2 0-16,1 0 0 0,0 0-64 0,0 0-16 16,-1 2 0-16,1-1 0 0,0 1-64 0,0 0-16 15,-1 2 0-15,1-1 0 0,-1 2 48 0,1-1 0 16,0 4 0-16,-1 1 0 0,1-2-80 0,0 3-16 16,1-1 0-16,-1 1 0 0,1 1-208 0,-1-11 0 0,0 0 0 15,4 32 0 1,-3-23 0-16,1-2 0 0,-1 0 0 0,0-1 0 0,1-2 0 0,-1 0 0 0,0-3 0 0,0-2 0 15,1 1 0-15,-1-5 0 0,1 1 0 16,0-1 0-16,1-4 0 0,-1-1 0 0,1 1 0 0,0 0 0 16,-1-1-832-1,0 0-48-15,0-1-16 0,-2 1 0 0,2-1 128 0,0 1 32 0,-1-1 0 0,0 0 0 16,0 0 512-16,-1-1 224 0,1 2-192 0,0-2 192 16,0 4 0-16,0 2 336 0,0 1-32 0,-1 3-16 15,1 0 416-15,-1 0 96 0,0 4 16 0,0 0 0 0,0 0-176 0,-1 3-16 16,1 2-16-16,-1 0 0 0,0 2-288 0,0 1-48 15,0 2-16 1,0-2 0-16,0-1-256 0,1 1 160 0,0 1-160 0,0-1 128 16,0-1-128-16,0-2 0 0,1 1 0 0,-1-2 0 0,0 0 0 0,0-2 0 15,0 1 0-15,0-3 0 16,0 1 0-16,0-3 0 0,0 0 0 0,0 0 0 0,0 0 0 0,0-2 0 16,0 1 0-16,1-1 0 0,-1 0 0 0,1-1 0 15,-1 1 0-15,0-1 0 0,1-2 0 0,0 1 0 16,0-1 0-16,-1 0 0 0,1 1 0 0,-1-1 0 0,0-1 0 0,0 0 0 15,0 1-160-15,0-1 160 0,0 0-208 16,0 2 80-16,0-1 128 0,0 2 0 0,0 0 0 0,0 2 0 31,0-1 0-31,0 2 0 0,0 2 0 0,-1-1 0 0,1 0 0 0,-1 1 0 0,0 1 0 0,0 2 0 16,0-1 0-16,0 1 0 0,0 2 0 16,-1 0 0-16,1 0 128 0,0 3-128 0,-1 0 160 0,2 1-160 31,-1-3 0-31,1 3 128 0,0-1-128 0,0-3 0 0,0 0 0 0,1 1-256 0,-1 1 48 0,0-9-17392 15</inkml:trace>
  <inkml:trace contextRef="#ctx0" brushRef="#br0" timeOffset="11926.61">6008 10145 1839 0,'-3'-8'160'0,"2"3"-160"0,0 1 0 0,1 0 0 15,-1 1 2112-15,1 0 384 0,0 1 64 0,0-3 32 16,-1-3 960-16,0 0 192 0,0 1 32 0,1 2 16 15,-1 2-1168-15,-1 1-256 0,-1 2-32 0,1 2-16 16,-1 1-1008-16,1 2-208 0,-1 0-32 0,0 2-16 16,1-3-544-16,0 4-128 0,-1 3 0 0,2 1-16 15,-1 2-192-15,0 1-48 0,1 0 0 0,-1 2 0 16,1-2-128-16,1 2 0 0,0-1 0 0,0 0 0 16,0-16 0-16,3 24 0 0,-3-24 0 0,0 0 0 0,0 0-320 15,0 0 16-15,0 0 0 0,0 0-16576 16</inkml:trace>
  <inkml:trace contextRef="#ctx0" brushRef="#br0" timeOffset="12323.64">6153 10147 11055 0,'2'-2'480'0,"-1"2"112"0,0 0-464 0,0 0-128 0,-1 0 0 0,0 0 0 15,0 0 1792-15,0 2 320 0,1-2 80 0,-1 2 16 16,-1 1 0-16,0-1 0 15,-1 2 0-15,0-1 0 0,1 0-864 0,-2 1-160 0,0-2-32 0,0 3-16 16,1-2-400-16,0 1-80 0,0-1-16 0,0 0 0 16,1 1-336-16,-1 0-80 0,1 0-16 0,0 1 0 15,0 1-32-15,1 1-16 0,0 0 0 0,1 0 0 16,1 0 64-16,0 0 16 0,-2-7 0 0,0 0 0 16,0 0-112-16,12 34 0 0,-12-34-128 0,0 0 192 15,0 0 192-15,0 0 48 0,0 0 0 0,32 26 0 16,-32-26-128-16,0 0-32 0,0 0 0 0,37-8 0 15,-27 4 112-15,0-3 32 0,0 0 0 0,0-1 0 0,2-1-160 0,-2-3-48 16,0 0 0-16,0-1 0 0,-1 0-80 0,0 0-128 16,-2 0 176-16,1-1-176 0,-3 2 176 0,-1-2-176 15,-2 3 160-15,-3 1-160 0,-2 2 0 0,-4-1 128 16,-4 3-128-16,-3 1 0 0,1 2 0 16,-4 5 128-16,-3 1-128 0,-2 1 0 0,0 6 0 0,-1-1 0 15,0 1 0-15,2 1 0 16,3-3-336-16,3-1-64 0,1 1-16 0,2 0-17600 0</inkml:trace>
  <inkml:trace contextRef="#ctx0" brushRef="#br0" timeOffset="13921.71">7497 9784 12207 0,'0'-1'1088'0,"0"0"-880"15,0 1-208-15,0 0 0 0,1 0 1168 0,-1 0 192 16,0-2 48-16,1 0 16 0,-1 1 544 0,1-1 96 16,0 1 32-16,0 1 16 0,0 0-560 0,-1 0-96 15,1 1-32-15,0 1 32 0,0-1-464 0,-1 1-96 0,0 0 0 0,1-1 0 16,-1 0-320-16,1 1-80 16,-1 1-16-16,1-1 32 0,-1-1 80 0,1 1 32 0,-1 0 0 0,0 0 16 15,0-1-144-15,1 1-48 0,-1 0 0 0,1 1 16 16,-1-3-208-16,0 2-32 0,-1 0-16 0,1-2 32 15,1 2-96-15,-1-1-16 0,0 1 0 0,0-2 32 16,-1 2-160-16,1-1 0 0,0 1 0 0,0 0 160 16,-1 0-160-16,0 1 0 0,0 2 0 0,0-2 0 15,1 0 0-15,-1 0 0 0,1 2 0 0,0-3 0 16,-1 1 0-16,1-1 0 0,0 1 0 0,0-1 0 0,0 0 0 0,0-2 0 16,1 0 0-16,-1 0 0 15,0-2 0-15,1-1 0 0,0-2 0 0,0 3 0 0,1-2 0 16,0-1 0-16,0 0-128 0,1 0 128 15,-1-2 0-15,0 0 0 0,0 0 0 0,1 0 0 16,-1 2 0-16,0 0 0 0,-1 0 0 0,0 1 0 16,0 0 0-16,0 1 0 0,1 0 0 0,-2 1 0 15,1 0 0-15,-1-1 0 0,1 1 0 0,-1-1 0 0,0 1 0 0,-1 2 0 16,1-1 0-16,0 0 0 0,-1 1 0 0,1 0 0 16,0 0 0-16,0 0 0 0,0 0 176 0,0 1-32 15,0 2 0-15,0 0 0 0,-1 2-16 0,0 1 0 0,0 0 0 0,1 1 0 16,-1 2 0-16,0 1 0 15,1-1 0-15,-1 0 0 16,1-9-128-16,-1 22 0 0,1-22 144 0,0 0-144 0,-1 26 0 0,0-19 128 0,1-2-128 16,0-1 0-1,0-1 0-15,1-1 0 0,0-4 0 0,0 2 0 0,0 0 0 0,-1-3 0 16,2-1 0-16,1-1-18640 16</inkml:trace>
  <inkml:trace contextRef="#ctx0" brushRef="#br0" timeOffset="14665.13">7335 10123 1839 0,'-3'-2'160'0,"1"-1"-160"0,0 1 0 0,1 1 0 0,1 0 1136 0,-1-1 192 16,0 1 32-16,-1-1 16 0,0-3 1056 0,-2 3 192 16,2-3 64-16,-1 2 0 0,0 1 80 0,2 0 32 15,0 2 0-15,0 0 0 0,1 0-528 0,0 0-96 16,0 0-32-16,1-2 0 0,1 2-832 0,1 0-160 15,0 0-48-15,2-2 0 0,0 1-384 0,0-1-80 16,2 2 0-16,-1-3-16 0,2 3-304 0,-1-2-48 16,1 2-16-16,-8 0 0 0,0 0-64 0,0 0-32 15,0 0 0-15,0 0 0 0,42 14-160 0,-42-14 0 16,0 0 0-16,0 0 0 0,0 0 0 0,0 0 0 16,0 0 0-16,0 0 0 0,0 0 0 0,16 36 0 15,-18-32 0-15,0 1 0 0,-1 0 0 0,0 0 0 0,-1-2 0 0,-1 3 0 16,0-1 0-16,-3 2 0 0,1 0 0 0,-1-2 0 15,0 0-320-15,1 0 64 0,-2 1 16 0,-2 0 0 16,2 0-80-16,1 0-32 0,-1 0 0 0,2 0 0 16,0 0 176-16,2-1 48 0,1 0 0 0,1-1 0 15,1-1 128-15,0 2-128 0,0-3 128 0,1 0-128 16,0 0 128-16,1-2 0 0,0 0 0 0,2 0 0 16,0 0 0-16,0-2 0 0,1 2 0 0,1-2 0 0,1 0 320 0,-1 0 0 15,2 1 0-15,-1-3 0 0,2 1 0 0,1 1 0 16,1 0 0-16,-9 2 0 0,0 0-112 0,27-6-16 15,-27 6-16-15,0 0 0 0,30-2-176 0,-30 2 0 16,0 0 144-16,0 0-144 0,36-2 0 0,-36 2 128 16,0 0-128-16,0 0 0 0,31-2 0 0,-31 2 0 15,0 0 0-15,0 0 0 0,23-7 0 0,-17 4 0 16,-2 1-176-16,0-1 176 16,0-2-1296-16,-1 3-176 0,0-2-16 0,0 1-15664 0</inkml:trace>
  <inkml:trace contextRef="#ctx0" brushRef="#br0" timeOffset="15059.59">7634 10133 1839 0,'1'-1'160'0,"0"-1"-160"0,0 2 0 0,0-1 0 16,-1 1 2464-16,1-1 464 0,1 1 80 0,0-4 32 16,1 1 736-16,-2 1 160 0,1 1 32 0,-2-1 0 15,1 2-1376-15,-2 2-272 0,0-1-48 0,0 1-16 16,0 3-1040-16,-1-3-224 0,-1 2-32 0,0 2-16 15,-1 0-608-15,1 2-112 0,-1-2-32 0,0 3 0 0,1-1-192 0,0 2 0 16,3-10 128-16,-2 17-128 0,2-17 224 0,0 0 0 16,0 0 0-16,6 28 0 0,-6-28-32 0,0 0 0 15,0 0 0-15,0 0 0 0,0 0-48 0,37 14-16 16,-37-14 0-16,0 0 0 16,24-5-128-16,-17 3 192 0,3-3-192 0,1 1 192 0,0-3-192 0,0 2 0 15,-2-3 0-15,0 2 128 0,1-2-128 0,-2 1 0 16,0 0 0-16,0 0 0 0,-2-2 0 0,0 1 0 15,-2-1 0-15,-1 2 0 0,0-3 0 0,-1 3 0 16,-1-2 0-16,-1-1 0 0,-2 0 0 0,-2 1 0 0,0 0 0 16,-3-1 0-16,-1 1 0 0,-1 0 0 15,-1 1 128-15,-1 1-128 0,-2 1 0 0,0 3 0 0,-2 1 0 0,0 4 0 16,2 0 0-16,0 1 0 0,1 2 0 0,2 1 0 31,2-1-528-31,1 2 16 0,4-2 0 0,-1 2-17536 0</inkml:trace>
  <inkml:trace contextRef="#ctx0" brushRef="#br0" timeOffset="20782.77">8535 10071 5519 0,'0'0'496'0,"0"0"-496"15,0 0 0-15,0 0 0 16,0 0 1264-16,0 0 144 0,0 0 48 0,0 0 0 0,0-2 848 0,0 1 192 15,1 1 16-15,0-2 16 0,0 1-80 0,1 0-16 16,-1-1 0-16,1 0 0 0,1 1-752 0,-1-1-144 16,1 0-48-16,0 1 0 0,0-1-464 0,1 1-80 15,1 0-32-15,0-2 0 0,2 3-224 0,-1-2-48 0,-6 2-16 0,0 0 0 16,0 0-240-16,0 0-64 0,38 5 0 0,-38-5 0 16,0 0-144-16,0 0-48 0,0 0 0 0,0 0 0 15,37 12-128-15,-37-12 128 0,0 0-128 0,0 0 128 16,0 0-128-16,0 0 0 0,0 0 0 0,0 0 0 15,0 0 0-15,7 32 0 0,-11-26 0 0,-2 0 0 16,1-1 0-16,-1 0 0 0,0 0 0 0,-2 0 0 16,0 1 0-16,-1-1 0 0,-1 0-144 0,-2 2 144 15,0-2-304-15,-1 0 48 16,1 2 16-16,0-5 0 0,3 3-160 16,1-2-48-16,0 0 0 0,2-2 0 0,0 1 448 0,3-1-128 0,-1 1 128 0,2-2 0 0,1 0 0 0,1-2 0 15,1 2 0-15,1-1-128 0,2-1 128 0,0 1 0 16,2-2 0-16,1 0 0 0,1 1 128 0,2-1 48 15,-10 3 16-15,0 0 0 0,29-2 176 0,-29 2 32 16,0 0 16-16,31 1 0 0,-31-1-208 0,0 0-32 16,0 0-16-16,41 8 0 0,-41-8-160 0,0 0 128 15,0 0-128-15,0 0 128 0,0 0-128 0,36 21 0 16,-36-21 0-16,0 0 0 0,0 0 0 0,0 0 0 0,0 0 0 16,-3 18 0-16,-1-14 0 0,-3 1 0 0,0 0 0 0,-3-1 0 15,1 3 0-15,-1-2 0 16,-1 2 0-16,0 0 0 0,0-1 0 0,1-1 0 0,1 1-192 0,0-3 192 15,1 1-224-15,2-2 80 0,-1 1 16 0,3-1 0 32,0-1-320-32,2 1-48 0,0-2-16 0,1 0 0 0,1-2-528 0,1 1-112 15,0-1-32-15,2 0 0 0,1 1-1248 16,0-1-240-16,1-2-48 0,1 1-9888 0</inkml:trace>
  <inkml:trace contextRef="#ctx0" brushRef="#br0" timeOffset="21204.09">8695 10183 5631 0,'5'-3'128'0,"-2"2"16"0,0 0 16 0,-2-2 0 0,1 3-160 0,-1-2 0 15,0 2 0-15,2-3 0 0,1 0 2592 0,-1 0 480 16,1 0 112-16,-1-1 16 0,-1 3-1008 0,-1-1-192 16,0 2-32-16,-1-2-16 0,-1 2-1184 0,0 0-256 15,-1 0-32-15,1 0-16 0,-1 2-208 0,0-2-32 16,1 0-16-16,-1 0 0 0,2 0 272 0,-2 2 48 15,1-2 16-15,-1 0 0 0,1 0 224 0,0 0 32 0,0 0 16 0,1 0 0 16,-1 0 0-16,0 0 0 0,0 0 0 0,0 1 0 16,0 1-256-16,0 0-48 0,0 1-16 0,-1 0 0 15,1 0-32-15,-1 2 0 0,0 0 0 0,1 2 0 16,1-7-32-16,0 0-16 0,0 0 0 0,5 31 0 16,-5-31-144-16,0 0-16 0,0 0-16 0,0 0 0 15,31 33-240-15,-31-33 176 0,0 0-176 0,0 0 160 16,37 9 0-16,-37-9 0 0,0 0 0 0,29-3 0 15,-29 3-16-15,18-6 0 0,-9 2 0 0,0 0 0 0,-2 0-144 16,0-3 160-16,1 0-160 0,-1-2 160 0,0-1-160 16,-2 1 192-16,-1 2-192 0,0-3 192 0,-2 3-192 15,-2-2 0-15,0-1 144 0,-3 0-144 0,-1 1 0 0,-2 2 144 16,-3-2-144-16,-2 4 0 0,-3 0 128 0,-2 3-128 16,2 4 0-16,-2 0 0 0,1 1 0 0,1-1 0 15,0 3 0-15,1 2 0 0,0-2-128 0,2 2-48 16,2-2 0-16,1 2 0 15,4-2-816-15,0 2-160 0</inkml:trace>
  <inkml:trace contextRef="#ctx0" brushRef="#br0" timeOffset="25820.99">8231 9483 9119 0</inkml:trace>
  <inkml:trace contextRef="#ctx0" brushRef="#br0" timeOffset="28034.98">8374 10488 11055 0,'-2'0'976'16,"0"-1"-784"-16,1 1-192 0,0 0 0 0,0 0 1104 0,-1 1 176 16,-1-1 48-16,-2 0 0 15,-2 2 592-15,1-1 128 0,-1 2 32 0,2 2 0 16,-1-1-256-16,3 3-48 0,-1 2-16 0,0 0 0 0,2 4-352 16,0 3-80-16,0 5-16 0,0 1 0 0,0 2-432 0,0 4-96 0,-1-1-16 0,1 0 0 15,0 0-336-15,0-2-80 0,0-2-16 0,2-23 0 16,0 32-144-16,0-20-16 15,0-12-16-15,0 0 0 16,0 0-160-16,0 0 0 0,8 29 0 0,-6-29 0 0,0 0-400 16,-1-3-64-16,1 0-16 0,0-3 0 0,0-2-928 0,1-1-176 15,0-3-32-15,0 0-16 0,-1-4-992 0,0 1-192 0,-2-1-32 0,0-1-16 16,-1-2 112-16,-2 1 32 0,-1-2 0 0,-1 0 0 16,-1 2 1568-16,-1 2 304 0,1-3 64 0,0 4 16 0,0 1 944 0,2 3 192 15,1 4 32-15,-1-1 16 0,2 4 864 0,0-1 160 16,0 2 32-16,2 3 16 15,0 0 480-15,1 0 80 0,2 0 32 0,0 0 0 0,-3 0-224 0,0 0-64 16,0 0 0-16,0 0 0 0,35-3-560 0,-35 3-112 16,0 0-32-16,36-9 0 0,-36 9-256 0,27-8-64 31,-27 8-16-31,26-8 0 0,-26 8-208 0,0 0-32 0,31-2-16 0,-31 2 0 0,0 0-304 0,0 0-48 0,0 0-16 16,0 0 0-1,0 0-128-15,36 28 0 0,-35-21 0 0,-2 0 0 0,-1 3 128 0,-3-1-128 0,-1 1 0 0,-2 1 128 31,-1 1-128-31,-1-1 0 0,-1 0 144 0,0-2-144 16,-1 1 0-16,0-2 0 0,-1-1 0 0,1-1 0 16,1 1 0-16,1-2 0 0,3-3 0 0,1-2 0 15,2 1 0-15,3-2 0 0,1 0 0 0,1-2 0 16,3 0-880-16,1-2-80 0,2-2-32 0,2 0 0 16,2 0-1840-16,1 2-368 0,-12 5-80 0,23-9-8864 15</inkml:trace>
  <inkml:trace contextRef="#ctx0" brushRef="#br0" timeOffset="28807.97">8452 10621 5007 0,'0'0'0'0,"0"0"192"0,1 0-48 0,-1 0 32 0,2 0-176 0,0 0 0 16,1 0 0-16,1 0 0 0,-2 0 2320 0,1-2 432 16,0 1 96-16,0-2 16 0,-1 0 272 0,0 0 48 15,1-2 16-15,0 2 0 0,1-1-752 0,-2-1-144 16,3 1-16-16,0-1-16 0,0 0-1008 0,1 1-208 16,-1 1-32-16,2 1-16 0,-3 2-560 0,-4 0-128 15,0 0 0-15,0 0-16 0,0 0-112 0,0 0-32 16,0 0 0-16,36 29 0 0,-36-29-160 0,0 0 0 15,10 29 144-15,-10-29-144 0,0 0 0 0,7 29 0 16,-7-29 0-16,0 0 128 0,2 26-128 0,-3-18 0 0,1-1 0 0,-2 0 0 16,2 0 0-16,-2-2 0 0,0-1 0 0,0-1 0 15,0-1 0-15,-1-1 0 0,1 1 0 0,-1-1 0 16,-1-1 0-16,0-1 0 0,1 1 0 0,-1-3 0 16,0 1 0-16,1-1 0 0,1-1 0 0,1-3 0 15,0 0 0-15,0-3 0 0,2 1 0 0,1 0 0 16,-1 1 0-16,3-2 0 0,2 1 0 0,0-2 0 15,3 1 0-15,-1 0 0 0,1 1 0 0,0-1 0 16,1 1 0-16,0 0 144 0,1 1-144 0,-1-1 0 0,0 1 128 16,0 2-128-16,-1 1 0 0,-1 0 0 0,-8 5 0 15,0 0 0-15,0 0 0 0,0 0 0 16,36 0-432-16,-36 0-144 0,0 0-16 0,0 0-16 16,0 0-1616-16,0 0-320 0,0 0-64 0,21 36-16 15,-21-36-1024-15,0 0-224 0,2 19-32 0,-3-14-16 16,0-1 528-16,-1 1 128 0,1-2 0 0,0-1 16 15,0 0 2048-15,0-2 416 0,1 0 80 0,-1 0 0 0,1-2 1872 0,0 2 368 16,0-3 80-16,0 1 16 0,0-1 944 0,0 1 192 16,0 1 48-16,0 0 0 0,0-1-192 0,1 2-16 15,-1 0-16-15,1 2 0 0,0-1-416 0,1 0-64 16,-2-1-32-16,0 0 0 0,0 0-864 0,0 0-192 0,0 0-16 0,0 0-16 16,0 0-560-16,0 0-112 0,44 12-32 15,-44-12 0-15,0 0-32 0,24-7 0 0,-16 2 0 0,1 0 0 16,-1 0-32-16,-1-1-16 0,0-2 0 0,0 2 0 15,0-2-208-15,-2 1 176 0,1 0-176 0,-2-2 160 16,1 1-160-16,-2 1 0 0,-1 0 0 0,-1 0 0 16,-1 0 0-16,-1 2 0 0,-2 1 0 0,-1-2 0 15,0 0 0-15,-2 1 0 0,0 2 0 0,-1 0 0 16,0 2 0-16,-1 1 0 0,1 0 0 0,-1 1 0 16,1 0 0-16,0 2 0 0,-1 1 0 0,2 1 0 15,-1-3 0-15,1 4 0 0,0 0 0 0,1 1 0 0,1 0 0 0,-1 3 0 16,1 0 0-16,1 1 128 15,0-1 32-15,1 1 0 0,-1 4 0 0,1-3 0 0,2 2-32 0,-1-2-128 16,1-12 192-16,0 0-64 0,6 34-128 0,-6-34 192 16,0 0-192-16,0 0 192 0,0 0-192 0,0 0 128 15,32 27-128-15,-32-27 128 0,0 0-128 0,23-7 0 16,-14 0 0-16,0 0 0 0,1-2 0 0,0-1-192 16,1 0 32-16,-1 1 16 15,0 2-2000-15,1-2-400 0</inkml:trace>
  <inkml:trace contextRef="#ctx0" brushRef="#br0" timeOffset="29170.12">9017 10505 17503 0,'-2'-2'768'0,"1"1"176"0,1-1-752 0,-1 1-192 0,1 0 0 0,-1 1 0 16,0 0 2480-16,-1-2 464 0,-2 0 80 0,0 1 32 16,-2-1-736-16,-1 2-144 15,1-1-16-15,0 2-16 0,0 1-1136 0,-1 1-240 0,1 1-32 0,-1 3-16 16,1-2-416-16,-1 3-96 0,2 0-16 0,-1 1 0 15,2 0-192-15,-1-1 0 0,0 2 128 0,2-3-128 16,1 0 0-16,1-1 0 0,2 0 0 0,0-3 0 16,1 1 0-16,0-1 0 0,-2-3 0 0,0 0 0 15,0 0 0-15,0 0 144 0,0 0-144 0,0 0 128 0,39 5 0 0,-39-5-128 16,0 0 192-16,0 0-64 0,37-1-128 0,-37 1 0 16,0 0 144-16,0 0-144 0,0 0 0 0,36 8 0 15,-36-8 0-15,0 0 0 0,0 0 0 0,0 0 0 16,0 0 0-16,0 0 0 0,0 0 0 0,7 30 0 15,-11-22 0-15,-1-2 0 0,-1 2 0 0,0-3 0 16,-2 4 0-16,-1-2 128 0,0-1-128 0,-1 0 0 16,0-1 0-16,1-1 0 15,1-1 0-15,0-1 0 0,3-2 0 0,1 0 0 0,0-2 0 0,2 0-128 0,2-1 128 16,0-2 0 0,0 0-784-16,3 1-80 0,1-3-16 0,0 2-10512 0,1-2-2112 0</inkml:trace>
  <inkml:trace contextRef="#ctx0" brushRef="#br0" timeOffset="29568.21">9116 10566 8287 0,'0'0'368'0,"0"0"80"0,15-6-448 0,-12 3 0 0,-1 3 0 0,0-2 0 15,0 1 2352-15,0 1 384 0,2-3 80 0,1 0 0 16,-1 0-16-16,1-1-16 0,-2 1 0 0,-1 2 0 16,0 0-880-16,-2-2-176 0,0 1-48 0,-1-1 0 15,1 1-832-15,-1 0-160 0,0 0-48 0,-1-1 0 0,0 1-208 0,-1-1-48 16,0 3-16-16,0-2 0 0,-2 4 0 0,0-2 0 31,-1 3 0-31,0-1 0 0,-1 3-176 0,1-3-48 0,0 3 0 0,-1-2 0 0,3 1 48 0,0 1 0 31,1 0 0-31,1-2 0 0,0 0 16 0,1 0 16 0,1 0 0 0,1-1 0 0,0 0-224 16,-1-2 144 0,0 0-144-16,0 0 128 0,0 0-128 0,0 0 128 0,0 0-128 0,37 14 128 15,-37-14-128-15,0 0 160 0,0 0-160 0,0 0 160 0,36 17-160 0,-36-17 0 16,0 0 0-1,0 0 128-15,0 0-128 0,0 0 0 0,32 29 0 0,-32-29 0 16,0 0 0-16,0 0 0 0,0 0 0 0,7 29 0 16,-8-22 0-16,-1-1 0 0,-2 2 0 0,1-2 0 15,-3 2 0-15,0-2 0 0,-3 2 0 0,-1-3 0 16,-2 2 0-16,0-1 0 0,0-2 0 0,0 0 0 16,1-3 0-16,0-1 0 0,3-1 0 0,1 1 0 15,2-3-144-15,0 1 144 0,3-1-192 0,1-1 192 16,3-1-800-16,0-2-48 15,2 2-16-15,3-4-11040 0,1 0-2224 0</inkml:trace>
  <inkml:trace contextRef="#ctx0" brushRef="#br0" timeOffset="30043.11">9290 10537 20271 0,'2'-1'896'0,"-2"1"192"0,1-2-880 0,-1 2-208 15,0 0 0-15,0 0 0 0,-1-1 2176 0,1 1 400 16,-1 0 80-16,-1-2 16 0,0 0-544 0,0 2-96 0,1-1-32 15,-1 1 0-15,2 0-1168 0,-2 0-224 0,1 0-48 0,1 1-16 16,-1 1-304-16,2 0-64 0,0 1-16 0,0-1 0 16,-1 3-32-16,0-5-128 0,0 0 192 0,0 0-64 15,7 28-128-15,-7-28 128 0,0 0-128 0,9 31 128 16,-9-31-128-16,0 0 128 0,10 31-128 0,-10-31 128 16,0 0 0-16,0 0 0 0,0 0 0 0,0 0 0 15,0 0-128-15,32 24 0 0,-26-27 144 0,-1-1-144 16,2-1 0-16,-2 0 128 0,2-2-128 0,-2 1 0 15,1-2 0-15,0-1 0 0,0 0 0 0,0-2 128 0,1 0-128 16,-2 1 0-16,1-1 0 0,0 1 0 0,-1-2 0 0,-1 2 0 16,1-2 0-16,-3 1 0 0,1 4 0 0,-2-2 0 15,0 1 0-15,-2 1 0 0,0 2 0 0,-1 3 0 16,1 1 0-16,-1 2-128 0,-1 3 128 0,0 0 0 16,0 2 0-16,0-1 0 0,2 1 0 0,-2 3 0 15,1 0 0-15,0 2 0 0,1 1 0 0,0-2 0 16,1-10 0-16,0 25 0 0,0-25 160 0,0 27-32 15,0-27-128-15,0 0 192 0,5 34 48 0,-5-34 0 16,0 0 0-16,0 0 0 0,0 0-240 0,0 0 144 16,0 0-144-16,0 0 128 0,40 12-128 0,-40-12 0 0,0 0 0 0,18-11 0 15,-12 7 0-15,-2-4 0 0,2 4 0 0,0-4 0 32,-2 1-592-32,0 0-48 0,1 0-16 0,-2 0-17648 0</inkml:trace>
  <inkml:trace contextRef="#ctx0" brushRef="#br0" timeOffset="30406.45">9534 10515 8287 0,'-2'-1'368'0,"1"1"80"0,0-2-448 0,1 2 0 0,0 0 0 0,0-2 0 15,0 2 2880-15,0-3 512 0,1-2 80 0,1 1 32 16,1-1-336-16,0-2-64 0,1 0-16 0,1 1 0 16,0 0-1392-16,2 1-288 0,-1 1-48 0,1 1-16 0,-7 3-624 0,0 0-128 15,0 0-16-15,0 0-16 0,37 6-272 0,-37-6-48 16,0 0-16-16,0 0 0 0,24 32-224 15,-24-32 0-15,0 0 0 0,13 40 0 0,-13-40 0 0,5 29 0 16,-5-29 0-16,1 30 0 0,-1-30 0 0,-3 30 0 16,1-17 0-16,-1-3 0 0,0-2 0 0,1-1 0 15,-1-1 0-15,0-4 0 0,1-1 0 0,0-2 128 16,2-2-128-16,-1-3 0 0,2-1 304 0,0-5 16 16,2 0 0-16,-1-2 0 0,2 0-96 0,-2-5-16 15,2 2 0-15,0-2 0 0,1 0-208 0,0 0 128 0,1 0-128 16,0 0 0-1,0 5 0-15,0 0 128 0,2-1-128 0,1 4 0 16,-1 4 0-16,0-1 0 0,-8 8 0 0,0 0 0 0,0 0-160 0,0 0-32 0,0 0 0 0,0 0 0 31,37 22-1744-15,-37-22-368-16,0 0-64 0,6 29-13552 0</inkml:trace>
  <inkml:trace contextRef="#ctx0" brushRef="#br0" timeOffset="30673.38">9780 10552 13695 0,'0'0'304'0,"0"0"64"0,0 0 16 0,0 0 0 16,0 0-384-16,0 0 0 15,0 0 0-15,0 0 0 0,0 0 4128 0,0 0 752 0,0 0 160 0,41 10 16 16,-41-10-2304-16,0 0-480 0,0 0-96 0,33 0 0 0,-33 0-1424 0,0 0-288 16,26-5-48-16,-26 5-16 0,0 0-240 0,24-7-160 15,-24 7 192-15,16-10-192 0,-10 6 144 0,0-1-144 16,0-1 0-16,-1 0 144 0,-1-1-144 0,0 0 0 16,-2 0 0-16,-1 0 128 0,-1 0-128 0,-2 0 0 15,-2 2 0-15,-1-3 0 0,-1 4 0 0,-2-3 0 16,-2 2 0-16,-2 3 0 0,-2-1 0 0,-2 1 0 15,-1 2 0-15,3 0 0 0,2 2 0 0,2 1 0 16,3 2 0-16,1 2 0 0,2 2 0 0,2 0 0 0,0 1 176 16,2-10-176-1,0 24 208-15,0-24-48 0,4 30-16 0,-4-30 0 0,9 34 0 0,-9-34 0 0,0 0 0 0,28 35 0 32,-28-35 16-32,0 0 0 0,43 15 0 0,-43-15 0 0,34 0-160 0</inkml:trace>
  <inkml:trace contextRef="#ctx0" brushRef="#br0" timeOffset="34337.48">482 4874 9215 0,'-1'-2'816'0,"0"-1"-656"0,1 3-160 0,0 0 0 16,0 0 976-16,-1 0 176 0,1-2 16 0,-1 0 16 15,-1-1 752-15,1 3 160 16,-1-2 16-16,0 0 16 0,1 1-432 0,-1 1-96 15,1-2 0-15,0 2-16 0,0 0-304 0,1 0-48 0,-1 0-16 0,1 0 0 16,0 0-512-16,0 2-128 0,0-2 0 0,0 0-16 16,1 1-336-16,0-1-64 0,-1 0-16 0,0 0 0 15,2-1-16-15,-1 1-128 0,2 0 192 0,-1-2-64 16,1 2 432-16,-1-2 80 0,1 1 0 0,1-1 16 16,1 2-208-16,-2 0-32 0,2-1-16 0,0 1 0 0,-1 0-144 0,2 0-48 15,0 0 0-15,0 1 0 0,-2-1-208 0,1 0 0 16,0 2 0-16,-1-2 0 0,0 0 0 0,0 0 0 15,-1 0-160-15,-1-2 160 0,0 2 0 16,-2-1-128-16,0 0 128 0,-1-1 0 0,-1 2-336 0,-1-2 16 16,-2 1 0-16,0 1 0 0,0 0 32 0,-2 0 16 15,0 0 0-15,0 3 0 0,-1-3 272 0,0 2-160 16,0 0 160-16,0 0-128 0,1-1 128 16,-1 1-128-16,1 1 128 0,-1-1-128 0,1 0 128 0,0 0 0 15,2-1 0-15,-1 1 0 0,3 0 0 0,0-2 0 16,1 1 0-16,1 1 0 0,1-2 0 0,1 0 128 15,2 0-128-15,0 0 0 0,1 0 128 0,1-2-128 0,0 1 160 16,1-1-160-16,0 0 528 0,2 1 16 0,-1-1 0 0,2 0 0 16,-1 2-192-16,0-2-32 0,3 1-16 0,-1 1 0 15,-10 0-160-15,0 0-16 0,0 0-128 0,40 1 192 16,-40-1-192-16,0 0 0 0,0 0 0 0,0 0 0 16,45 12 0-16,-40-8 0 0,-3-3 0 0,0 0 0 15,-1 1 0-15,0-2 0 0,-2 1 0 16,0-1 0-16,0-1 0 0,0-1-128 0,0 0 128 0</inkml:trace>
  <inkml:trace contextRef="#ctx0" brushRef="#br0" timeOffset="34976.04">230 4834 911 0,'-4'-11'0'0,"2"3"0"0,2 1 0 0,0 2 0 0,0 0 2896 0,0 5 496 16,0-2 112-16,0-3 16 0,1-2-736 0,-1-3-144 15,0 1-16-15,0 2-16 0,0 2-752 0,0 2-128 16,-1 1-48-16,0 4 0 0,0 3-576 0,-1 0-112 16,0 2-32-16,0 2 0 0,0 1-560 0,-1 2-112 15,2 0-32-15,-1 0 0 0,0 2-128 0,-1-2-128 16,1-3 144-16,0 3-144 0,1 1 272 0,-2 5-32 16,1-1-16-16,-1 2 0 0,1 2 96 0,0-4 32 15,1-1 0-15,-1-2 0 0,2-3-352 0,1-2 0 0,0 0 0 0,2-4 128 16,1-2-128-16,0-3 0 0,-2-1 0 0,1-4-128 31,0 0-976-31,1-2-192 0,-1-2-48 0,2-3 0 0,1-1-1088 16,-2-2-208-16,2-4-48 0,-2 0-16 0,-2 0 1920 0,0 3 384 0,0-1 80 0,-2 0 0 15,-1 0 1248-15,-1 3 240 0,-1 0 48 0,0 2 16 16,-2 0-144-16,0 5-16 0,0 0-16 0,0 2 0 16,1 0-160-16,-1 3-48 0,2 2 0 0,0 0 0 0,1 2-208 15,-1 3-64-15,0 0 0 0,1 2 0 0,1 2-192 0,0 2-32 16,0 0-16-16,1 4 0 0,0 1-160 0,0 3-48 15,0-5 0-15,0 2 0 0,1 1-128 0,0 2 0 16,1-2 0-16</inkml:trace>
  <inkml:trace contextRef="#ctx0" brushRef="#br0" timeOffset="37013.89">540 7230 7295 0,'0'0'640'15,"0"-2"-512"1,0 2-128-16,0 0 0 0,0 0 0 0,0 0 0 0,1 0 0 0,-1 0 0 15,0 0 0-15,0-1 0 0,0 1 128 0,0 0 96 16,0 0 32-16,0 0 0 0,-1-1 192 0,1 1 64 16,-1 0 0-16,1 0 0 0,-1 0 32 0,1-2 0 15,0 2 0-15,0 0 0 0,0 0 384 0,0 0 80 16,0 0 16-16,-1 0 0 0,1 0 256 0,0 0 64 16,0 0 0-16,1 0 0 0,0 0-448 0,-1-2-64 15,1 2-32-15,0-1 16 0,-1-1-176 0,1 2-48 0,0-3 0 0,-1 3 16 16,0-2-160-16,1 0-16 0,0 2-16 0,0-3 0 15,0 3-64-15,0-2-16 0,1 2 0 0,-1-2 16 16,1 1 32-16,-1 1 0 0,1-2 0 0,-2 2 0 16,1 0-176-16,1 0-16 0,-1 0-16 0,1 2 16 15,-1-2-192-15,0 1 0 0,1 1 0 0,-1-2-176 16,1 2 176-16,-2-2 0 0,2 0 0 0,0 0 0 16,-1 0 0-16,1 0 0 0,-1 0 0 0,1 0 0 15,-1 0 0-15,-1-2 0 0,1 2 0 0,-1-2 0 0,0 1 0 0,0 1 0 16,-1-2 0-16,0 1 0 0,0 0 0 0,-1-1 0 15,-1-1 0-15,0 1 0 0,0 1 0 0,-1-2 0 16,0 2 0-16,1-1 0 16,-1-1 0-16,0 1 0 0,-1-1 128 0,1 1-128 15,-2 0 352-15,2 0 0 0,-1 1 0 0,1-1 0 0,1 2 96 0,1-2 0 16,0 4 16-16,-1-2 0 0,1 0-80 0,1 2-32 16,0-1 0-16,1 1 0 0,1-2-176 0,0 1-48 15,1 0 0-15,0-1 0 0,0 2 48 0,1-2 0 16,0 1 0-16,1-1 0 0,1 2 80 0,-1-2 0 0,1 0 16 15,0 0 0-15,1-2 0 0,0 2 0 0,0-1 0 0,2-1 0 16,-2 2-32-16,0-2-16 0,-1 0 0 0,1 1 0 16,-3-1-224-16,1 2 176 0,0-3-176 0,-1 3 160 15,-2-2-160-15,0 2 0 0,1 0 0 0,-2 0 0 16,0 0 0-16,0 0 0 0,-2 0 0 0,1 2 0 16,-2-2 0-16,-1 0 0 0,0 3 0 0,0-3 0 15,0 2 0-15,-1-1 0 0,0 1 0 0,-1-1 0 16,1 0 0-16,0-1 0 0,0 0 0 0,2 2 0 0,-2-2 0 15,0-2 0-15,2 2 0 0,0 0 0 16,0 0 0-16,0 0 0 0,1 0 0 0,0 0 0 16,1 0 0-16,0 0 0 0,0 0 0 0,1 0 0 0,0 0 0 0,0 0 0 15,2 0 0-15,-1 0 0 0,1 2 0 0,0-2 0 16,2 0 128-16,0 0-128 0,-1 1 128 0,1-1 0 16,1 0 0-16,0 2 0 0,1-2 32 0,0 0 0 15,1 0 0-15,-1 0 0 0,0 0-160 0,0 0 128 16,-2 2-128-16,1-2 128 15,-1 0-128-15,-2 0 0 0,-1 0 144 0,0 0-144 0,0 0 0 0,-1 0 0 16,-1 0 0-16,0 1 0 0,0-1 0 16,-1 0 0-16,-2 2 0 0,-2-2 0 0,1 2 0 0,-3 0 0 15,-1 0 0-15,-2 1 0 0,-1 0 0 0,-2 1 0 16,0 1 0-16,0-2-128 16,1 1-336-16,1-2-64 0,3-1-16 0,0-1 0 0,2 0 336 0,1-1 64 0,2 1 16 0,1-2 0 15,1 0 128-15,2-1 176 16,2 1-48-16,1-3 0 0,1 3 384 0,-1-3 64 0,3 2 0 0,-2 0 16 15,2 0-272-15,0 1-64 0,0-1-16 0,1 1 0 16,2-1-112-16,0 2-128 0,-1 0 176 0,2 1-176 16,-1-3 0-16,-9 3 0 0,0 0 0 0</inkml:trace>
  <inkml:trace contextRef="#ctx0" brushRef="#br0" timeOffset="38726.82">188 7148 11055 0,'0'-3'976'0,"0"-2"-784"0,0 3-192 0,0 2 0 15,0-1 1616-15,-1 0 288 16,0-2 48-16,0-1 16 0,0-1 160 0,-3-2 48 0,0 0 0 0,0 2 0 15,-1 0-768-15,-2 3-128 0,0-2-48 0,1 3 0 16,0-1-432-16,-1 2-96 0,1 2 0 0,-1 1-16 16,-1 0-240-16,2 1-64 0,0 3 0 0,1-2 0 0,2 4-256 0,0 1-128 31,1 4 128-31,1 0-128 0,1 2 0 0,1 4 0 0,2-1 0 0,0 2 0 16,0-3 0-16,1 2 0 0,-1-4 0 0,2-1 0 0,-5-15 0 0,0 0 0 15,16 34 0-15,-16-34 0 0,0 0 0 0,0 0-144 16,0 0 144-16,0 0 0 0,0 0-128 0,39-11 128 15,-32-1 0-15,-2-2 0 0,3 1 0 0,-3 0 0 16,0 0 0 0,-2 2 0-16,-1 0 0 0,1-1 0 0,-1 0 0 0,0-2 0 0,-1 1 0 0,-1-3 0 15,-2 4 0-15,0-2 0 0,1 4 0 0,-3-2 0 16,0-2 0 0,-1 2 0-16,1 1 0 0,-1 1 128 0,0 3-128 0,2 0 0 0,-1 2 0 0,0 1 0 0,1 1 0 0,0 1 0 31,0 2 0-31,0 0 0 0,-1 2 0 0,3 1 0 15,-1 1 0-15,0 1 0 0,1 2 0 0,1 0-160 16,1 1-192-16,1 1-32 0,1 0-16 0</inkml:trace>
  <inkml:trace contextRef="#ctx0" brushRef="#br0" timeOffset="38927.97">271 7250 14735 0,'-1'0'1312'16,"0"0"-1056"-16,0 0-256 0,1 2 0 0,-1-2 1376 0,0 1 224 16,-1 0 32-16,0 4 16 0,-1 0 64 0,-2 2 16 15,1 2 0-15,2-1 0 0,0 1-1040 0,0-2-208 16,2 3-32-16,1-4-16 0,1 0-432 0,0-2 0 16,3 1 0-16</inkml:trace>
  <inkml:trace contextRef="#ctx0" brushRef="#br0" timeOffset="39264.67">366 7043 16575 0,'-6'-2'736'0,"1"2"160"15,2 0-720-15,1 2-176 0,-1-2 0 0,1 1 0 0,0 1 1088 0,-2 0 176 0,-1 5 32 0,-3-1 16 16,0 2-224-16,-1 2-64 0,1-1 0 0,2 2 0 0,0 0-448 0,3-1-80 15,0-1-32-15,1 0 0 0,2 1-64 16,1-1-16-16,1 0 0 0,1-1 0 16,1-1 112-16,-4-7 16 0,0 0 0 0,0 0 0 0,0 0-304 0,0 0-48 15,44 28-16-15,-44-28 0 0,0 0-144 0,0 0 160 16,0 0-160-16,0 0 160 0,42 24-160 0,-36-19 192 16,-6-5-192-16,0 0 192 0,0 0-192 0,13 28 0 15,-13-18 0-15,-1-1 128 0,-3 0-128 0,1 0 0 16,-2 2 0-16,-1-2 128 0,0 0 0 0,-1-1-128 15,0-1 192-15,-1 0-64 0,-2-2-128 0,-1 2 128 0,-1-3-128 16,1 1 128-16,-1-2-128 0,2-1 0 16,0-2 0-16,1-2 0 15,1-1-464-15,2-2-128 0,1-1-32 0</inkml:trace>
  <inkml:trace contextRef="#ctx0" brushRef="#br0" timeOffset="39433.49">282 7067 15663 0,'1'-6'688'0,"0"3"144"15,0-2-656-15,-1 3-176 0,1 1 0 0,-1 1 0 16,1-2 2240-16,-1 1 432 0,2 0 80 0,1-2 0 0,1-1-192 0,0 1-32 16,3 1-16-16,-1-2 0 0,3 3-1232 0,-2-3-240 15,3 2-48-15,-10 2-16 16,0 0-688-16,0 0-144 0,35-3-16 0,-35 3-128 16,0 0-288-16,0 0-160 0,40 2-48 0</inkml:trace>
  <inkml:trace contextRef="#ctx0" brushRef="#br0" timeOffset="40746.14">540 8526 9407 0,'-1'-1'832'15,"1"-1"-656"1,0 0-176-16,-1 2 0 0,1 0-160 0,0 0 160 16,-1-1 0-16,0-1-144 0,-1 1 144 0,0 0 0 0,1-1 640 0,0 1 208 15,0 1 48-15,0 0 32 0,0 0 464 16,-1 1 80-16,1-1 32 0,0 0 32 0,0 0-512 0,-1 0-96 15,1 0-32-15,0-1 48 0,0 1-96 0,1-2-16 16,-1 0 0-16,1 1 48 0,-1-1 192 0,1 0 32 16,0 2 16-16,0-2 32 0,0 2-80 0,0 0-32 15,0 0 0-15,1 0 48 0,-1 0-208 0,1 0-48 16,0 0 0-16,1 2 32 0,0-1-320 0,0 0-64 16,0 1-16-16,0-2 48 0,0 1-320 0,-1-1-48 15,2 0-16-15,0 0 48 0,1-1-176 0,0-1 0 16,1 1 0-16,0-2 0 0,-1 0 128 0,2 0-128 15,0 0 128-15,0 0-128 0,-1-2 0 0,-1 2 0 0,-1 1 0 0,0 0 0 16,-2-1 0-16,0 3-128 0,-1-2 128 0,-1 2 0 16,1 2 0-16,-1-2 0 0,0 1 0 0,-1 1-128 15,1 2 128-15,-2-1-208 0,-1 2 80 0,0-1 128 16,-3 1-464 0,2 0 16-16,-2-1 16 0,1 1 0 0,-1-1 48 0,1-1 0 0,0 2 0 0,0-2 0 15,0-1 256-15,2 0 128 0,0-2-128 0,0 2 128 16,2-2 0-16,0 0 0 0,-1 0 0 0,2 0 0 0,0 0 0 0,0 0 0 15,0 0 0-15,1 0 128 16,0 1-128-16,1-1 0 0,1 2 128 0,0-2-128 0,0 0 320 0,0 0-16 16,1 0 0-16,1-2 0 0,0 1 224 15,0-1 48-15,2 2 16 0,-3-1 0 16,3 0-240-16,-1 1-48 0,-1-2-16 0,2 0 0 0,-2 1-160 0,-1-1-128 16,1 2 192-16,0-2-192 0,-2 2 144 0,0 0-144 15,0 0 0-15,-1 0 144 0,-1 0-144 0,-1 0 0 16,0 0 0-16,-1 2 0 0,0 0 0 0,-2-1 0 15,0 1 0-15,0 1 0 0,-1-2 0 0,1 4 0 16,0-3 0-16,1 1 0 0,0-2-272 0,1 0-48 16,1-1 0-16</inkml:trace>
  <inkml:trace contextRef="#ctx1" brushRef="#br0">4703 10604 0,'0'0'0,"0"0"0,0 0 16,0 0-1,0 0 1,0 0-1,0 0 17,0 0-32,0 0 15,0 0 1,0 0 0,0 0-1,0 0 1,0 0 15,0 0-31,0 0 16,0 0-1,0 0 1,0 0 0,0 0-1,0 0-15,0 0 16,0 0-1,0 0 1,0 0 15,0 0-15,0 0 0,0 0-1,0 0 1,0 0-1,0 0 1,0 0 0,0 0-1,0 0 1,0 0 0,0 0-1,0 0-15,0 0 0,0 0 31,0 0-31</inkml:trace>
  <inkml:trace contextRef="#ctx0" brushRef="#br0" timeOffset="42874.17">116 8505 5519 0,'-2'-1'496'0,"0"1"-496"16,1-2 0-16,0 2 0 15,0 0 1504-15,0-2 208 0,-2-1 32 0,-3 0 16 0,1-1 304 0,-1-1 64 16,1 0 16-16,-1 0 0 0,1 1-544 0,2 1-96 16,-1 1-32-16,0 0 0 0,0 2-384 0,2 0-96 0,-1 0-16 0,0 2 0 15,1 0-352-15,0 3-80 16,1 1-16-16,0 0 0 0,-1 2-240 0,1 1-48 0,1 2-16 0,0 1 0 16,0 0-96-16,1 0-128 15,0 2 176-15,1 0-176 0,-1 1 0 0,1-1 0 0,0-2 0 0,2 0 0 16,0 2 0-16,0-2 0 0,1-3 0 0,-5-9 0 15,0 0 0-15,0 0 0 0,0 0 0 0,0 0 0 16,37 26 0-16,-31-28 0 0,0-1 0 0,0-1-144 16,0-4 496-16,1-1 96 0,0-2 32 0,0-2 0 15,2-3 32-15,-3-1 0 0,0-1 0 0,-2 0 0 16,0 2-368-16,0-1-144 0,-2 1 128 0,-2-1-128 0,1 3 208 16,-3 0-32-16,-2 0-16 0,-1 0 0 15,1 2-160-15,-3 2 128 0,-1 0-128 0,-1 3 128 0,1 2 16 0,0 2 0 16,0 0 0-16,1 1 0 15,1 1 96-15,1 1 16 0,0 0 0 0,3 0 0 16,2 1-128-16,-1 1-128 0,0 1 176 0,1 0-176 16,1 2 0-16,0-1 0 0,1 0 0 0,3 1 0 15,0 0-816-15,-25-2-112 0</inkml:trace>
  <inkml:trace contextRef="#ctx0" brushRef="#br0" timeOffset="43094.41">238 8582 15663 0,'-3'0'688'0,"1"0"144"0,1 0-656 0,0 0-176 0,0 2 0 0,1-2 0 16,0 1 1152-16,-1 3 208 0,1-1 48 0,-1 3 0 31,1 2-448-31,0 1-96 0,1-1-16 0,1 3 0 0,0 1-336 0,1 0-80 0,-1 0-16 0,-2-12 0 16,0 0-256-16,14 27-160 0,-14-27 192 0</inkml:trace>
  <inkml:trace contextRef="#ctx0" brushRef="#br0" timeOffset="43475.08">285 8404 20895 0,'-4'-2'448'0,"2"2"112"0,0 0 16 0,1 0 16 0,1-2-464 15,0 2-128-15,0 0 0 0,0 0 0 0,0 0 1968 0,0-3 368 0,2 1 80 0,0-1 16 16,0 1-1616-16,1 0-320 0,-1-1-64 16,2-1-16-16,0 3-32 0,0-1 0 0,-1 2 0 0,1 0 0 15,0 2 96-15,-1 1 16 0,0 2 0 0,0 2 0 16,0 1-256-16,-2 1-48 0,0 2-16 0,-1 1 0 15,-1 2-176-15,-1-2 0 0,0 0 0 0,-1 0 0 16,0 0-192-16,-1-1 48 0,0-1 0 0,0 0 0 16,0-1 144-16,-1 0-192 0,0-1 192 0,2 1-192 15,-1-2 192-15,0 0 0 0,3 0 0 0,-2-2 0 0,2 0 0 16,0-1 0-16,1 0 0 0,0 0 0 0,3-2 0 0,-1 0 0 16,0 1 0-16,2-3 128 0,1-2 208 0,-1 1 48 15,3-1 16-15,0-2 0 0,0 1 48 0,-1-2 0 16,2 1 0-16,-1-3 0 0,0 2-448 0,0-2 0 15,-1 2 0-15,0-4 0 16,-1 4-1520-16,0-3-384 0</inkml:trace>
  <inkml:trace contextRef="#ctx0" brushRef="#br0" timeOffset="43826.93">399 8308 17503 0,'-5'-4'768'0,"2"2"176"0,2 1-752 0,-1 0-192 15,2 1 0-15,0-2 0 0,-1 2 1760 0,0 0 320 0,-2 0 64 0,0 0 16 16,1 0 16-16,-1 2 16 0,0 0 0 0,0 0 0 16,0 3-1168-16,1 0-256 0,2 2-32 0,-2 1-16 15,1 1-432-15,0 0-96 0,0 1 0 0,1-1-16 16,0 3 128-16,1 0 16 0,1-2 16 0,0 1 0 16,1-1-112-16,-3-10-32 0,0 0 0 0,0 0 0 15,19 33-192-15,-19-33 0 0,0 0 0 0,0 0 0 16,0 0 0-16,26 29 0 0,-26-29 0 0,0 0 0 0,0 0 0 0,13 28 0 15,-12-21 128-15,0 1-128 0,-1 1 160 0,-1 2-16 16,-1-1 0-16,0 2 0 0,0 0-144 0,-2 2 0 16,1 0 144-16,-1-2-144 0,0 1 0 0,0 0 0 15,-2 1 0-15,1-2 0 0,0 2 0 0,-1-2 0 16,4-1 0-16,-1-3 128 0,0 1-128 0,1-3 0 16,0 0 0-16,0-3 0 0,1-1 0 0,-1-1 0 15,1-1 0-15,0-1 0 0,0-4-320 0,0 1-48 16,-1-1 0-16,0-2 0 15,1-3-1808-15,0 1-384 0</inkml:trace>
  <inkml:trace contextRef="#ctx0" brushRef="#br0" timeOffset="44014.8">337 8369 4607 0,'0'-5'400'0,"0"0"-400"0,1 1 0 0,0 1 0 15,-1 1 3024-15,1-1 528 0,0-1 96 0,1-1 32 16,1-3-416-16,1-1-96 0,0-3-16 0,2 1 0 15,0 0-1216-15,2 0-240 0,0 4-48 0,0 1-16 16,3 1-864-16,-1 2-160 0,-10 3-32 0,0 0-16 16,34-5-560-16,-34 5 0 0,0 0-160 0</inkml:trace>
  <inkml:trace contextRef="#ctx0" brushRef="#br0" timeOffset="50761.38">2785 9834 7519 0,'-2'-2'672'0,"1"2"-544"0,0-2-128 0,0 1 0 15,0 1 0-15,1 0 0 0,0 0 576 0,0 0 224 16,-1 0 32-16,-1 0 16 0,0 0 496 0,0 1 80 15,0 1 32-15,0-2 32 0,1 0-64 0,0 2-16 16,1-2 0-16,-1 0 48 0,0 0-416 0,1 0-80 0,0 1 0 0,0 0 16 16,1 1-592-16,-1-2-112 0,1 0-16 0,0 0-7600 15,2 0-1504-15</inkml:trace>
  <inkml:trace contextRef="#ctx0" brushRef="#br0" timeOffset="62800.2">531 4888 2751 0,'0'-1'256'15,"0"0"-256"-15,-1 1 0 0,1 0 0 16,0 0 816-16,0 0 112 0,0-2 32 0,0 0 0 16,-1 1 256-16,1-2 48 15,-1 1 16-15,1 1 0 0,0 0-256 0,0 1-64 0,0-2 0 0,0 2 0 16,0 0-16-16,0-2-16 0,1 2 0 0,0-1 0 0,-1 1-128 0,0 0-32 16,2 0 0-16,-1 0 0 15,-1 0-288-15,1-2-64 16,1 2-16-16,-2 0 0 0,1 0-208 0,0 0-32 0,1 0-16 0,0-2 0 15,-1 2 128-15,-1-1 32 0,1 1 0 0,0 0 0 0,0 0 16 0,0-2 0 16,0 2 0 0,0 2 0-16,0-2-64 0,1 0-16 0,-1 0 0 0,0 0 0 0,0 1 96 0,0 1 32 15,0 1 0-15,2 1 0 16,-1-2-96-16,0 3-16 0,0 0 0 0,1 0 0 0,-2 2-256 0,2-4 0 0,-1 0 128 0,-1 0-128 16,1 0 0-16,-1-1 128 0,1 0-128 0,0 3 0 15,0-3 0-15,0 1 0 0,1-1 0 0,0 0 0 16,-2-1 0-16,2 1 0 15,-1 0 0-15,1-2 0 0,0 1 0 0,-1 1 0 0,1 0 0 0,0-1 0 16,0 2 0-16,0 0 0 16,0-1 0-16,1 2 0 0,-2-1 0 15,1 0 0-15,0 2 0 0,1-1 0 0,-1 2 0 0,1 0 128 0,-1-1-128 0,1 1 0 0,0 0 192 16,-1 1-64-16,1-3 0 0,0 2-128 16,-1 0 160-16,0 0-160 0,1 1 128 0,0 0-128 15,-1 0 0-15,1 1 0 0,1 0 0 0,-2-1 0 0,2 3 0 0,-1-1 0 16,0 1 0-16,0-1 0 15,0 2 0-15,1 0 0 0,-2 1 0 0,1 0 0 0,0 0 0 0,-1-1 0 16,1 1 0-16,0 2 0 16,0-2 0-16,0 0 0 0,1 2 0 0,0-2 0 0,-1-1 0 0,1-1 0 15,-1 0 0 1,1 0 0-16,-5-10-160 0,10 20 160 16,-5-12 0-16,-1 1-144 15,-4-9-224-15,0 0-32 0,0 0-16 0</inkml:trace>
  <inkml:trace contextRef="#ctx0" brushRef="#br0" timeOffset="63655.71">603 4921 6687 0,'1'0'0'0,"-1"1"0"16,0-1 0-16,1 2 0 0,-1-2 0 0,0 0 0 16,1 1 0-16,0 0 0 0,0 2 0 0,0 1 0 31,0-3 0-31,0 3 0 0,1-3 0 0,-2 0 0 15,1 1 0-15,0-1 0 0,0 1 0 0,-1-2 0 16,0 0 0-16,0 0 0 0,0 0 0 0,0 0 0 0,-1-2 0 0,1 1 0 0,0-1 0 0,-1 0 0 0,1 0 0 0,-1-1 0 16,1 1 0-16,-1 2 0 0,1-2 896 0,0 1 256 15,0 1 64-15,-1-2 16 0,1 2-368 0,0 0-80 16,0 0-16-16,0 0 48 16,0 0-176-16,0 0-48 0,0 0 0 0,0 0 32 0,0 2-176 0,0-2-16 15,1 1-16-15,-1 1 32 16,0-2 240-16,1 0 48 0,-1 2 16 0,0-1 16 0,1 1-16 0,-1-2-16 15,1 2 0-15,0 0 32 0,0 0-288 0,0-1-64 16,0 1-16-16,0 1 32 0,1-1-304 0,-1 0-128 16,2 0 0-16,0 3 160 15,0-2-160-15,-1 1 0 0,2-1 0 0,0 2 160 0,-1-1-160 16,1 1 0-16,1 0 144 0,-1-1-144 0,0 2 0 0,1-1 0 0,-1 1 0 16,-1-1 0-16,1-1 0 0,0 2 0 0,-2 0 0 15,1-1 0-15,0 0 128 0,-1-3 0 0,1 3 16 0,-1 0 0 16,0-3 16-16,1 1 0 0,-1 1 0 0,0-1 0 15,0 0-16-15,-1-2 0 0,1 2 0 0,-1 0 0 16,2 1-144-16,-1-3 192 0,1 2-192 0,-1 0 192 16,1-1-192-16,0 1 160 0,1 1-160 0,-1 1 160 15,1 0-160-15,0-1 0 0,-1 1 0 16,0 0 0-16,0 2 0 0,1-2 0 0,0 0 128 0,-1 2-128 0,1 0 0 0,0-2 0 16,-2 2 0-16,1-2 0 0,-1-1 0 0,0 3 0 31,0-3 0-31,-1-1 0 0,1 2 0 0,-1-2 0 0,-1-1 0 0,0 0 0 15,0-2 0-15,0 1 0 0,0-1 0 0,0 0 0 0,0-1 0 0,0 1 0 16,0-1 0-16,0 1 0 16,0-1 0-16,0 1 0 0,0 0 0 0,0 0 0 0,0 0 0 0,1 0-144 15,-1 0 144-15</inkml:trace>
  <inkml:trace contextRef="#ctx0" brushRef="#br0" timeOffset="65015.58">1839 8530 3679 0,'0'0'320'0,"0"0"-320"0,0 0 0 0,0 0 0 0,-1 0 720 0,1 0 80 15,0-2 16-15,0 2 0 0,0 0 704 0,0-2 144 16,0 1 16-16,0-1 16 0,0-1-304 0,1 1-64 15,-1 0-16-15,0-1 0 0,0 1 64 0,1 0 16 16,-1 1 0-16,0-1 0 16,0 1-32-16,0 0 0 0,0 1 0 0,0 0 0 0,0 0-208 0,0 0-64 15,0 0 0-15,0 0 0 0,-1 0-384 0,1 0-64 16,-1 0-32-16,1-2 0 0,0 2-288 0,0-2-48 16,0 2-16-16,0-1 0 0,0-1-128 0,1 1-128 15,-1 1 192-15,1 0-192 0,-1 0 208 0,1 0-64 16,0 0-16-16,0 3 0 0,0 0 16 0,0 0 0 0,0 1 0 15,-1 1 0-15,0-1 16 0,0 3 0 0,0 0 0 0,0 1 0 16,-1-1-160-16,-1 2 0 0,0-4 0 0,0 2 0 16,1-2 0-16,-1 0 0 0,0-1 128 0,1-1-128 15,0 1 0-15,-1-3 0 0,0 1 0 0,0-2 128 16,0 0-128-16,0-2 128 0,0 1-128 0,-1-1 128 16,1-1 0-16,-1 0-128 15,0 0 192-15,0 0-64 0,0 1 48 0,0-1 0 0,0 1 0 16,0 0 0-16,1 0-48 0,-1 1-128 0,1-2 192 0,0 1-64 0,1 2 0 15,1-2 0-15,-1 0 0 0,2 0 0 0,0 1-128 0,0-3 0 16,2 1 144-16,0 1-144 0,-3 2 0 0,0 0 128 16,0 0-128-16,0 0 0 0,0 0 128 0,23-17-128 15,-23 17 128-15,0 0-128 0,0 0 0 0,0 0 0 16,0 0 0-16,0 0 0 16,0 0 0-16,0 0 0 0,0 0 0 0,0 0 0 15,0 0 0-15,0 0 0 0,18 22 0 0,-20-17 0 0,-1 1 0 0,0-3 0 16,0 2 0-16,0-2 0 0,-1 0 0 0,-1 0 0 15,2-1 0-15,-2-2 0 0,0 0 0 0,1-2 0 0,0 0 0 16,-1-1 0-16,2 1 0 0,-1 0 0 0,1-3 0 0,0 2 0 16,2 1 0-16,-1-3 0 0,1 0 0 15,0 3 0-15,2-2 0 0,-1 1 0 0,1 0 0 0,1 0 0 16,-1 2 0-16,1-3 0 0,1 3 0 0,0-1 0 16,-3 2 0-16,0 0 0 15,0 0 0-15,0 0 0 0,0 0 0 0,0 0 0 0,0 0 0 0,0 0 0 16,0 0 0-16,0 0 0 0,0 0 0 0,0 0 0 15,30 19 0-15,-31-15 0 0,1 1 0 0,-2-2 0 16,1 1 0-16,-2-2 0 16,0 1 0-16,-1 0 0 0,2-1 0 0,-2-1 0 0,0-1 0 0,1-1-11584 15,-1-1-2304-15</inkml:trace>
  <inkml:trace contextRef="#ctx0" brushRef="#br0" timeOffset="65967.78">612 4890 4607 0,'-1'0'400'0,"0"0"-400"16,1 1 0-16,0-1 0 0,0-1 624 0,-1 1 32 16,0 1 16-16,0 1 0 0,0-2 48 15,-1 2 16-15,0-2 0 0,0 0 0 0,0 0 304 0,1 0 64 0,-1-2 16 0,1 2 0 16,1-3-80-16,-1 1-16 15,0 1 0-15,1 0 0 0,0-2 64 0,0 2 0 0,0 0 0 0,1 1 0 16,0 0-160-16,-1 0-32 0,2-2 0 16,0 4 0-16,0-1-288 0,1 0-64 0,1 2-16 0,-2-3 0 15,2 2-80-15,1-2 0 0,-1 2-16 0,1-1 0 16,0-1-176-16,-1 2-16 0,0-2-16 0,0-2 0 16,0 2-224-16,1-1 144 0,-1 1-144 0,-1 0 128 15,1 0 96-15,0-2 16 0,-1 2 0 0,1 0 0 0,0 0 176 0,-1 2 32 16,-1-1 16-16,2 1 0 15,-1 3-160-15,1-2-48 0,-1 1 0 0,1 1 0 0,1 1-64 0,0 4 0 16,-5-10-16-16,17 25 0 0,-17-25-176 0,20 30 0 16,-20-30 144-16,23 35-144 0,-23-35 0 0,23 31 0 15,-23-31 0-15,22 23 0 0,-22-23 0 0,20 27 0 16,-20-27 0-16,0 0 0 0,26 33 0 0,-26-33 0 16,0 0 0-16,24 28-128 0,-24-28 128 0,14 22 0 15,-14-22 0-15,13 24-128 0,-13-24 128 0,8 21 0 16,-4-6 0-16,-1-2-128 15,0-1-560-15,-1 0-96 0,2 2-32 0,-3 1-8416 0,0 1-1696 0</inkml:trace>
  <inkml:trace contextRef="#ctx0" brushRef="#br0" timeOffset="67076.62">696 4955 5231 0,'-2'-8'0'0,"0"3"224"0,1 1-64 16,0 2 0-16,0-1-160 0,0 3 0 0,1-2 0 0,-1-1 0 15,0 1 1888-15,0-2 352 0,0 1 64 0,0 0 0 0,-1 1-464 0,1 0-112 16,0 2 0-16,-1 0-16 0,2 0-496 0,-1 0-80 31,0 0-32-31,1 1 0 0,-1-1-96 0,1 1-32 16,1-1 0-16,-1 0 0 0,1 2-80 0,1-1-32 15,1 1 0-15,0 1 0 0,1 1 16 0,2 3 0 16,-6-7 0-16,0 0 0 0,23 24-464 0,-23-24-96 0,0 0 0 0,28 31-16 16,-28-31-144-16,0 0-32 0,29 31 0 0,-29-31 0 15,20 25-128-15,-20-25 0 0,0 0 0 0,26 30 128 16,-26-30-128-16,0 0 0 0,21 28 144 0,-21-28-144 15,0 0 256-15,19 28-32 0,-14-18 0 0,1-1 0 16,-6-9 96-16,10 19 32 0,-10-19 0 0,10 19 0 16,-5-5-224-16,-1-5-128 0,0 1 128 0,0 0-128 15,1 1 0-15,-2-1 0 0,3 1 0 0,-2-1 128 0,-1-3-128 16,1 0 0-16,-4-7 0 0,9 19 0 0,-5-12 0 0,0 3 0 16,-4-10 0-16,10 19 0 0,-10-19 0 0,0 0 0 15,17 29 0-15,-17-29 0 0,0 0 128 0,15 26-128 16,-15-26 128-16,0 0-128 0,13 21 240 0,-10-16-32 15,1 1 0-15,0 2 0 0,-1-1-208 0,0 0 144 16,1 0-144-16,-1 0 128 0,0 0-128 0,0 0 0 16,1 3 0-16,-2-3 128 0,2 2-128 0,-1-1 0 15,0-1 0-15,0 1 128 0,0 1-128 0,0 0 0 16,1 1 144-16,-1 0-144 0,0 1 0 0,0-2 128 16,0 0-128-16,1 0 0 0,-2-1 0 0,1 0 0 15,0 1 0-15,0-2 128 0,-1 0-128 0,1 0 0 0,-1-2 0 0,0-1 0 16,-1 2 0-16,1-2 0 0,0 3 0 0,-1-2 0 15,1 2 0-15,0-1 0 0,0 0 0 0,1 1 128 16,0 3-128-16,-2-4 0 0,2 2 0 0,0-3 0 16,0 4 0-16,0-2 0 0,-1 0 0 0,0 3 0 15,1-3 0-15,0 1 0 0,0-1 0 0,-1 1 0 16,1 2 0-16,0 0 128 0,-1-4-128 0,0 2 0 16,0 1 0-16,1 0 128 0,-1 0-128 0,1-1 0 15,0-1 128-15,-1-1-128 0,0 0 128 0,1 0-128 16,-1 0 0-16,0-1 144 0,0 2-144 0,0-2 0 0,0 3 144 0,0-2-144 15,1 1 0-15,-1 0 144 0,0-1-144 0,-1 1 0 16,2 1 0-16,-1-2 128 0,0 0-128 0,0 2 0 16,0-2 0-16,0 2 0 0,0-1 0 0,-1-2 0 15,1 1 0-15,-1 0 0 0,0-2 0 0,0 1 0 16,1 2 128-16,-1 3-128 0,1-3 0 0,0 1 0 16,-1 0 0-16,1 1 0 0,0-1 0 0,0 1 0 15,0-2 0-15,-1 1 0 0,1-1 0 0,0 1 0 16,0 0 0-16,0-1 0 0,1 1 0 0,-2-1 128 15,1 1-128-15,0 0 0 0,1-2 160 0,0 0-160 0,-1 1 192 16,-1 0-192-16,2 0 128 0,-1 1-128 0,0-1 0 16,0 0 0-16,0 0 0 0,-1 1 0 0,0-2 0 0,1 0 0 15,0 0 0-15,-1 1 0 0,1 3 0 0,-1-4 0 16,0-1 128-16,0-1-128 0,0 2 0 0,0 1 0 16,0-3 0-16,0 0 0 0,0 2 0 0,1 1 0 15,0-2 0-15,-1-2 0 0,0 4 0 0,1-3 0 16,-1 4 0-16,0-2 0 0,2 4 0 0,-1-2 0 15,0 0 0-15,-1 1 0 0,1 0 0 0,0-1 0 16,-1 1 0-16,0-1 0 0,0-1 0 16,1 1 0-16,-1 1 0 0,1-2 0 0,0 3 0 0,0-1 0 0,-1 0 0 0,1 1 0 15,1 2 0-15,-1-3 0 0,0 1 0 0,1 1 0 16,-2-1 0-16,0 2 0 0,1 0 0 0,-1 2 0 16,0 0 0-16,-1 0 0 0,1-2 0 0,-1 0 0 15,0 2-144-15,0-2 144 16,0 0-1168-16,1-2-160 0,-1-1-16 0,1-2-15616 15</inkml:trace>
  <inkml:trace contextRef="#ctx0" brushRef="#br0" timeOffset="67741.75">1266 6109 5519 0,'0'0'240'0,"0"-2"64"0,0 2-304 0,0 0 0 15,0 0 0-15,0 0 0 0,0 0 1184 0,0-2 176 0,1 2 48 0,0 0 0 16,0 2 496-16,1-2 96 0,-2 2 32 0,2-2 0 16,1 3-496-16,-1-1-112 0,0 0-16 0,1 0 0 15,-2 2-192-15,2 0-64 0,0 0 0 0,0 1 0 16,0 0-144-16,-1-1-48 0,1 4 0 0,-1-1 0 15,1 0-192-15,-1 3-64 0,0 0 0 0,0 3 0 16,1 0-192-16,0 1-64 0,-1 0 0 0,0-2 0 16,1-1-64-16,0 1 0 0,0-2-16 0,-1-1 0 15,0 1 0-15,0-3 0 0,0 2 0 0,-1-1 0 16,1-2-112-16,0 4 0 0,0 0-16 0,0 2 0 16,1 0-48-16,0-1-16 0,0-1 0 0,0 0 0 15,0 1-32-15,0-2 0 0,1 1 0 0,-1 2 0 0,2-1 0 0,-1 1 0 16,0 0 0-16,-1 0 0 0,1 1-16 0,0 0 0 15,0 3 0-15,1-3 0 0,0 3 0 0,-1-1 0 16,1 1 0-16,0-2 0 0,-1 3-128 0,0-3 160 16,0 0-160-16,-2-2 160 0,2-2-160 0,-1 1 160 15,0 3-160-15,1-2 160 0,-1 0-160 0,0 0 0 16,0 0 144-16,-1 0-144 0,1-2 0 0,0 1 0 16,0 1 0-16,0 0 128 0,-1 0-128 0,1 2 0 15,1 0 0-15,-1-1 128 0,1 3-128 0,0-1 0 16,0 0 0-16,-2-2 0 0,2 3 0 0,0-1 0 0,0 1 0 0,-1-2 0 15,0 0 0-15,1-2 0 0,-1 2 0 0,-1-3 0 32,1 0-464-32,0-4-64 0,0 0-16 0,-1-3-17440 0</inkml:trace>
  <inkml:trace contextRef="#ctx0" brushRef="#br0" timeOffset="68281.67">1376 6322 4607 0,'-2'3'192'0,"1"-3"64"0,1 2-256 0,-1-1 0 16,0 1 0-16,1-2 0 0,-1 2 1472 0,0 0 240 15,0 1 48-15,0 4 16 0,0-2-96 0,-1 2-16 16,1 0 0-16,0 0 0 0,1-2-336 0,-1 3-80 16,1-2-16-16,1 1 0 0,-1 1-64 0,1-2-16 15,1 2 0-15,-1-1 0 0,2 4-256 0,0-1-48 0,-1 2-16 0,1 0 0 16,1 3-320-16,-1 0-80 0,1 2-16 0,-1 2 0 16,2 0 0-16,-2 0 0 0,0 0 0 0,1 1 0 15,0-2-192-15,-2 1-32 0,2-1-16 0,-2-1 0 16,1 1 160-16,-1 0 48 0,0-1 0 0,1-2 0 15,0-1 144-15,0 1 48 0,0 0 0 0,-1 4 0 0,2-3-160 16,0 3-32-16,0 0 0 0,0 0 0 0,1 0-128 0,-2 0-16 16,2 0-16-16,0 1 0 0,-1-2-32 0,1 2-16 15,1-1 0-15,-1-1 0 0,1 1-176 0,-1 0 0 16,1-2 0-16,-1 1 0 0,1-1 0 0,-1 0 0 16,-2-3 0-16,1 2 128 15,1 4 48-15,-2 1 0 0,1 0 0 0,0-1 0 16,-1 0 0-16,-1 0 0 0,0-1 0 0,0 0 0 0,0-1-48 0,0 1-128 15,0-2 192-15,-1-3-64 0,1 2-128 0,0-3 0 16,0 1 0-16,1-2 0 0,0 0 0 0,0 1 0 16,0-3 0-16,1 2 0 0,-1 0 0 0,1 0 0 15,1 0 0-15,-1 0 0 16,0-1-448-16,1-3 0 0,-1 3-16 0,1-1-11152 16,0-3-2224-16</inkml:trace>
  <inkml:trace contextRef="#ctx0" brushRef="#br0" timeOffset="68821.03">1484 6802 8287 0,'-1'3'368'0,"1"-2"80"0,0 1-448 0,0 1 0 16,-1-1 0-16,1-2 0 0,0 3 1840 0,0 1 272 16,1 4 64-16,0 1 16 0,0 3-80 0,0-2 0 15,0 1-16-15,0 0 0 0,1 0-624 0,0-2-112 0,1 0-16 16,0 1-16-16,0 2-160 0,0 0-16 0,1 2-16 0,1 2 0 16,-1 1-384-16,1 0-80 0,0 1-16 0,-2-1 0 15,1 0-384-15,0 2-80 0,0 0 0 0,1 0-16 16,-2-3-176-16,0 3 0 0,1 0 144 0,0 3-144 15,0 1 160-15,-2-1-32 0,2-1-128 0,0-2 192 16,-1 3 128-16,1-2 32 0,-1 1 0 0,0-1 0 16,0-1-96-16,-1-3-32 0,1 2 0 0,0 0 0 15,0-3-96-15,-1 1-128 0,1-1 176 0,0 1-176 0,0-2 192 16,0 2-192-16,1 1 192 0,0 1-192 0,1 2 256 0,-2-1-48 16,2 1-16-16,0 0 0 0,-2 2-32 0,1-1-16 15,0-2 0-15,0 3 0 16,1-3-144-16,-1 2 0 0,-1 0 144 0,1-2-144 0,-1 0 0 0,0-2 144 15,-1-2-144-15,0 0 0 16,1 0 0-16,0 1 0 0,0 1 0 0,0-1 0 0,0-1 0 0,2 1 0 16,-1 2 0-16,1-2 0 0,0 2 0 0,-1-1 0 15,2-1 0-15,-1 1 0 0,1 1 0 0,0 0 0 16,0 1 0-16,0-1 0 0,1-1 0 0,-1-2 0 16,-1-1 0-16,1 0 0 15,-1-4-528-15,0-1-64 0,0-2-16 0,-5-7 0 16,0 0-1712-16,0 0-352 0,0 0-64 0,0 0-11456 0</inkml:trace>
  <inkml:trace contextRef="#ctx0" brushRef="#br0" timeOffset="69292.7">1717 7643 6447 0,'-2'3'272'0,"0"-1"80"0,1-1-352 0,-1 2 0 15,2-3 0-15,-1 0 0 0,1 3 1024 0,-1 0 128 16,-1 3 16-16,1 2 16 0,-1 1 880 0,0 0 176 16,1-1 48-16,1 1 0 0,0 0-752 0,0-1-160 15,0 1-32-15,1-1 0 0,1 2-224 0,-1-2-48 16,0-1-16-16,0 3 0 0,0 2-160 0,1 0-16 15,-1 2-16-15,1-2 0 0,-1-3-240 0,0 3-48 0,0 0-16 0,0 0 0 16,1 4-128-16,-1-1-32 16,1 1 0-16,0 3 0 0,1-1 112 0,0 0 32 0,-1 3 0 15,2-2 0-15,-1 0 48 0,1 2 16 0,-2 0 0 0,2-1 0 16,-1-2-256-16,1 4-48 0,-1 0-16 0,1-1 0 16,0 0-288-16,0-2 0 0,-1 1 128 0,1-2-128 15,0-3 0-15,-1 1 0 16,2 0 0-16,0-1 0 0,-1 1 0 0,1-1 0 0,0 1 0 0,0 0 0 15,1-1 0-15,-1 1 0 0,2 1 0 0,-2-3 0 16,2 1 0-16,0 1 0 0,0 1 0 0,-1-3 0 16,0-2-192-16,0 0 48 0,0 2 16 0,0-4 0 31,0 1-560-31,-2-2-96 0,2-1-32 0,-2-3 0 0,-4-5-656 0,0 0-128 16,9 11-16-16,-7-9-16 0,-2-2-1072 0,0 0-224 0</inkml:trace>
  <inkml:trace contextRef="#ctx0" brushRef="#br0" timeOffset="69691.71">1809 8086 4607 0,'-1'3'400'0,"1"-3"-400"0,-1 2 0 0,0-2 0 0,1 1 576 0,-1 1 16 16,-1-2 16-16,0 2 0 16,-1 1 1008-16,0 1 208 0,0-4 32 0,0 1 16 15,1 1-336-15,1-2-80 0,0 0-16 0,0 2 0 0,2 0 32 0,1 1 0 0,-1 4 0 0,1 0 0 32,0 0-240-32,1 3-32 0,-1 2-16 0,1 2 0 0,1 0-208 0,0 1-32 15,-1 3-16-15,1 2 0 0,0-2-160 0,-1 2-16 16,3 3-16-16,-1 0 0 0,1 1-16 0,1-1 0 15,0-1 0-15,-1 2 0 0,3 2-160 0,-2-2-48 16,3 0 0-16,-2 2 0 0,0-1-192 0,1 0-64 16,1 0 0-16,-2 1 0 0,0-4-256 0,1 0 128 15,-1 1-128-15,0-4 0 0,0 2 0 0,-1-4 0 16,1-1 0-16,-1-2 0 0,1-1 0 0,-2-2-176 16,1 1 32-16,0-2 0 15,-1 1-464-15,1-1-96 0,-1-3 0 0,-1 0-16 16,0 0-624-16,-1-2-112 0,1-3-16 0,-1 0-8496 0,-2 1-1680 0</inkml:trace>
  <inkml:trace contextRef="#ctx0" brushRef="#br0" timeOffset="70013.44">1833 8272 3903 0,'-1'2'0'0,"1"0"176"0,0 0-48 0,0-2-128 0,0 1 0 0,0 1 0 16,0 3 0-16,0 0 0 0,1 6 1664 0,-1 1 240 15,3 3 32-15,0 3 16 0,1-1 576 0,0-1 112 16,3 2 32-16,-1 2 0 0,3 2-736 0,0 0-144 16,1 3-16-16,0 1-16 0,2-1-544 0,-1 3-96 15,0-2-32-15,0 2 0 0,0 0-256 0,0 1-64 16,-1-1-16-16,1 1 0 0,-1-1-272 0,0 0-48 15,1 1-16-15,-1-3 0 0,0-2-224 0,-1-3-32 0,0 1-16 0,-1-4 0 16,2 2-144-16,-2-4 0 0,1 1 144 16,1-3-144-16,-1 0 0 0,1-2 0 0,-1 2 0 0,2-4-128 31,-11-10-768-31,18 17-128 0,-18-17-48 0,0 0-13632 0</inkml:trace>
  <inkml:trace contextRef="#ctx0" brushRef="#br0" timeOffset="73043.21">1815 8322 4607 0,'0'2'400'0,"-1"-2"-400"0,0 0 0 0,1 0 0 0,-1 0 736 0,0 2 64 15,-1-2 16-15,0 2 0 0,-1 3 560 0,0-2 112 16,0 0 32-16,1 0 0 0,1 0-304 16,0 0-48-16,0 0-16 0,0 0 0 15,1 2-160-15,1 0-32 0,1 0-16 0,-1 3 0 16,2 0-96-16,0 2-16 0,2 2 0 0,-1 2 0 0,4 3-240 0,-1 1-48 16,3 4-16-16,0-1 0 15,0 0-80-15,2 5 0 0,1 5-16 0,1-2 0 0,0-1-80 0,0 0-16 16,-1 1 0-16,0 0 0 0,0-1 0 0,-1-2 0 0,-1 3 0 15,0-4 0-15,0-7-96 0,-1-2-32 0,1-2 0 16,0 0 0-16,1-2-208 0,0 0 176 16,-1-2-176-16,-11-10 160 0,21 14 768 0,-21-14 160 0,0 0 16 0,35 15 16 31,-35-15-1744-31,0 0-336 0,0 0-80 0,45 13-16 0,-45-13 688 0,0 0 144 0,0 0 32 0,0 0-8800 16,37 17-1760-16</inkml:trace>
  <inkml:trace contextRef="#ctx0" brushRef="#br0" timeOffset="87206.78">1949 8660 911 0,'-2'-1'0'0,"0"0"0"15,0 1 0-15,1-2 0 0,0 2 1392 0,0 0 192 32,0-2 32-32,-1 1 16 0,0-3-48 0,-1 1-16 0,-1 1 0 0,1 0 0 0,1 2 96 0,0 0 0 31,1 2 16-31,0-1 0 0,1 2-432 0,1 2-96 0,1 0 0 0,0 2-16 16,2 0-288-16,0 5-48 0,0-2-16 0,2 4 0 0,0 0-112 0,1 2-32 15,0 4 0-15,1-2 0 0,0 4-176 0,1 0-32 0,-3 1-16 0,1-3 0 31,-1-2-32-31,0 2 0 0,1 3 0 0,0-2 0 0,0 2-32 0,1 1-16 0,2 2 0 0,1 3 0 16,1 2 48-16,-1-3 0 16,0 1 0-16,1-3 0 0,0-3 0 15,0-1 0-15,-1-1 0 0,0 0 0 16,1 3-256-16,0-5-128 0,0-2 128 0,0-3-128 16,-12-14 0-16,22 22 0 0,-22-22 0 0,0 0 0 0,29 25 0 0,-29-25 0 15,0 0 0-15,0 0-192 16,28 19-416-16,-23-17-96 0,1-1 0 0,-2 1-16 15,0-2-1408-15,0 0-288 0</inkml:trace>
  <inkml:trace contextRef="#ctx0" brushRef="#br0" timeOffset="87603.24">2049 8862 3679 0,'-2'-5'320'0,"0"1"-320"0,0 1 0 0,1 1 0 16,0-1 432-16,-1-2 16 0,0-4 0 0,-3-5 0 15,0 0 384-15,2 2 64 0,0 5 32 0,1 2 0 16,3 5 912-16,2 3 176 0,1 5 32 0,1 4 16 16,2 3 144-16,1 4 32 0,-2-2 0 0,3 2 0 15,-2-1-448-15,0 2-64 0,1-2-32 0,1 6 0 16,2 2-720-16,0 5-144 0,1 2-16 0,0-2-16 0,-1-2-272 15,-1 0-48-15,1-2-16 0,-1 1 0 0,1 2 0 0,0 0 0 16,0 1 0-16,-1-3 0 0,1-2-144 0,0-5-48 16,-2-1 0-16,1 1 0 0,1 2-80 0,0 0 0 15,1 0-16-15,0-1 0 16,0 0-48-16,-1-1 0 0,0-1 0 0,0-3 0 0,-11-17 0 0,22 23 0 16,-22-23 0-16,23 27 0 0,-23-27-128 15,25 21 0-15,-25-21 144 0,0 0-144 0,34 19 0 0,-34-19 0 16,0 0 0-16,0 0 0 0,42 18-160 0,-42-18-48 15,0 0-16-15,0 0 0 16,37 17-1360-16,-37-17-272 0,0 0-48 0,0 0-13200 0</inkml:trace>
  <inkml:trace contextRef="#ctx0" brushRef="#br0" timeOffset="87925.98">2229 9189 9215 0,'-10'-3'400'0,"6"3"96"0,0 0-496 0,0 0 0 0,1 0 0 0,2 0 0 0,-2 0 1088 0,-1 3 112 16,-1 3 16-16,0 2 16 0,0-1 688 0,2 3 128 15,3 4 16-15,1 0 16 0,3-3-16 0,2 2 0 16,2 6 0-16,4 0 0 0,1 0-704 0,3 0-144 16,1-2-16-16,1 2-16 0,2 2-544 0,-1-1-96 15,-2-2-32-15,-1 3 0 16,5 4-288-16,-3 0-64 0,1 1-16 0,-1-2 0 15,0 0 48-15,-2-1 0 0,-2-6 0 0,0-1 0 0,-14-16 16 16,27 28 16-16,-27-28 0 0,25 22 0 0,-25-22-80 0,0 0-16 16,30 24 0-16,-30-24 0 0,0 0-128 0,0 0 0 15,0 0 0-15,0 0 0 0,0 0 0 16,42 10-192-16,-39-11 32 0,-1-1 16 16,-1-1-752-16,0 1-160 0,-1 0-32 0,0 0 0 15,-1 1-1296-15,1-3-272 0</inkml:trace>
  <inkml:trace contextRef="#ctx0" brushRef="#br0" timeOffset="88156.57">2466 9545 3679 0,'-18'-19'160'0,"11"9"32"16,-1 0-192-16,1 4 0 0,2 1 0 0,3 2 0 15,-2 0 1856-15,-3-2 320 16,-1 1 64-16,-1 2 0 0,1 2 560 0,3 5 96 0,2 4 32 0,2 1 0 16,3 4-1232-16,2 1-240 0,1 3-48 0,3-1-16 0,0 2-640 15,2 0-128-15,1-3-32 0,1 1 0 16,-1-3-256-16,0-2-48 0,-11-12-16 0,23 22 0 0,-23-22 896 0,25 19 176 15,-25-19 48-15,0 0 0 16,42 21-1808-16,-42-21-352 0,0 0-80 0,41 10-16 16,-41-10 656-16,0 0 208 0,0 0 0 0,47 4-160 15,-47-4-432-15,0 0-96 0,0 0-16 0,0 0 0 16,0 0-1184-16,0 0-240 0,0 0-48 0,0 0-8832 0</inkml:trace>
  <inkml:trace contextRef="#ctx0" brushRef="#br0" timeOffset="88410.94">2491 9618 8287 0,'-3'3'736'0,"1"1"-592"0,1-1-144 0,1-3 0 0,0 0 1072 0,0 2 176 16,-2 0 32-16,-2 6 16 15,0-1 448-15,1 2 96 0,2-1 16 0,0 0 0 16,2-2-464-16,0 0-96 0,4 0-16 0,2 0 0 0,-7-6 0 0,0 0-16 15,29 23 0-15,-29-23 0 16,32 17-192-16,-32-17-48 0,40 20 0 0,-40-20 0 16,39 19-512-16,-39-19-96 0,41 21-32 0,-41-21 0 0,39 19-384 0,-39-19 128 15,30 17-128-15,-30-17 0 0,0 0 0 0,33 16 0 16,-33-16-192-16,0 0 192 16,0 0-1808-16,0 0-240 0</inkml:trace>
  <inkml:trace contextRef="#ctx0" brushRef="#br0" timeOffset="94779.39">3883 8598 3679 0,'0'0'320'0,"0"0"-320"0,0 0 0 0,0 0 0 16,0 0 784-16,0 0 96 16,1 0 16-16,-1 0 0 0,-1-2 576 0,1 4 128 15,0-4 32-15,1 2 0 0,-1-1-160 0,0 0-16 16,0 1-16-16,1-2 0 0,-1 2-224 0,0 0-32 16,1-2-16-16,0 2 0 0,0-1-192 0,-1 1-32 0,2 0-16 0,-2 0 0 15,0 0-400-15,1 0-80 0,0 0 0 0,0 0-16 16,0 0-208-16,0 0-32 0,-1 1-16 0,0 1 0 15,1-2-176-15,-1 2 0 0,0 0 144 0,0-2-144 16,0 3 0-16,0-1 144 0,0 0-144 0,-1 1 0 16,0-2 128-16,0 2-128 0,0-2 0 0,-1 1 0 15,2 0 0-15,-1 1 0 0,0-1 0 0,-1-2 0 16,1 2 0-16,-1-2 0 0,1 0 0 0,-1 0 0 16,1 0 0-16,0 0 0 0,0-2 0 0,-1 2 0 15,0 0 0-15,-1-2 0 0,1 0 0 0,-1 1 0 0,1 1 0 0,-1 0 160 16,-1-2-160-16,1 2 128 15,2-2 48-15,-1 1 0 0,1 1 0 0,-1 0 0 0,2-2-32 0,-1 2 0 16,1-2 0-16,0 2 0 0,0-3-144 0,1 1 0 16,0 0 0-16,0-1 128 0,1 2-128 0,-1 0 0 15,0-1 0-15,1 0 0 0,-1 1 0 0,1 1 0 16,-1 0 0-16,0 0 0 0,0 1 0 0,0 1 0 16,-1-2 0-16,1 2 0 0,-1-1 0 0,0 2 0 15,0-2 0-15,-1 1 0 0,1 0-128 0,-1 1 128 16,0-2 0-16,0 0 0 0,0 1 0 0,-1-2 0 0,1 1 0 0,-1 1 0 15,1-2 0-15,1 0 0 0,-1 0 0 0,1-2 0 16,-1 1 0-16,0-1 0 0,1 1 0 0,0-2 0 16,0 0 0-16,1-2 0 0,0 1 0 0,0-1 0 15,0 2 0-15,1-1 0 0,0-1 0 0,0 2 0 16,1-1 0-16,-1 2 0 16,-1-1 0-16,2 0 128 0,-1 1-128 0,-1 2 0 0,1-1 144 0,0 1-144 15,-1 1 0-15,0-1 128 0,0 2-128 0,-1-1 0 16,0 2 192-16,0-1-48 0,0 1 0 0,-1-2 0 15,0 2-16-15,0-1-128 0,0 0 192 0,0-1-64 0,0 1-128 0,1-2 0 16,-1 1 0-16,0 0 128 0,0-1-128 0,0 0 0 16,1 0 0-16,-1 0 128 0,0-1-128 0,1 1 0 15,0-1 0-15,0 1 0 0,0 0 0 0,0 0 0 16,0 0 0-16,0 0-9216 16,1 0-1808-16</inkml:trace>
  <inkml:trace contextRef="#ctx0" brushRef="#br0" timeOffset="95599.97">2727 9817 1839 0,'-1'3'160'0,"0"-2"-160"15,0-2 0-15,0-1 0 0,0 1 512 0,0-3 64 16,-2 1 0-16,0 1 16 0,-3-6 224 0,0 2 32 16,1 1 16-16,-1-1 0 15,2 0 336-15,-1 3 64 0,0-1 16 0,1 2 0 0,0-1 192 0,-1 3 64 16,3 0 0-16,-1 1 0 0,2 1-240 15,-1 2-32-15,1-1-16 0,0 2 0 16,1 1-304-16,1 0-64 0,1 0-16 0,1 2 0 0,0 1-192 0,0-2-32 16,2-2-16-16,0 0 0 0,-1-2-224 0,2 0-32 0,-1-2-16 0,1-1 0 15,0 0 96-15,2-3 0 0,-1 1 16 0,2-3 0 16,0 0 208-16,1-2 32 0,0 0 16 0,3 0 0 31,0 0-272-31,0-3-48 0,2 1-16 0,0 0 0 0,-15 9-176 0,28-14-32 0,-28 14-16 0,26-10 0 31,-26 10-160-31,0 0-224 0,32-12 48 0,-32 12-15024 0</inkml:trace>
  <inkml:trace contextRef="#ctx0" brushRef="#br0" timeOffset="96054.92">2648 9855 2751 0,'0'0'256'0,"0"0"-256"0,0 0 0 0,0 1 0 16,0-1 1024-16,0 0 144 0,-1 2 48 0,1 0 0 15,0-2 640-15,-1 2 128 0,1-2 16 0,0 0 16 16,1 0-224-16,1-2-32 0,0 2-16 0,-1 0 0 16,3 0-464-16,0-2-80 0,0 2-32 0,2-2 0 15,1 2-80-15,-1-1 0 0,-6 1-16 0,0 0 0 16,0 0-128-16,0 0-32 0,45-11 0 0,-45 11 0 16,24-10-400-16,-24 10-64 0,0 0-32 15,38-14 0-15,-38 14-208 0,27-12-32 16,-27 12-16-16,33-17 0 0,-15 6 64 15,0 1 16-15,1-2 0 0,-1 0 0 0,1-1 96 16,0-1 32-16,2 1 0 0,-1-4 0 16,1 0-208-16,1 0-32 0,-2-1-128 0,1-2 192 0,-2 0-192 0,0-1 0 0,-2-1 0 0,0 1 0 0,0 0-192 0,-1-1-16 15,1 1-16-15,0-2 0 16,0 1-224-16,-1 0-32 0,0 2-16 0,-2 0 0 16,1 2-208-16,-2 1-64 0,-1 2 0 0,0 1 0 15,-1 2-1616-15,0 0-336 0,-2 3-64 0,-1 2-8320 0</inkml:trace>
  <inkml:trace contextRef="#ctx0" brushRef="#br0" timeOffset="96546">2963 9635 7775 0,'-4'2'336'0,"3"-1"80"0,-1 1-416 0,0 0 0 0,1-1 0 0,0 0 0 0,0 1 976 0,-1 1 112 15,-1 0 32-15,1 1 0 0,0 1 672 0,1-2 144 16,2 1 32-16,1-4 0 0,1 0-496 0,3 0-112 15,0-4-16-15,2 1 0 0,-8 3-320 16,0 0-64-16,35-21 0 0,-20 9-16 0,1-2-272 0,2-3-48 16,2-1-16-16,-1-2 0 0,0-1 64 0,-2 1 16 15,1-1 0-15,-1 1 0 0,-1 2-80 0,1-1-16 0,1-2 0 0,-1 0 0 16,-1 4-144-16,-1-3-16 0,0 2-16 0,0-1 0 16,0 1-144-16,1 0-16 0,0 2-16 0,-1-2 0 15,0 3-96-15,-2 0-16 0,1-1 0 0,1-2 0 16,-1 1-128-16,0 0 0 0,0-2 144 0,0 1-144 15,-1 0 0-15,-1 1 0 0,1 0 0 0,-1-1 0 16,0 2 0-16,0-1 0 0,2 0 0 0,-1-2 0 16,0 1 0-16,0 1 0 0,-1 0 0 15,0 1 0-15,-1 0 0 0,-2 3-128 0,2-1 128 0,-2-1 0 32,0 4-640-32,-1-3-32 0,0 4-16 0,-1-2 0 15,0 4-1376-15,-2 2-288 0,0 1-48 0,-1 1-10368 0</inkml:trace>
  <inkml:trace contextRef="#ctx0" brushRef="#br0" timeOffset="96895.07">3642 8968 1839 0,'-3'3'0'0,"1"-1"160"0,0-2-160 0,2 1 0 0,0-1 0 0,-1-1 0 0,1 1 1600 0,0 0 272 15,-1-2 64-15,1-1 16 0,1-1 400 0,0-3 80 0,2 0 0 0,1-3 16 16,2 0-720-16,-1-1-160 16,3-1-32-16,-1-3 0 15,2-1-768-15,1 2-176 0,2-3-16 0,-1-2-16 0,0 3 16 0,0-1 0 16,0-2 0-16,-1 3 0 16,1 1 208-16,0-1 48 0,-2 1 16 0,1 1 0 0,-2 0-112 0,1 0-32 15,-2 0 0-15,1 2 0 0,-3 1-416 0,1-2-96 16,-2 3 0-16,1-2-16 0,0 3-176 0,-2-3 0 15,1 1 0-15,0 1 0 0,-1 0 0 0,1-1 0 16,1 1-128-16,-1-1 128 0,-1 1-336 0,1 0 0 16,0-1 0-16,-2 1 0 15,1 1-784-15,-1 1-160 0,-1 1-16 0,1 0-16 16,-1 3-688-16,0 1-144 0,-1 0-32 0,0 4-4608 16,0 1-944-16</inkml:trace>
  <inkml:trace contextRef="#ctx0" brushRef="#br0" timeOffset="97181.22">3723 8852 3455 0,'-6'5'0'16,"2"-2"144"-16,1-1-144 0,1-2 192 0,1 1-192 0,0-1 0 0,0 1 0 0,-1-1 0 0,-2 0 1456 0,1 0 256 15,-1 0 48-15,1 0 16 0,1-2-560 0,1 0-128 16,2-3 0-16,1 0-16 0,1-5-48 0,2 1-16 16,0-5 0-16,2-1 0 0,0-1 208 0,2-5 64 15,1 0 0-15,1-1 0 0,0-2-512 0,2 0-80 16,2-2-32-16,-1 1 0 0,0 3-496 0,-1-1-160 16,1-1 0-16,-1 0 0 0,-1 2 0 0,-2 1 0 15,-1 2-240-15,-2 3-10496 0</inkml:trace>
  <inkml:trace contextRef="#ctx0" brushRef="#br0" timeOffset="106039.05">4875 5161 5615 0,'0'0'512'0,"0"0"-512"16,0 0 0-16,0 0 0 0,0 0 0 0,0 0 0 15,-1 0 0-15,1 0 0 0,0 0 0 0,1-3 0 16,-1 3 0-16,1-2 0 0,0 0 0 0,0-1 0 31,0-2 0-31,0 3 0 0,0-2 0 0,-1 1 0 0,1 0 0 0,0-1 0 0,-1 2 0 0,0-3 0 16,0 2 0-16,0 0 0 0,0 0 0 0,-1 0 0 15,0 1 0-15,0 1 0 0,0-2 0 0,-1 2 0 16,0-3 0-16,1 1 0 0,-1 0 0 0,0-1 0 16,1 1 0-16,0-2 0 0,0-1 0 0,1 1 0 15,0 0 0-15,0 0 0 0,1 0 0 0,-1 1 0 16,1-1 0-16,0 0 0 0,0 1 0 0,0-1 0 16,0-2 0-16,0 4 0 0,0-4 0 0,-1 5 0 15,1-3 0-15,0 2 0 0,-1 1 0 0,0 1 0 16,0 0 0-16,0-1 0 0,-1 2 0 0,0 2 0 15,0-2 0-15,1 0 0 0,-1 0 0 0,-1 0 0 16,1 1 0-16,0-1 0 0,0 0 0 0,0 0 0 16,0-1 0-16,0 1 0 0,0 0 0 0,0 0 0 15,0-2 0-15,1 2 0 0,0-2 0 0,0 1 0 16,0 1 0-16,0-2 0 0,0 2 0 0,0-3 0 0,0 3 0 16,0-2 0-16,0 2 0 0,0 0 0 0,0-1 0 0,0 0 0 0,0 1 0 15,0-2 0-15,0 1 0 0,0 1 0 0,0 0 0 0,0-2 0 16,0 2 272-16,0 0 48 0,0-2 16 0,0 2 32 15,0-1 320-15,0 1 64 0,-1 0 16 0,1 0 16 16,-1 0-64-16,1 0-16 0,0 0 0 0,-1 0 16 16,1-2-288-16,-1 2-64 15,1 0-16-15,-1 0 32 0,-1-1-224 0,1 0-32 0,0-1-128 0,1 2 224 16,-1-2-80-16,1 1-16 0,1 1 0 16,-1-2 32-16,1 2-160 0,-1-1 0 0,1 1 0 0,-1-1 160 0,1 1-160 0,-1 0-144 15,1-1 144-15,-1 1-192 0,1 0 192 16,-1 0-208-16,0 1 80 0,0-1 128 0,0 0-192 0,1 1 48 15,-1 0 16-15,0 1 128 0,0-1-288 16,0 1 64-16,0 0 16 0,1 0 16 16,-1 1-176-16,0-1-32 0,0 1-16 0,1 0 32 0,-1 0 0 0,0 0 0 15,0-1 0-15,1 1 16 0,-1-1 32 0,0-1 0 16,-1 0 0-16,1-1 0 0,0 2 192 0,0-2 144 16,0 0-192-16,-1 0 192 0,1 0 0 0,-1-2 0 15,1 2 0-15,0 0 0 0,-1-2 0 0,1 2 0 16,0-2 0-16,0 2 0 15,0-2 0-15,0 2-128 0,0-1 128 0,0 1 0 16,1 0-640-16,-1 0-64 0,0 0 0 0,1 0-16 16,-1 0 720-16,1 0 0 0,0 0 240 0,-1-2-64 0,1 2-176 0,0-3 0 0,0 1 0 0,0 0 0 15,1-1 0-15,-1-1 0 0,1-1 0 0,0 1 0 16,-1-1 0-16,0 2 0 0,0-2 0 0,-1 0 0 16</inkml:trace>
  <inkml:trace contextRef="#ctx0" brushRef="#br0" timeOffset="107092.53">4881 4812 3679 0,'0'-1'320'0,"0"0"-320"15,0 1 0-15,0 0 0 0,0 0 480 0,0 0 32 16,0 0 0-16,0 0 0 0,1-2 192 0,-1 2 32 15,0 0 16-15,1 0 0 0,-1-2-224 0,0 2-32 16,0-1-16-16,0 1 0 0,0 0 112 0,0-2 32 16,1 0 0-16,-1 1 0 0,1-1-80 0,-1 2-16 15,0-2 0-15,1 0 0 0,0 1 80 0,-1-1 16 16,0 2 0-16,0-2 0 0,1 1-112 0,0 1 0 16,-1 0-16-16,1-2 0 0,-1 2-256 0,1 0-48 15,-1 0-16-15,0 0 0 0,0 0-48 0,1 0 0 0,-1 2 0 0,0-2 0 16,0 0 0-16,1 1 0 15,-1 1 0-15,0 0 0 0,0-1 176 0,0 1 16 16,0 0 16-16,0-2 0 0,0 2-48 0,0-2-16 0,-1 1 0 0,1 1 0 16,-1 0-48-16,1-2-16 0,-1 0 0 0,1 0 0 15,-1 0 32-15,0 0 0 0,1 0 0 0,-1 0 0 16,1-2-32-16,0 2 0 0,0-3 0 0,0 1 0 16,0 2-16-16,1-4 0 0,1 1 0 0,-1 0 0 15,1 0-192-15,0 0 176 0,1-2-176 0,-1 2 160 16,-1 1-160-16,1-2 0 0,1 1 0 15,-2 0 0-15,1 1 0 0,-1 1 0 0,0 0 0 0,0 1 0 16,0 0 0-16,-1 0 0 0,0 1 0 0,0 0 0 0,0 1 0 0,0-1 0 16,-1 3 0-16,0-3 0 0,1 3 0 0,-2-2 0 15,1 1 0-15,-1 2 0 0,0-1 0 16,0-1 0-16,0 2 0 0,1-1 0 0,-1-2 0 0,0 1 128 16,1-1-128-16,-1-1 0 0,0 1 208 0,1 0-32 15,0-2-16-15,0 0 0 0,1 1 16 0,0-1 0 0,0 0 0 0,0 0 0 16,1 1-176-16,1-1 0 15,2 2 0-15,2-2-11792 0</inkml:trace>
  <inkml:trace contextRef="#ctx0" brushRef="#br0" timeOffset="108123.16">3718 8729 5519 0,'-2'3'496'0,"1"-1"-496"15,1-2 0-15,0 0 0 0,0 0 704 0,0 1 32 0,-1 0 16 0,1 1 0 16,0 1 112-16,1-1 32 0,1-4 0 0,2-1 0 16,0-3 336-16,3-4 80 0,0-4 16 0,3 0 0 15,-1-1-48-15,1-4 0 0,3-2 0 0,1-2 0 16,1-4-128-16,0-1-48 0,0-1 0 0,0-1 0 16,0-1-320-16,1 1-64 0,-2 0-16 0,-1 2 0 15,-1 0-144-15,0 3-48 16,-1 2 0-16,-1 2 0 0,1-1-176 0,0 1-32 0,-3 2-16 0,0 1 0 0,0 3-288 0,-2 0 0 15,1 1 0-15,-3 0 0 0,1 4-208 16,-2 2-48-16,-1 2-16 0,0 0 0 16,-2 3-944-16,0 0-192 0,-1 1-48 0,0 4-10064 15</inkml:trace>
  <inkml:trace contextRef="#ctx0" brushRef="#br0" timeOffset="108486.9">3816 8606 4607 0,'-4'4'192'0,"1"-1"64"0,1-1-256 0,1-2 0 0,1 0 0 0,0 0 0 16,1-2 704-16,0 0 80 16,1 1 32-16,1-5 0 0,1-2 192 0,1-3 32 15,0-1 16-15,2-3 0 16,-1-3 0-16,2-2 0 0,0-4 0 0,1-2 0 0,0-3 256 0,0-1 48 0,0-1 16 0,2 2 0 0,0-1 160 0,-2 0 48 15,1 2 0-15,-1-3 0 16,3 1-368-16,-2-2-80 0,0-2-16 0,-1 2 0 0,-1 2-432 0,-1-2-96 16,0-3-16-16,0-2 0 0,-1 4-256 0,1-7-64 15,-1-1-16-15,1-3 0 0,-1 3-240 16,-1-4 0-16,1 5 128 0,-2-3-128 16,3-2 0-16,-2 3 0 0,3-4 128 0,0 4-128 0,0 0 0 0,2 1 0 15,0 0 0-15,1 3 0 0,-2 5 0 0,0 2 0 31,-1 5 0-31,-1 2 0 0,-1 6-272 0,0 1 0 16,-1 3 0-16,1 0 0 16,-1 4-912-16,0 1-176 0,0 4-48 0,-3 0-7200 0,1 4-1440 0</inkml:trace>
  <inkml:trace contextRef="#ctx0" brushRef="#br0" timeOffset="109167.25">3894 8369 7359 0,'-1'5'656'0,"0"-3"-528"16,1-2-128-16,0 0 0 0,0 0 672 0,0 1 96 15,0 0 32-15,1 1 0 16,-1-1 368-16,1 1 80 0,0-4 16 0,0-1 0 15,2-1 288-15,-1-4 64 0,1-1 16 0,0 0 0 0,2-1-208 0,-1-2-32 16,2-2-16-16,0-2 0 0,1-2-160 0,0 0-16 16,1-2-16-16,-1-1 0 0,2-2-288 0,0-5-48 15,1-2-16-15,0-2 0 0,1-4-208 0,1-2-48 16,-2 0-16-16,0-2 0 0,1-3-128 0,1-4-32 16,1-2 0-16,1-3 0 0,1-4-80 0,-1-1 0 15,1 1-16-15,-1 1 0 0,1-2-112 0,1 0-32 0,1 2 0 16,-2 2 0-16,-4 9-160 0,1-2 0 0,-1 2 0 0,0 1 0 15,-1 5 0-15,0 3 0 0,-1 2 0 0,0 2 0 16,-1 5 0-16,1-2 0 0,-2 4 0 0,0 0 0 16,-2 5 0-16,0 3-144 0,0 4 144 0,-2 2 0 31,0 3-944-31,0 0-80 0,0 2 0 0,0 1-16 0,0 1-1648 0,-1 2-336 0,0 1-64 16,0 1-8912-16</inkml:trace>
  <inkml:trace contextRef="#ctx0" brushRef="#br0" timeOffset="109530.98">4096 7597 4143 0,'-6'13'0'0,"2"-9"176"0,1 4-48 0,1-3 0 0,1-1-128 0,0-4 0 15,0 3 0-15,0-1 0 0,-1 3 672 0,-1 0 112 16,1 1 32-16,1-3 0 0,-1 0 160 0,1-3 48 15,1-1 0-15,1-3 0 0,0-1 352 0,1-7 80 16,1-2 16-16,2-3 0 0,0-4-160 0,1-5-32 16,1-2 0-16,1-3 0 0,-1 2-368 0,2-6-80 0,2-1 0 0,-1-5-16 15,2-1-32-15,-1-1 0 0,2 0 0 16,0-1 0-16,1-2 160 0,1-3 16 0,1-1 16 0,-2 0 0 16,-1 4-256-16,-1 0-48 0,1 1-16 0,0-1 0 15,1 2 176-15,-1-2 16 0,0 4 16 0,-1-1 0 16,-1 3-528-16,-1-1-96 15,1 1-32-15,-2 1 0 0,0 2-208 0,0 0 128 0,-1-2-128 0,1 1 0 16,-1 3 0-16,-2 0 0 0,0 3 0 0,-2 6 0 16,-1 3-592-16,-2 4-64 15,-1 5-16-15,-1 2 0 0,0 4-1040 0,-1 2-208 0,-2 3-32 0,-1 3-16 16,1 3-752-16,-2 3-160 0</inkml:trace>
  <inkml:trace contextRef="#ctx0" brushRef="#br0" timeOffset="109973.55">4212 7189 4607 0,'0'3'192'0,"0"0"64"0,0 0-256 0,0-1 0 0,-1-2 0 0,0 1 0 16,1 0 960-16,0 2 160 0,0 2 32 0,0-1 0 16,-1 1-384-16,1 0-64 15,-1-5 0-15,1 0-16 0,-1-3-96 0,1-2-16 0,1-1 0 0,-1-4 0 16,2-2 192-16,-2-7 16 0,3-2 16 0,0-5 0 16,2-5 480-16,-1 0 80 0,2-5 32 0,-1-2 0 15,3 0-480-15,-2-2-80 0,1 0-32 0,0 0 0 16,2-1-160-16,-1 1-48 0,2-3 0 0,-1-1 0 15,2 0 128-15,-1-2 32 0,1 2 0 0,-1-1 0 16,1 0 144 0,1-2 48-16,1-3 0 0,0-2 0 0,0 2-624 0,-1-2-128 15,0 5-32-15,0-2 0 0,1 1-160 0,-2 5 0 16,2 3 144-16,-2 5-144 0,-1 5 128 0,0 2-128 16,-1 2 160-16,1 0-160 0,-1 3 144 0,-1 3-144 15,-1 6 128-15,-3 0-128 0,-1 4 0 0,-1 3-176 16,-1 2 16-16,0 3 0 15,-2 0-1536-15,0 2-304 0,0 0-64 0,-1 2-10528 0</inkml:trace>
  <inkml:trace contextRef="#ctx0" brushRef="#br0" timeOffset="110399.04">4364 6524 4767 0,'1'5'0'0,"-1"-3"192"16,0-1-48-16,1 1 16 0,-1-2-160 0,0 0 0 0,1 0 0 0,-1-3 0 0,2 1 1824 0,0-4 336 16,0-3 64-16,1-2 16 0,0-1-640 0,0-5-112 15,0 1-16-15,1-5-16 0,0-1-176 0,2-7-16 16,0 0-16-16,1-3 0 0,1-1 96 0,0-3 0 15,1 3 16-15,0 0 0 0,-1-3-512 0,1 0-96 16,-1 6-32-16,0-6 0 0,1 1-16 0,0-1-16 16,-1-2 0-16,2-2 0 0,-1-3-240 0,0 3-32 15,0 0-16-15,1-1 0 0,0-2-80 0,2-3 0 16,0 0-16-16,1-1 0 0,0 3-144 0,-2 0-32 16,0 3 0-16,0 6 0 0,0 2 80 0,-1 0 16 0,0 4 0 0,-1 3 0 15,0 3-16-15,1-1 0 0,1-4 0 0,0 1 0 16,0 0-208-16,-1 0 144 0,1 1-144 15,-2 0 128-15,0 2-128 0,-1 0 0 0,-2 3 0 0,2 0 0 16,-1-1 0-16,-1 1 0 0,2 0-144 0,-1 2 144 16,0 4-320-16,-2 1 0 0,0 2 0 0,0 5 0 15,-3 0-720 1,1 2-160-16,-1 5-16 0,-1 0-13536 0</inkml:trace>
  <inkml:trace contextRef="#ctx0" brushRef="#br0" timeOffset="110761.69">4662 5490 5519 0,'-3'5'240'0,"1"-2"64"0,1-1-304 0,0-2 0 15,1-2 0-15,0 2 0 0,-1-3 896 0,1-1 112 16,-1-1 16-16,0-3 16 0,1-1 80 0,-1-3 16 15,1 0 0-15,0-2 0 0,1 2 208 0,0-2 32 16,2 2 16-16,-2-2 0 0,2 0-288 0,1 0-48 0,1 1-16 16,-1-3 0-16,2-2-176 0,0 0-32 0,2 0-16 0,-1-1 0 15,1 0-192-15,2-4-48 0,1 1 0 0,-1 0 0 16,0-1 64-16,0 0 16 16,1 0 0-16,-1 0 0 0,-1 2 0 0,0 1 0 0,1-1 0 0,-1 2 0 15,0 1-192-15,1 0-32 0,0 2-16 0,-1-1 0 16,1 1-192-16,-1 1-32 0,1 1-16 0,-2 2 0 15,0 3-176-15,-1 2 0 0,-1 0 0 0,0 3 0 16,0 1 0-16,-1 0 0 0,0 1 0 0,-2 0 0 16,2 1-128-16,-1-1-16 0,0 2 0 0,0-1 0 15,0 0-800-15,1 1-144 0,-1 0-48 0,1-2-12576 16</inkml:trace>
  <inkml:trace contextRef="#ctx0" brushRef="#br0" timeOffset="114364.58">4824 5028 1199 0,'0'-2'0'0,"-1"0"0"0,1 1 0 0,0-3 0 0,0 4 0 0,0-1 0 0,-1-2 0 0,0-2 0 16,-1-1 512-16,0-1 0 0,0-1 0 0,-1 2 0 0,2 1 432 0,0 1 80 15,0-2 0-15,0 2 16 0,0 0 48 0,0 1 16 16,0 0 0-16,1-1 0 0,0 0 272 0,1 0 48 15,0 1 16-15,1 0 0 0,0-2-240 0,1 0-48 16,1 0-16-16,1 0 0 0,2 1-176 0,0-3-16 16,3 2-16-16,0-2 0 0,3 1-192 15,0 0-32-15,1 0-16 0,1 0 0 0,-2-1-192 0,-13 7-48 0,29-10 0 0,-16 6 0 16,-13 4-320-16,23-10-128 0,-12 8 0 0,-2-3 144 16,-1 0-144-16,0 1-176 0,-2 1 48 0,1-2 0 31,-1 1-272-31,0-1-48 15,-2 1-16-15,0 1 0 0,1 1 48 0,-3-1 16 0,2 1 0 0,-2 0 0 32,1 2-416-32,-2-1-80 0,1 1 0 0,-2 0-16 0,1 1-752 0,-2 3-160 0</inkml:trace>
  <inkml:trace contextRef="#ctx0" brushRef="#br0" timeOffset="114631.49">4870 4948 2703 0,'-1'-3'0'0,"0"1"0"0,0 1 144 0,1-2-16 0,0 2-128 0,1 1 0 16,0-2 0-16,0-1 0 0,1-1 1088 0,0 0 208 15,2-2 48-15,1 0 0 0,1 0-128 0,2 1 0 16,0 1-16-16,2-1 0 0,0 0-48 0,3 0 0 16,-13 5 0-16,27-9 0 0,-27 9 160 0,29-10 32 15,-29 10 0-15,30-12 0 0,-30 12-64 0,32-11-16 0,-32 11 0 0,33-9 0 16,-33 9-432-16,0 0-96 0,43-5-16 0,-43 5 0 15,0 0-400-15,0 0-96 0,48 13-16 0,-48-13 0 16,0 0-208-16,0 0 0 0,42 38 0 0,-42-38 0 16,21 29 0-16,-21-29 0 0,17 35 0 0,-17-35 0 15,17 35-640 1,-17-35-192-16,16 32-16 0,-16-32-7152 0,14 31-1408 0</inkml:trace>
  <inkml:trace contextRef="#ctx0" brushRef="#br0" timeOffset="115248.57">4862 4954 911 0,'0'-3'0'0,"0"2"0"15,0-2 0-15,0 1 0 0,-1 0 512 0,1-1 0 16,0 2 16-16,0-2 0 0,0 0 448 0,-1-4 96 15,0 2 16-15,0-2 0 0,0 3 272 0,0 1 64 16,0-1 16-16,-1 3 0 0,1-1 16 0,1 2 0 16,-1-2 0-16,1 2 0 0,0 0 16 0,1-3 16 15,1 1 0-15,1 0 0 0,1-1-336 0,0 1-64 16,3-2 0-16,0 0-16 0,1-2-192 0,2 1-48 16,2-2 0-16,1-1 0 15,-1 0-160-15,1 1-32 0,1-1-16 0,2 1 0 0,0-1-112 0,-16 8-32 0,35-11 0 0,-35 11 0 16,0 0-224-16,53-2-64 0,-53 2 0 0,0 0 0 15,44 18-192-15,-44-18 0 0,0 0 0 0,0 0 0 16,39 31 0-16,-39-31-336 16,0 0 48-16,0 0 16 15,0 0-1808-15,0 0-352 0,30 29-80 0,-29-27-9680 0</inkml:trace>
  <inkml:trace contextRef="#ctx0" brushRef="#br0" timeOffset="115549.45">4816 4981 4031 0,'-2'-3'0'0,"1"-1"176"0,1-1-48 0,0 2-128 0,1 1 0 0,0-3 0 16,0-3 0-16,1-1 0 0,1-7 1552 0,1-2 208 16,4 1 32-16,-1 2 16 0,3 1 224 0,2 4 32 15,-1 1 16-15,3 2 0 0,2 0-224 0,-16 7-64 16,37-12 0-16,-37 12 0 0,40-12-592 0,-19 5-128 15,-21 7-32-15,41-14 0 0,-41 14-304 0,43-12-64 16,-43 12-16-16,41-9 0 0,-41 9-176 0,0 0-32 16,55 0-16-16,-55 0 0 0,0 0-192 0,46 19-48 0,-46-19 0 0,0 0 0 15,38 28-192-15,-38-28 0 0,0 0 0 0,25 33 0 16,-25-33 0-16,0 0 0 0,12 29-128 0,-12-20 128 31,1 0-1584-15,-2-1-208-16,-2-2-32 0,0 0-10800 0</inkml:trace>
  <inkml:trace contextRef="#ctx0" brushRef="#br0" timeOffset="115894.3">5067 4852 4031 0,'-1'-2'0'0,"1"0"176"0,0 0-48 0,0 0-128 0,0 1 0 0,0 1 0 0,0 0 0 0,1-2 0 0,1 1 2224 0,1-1 336 15,2 1 64-15,0 0 0 0,3 1-448 0,-8 0-80 16,0 0-32-16,0 0 0 0,41 10-640 0,-41-10-128 16,0 0-16-16,42 14-16 0,-42-14-480 0,0 0-80 15,56 27-32-15,-56-27 0 0,0 0-288 0,55 32-64 0,-55-32-16 0,37 23 0 31,-37-23-304-31,0 0 160 0,46 41-160 0,-46-41 128 0,24 32-128 0,-24-32 0 0,20 35-192 0,-20-35 192 47,18 38-1072-47,-18-38-80 0,15 35-32 0,-15-35 0 16,10 29-768-16,-6-17-160 0</inkml:trace>
  <inkml:trace contextRef="#ctx0" brushRef="#br0" timeOffset="135217.84">5092 4824 911 0,'1'-1'0'0,"-1"0"0"16,0 1 0-16,0 0 0 16,0 0 400-16,1 0 0 0,-1 0 0 0,1 0 0 0,0 2 672 0,0 0 128 15,0-1 16-15,0 1 16 0,0-2 144 0,1 0 32 16,-1 0 0-16,0 0 0 0,-1-3-64 0,1 1-16 15,1 1 0-15,-1 0 0 0,1 1-352 0,-1-2-64 16,2 1-16-16,-2 1 0 0,1 0-128 0,-1 1-48 0,2 1 0 0,0 0 0 16,1 1-304-16,-1 2-64 15,-3-5-16-15,0 0 0 0,19 32-16 0,-19-32 0 0,0 0 0 0,18 34 0 16,-18-34-160-16,21 40-32 0,-21-40-128 0,30 51 192 16,-14-22 16-16,-1 5 0 0,-2 4 0 0,-1-5 0 15,0-2-208-15,-2-5 128 0,0 0-128 0,-2-5 0 16,-8-21 0-16,13 35-192 15,-7-15 16-15,-2-2-7456 0,2 0-1504 0</inkml:trace>
  <inkml:trace contextRef="#ctx0" brushRef="#br0" timeOffset="135865.69">5162 4875 911 0,'-2'-3'0'0,"1"0"0"15,1 3 0-15,0-2 0 0,0 2 768 0,0-2 80 16,-1-1 16-16,0-1 0 0,0-2 432 0,0 0 96 15,1-2 16-15,-1 4 0 0,1-1 352 0,0 0 80 0,-1 3 16 0,1 0 0 16,0 1-48-16,0-1 0 16,-1 4 0-16,1-2 0 0,0 1-272 0,1 1-64 0,0 0-16 0,0 0 0 15,1 3-464-15,2 0-96 0,2 2 0 0,-6-7-16 16,0 0-96-16,28 43-16 0,-28-43 0 0,22 30 0 16,-22-30-272-16,34 43-64 0,-34-43-16 0,47 62 0 15,-23-21-96-15,-2 1-32 0,-3-4 0 0,-2-2 0 16,-3 1-288-16,-4-8 128 0,-2-7-128 0,0 3 0 0,-1-1 0 15,1 2 0-15,-2-3 0 0,2 1 0 0,-3 2 0 0,1-3-224 16,-1-3 64-16,0-1 16 16,0-3-1136-16,-1-1-240 0,-4-15-32 0,7 20-8048 15,-5-14-1600-15</inkml:trace>
  <inkml:trace contextRef="#ctx0" brushRef="#br0" timeOffset="136232.06">5209 4990 2927 0,'-1'-5'0'0,"0"0"128"0,0 3-128 0,1 2 160 0,0 0-160 0,-1-2 0 0,-1-5 0 0,0 0 0 15,0-3 1344-15,0-2 256 0,0 0 32 0,1-2 16 16,2 2 272-16,0 1 64 0,2 2 16 0,0 2 0 15,1 2-176-15,-1 2-32 0,3 0-16 0,1 4 0 16,-7-1-576-16,0 0-112 0,0 0-32 0,0 0 0 16,39 33-384-16,-39-33-80 0,0 0-16 0,42 47 0 0,-42-47-128 0,38 57-16 15,-20-18-16-15,-2 0 0 16,2-1-48-16,-2 0-16 0,-1 0 0 0,-2-2 0 0,0 2-96 0,-1-3-32 16,-1-4 0-16,-1 2 0 15,1 3 96-15,-2 1 0 0,1-1 16 0,1-2 0 0,-3-2 16 0,1-1 0 16,1 3 0-16,-1-1 0 15,0-5-352-15,-1 1 144 0,2 0-144 0,-1-3 0 16,1 0-592-16,-1-1-240 0,-1-1-32 0,0-2-16 16,0 0-1920-16,-3-5-384 0</inkml:trace>
  <inkml:trace contextRef="#ctx0" brushRef="#br0" timeOffset="136642.22">5351 5057 911 0,'-4'-3'0'0,"3"3"0"0,-1-1 0 0,1 1 0 0,0 0 1344 0,1 1 176 15,0 4 32-15,0 0 16 0,0 4 368 0,1 1 80 16,2 4 16-16,0-2 0 0,2 2-368 0,1 0-80 15,0 0-16-15,-6-14 0 0,15 29-576 0,-15-29-112 16,17 33-32-16,-17-33 0 0,22 40-160 0,-22-40-48 16,20 38 0-16,-11-20 0 15,-1 2-160-15,1 4-32 0,1 4-16 0,0 2 0 0,0 5 112 0,-1 0 32 16,-1-2 0-16,0 0 0 0,-2-2-64 0,0 2 0 16,0 3 0-16,1 2 0 0,-1 0-224 0,1 4-48 0,0 6-16 0,1-3 0 15,-2-6-224-15,2 2 0 16,0 5 0-16,0-2 0 0,0-8 0 0,0 2 0 0,3 7 0 0,0 0 0 15,1-2-144-15,-1-5 144 0,1-5-208 0,0-2 80 32,1-3-656-32,-2-2-128 0,-1-2-32 0,1 0 0 0,-1 4-640 15,1-1-128-15,-1-1-16 0,0 0-16 0,-1-3-64 0,1-4-16 0</inkml:trace>
  <inkml:trace contextRef="#ctx0" brushRef="#br0" timeOffset="137069.89">5505 5621 1551 0,'-1'-3'0'0,"0"1"0"0,0 2 0 0,1 0 128 0,0 0-128 0,1 2 0 0,0 1 0 0,1 2 0 15,1 1 1488-15,1 4 272 0,2 4 48 0,1 3 16 16,0 2 48-16,0-2 16 0,2 4 0 0,0 0 0 16,1 3-368-16,0 0-80 0,2 5-16 0,-2 1 0 15,1-2-288-15,-1 1-64 0,1 4-16 0,0 0 0 16,0 2-304-16,1 6-64 0,0 4-16 0,0 1 0 15,-2 0-384-15,-1-3-80 0,0-2-16 0,1 6 0 16,0 2-192-16,1 2 128 0,1 3-128 0,-1-2 0 0,0 0 240 16,0 1-48-16,1-1-16 0,-1-7 0 0,-1-8 112 0,0 1 32 15,2 3 0-15,1-1 0 0,1-4-128 0,1 1 0 16,0-3-16-16,0-3 0 0,-1-2-176 0,-1-3 0 16,1 0-160-16,-1-3 160 15,0-4-768-15,0 3-48 0,0 1-16 0,0-2 0 16,-1 1-832-16,1-3-160 0,-1 2-32 0,-1 0-7952 0</inkml:trace>
  <inkml:trace contextRef="#ctx0" brushRef="#br0" timeOffset="137577.7">5777 6322 6447 0,'-3'10'272'0,"1"-5"80"0,1-2-352 0,0 1 0 15,0-2 0-15,1 3 0 0,0 0 1152 0,-1 4 144 16,0 6 48-16,1 3 0 16,0 4 0-16,1 2 16 0,0 4 0 0,1-2 0 0,3 2-16 0,0 4-16 15,2 8 0-15,0-5 0 0,1-6-224 0,1 4-32 0,1 10-16 0,2 2 0 16,0 0 16-16,1 0 0 15,1 5 0-15,-1 1 0 0,1 2-400 0,-1-4-80 0,-3-8-16 0,1 2 0 16,0 6-304-16,1 4-64 0,2 3-16 0,0-1 0 16,0-3-192-16,1-7 0 0,1-2 0 0,2-2 0 15,-1 1 0-15,2-2 0 0,1 1 128 0,-1-1-128 16,-3-5 0-16,1 1 0 0,3-1 0 0,-2-2 0 16,0-2 0-16,0-4-240 0,3 1 48 0,-3-4 16 15,0-5-992-15,-18-19-208 0,35 31-32 0,-35-31-10896 16</inkml:trace>
  <inkml:trace contextRef="#ctx0" brushRef="#br0" timeOffset="138848.28">6053 7486 3679 0,'-4'0'320'0,"0"0"-320"15,1 0 0-15,4 0 0 0,-1 0 832 0,-2-2 112 16,-2 2 16-16,-5 0 0 16,0 0 48-16,-1 0 16 0,2 0 0 0,1 0 0 0,3 0-240 0,0 0-32 0,3 0-16 15,0 0 0-15,2 2 16 0,0 1 0 0,-1 0 0 0,4 0 0 16,1 3 128-16,-1-1 16 0,2 2 16 0,1 2 0 16,3 2-112-16,2 2-32 0,-12-13 0 0,28 28 0 15,-28-28-384-15,33 36-64 0,-18-17-32 0,-3 2 0 16,-2 1-288-16,-1 2 0 15,1 2 128-15,-3-2-128 0,0-6 144 0,-1 2-16 0,1 6-128 0,0 4 192 16,0-2 96-16,2 3 16 0,-3-2 0 0,2 1 0 16,1 6-16-16,0 2 0 0,-1 1 0 0,2 0 0 15,-2 4-288-15,1-7 160 0,-1-5-160 0,2 1 128 0,1 2-128 16,1 1 0-16,1-4 0 0,1 0 0 16,1 2 0-16,-1 0 0 0,0-6 0 0,-1-6 0 15,-1-5-384-15,-2-3 32 16,-1 3 16-16,1-2 0 15,-1 0-720-15,-1-2-144 0,0 0-16 0,-1-3-16 0,-1-1-192 0,-1 1-48 0,0-6 0 0,-2 1-6080 0</inkml:trace>
  <inkml:trace contextRef="#ctx0" brushRef="#br0" timeOffset="139221.91">6191 7795 4655 0,'-1'5'0'0,"0"-3"192"0,0 3-48 0,0-2 0 0,1 1-144 0,0-2 0 0,0 1 0 0,1 4 0 0,0 3 1600 0,0 7 304 0,3 6 48 0,1 1 16 0,0 4-64 0,1 2-16 31,1-1 0-31,3 2 0 0,-1 0-496 0,1 0-112 0,-1-1 0 0,2-2-16 16,-1 4-448-16,0-2-96 16,2 4-16-16,0 2 0 0,2 4-320 0,1 4-64 0,2 2 0 0,-3-1-16 0,2 0-176 0,-1 0-128 15,-1 7 192-15,-1-5-192 0,1-2 0 0,-2 0 0 16,0 4 0-16,-1-8 0 16,-2-4 144-16,1-4-144 15,-3-1 0-15,1-5 144 0,0-1-144 0,0-1 0 0,2-2 0 16,0-3 0-1,-1-5-1056-15,0-3-96 0,-9-12 0 0,0 0-16 16,24 20-1072-16,-24-20-192 0</inkml:trace>
  <inkml:trace contextRef="#ctx0" brushRef="#br0" timeOffset="139603.1">6246 7762 3679 0,'-2'4'320'0,"1"-1"-320"15,0-1 0-15,0-2 0 0,1 1 384 0,0 3 0 16,-2 0 0-16,-1 4 0 0,-1 1 176 0,0 3 32 15,0 2 16-15,0-2 0 0,0 3 352 0,1-1 64 16,0 1 0-16,1 1 16 0,0 3 544 0,3 2 96 16,1 5 32-16,2 3 0 0,1 3 336 0,2 2 80 15,2 1 16-15,0 3 0 0,2 0-608 0,1 5-128 16,1-3-32-16,1 5 0 0,1 3-784 0,3-1-144 0,0 1-48 0,0-4 0 16,0-3-224-16,2 2-48 0,1 2-128 0,3 0 192 15,0-3-192-15,-2-2 144 0,-2 1-144 0,-1-1 128 16,-1 4-128-16,-4-12 0 0,0-8 0 0,-2-3-176 15,1-1-464-15,0-2-112 16,-1-2-16-16,0-1 0 16,-12-15-608-16,24 23-128 0,-24-23-32 0,0 0-6096 0,0 0-1232 0</inkml:trace>
  <inkml:trace contextRef="#ctx0" brushRef="#br0" timeOffset="140013.91">6262 7938 911 0,'-3'8'0'0,"1"-5"0"0,0 2 0 0,1-3 0 16,1 0 400-16,0-1 0 16,0 3 0-16,-1 1 0 0,0 2 656 0,-1 5 128 0,1 3 32 0,-1 3 0 15,2 1 272-15,0 2 64 0,2 1 16 0,1 2 0 16,1 4 256-16,2-2 48 0,-1 2 16 16,2 3 0-16,1 7-352 0,3 3-80 0,0 4-16 0,2 2 0 15,1 3-512-15,0 0-96 0,2-5-32 0,1 5 0 0,1 7-416 0,2 1-96 16,-1 3-16-16,0-2 0 0,-2 2-272 0,-2-9 0 15,-1-5 0-15,0-9 0 0,-1-2 0 0,0-6 0 16,0-3-176-16,0-4 176 16,2-5-640-16,0-2-32 0,0-2 0 0,-15-14 0 15,28 26-1360-15,-28-26-272 0,28 21-48 0,-28-21-6592 0</inkml:trace>
  <inkml:trace contextRef="#ctx0" brushRef="#br0" timeOffset="140422.6">6257 8193 8287 0,'-3'10'368'0,"1"-3"80"0,1 0-448 0,1-1 0 0,0-2 0 0,1 0 0 0,1 5 560 0,0 6 16 15,5 9 16-15,2 11 0 0,4 8 304 0,2 3 64 31,3 3 16-31,2-2 0 0,1 1-80 0,2 3-32 0,3 7 0 16,2 6 0-16,2 6-368 0,-2-3-80 0,-2-5-16 0,-2-5 0 16,-1-4-240-16,-3-1-160 0,2-1 192 0,-5-3-192 0,-1-3 0 0,-3-5 0 0,-1-7 0 0,-2-2-144 15,1-5-64-15,-1-3-16 16,0-3 0-16,-1-4 0 16,1-1-640-16,0-4-128 0</inkml:trace>
  <inkml:trace contextRef="#ctx0" brushRef="#br0" timeOffset="146934.85">6549 8895 1839 0,'-5'-5'160'0,"1"3"-160"0,0-2 0 0,2 1 0 16,0 0 256-16,0 0 0 0,-1-1 16 0,-2-3 0 15,-1-5 1120-15,-3-2 208 0,0 0 64 0,2 4 0 16,0 3-192-16,3 2-16 0,0 3-16 0,1 2 0 16,1 5-32-16,0 0-16 0,1 2 0 0,-1 2 0 15,2 1-352-15,-1 2-64 0,1 0-16 0,0 0 0 16,2 4-64-16,-1-2 0 0,1 5-16 0,0-1 0 0,0-1-176 0,2 5-48 15,1 2 0-15,2 4 0 0,2 3-48 16,3 4-16-16,2 3 0 0,2 0 0 0,2 2 208 0,-2-1 32 16,0-2 16-16,1-1 0 0,0 4-304 15,-1-4-64-15,1 2-16 0,0-5 0 0,-2 0-336 0,0-4-128 16,0-1 0-16,-2-9 0 0,-13-19 0 0,0 0-320 16,37 24 64-16,-37-24 0 15,0 0-1424-15,0 0-288 0,46 4-48 0,-36-18-11088 0</inkml:trace>
  <inkml:trace contextRef="#ctx0" brushRef="#br0" timeOffset="147282.51">6436 8881 2751 0,'-5'-3'128'0,"2"3"16"0,1 0-144 0,0 0 0 16,1 0 0-16,1 0 0 0,0 0 1216 0,0 3 192 0,0 2 64 0,2 1 0 15,0 3 256-15,1 2 64 16,1 1 16-16,1 2 0 0,2 2-48 0,1 4-16 0,0 3 0 0,2 3 0 0,4 5-112 0,1 7-32 16,3 9 0-16,0-2 0 15,1 0-384-15,-2-2-96 16,-1-4-16-16,2 7 0 0,2 2-320 0,2 2-64 15,-2-1-16-15,0-4 0 0,-3-4-432 0,0-8-80 0,-1-2-32 0,-1-3 0 16,1-2-160-16,-1-2 0 16,-1-3 0-16,0-3 0 0,-14-18 0 0,25 29 0 0,-25-29 0 0,0 0 0 15,34 25-512-15,-34-25-96 0,0 0-16 0,0 0 0 16,0 0-1136-16,0 0-224 0</inkml:trace>
  <inkml:trace contextRef="#ctx0" brushRef="#br0" timeOffset="147535.46">6635 9323 6447 0,'-10'3'272'0,"3"0"80"16,3-1-352-16,2 1 0 0,0-3 0 0,0 0 0 0,0 2 832 0,-2-2 80 0,0 3 32 0,0 2 0 31,0 1 352-31,3 1 80 0,2 1 16 0,3 3 0 0,0-1 16 0,2 2 16 15,4 2 0-15,4 2 0 0,3 4-208 0,-17-20-32 16,40 40-16-16,-18-22 0 0,-1 4-720 0,1-2-160 0,-22-20-32 0,39 37 0 0,-39-37-496 0,31 33-96 31,-15-14-32-31,-16-19 0 16,23 21-1024-16,-23-21-208 0,0 0-32 0,0 0-7296 0</inkml:trace>
  <inkml:trace contextRef="#ctx0" brushRef="#br0" timeOffset="181424.57">6786 9680 4607 0,'0'0'400'0,"0"0"-400"15,0 0 0-15,0 0 0 0,0 0 784 0,0 0 80 0,0 0 16 0,0 1 0 16,0 0 80-16,0 2 0 0,0 1 16 0,1 1 0 0,0-2-16 0,1 2-16 31,0 1 0-31,2-1 0 0,-4-5-64 0,0 0-16 0,0 0 0 0,0 0 0 16,0 0-64-16,39 27-16 0,-39-27 0 0,0 0 0 15,0 0-96-15,36 5-32 0,-36-5 0 0,0 0 0 0,30-1-304 0,-21-1-64 16,0-1-16-16,-1 0 0 16,0 1-592-16,0 0-128 0,-2-2-32 0,0 1-6336 31,-1 0-1264-31</inkml:trace>
  <inkml:trace contextRef="#ctx0" brushRef="#br0" timeOffset="181787.59">6856 9812 3679 0,'-1'3'160'0,"0"-3"32"0,1 2-192 0,0-2 0 16,0 1 0-16,0-1 0 0,1 2 880 0,-1-1 128 15,3 0 16-15,0 1 16 0,3 1 304 0,-2-3 48 16,2 0 16-16,1-3 0 0,1 1 400 0,-1-3 96 15,2 0 16-15,2-3 0 0,-2 0-352 0,1 1-64 16,0-4-16-16,1 1 0 0,0-2-416 0,1 0-96 16,-1-2-16-16,0 0 0 0,-1 0-512 0,0-1-96 0,0 0-32 0,0-1 0 15,-1 2-320-15,-1-2-208 0,2 1 16 0,-3-2 16 32,2 1-1216-32,-1-1-240 0,0 3-48 0,-1 2-16 15,-1 4-416-15,0-1-64 0</inkml:trace>
  <inkml:trace contextRef="#ctx0" brushRef="#br0" timeOffset="182865.51">6980 9768 7359 0,'-3'0'656'0,"1"0"-528"16,1 0-128-16,0 0 0 0,1 0 416 0,0 0 48 0,0 0 16 0,0 0 0 15,0-2 1088-15,0 1 224 0,1-3 32 0,1 0 16 16,1-2-240-16,1-3-32 0,2 1-16 16,0-4 0-16,1 3-272 0,1-3-64 0,0 0-16 0,-1-2 0 15,1-2-304-15,-1 1-48 0,1-1-16 0,1-1 0 16,-2-2-224-16,1-4-48 0,1-1-16 0,-1-2 0 15,0 4 16-15,0-4 0 0,0 3 0 0,0 1 0 16,-1 3-16-16,1-2 0 0,2-3 0 0,0-2 0 16,0-2-112-16,0 2-32 0,0-2 0 0,-1 1 0 15,-2-2-128-15,1 1-16 0,-1-2-16 0,0 3 0 16,-3 1-80-16,2-3-16 16,-2-1 0-16,1-3 0 0,0 0-144 0,-2-5 0 15,3-3 0-15,-2-5 0 0,0-3 0 0,0 4 0 0,2 0 0 0,0 5 0 31,2 2-544-31,1 0-144 0,0 2-16 0,0 3-16 0,1 2-256 0,-2 1-48 0,-1 2-16 0,0 6 0 32,-1 0-112-32,0 6-32 0,-1 2 0 0,-1 2-11424 0</inkml:trace>
  <inkml:trace contextRef="#ctx0" brushRef="#br0" timeOffset="183303.79">7157 9037 1887 0,'1'3'0'0,"0"-1"0"0,0 0 0 0,0-2 176 16,-1 0-176-16,0 0 0 0,1 0 0 0,0 0 0 0,2 0 1200 16,1-2 208-16,-1 0 32 0,0-3 16 0,2-1 528 0,-1-2 128 15,0-1 0-15,2-1 16 0,-1-2-400 0,1-2-64 16,0-3-32-16,1-2 0 0,0-2-352 0,2-2-64 16,0-2 0-16,1-5-16 0,0-1-256 0,1-3-48 15,-1 2-16-15,-1 0 0 0,1 0 192 0,1-2 32 16,0-2 16-16,-1-2 0 0,0 0-336 0,-1-2-64 15,0-2-16-15,-1-1 0 0,-1 5-400 0,0 0-96 16,-1 5-16-16,1-5 0 0,-1-4 0 0,2 1-16 16,-1 1 0-16,0 2 0 0,-1 0-176 0,0 2 0 0,-2 2 144 0,1 4-144 15,0 2 0-15,-1-1 0 0,1 1 0 0,-1 2 0 16,-2 1 0-16,0 2-240 0,0 2 48 16,0 4 0-1,-1 2-1264-15,1 2-240 0,-1 4-48 0,0 4-16 16,0 0-880-16,0 2-176 0</inkml:trace>
  <inkml:trace contextRef="#ctx0" brushRef="#br0" timeOffset="183697.48">7340 8566 11967 0,'0'0'528'0,"0"0"112"0,1-3-512 0,0 0-128 16,0 1 0-16,0 0 0 0,0-5 1072 0,1-3 176 15,3-6 32-15,0-11 16 0,4-5 960 0,0-4 192 0,0-2 48 16,1-1 0-16,1 0-752 0,1-3-144 15,0-1-16-15,0-2-16 0,2-1-576 0,-1-1-112 16,0-3-32-16,-1 1 0 0,-1 5-224 0,0-2-48 0,2 2-16 0,-2 0 0 16,1-2-240-16,-1 1-64 0,-1-2 0 0,-1 4 0 15,-1 5-64-15,-1 1 0 0,2-1-16 0,-2 2 0 16,1 1-176-16,-2 4 0 0,1-2 0 0,-2 5 0 16,0 1 0-16,-1 1 0 0,1 2 0 0,-2 3 0 15,1 4-480-15,-3 1-80 16,1 2-16-16,0 2 0 0,0-2-1472 0,-1 2-288 0</inkml:trace>
  <inkml:trace contextRef="#ctx0" brushRef="#br0" timeOffset="184660.53">7587 7567 5519 0,'0'1'496'0,"0"-1"-496"31,0-1 0-31,0 1 0 0,-1-2 704 0,0 2 32 0,0-2 16 0,0 1 0 16,1-1 272-16,-1-2 48 0,0 1 16 0,0-2 0 16,1-1 256-16,0 0 64 0,1-3 16 0,1 0 0 15,1-3 176-15,1-4 48 0,2-2 0 0,0-5 0 16,1-3-112-16,2-4 0 0,1-7-16 0,1-5 0 16,0-1-416-16,-1 2-80 0,2-1 0 0,0-8-16 15,2-4-320-15,0-7-64 0,2-4-16 0,-1 1 0 16,-1 7-176-16,1-4-48 0,1 0 0 0,1 0 0 15,1 2-128-15,-2 2-16 0,0 5-16 0,-1 3 0 16,0 6 64-16,-1 2 16 0,-1 1 0 0,-1 3 0 16,-1 3-112-16,-1-1 0 0,-2 2-16 0,0 1 0 15,-1 6-176-15,-1 0 0 0,-1 2 0 0,-1 1 0 0,0-1 0 16,1 3-320-16,-2-1 48 0,0 1 16 16,2 4-1360-16,-2 2-272 0,0 4-48 0,-1 2-8016 15,0 4-1600-15</inkml:trace>
  <inkml:trace contextRef="#ctx0" brushRef="#br0" timeOffset="185042.11">7740 6776 4607 0,'2'-3'400'0,"-1"0"-400"0,1 1 0 0,-1 0 0 16,1-2 784-16,-1 1 80 0,1-2 16 0,3-5 0 15,1-5 1168-15,3-8 256 0,2-7 32 0,-1-4 16 16,1-4-416-16,0-1-80 0,0 0 0 0,-1 1-16 16,-1 3-624-16,-1-3-112 0,1 0-16 0,-2-2-16 15,1 2-192-15,0-3-48 0,-1-1 0 0,1-1 0 0,-1 5-256 16,1 4-48-16,-1 0-16 0,1 0 0 0,4-4-96 0,0-2-32 15,0 5 0-15,-1 0 0 0,0 1-224 0,-1 4-160 16,-2 1 192-16,1 2-192 16,-2 4 144-16,0 1-144 0,0 3 0 0,-2 0 144 0,1 4-144 0,1-2 0 15,-1-1 0-15,2-2 0 16,-2 2-544-16,1 0 16 0,-2-2 0 0,-1 2 0 16,0 1-1168-16,-1 0-224 0,0 2-64 0,-1 2-9984 0</inkml:trace>
  <inkml:trace contextRef="#ctx0" brushRef="#br0" timeOffset="185436.9">7808 6332 3791 0,'0'-2'336'0,"0"-1"-336"0,0-1 0 0,0 1 0 0,1 1 1264 16,0-5 176-16,0-2 32 0,1-9 16 15,-1-7 1088-15,3-6 224 0,1-2 32 0,0-1 16 0,2 1-688 0,0-3-144 16,2 1-32-16,-1 0 0 16,1-1-704-16,0 0-160 0,1-2-32 0,0 0 0 0,2-3-448 15,2 2-112-15,1 1-16 0,0 2 0 0,-1 3-32 0,1 0-16 16,3-3 0-16,-1 1 0 0,1 2-32 0,0-4-16 15,0 2 0-15,-1-2 0 0,-2 6-224 0,-1 0-32 16,-1 2-16-16,1 1 0 0,-1-5-144 0,1 2 0 16,-2 0 0-16,0 2 0 0,0 1 0 0,-2 2-144 0,1 0 144 0,-2 2-160 31,0 3-544-31,-2 1-96 0,-1 3-32 0,-3 4 0 16,1 4-192-1,-1 2-32-15,-2 4-16 0,-1 3 0 0,-1 2-704 0,-1 2-144 0,0 2-16 0,-1 4-8912 0</inkml:trace>
  <inkml:trace contextRef="#ctx0" brushRef="#br0" timeOffset="185816.96">8023 5758 8287 0,'-5'0'368'0,"3"-1"80"0,0 0-448 0,1-1 0 32,0-1 0-32,1 1 0 0,0-3 1600 0,0 0 256 0,1-6 32 0,0-4 16 0,1-2-256 0,1-4-48 31,2-2-16-31,1-3 0 0,1-1 16 0,1-1 0 0,3-3 0 0,1-2 0 0,1-2-256 0,0 0-32 0,1 0-16 0,-1 3 0 16,0 0-720-16,0 2-160 0,1-1-32 15,-1 0 0 1,0 3-160-16,0 0-32 0,-1 4-16 0,0 0 0 15,0 0 240-15,-1 1 48 0,0 4 16 0,-1-3 0 16,1 3-208-16,-1 0-32 0,0 3-16 0,1 1 0 16,0-1-80-16,1 1-16 0,0 3 0 0,-1 1 0 15,-2 4-128-15,1-1 0 0,-1 2 0 0,0 0 128 16,2 2-128-16,-2-1 0 0,2 0 0 0,-3 3 0 0,1 0-256 0,-1 0-16 16,-1 0-16-16,1 1 0 15,-3-1-592-15,1 1-112 0,-3 1-32 0,1 0 0 16,0-2-448-16,-1 2-80 0,-2 0-32 0,-1 2 0 15,1 1-800-15,-2-1-176 0</inkml:trace>
  <inkml:trace contextRef="#ctx0" brushRef="#br0" timeOffset="186134.79">8095 5294 5519 0,'-12'7'240'0,"4"0"64"0,1-3-304 0,3-1 0 0,3-3 0 0,0 0 0 15,0 0 1760-15,0 0 288 0,-2-2 64 0,2 1 16 16,0-3 224-16,2-3 32 0,2-2 16 0,3-3 0 16,2-2-304-16,3-3-64 0,2-2-16 0,2-3 0 15,1-1-896-15,2-1-176 16,3-3-48-16,-2-1 0 0,2 0-400 0,0-1-96 0,0 1-16 0,0 4 0 16,-4 3 48-16,5-3 0 0,1 3 0 0,1-3 0 15,0 3-80-15,-3 2-16 0,-1 2 0 0,-2 4 0 0,-4 2-176 16,-2 2-32-16,-1 2-128 0,-3 0 192 0,-1 4-192 0,-1 1 0 15,-1 4 0-15,-2-1 0 0,-1 1 0 0,-1 3 0 16,-1-2-208-16,-1 1 64 16,-1 1-576-16,0 1-112 0,2-1-32 0,-3 0 0 15,1-1-736-15,1-1-128 0,-1 0-48 0,2-1-11280 16</inkml:trace>
  <inkml:trace contextRef="#ctx0" brushRef="#br0" timeOffset="186423.86">8247 5076 11055 0,'-2'-3'976'0,"0"0"-784"0,2 1-192 0,1 0 0 15,0-2 560-15,1 1 64 0,-1 0 16 0,3-1 0 16,3-6 784-16,2-4 176 0,3 0 16 0,3-3 16 16,1 0 256-16,1 1 48 0,0 2 16 0,1-3 0 15,3 0-576-15,1 1-112 0,-1-1-32 0,-1 3 0 16,-1 0-304-16,-1 2-64 15,-1 0-16-15,-1 3 0 0,-1 1-304 0,-1 2-64 0,-2-2-16 0,-2 4 0 16,1-1-464-16,-2 0 128 0,-1 3-128 0,0-2 0 0,-3 3 0 0,0-1 0 16,-1 2 0-16,-3 0 0 0,0 0 0 0,-1 2 0 15,-1 1 0-15,-1 1 0 16,-2-1-464-16,-1 2 16 0,1-1 0 0,-3 1 0 16,1 2-1088-16,-4-2-192 0,1 4-64 0,-3 1-11392 0</inkml:trace>
  <inkml:trace contextRef="#ctx0" brushRef="#br0" timeOffset="186547.3">8470 4903 9327 0,'7'-3'192'0,"-4"-1"64"0,0 3 0 0,-1-1 0 0,-1 0-256 0,1 1 0 0,0-1 0 0,5-4 0 0,3-2 3328 0,2-2 624 15,0 1 112-15,0-2 32 0,-1 3-2176 0,-1-2-448 0,-1 3-64 0,-1 0-32 16,0 3-1376-16,-3 1-128 0,1 1-112 0,-2 2-16 16</inkml:trace>
  <inkml:trace contextRef="#ctx0" brushRef="#br0" timeOffset="190349.44">1548 8999 6303 0,'1'0'272'0,"-1"-2"64"0,1-1-336 0,0 1 0 16,0 1 0-16,-1-2 0 0,3 0 1536 0,1-4 256 15,3-5 32-15,4-4 32 0,3-6 432 0,-1-2 80 16,4-4 0-16,0 0 16 0,0-1-1040 0,3-3-224 16,-1-2-32-16,2-1-16 0,0-1-400 0,1-2-80 15,2-2-16-15,0 0 0 16,1 1-288-16,0-1-64 0,1-1-16 0,-2 1 0 0,0 4-208 0,-4 2 0 0,-1 4 0 0,-1 0 0 47,-1 1-592-47,-1 3-176 0,-2 3-16 0,-1 3-10960 0</inkml:trace>
  <inkml:trace contextRef="#ctx0" brushRef="#br0" timeOffset="193652.32">499 9815 9215 0,'-1'0'816'0,"0"-2"-656"0,0 2-160 0,1 0 0 16,0 0 832-16,-1 0 144 0,0 0 32 0,-1 0 0 15,1 0 240-15,-1 2 48 16,1-2 16-16,0 2 0 0,0-2-224 0,0 3-64 0,1-2 0 0,0 0 0 15,1 1 48-15,0-1 0 0,0 1 0 0,0-2 0 16,1 2-48-16,-1-2-16 0,1 3 0 0,0-3 0 16,1 2-304-16,0-2-48 0,0 0-16 0,1 0 0 0,0 0-96 0,0 0-32 15,-1 0 0-15,1 0 0 16,1 0-96-16,-1-2-32 0,2 0 0 0,0 1 0 0,2-1-32 0,0-1-16 16,1 1 0-16,0 0 0 0,-2-3 32 0,0 2 0 15,0-3 0-15,0 0 0 0,2 2-16 0,-1-3 0 16,0 0 0-16,1-1 0 0,-2 2-32 0,0 1 0 15,-1-1 0-15,2 0 0 0,0 1-96 0,0-2-32 16,2 0 0-16,-1 0 0 0,0 0-192 0,0 0 176 16,0 2-176-16,0-2 160 0,0 2-160 15,1-2 160-15,0 0-160 0,0-1 160 0,1 2-160 0,-1-2 0 0,1 1 0 16,2-1 0-16,-2 0 0 0,-1-2 0 0,1 1 0 0,0-3 0 16,1 2 0-16,0-2 0 0,0-2 0 0,0 2 0 15,0 0 0-15,0-1 0 0,0 1 0 0,0 0 0 16,1-2 0-16,0 1 0 0,1-1 0 15,0 0 0-15,1 2 0 0,-1 0 0 0,1-2 0 0,-1 5 0 16,-3-1 0-16,3-1 0 0,2-1 0 0,1-2 0 16,2-1 0-16,-2 1 0 0,1-1 0 0,-2 1 0 15,-1-1-192-15,-1 0 16 0,-1 1 16 0,-1-1 0 16,-1 1-752-16,-1 2-160 0,0 3-16 0,-2-1-10048 16,-1 3-1984-16</inkml:trace>
  <inkml:trace contextRef="#ctx0" brushRef="#br0" timeOffset="194367.45">1144 9346 2751 0,'0'3'0'0,"-1"-2"128"0,0-1-128 0,1 2 144 0,0-2-144 0,0 0 0 0,0 0 0 0,0 1 0 16,0 1 1232-16,1-2 224 0,0 0 32 0,0 0 16 15,1-2 480-15,1 1 80 0,0-1 32 0,0 0 0 16,1-2-512-16,1 1-112 0,-1-2 0 0,2 1-16 16,0 1-304-16,0-3-64 0,0 1-16 0,0-1 0 0,2 2-336 0,-2-4-64 15,1 4-16-15,-1-4 0 0,1 2 192 0,0-2 48 16,-1 1 0-16,2-2 0 0,-1 1-64 0,1-1-16 15,-1 2 0-15,0-2 0 0,0 2-256 0,0-3-48 32,1 3-16-32,-2-2 0 0,1 1-144 0,-1-1-32 15,3 2 0-15,-2-3 0 0,1 3-192 0,-2 0-128 0,1 0 160 0,-2 0-160 0,2-1 160 0,-1 0-160 16,1 0 160-16,0 1-160 0,-1-2 224 0,1 1-48 16,0-1-16-16,1 2 0 0,-2-3 16 0,2 3 0 31,-1-2 0-31,1-1 0 0,-2 3 48 0,1 0 16 15,0-3 0-15,-1 3 0 0,2-2-112 0,-2 0-128 16,2 1 176-16,-1-1-176 0,1 1 160 0,-1-1-160 0,1 2 128 0,-1 0-128 0,1 0 160 0,0-2-160 0,-1 2 192 0,0-1-192 16,0 1 176-1,0 1-176-15,1 0 160 0,-1-2-160 16,0 2 128-16,0-1-128 0,0-1 0 0,-1 0 0 16,1 0 0-16,-1-1 0 0,1 2 0 0,0-3 0 15,0 1 0-15,-1 2 0 0,0-2 0 0,1 1 0 16,-1-2 0-16,1 2 128 0,-1 0-128 0,0-1 0 15,1 1 0-15,-1-1 128 0,0 2-128 0,1-3 0 16,-1 3 0-16,1-2 0 0,0-1 0 0,1 0 0 16,-2 1 0-16,2 0 0 0,-2-2 0 0,3 2 0 0,-1-3 0 15,0 1 128-15,1 1-128 0,-2-1 0 0,1 1 0 16,1-2 0-16,-1 2 0 0,1-1 0 0,0-1 0 0,0-2 0 16,1 0 0-16,0-1 0 0,1 0 0 0,-1-3 0 15,2-2 0-15,-1 0 0 0,-1 1 0 0,0-2 0 16,1 0 0-16,1 0 0 0,-1 1 0 0,-1 1 0 15,1 0 0-15,0-2 0 0,2-1 0 0,0 1 0 16,0-2 0-16,1 2 0 0,0-1-192 0,1 3 0 0,-2-1 16 16,0 0-17616-16</inkml:trace>
  <inkml:trace contextRef="#ctx0" brushRef="#br0" timeOffset="195489.77">1941 8340 7359 0,'0'3'656'0,"0"-1"-528"0,0-4-128 0,1 1 0 0,-1 1 1040 0,1 0 176 16,0-2 48-16,1 0 0 0,0-2-112 0,0-1-32 16,1 0 0-1,1-5 0-15,0 1-288 0,1-1-48 0,-2 2-16 0,2-1 0 0,-1-4 128 0,2 0 32 0,0-3 0 0,2-1 0 16,-1 0 192-16,0-1 32 0,0-1 16 0,0 0 0 16,3 0-128-16,-4 0-16 15,2-2-16-15,-1 2 0 16,0 4-608-16,0-3-112 0,-1 2-32 0,1 1 0 15,-1-2-256-15,1 0 0 0,0-2 128 0,1 0-128 16,0-1 128-16,0-1-128 0,2-2 144 0,-1-1-144 16,1-2 304-16,1-2-48 0,0 0 0 0,1-5 0 15,-1 2 144-15,1-5 32 0,1 0 0 0,-2 1 0 0,1 4-176 16,2-5-48-16,3-6 0 0,2-8 0 0,1-7-32 16,0 0-16-16,-2 1 0 0,1 3 0 0,0 1 96 0,1-2 0 15,1 1 16-15,2-3 0 0,-5 3-272 0,0 6 128 16,-3 0-128-16,4-5 0 0,1-3 0 0,3-5 0 15,0 2 0-15,0 3 0 0,-1 2 0 0,1 4 0 16,0 1 0-16,-2 3 0 16,0 3-1456-16,0 1-192 0,-2-1-32 0,-1 3-7952 15,-2 5-1584-15</inkml:trace>
  <inkml:trace contextRef="#ctx0" brushRef="#br0" timeOffset="196247.18">2373 7266 7359 0,'0'0'656'16,"-1"0"-528"-16,1 0-128 0,0 0 0 15,0 0 912-15,-1 2 160 16,1-2 16-16,-1 0 16 0,1 0 560 0,0 0 128 0,-1 0 0 0,1-2 16 16,0 0 256-16,0-3 48 0,1-2 16 0,-1 0 0 15,2-3-256-15,0-1-48 0,0-1-16 0,0 0 0 0,1-2-848 0,-1-1-192 16,1-1-16-16,0 1-16 0,0-1-432 0,1-3-96 16,-2 0-16-16,2-3 0 0,0 1 48 0,-1-2 0 15,2-1 0-15,0-4 0 0,-1-1 208 0,1 3 64 16,0 3 0-16,-1-1 0 0,1-2-192 0,1-6-48 15,2-2 0-15,0-2 0 0,1-5-112 0,2 1-32 16,-1-4 0-16,1-2 0 0,0 2-128 0,-1-3 0 16,2-5 0-16,1 0 0 0,0 2 0 0,-1-4 0 15,2-2 128-15,0 0-128 0,-2 4 0 0,0-1 0 16,1 0 0-16,1-2 128 0,1 0 0 0,-1-1 0 0,0 1 0 0,-1 3 0 16,-1 3 64-16,1-1 0 0,1-2 0 0,0 2 0 15,0-2-192-15,0 5 0 0,-2 6 144 0,1 3-144 16,0 0 0-16,1 0 128 15,1 1-128-15,0 2 0 0,0 5 0 0,-2 2 0 0,0 2 0 0,0 4 0 16,-1-2 0-16,1 5 0 0,1 3 0 0,-1 1-128 31,-1 4-768-31,1 2-128 0,1 3-48 0,-1 2-16064 0</inkml:trace>
  <inkml:trace contextRef="#ctx0" brushRef="#br0" timeOffset="196753.31">2576 6242 7359 0,'-3'2'656'0,"1"0"-528"0,0-2-128 0,0 0 0 0,1 0 0 0,0 0 0 15,0-2 0-15,0-2 128 0,-1-4 448 0,-2-3 64 0,1-4 32 0,-1 1 0 16,1-2 496-16,0-1 112 0,0 0 0 0,1-1 16 16,0-2 336-16,2 0 64 0,0 0 16 0,1-3 0 15,2 1-288-15,1-4-48 0,0 0-16 0,2-3 0 31,1-1-336-31,0-4-64 0,1-3 0 0,1 3-16 0,-1 4-400 0,2 1-80 0,0-4-16 0,3 2 0 16,0 0 288-16,2-2 48 16,1 3 16-16,1-2 0 0,0-3 32 0,1-1 0 15,0-1 0-15,0 1 0 0,1-1-368 0,-3 3-64 16,-2 7-16-16,2-3 0 0,3-4-16 0,-1-1-16 16,1 0 0-16,0 0 0 0,0 0-128 0,-1 3-32 15,0 0 0-15,-1 2 0 0,-2 2-192 0,0 2 144 16,2 2-144-16,-2 1 128 0,-1 0-128 0,-1 5 0 15,-1 1 0-15,-3 2 0 0,-2 2 0 0,-1 5 0 16,-2 3 0-16,-1 2 0 0,-1 4 0 0,-1 1 0 16,-1 3 0-16,0 0 0 15,0 2-464-15,0 0-80 0,0 3-16 0,1-3-16672 0</inkml:trace>
  <inkml:trace contextRef="#ctx0" brushRef="#br0" timeOffset="197192.15">3050 4978 3679 0,'-3'-6'160'0,"1"2"32"0,1 0-192 0,0 2 0 15,1-1 0-15,0-1 0 0,0 1 768 0,0-3 96 16,1-2 32-16,1-5 0 0,-1-2-112 0,2 0-16 16,2 1 0-16,0 2 0 0,0 0 768 0,1 1 160 0,0 2 32 0,2 1 0 15,-2 1-32-15,2-3 0 0,1 4 0 0,0-2 0 16,0 3-400-16,2 0-80 0,-1 1 0 0,0-1-16 15,1 0-368-15,0 1-64 0,-1 1 0 0,1-1-16 16,-2 1-288-16,0 2-48 0,-1 0-16 0,0 1 0 16,0-2 0-16,-1 4 0 0,-1-2 0 0,0 2 0 15,-1 3-16-15,1 0-16 0,-1 1 0 0,-1 2 0 16,0 1-48-16,-1 3 0 0,-1 0 0 0,1 7 0 0,0 0-160 16,-2 4-32-16,1 1-128 0,-1 3 192 0,1 4-192 0,0-1 0 15,1 3 0-15,2 0-15456 16</inkml:trace>
  <inkml:trace contextRef="#ctx0" brushRef="#br0" timeOffset="197671.07">3309 4936 10127 0,'0'-5'448'0,"0"2"96"16,0 1-544-16,0 0 0 0,0 2 0 0,0-2 0 15,0 1 1408-15,0-1 192 0,0-1 16 0,0 1 16 0,0 0 224 0,0-2 32 16,0 1 16-16,0 1 0 0,0 1-736 0,0 1-144 16,0 0-16-16,1 0-16 15,0 1-304-15,0 3-64 0,1-1-16 0,0 1 0 0,-1 1 240 0,1 2 48 16,2 3 16-16,-1 0 0 0,1 6-256 0,-4-16-48 16,11 40-16-16,-5-16 0 0,1 6-144 0,-2 1-16 15,1 2-16-15,-2 3 0 0,0 0 32 0,0 2 0 16,-1 2 0-16,0 3 0 0,1 4-176 0,1 0-16 15,0 3-16-15,1-5 0 0,0 1-240 0,1-4 128 16,0-2-128-16,1 3 0 0,0 0 0 0,0 1 0 0,1 4 0 16,0 0 0-16,-2-4 0 0,0 0 0 0,-1-2 0 0,-1-3 0 15,0-2-432 1,-1-1 32-16,0-1 0 0,0-2 0 16,-2 0-768-16,2-3-160 0,-1-3-16 0,1-2-8656 0,-1-2-1728 0</inkml:trace>
  <inkml:trace contextRef="#ctx0" brushRef="#br0" timeOffset="198209.15">3264 5059 5007 0,'0'-3'0'0,"0"-3"192"0,0 0-48 0,0 2 32 0,0 2-176 15,0 0 0-15,-1 1 0 0,1-1 0 16,-1-3 1728-16,0 0 304 0,0 0 64 0,0 2 16 15,0 2-32-15,1-2 0 0,1 3 0 0,-1 1 0 16,2 1-432-16,-1 2-96 0,1 1-16 0,1 0 0 16,0 5-304-16,1-1-64 0,0 3-16 0,1 2 0 15,-5-14-288-15,12 35-64 0,-12-35-16 0,15 41 0 16,-15-41-144-16,16 47-16 0,-6-18-16 0,-1 2 0 16,0-3-128-16,2 5-32 0,0 5 0 0,1 7 0 15,1 5-192-15,0 0-64 0,-1-2 0 0,-2-4 0 16,-1-1-192-16,1 4 128 0,0 1-128 0,-1 2 0 0,0 3 128 15,-1-2-128-15,0-4 0 0,-1-8 0 0,-1-4 128 0,1 0-128 16,-1 3 0-16,2 5 144 0,0-2-144 0,-1 1 128 16,0-4-128-16,-2 0 128 0,1 0 0 0,-2-5-128 15,-1-1 192-15,1 5-64 0,1 3-128 0,-1 3 128 16,2 4-128-16,-1-1 128 0,0 0-128 0,-1-8 0 16,-1-9 0-16,0 2 0 0,1 9 0 0,1 3 0 15,-1 4 0-15,1-2 0 16,0-4-896-16,-1-3-128 0,1-6 0 0,-1-3-16 15,0-5-1264-15,0-4-256 0,-4-20-64 0,8 29-10112 0</inkml:trace>
  <inkml:trace contextRef="#ctx0" brushRef="#br0" timeOffset="198786.25">3583 6115 3679 0,'-7'-11'160'0,"3"7"32"0,1-1-192 0,0 2 0 0,1 3 0 0,1 0 0 16,-1 0 2112-16,-1 3 384 0,0 2 80 0,-2 2 16 0,1 5 128 15,0 4 32-15,1 3 0 0,2 1 0 0,0 5-640 0,1-1-128 16,1-1-32-16,0 1 0 0,1-2-688 0,0-3-144 15,0 2-32-15,0-2 0 0,1 1-224 0,0-4-48 16,0 1-16-16,0 0 0 0,1 0-352 0,1 4-80 0,-1 0-16 16,2 2 0-16,0 3-208 0,1-2-144 0,1 4 192 15,-1-2-192-15,-1 0 192 0,0 0-192 0,-1-2 192 0,0 0-192 16,0-2 176-16,-2 3-176 0,2 6 160 0,0 4-160 16,-1 1 128-16,1 4-128 0,-1 0 0 0,-2-2 0 15,1 0 0-15,-2-3 128 0,0-1-128 0,0-1 0 16,0-4 0-16,-1 2 0 0,1 2 0 0,0 0 0 15,0 3 128-15,0-3-128 0,0 2 0 0,1-3 144 16,1-4-144-16,0-1 128 0,1 2-128 0,-1 1 128 16,2 2 80-16,0-1 16 0,0-2 0 0,2 0 0 15,-1 1-96-15,2-2-128 0,-1 2 176 16,1-3-176-16,0-1 128 0,-1 0-128 0,1 0 0 0,0 3 0 16,2 2 0-16,-1-1 0 0,1 1 0 0,-2-1 0 0,2-1 0 0,-1-2 0 15,-1 2 0-15,-1-1 0 0,0-2 0 0,-2-3 0 16,1 1 0-16,0-2 0 15,-2 3 0-15,1 1 0 0,-1-2 0 0,0 2 0 0,1-2 0 0,-1 0 0 16,3-3 0-16,-2-2 0 16,1 3-448-16,1-1 16 0,0-2 0 0,-1-3 0 31,-6-16-1200-31,13 27-240 0,-13-27-48 0,0 0-13536 0</inkml:trace>
  <inkml:trace contextRef="#ctx0" brushRef="#br0" timeOffset="199175.72">3797 7533 5519 0,'-9'-4'496'0,"4"0"-496"0,0 3 0 0,2-1 0 15,0 2 1184-15,1 2 144 0,1-1 16 0,-2 1 16 16,-1 3 864-16,-2-1 160 0,0 6 48 0,0 0 0 15,1 1-368-15,2 1-64 0,1 3-16 0,0 1 0 0,3 3-432 0,0 1-80 32,1 5-32-32,0-1 0 0,2 2-224 0,1 0-64 0,-2-2 0 0,2 0 0 15,1 2-480-15,0 4-96 16,3 7-32-16,1 1 0 0,0 1-208 0,0 1-32 16,-1-2-16-16,1 0 0 0,-1-2-128 0,0-5-32 15,0 2 0-15,-1-2 0 0,0 2 32 0,0-3 0 0,0 1 0 16,-1 0 0-16,2 3 0 0,-2-4 0 0,2 4 0 0,-1-2 0 15,0-2-32-15,0 0-128 0,0 0 192 0,0-1-64 16,0 0-128-16,1-1 192 0,0 3-192 0,3 0 192 16,-1-1-192-16,0-1 0 0,-1-2 0 0,-1 1 0 15,1-4 0-15,1-1 0 0,-1-3 0 0,1-2 0 16,0 1 0-16,-11-19 0 0,26 33 0 0,-26-33 0 16,28 27 0-16,-28-27 0 0,27 20-192 0,-27-20 192 15,0 0-1616-15,0 0-208 0</inkml:trace>
  <inkml:trace contextRef="#ctx0" brushRef="#br0" timeOffset="200853.37">3914 8426 2751 0,'0'-3'256'0,"0"-1"-256"0,0 3 0 0,-1 1 0 16,1-2 896-16,0 2 128 0,0-2 16 0,0-3 16 16,-1 0 288-16,1 1 64 0,0 1 16 0,-1 1 0 15,1 2-112-15,0 2-32 0,0 1 0 0,1 0 0 16,-1 3-256-16,1 1-64 0,1 5-16 0,0 2 0 16,2 3 80-16,1-1 0 0,-1 3 16 0,2 0 0 0,0 0-144 0,1 1-16 15,1 3-16-15,2 1 0 0,2 7-256 0,2 2-48 16,0 4-16-16,2 1 0 0,0 0 0 0,1 0 0 15,-3-2 0-15,0-5 0 0,-1-3-304 0,0 1-64 16,1-1-16-16,1 3 0 0,0 0-160 0,1 2 0 16,0 0 144-16,1 1-144 0,0-2 192 0,-1 2-48 15,0-4 0-15,-1-3 0 0,-1-1 112 0,0-3 0 16,2 0 16-16,0 0 0 0,2-2-48 0,0 0-16 16,0 1 0-16,1-3 0 0,-2 0-208 0,2 0 128 15,0 3-128-15,0-2 0 0,-2-3 0 0,0 1 0 0,0 4 0 16,-2-5 0-1,0 2-448-15,-1-1-96 0,0 0-16 0,-2 0 0 16,0 1-576-16,0-4-112 0,-3 1-32 0,0-4 0 16,0 2-704-16,-1-4-128 0</inkml:trace>
  <inkml:trace contextRef="#ctx0" brushRef="#br0" timeOffset="201235.04">4275 9061 10127 0,'-6'5'448'0,"3"-4"96"0,0 0-544 0,1 1 0 16,0-2 0-16,1 1 0 0,1 1 1408 0,-1 1 160 16,-1 2 32-16,2 4 16 0,1 2 256 0,1 4 48 15,2 0 16-15,3 2 0 0,1 5-480 0,3 0-112 16,1 2 0-16,1-1-16 0,-1 0-496 0,1-1-80 15,0-1-32-15,1 0 0 0,-1-1-176 0,2 1-32 0,3 2-16 0,0 1 0 32,1 2-272-32,0-3-48 0,-1 2-16 0,1-4 0 0,0-4-160 0,0 1 160 0,1 2-160 0,-1-4 160 15,-1 3-16-15,-1-2 0 0,-2-3 0 0,-1-1 0 16,1 0 128-16,-3-1 32 0,0 0 0 0,0 2 0 16,0-2-160-16,-2 0-16 15,-1 2-128-15,-2-2 192 0,0-2-192 0,-1 1 0 0,1 1 0 0,-2-2 0 16,0-1 0-16,0-2 0 0,-2-2-160 0,0-3 160 15,0 0-192-15,-2-2 64 0,0-2 0 0,-1 0-10080 16,0-3-2016 0</inkml:trace>
  <inkml:trace contextRef="#ctx0" brushRef="#br0" timeOffset="201506.21">4542 9580 7359 0,'-8'0'320'0,"4"-1"80"0,1 0-400 0,-1 1 0 0,2 0 0 0,0-2 0 16,0 2 1472-16,-2-2 192 0,-2-1 64 0,0 1 0 16,1 1 640-16,1-1 144 0,3 2 32 0,1 0 0 15,1 5-784-15,4 0-160 0,2 1-16 0,2 4-16 16,3 2-432-16,3 0-96 0,2 2-16 0,2 2 0 16,-1 1-192-16,2-2-64 0,-2 1 0 0,0-4 0 15,-1 0-256-15,-1 0-48 0,-16-12-16 0,33 19 0 16,-33-19-192-16,27 14-32 0,-27-14-16 0,0 0 0 15,38 9-208-15,-38-9 0 0,0 0 0 0,0 0 0 16,0 0 0-16,45 3 0 0,-45-3 0 0,0 0 0 16,0 0 0-16,0 0 0 0,0 0 0 0,41 4 0 15,-37-3-864-15,-1 1-112 0,-2 0-32 0,0 0-14480 16</inkml:trace>
  <inkml:trace contextRef="#ctx0" brushRef="#br0" timeOffset="202502.18">4782 9758 7471 0,'-1'-2'656'0,"0"2"-528"0,0-2-128 0,0 2 0 15,1 0 1344-15,-1 0 256 0,1 0 32 0,-2 0 48 16,-1 0 496-16,2 2 112 0,0 0 16 0,0 1 16 16,1 2-800-16,1 0-176 0,1-1-16 0,-1 0 16 0,3 1-496 0,0 0-96 15,0-2-32-15,2 1 32 16,1-2-48-16,-7-2 0 0,0 0 0 0,0 0 48 16,0 0-64-16,47 8-16 15,-47-8 0-15,0 0 32 0,48 0-96 0,-48 0-16 0,0 0 0 0,61-3 32 16,-61 3-160-16,41-5-16 15,-41 5-16-15,0 0 32 0,51-9-272 0,-51 9-48 16,32-12-16-16,-32 12 32 0,34-24-160 0,-16 4 0 0,-1-3 0 0,1-3-128 0,1-4 0 0,1-4 0 31,1-1 0-31,1-3-11120 0,1-4-2240 16</inkml:trace>
  <inkml:trace contextRef="#ctx0" brushRef="#br0" timeOffset="203004.31">5040 9862 11055 0,'1'1'480'0,"-1"-1"112"0,1 0-464 0,0 0-128 16,-1 0 0-16,1 0 0 0,0-1 1072 0,0 1 192 16,2-2 32-16,1-3 16 0,1 0 416 0,1-2 64 15,0 0 32-15,1-2 0 0,0 2-608 0,1-4-112 16,1 0-16-16,0-3-16 0,1 0-368 0,2-5-64 0,1 1 0 15,0-2-16-15,2-1 48 0,0-2 16 0,2 0 0 0,0-2 0 16,3 1-64-16,-1-2-16 16,1-1 0-16,0 1 0 0,1-3-96 0,0 4 0 0,-3 4-16 0,0 2 0 15,0-3-304-15,0 1-48 0,2 0-16 0,-1-3 0 16,0 3-128-16,-2-1 0 0,2 1 0 0,-1-5 128 16,1 2-128-16,-1-2 0 0,1 2 0 0,0-2 0 15,-1 2 0-15,1-2 0 0,-2 1 0 0,3-2 0 16,1 1 0-16,0-1 0 0,-3 0 0 0,-1 1 0 15,-1 0 0-15,-1 2 0 0,0-2 0 0,-1 1 0 16,-1 2-160-16,-1 2-16 0,0 2 0 0,-3 3 0 16,2 1-912-16,-4 4-176 0,-1-1-32 0,-1 4-12848 15</inkml:trace>
  <inkml:trace contextRef="#ctx0" brushRef="#br0" timeOffset="203546.16">5301 9531 4607 0,'-1'2'400'0,"0"0"-400"0,1 1 0 0,0-3 0 0,0-2 1200 0,0 1 144 15,1-1 48-15,0-1 0 16,2 1 272-16,1-3 64 0,0-2 16 0,2 0 0 0,-1 0-592 0,2-3-128 15,-2 3-32-15,3-1 0 0,0-3-160 0,1-1-48 16,1 1 0-16,0-1 0 0,-1 1-16 0,0 1-16 16,-1 0 0-16,1-2 0 0,2 0 192 0,1-4 32 15,2-1 16-15,0-2 0 0,1 0-32 0,-1-2 0 16,1-1 0-16,-1 1 0 0,1 0-336 0,0-3-80 16,2-2-16-16,0 2 0 0,1-2-256 0,1 2-48 15,-1-2-16-15,4 0 0 0,0-1-16 0,1-2 0 0,-1 0 0 16,2-2 0-16,-1-1 112 0,-1-2 16 15,2 0 0-15,-2 2 0 0,-1 3-160 0,-2-2-32 16,2 3 0-16,0-3 0 0,-1 2-128 0,3 1 0 0,0 0 0 0,-1-1 128 16,0 3-128-16,0 0 0 0,-1 0 0 15,-2 2 0-15,-1-2 0 0,-2 2 0 16,-2 3 0-16,-1 0 0 0,-2 4-496 0,-1-1-16 16,-1 3-16-16,-1 3-10112 0,-2 1-2032 0</inkml:trace>
  <inkml:trace contextRef="#ctx0" brushRef="#br0" timeOffset="203996.29">5766 9035 10127 0,'-5'5'448'0,"3"-3"96"0,1 0-544 0,0-1 0 0,0 1 0 0,1-2 0 16,0 0 720-16,1 2 48 15,0-2 0-15,0 0 0 16,1 0 160-16,0-2 32 0,1-1 16 0,0 1 0 16,0-3-192-16,2 0-32 0,-1-1-16 0,1-2 0 15,2 1 672-15,0-1 128 0,0-3 16 0,1 0 16 16,0-1 160-16,1 0 48 0,-1 0 0 0,0-2 0 15,2-1-624-15,0 1-128 0,0-4-32 0,0 0 0 0,0 2-272 16,1-5-48-16,1 2-16 0,-1-3 0 0,2 1-192 16,0-2-32-16,1 1-16 0,-1 0 0 0,1 1-48 0,0-4-16 15,3 1 0-15,1-4 0 0,0 1-144 0,0-2-16 16,-1 1-16-16,0 0 0 0,-1-5-176 0,0 2 128 16,-1 0-128-16,0 0 128 0,2-3-128 0,-1 2 0 15,0 0 0-15,2-3 0 0,2-2 0 0,-2-2 0 16,2-1 0-16,-2-1 0 0,-1 2 0 0,0 3 0 15,0 0 0-15,-2 2 0 0,-1 4 0 0,0-1 0 16,1 1 0-16,-3 1 0 0,-1 6-192 0,-3 1 0 0,-2 6-16 0,-2 1-17648 31</inkml:trace>
  <inkml:trace contextRef="#ctx0" brushRef="#br0" timeOffset="205858.49">6527 7484 2751 0,'-5'2'256'0,"4"-4"-256"0,-1 2 0 0,1-1 0 16,0 0 1168-16,1 1 192 0,0-2 48 0,0-3 0 0,0 0 256 0,0-5 48 16,0-1 16-16,1-3 0 0,1-1-224 0,0-3-32 15,1-2-16-15,0-1 0 0,0-3-160 0,1-1-16 16,0-2-16-16,1-2 0 0,-1 6 144 0,1-5 16 16,2-3 16-16,-1-5 0 0,2-2-368 15,-1-2-80-15,-1 0-16 0,1-3 0 0,-2 0-128 0,1-1-16 16,0 0-16-16,0 0 0 0,2-4-32 0,0 0 0 0,-1 1 0 0,1-2 0 15,-1 1-368-15,1 1-80 0,-1 4-16 0,1-5 0 16,2-2-128-16,-1 1-48 16,2-3 0-16,0 0 0 0,0 2 0 0,0 0 0 15,1 0 0-15,0-1 0 0,1 1-144 0,1 0 160 0,-1 0-160 0,0 2 160 16,0 3-160-16,0 0 0 0,1 3 0 0,-1 1 0 16,-1 4 0-16,0 3 0 0,-1 1 0 0,1 2 0 15,-1 6 0-15,-2 0 0 16,0 2 0-16,1 4 0 0,-4 4 0 0,1 2 0 0,0 0-176 0,-1 2 176 15,1 1-960-15,-2 0-128 0,2 1 0 16,-1 0-16-16,-1 1-1440 0,0 1-272 0</inkml:trace>
  <inkml:trace contextRef="#ctx0" brushRef="#br0" timeOffset="206331.5">6739 6389 2751 0,'-1'2'256'0,"-1"1"-256"0,1-1 0 0,1-2 0 16,0 2 1088-16,-1-2 160 0,-1 3 32 0,-1 2 16 15,1-1 528-15,-2-1 96 0,2-1 32 0,0-5 0 16,1 0-240-16,1-3-48 16,0-3-16-16,1-5 0 0,1-1-304 0,1-4-48 0,0-4-16 0,1-4 0 15,3-3-64-15,0-6-32 0,1 0 0 0,1-1 0 16,-1 2-256-16,1-3-48 0,3-3-16 0,-1-4 0 16,2-3-208-16,1-1-32 0,1-3-16 0,0 2 0 15,-3 8-96-15,2-2 0 0,0-1-16 0,1 0 0 16,-1 0-192-16,0 3-48 0,1-1 0 0,-3 3 0 0,-1 2-64 0,-1 5 0 31,0 2-16-31,0 2 0 0,0 1 16 0,0-4 0 0,1 2 0 0,0 0 0 0,0 1-192 0,-1 2 128 16,2-1-128-16,-2 2 128 0,-1 0-128 0,0 2 0 31,1 0 0-31,0 6 0 0,-4-1 0 0,4 4 0 16,0-1 0-16,-1 2 0 0,-1 3 0 0,0 2 0 15,-1 3 0-15,-1 0 0 0,-3 4-256 0,0 2-48 16,-2 5 0-16,-2 0 0 15,-1 4-1680-15,1 1-352 0,-2-1-64 0,0 3-11936 0</inkml:trace>
  <inkml:trace contextRef="#ctx0" brushRef="#br0" timeOffset="206822.01">6961 5562 6159 0,'-4'0'128'0,"1"0"16"0,1 0 16 0,0-3 32 0,1 1-192 0,1 0 0 0,0-1 0 0,0-2 0 16,-1-4 1376-16,1-5 224 0,0-6 64 0,1-1 0 0,2 0-176 0,0-3-16 16,0 1-16-16,2 1 0 0,1-1-256 0,-2 1-48 15,3-2-16-15,0 3 0 0,0 2 80 0,1-2 0 16,0 0 16-16,1-1 0 0,0 3-112 0,0-2-32 15,0 0 0-15,-1 2 0 0,1-1-176 0,0 2-32 16,0-2-16-16,-2 4 0 0,1 0-208 0,-1 1-32 16,0-2-16-16,1 2 0 0,0 0-176 0,1-2-48 15,-2 3 0-15,1-1 0 0,2 1 32 0,-2 0 0 16,0 0 0-16,1 0 0 0,0 2-96 0,0 0 0 0,1-1-16 16,0 1 0-16,-2 2-64 0,-1 2-16 0,1 1 0 0,-2 1 0 15,0 3-96-15,0-2-128 0,-1 5 176 0,0 0-176 16,0-2 128-16,-1 2-128 0,0 0 0 0,-1 2 0 15,2-2 0-15,-1 0 0 16,0-2 0-16,1 2 0 0,1-3 0 0,-2 1 0 0,2-1 128 0,-2 0-128 16,2 0 0-16,-1-2 128 15,0 1-128-15,1-1 0 0,-2 0 128 0,1 1-128 0,1 0 0 0,-3-1 0 16,2 1 128-16,-1 0-128 0,-1 1 0 0,0 1 0 16,0 1 0-16,-1 1 0 0,0 0 0 0,-1 0 0 0,0 3 0 15,0-1 0-15,-1 3 0 0,0-1 0 16,-1 1-1072-16,0 0-208 0</inkml:trace>
  <inkml:trace contextRef="#ctx0" brushRef="#br0" timeOffset="207235.34">7276 4857 7711 0,'0'-5'336'0,"-1"2"80"0,0 0-416 0,1 0 0 0,0 3 0 16,0-2 0-16,0 1 800 0,0-1 80 0,1 0 16 0,-1-3 0 16,1 0 1056-16,0 1 224 0,2-1 32 0,0 0 16 15,0 1-496-15,0-1-80 16,1 0-32-16,1 1 0 0,0-2-368 0,1 2-80 0,1-1-16 0,0 0 0 16,-1 1-192-16,2-3-64 0,-1 2 0 0,2 0 0 15,-2 2-336-15,0-1-80 0,1-3-16 0,0 2 0 16,0 0-16-16,-1 0-16 0,1 1 0 0,1-3 0 15,-1 3-16-15,-1 1 0 0,1 0 0 16,-1-1 0-16,1 3-96 0,-1-1 0 0,1 1-16 0,-1 0 0 0,0 1-128 16,0 1-32-16,0 0 0 0,1-1 0 0,0 2-144 0,-1-2 192 15,2 1-192-15,-2 1 192 0,0 0-192 16,-1 1 0-16,-6-3 0 0,0 0 128 0,0 0-128 0,0 0 0 16,35 33 0-16,-35-33 0 0,0 0 0 0,21 37 0 15,-21-37 0-15,15 34 0 0,-15-34 0 0,13 36 0 16,-13-36 0-16,12 38 0 0,-12-38-192 0,12 35-128 15,-8-18-32-15,-4-17 0 16,11 30-2032-16,-11-30-416 16,0 0-80-16,14 36-10992 0</inkml:trace>
  <inkml:trace contextRef="#ctx0" brushRef="#br0" timeOffset="207847.71">7481 4765 5519 0,'-1'-7'240'0,"1"2"64"15,0 0-304-15,-1 3 0 0,1 0 0 0,0 0 0 16,0 1 1648-16,0-4 272 0,1 1 48 0,0-4 16 16,0 4-144-16,0-3-32 0,1 4 0 0,1 2 0 0,0 2-304 15,0 1-64-15,1 3-16 0,-4-5 0 0,0 0 16 0,0 0 0 16,22 36 0-16,-22-36 0 15,0 0-256-15,20 33-48 16,-20-33-16-16,17 31 0 0,-17-31-224 0,17 31-64 0,-17-31 0 0,0 0 0 0,25 45-304 0,-25-45-64 16,17 31-16-16,-17-31 0 0,18 38-96 0,-18-38-32 15,20 40 0-15,-20-40 0 16,18 43-80-16,-18-43-32 0,21 49 0 0,-21-49 0 0,20 52-80 0,-11-26 0 16,-1-2-128-16,-1 2 192 0,1-2-192 0,-1 4 128 15,0-1-128-15,1 4 0 16,0-1 176-16,0 1-176 0,-1 1 192 0,0 0-192 0,-1-1 224 0,1-2-64 0,-3-1-16 0,1 0 0 15,0 3-144-15,-2 2 192 0,2 0-192 0,0 1 192 16,-1-1-192-16,0 2 0 0,1-1 0 0,-1 1 0 16,0-4 0-16,0 0 0 0,-1 1 0 0,0-3 0 15,0 0 0-15,1 0 0 0,-2 1 0 0,1 1 0 16,-1 0 0-16,1-1 0 0,-1 4 128 0,1-5-128 16,0 4 0-16,0-5 0 0,0 0 0 0,0 1 128 31,0 0-128-31,1 0 160 0,1 0-160 0,-1 0 160 15,0-3-160-15,1 3 0 0,0 2 144 0,2 4-144 0,-2-2 0 0,2 3 128 16,0 1-128-16,1-2 0 0,-1 0 0 0,0 0 0 0,2 0 0 0,-2 4 128 0,2 3-128 0,-1 2 0 16,-2 2 0-16,1-1 0 0,-1-2 0 0,0-7 0 31,-1-5 0-31,0 2 0 0,0 2 0 0,-1 1 0 16,1-1 0-16,-1 1 0 0,-1-1 0 0,1-1-128 15,-2-4 128-15,1 1 0 0,0 0-192 0,-1 0 32 16,0-2 16-16,1 1 0 15,0 3-432-15,0-2-64 0,0 2-32 0,0-2 0 16,0 0-1632-16,0-4-336 0</inkml:trace>
  <inkml:trace contextRef="#ctx0" brushRef="#br0" timeOffset="212529.17">6584 7105 4607 0,'-1'-12'400'0,"1"7"-400"0,0 1 0 0,-1-1 0 0,1 3 1088 0,0 1 128 16,-1-1 16-16,0 1 16 0,-1 0 736 0,0-4 160 15,0 2 32-15,-1 1 0 0,2 1-400 0,-2 0-80 0,1 1-16 0,0 0 0 16,1 0-432-16,0 1-96 0,0 0 0 0,0 1-16 16,1-1-272-16,0 1-48 0,0 3-16 0,0-3 0 15,0 3-112-15,0 0-32 0,1 2 0 0,-2 2 0 16,1 2-112-16,-2 2-32 0,0 3 0 0,0 1 0 16,0 2 0-16,-1 3 0 0,0 4 0 0,-1 2 0 15,-1 3-144-15,1 0-48 0,-1 2 0 0,-1 0 0 16,-1-2 0-16,0-2 0 0,-1 0 0 15,1-4 0-15,1-3-32 0,-1 1-16 0,-1 3 0 0,1-2 0 0,0 1-96 0,-1-1-32 16,0-1 0-16,-1 0 0 0,0 1-16 16,1-1-128-16,-1-2 192 0,0-1-64 0,1 0-128 0,0 0 0 15,-3 1 0-15,1 0 0 0,1-2-160 0,-1-1-64 16,0 2-16-16,2-3-17392 0</inkml:trace>
  <inkml:trace contextRef="#ctx0" brushRef="#br0" timeOffset="213033.82">6434 7930 18431 0,'1'-2'1632'0,"-1"-1"-1312"0,1 1-320 0,-1 2 0 31,0-2-1152-31,1 1-288 0,0-3-64 0,-1-3-16 16</inkml:trace>
  <inkml:trace contextRef="#ctx0" brushRef="#br0" timeOffset="213146.57">6422 7797 10127 0,'-2'-7'448'0,"2"3"96"0,0-1-544 0,0 2 0 16,0 2 0-16,0 1 0 0,0 0 1152 0,-1 0 128 16,1 1 32-16,-3 4 0 0,0 2 304 0,-3 7 64 15,1 3 16-15,-2 6 0 0,-2 1-432 0,-1 7-96 16,-3 7-16-16,-2 7 0 0,-1 7-752 0,0 3-144 16</inkml:trace>
  <inkml:trace contextRef="#ctx0" brushRef="#br0" timeOffset="-212414.9">8105 7361 8287 0,'-4'-6'368'0,"2"3"80"16,0 0-448-16,0 1 0 0,1 2 0 0,1-2 0 0,-2 1 1040 0,-1-1 128 0,-1 0 32 0,0-3 0 0,-2 2 960 0,0 1 192 31,2 1 32-31,0 1 16 0,0 3-208 0,2 2-32 16,-1 2-16-16,1 4 0 0,0 2-736 0,1 1-160 0,0 5-32 0,1 5 0 0,1 7-384 15,0 2-96-15,1 0-16 0,2 7 0 0,2 9-288 0,2 5-64 32,-1 5-16-32,1-5 0 0,-2-9-112 0,2 5-32 0,2 9 0 0,1-2 0 0,0-2-16 0,0-5-16 15,1-6 0-15,0-3 0 0,0-5-176 0,0-1 0 16,0-1 0-16,1-5 128 16,0-2-128-16,2-2 0 15,0-2 0-15,-15-23 0 0,30 40 0 0,-30-40 0 16,26 36 0-16,-26-36 0 0,26 30-416 0,-26-30 32 15,0 0 16-15,36 31-10832 16,-36-31-2160-16</inkml:trace>
  <inkml:trace contextRef="#ctx0" brushRef="#br0" timeOffset="-212020.11">8169 7656 5519 0,'-3'0'496'0,"0"-1"-496"16,2 1 0-16,0 0 0 0,0 0 1200 0,0 0 144 16,-1 0 16-16,-3 1 16 0,-1 3 544 0,2 0 128 15,-1 1 0-15,2 4 16 0,1 3-464 0,2 1-112 16,2 3-16-16,0 1 0 0,1 4-368 0,1 0-80 15,-1 1 0-15,1-4-16 0,0 0-240 0,0 2-64 16,1 9 0-16,3 4 0 0,-1 5 48 0,2 3 0 16,2 4 0-16,0-1 0 0,0-1-176 0,-1-2-16 15,-2-6-16-15,2 5 0 0,2 3-32 0,0 5 0 0,1-3 0 0,-1 2 0 16,-3-8-128-16,2 0-16 0,1 4-16 0,0 0 0 16,1-3-112-16,-1-2-32 0,2-3 0 0,-1-2 0 15,0-2-208-15,0-1 0 16,0-1 128-16,0-3-128 0,0-1 0 0,1 1 0 0,0 4 0 0,2-1 0 31,-1 2-336-31,1 0-64 0,1-2-16 0,-2-3 0 0,-1-3-1824 0,-14-23-352 16,26 38-80-16,-26-38-10832 0</inkml:trace>
  <inkml:trace contextRef="#ctx0" brushRef="#br0" timeOffset="-211639.45">8196 8138 2751 0,'-2'0'256'0,"0"0"-256"16,1 0 0-16,0 0 0 0,1 0 1392 0,-1 0 224 16,-2 1 48-16,0 2 16 0,-1 1 656 0,1 1 128 15,0 4 32-15,3 3 0 0,1 2-384 0,3 6-80 16,1 1-16-16,0 2 0 0,3 6-592 0,3 4-112 15,3 3-32-15,2 4 0 0,2 4-384 0,0 0-96 0,0 0-16 0,0-3 0 16,1 4-80-16,0-3 0 16,-1 1-16-16,1 0 0 0,-2-5-288 0,1 0-48 0,-2-3-16 15,-1-1 0-15,0-1-336 0,-1 2 144 0,2-1-144 0,-1 2 0 16,0-1 0-16,0-3 0 0,-1 0 0 0,-1-2 0 16,1-3 0-16,-1-1 0 0,-1-1 0 0,1 1 0 15,1-2 0-15,-1 0 0 0,0 1 0 0,-2-4 0 0,0-3 0 16,0 1 0-16,0 0 0 0,0-5-144 15,-11-14-928 1,19 24-176-16,-19-24-32 0,0 0-8640 0,0 0-1712 16</inkml:trace>
  <inkml:trace contextRef="#ctx0" brushRef="#br0" timeOffset="-211323.63">8461 8826 7359 0,'-3'-2'656'0,"1"0"-528"16,1 2-128-16,0 0 0 0,1 0 1536 0,-2 2 256 0,0 0 64 0,-2 3 16 15,0 2 416 1,1 5 80-16,1 2 0 0,1 1 16 16,2 4-624-16,1 2-128 0,1 2-32 0,2 4 0 0,2 6-544 0,3-2-112 0,0 4-32 0,2-1 0 31,1 1-96-31,0 0-32 0,1 1 0 0,-1 2 0 0,-1 0-192 0,1 1-32 0,0 2-16 0,1 2 0 15,1-2-192-15,0 0-32 0,1 0-16 0,-1-3 0 16,-1-1-176-16,-2-5-128 0,-2-3 192 0,0-1-192 0,0-6 0 16,1-3 0-16,-2-1 0 0,-1-1 0 15,1-5 0-15,-2-2 0 0,-1-2 0 0,0-4 0 16,-1-2-848-16,-2-2-176 0,0-6-48 16,-1 0-9488-16,-1-4-1920 0</inkml:trace>
  <inkml:trace contextRef="#ctx0" brushRef="#br0" timeOffset="-211038.31">8508 8976 4607 0,'-8'-16'192'0,"4"8"64"0,0-4-256 0,2 7 0 0,0 0 0 0,1 3 0 31,0 0 1136-31,-1-3 176 0,0 0 32 0,-1-2 16 0,1 2 816 0,1 3 176 15,0 4 16-15,2 1 16 16,0 6-608-16,2 5-128 0,2 3-32 0,1 4 0 16,3 5-144-16,2 6-16 0,3 3-16 0,1 1 0 15,1 4-352-15,2 0-64 0,0 1 0 0,-3-3-16 16,0-3-224-16,2 6-32 0,2 9-16 0,2 1 0 16,-1-1-112-16,0-6-32 0,-2-2 0 0,-1-5 0 0,-2-5-400 0,-2-4-64 15,-1-5-128-15,-1-4 176 16,-1-4-176-16,0-3-272 0,0-2 64 0,-10-10 16 15,0 0-1280-15,0 0-256 0,0 0-64 0,0 0-8128 16,30-27-1648-16</inkml:trace>
  <inkml:trace contextRef="#ctx0" brushRef="#br0" timeOffset="-210704.42">8639 9248 2751 0,'-11'0'256'0,"5"0"-256"0,2 0 0 0,0 2 0 15,1 1 1584-15,1 0 272 0,0 1 48 0,-1 6 16 16,-3 5 592-16,0 6 128 0,1 7 32 0,2 2 0 15,2-1-752-15,3 0-128 0,4 1-48 0,2-1 0 16,1-1-784-16,2-2-144 0,2 0-48 0,0-2 0 16,1-1-384-16,0-1-64 0,-2-1-32 0,1-4 0 15,-2-5-160-15,0-3-128 0,-11-9 192 0,0 0-192 16,0 0-288-16,0 0-160 0,0 0-48 0,43-20 0 16,-40 3-1552-16,-2-3-320 0,-2-1-64 0,-2-3-16 31,-1-2 240-31,-2 0 48 0,-1 0 16 0,-3 1 0 0,1 5 1328 0,-3 1 272 15,-4 0 48-15,-1 3 16 0,2 1 992 0,-3 1 192 0,0 2 32 0,4 4 16 0,1 2 1616 0,1 1 336 16,4 5 64-16,3 7 16 16,2 1-656-16,4 8-128 0,3 1-16 0,3 4-16 0,1 3-800 0,5 4-144 15,4 3-48-15,1 2 0 0,5-2-512 0,-1 0-96 16,1-5-32-16,-2-3 0 0,-3-5-336 0,-18-18 0 16,33 18 0-16,-33-18-15136 0</inkml:trace>
  <inkml:trace contextRef="#ctx0" brushRef="#br0" timeOffset="-208445.63">4818 4110 17503 0,'-8'-2'1552'0,"5"1"-1232"0,-1 1-320 0,0 0 0 32,3 0 704-32,-1 0 64 0,-1 0 32 0,-1 1 0 0,-1-1 1472 0,-2 2 288 15,-1-1 64-15,0 1 16 0,3-2-496 0,1-2-96 16,3 1-32-16,1-1 0 0,3 0-1040 0,2-1-208 16,1-2-32-16,3 1-16 0,2 0-464 0,1-1-80 0,1 2-32 0,2-2 0 0,2 1-16 0,-1 1 0 31,-16 3 0-31,33-5 0 0,-33 5-128 0,32-4 0 15,-32 4 0-15,0 0 0 0,36-3 0 0,-26 3 0 16,-10 0 0-16,0 0 0 0,0 0 0 0,0 0 0 16,0 0 0-16,38 24 0 0,-35-17 0 0,-2 0 0 0,-2 3 0 0,-2-1 0 0,-1 3 0 15,0 2 128 1,-4-1-128-16,3-2 0 0,0-2 0 0,-1 3 0 16,-3 5 128-16,-6 3-128 0,-4 5 0 0,0 1 0 15,-1 0 0-15,2-2 0 0,5-3 0 0,0-4 0 0,4-3 0 16,3-2 0-16,2 0 0 0,1-2 0 0,1-1 0 15,2 0 0-15,1-2 0 0,-1-7 0 0,0 0 0 0,0 0 0 16,0 0 0-16,25 38 0 0,-25-38 0 0,0 0 0 16,0 0 0-16,40 19 0 0,-40-19 0 15,0 0 0-15,40 3 0 0,-40-3 0 0,28-3 0 0,-14 1 0 16,-1-3 0-16,-2 0 0 0,-1 1 0 0,-1-3 0 16,0 2-384-16,-2-3-16 0,0 2 0 0,-3-2 0 31,0 2-2752-31,-2 0-560 0,-2 0-96 0,-3 3-9856 0</inkml:trace>
  <inkml:trace contextRef="#ctx0" brushRef="#br0" timeOffset="-208256.27">4772 4305 12895 0,'-5'0'1152'0,"3"2"-928"0,0-1-224 0,1 1 0 0,1 0 1824 0,0-2 320 16,1 2 64-16,0 3 16 0,1 0 1024 0,-2-5 208 15,0 0 32-15,0 0 16 0,0 0-1456 0,41 31-272 16,-41-31-64-16,33-3-16 0,-33 3-1024 0,43-11-208 15,-20 3-32-15,1-3-16 0,-1 1-272 0,0-2-144 16,-3 2 160-16,0 1-160 0,1 2 0 0,-2 2 0 16,-19 5 0-16,36-7-18352 0</inkml:trace>
  <inkml:trace contextRef="#ctx0" brushRef="#br0" timeOffset="-206627.32">2979 4174 10127 0,'-5'-7'896'0,"2"3"-704"0,2 1-192 0,-1 1 0 15,1 0 2688-15,0 2 496 0,1 0 96 0,-1 0 32 16,-1 0-1360-16,0 0-272 0,-1 4-48 0,0 3-16 16,-1 1-784-16,-1 5-144 0,1 2-48 0,-1 4 0 15,0 2-304-15,1 3-64 0,-2 2-16 0,1 3 0 16,-1-3 48-16,1 2 0 0,0-3 0 0,-1 1 0 16,1-1 192-16,-2-1 32 0,1-1 16 0,-1-2 0 15,2 1-288-15,0-6-48 0,1-1-16 0,3-4 0 16,2-5-192-16,0-4 0 0,2-4 128 0,1-4-128 15,1-5-256-15,3-6-80 0,1-4-32 0,1-5 0 16,2-3-2800-16,1-4-560 0,1-2-112 0,-1-1-32 16,-2 0 256-16,-1 3 48 0,-2 2 16 0,-2 3 0 0,-1 0 3136 0,0-1 624 15,-2 0 128-15,-1 3 32 0,-1 1 1632 0,-2 6 336 16,1 4 64-16,-1 4 16 0,0 5-144 0,0 3-32 16,0 2 0-16,1 2 0 0,-1 3-368 0,0 3-80 15,1 2 0-15,0 1-16 0,1 6-720 0,1 1-144 16,-1 2-16-16,2 4-16 0,1 1-432 0,0 0-96 15,0 4-16-15,1-2 0 0,1-2-96 0,-1 0-32 16,-5-24 0-16,15 38 0 0,-15-38 80 0,0 0 16 16,25 34 0-16,-25-34 0 0,0 0-304 0,0 0 0 0,0 0 0 0,0 0 0 15,0 0 0-15,0 0 0 0,44 4 0 0,-41-9 0 16,0-2 400-16,-1-3-16 0,1-1-16 0,-2-1 0 16,0 0-64-16,0 0-16 0,0-2 0 0,-1 0 0 15,1 2-64-15,-1-3-16 0,2-1 0 0,-1-3 0 16,1 0-208-16,2-2 176 0,-1-1-176 0,3-1 160 15,-1 1-160-15,2 1 0 0,-2 2 0 16,1 1 0-16,-1 3 0 0,1 1 0 0,0 4-160 0,-2 3-11984 16,1 0-2384-16</inkml:trace>
  <inkml:trace contextRef="#ctx0" brushRef="#br0" timeOffset="-206195.4">3501 4077 22111 0,'3'-2'976'0,"-1"-1"208"0,-1 1-944 0,0 0-240 0,-1 0 0 0,0 1 0 0,1 0 1952 0,-1-2 352 0,0 0 64 0,0-1 0 16,-2-1-400-16,0 0-96 0,-3 3-16 0,-1-1 0 15,-2 3-896-15,-2 1-176 16,-1 2-32-16,-2 1-16 0,-2 1-416 0,0 1-64 0,-2 4-32 0,1-1 0 16,3-2-96-16,0 3 0 0,2-1-128 0,0 1 192 15,2-1-192-15,3 1 0 0,1-1 0 0,2-2 0 16,2 1 0-16,3-4 0 0,1 3 0 0,-3-7 0 16,0 0 0-16,0 0 0 0,0 0 0 0,49 19 0 15,-49-19 0-15,0 0 144 0,44 10-144 16,-44-10 128-16,0 0 0 0,44 14-128 15,-44-14 192-15,0 0-64 0,39 22-128 0,-39-22 0 0,0 0 0 0,0 0 128 0,34 40-128 0,-31-30 0 16,-1 1 0-16,-4-2 0 0,-2 2 240 0,-3 0-48 16,-2-2 0-16,-3 3 0 0,-2-3-48 0,-3 1-16 15,-2 0 0 1,-4-4 0-16,-2 2-128 0,-2-1 0 0,-1-2 0 0,-5 2-19168 16</inkml:trace>
  <inkml:trace contextRef="#ctx0" brushRef="#br0" timeOffset="-204571.94">1080 4563 3679 0,'-2'-2'320'0,"0"0"-320"16,1 1 0-16,0 1 0 0,0 0 1024 0,0-2 144 15,-1 1 32-15,-1-2 0 0,-1 0 416 0,-1 0 96 16,1-1 16-16,0 0 0 0,0 1 288 0,2-2 64 15,-1 3 16-15,3-3 0 0,-1 0 16 0,0 1 0 16,0-1 0-16,0 0 0 0,0 0-576 0,0 1-128 16,0 1 0-16,0-1-16 0,0 2-448 0,-1 1-96 15,1 1-16-15,-1 3 0 0,0 1-368 0,-1 4-80 16,0 3 0-16,0 3-16 0,0 1-240 0,-1 6-128 0,-1 5 160 16,1 3-160-16,-2 4 160 15,1 1-160-15,-1-1 160 0,0-2-160 0,0-4 160 0,0-1-160 16,1-2 160-16,0-4-160 0,2-2 0 0,1-4 0 0,1-2 0 0,2-4 0 15,0-3 0-15,0-4 0 0,1-1 0 0,1-4 0 16,3-6 0-16,1-4 0 0,1-5-144 0,2-2 144 16,0-3-1088-1,0-4-112-15,-1 2-16 0,0 0-16 16,-2 0-2096-16,-1 2-432 0,-2 1-80 0,0 0 0 0,-1 2 2816 0,-2-2 576 0,0 1 128 0,-2 0 0 16,0 4 320-16,-1-1 0 15,-1 4 0-15,1 3 0 0,0 4 256 0,0 2 16 0,-1 0 0 0,0 3 0 0,0 0 976 0,2 3 192 16,-1 0 32-16,1 0 16 0,1 3 0 0,0-1 0 15,1 2 0-15,1 2 0 0,0 3-576 0,2 2-112 16,0 2-32-16,0-1 0 16,1 1-256-16,-5-13-48 0,12 30-16 0,-12-30 0 15,13 37-272-15,-13-37-176 0,13 39 192 0,-7-18-192 16,-1-2 128-16,0 2-128 0,-1 0 0 0,0-2 0 16,0-2 0-16,-1-3 0 0,0-2 128 0,0-5-128 0,0 0 0 0,0-4 0 15,-1-1 0-15,0-2 0 0,0-4 0 0,1-2 0 16,1-3 0-16,-1-3 0 0,2-5 384 0,0-1 0 0,-2-2 16 0,2-1 0 31,0-2-112-31,-1-1-32 0,0 3 0 0,0 0 0 16,-1 0-96-16,1-2-32 0,0-2 0 0,0 1 0 0,1 3-128 15,-1 1 192-15,-1 2-192 0,0 6 192 0,0 1-192 0,-1 3 0 0,0 5 0 0,1 1 0 32,-3 3-832-32,2 0-64 0,0 4 0 0,0 0-15760 15</inkml:trace>
  <inkml:trace contextRef="#ctx0" brushRef="#br0" timeOffset="-204287.09">1336 4398 11743 0,'3'-6'512'0,"-2"3"128"0,-1 0-512 0,1 3-128 16,-1-2 0-16,0 2 0 0,0 0 1152 0,0 2 224 15,0-2 32-15,0 2 16 0,0 0 128 0,-1 5 32 16,-1 0 0-16,0 3 0 0,1 2-64 0,-2 0-16 16,0 4 0-16,-1 1 0 0,1 2-592 0,0 2-112 0,0 3-32 0,-1 2 0 15,2-2-128-15,0 1-48 0,-1 0 0 0,2-2 0 16,0-1-80-16,2-4-32 0,0-1 0 0,0-3 0 16,1-2-480-16,-1-3 128 0,0-1-128 0,1-4 0 15,0-1 0-15,0-3 0 0,0-2 0 0,-2-1 0 16,1 1-864-1,0-5-64-15,0 0-16 0,0-3-13456 0</inkml:trace>
  <inkml:trace contextRef="#ctx0" brushRef="#br0" timeOffset="-203889.66">1311 4419 9215 0,'-1'-7'400'0,"-1"2"96"0,1 0-496 0,0 3 0 16,0 0 0-16,1 2 0 0,0-1 2048 0,0-1 304 15,0 0 64-15,1-1 16 0,1-1 128 16,0-1 16-16,2 0 16 0,2 1 0 15,1-2-320-15,1-1-64 0,2 0-16 0,1-2 0 0,0 2-1904 0,2-3-288 16,0 1-256-16,1 2 64 0,-1-1 352 0,1 4 80 16,-14 4 16-16,0 0 0 0,38-4-64 0,-38 4-16 15,0 0 0-15,0 0 0 0,37 28-48 0,-37-28-128 0,8 26 192 16,-8-12-64-16,-1 0-128 0,-2-1 0 0,-3 0 0 16,0 1 0-16,-3-2 0 0,-1 2 0 0,-1-2 128 0,-1 0-128 15,1-2 0-15,-3-1 0 0,-2 1 0 0,-2-1 0 16,3-1 0-16,-1-3 0 0,3-2 144 0,1-3-144 15,1 0 256-15,1-2 0 0,3 1-16 0,1 0 0 16,0-3 208-16,2 3 64 0,2-3 0 0,1 3 0 16,2-1-160-16,0 2-32 0,1-2 0 0,2 2 0 15,1-2-192-15,2 2-128 0,-7 0 160 0,0 0-160 16,0 0 176-16,46 7-176 0,-46-7 192 0,0 0-192 0,42 14 128 0,-42-14-128 16,0 0 0-16,45 21 0 15,-45-21 0-15,0 0 0 0,42 26 128 0,-42-26-128 0,0 0 0 0,0 0 0 16,0 0 128-16,23 39-128 0,-26-32 240 15,-4 1-16-15,-3 1 0 0,-4-1 0 0,-2 2-80 0,-2-1-16 16,-4 1 0-16,-2-3 0 0,-1 2-128 0,-2 1 0 16</inkml:trace>
  <inkml:trace contextRef="#ctx0" brushRef="#br0" timeOffset="-201757.08">7006 4028 12895 0,'1'-8'1152'16,"0"4"-928"-16,0-1-224 0,0 5 0 15,-1 0 704-15,-1 0 80 0,2-3 32 0,-1 0 0 0,0 0 208 0,-1 2 64 16,0 4 0-16,-1 2 0 0,-1 6-128 0,-1 3-32 16,1 4 0-16,1 3 0 0,-1 5-192 0,0 2-32 15,0 1-16-15,0-1 0 0,3 3-256 0,-2-2-48 16,0 1-16-16,0-4 0 0,2 0-368 0,-1-4 144 15,1-4-144-15,-1-3 0 0,1-3 0 0,-1-1 0 16,1 1 0-16,0-4-144 0,-1-2-80 0,0-1-16 16,1-2 0-16,1-1-7552 15,-1-2-1504-15</inkml:trace>
  <inkml:trace contextRef="#ctx0" brushRef="#br0" timeOffset="-201441.4">6913 4014 14735 0,'-1'-1'640'0,"0"-1"160"0,2-1-640 0,0 1-160 0,0 1 0 0,0 0 0 15,1-3 960-15,0 0 144 0,4-2 48 0,2-5 0 16,3-1 64-16,2-1 0 0,0 0 16 0,3 0 0 16,0 1-80-16,0 3 0 0,0 4-16 0,-16 5 0 15,34-5-624-15,-34 5-128 0,0 0-32 0,42 14 0 16,-42-14-352-16,0 0 144 0,26 43-144 0,-26-43 0 15,7 36 192-15,-8-20-192 0,-1 0 192 0,-3 1-192 0,-2 2 256 16,-2 0-48-16,-1-1-16 0,-2-2 0 0,1 0-64 0,2-2 0 16,0-4-128-16,-1-1 192 0,-2 1-64 0,2-5 0 15,-1-1-128-15,1-1 192 0,1-3 800 0,1-3 160 16,2-1 16-16,-1 0 16 0,3-4-944 0,-1-2-240 16,1-1 0-16,2-1 0 15,2 0-1024-15,2 0-240 0,2 0-48 0,2 0-12896 0</inkml:trace>
  <inkml:trace contextRef="#ctx0" brushRef="#br0" timeOffset="-200990.42">7360 4016 5519 0,'5'-8'496'0,"-2"1"-496"0,1 2 0 0,-2 1 0 0,0 2 1664 16,-1-1 256-16,-1 1 32 0,2-3 16 0,-1 0 384 0,2-3 80 16,-1-1 0-16,-2 3 16 15,0-2-800-15,-3 4-176 0,0-1-16 0,-1 2-16 0,-2 3-288 0,0-2-64 16,-3 4-16-16,1-1 0 0,-1 3-112 0,-2-1-32 16,0 1 0-16,-1 2 0 0,1 0-160 0,1-1-16 15,1 0-16-15,1 0 0 0,1 2-160 0,1-3-48 16,2 1 0-16,1 1 0 0,0-2-320 0,2 0-64 15,1 0-16-15,1 0 0 0,1 1-128 0,1 1 0 16,1-1 0-16,2 1 0 0,-6-6 0 0,0 0 0 16,0 0 0-16,0 0 0 0,43 29 0 0,-43-29 0 15,0 0-128-15,0 0 128 0,45 24 0 0,-45-24 0 0,0 0 0 0,0 0 0 16,44 29 0 0,-44-29 0-16,0 0 0 0,0 0 0 0,23 33 0 0,-21-25 0 15,-2-2 0-15,-2 1 0 0,-1 0 0 0,-2 1 256 0,-2-1 0 0,0 0-16 16,-3-2 48-16,-1 0 16 15,-2-1 0-15,-2-1 0 0,-1 1-112 0,-1-3-32 0,1-1 0 0,0-1 0 16,1-1-160-16,0-3 0 0,2 0 0 0,1-2 0 16,1-2 0-16,0 0 0 0,1-1 0 0,5 0-18224 15</inkml:trace>
  <inkml:trace contextRef="#ctx0" brushRef="#br0" timeOffset="-196790.39">8182 4210 13823 0,'-2'-5'1216'0,"0"-2"-960"0,1 5-256 0,1 0 0 31,-1 0 1632-31,0-2 288 0,0-2 48 0,-1-4 16 0,1-3 208 0,-2 0 48 0,1-1 16 0,0 4 0 16,0 3-592-16,1 2-128 0,1 3-32 0,0 4 0 15,1 3-592-15,-1 2-112 0,0 7-32 16,0 1 0-16,0-15-432 0,3 46-80 0,-2-17-32 0,0 5 0 31,-1 1-224-31,0-1 176 0,-1-1-176 0,0-7 160 0,1-2-160 0,-1-1 0 0,1-2 0 0,1-3 0 32,0-2 0-32,0-4 0 0,-1-12 0 0,0 0 0 0,0 0 0 0,0 0 0 15,0 0 0-15,0 0 0 16,0 0-1088-16,0 0-112 0,18-3-16 0,-15-8-14528 15</inkml:trace>
  <inkml:trace contextRef="#ctx0" brushRef="#br0" timeOffset="-196522.16">8132 4224 7359 0,'-5'-4'320'0,"3"1"80"0,-1 1-400 0,1-1 0 16,2 1 0-16,0 0 0 0,0 2 1568 0,0-3 224 0,0-1 64 0,0 0 0 15,0-1 32-15,1-1 16 0,2 2 0 0,1-4 0 16,1 1-288-16,3-4-48 15,1 1-16-15,1 0 0 0,2-2-624 0,1 3-128 0,1 0-32 16,1 1 0-16,1 2 224 0,-1 3 32 16,-15 3 16-16,0 0 0 0,40 9-496 0,-40-9-96 0,0 0-32 0,0 0 0 15,28 38-416-15,-28-38 128 0,3 26-128 0,-5-13 0 16,-2 1 0-16,-3 2 0 0,-1-1 128 0,-1-3-128 16,1-1 0-16,0 1 0 0,-3 0 0 0,-1 0 0 15,0-3 128-15,-1-2-128 0,2 0 0 0,1-4 128 16,0 0-128-16,2-1 0 0,1-2 0 0,2 0 0 15,0-2 0-15,1 1 0 0,2-1 0 0,1-1 0 0,2 1-240 0,1 0-128 16</inkml:trace>
  <inkml:trace contextRef="#ctx0" brushRef="#br0" timeOffset="-196238.17">8388 4130 11967 0,'-1'-2'528'0,"0"1"112"0,0 1-512 0,0-2-128 0,0 2 0 0,1 0 0 16,-1 2 1376-16,0-2 240 16,0 3 48-16,-1 1 16 0,0 1-400 0,0 2-64 0,0 5-32 0,1-2 0 15,0 4 48-15,1 1 16 0,0-15 0 0,3 37 0 16,-3-37-160-16,5 52-48 0,-2-23 0 0,0 2 0 15,-1-1-80-15,0-2-32 0,0-4 0 0,-2-24 0 16,6 40-656-16,-6-40-128 0,0 0-16 0,11 38-128 16,-11-38 0-16,0 0-144 0,0 0-16 0,0 0-14912 15</inkml:trace>
  <inkml:trace contextRef="#ctx0" brushRef="#br0" timeOffset="-195794.83">8319 4146 11967 0,'3'-5'528'0,"-1"1"112"0,0 1-512 0,1 1-128 15,-1 0 0-15,0 0 0 0,1 1 1872 0,1-4 352 16,5 1 64-16,2-4 16 16,2 1-64-16,1-2 0 0,0 0 0 0,-2 2 0 0,1-1-992 0,-2 3-208 0,1 0-32 0,-2 3-16 15,-1 1-224-15,-1 2-64 0,-8-1 0 0,0 0 0 16,0 0-384-16,0 0-64 15,0 0-32-15,22 41 0 0,-24-27-96 0,0 0 0 16,-2-2-128-16,0 3 192 0,-4 1-192 0,0 2 0 0,-3 0 128 0,-1-1-128 16,0-1 0-16,0 0 0 0,0-2 128 15,0-4-128-15,1-1 0 0,3-4 0 0,1-3 0 0,1-1 0 16,1-1 0-16,2-3 0 0,1 0 0 0,0-1 0 16,1-1 144-16,2 0-144 0,1-1 128 0,2 0-128 15,-2 3 560-15,4 0 16 0,1-3 16 0,3 3 0 0,1 0-208 16,1 1-32-16,1 1-16 0,-13 1 0 0,29-2-112 0,-29 2-32 15,35 0 0-15,-35 0 0 16,35 2-48-16,-35-2-16 0,0 0 0 0,45 15 0 0,-45-15-128 0,0 0 0 16,0 0 144-16,35 28-144 0,-35-28 0 0,0 0 128 15,-1 26-128-15,-6-16 0 0,-2 1 304 0,-3-1-16 16,-3 2 0-16,-2-1 0 16,-3 1-96-16,-3 2 0 0,-2 1-16 0,-2 0 0 0,-1 1-176 0,2-2 0 15,2-5 144-15,3-2-144 0,2-2 0 0,4-4 0 16</inkml:trace>
  <inkml:trace contextRef="#ctx0" brushRef="#br0" timeOffset="-190530.13">15871 10200 11967 0,'-1'2'1072'0,"0"-2"-864"0,1 2-208 0,0-2 0 16,0 0 640-16,0 0 64 0,0 0 32 0,-1 0 0 16,2 1 800-16,0-2 176 0,0 1 16 0,2-2 16 15,0 2-80-15,2-3-32 0,0 3 0 0,1-2 0 16,2 1-384-16,1-2-80 16,2 0-16-16,1-2 0 0,-12 5-64 0,28-9-32 0,-13 4 0 0,-2 0 0 0,1 0-624 0,-1-2-128 15,2 2-32-15,0-3 0 0,-1 2-272 0,-1-1 0 16,-2 0 0-16,-1 1 0 31,0 0-400-31,-3 1-48 0,0 1 0 0,-2-1-9824 0,-1 2-1968 0</inkml:trace>
  <inkml:trace contextRef="#ctx0" brushRef="#br0" timeOffset="-190292.75">15990 10145 9215 0,'-1'0'816'0,"0"0"-656"16,1 0-160-16,0 0 0 0,0 0 1552 0,0 0 288 0,-1 2 48 0,0 0 16 15,0 1 400-15,0 3 96 16,-1 3 16-16,1 3 0 0,0 2-1104 0,-1 4-224 0,1 2-32 0,0 3-16 16,-1 3-576-16,-1 0-112 0,0 1-32 0,-1-2 0 15,2 1-320-15,-1-4 128 0,0 1-128 0,0-4 0 16,2-3 144-16,1-3-144 0,0-2 192 0,0-1-192 16,1-3 0-16,0-2 0 15,2-3 0-15,-1-2 0 0,0 0-320 0,1-2-112 0</inkml:trace>
  <inkml:trace contextRef="#ctx0" brushRef="#br0" timeOffset="-189898.97">16098 10330 12895 0,'1'2'576'0,"-1"-2"112"0,1 0-560 0,-1 0-128 31,0 0 0-31,0 0 0 0,1 0 1872 0,0 0 352 0,0 1 64 0,1 0 16 16,0-1-176-16,1 2-16 0,-3-2-16 0,0 0 0 0,0 0-640 0,0 0-128 16,0 0-32-16,34-4 0 0,-34 4-336 0,22-10-80 15,-10 3-16-15,1-2 0 0,1-2-496 0,-1-2-112 0,1 1 0 0,-2 0-16 32,0 0-240-32,-3 1 0 0,0 1 0 0,-2 1 0 15,-1 1 0-15,-2 0 0 0,0 0 0 0,-3 1 0 16,-2 2 0-16,-2 0-160 0,-2 3 160 0,-1 0-128 31,-3 2-240-31,-1 2-32 0,1 3-16 0,-2-1 0 0,-2 4 16 0,-1 1 0 0,0 5 0 0,-1 1 0 16,1-1 400-16,0 2-128 0,0 1 128 0,2 0 0 15,2-3 0-15,0 1 0 0,1 1 0 0,0 0 0 16,2 1 192-16,0-3-48 0,3-1 0 0,2-2 0 16,1-1 240-16,2-2 32 0,-1-8 16 0,0 0 0 0,0 0-80 0,0 0-16 15,0 0 0-15,39 17 0 0,-39-17-32 16,26-7-16-16,-26 7 0 0,30-12 0 0,-30 12-288 0,33-14 128 15,-33 14-128-15,30-14 0 16,-16 6-640-16,-1-1-256 0,0 0-32 0,0-1-15312 16</inkml:trace>
  <inkml:trace contextRef="#ctx0" brushRef="#br0" timeOffset="-188842.18">16390 10256 8287 0,'0'0'736'0,"0"-2"-592"0,0 0-144 0,0 2 0 0,0-1 1536 0,0 1 288 16,0-2 48-16,-1-1 16 0,1 1 1168 0,-1 0 224 16,0-1 48-16,0 1 16 0,1 0-1232 0,-2 2-256 15,1-1-64-15,-1 1 0 0,0 1-864 0,1 1-176 16,0 0-48-16,-1-1 0 0,1 3-288 0,0-1-64 15,1 4-16-15,-2-1 0 0,0 3 0 0,0 2 0 16,-1 1 0-16,0 0 0 0,2 2-208 0,-3 0-128 16,0-1 160-16,0 0-160 0,0 0 0 0,-1 0 0 15,1-1 0-15,0-3 0 0,2-2 0 0,0-1 0 0,1-2 0 0,0-2 0 16,1-2 0-16,1-1 0 0,1 0 0 0,0-6 0 16,1 0 0-16,0-3 0 0,3-1 0 0,-1-2 0 15,0-1-192-15,2-1-48 0,-1-2 0 0,1-1 0 31,-1 2-784-31,2-3-176 0,-1 2-16 0,0 1-16 0,0 2 736 0,-2 0 160 0,2 4 16 0,-2-1 16 16,1 3 304-16,-1 1 0 0,0 4 176 0,-1 1-176 16,0 2 720-16,-2 2 48 0,0 3 0 0,-2-5 0 15,0 0-32-15,2 28 0 0,-2-13 0 0,-3 1 0 16,2 1-480-16,-3-1-80 0,0 1-32 0,-1 0 0 0,1-2-144 0,0 0 0 16,-1-3 0-16,2 0 128 15,1-2-128-15,-1-1 0 0,2-4 0 0,-1-2 128 0,2-1-128 0,-1-2 0 16,2-2 0-16,0-1 0 0,1-2 0 0,0-3-144 15,2-1 144-15,0-2-208 16,1-1-688-16,1-3-128 0,0 1-16 0,1 0-16 16,-2 0-16-16,1 1 0 0,1 0 0 0,1-3 0 0,-1 1 576 0,1-1 112 15,0 4 32-15,-1 2 0 0,1 2 352 0,-3 2 0 16,1 3 0-16,-2 3 0 0,0 1 576 0,-1 3 128 16,-3-4 16-16,0 0 16 0,3 25 160 0,-3-14 16 15,-1 3 16-15,-2 0 0 0,0-2-544 0,0 1-128 16,1 0 0-16,-1-1-16 0,-1 0-48 0,2-2-16 0,0 0 0 15,1-1 0-15,1-9 16 0,0 0 0 0,0 0 0 0,0 0 0 16,0 0-192-16,0 0 0 0,0 0 144 0,0 0-144 16,0 0 0-16,34-10 0 15,-28 1 0-15,2 1 0 16,-1-3-1088-16,1 1-192 0,1-3-48 0,-1 1 0 16,0-1-1440-16,0 0-304 0,0 0-48 0,0 1-16 0,-2 2 128 15,0-1 32-15,0-1 0 0,0 1 0 0,-2 3 1680 0,-1 1 336 16,1 0 64-16,-2-1 0 0,1 2 896 0,-3-1 160 0,0 2 32 0,0 2 16 15,0-2 1072-15,-1 3 224 0,0 0 32 0,0 0 16 16,0 2 880-16,0-2 160 0,0 1 32 0,-1 1 16 0,1 0-528 16,-1 0-96-16,1 0-32 0,0 1 0 0,1-1-592 15,-1 2-128-15,0 0-32 0,0-1 0 0,0 2-496 16,0 2-96-16,0-2-32 0,0 2 0 0,0 2-144 0,1 2-16 16,-1 1-16-16,0 4 0 0,1 2-192 0,0 2-48 15,0 2 0-15,-1 4 0 16,1 0-32-16,0 4-16 0,-1 1 0 0,1-2 0 0,0 0-16 0,0-1 0 15,0 2 0-15,0-4 0 0,1 0-128 0,0-2 0 16,-1-22 0-16,4 32 0 0,-4-32 0 0,0 0 0 16,6 27 0-16,-6-27 0 0,0 0 0 0,0 0 0 15,0 0-160-15,0 0 160 16,0 0-1664 0,8-7-224-16,-7-1-48 0,0-3-14064 0</inkml:trace>
  <inkml:trace contextRef="#ctx0" brushRef="#br0" timeOffset="-188587.12">16640 10168 4607 0,'-3'-4'400'0,"2"2"-400"0,0 1 0 0,1-1 0 0,-1 1 2032 0,1 1 320 0,0 0 64 0,0-1 16 15,0 0 640-15,1 1 144 0,2-2 32 0,0 0 0 16,1-3-1216-16,2 0-240 16,1-2-64-16,2 0 0 0,1-2-544 0,1 1-112 0,1-1-32 0,0-1 0 15,1 3-432-15,-13 7-96 0,22-8 0 0,-22 8-16 16,0 0-112-16,0 0-32 0,0 0 0 0,41 17 0 0,-41-17-352 0,0 0 128 15,7 27-128-15,-10-12 0 0,-2 3 0 0,-3-2 0 32,-2 2 0-32,-1 0 0 0,0-4 0 0,-1 1 0 0,-2 1 0 15,0-4 0-15,-1 0 0 0,0-5 0 0,1 0 0 0,2-4 0 16,3-1-672-16,0-4-48 0,4-3-16 0,0 0-15424 0</inkml:trace>
  <inkml:trace contextRef="#ctx0" brushRef="#br0" timeOffset="-188067.65">16767 10266 21183 0,'-2'0'944'0,"1"2"192"0,1-2-912 0,0 0-224 15,0 0 0-15,0 0 0 0,1 1 1728 0,1 0 288 16,1-1 64-16,-3 0 16 0,0 0-736 0,0 0-144 15,35-4-16-15,-35 4-16 0,27-9-416 0,-27 9-96 16,29-13-16-16,-13 6 0 0,0-2-160 0,-1-1-48 0,0 0 0 0,-2-2 0 16,-1 3-320-16,-3-2-128 0,-1 3 0 0,-2-1 144 15,-3 2-144-15,-1 0 0 0,-1 2 0 0,-2 0 0 32,-1 2-544-32,-3-1 16 0,-2 2 0 0,-1 0 0 15,0 2-208-15,-3 0-32 0,0 2-16 0,-2 1 0 0,2 0 576 0,-2 0 208 0,-1 2-144 0,1-1 144 16,3 1 0-16,0 0 0 0,0 2 192 0,0 0-64 15,3 3 192-15,1-1 32 0,0-2 16 0,1 3 0 16,2-1 144-16,-1-1 48 0,3 2 0 0,0-1 0 16,1 0-112-16,1 0-32 0,-1-9 0 0,0 0 0 15,0 0-160-15,17 31-16 0,-17-31-16 0,0 0 0 0,0 0-32 0,0 0-16 16,42 19 0-16,-42-19 0 0,0 0-176 0,0 0 0 16,36 0 0-16,-36 0 0 0,0 0-192 0,21-7-80 15,-14 2-16-15,0-1 0 16,-1-2-1968-16,2 1-400 0</inkml:trace>
  <inkml:trace contextRef="#ctx0" brushRef="#br0" timeOffset="-187720.77">16971 10145 12895 0,'-1'2'576'0,"1"-2"112"0,0 0-560 0,0 0-128 0,0 2 0 0,1-2 0 15,0 0 2240-15,1 0 432 0,0-2 80 0,2 2 0 16,-4 0 0-16,0 0-16 0,0 0 0 0,24-10 0 15,-24 10-1328-15,15-7-256 0,-15 7-48 0,0 0-16 16,24-7-400-16,-24 7-96 0,0 0-16 0,0 0 0 16,0 0-400-16,0 0-176 0,37 26 128 0,-37-26-128 15,0 0 0-15,8 33 0 16,-8-33 0-16,1 27 0 0,-2-13 0 0,-1 2 0 0,-1-3 0 0,-2 1 0 16,2 0-192-16,-3-2 16 0,0-3 16 0,0 0 0 15,-1-1 160-15,2-2-160 0,0-3 160 0,1-3-160 0,0 0 160 0,1-5 0 16,1 1 0-16,0-4 0 0,2 1 0 0,0-4 0 15,2-1 0-15,1-2 0 0,1-1 144 0,1-2 16 16,3-1 0-16,-1 1 0 0,2 0 16 16,0 2 0-16,-1 2 0 0,1-3 0 0,2 4-176 0,0-2 0 15,0 4 0-15,-1 0 0 0,-1 3 0 0,1 0 0 16,-2 3 0-16,-8 4-11648 16,0 0-2256-16</inkml:trace>
  <inkml:trace contextRef="#ctx0" brushRef="#br0" timeOffset="-186992.94">17243 10237 22111 0,'2'-3'976'0,"-1"1"208"0,1 0-944 0,-1 0-240 0,0 2 0 0,0-3 0 16,1 1 1952-16,0-3 352 16,0 0 64-16,3-4 0 0,1-3-912 0,-1-2-192 15,2 2-48-15,-2-2 0 0,2 2-736 0,-3-2-160 0,1 2-16 0,-2 1-16 16,-1 0 16-16,-2 2 0 0,-2 3 0 0,0 0 0 15,-2 3-128-15,-1 1-32 0,0 4 0 0,-2 1 0 16,1 0-144-16,-1 3 128 0,-3 4-128 0,0 0 128 16,-1 4-128-16,0 0 0 0,0-1 0 0,1 0 0 0,2 3 0 0,1-1 0 15,-1 2 0-15,2-1 0 0,0 0 0 0,1 1 0 16,0 0 0-16,2-3 128 0,1-2 192 0,2-3 48 16,0-9 0-16,0 0 0 0,0 0-144 0,0 0-32 15,0 0 0-15,0 0 0 0,0 0-192 0,38 7 0 16,-30-11 0-16,-1-3 0 0,0 2 144 0,1-4-16 15,1 1 0-15,1-3 0 0,1 1-128 0,-2-2 0 16,0 2 0-16,0-1 128 0,-1 2-128 0,-1-1 0 16,1 2 0-16,-3-1-176 0,1 2 16 0,-2 2 0 15,-2 0 0-15,0 1 0 0,0 4 160 0,-2-2 0 16,0 2 0-16,-2 0 0 0,1 0 0 0,-1 2 0 0,0 0 0 0,-1 0 0 16,1 3 0-16,-1-1 176 15,0 2-176-15,2-1 192 0,-1 1-48 0,0 0 0 0,1 3 0 0,1-9 0 16,0 0 0-16,0 24 0 0,0-24 0 0,0 0 0 15,0 0-144-15,6 28 192 0,-6-28-192 0,0 0 192 16,0 0-192-16,0 0 0 16,0 0 0-16,0 0 0 0,38 6 0 0,-32-9 0 0,1-3 0 0,2-2 0 15,-1-1-240-15,1-2-80 0,2-1 0 0,-2-2-16 16,1 0-1392-16,0 0-288 16,0 0-48-16,-3-1-16 15,0 2-688-15,0 0-144 0,-1 1-32 0,0-2 0 0,-1 0 1376 0,-2 0 272 0,1 2 48 0,-1 0 16 0,0 0 1232 16,-2 3 416-16,-1 1 0 0,1 4 0 0,-1-1 1552 0,-1 3 304 15,1 1 64-15,-1-1 16 16,0 2 32-16,-1 0 16 0,0 2 0 0,0 1 0 0,0-1-1184 0,0 3-256 16,1 0-32-16,0 3-16 15,-1 1-464-15,0 0-112 16,0 3-16-16,-1-1 0 0,1 4-160 0,1-1-32 16,-1 1-128-16,0 1 192 0,1 0-192 0,0 1 176 0,0 1-176 0,0-1 160 15,1 0-160-15,0 0 0 0,0-17 0 16,2 26 128-16,-2-26-128 0,0 0 0 0,6 26 0 0,-6-26 0 15,0 0 0-15,0 0 0 0,0 0 0 0,0 0 0 32,21-10-400-32,-17 1-16 0,0 0 0 0,0-3 0 15,0 0-2080-15,-2 0-432 0,-1 2-80 0,0-2-7056 0,-1 3-1424 0</inkml:trace>
  <inkml:trace contextRef="#ctx0" brushRef="#br0" timeOffset="-186815.15">17447 10092 7359 0,'-14'-12'320'0,"9"10"80"15,3 1-400-15,2 1 0 0,0 1 0 0,-2-1 0 16,-1 2 3008-16,-2 1 512 0,-2 4 96 0,1-2 32 15,-1 2-160-15,3 0-32 0,1 0 0 0,2-2 0 0,1-5-1424 0,0 0-304 16,0 0-48-16,0 0-16 0,0 0-800 0,0 0-160 16,39 16-48-16,-39-16 0 0,22-8-400 0,-10 2-64 15,0-2-32-15,1 0 0 0,-1 1-160 0,1-1 0 16,-1 1 0-16,1 0 0 0,-2 0-192 0,-11 7-64 16,20-7 0-16,-20 7-16 15,0 0-2128-15,0 0-416 0</inkml:trace>
  <inkml:trace contextRef="#ctx0" brushRef="#br0" timeOffset="-186372">17629 10085 14159 0,'1'-5'304'0,"0"1"64"0,0 0 16 0,-1 3 32 0,1-1-416 0,-1 1 0 0,0 1 0 0,0-2 0 16,0 0 3872-16,0-2 688 0,-1 1 144 0,-1 3 32 16,0 0-2000-16,0 3-400 0,0 2-80 0,-2 1-16 15,-1 3-1376-15,2 3-288 0,-2 2-48 0,1 1-16 16,0 4-336-16,0-2-176 0,1 4 160 0,0-3-160 15,2 2 0-15,1-5 128 0,0-15-128 0,4 25 0 16,-4-25 0-16,0 0 0 0,0 0 0 0,0 0 0 0,0 0 0 16,0 0 0-16,38 8 0 0,-30-14 0 15,-1-3 0-15,0 0 0 0,2-3 0 0,-1-2 0 0,1 0-304 0,-1-1 48 16,0 0 16-16,-1 1 0 16,-2 0-144-16,1 2-16 0,-2-2-16 0,0 1 0 0,-1 0 144 0,-1 1 16 15,0 3 16-15,-1 2 0 0,-1 2 240 16,0 2 0-16,0 3 0 0,0-2 0 0,-1 4 320 0,-1 1 16 15,1 0 0-15,-1 2 0 0,0 1 80 0,0 1 16 16,0 0 0-16,1 1 0 0,0 2-176 0,0-2-16 0,1-8-16 16,0 0 0-16,0 25-96 0,0-25-128 0,0 0 176 0,2 25-176 15,-2-25 176-15,0 0-176 0,0 0 160 0,6 29-160 16,-6-29 128-16,0 0-128 0,3 24 0 0,-3-24 144 16,0 0-144-16,0 25 0 0,-1-17 0 0,1-8 0 15,0 0 0-15,0 0 0 0,0 0 0 0,0 0 0 16,0 0-208-16,0 0 16 15,0 0 16-15,0 0 0 0,0 0-608 16,0 0-128-16,25-15-32 0,-20 4 0 16,1-1-1904-16,0 0-384 0,0 0-80 0,1-2-16 0,-2 1-448 0,2 0-112 0</inkml:trace>
  <inkml:trace contextRef="#ctx0" brushRef="#br0" timeOffset="-186057.71">17821 10085 47 0,'0'0'0'0,"0"0"0"16,0 0 0-16,0-2 0 0,1 2 1552 0,0 0 304 16,-1 0 64-16,1 0 16 15,0 0 1472-15,0 0 304 0,1 2 48 0,-1-2 16 0,0 0-400 0,1 0-80 31,1-2-16-31,0 0 0 0,1 1-1248 0,-1-3-256 0,2 0-48 0,0 0-16 0,-1 0-944 0,1 0-176 16,-5 4-32-16,9-6-16 16,-9 6-256-16,0 0-48 0,0 0-16 0,0 0 0 0,0 0-96 0,0 0-128 15,0 0 176-15,17 34-176 0,-18-27 144 0,0 4-144 16,-1 1 0-16,-1 2 144 0,1 1-144 0,-1-1 0 0,-1 1 0 16,-1-1 0-16,2 0 0 0,0-4 0 0,-1 1 0 0,1-4 0 15,2 0 128-15,-1-4-128 0,1-1 0 16,0-2 128-16,1 0-128 0,0-2 0 15,1-3 144-15,0-2-144 0,1-2 0 0,0 1 0 16,1-3 0-16,0-1 0 0,0 2 0 0,0-2 0 0,2-2 0 0,2-3 0 16,-1 1 0-16,1-2 0 15,1 0 0-15,0 2 0 0,0 1 0 0,-1 3-160 0,0 3 160 0,0 2-208 16,-1 0-64-16,0 2-16 0,-1 3 0 0,-5 2 0 31,0 0-928-31,0 0-176 0,0 0-32 0,0 0-15264 16</inkml:trace>
  <inkml:trace contextRef="#ctx0" brushRef="#br0" timeOffset="-185752.76">18032 10136 4607 0,'-1'8'400'0,"1"-5"-400"16,0 0 0-16,0-1 0 0,1 0 3712 0,-1-2 640 0,1 2 144 0,0-2 32 0,-1 0-400 0,0 0-80 16,0 0-16-16,0 0 0 0,0 0-2368 0,0 0-464 15,38 5-112-15,-38-5 0 0,18-11-704 0,-18 11-144 31,22-14-32-31,-10 6 0 0,-1 1-64 0,0-3-16 0,0 1 0 16,-2-1 0-16,0 3-128 0,-3-2 0 0,0 1 0 0,-4 0 128 16,0 2-128-16,-2 0 0 0,-3 0 0 0,-2 3 0 15,-2 2 0-15,-3-1 0 0,-2 2 128 0,-3 2-128 16,0 2 0-16,0 2 192 0,-2 3-192 0,1 0 192 16,1 2-192-16,1 2 192 0,2 1-192 0,0 3 192 15,3-1-64-15,1 1 0 0,1 2 0 0,4 0 0 16,0-3 128-16,3-16 0 0,2 31 16 0,-2-31 0 15,0 0-144-15,0 0-128 0,39 27 144 0,-39-27-144 0,36-6 0 16,-36 6 0-16,42-11 0 0,-17 4-19184 16</inkml:trace>
  <inkml:trace contextRef="#ctx0" brushRef="#br0" timeOffset="-181321.22">10138 9744 2751 0,'0'-2'256'15,"0"0"-256"-15,1 1 0 0,-1-1 0 16,0 2 1072-16,0-1 160 0,0-1 48 0,1 0 0 15,0-3 784-15,0 1 176 0,-1 3 16 0,0-1 16 0,1 1-144 0,-1 2-16 16,-1-1-16-16,0 3 0 0,1 1-208 0,-1 1-32 16,0-2-16-16,0 4 0 0,-1-1-512 0,-1 4-112 15,0 0 0-15,0 1-16 0,2-1-832 0,-1-1-176 16,2-1-16-16,-1 1-16 0,0 0-160 0,0-1 0 16</inkml:trace>
  <inkml:trace contextRef="#ctx0" brushRef="#br0" timeOffset="-180819.5">10120 10019 11055 0,'-1'2'480'0,"0"-2"112"0,-1 0-464 16,1 0-128-16,1 1 0 0,-1-1 0 0,0 2 1488 0,1 0 288 16,-3-1 48-16,0 1 16 0,0 2 208 0,-1 1 64 15,2-3 0-15,-1 3 0 0,0-2-528 0,0 1-112 16,1-1 0-16,0 2-16 0,0-1-320 0,0 0-64 15,1 0-16-15,0 1 0 0,1-1-272 0,0 1-48 16,1-1-16-16,1 1 0 0,0 0-288 0,-2-5-64 16,0 0-16-16,0 0 0 0,0 0-224 0,0 0-128 15,29 30 128-15,-29-30-128 0,0 0 0 0,0 0 0 16,38 26 0-16,-38-26 0 0,0 0 0 0,0 0 0 16,38 24 0-16,-38-24 128 0,0 0-128 0,0 0 128 0,0 0-128 15,0 0 128-15,40 22 144 0,-36-20 48 0,-2 0 0 16,0-2 0-16,-2 2-192 0,-1-1-128 0,0 1 192 0,-3 0-192 15,1-1 160-15,-2 3-160 0,-3-2 128 0,-1 3-128 16,-2 2 144-16,-1 0-144 0,-2 0 160 0,0 1-160 16,-2 1 0-16,1 0 0 0,-1 1 0 0,0-3 0 15,2 0 0-15,1-2 0 0,1 0 0 0,2-3 0 16,2-2 0-16,0-1 0 0,1-2 0 0,0-2 0 16,3 0-528-1,-1-5-208-15,3 1-32 0,1-5-16560 0</inkml:trace>
  <inkml:trace contextRef="#ctx0" brushRef="#br0" timeOffset="-180631.66">10106 10016 21183 0,'0'5'944'0,"0"0"192"0,1-3-912 0,0 1-224 16,0-1 0-16,0-1 0 0,1 3 2112 0,-2-4 384 16,0 0 80-16,0 0 16 0,0 0-288 0,36 22-64 15,-36-22-16-15,0 0 0 0,36-3-1264 0,-36 3-256 16,28-10-64-16,-28 10 0 0,29-14-432 0,-29 14-80 15,29-11-128-15,-29 11 176 0,0 0-176 0,35-6 0 16,-35 6 0-16,0 0-12192 16,0 0-2432-16</inkml:trace>
  <inkml:trace contextRef="#ctx0" brushRef="#br0" timeOffset="-179936.03">11274 9744 2751 0,'1'-2'256'0,"1"0"-256"16,-1 1 0-16,-1 1 0 0,1 0 800 0,0-2 112 16,0 1 32-16,2-1 0 0,1 0 464 0,-1-3 80 15,2 3 32-15,-1-3 0 0,-2 4 544 0,0-2 112 16,1 2 32-16,-1-1 0 0,0 2 48 0,-1-2 16 15,1 1 0-15,-2 1 0 0,1 0-496 0,-1 1-112 16,0 1 0-16,0 0-16 0,0 2-448 0,-1 2-96 16,1 1-16-16,0 3 0 0,0-3-448 0,-1 4-80 0,0 3-32 0,1-2 0 15,-1 0-384-15,0 2-144 16,-1 3 0-16,1 0 144 0,0-1-144 16,0-4 0-16,1-1 0 0,0-3 0 0,0-8-304 0,0 0-32 0,0 0-16 0,0 0-16912 15</inkml:trace>
  <inkml:trace contextRef="#ctx0" brushRef="#br0" timeOffset="-179462.47">11148 10055 11967 0,'0'-4'1072'0,"0"1"-864"0,0 2-208 0,0-1 0 0,0 0 1408 0,0 2 224 16,-1 0 48-16,0 0 16 0,-1 0 896 0,0 2 176 15,-2 3 48-15,0-1 0 0,-1 4-1312 0,0 2-256 32,1 3-48-32,-2 2-16 0,1 0-352 0,0 2-80 15,0 3-16-15,2-2 0 0,-1 4-480 0,0-3-112 16,2 0-16-16,1-3 0 0,1-2-128 0,1-4 0 16,-1-10 0-16,0 0 0 15,0 0-896-15,0 0-48 0</inkml:trace>
  <inkml:trace contextRef="#ctx0" brushRef="#br0" timeOffset="-179111.44">11303 10118 16575 0,'1'-2'1472'0,"0"1"-1168"0,1 0-304 0,-1 1 0 15,-1 0 1776-15,1-2 288 0,0 1 64 0,1-1 16 16,0-1-352-16,0 3-64 0,-1-2 0 0,-1 4-16 15,-1 1-816-15,-1 2-176 0,1 0-16 0,-1 2-16 16,-2 3-272-16,1 1-48 0,0 3-16 0,-2 0 0 0,0 3-128 0,1-1-32 16,0 2 0-16,2-1 0 0,1-2-192 15,1-15 0-15,4 24 0 0,-4-24 0 16,0 0 288-16,0 0-32 0,0 0-16 0,37 29 0 0,-37-29-112 0,26-5-128 16,-12-3 176-16,1-1-176 0,-1-3 608 0,0-2 16 15,1 0 0-15,-2-1 0 0,-1 1-192 0,-2 0-48 16,2 1 0-16,-3-2 0 0,-2 1-192 0,-1 2-64 15,-1 0 0-15,-3 1 0 0,-2 0-128 0,-2 2 160 16,-4 0-160-16,-3-1 160 0,-2 5-160 0,-5 1 192 16,-1 3-192-16,-1-1 192 0,-1 4-192 0,0-1 0 15,-4 3 0-15,1-1-12096 16,2 1-2432-16</inkml:trace>
  <inkml:trace contextRef="#ctx0" brushRef="#br0" timeOffset="-178183.25">10068 9810 1839 0,'0'-2'160'0,"0"0"-160"0,0 0 0 0,0 1 0 15,0 1 336-15,0-2 48 0,-1-1 0 0,1-1 0 16,0-4 352-16,1 1 80 0,1 0 16 0,0 0 0 0,0 2 224 15,1-1 48-15,-1 3 16 0,1-2 0 0,-1 1 928 0,-1-1 176 16,0 2 32-16,-1 1 16 16,1 0-144-16,-2 0-16 0,-1 1-16 0,0 1 0 0,0 0-368 0,-1 1-80 15,0 1-16-15,0-2 0 16,-1 3-672-16,-1-1-128 0,2 2-16 0,-1-1-16 0,-1 0-288 0,1 1-64 16,-1 1-16-16,1 1 0 0,0-1-160 0,0 2-16 15,-1 0-16-15,1 0 0 0,1 3-32 0,-1-2 0 16,1 3 0-16,0-2 0 0,0 3-80 0,1-1-128 15,1 2 176-15,0-1-176 0,2-3 128 0,-1-4-128 16,2 2 0-16,0-4 0 0,0 0 0 0,1-2 0 16,-1-1 0-16,2-2 0 0,1-2 0 0,0-1 0 0,0 0 0 0,0-2 0 15,-1 0 0-15,2-3 0 0,-1 0 0 0,1-2-144 16,0 1 144-16,0-1-160 0,-1 1 160 0,-1 1-160 16,0 0-144-1,0 0-16-15,-1 1-16 0,1 0 0 0,-1 1 192 0,-1 2 144 0,0-1-192 0,-2 5 192 16,0 1 0-16,0 1 0 0,0 0 0 0,-1 2 0 15,0 3 0-15,-1-2 0 0,0 3 0 0,-1 3 0 16,0 0 160-16,0 0-160 0,0 0 160 0,-1 1-160 16,0-1 192-16,1 0-48 0,-1 1-16 0,-1 0 0 0,4-3 128 15,-2 1 0-15,1-2 16 0,1-1 0 0,0-1 80 0,0-3 16 16,2 1 0-16,0-2 0 0,0-2-368 0,1-1 144 16,1 1-144-16,-1-3 0 0,2 0 0 0,0-2 0 15,1-2 0-15,0-1 0 16,1 1 0-16,-1-1 0 0,1-4 0 0,-1 2 0 0,1 0 0 0,-2 0 0 15,-1 1 0-15,-1 1 0 0,0 0 0 0,-3 3 0 16,-1 0 0-16,-2 1 0 0,1 5 0 0,-3-1 0 16,2 5 0-16,-3 1 0 0,1 3 0 0,-1 0 0 15,1 3 0-15,1 0 0 0,-1 1 0 0,2 1 0 16,-1 2 0-16,0-2 0 0,2 2 0 0,0-4 0 16,1 1 0-16,2-3 0 15,0-8 0-15,0 0 0 0,0 0 0 0,0 0-17552 0</inkml:trace>
  <inkml:trace contextRef="#ctx0" brushRef="#br0" timeOffset="-177011.93">12555 9749 7359 0,'1'-1'656'0,"0"-1"-528"0,0 2-128 0,0-1 0 16,-1 0 1536-16,1-1 256 0,1 0 64 0,0-2 16 15,0 0 960-15,3-1 192 0,-2 1 48 0,-1 1 0 16,0 1-1136-16,-2 0-208 0,1 2-64 0,-1 0 0 0,0 2-464 0,-1-1-112 16,1 2 0-16,-2 2-16 0,1 0-384 0,0-2-80 15,0 4-16-15,-1-3 0 0,1 3-336 0,-1 0-80 16,0 3-16-16,0 0 0 0,0 1-160 0,0-3 0 15,1 1 0-15,-1-2 0 0,1 0 0 0,1 0 0 16,0-2 0-16,0-1 0 0,0-1 0 0,0-2 0 16,1 0 0-16,0-2 0 0,0 0-128 0,0-2 128 15,0 1 0-15,0 0 0 0,-1 0 0 0,0-1 0 16,1 1 0-16,-1-3 0 0,1 3 0 0,-1-3 0 16,1 0 0-16,0 1 0 0,0-1-128 0,0 0 128 0,1-2 0 0,0 1 0 15,0 1 0-15,-1 1-176 16,1 0 176-16,-1-3-128 0,0 2 128 0,1 3 0 0,-1-3 0 0,0 2 0 15,0 3 0-15,-1-2 0 0,0 2 0 0,0 0 0 16,-1 0 0-16,0 2 0 0,0-2 0 0,0 3 0 16,0-1 0-16,1-1 0 0,-2 2 0 0,1 0 0 15,-1 0 0-15,0 2 128 0,1-1-128 0,-1 1 0 16,1 0 0-16,0 0 0 16,0 0 0-16,1-1 128 0,-1-1-128 0,0 1 128 0,0-1-128 0,-1-1 128 15,1 0-128-15,0-2 0 16,1 0 0-16,0 0 128 0,0 0-128 0,1-1 0 0,0-2 0 0,1 0 0 15,0 0 0-15,0 1 0 0,2-2 0 0,0 1-11216 16,0-2-2208-16</inkml:trace>
  <inkml:trace contextRef="#ctx0" brushRef="#br0" timeOffset="-176623.61">12336 10051 14735 0,'0'-3'1312'16,"0"2"-1056"-16,0-1-256 0,0 0 0 15,0 2 1728-15,0-1 272 0,1-1 64 0,-1-2 16 0,1-1 112 0,-1 1 32 16,0 1 0-16,1 0 0 0,-1-1-880 0,0 3-160 16,1 1-32-16,-1 3-16 0,0-1-368 0,0 4-80 15,0 3-16-15,-1 0 0 0,0 3-304 0,-1 2-64 16,0 0-16-16,0 1 0 0,-1 1-288 0,-1 3 0 15,2 0 128-15,-1-3-128 0,-1 2 0 0,2-1 0 16,0-4 0-16,1 1 0 16,1-4 0-16,1-1 0 0,2-4 0 0,0-3-16832 0</inkml:trace>
  <inkml:trace contextRef="#ctx0" brushRef="#br0" timeOffset="-176245.73">12592 10007 17503 0,'-1'0'768'0,"1"0"176"0,0 2-752 0,-1-2-192 0,0 0 0 0,0 1 0 16,0 1 1232-16,-2 0 224 0,-1 3 32 0,0 0 16 15,-3 2-32-15,1 1 0 0,-1-2 0 0,1 1 0 16,-1 0-448-16,2-2-80 0,0 2-32 0,1-2 0 16,1 2 304-16,0-2 64 0,2 0 16 0,0 2 0 15,0 0-544-15,1 0-112 0,0-3-32 0,2 2 0 0,-2-6-432 0,0 0-176 16,0 0 128-16,0 0-128 0,0 0 0 0,0 0 0 31,31 32 128-31,-31-32-128 0,0 0 192 0,0 0 0 0,0 0 0 0,0 0 0 0,48 19-192 0,-48-19 192 16,0 0-192-16,0 0 192 0,0 0-192 0,42 19 0 15,-42-19 0-15,0 0 0 0,0 0 0 0,0 0 0 16,0 0 0-16,0 0 0 0,33 32 0 0,-33-32 0 16,0 0 0-16,0 0 0 0,0 0 0 0,0 0 0 15,1 23 0-15,-4-20 0 0,-1 2 0 0,1 1 0 16,-2-1 0-16,0-1 0 0,0 2 0 0,-2 0 0 15,-1 0 0-15,-1 2 0 0,-2-2 0 0,-1 1 0 0,-1 0 0 0,0-1 0 16,1-2 0-16,1-2 0 0,0-2 0 0,2-3 0 31,1-2-704-31,1-2-128 0,0-1-32 0,0-4-15888 0</inkml:trace>
  <inkml:trace contextRef="#ctx0" brushRef="#br0" timeOffset="-176067.34">12542 10029 25791 0,'2'4'1152'0,"0"-1"224"32,1 0-1104-32,-1-2-272 0,0 1 0 0,-1-2 0 15,2 1 2128-15,-3-1 368 0,0 0 80 0,0 0 16 0,44 4-1056 0,-44-4-192 16,35-5-64-16,-35 5 0 0,34-8-976 0,-34 8-304 16,31-8 128-16,-31 8-17824 15</inkml:trace>
  <inkml:trace contextRef="#ctx0" brushRef="#br0" timeOffset="-174881.56">13765 9756 9215 0,'1'-2'816'0,"0"1"-656"0,-1 1-160 0,0-2 0 0,0 2 1680 0,1-2 304 16,0 1 64-16,1-1 16 0,0 0 784 0,1-2 160 15,0 1 16-15,-2 1 16 0,0 1-1056 0,0 0-192 16,-1 0-64-16,0 1 0 0,-1 0-768 0,0 0-144 0,0 2-48 0,-1-1 0 16,-1 1-416-16,1 1-96 15,-1 1 0-15,0-2-16 0,1 1-240 0,0 1 128 0,0-1-128 0,0-1 0 16,0 1 0-16,0 2 0 0,1 0 0 0,-1-1 0 16,-1 3 0-16,1-3 0 15,0 2 0-15,-1 0 0 0,3 2 208 0,-2-2-48 0,0 0-16 0,0 0 0 16,1-1-16-16,0 1 0 0,0 0 0 0,0-3 0 15,1-1-128-15,0 0 0 0,0-2 0 0,1-1 0 16,1 0 0-16,0-4 0 0,0 2 0 0,0-3 0 0,0 1 0 16,0 0 0-16,1-2 0 0,0 0 0 15,0-5-496-15,0 2 32 0,1-1 0 0,0 1 0 16,-1-2-688-16,-1 1-128 0,1 1-16 0,-2 0-16 31,1 1 640-31,-2 0 128 0,0 2 32 0,0 2 0 0,-1 2 512 0,0 1 176 0,0 2 0 0,-1 0 0 0,1 2 576 0,-1-1 112 16,1 3 32-16,-2 1 0 0,0 2-208 0,0 0-48 15,0 0 0-15,-1 3 0 0,1-1-208 0,-1 1-48 16,0 1-16-16,-1 1 0 16,2-2-208-16,0 0-32 0,0 1-128 0,0-2 192 0,1 0-192 0,0-3 0 15,1-1 128-15,1-3-128 0,1-2 0 0,0 0 128 16,0 0-128-16,1-2 0 0,0-1 128 0,1-1-128 0,0-1 0 0,0-2 144 16,1 2-144-16,-1-4 0 0,0 4 0 0,-1-3 0 15,0 2 0-15,0 0 0 0,0-2-192 0,0 0 192 31,-1 3-384-31,0-2 64 0,0 1 0 0,-1 0 0 0,1 4 64 0,-2-3 0 0,0 3 16 0,0 0 0 16,0 1 240-16,-1 1 0 0,-1 0 0 0,1 1 0 16,0 1 0-16,-1 1 0 15,2 1 0-15,-2-2 160 0,2 1 96 16,-1 2 32-16,-1-1 0 0,1 3 0 0,0-2 96 16,-1 3 0-16,0 0 16 0,0 0 0 15,1-1-128-15,0 2-16 0,-1-1-16 0,0 1 0 0,1-2-240 0,1 0 144 16,0-2-144-16,1-1 128 0,0-1-128 0,0 0 0 15,2-1 144-15,-1-1-144 0,0 0 0 0,1-1 0 16,0 0 0-16,0-1 0 0,0 0 0 0,0-3 0 16,1 1 0-16,0 0-17824 15</inkml:trace>
  <inkml:trace contextRef="#ctx0" brushRef="#br0" timeOffset="-174156.62">13537 10068 17503 0,'-2'0'1552'0,"0"0"-1232"0,0 0-320 0,1 0 0 15,1-2 1600-15,-1 2 256 0,-1 0 48 0,-1-2 16 16,1 0 256-16,-2-1 64 0,2 1 16 0,1-1 0 16,1 0-720-16,2 0-128 0,1 2-48 0,1-3 0 15,0 3-528-15,-4 1-96 0,0 0-32 0,0 0 0 16,32-6-384-16,-32 6-64 0,0 0-32 0,34-3 0 15,-34 3-224-15,0 0 0 0,36 1 128 0,-36-1-128 16,0 0 0-16,0 0 0 0,38 8 0 0,-38-8 0 16,0 0 0-16,0 0 0 0,0 0 0 0,0 0 0 15,0 0 0-15,19 34 0 0,-22-30 0 0,0 4 0 16,-1-2 0-16,-2 2 0 0,1-3 0 0,-1 2 0 0,-2 2 0 0,-4-2 0 16,1 1 0-16,-3 1 0 0,-2-2-128 0,-2 3 128 15,2-3-192-15,0 2 192 16,-1-1-576-16,2 0 0 0,4 0 0 0,1-3 0 0,1 2 256 0,3-3 64 15,0 4 0-15,3-4 0 0,1 1 256 0,1 0 0 16,0-3 0-16,3 3 0 0,-2-5 0 0,0 0 0 16,0 0 0-16,0 0 0 0,0 0 160 0,35 3 32 15,-35-3 16-15,25-6 0 0,-25 6 448 0,28-7 96 16,-28 7 16-16,30-7 0 0,-30 7-384 0,34-7-64 0,-34 7 0 0,32-5-16 16,-32 5-176-16,0 0-128 15,42-6 192-15,-42 6-192 0,26-6 0 0,-26 6 0 0,23-6 0 0,-23 6 0 16,21-8 0-16,-13 4-176 0,-1 1 0 0,0-2-18512 15</inkml:trace>
  <inkml:trace contextRef="#ctx0" brushRef="#br0" timeOffset="-173839.48">13887 10068 13823 0,'0'0'1216'0,"0"0"-960"0,0 0-256 0,0 0 0 0,-1 0 2144 0,0 0 384 16,0 0 80-16,0 0 16 0,-1 1 32 0,-1 1 16 15,-1 3 0-15,0-3 0 0,1 5-1392 0,-1-2-256 16,0 5-64-16,1-3-16 16,0 4-336-16,-1 0-64 0,2 2-16 0,0-1 0 0,1 2-240 0,1 0-48 15,0-14-16-15,2 29 0 0,-2-29-224 0,0 0 176 16,11 31-176-16,-11-31 160 0,0 0 0 0,0 0 0 16,38 12 0-16,-38-12 0 0,24-8 16 0,-12 1 0 15,3-4 0-15,-1-1 0 0,1-4-176 0,-2 3 192 16,-3 2-192-16,-1 1 192 0,-1 0-192 0,0-2 0 0,0-2 0 15,-3-1 0-15,0 2 0 0,-3-1 0 16,-2 2 0-16,-4 0 0 0,-2 0 0 0,-5 2 0 0,-1 1 128 0,-4 2-128 16,-2 2 0-16,0 0 0 0,-2 3 0 0,0 4 0 15,0-1-240-15,2 3-80 0,1 2 0 0,1 0-17552 16</inkml:trace>
  <inkml:trace contextRef="#ctx0" brushRef="#br0" timeOffset="-172832.08">14962 9756 9215 0,'0'-2'816'0,"0"1"-656"0,1 1-160 0,-1-2 0 15,1 2 1872-15,0-2 352 0,0 1 64 0,0-2 16 16,1-2 576-16,0 0 112 0,1 0 16 0,-1 0 16 15,0 0-928-15,0 1-192 0,-1 1-48 0,-1 0 0 16,0 0-784-16,0 2-176 0,0 1-16 0,0-2-16 16,-1 4-336-16,0-1-64 0,-1 2-16 0,1 2 0 0,-1-1-176 15,-1 0-32-15,1 3-16 0,1-1 0 0,-2 4-224 0,0 0 144 16,0 2-144-16,0 0 128 0,1 2-128 0,0-2 0 16,0 2 0-16,-1-2 0 0,2-1 0 0,0-1 0 15,1-10 0-15,0 0 0 0,0 0 0 0,3 26 0 16,-1-23 0-16,-1-1 0 0,0-2 0 0,1-3 0 15,0 1 0-15,1-1 0 0,0-1 0 0,1-3 0 16,-1-2 0-16,2 0 0 0,0-2 0 0,0 0 0 16,0 1-128-16,-1-2 128 15,2 0-416-15,-2 0-16 0,0 1 0 0,0 0 0 0,0-1 176 0,0 0 16 0,-2 2 16 0,1 2 0 16,-1 1 224-16,-1 0 0 16,0 3 0-16,-1 1 0 0,1 3 0 0,-1 0 0 0,0 0 0 0,-1 0 0 15,1 3 272-15,-1 1 48 0,-1 1 16 0,1 0 0 16,-1 2-16-16,-1-2-16 0,2 2 0 0,-2 0 0 15,1 0-176-15,-1-2-128 0,0 4 144 0,0 1-144 16,-1-1 160-16,0 0-160 0,1 1 160 0,-1-3-160 16,1 0 144-16,0 1-144 0,1-2 128 0,2-1-128 15,-1 0 0-15,1-3 0 0,1 0 0 0,-1-2 0 16,1 0 0-16,1-2 0 0,1 0 0 0,0-2-18352 16</inkml:trace>
  <inkml:trace contextRef="#ctx0" brushRef="#br0" timeOffset="-171915.75">14700 10080 1839 0,'-1'0'160'0,"1"0"-160"0,0 0 0 0,0 0 0 0,0 0 608 0,-1 0 96 0,0 0 0 0,0 0 16 16,0 0 624-16,0 0 128 0,0 0 32 0,-1-2 0 16,1 2 528-16,-1 0 96 15,1 0 32-15,1 0 0 0,-1 0-176 0,0 0-16 0,1-1-16 0,0 1 0 0,1-1-256 0,0 1-48 16,1-2-16-16,1 0 0 0,1 1-320 0,1-2-64 31,1 0-16-31,0 0 0 0,2-2-336 0,0 2-64 16,-8 3 0-16,0 0-16 0,30-6-304 0,-30 6-48 0,0 0-16 0,0 0 0 0,37 4-224 0,-37-4-48 15,0 0-16-15,0 0 0 0,0 0-160 0,29 31 0 16,-29-31 0-16,0 0 0 0,5 28 0 0,-5-18 0 16,-1-1 0-1,-1 1 0-15,0-1 0 0,-2 1 0 0,-1 1 0 0,-1 1 0 0,-1-1 0 0,0 0 0 0,0-2 0 16,-2 1 0-16,1-1-240 0,-1-2 80 0,-1 0 16 0,2-2 0 15,1 1-128-15,0-3-32 0,2 1 0 16,3 0 0-16,-1-4 176 0,2 1 128 0,2 0-192 0,0-1 192 31,1 0 0-31,-2 0 0 0,0 0 0 0,0 0 0 0,0 0 0 0,27-7 0 0,-27 7 0 0,0 0 0 16,29-7 128-16,-29 7 16 0,0 0 16 0,31-7 0 16,-31 7 0-16,23-9 0 0,-23 9 0 0,23-9 0 15,-11 4-160-15,-1-1 0 0,1 2 0 0,0-3-17472 16</inkml:trace>
  <inkml:trace contextRef="#ctx0" brushRef="#br0" timeOffset="-171555.18">15059 10033 27647 0,'1'0'1216'0,"-1"0"256"0,0 0-1168 0,-1 0-304 15,1 0 0-15,-1 0 0 0,1 0 1728 0,-1 0 304 16,0 1 48-16,-2 1 16 0,0 1-880 0,-1 0-192 15,1 2-16-15,-1-1-16 0,0 0-544 0,0 3-128 16,1-3 0-16,-1 1-16 0,1 2-48 0,1 0-16 16,0 0 0-16,-1 1 0 0,2-2-240 0,0 2 144 31,1-1-144-31,0-7 128 0,0 0-128 0,0 0 0 16,7 28 0-16,-7-28 0 0,0 0 0 0,0 0 0 0,0 0 0 0,27 30 0 15,-27-30 0-15,0 0 0 0,0 0 0 16,0 0 0-16,42 25 0 0,-42-25 0 0,0 0 0 0,0 0 0 15,0 0 0-15,36 26 0 0,-36-26 0 0,0 0 0 16,0 0 0-16,0 0 0 0,0 0 0 0,0 0 0 16,20 33 0-16,-21-28 0 0,1-3 0 0,-2 3 0 15,-1 0 0-15,-1-1 0 0,0 1 0 0,-3 1 0 16,2 0 0-16,-3-1 0 0,0 0 0 0,-1 2 0 16,-1-3 0-16,-2 1 0 0,1 0 0 0,-1-3 0 15,2 1 0-15,-2-1 0 0,1 0 0 0,1-2 0 16,1-2-224-16,3-1-80 0,-1-1-16 0,2-6-17552 15</inkml:trace>
  <inkml:trace contextRef="#ctx0" brushRef="#br0" timeOffset="-171381.25">15000 10019 20271 0,'1'5'1792'0,"1"-3"-1424"15,-2-2-368-15,0 0 0 0,0 0 2160 0,0 0 352 16,0 0 80-16,0 0 16 0,38 10-64 0,-38-10-16 15,35 2 0-15,-35-2 0 0,37-5-1744 0,-37 5-336 16,33-7-80-16,-33 7-16 0,26-9-352 0,-26 9 0 16,0 0 0-16,0 0-17792 0</inkml:trace>
  <inkml:trace contextRef="#ctx0" brushRef="#br0" timeOffset="-169516.98">16233 9696 8287 0,'2'0'736'0,"-1"-2"-592"15,0 2-144-15,-1 0 0 0,1 0 944 0,-1 0 144 16,1 0 48-16,2 0 0 0,0-2 576 0,0 2 112 0,0 0 32 0,0-2 0 16,-1 2-368-16,0 2-64 0,-2-2-16 0,1 2 0 15,0-2-64-15,0 2-32 0,-1-1 0 0,-1 3 0 16,1-1-208-16,-2 1-32 0,2 1-16 0,-1 0 0 15,-1-1-288-15,-1 1-64 0,1 2-16 0,-1-2 0 16,2 2-384-16,-2 0-80 0,1-2-16 0,-2 3 0 16,0 0-64-16,1 1-16 0,-1 0 0 0,-1 0 0 15,1 2 32-15,0-1 0 0,0 0 0 0,2-1 0 16,-1-2-160-16,0 0 0 0,2-4 0 0,0-1 0 16,1 0 0-16,1-2 0 0,0-2 0 0,0 0 0 0,1-1 0 0,1-2-144 15,0-1 144-15,1-2 0 16,1-1-864-16,-2-1-64 0,3 1-16 0,-1-3 0 15,-1 2-80-15,0-1-32 0,-1 4 0 0,0-3 0 0,0 3 688 0,0 0 144 16,0-1 32-16,-1 4 0 0,-1-1 192 0,0 3 256 16,0 2-48-16,-1-2-16 0,0 4 608 0,-1 0 112 15,-1 3 32-15,1-2 0 0,-1 2-160 0,-1 1-16 16,-1 4-16-16,1-3 0 0,-1 1-240 0,-1 1-64 16,1 2 0-16,-2 1 0 0,0 0-256 0,1 0-48 15,0-3-16-15,2 1 0 0,1-5-128 0,1 2 0 0,0-5 0 16,1 1 0-16,0-1 0 0,1-2 0 0,0 0 0 0,1-3 0 31,0-1-448-31,1-1 0 0,1-2-16 0,0-1-15744 0</inkml:trace>
  <inkml:trace contextRef="#ctx0" brushRef="#br0" timeOffset="-168680.34">16010 9941 9215 0,'-2'-1'816'0,"0"-1"-656"16,1 2-160-16,0-1 0 0,1 0 1488 0,-1 1 272 15,0-2 48-15,-3-1 16 0,0-2 400 0,0 3 80 16,1 0 0-16,0-1 16 15,0 1-192-15,2 2-32 0,0 0-16 0,1 2 0 0,1-1-608 0,2 3-128 16,-3-4-32-16,0 0 0 0,0 0-592 0,0 0-112 16,0 0-32-16,38 8 0 15,-38-8-304-15,0 0-64 0,33-1-16 0,-33 1 0 0,0 0-192 0,0 0 176 16,37-2-176-16,-37 2 160 0,0 0-160 0,0 0 0 0,0 0 0 0,0 0 0 31,36 14 0-31,-36-8 0 0,-1 0 0 0,-3 1 0 0,0-3 0 0,-1 4 0 0,-3-1-144 0,-4 2 144 16,0 1-240-16,-1-1 16 0,-1-1 0 0,1-1 0 15,-2-1-16-15,1 0 0 0,-1-2 0 0,2 1 0 16,2-3 240-16,1-2-192 0,0-2 192 0,3 0-192 16,1-1 192-16,2 1 0 0,2 0-160 0,1-1 160 15,1-1 0-15,2 2 0 0,2-1 0 0,0 0 0 16,2 1 0-16,-1-1 0 0,2 1 0 16,0 0 0-16,-7 2 0 0,0 0 0 0,0 0 0 0,0 0 0 15,40 9 0-15,-40-9 0 16,0 0 0-16,0 0 0 0,0 0 0 0,41 29 0 15,-41-29 0-15,0 0 0 0,0 0 0 0,0 0 0 0,20 33 0 0,-19-28 0 0,-1-1 0 0,-1-1 0 32,-1 0 0-32,0 1 0 0,-2-2 0 0,-1-2 0 0,0 2 0 0,-2-1 128 0,-1 1-128 0,-2-2 0 31,-2 2 0-31,-1-2 128 0,-2 3-128 0,1-3 0 16,2 1 0-16,-1 0 0 0,1 1 0 0,1-2 0 15,2 0 0-15,3 0 0 16,0 0-752-16,2 0-80 0,2-2 0 0,1 2-14864 0</inkml:trace>
  <inkml:trace contextRef="#ctx0" brushRef="#br0" timeOffset="-168268.89">16301 10029 12895 0,'5'-5'576'0,"-2"0"112"16,-1 0-560-16,0 3-128 0,-1 2 0 0,-1-2 0 16,0 1 1344-16,0-1 256 0,0 0 32 0,0 1 16 0,-2-2 16 0,0 2 16 15,-1 1 0-15,-2 2 0 0,0 0-528 0,-2 1-128 16,1 0 0-16,-2 3-16 0,1-1 64 0,0 2 16 16,1-1 0-16,-1 0 0 0,2 2-480 0,-1-1-96 15,1 2 0-15,1-2-16 0,1 2 96 0,1-1 32 16,1 1 0-16,1-9 0 0,0 0-112 0,0 0 0 15,0 0-16-15,0 0 0 0,0 0-144 0,37 24-32 16,-37-24 0-16,26-7 0 0,-13 2-48 0,1-2-16 16,-1-2 0-16,0 1 0 0,-2 0-96 0,0-3-32 15,1 2 0-15,-1-1 0 0,-1-1-128 0,-3 2 160 0,1 1-160 16,-4-1 160-16,0 1-160 0,-2 2 128 0,-2 0-128 16,-3-1 128-16,-1 2-128 0,-3 1 192 0,-3 0-192 0,-2 3 192 15,-2 1-192-15,-3 0 192 0,-1 3-192 0,-3 1 192 16,0 3-192-16,0 0 0 0,-1 1 0 0,4-2 0 31,3 2-368-31,2-1-96 0,2 0-32 0,3 0-17680 0</inkml:trace>
  <inkml:trace contextRef="#ctx0" brushRef="#br0" timeOffset="-162640.33">8876 4779 2751 0,'-1'0'256'0,"-1"0"-256"16,2 0 0-16,0-2 0 0,-1 2 1088 0,1 0 160 16,-2-1 32-16,0 1 16 0,-1-2 48 0,0 0 16 0,0-2 0 0,0 1 0 15,0 0-576-15,1 0-112 0,0 0-32 0,1 0 0 16,0 1-160-16,0 1-32 15,0-1-16-15,1 1 0 0,0 1 272 0,0 0 48 16,1 0 16-16,-1 1 0 0,2-1-80 0,-2 2-16 0,2-2 0 0,0 3 0 16,1-3-192-16,0 2-32 0,0-2-16 0,0 1 0 31,0-1-80-31,1 0-16 0,0 2 0 0,1-2 0 0,0 0-144 0,-1 0-48 0,2 0 0 0,-2 0 0 31,1 0-144-31,0 0 0 0,-2 0 0 0,1-2 128 0,0 1-128 0,-2 1 0 0,0 0 0 0,-2-2 0 16,2 2 0-16,-1 0 0 0,-2 0 0 0,0 0 0 0,0 0 0 0,-2 0 0 15,0 2 0-15,-2-2 0 0,1 1 0 0,-2-1-144 16,2 0 144-16,-1 0 0 16,-1-1 0-16,1 1 0 15,0 0 0-15,0-2 0 0,2 0 0 0,-2 1 0 0,1-1 0 0,1 2 144 0,0-1-144 0,0 1 0 32,0 0 0-32,2 0 0 0,-1 1 0 0,0-1 0 15,1 2 144-15,0 1-144 0,0-3 128 0,1 2-128 16,0 1 160-16,0-2-160 0,0 0 304 0,1 1-48 15,1 1 0-15,0 0 0 0,0-1-64 0,-1-2-32 16,3 2 0-16,-1-2 0 0,1 0-160 0,-1 0 160 0,1 0-160 0,0-2 160 16,0 2-160-16,-1-2 192 0,1 1-192 0,0 1 192 15,-2-2-192-15,1 2 0 0,0-2 0 0,-2 1 128 16,1 1-128-16,-2 0 0 0,0 3 0 0,-1-1 0 16,-1-1 0-16,-1 1 0 0,1 2 0 0,-1-2 0 15,-1 2 0-15,-1 0 0 0,1-2 0 0,1 1 0 16,-1 1 0-16,0-1 0 0,1-1 0 0,-1 0 0 15,0-2 0-15,1 0 0 0,1 0 0 0,-1 0 0 16,1-2 0-16,0 2 0 0,1-2 0 0,0 0 128 16,0 1-128-16,0-1 0 0,2-1 0 0,0 1 128 0,0 0-128 0,0 0 0 15,1 0 0-15,0 1 0 0,1 1 176 0,-1-2 0 16,1 1 0-16,0 1 0 0,1 0 0 0,-1 0 0 16,1 0 0-16,1 0 0 0,-1 0-176 15,1 0 128-15,1 0-128 0,-2 0 128 0,2-2-128 0,-2 2 0 16,2 0 144-16,-1 0-144 0,0 0 0 0,0-2 0 15,-1 2 0-15,-1-2 0 0,0 0 0 0,0 1 0 16,-1-1 0-16,0 0 0 0,-2 2 0 0,-1-1 0 16,0 1 0-16,0-2 0 0,-1 2 0 0,-1 0 128 15,-1 2-128-15,0-2 0 0,0 3 0 0,-1-3 0 16,1 2 0-16,-1-1 0 0,0 1 0 0,-1 0 0 0,0-2 0 0,1 2 0 16,0-2 0-16,1 2 0 0,-1-1 0 0,0 1 0 15,2-2 0-15,-1 1 0 0,0-1 0 16,1 2 128-16,0-2-128 0,0 0 0 0,1 0 0 0,0 0 128 15,1 0-128-15,0 2 0 0,1-2 0 0,-1 0 128 16,2 0-128-16,-1 0 192 0,2 2-64 0,0-2 0 16,1 2 112-16,0 1 16 0,-1-3 16 0,2 2 0 15,0-2-128-15,0 0-16 0,1 0-128 0,1-2 192 16,0 2-64-16,2-3-128 0,-2 3 176 0,2-3-176 16,0 2 576-16,-1-3 16 0,1 3 0 0,-2-2 0 0,0 1-256 15,-2 2-48-15,0 0-16 0,-2 0 0 0,-1 0-272 0,-1 0 128 16,-1 2-128-16,-3 1 0 0,1 0 128 0,-2-1-128 15,1 2 0-15,-2-1 0 0,-1-1 0 0,-1 1 0 16,0-1 0-16,-1 0 0 0,1 1 128 0,0-3-128 16,0 2 0-16,2-4 0 0,-1-1 0 0,2 1 0 15,1-2 0-15,-1-1 0 0,3 2 0 16,0-3 0-16,0 2 0 0,1-2 0 0,1 1 160 16,0 2-160-16,1 0 128 0,0 2-128 0,0-1 384 0,2 2 0 15,0 2 0-15,0-1 0 0,1 2-256 0,0 2-128 16,-4-5 128-16,0 0-128 0,0 0 0 0,0 0 0 0,30 38 0 0,-30-38 0 15,0 0 0-15,0 0 0 0,38 22 0 16,-38-22-16576-16</inkml:trace>
  <inkml:trace contextRef="#ctx0" brushRef="#br0" timeOffset="-161562.89">8680 4762 5519 0,'-2'-2'496'0,"2"1"-496"0,0 0 0 0,0-2 0 15,1 3 1088-15,-1-2 128 16,0-1 32-16,1-1 0 0,-1-3 480 0,2 2 80 16,-2-2 32-16,2 4 0 0,0 1-432 0,0 4-64 15,0 1-32-15,-1 4 0 0,0 1-672 0,0 3-128 0,-2 1-16 0,0 2-16 16,0 1-288-16,-1 1-48 0,-1 0-16 0,0-1 0 16,0 2-128-16,-1-1 0 0,1-4 0 0,0-2 128 15,0-1-128-15,-1 0 0 0,2-2 0 0,-1-3 0 16,2-1 0-16,0-2 0 0,1 1 0 0,-1-4 0 15,1-1 0-15,0-1 0 0,0-2 0 0,1 0 0 16,0-2 0-16,-1-1 0 0,1-1 0 0,0 1 0 16,0-1 0-16,0 1 0 0,0 0 0 0,-1-1 0 15,2 0 0-15,-1 3 0 0,1-2 0 0,0-1 0 16,-1 3 0-16,1-1 0 0,1-1 0 0,0 3 0 0,-1-4 0 0,0 3 0 16,-1 0 0-16,0-2 0 0,1 2 256 0,-2 1-48 15,0 0 0-15,0 3 0 0,0 1 368 0,-1 1 64 16,0 1 0-16,0 1 16 0,0 2-272 0,0 1-64 15,0 0-16-15,-1 2 0 0,0 3-128 0,0-1-32 16,1 3 0-16,0-2 0 0,0 0-144 0,1 1 0 16,-1 4 0-16,1 0 128 0,0-1-128 0,0 1 0 15,0 2 0-15,0-1 0 0,-1-3 0 0,1 2 0 16,0 0 0-16,0-2 0 0,1-2 0 0,-1-2 0 16,0 0 0-16,0-4 0 0,0-1 0 0,0-3 0 0,1 0 0 15,0 0 0-15,0-3 0 0,0 0 0 0,1-2 0 0,0-2 0 16,1-1 0-16,-1-4 0 0,2 0 128 15,0-4-128-15,1 1 0 0,-2 1 0 0,0-2 0 0,1 1 0 16,-2-2 0-16,0 3 0 0,-1 0 0 0,-1 2 0 16,-1 0 0-16,-1 1 0 0,1 2 0 0,-2 1 0 15,0 3 0-15,0 1 128 16,1 3-128-16,-1-1 128 0,0 4-128 0,1-2 160 0,-1 3-160 0,2 2 160 16,0-1 256-16,1 4 48 0,0-1 16 0,-1 4 0 0,1 1-336 15,0 0-144-15,0 2 128 0,-1 0-128 0,1 3 128 0,-1 1-128 16,0-2 128-16,0 0-128 0,-1 1 128 0,1-3-128 15,-1-2 0-15,0 0 128 0,1-3-128 0,1 0 128 16,-1-1-128-16,1-3 128 16,0 0 64-16,1-1 0 0,0-4 0 0,2 0 0 0,0-2-192 0,2-4 0 15,0 2 0-15,1-6 0 0,0 1 0 0,1 0 0 16,-1-3-128-16,2 0 128 16,-1 0-1056-16,0-1-144 0,-1 1-16 0,0 4-11904 0</inkml:trace>
  <inkml:trace contextRef="#ctx0" brushRef="#br0" timeOffset="-156398.25">12440 4708 8863 0,'0'-2'784'0,"0"2"-624"16,1 0-160-16,-1 0 0 0,0 0 560 0,0 0 80 15,0-2 0-15,0 1 32 0,0 1-32 0,0-2-16 16,-1 2 0-16,0 0 16 0,1 0 144 0,-1 0 32 16,0 2 0-16,0-1 16 0,-1 1-144 0,0 0-32 15,1 0 0-15,0 0 16 0,0 1-240 0,-1-2-48 16,2 1-16-16,-1 1 16 0,0-2-256 0,1 1-128 16,0 1 0-16,0-1 144 0,-1 1-144 0,0-1-272 15,0 0 64-15,0-2 16 0,-1 3 48 0,1-1 0 0,-1-2 0 0,0 1 144 16,1 1-192-16,-1-2 192 0,0 0-192 0,-1 2 192 15,0-2-192-15,0 0 64 0,1 1 128 0,-1-1-192 16,1-1 192-16,0 1-144 0,-1 0 144 0,2-2 0 16,-1 2 0-16,0-3 0 0,0 3 0 0,1-2 160 15,0 0-32-15,0-1-128 0,1 3 192 0,0-2-64 16,0-1 32-16,0-1 0 0,0 1 0 0,0 1 0 16,1-3 16-16,-1 2 0 0,1 0 0 15,0 0 0-15,0 0-16 0,1-2 0 0,-1 2 0 0,0 2 0 0,0-2-160 0,1 1 192 16,0 0-192-16,0 1 192 0,-1 1-192 0,1 0 0 31,-1 1 144-31,1 1-144 0,-1 0 0 0,-1 1 0 0,1 1 0 0,-1 1 0 16,0 0 0-16,0-1 0 15,-1 2 0-15,0-2 0 0,0 1-128 0,-1-2 128 0,0 1-128 0,0-2 128 0,0 1 0 0,0 0 0 16,1-1 0-16,-1 0 0 16,0 0 0-16,-1-2 0 0,1 2 0 0,0-2 0 0,1 0 0 0,0 0 0 15,1-2 0-15,-1 2 0 16,0-2 0-16,0 0 0 0,0 0 0 0,1-1 0 0,0 0 0 0,0-1 0 0,1 1 0 0,0-2 0 31,0 1 0-31,0-1 0 0,1 0 0 0,0 1 0 16,1-1 0-16,0 0 0 0,0 1 0 0,0-1 0 0,1 2 0 0,-1-1 0 0,0 2 0 0,-1 1 0 15,1 1 0 1,-1 0 0-16,0 3 0 0,-2-1 0 0,1 0 0 0,-2 3 0 16,1 0 0-16,-2 0 0 15,0 2 0-15,0-1 0 0,-1 0 0 0,0 0 0 0,-1 0 0 16,0-2 0-16,0 3 0 0,0-4 0 0,0 1 0 0,1-2 0 15,0 3 0-15,0-4 0 0,0 1 0 0,1-1 0 0,0 0 0 0,2-1 0 16,-2 0 0-16,1-1 0 16,1 0 0-16,-1-1 0 0,1 1 0 0,-1-1 0 0,1-1 0 0,0 1 0 0,0 0 0 15,0-2 0 1,1 1 128-16,0 0-128 0,0 1 0 0,-1 0 0 16,1 0 0-16,0 1 0 0,-1-1 0 0,1 2 0 15,1 0 0-15,-1 0 0 0,0 0 0 0,0 0 0 16,0 2 128-16,0-1-128 0,0 1 0 0,0 0 0 15,-1 3 0-15,0-3 0 0,0 3 0 0,0-3 0 16,-1 3 0-16,1 0-192 16,0-1-528-16,0-1-112 0</inkml:trace>
  <inkml:trace contextRef="#ctx0" brushRef="#br0" timeOffset="-154637.61">12389 4758 1839 0,'-2'1'160'0,"2"0"-160"0,-1-1 0 0,1 0 0 0,0 0 880 0,-1-1 144 16,0 1 16-16,-1-1 16 15,0 1 448-15,0-3 96 0,0 1 0 0,0-1 16 0,2 0-416 0,0 0-96 16,0-2-16-16,0 0 0 0,2 1-64 0,0-1 0 16,0 1-16-16,0 0 0 0,1 2-224 0,-1-3-32 0,1 4-16 15,-1 0 0-15,1 1-432 0,0 0-96 0,-1 1-16 0,1 2 0 16,0 2 48-16,-1 0 0 0,1 3 0 0,-1-2 0 31,-1 2-240-31,0-2 0 0,0 2 0 0,0-3 0 16,-1 2 0-16,0-3 0 0,-1 1 0 0,0-2 0 0,-1 1 0 0,1-1-128 15,-2 1 128-15,0-1 0 0,0-1 0 0,0-2 0 0,1 2 0 0,-2 1 0 16,1-3 0-16,-1 0 0 0,2 0 0 0,-1-2 0 16,0 1 0-16,0-1 0 0,1 2 0 0,1-4 0 0,-1 1 0 15,0 0 0 1,1 0 0-16,1 0 0 0,-1-3 0 0,1 2 0 0,0-1 0 0,0-2 0 0,2 2 0 15,-1 0 0-15,1-1 0 0,0 1 0 16,-1 0 0-16,1 3 0 0,1-1 0 0,-1-1 0 16,2 1 0-16,-1 1 0 0,0 2 0 0,1 0 0 0,-1 1 0 0,-1 0 0 31,1 2 0-31,-1 1 0 0,0 1 0 0,0 2 0 0,-1-1-128 0,-1 0 128 0,1 0 0 0,-2 0-128 16,0 1 128-16,-1 0 0 15,0-2-160-15,-2-1 160 0,2 2-128 0,-2-2 128 0,1-2 0 0,-1 1 0 0,2-1 0 0,-2-2 0 16,1 1 0-16,0-1 0 0,0-1 0 15,2-1 0-15,-1-1 0 0,0 1 0 16,1-3 0-16,-1 0 0 0,1 1 0 0,1-4 0 16,0 2 0-16,0 1 0 0,1-2 0 0,1 0 0 15,0 2 0-15,0-2 0 16,0 2 0-16,0 0 0 0,2 0 0 0,1-1 0 0,-1 3 0 0,1-2 0 0,0 3 0 0,-1 0 0 16,1-1 0-16,0 3 0 15,1 0 0-15,-1 0 0 16,0 3 0-16,0-1 144 0,-1 3-16 0,0 2-128 15,-1 0 128-15,0 0-128 0,0 0 0 0,-3 0 0 16,2 0 0-16,-2-2 0 0,0 2 0 0,-1-1 0 0,0-2-128 16,-1 1 128-16,-1-1 0 0,0-2-144 0,-1 3 144 0,1-4 0 15,-1 3 0-15,0-4 128 0,1 0-128 0,0 2 0 16,0-2 0-16,-1 0 0 0,2 0 0 0,-1-2 0 16,0 2 0-16,0-2 0 0,1-1 0 0,1-1 0 15,0 1 0-15,1-1 0 0,-1 1 0 0,1-2 0 16,1-2 0-16,-1 0 0 0,1 2 0 0,1-3 0 15,1 0 0-15,0 1 0 0,0 0 0 0,0 2 0 16,2-2 0-16,-1 3-128 0,0 1 128 0,1 0 0 0,-1-1 0 0,-1 3-128 16,0 1 128-16,1 1 0 0,-1 3 0 0,-2 1 128 15,2 2-128-15,-2 0 0 0,0 1 0 0,-1 1 128 16,0-2-128-16,-2 2 0 0,0-2-128 16,0 1 128-16,-1-4 0 0,0 2-160 0,-2 0 160 0,1 1 0 15,-1-2 0-15,0-3-128 0,2 3 128 0,-2-4 0 16,2 1 0-16,1 0 0 0,-1-2 0 0,1 0 0 15,-1 0 0-15,1-2 0 0,0-1 0 0,2 1 0 16,0-3 0-16,-1 1 0 0,2-2 0 0,-1 0 0 16,1 0-464-16,1-2-48 0,0 0 0 0,1-1 0 15,1 0-64-15,-1-1 0 0,0 2-16 0,1-1 0 0,0 2 368 0,0-2 80 16,0 4 16-16,-1 0 0 0,0 0 128 0,0 3 0 16,0 0 160-16,-1 0-160 0,-1 2 400 15,1 2-16-15,-2 2 0 0,1 1 0 0,-1 2 112 0,1 3 16 16,-1 0 0-16,-1 1 0 0,0 1-272 0,0 0-48 15,0-1-16-15,-1-3 0 0,0 1-176 0,0-3 0 16,0-2 0-16,0 0 128 16,1-1-128-16,-1-1 0 0,-1 0 0 0,1-1 0 0,-1 1 0 0,1-2 0 0,0 0 0 15,0 0 128-15,0-2-128 0,0 1 0 0,0-1 0 0,1-2 0 16,0 1 0-16,0-2 0 0,1 1 0 0,0-2 0 16,0 0 0-16,0-2 0 0,1 2 0 0,1-2 0 15,1 1 0-15,0 0 0 16,0-3 0-16,0 1 0 0,1 2-144 0,0 0 144 0,-1 0-192 0,1 0 192 15,1 2-448 1,-2 1 0-16,2 3 16 0,-2-2 0 0,1 3 432 0,-2 1-128 0,1 2 128 0,1 1 0 16,-1 0 224-16,0 1 128 15,1 2 32-15,0-1 0 0,-1 0-96 0,-1 2-16 0,1-2 0 0,-2 0 0 16,0 0-272-16,-2-1 0 0,0 0 0 0,-1-1 0 0,-1 1 0 0,0-2 0 16,-1-1 0-16,-1 0-144 0,2 1 144 0,-1-3 128 15,0 2-128-15,1-1 176 0,-1-1 16 0,0 0 16 16,1-1 0-16,0-1 0 0,1 0-208 0,0-1 128 15,0 1-128-15,1-3 0 0,1 0 0 0,0 1 0 16,1-3 0-16,1 2 0 0,0-3 0 0,0 1 0 16,0 0 0-16,0 3 0 0,2-3-304 0,-1 3 48 15,1-2 16-15,-2 3 0 0,1 1 240 0,0 0-192 16,0 0 192-16,-1 2-192 0,1 0 192 0,0 2 0 16,-1 0 0-16,-1 0 0 0,1 3 0 0,-2 0 0 0,0 2 128 0,-2-1-128 15,1 0 128-15,-1 1-128 0,0 0 192 16,-1-2-192-16,1 2 144 0,0-2-144 0,0-3 0 0,0 3 144 15,0-3-144-15,0 1 0 0,1-2 0 0,1 0-6736 16,-1-1-1392-16</inkml:trace>
  <inkml:trace contextRef="#ctx0" brushRef="#br0" timeOffset="-139057.77">12448 4746 2751 0,'-1'-2'256'0,"1"0"-256"0,0 1 0 0,-1 1 0 15,1 0 432-15,0-2 32 0,-1 0 16 0,0-1 0 16,0 1 336-16,1-1 64 0,0 1 16 16,1-1 0-16,-1 0-160 0,1 2-32 0,1-1 0 0,0 1 0 15,0 1 48-15,-2-1 0 0,2 0 0 0,1-2 0 16,-3 3-80-16,0 0-16 0,0 0 0 0,0 0 0 15,0 0-224-15,0 0-48 0,44-2-16 0,-44 2 0 0,0 0-128 0,0 0-32 16,38 19 0-16,-38-19 0 16,21 18-208-16,-21-18 0 0,20 20-192 0,-20-20 192 15,21 21-320-15,-11-8 32 0,2 3 16 16,0-2 0-16,-1 3 112 0,0 2 32 0,2 0 0 16,0 2 0-16,0 0 0 0,1 2 0 0,1 0 0 0,0 0 0 15,0-4-128-15,0 3-32 0,-1-1 0 0,-1-1-6160 0</inkml:trace>
  <inkml:trace contextRef="#ctx0" brushRef="#br0" timeOffset="-138599.93">12630 4879 3679 0,'0'-1'320'0,"0"1"-320"0,0-2 0 0,0 2 0 0,0 0 640 0,0-1 64 31,0 0 16-31,1-1 0 0,0 0 608 0,0-1 112 15,1 3 32-15,1 0 0 0,-3 0-448 0,0 0-96 16,0 0-16-16,0 0 0 0,27 23-352 0,-27-23-80 16,22 26-16-16,-9-11 0 0,0 4-272 0,2-1-64 15,2 4-128-15,3 3 192 0,2 4-32 0,0 0-16 16,3 3 0-16,-2 0 0 0,-1-3-144 0,-2 1 0 16,1-1 0-16,-2 4 0 0,3 0 0 0,-3 1 0 0,1-1 0 0,-3-2 0 15,1 2 0-15,-2-3 0 0,0 1 0 0,-1-1 0 16,-1 0 0-16,1 3 0 0,0 0 0 0,-1 0 0 15,0 1-144-15,0 1 144 0,0-2 0 0,-1 0 0 16,0-2 0-16,0 2 0 0,1 0 0 0,-1-2 0 16,-2 0 0-16,0-2 0 0,0-3 0 0,-1-1-160 15,0-1 160-15,0 2 0 0,1-2 0 0,-1 0 0 16,-2-5-624-16,-1 0-32 16,1 2-16-16,-1-2-6240 0</inkml:trace>
  <inkml:trace contextRef="#ctx0" brushRef="#br0" timeOffset="-138187.73">13167 5768 2751 0,'-1'0'256'0,"1"0"-256"0,-1 0 0 0,1 0 0 16,0 0 704-16,0 0 80 0,0 0 32 0,0-2 0 16,1 2 384-16,-1-1 80 0,0 1 0 0,0 0 16 15,0 0 48-15,0 0 0 0,0 0 0 0,0 0 0 16,28 10-112-16,-28-10-16 0,20 17 0 0,-9-5 0 16,3 4-320-16,0 1-80 0,2 6-16 0,-1 2 0 15,1 2-400-15,0 2-80 0,-1 2 0 0,-1-3-16 0,0 1-176 0,0 1-128 16,0-1 144-16,2 2-144 0,1 4 0 0,-2-1 0 15,-3-2-208-15,0 0 64 16,-1-2-560-16,0 1-128 0,1 2 0 0,0 1-16 16,-1-2-176-16,-1-2-16 0,1 1-16 0,2-1 0 0,-1 3 1056 0,1-2 0 15,1 4 0-15,0 1 144 0,0-3-144 0,0-1 0 16,-1-2 0-16,0 1 0 0,0-1-192 0,0-1 0 16,0 2-16-16,-1-4 0 15,-2-1-1312-15,1-1-256 0,-2-1-48 0,-1-3-1840 0,0 0-368 16</inkml:trace>
  <inkml:trace contextRef="#ctx0" brushRef="#br0" timeOffset="-136071.61">12494 4698 3679 0,'0'0'320'0,"0"0"-320"16,0-2 0-16,0 4 0 0,0-2 320 0,0 0-16 15,0 0 0-15,1 1 0 0,-1 1 208 0,0-2 32 0,1 3 16 0,-1-1 0 16,1-2 32-16,0 2 16 0,0 0 0 0,0 0 0 16,1 1 176-16,0 0 48 0,1 3 0 0,1 0 0 15,0 0-144-15,-1 0-32 0,2 2 0 0,0-2 0 16,1 0 48-16,-6-6 0 0,0 0 0 0,16 17 0 16,-16-17-128-16,0 0-32 0,0 0 0 0,0 0 0 15,0 0-96-15,32 15 0 0,-32-15-16 0,0 0 0 16,0 0 0-16,0 0 0 0,0 0 0 0,0 0 0 15,42 16 80-15,-42-16 0 0,0 0 16 0,0 0 0 16,24 19-16-16,-24-19-16 0,13 15 0 0,-13-15 0 0,12 18-48 0,-5-8 0 16,-1-1 0-16,1 3 0 0,1-1-192 0,-2 2-32 15,2 1-16-15,-1-3 0 0,1 1-208 0,-2-2 144 16,-6-10-144-16,13 16 128 0,-13-16-128 0,13 15 192 16,-13-15-192-16,0 0 192 0,21 20 80 0,-21-20 32 15,0 0 0-15,19 18 0 0,-19-18 16 0,0 0 0 16,19 17 0-16,-19-17 0 0,0 0-32 0,21 18 0 15,-21-18 0-15,13 15 0 0,-13-15-32 0,13 17 0 16,-7-6 0-16,1-2 0 0,-1 1-80 0,0 0-32 0,0 1 0 16,0-1 0-16,0 1-144 0,0-1 128 15,1 2-128-15,-2-2 128 0,1-1-128 0,-1 0 0 0,1-1 144 0,-1 1-144 16,1-2 128-16,-1 1-128 0,0-1 160 0,0 2-160 16,0-5 208-16,1 2-48 0,-2 0-16 0,-4-6 0 15,0 0 0-15,18 18 0 0,-18-18 0 16,11 13 0-16,-11-13-144 0,13 15 0 0,-6-6 144 0,-7-9-144 15,15 21 128-15,-8-10-128 0,2 2 128 0,-1-1-128 16,-1 0 128-16,1 2-128 0,-1-1 128 0,0 0-128 16,0 1 192-16,0-2-48 0,1 2 0 15,-2-2 0-15,0-1 64 0,-6-11 16 0,11 20 0 0,-5-8 0 16,2-2-16-16,-1 3 0 0,0-3 0 0,0 2 0 16,1 0-80-16,-1-2-128 0,-1-1 176 0,1 0-176 0,-7-9 144 0,15 20-144 15,-15-20 0-15,15 18 144 16,-15-18-144-16,14 19 0 0,-7-9 0 0,-1 1 0 0,1 1 0 0,-2-1 0 15,0 0 128-15,0 1-128 0,0-1 0 0,0-1 0 16,0 2 0-16,-2 0 0 0,2-1 0 0,-1 0 0 16,-2 0 0-16,1 1 0 0,0-3 0 0,1 0 128 15,-1 1-128-15,1-3 0 0,0 0 144 0,0 1-144 16,-1 1 160-16,1 0-160 0,-1-3 176 0,0 0-176 16,1 4 192-16,1-3-192 0,-1 2 192 0,0-1-192 15,1 1 192-15,-1 0-192 0,2 2 192 0,-1-2-64 16,0 2 0-16,0-2-128 15,1 1 160-15,0 2-160 0,-1 0 128 0,0 0-128 0,0 0 0 0,-1-2 128 0,1 3-128 0,0-1 0 32,-1 0 0-32,0 0 0 0,-1-2 0 0,0 1 0 0,-1 0 0 0,0-2 0 0,1 0 128 0,-1-1-128 15,-1-2 0-15,1 1 0 0,-1 0 0 0,0-2 0 16,0 2 0-16,0-1 0 0,0 0 0 0,0 1 0 16,0-2 0-16,1 2 0 0,0-2 0 0,0 2 0 15,-1 0 0-15,1 0 128 0,1 0-128 0,0-1 0 16,-1 2 128-16,1-1-128 0,-1 1 0 0,1-1 128 15,0 2-128-15,0-2 0 0,-2 2 0 0,2-1 0 0,0 1 0 16,0-2 0-16,0 3 0 0,-1-1 0 0,2-2 0 0,-1 3 0 16,1-2 0-16,-2 0 0 0,2 2 0 0,-2-3 0 15,1 2 0-15,-1-1 0 0,0-1 0 0,0 0 128 16,1 0-128-16,0 0 0 16,-1 3 0-16,0-4 128 0,1 2-128 0,0-1 0 0,-1 0 0 15,1 1 0-15,-1-2 128 0,0 2-128 0,1-2 0 0,-1 2 0 16,1-1 0-16,-1 1 0 0,1 0 0 0,1-1 0 15,-1 4 0-15,0-2 0 0,1 0 0 0,-1 0 0 16,1 1 0-16,-1-3 0 0,1 2 0 0,1 1 0 16,-2-2 128-16,0 1-128 15,1 0 0-15,0 1 0 0,-1-1 0 0,1 1 0 0,1 1 0 0,-2-1 0 16,1 2 128-16,0-3-128 16,-1 0 0-16,-2 0 0 0,3 0 0 0,-2 0 0 0,1 0 0 0,-1-1 0 0,0 1 128 0,1 0-128 31,0 1 0-31,-1-3 0 0,0 0 0 0,0 3 0 0,-2-4 0 0,2 2 0 0,0-1 0 0,-1 1 0 15,1-1 0-15,-1 1 0 0,1 2 0 0,0-3 0 16,-1 0 0-16,1 0 0 16,-1 3 128-16,1-1-128 15,-1 1 0-15,0-1 0 0,1 1 0 0,-1-1 0 0,-1 1 0 16,0-1 0-16,1 0 0 0,0 1 0 0,-1-3 0 0,1 3 0 0,-1-2 0 0,0 1 0 31,0-2 0-31,1 2 0 0,-1-1 0 0,1 0 128 0,0 1-128 0,0-1 0 16,0 1 0-16,0 1 128 0,1 0-128 0,0-3 0 15,0 4 0-15,0 1 128 0,0 0-128 0,1-1 0 16,0 2 0-16,0 0 0 0,-1 2 0 0,1-1 0 16,0 3 0-16,0 0 0 0,-1-3 0 0,1 2 0 15,0 1 0-15,-1 0 0 0,1-3 0 0,-1 2 0 16,2 2 0-16,-1 0 0 0,0-4 0 0,0 4 0 16,0 0 0-16,2 1 0 0,0 3 0 0,2 3-192 15,1-1 64-15,1 2 128 16,-1 1-1344-16,1 1-160 0</inkml:trace>
  <inkml:trace contextRef="#ctx0" brushRef="#br0" timeOffset="-134994.68">13605 6562 5519 0,'0'2'496'16,"1"1"-496"-16,0 0 0 0,-1 1 0 15,1-2 640-15,0 3 48 0,2 5 0 0,0 4 0 16,3 5-208-16,-1-1-32 0,0-3-16 0,0-1 0 16,-2 0 32-16,2-2 16 0,-2 1 0 0,1 0 0 15,-1 0 352-15,0 1 64 0,-1 0 0 0,1 2 16 0,-1 0 64 0,0-1 16 16,0 4 0-16,0-2 0 0,1 4-112 0,0 0-32 15,-1 1 0-15,1 1 0 0,0-1-416 0,-1-1-96 16,0-2-16-16,0 0 0 0,1 2-32 0,0-2-16 16,0-2 0-16,-1-1 0 0,1 1 176 0,0 2 48 15,1-2 0-15,0 2 0 0,0 0-80 0,1 2-16 16,0-2 0-16,-1 0 0 0,2 2-16 0,-1-2-16 16,0 3 0-16,0-2 0 0,-1 1-160 0,0-1-16 15,0-1-16-15,-2 0 0 0,2-2-48 0,-1 2-128 16,1 0 192-16,-1-1-64 0,2-1 976 0,-1 0 192 0,1 1 48 0,1-1 0 31,0 1-784-31,1 0-160 0,0 1-16 0,1-2-16 16,-1 2-224-16,0-1-144 0,2 4 192 0,-1-1-192 15,2 2-656-15,0 1-240 0,-1 0-64 0,0 0 0 0,0-2 800 0,1 3 160 0,-1 1 0 0,1 0 0 16,0 1 0-16,0-1 0 0,0 0 128 0,-2-2-128 16,1 0 0-16,-1 1 128 0,0-1-128 0,-1-1 0 31,0 1 240-31,0 0-48 0,-2-2-16 0,1-2 0 0,0-3-176 0,1 0 0 0,-2-5 0 0,1 0 128 15,0-3-128 1,0 0 0-16,-1-1-160 0,1-4 160 16,-1-1-1984-16,-1-1-288 0,0-1-64 0,0-2-9904 0</inkml:trace>
  <inkml:trace contextRef="#ctx0" brushRef="#br0" timeOffset="-134410.56">13802 7256 7727 0,'-1'0'688'0,"0"1"-560"0,0-1-128 0,1 0 0 16,-1 0 704-16,0 2 96 0,0-2 32 0,-1 3 32 15,1 1 720-15,0 3 144 0,0 0 16 0,0 3 48 16,2 2-400-16,0 2-80 0,0 0-16 0,3 3 48 16,-1 2-352-16,2-1-64 0,-2 2-16 0,1-1 32 0,1 4-176 0,0 1-48 15,1 4 0-15,-1 1 48 0,1 0-144 0,0-1-32 16,0 0 0-16,-1-2 48 0,1 3 128 0,0-1 16 15,-2 1 16-15,2-2 32 0,-2 0-352 0,2-1-64 16,-1 1-16-16,-1 1 48 0,2 0-112 0,-1 1-16 16,1-2 0-16,0 0 32 0,2-1-176 0,0-2-48 15,1 2 0-15,0-1 48 0,1 0-176 0,0 0 160 16,1 0-160-16,-1-1 192 0,0-1-64 0,0-2 0 16,0 1 0-16,0-3 48 0,0-2 16 0,-1 1 0 0,0-1 0 0,1 2 0 15,-1-2 64-15,1 4 0 0,-1 1 16 0,2 1 0 16,-1-2-112-16,0 3-32 0,0 0 0 0,-1-2 0 15,0-1-128-15,-1 2 0 0,2-1 144 0,-1-1-144 16,0-1 0-16,1 0 128 0,1 1-128 0,0 2 0 16,1-3 0-16,0 1 0 0,1-1 0 0,-1-2 128 15,1 1-128-15,-1 0 0 0,0 0 0 0,0-1 0 16,1 0 0-16,-2 1 0 0,0-2 0 0,-1-1-128 16,-1 1 128-16,1-3 0 0,-2-2 0 0,0-2-128 31,-1-1-544-31,-1 0-96 0,0-4-32 0,-1 0 0 0,-1-3-1488 0,0-2-288 0,-4 0-64 0,0 0-10784 15</inkml:trace>
  <inkml:trace contextRef="#ctx0" brushRef="#br0" timeOffset="-133918.95">14072 8284 3679 0,'-6'0'320'0,"3"0"-320"0,1 0 0 0,-1 0 0 15,2-1 640-15,0 1 48 0,0 1 16 0,-1-1 0 16,0 2 384-16,-1 0 64 0,3 3 32 0,-1 2 0 16,2 0 208-16,0 2 32 0,3 1 16 0,1 0 0 15,1 4-64-15,1 0-16 0,1 2 0 0,1-1 0 16,2 4-304-16,0-1-64 0,0 2-16 0,0 1 0 15,2-1-272-15,-1 0-48 0,0 1-16 0,1 2 0 16,-1 0-128-16,1 0-48 0,0 4 0 0,1-1 0 16,0 2-32-16,0 0-16 0,0 1 0 0,-1 0 0 0,1-1 48 0,-2 0 16 15,0 1 0-15,0 0 0 16,0 1-128-16,0-4-32 0,0 0 0 0,0-1 0 0,-1-4-64 0,1 0 0 16,2 1-16-16,-1-1 0 0,1-1-80 0,0 2-16 15,1-3 0-15,0 0 0 0,0 0-16 0,1 1-128 16,1 0 192-16,-1 1-64 0,-3-4 48 0,1 2 0 15,1 2 0-15,1-2 0 0,1 0-16 0,-1 0 0 16,1 0 0-16,0-1 0 0,-1-2-160 0,1 1 128 16,0-1-128-16,0 0 128 0,0 1-128 0,0-2 0 0,0 1 0 15,-1 0 0-15,0 1 0 0,0-1 0 0,0 1 0 0,-2 2 0 16,1-5 0 0,-1 1 0-16,0-1 0 0,-1-2 0 15,-1-1-272-15,-1-1 64 0,1 1 16 0,-1-2 0 16,0-1-1296-16,-2-1-256 0,-1-2-48 0,-1-2-11872 0</inkml:trace>
  <inkml:trace contextRef="#ctx0" brushRef="#br0" timeOffset="-133540.05">14559 9288 5519 0,'0'1'240'0,"0"1"64"0,0-2-304 0,1 0 0 15,-1 0 0-15,1 0 0 16,0 2 960-16,0-2 144 0,2 3 32 0,1-1 0 0,2 1 1040 0,3 4 192 0,1 0 64 0,1 4 0 15,3-1-496-15,2 3-80 0,3 0-32 0,1 3 0 32,3-1-736-32,0 2-128 0,1-1-48 0,0 3 0 0,0-1-368 15,-2-1-80-15,0 3-16 0,-1-4 0 16,-1 3-288-16,-1-2-160 0,0-3 160 0,-3 2-160 16,0-4 0-16,1 0 0 0,-1-1 0 0,0 0 0 15,1-2-160-15,-2-2 32 0,-1 0 0 0,-1 0 0 16,-1-1-432-16,-2 0-80 15,0-1 0-15,-1 0-16 0,-1-3-448 0,-1 0-96 0,-7-2-16 0,0 0-9616 16</inkml:trace>
  <inkml:trace contextRef="#ctx0" brushRef="#br0" timeOffset="-133142.75">14661 9400 911 0,'0'0'0'0,"0"0"0"0,1 2 0 0,-1-2 0 16,0 1 1376-16,1 1 192 0,-1-2 32 0,1 2 16 16,0 3 768-16,0-1 160 0,0 2 16 0,1 0 16 0,1 2-336 0,-1-2-64 15,3 2 0-15,0 1-16 16,1-1-688-16,3 3-128 0,2 0-16 0,1 2-16 0,2 0-672 0,1 2-128 16,3 2-16-16,2 2-16 0,0-2-272 0,1 4-48 15,1-2-16-15,-1 0 0 0,0-3-144 0,1 1 0 16,-2 0 0-16,-1-3 128 0,-3-2-128 0,-2-3 0 15,1-2 0-15,-1-1 0 16,-3-2-1072-16,-11-4-144 0,0 0-16 0,0 0-11184 0</inkml:trace>
  <inkml:trace contextRef="#ctx0" brushRef="#br0" timeOffset="-132919.27">14810 9472 7359 0,'-4'5'320'0,"1"-2"80"0,2 0-400 0,-1-1 0 0,1 1 0 0,0-2 0 16,1 2 864-16,-1 2 96 0,1 4 0 0,1 6 16 16,3 4 1040-16,3 0 208 0,0 0 32 0,3-2 16 15,2-1-1088-15,1-1-224 16,1 1-32-16,0-4-16 0,2-3-608 0,0 0-128 0,0-1-32 0,-1-3 0 0,-2 0-320 0,-13-5-64 16,27 6-16-16,-27-6 0 31,0 0-656-31,32 3-144 0,-32-3-32 0,0 0 0 0,0 0-656 0,0 0-144 0</inkml:trace>
  <inkml:trace contextRef="#ctx0" brushRef="#br0" timeOffset="-132713.04">14827 9592 3679 0,'-12'-5'160'0,"7"3"32"0,-1-1-192 0,3 1 0 0,1 1 0 0,1 1 0 0,1 0 1648 0,0 1 272 15,0-1 64-15,3 2 16 0,3 4 496 0,2 0 80 16,4 5 32-16,4 0 0 0,2 3-816 0,2-1-144 15,4 3-48-15,0 1 0 16,-1-1-624-16,0 0-128 0,2-1-16 0,-2-1-16 0,-1-2-544 0,-2-3-96 0,-2-2-32 0,-1-2 0 31,-1-1-336-31,-16-4-80 0,28 5-16 0,-28-5 0 16,0 0-1632-16,26 5-320 0,-24-5-64 0,-2-2 0 16,-1-1 464-16,-4-2 112 0</inkml:trace>
  <inkml:trace contextRef="#ctx0" brushRef="#br0" timeOffset="-132597.18">14846 9566 911 0,'1'2'0'0,"0"-2"0"15,1 3 0-15,0-1 0 0,-1 1 288 0,2-1-32 16,3 2 0-16,2 5 0 0</inkml:trace>
  <inkml:trace contextRef="#ctx0" brushRef="#br0" timeOffset="-118564.28">12509 4846 4463 0,'3'-10'384'0,"-1"3"-384"16,-1 2 0-16,-1 3 0 0,1-1 0 0,-1 3 0 0,0-2 0 0,1-1 0 0,0 0 0 0,0-2 0 15,1-1 400-15,0 2 64 16,-1-1 16-16,-1 2 0 0,1 0 144 0,-1 0 16 0,-1 3 16 0,1-3 0 16,-1 1-48-16,1 1-16 0,-1 1 0 0,0-2 16 15,1 2-224-15,-1 0-64 0,0-2 0 0,0 0 0 16,-1-1-16-16,1 1-16 0,0 2 0 0,-2-2 0 15,0 1 112-15,0 1 32 0,0 0 0 0,-2 0 16 16,0 0-64-16,1 0 0 0,-2 0 0 0,0 0 0 16,-1 1 16-16,-1 1 0 0,-1-2 0 0,0 0 0 15,1 0 32-15,-2 0 0 0,-1 0 0 0,0 2 0 16,1-2 80-16,-3 1 32 0,-2 1 0 0,0 0 16 16,1 0-304-16,-2 1-64 0,0 2-16 0,1-2 0 0,1 0 64 15,-2 0 16-15,1 4 0 0,-2 0 0 0,1-1-96 0,1 2-16 16,1 2 0-16,0-1 0 0,1 1-144 0,-1 2 0 15,1 0 0-15,0 2 0 0,3-2 0 16,-2 3 0-16,1 3 0 0,-1 2 0 0,1 1 0 0,0 2 0 16,1 3-176-16,1 2 176 0,-1-1 0 0,3-4-128 15,1-1 128-15,2-1 0 0,1-5-144 0,2-4 144 16,1 0-160-16,1-2 160 16,1-4-1280-16,1 2-144 0,-1-4-48 0,3 1-6880 0</inkml:trace>
  <inkml:trace contextRef="#ctx0" brushRef="#br0" timeOffset="-118105.21">12390 4852 3455 0,'5'-9'144'0,"-2"2"48"16,-1 0-192-16,-1 2 0 15,0 4 0-15,-1 0 0 0,0-1 768 0,0-1 128 0,0-3 0 0,-1 0 64 0,0-1 32 0,0 0 16 16,-1 1 0-16,-1 1 32 16,-1 1-16-16,1 0 0 0,-1 2 0 0,0 0 32 15,-1 1-224-15,2-1-64 0,-3 2 0 0,1 2 48 0,-2-1-416 0,1 3-80 16,-3 0 0-16,1 2 16 0,0 0-208 0,-3 2-128 16,1 1 128-16,-1 0-128 0,0 3 192 0,-1 2-192 15,-2 1 192-15,1 0-64 0,2-3-128 0,0 4 0 16,-3 2 144-16,-3 5-144 0,0 2 144 0,0 3-144 15,-2 1 0-15,1 2 192 0,-1-1-192 0,2-1 0 0,-2 0 0 16,1-1 0-16,2-2 128 0,-1 0 64 16,0 2 0-16,-1 4 64 0,-3 5-32 0,0-1 0 15,-1 4 0-15,0-2 32 0,0 2-256 16,2-2 160-16,-1 0-160 0,2-4 160 0,1 1-160 0,1-4 0 16,0 2 0-16,-1 0 128 0,2 0-128 0,-1 3 0 0,1 0 0 0,0-1 0 15,2 0 0-15,-1-1 0 0,1 0 0 0,2-3 0 16,1-2 0-16,0 0 0 0,0 4 0 0,0-2 0 15,1 0-128-15,1-5 128 0,0 0 0 0,3-2 0 16,-1-5-208-16,1-2 16 16,1-1 16-16,2-3 0 15,0-1-752-15,0-1-160 0,1-1-16 0,0-2-16 0,0 0-240 0,2-1-48 0,-1-2-16 0,1-1-4384 16</inkml:trace>
  <inkml:trace contextRef="#ctx0" brushRef="#br0" timeOffset="-117596.11">11873 5540 1839 0,'-7'3'0'0,"3"-1"0"0,-1 0 0 0,1 1 160 16,2-1-160-16,1 0 0 0,-1 0 0 0,-3 2 0 16,-2 4 784-16,-4 2 128 0,-1 3 32 0,-1 2 0 0,1-1-176 0,0 3-48 15,0 1 0-15,-2 3 0 0,-1 4-64 0,2 2-16 16,-3 1 0-16,1 2 0 0,0 2 48 0,0-2 0 15,1 2 0-15,0-4 0 0,1-2-48 0,0 0-16 16,-2 2 0-16,0 1 0 0,2-1-64 0,-2 3-16 16,-1 2 0-16,-1 2 0 0,-1 3 0 15,0 0 0-15,1 0 0 0,0-2 0 0,2 0-96 0,0-3-32 16,2 0 0-16,-1 3 0 0,0-1 16 0,-1 0 0 16,1 1 0-16,1 1 0 0,0-2-304 0,0-2-128 0,2-4 0 0,0-1 128 15,0 2-128-15,0-1 0 0,0-1 0 0,1-1 0 16,1 1 0-16,0-1 0 0,2-1 0 15,1-1 0-15,1-3 0 0,0-2 0 0,2 0 0 0,0-4 0 16,1-4 0-16,-1 2-144 0,1 1 144 0,0-4 0 16,2 0-288-16,0-3 48 0,0-1 16 0,2-4-6080 15,0-1-1216-15</inkml:trace>
  <inkml:trace contextRef="#ctx0" brushRef="#br0" timeOffset="-117153.92">11577 6057 3679 0,'-8'5'160'0,"2"-1"32"0,0-1-192 0,2 2 0 0,1-3 0 16,0 0 0-16,0 1 784 0,-3 4 112 0,-4 2 32 0,-4 6 0 15,-3 3 288-15,0 4 48 0,2 0 16 0,1 1 0 16,1 0-16-16,1 1 0 0,1 0 0 0,0 0 0 16,1 2-368-16,0-2-64 0,2-1 0 0,-3 3-16 15,1 0-304-15,0 4-64 0,-2 2-16 0,0 1 0 16,0 1-64-16,0 1-16 0,0 0 0 0,1-1 0 15,0-3 160-15,-2 2 16 0,2-3 16 0,-1 4 0 0,-1 4-128 0,-1-2-32 16,0 2 0-16,0 0 0 0,-2 2-224 0,0-2-160 16,0 2 192-16,1-2-192 15,-1-2 128-15,1 1-128 0,0 1 0 0,2-2 0 0,0 1 0 0,1 1 128 16,0-2-128-16,0-2 0 16,1-2 160-16,1-1-160 0,-1 0 128 0,0-3-128 0,3-2 0 0,0-2 0 15,-2 2 128-15,4 0-128 0,0-3 0 0,1-2 0 16,1-1 0-16,0 0 0 0,2-4-256 0,2-2 80 15,0-2 16-15,0-2-11232 0</inkml:trace>
  <inkml:trace contextRef="#ctx0" brushRef="#br0" timeOffset="-116092.99">10965 7521 3679 0,'-2'-1'320'0,"0"1"-320"16,1 0 0-16,0 0 0 0,1 0 768 0,-2 0 96 15,1 0 16-15,-2 0 0 0,-2 0 16 0,0 0 16 16,0 0 0-16,-2 2 0 0,2 0-128 0,-2 3-16 15,2-1-16-15,-2 2 0 0,1 2-224 0,0 1-32 16,0 0-16-16,-1 3 0 0,1 2 64 0,-2 0 16 16,1 4 0-16,0 0 0 0,-1 3-48 0,1 1-16 15,-1 1 0-15,0 1 0 0,0 2-80 0,0 0-16 0,1-2 0 0,0 2 0 16,0 0-80-16,0 3 0 16,1 1-16-16,-1 1 0 0,3 0-112 0,-2 0 0 0,2 2-16 0,-1-2 0 15,-1 2-176-15,1-3 0 0,-1 2 144 0,0-3-144 16,-1-2 128-16,1 4-128 0,-2 2 160 0,0-1-160 15,0 1 0-15,-2 2 0 16,2-4 0-16,-1 0 0 0,-1-3 0 0,1-3 0 0,1-2 0 0,-1-4 0 16,1 0 0-16,0-4 0 0,0 0 0 0,1-1 0 0,2-4 0 0,0 2 0 15,0-3 0-15,0-2 0 0,3 1 0 16,-2-4-192-16,2 1 48 0,0 0 0 16,2-3-1152-16,0 0-240 0</inkml:trace>
  <inkml:trace contextRef="#ctx0" brushRef="#br0" timeOffset="-115679.49">10852 7914 4607 0,'-1'-8'192'0,"0"4"64"0,0 1-256 0,1 1 0 0,-1 0 0 0,0 4 0 16,0-2 1024-16,-1 2 144 0,-1-2 48 0,-1 5 0 16,-2-1-400-16,-2 4-80 0,-1 4-16 0,-2 0 0 31,0 4 240-31,0 1 32 0,0 4 16 0,-1 4 0 0,0 2-48 0,0 1-16 0,0 4 0 0,0-2 0 16,0 1-240-16,2-5-64 0,0-2 0 0,-1 2 0 15,0 6 48-15,-1 1 0 0,-1 2 0 0,0 2 0 0,-1 2-224 0,0-1-32 16,-1-1-16-16,0 1 0 0,2-2-224 0,-2-1-32 31,0 3-16-31,0 0 0 0,-2 3-144 0,3-3 0 0,1 0 0 0,0-3 0 0,1-4 0 0,3-5 0 16,1-2 0-16,-1 0 0 0,1 0 0 0,1-3 0 15,1 0 0-15,1-3 0 0,1 2 0 0,-1-2 0 32,1 0 0-32,1-2 0 0,0 0 0 0,1-4 0 0,0 0 0 0,1-2 0 15,0-3-368-15,0-2-48 0,2-1-16 0,-1-4-10400 0</inkml:trace>
  <inkml:trace contextRef="#ctx0" brushRef="#br0" timeOffset="-108115.5">10724 8272 1839 0,'-1'-3'160'15,"1"0"-160"-15,0 2 0 0,-1 1 0 0,1 0 512 0,-1 0 64 16,1 0 0-16,-2 0 16 0,0 0-128 0,-1 4-16 16,0 3-16-16,-2 3 0 0,1 6-224 0,-7 6-32 15</inkml:trace>
  <inkml:trace contextRef="#ctx0" brushRef="#br0" timeOffset="-104936.62">10970 7427 6447 0,'-1'0'576'0,"-1"-1"-576"16,1 1 0-16,0-1 0 0,0 1 352 0,-1 0-32 16,-1 0-16-16,-1-2 0 0,-3 1 272 0,1-1 64 15,-1 2 16-15,1 0 0 0,0 2 304 0,1-1 48 16,2 2 16-16,-1 2 0 0,-1 1 80 0,1 1 32 15,-2 5 0-15,1 0 0 16,0 0-288-16,-1 2-48 0,0 3-16 0,-2 6 0 0,0 2-160 16,0 1-48-16,-1 1 0 0,2 2 0 0,0-1-304 0,-2-2-64 0,2-2-16 0,-1-2 0 15,1-1-64-15,0 0 0 0,-2 3-128 0,1-3 192 16,0-1 112-16,1 1 16 16,-2 4 0-16,-1 1 0 0,-1 1 128 0,1 1 16 0,-1 1 16 0,1-1 0 15,-1 5-160-15,0-2-48 0,0-2 0 0,0 1 0 16,2-1-32-16,0-1-16 0,-1-2 0 0,1 3 0 15,-2 2-32-15,0 2 0 0,0 4 0 0,-1-1 0 16,2 1-192-16,-1-3 176 0,2-1-176 0,1-2 160 16,0-2-160-16,2-3 0 0,-1 0 0 0,2-2 0 15,-1 0 0-15,1-1 0 0,0-1 0 0,0-1 0 0,2-2 0 0,0-3 0 16,0 1 0-16,1-4 0 0,0 0 0 16,1-3-176-16,0 0 176 0,1-4-128 15,0 1-512-15,0-4-112 0,2-1-16 0,-1-4-11328 16</inkml:trace>
  <inkml:trace contextRef="#ctx0" brushRef="#br0" timeOffset="-104477.78">10692 8252 6447 0,'2'-15'272'0,"-1"4"80"0,1 2-352 0,-1 2 0 0,0 2 0 16,-1 3 0-16,0 1 1184 0,0-3 160 15,0-3 48-15,-1 1 0 0,0 0 16 0,-1 3 0 0,-1 1 0 0,-1 4 0 16,1 3-480-16,-2-1-96 0,0 4 0 0,1 1-16 31,-1 0-16-31,0 4 0 0,-1 1 0 0,0 3 0 0,2-5-320 0,-2 7-64 0,-1 0-16 0,-1 5 0 32,-1 2 48-32,0 2 16 0,1-2 0 0,-1 0 0 0,2-2 128 0,0-1 32 0,1-1 0 0,-1-1 0 15,1 0-48-15,-1-1 0 0,1 1 0 0,-1 0 0 0,2-1-208 0,-3 3-48 16,1 0-16-16,0 3 0 0,-1-2 16 0,0 2 0 15,-1 0 0-15,1 0 0 16,1 0 16-16,-1-2 16 0,1-1 0 0,-1-1 0 0,0 2-176 0,1-3-48 31,0 1 0-31,-1-3 0 0,-1 4-128 0,1 0 128 0,0 0-128 0,-2 1 128 0,2 1 112 0,-1-3 16 32,0 2 0-32,0 1 0 0,1-1-128 0,-1 0-128 15,0 0 176-15,-1 0-176 0,2-1 192 0,-2-2-192 16,0 3 192-16,0 0-192 0,1-5 192 0,-1 2-192 0,-1 3 192 15,-1-3-192-15,1 0 0 0,0-1 0 0,-1 0 0 0,1 0 0 16,2-4 0-16,-1-2 0 0,3-2 0 0,-1 0 0 16,3-4 0-16,-1-2 0 0,2 0 0 0,0-2 0 15,0-2-256-15,2 0-48 0,1-2-16 0,0-3-15280 16</inkml:trace>
  <inkml:trace contextRef="#ctx0" brushRef="#br0" timeOffset="-104129.16">10284 9201 13823 0,'0'-6'608'0,"0"2"128"0,1 0-592 0,0 1-144 0,0 3 0 0,-1-1 0 0,0 1 1568 0,1-1 288 16,0 1 48-16,0-2 16 0,-1 4-368 0,0 2-64 15,-2 2-16-15,0 1 0 0,-2 4-768 0,1 1-144 16,-2 0-48-16,-1 4 0 0,0 1-176 0,-2 0-32 15,1-1-16-15,0 1 0 0,-2 0-32 0,2-1-16 16,-1-4 0-16,1 2 0 0,0 0-48 0,-1-2-16 16,1 0 0-16,-1-1 0 0,3-2 80 0,-2 0 0 15,1 0 16-15,-1 1 0 0,2 0 48 0,-2-1 0 0,0 0 0 0,-1 3 0 16,1-4-80-16,-1 3-16 0,-2-1 0 0,1 1 0 16,0 1-224-16,-1 0 144 0,-1 1-144 0,1-2 128 15,1 1-128-15,-2-2 0 0,1 1 0 0,-1-2 0 16,1 1 0-16,1-1 0 0,1-1 0 0,-1 1 0 15,2-2 0-15,1-1 0 0,1 0 0 0,0-3 0 16,1 1-304-16,1-4 64 0,0 2 16 0,0-4 0 16,1 2-1984-16,1-2-400 0</inkml:trace>
  <inkml:trace contextRef="#ctx0" brushRef="#br0" timeOffset="-103811.48">10171 9484 13823 0,'8'-4'608'0,"-4"1"128"0,0 0-592 0,-2 0-144 16,0 3 0-16,-1 0 0 0,1-2 1344 0,0 2 224 15,0 0 48-15,0 0 16 0,-1 2-704 0,-2 3-144 16,-2 2-16-16,-1 2-16 0,-1 1-272 0,-4 2-48 16,1 1-16-16,-1 1 0 0,-1-1 32 0,0 1 16 15,-1 0 0-15,0 1 0 0,0-1-48 0,-1-2-16 16,0 0 0-16,0-1 0 0,-1 1-144 0,1 0-48 15,-1 0 0-15,1-2 0 0,0-1-208 0,2 0 128 16,0-1-128-16,1 1 0 0,-1-2 416 0,3-1-16 16,0 0 0-16,-1-1 0 0,1 0-224 0,-2-1-48 0,1-1-128 0,2 0 192 15,-1-1-192-15,2-2 0 0,1 0 0 0,-1 0 0 16,2-2-128-16,1 1 128 0,1-1-192 0,0 0 192 16,1 1-1392-16,0 1-160 0,0-2-48 0,1 1 0 15,0 0-1008-15,1 1-208 0</inkml:trace>
  <inkml:trace contextRef="#ctx0" brushRef="#br0" timeOffset="-103510.6">10146 9579 3679 0,'7'-6'320'0,"-2"1"-320"16,-1 3 0-16,-2-2 0 0,0 3 1744 0,-2 1 288 16,1-2 48-16,0 0 16 0,1 1 592 0,-1-1 112 15,-2 1 16-15,-3 2 16 0,-1 2-1152 0,-4 4-224 16,0-2-48-16,-1 4-16 0,-2-2-688 0,0 2-144 0,-1 2-32 15,1 0 0-15,0-4-304 0,0 2-64 0,-3 2-16 0,1 0 0 16,-1-2-144-16,0 1 0 16,0 1 0-16,0-1 0 15,0 0 0-15,-2-1 0 0,2-2 0 0,0 1 0 16,1-1 0-16,-2 2 0 0,-1-2 0 0,-2 0 128 0,-2 3 224 16,1-3 32-16,0 2 16 0,0 1 0 0,-1-1-80 0,-1 0 0 15,2 1-16-15,-1 2 0 0,1-4-304 0,1 0 0 0,1 2 0 16,0-3 0-16,3 0 0 0,1-2 0 0,2 0-176 15,1-1 176 1,2-1-544-16,3-1 0 0,0 1 0 0,3-3-12768 0</inkml:trace>
  <inkml:trace contextRef="#ctx0" brushRef="#br0" timeOffset="-103174.62">9953 9696 20271 0,'4'-2'1792'0,"-2"2"-1424"0,0 0-368 0,-2 0 0 16,0 0 896-16,0 0 128 0,1 0 0 0,1 0 16 16,-1 0-208-16,-3 0-32 0,-1 2-16 0,-2 1 0 15,-3-1-784-15,-1 3 0 0,-2-1-192 16,-3 2 48-16,0 0-176 0,-1 2-16 0,0-1-16 0,-3 1 0 16,1-2 352-16,1 1 0 0,-1 0 0 0,-2-1 0 15,0 1 0-15,-2 1 0 0,2-2 0 0,-1 0 0 16,-1-1 0-16,0 0 0 0,-1-1 0 0,0-1 0 15,4 0 256-15,-2-1 64 0,-2 0 0 0,0 0 16 16,-23-1 1520-16,21 1-848 0,0 0 0 0,1 1-288 16,0-1-48-16,0-1-16 0,1 0 0 0,1 1-464 0,1-2-192 15,1 1 128-15,0 1-128 0,1-2 0 0,0 1 0 16,1 1 0-16,3 0 0 0,-1 0 0 0,2 0 0 16,1 1-144-16,1 0 144 0,2-1 0 0,2 0 0 15,0-2-128-15,3 2 128 16,1-1-576-16,0 1-64 0,2-4-16 0,2 1-12976 0</inkml:trace>
  <inkml:trace contextRef="#ctx0" brushRef="#br0" timeOffset="-102573.91">8899 9746 4607 0,'-1'-1'400'0,"-1"0"-400"0,0 1 0 0,1 0 0 16,0 0 960-16,-1 0 128 0,0 0 0 0,-2-2 16 16,-2 2 464-16,0 2 96 0,1-1 0 0,0 2 16 15,3 0-160-15,0 2-48 0,0-1 0 0,2 2 0 16,0 0-336-16,1 0-80 0,1 0-16 0,0 1 0 0,2-2-400 0,1-2-64 16,0 1-32-16,-5-4 0 0,0 0 80 15,0 0 16-15,0 0 0 0,48 10 0 0,-48-10 48 16,0 0 16-16,42 0 0 0,-42 0 0 0,36-1-352 0,-36 1-64 15,38-2-16-15,-38 2 0 16,41-1-128-16,-41 1-16 0,44-3-128 0,-44 3 192 0,44-6 32 0,-44 6 0 16,43-4 0-16,-21 2 0 15,1-3-32-15,2-1 0 0,2 0 0 0,0 1 0 16,2 1-192-16,-3-1 144 0,1 0-144 0,-1 3 128 16,2-3-128-16,0 0 0 0,1 1 0 0,-1-2-9984 15,-1 2-1920-15</inkml:trace>
  <inkml:trace contextRef="#ctx0" brushRef="#br0" timeOffset="-101306.29">12400 4746 8287 0,'2'-5'736'0,"-1"0"-592"16,0 3-144-16,0 0 0 0,-1 0 256 0,1-1 32 15,1-2 0-15,0-2 0 16,1-4-288-16,-2 1 0 0,0 0 0 0,0 3 0 0,0 2 144 0,-2 3 80 16,-1 2 16-16,1 0 0 15,-2 3 560-15,-1 1 112 16,-1 3 32-16,0 0 0 0,-3 3-176 0,1 1-48 0,-2-1 0 0,0 2 0 16,1 0 128-16,-1 0 32 0,-2 2 0 0,-1-2 0 15,1 0-384-15,0 2-80 0,-2-2-16 0,-1 0 0 16,4 0 16-16,-2-1 0 0,-1 1 0 0,0 0 0 0,3-2 144 0,-2 1 16 15,-3 4 16-15,-1 2 0 16,2-1-272-16,-2 1-64 0,-5 6-16 0,-1 3 0 16,0 5-240-16,-1 0 0 0,1-3 128 15,2 1-128-15,0 0 0 0,0 1 0 0,0 3 0 0,0-2 0 0,1 2 0 0,4-2 0 0,1-5 0 0,2-1 0 32,1-2 0-32,1-2 0 0,2 0 0 0,2-4 0 15,0 2-480-15,1-5 16 0,3-2 0 16,-1-3-10240-16</inkml:trace>
  <inkml:trace contextRef="#ctx0" brushRef="#br0" timeOffset="-100672.25">12234 4878 2415 0,'-5'0'0'0,"1"0"0"0,0 1 144 0,2 1-144 0,0-2 0 0,0 1 0 0,0 0 0 0,-1 2 0 16,-2-1 1344-16,-2 1 192 0,-2 4 16 0,-1-2 16 16,-1 4 224-16,0-2 32 0,-1 3 16 0,0 1 0 15,1 1-560-15,-1 2-96 0,1 1-32 0,-1 2 0 16,-1 3-480-16,0 2-96 0,1 0-32 0,0-1 0 15,1 0-288-15,0 0-48 0,0 0-16 0,-2 1 0 16,1 2 128-16,1-3 0 0,2-2 16 0,-2 2 0 16,-1 3-96-16,-3 4-32 0,1 2 0 0,0-1 0 0,2 0-48 0,-1-2-16 15,2 1 0-15,0-2 0 0,1-4-16 0,-1 1 0 16,2-2 0-16,0-2 0 0,0-1-128 0,-1-1 0 16,2 0 0-16,0-2 0 0,0-1 144 0,-1 2-144 15,0 1 160-15,-2 2-160 0,1-3 512 0,0 4 0 16,0-2 0-16,1 1 0 0,-1 0 16 0,2 0 16 15,0-1 0-15,0 0 0 0,1-1-352 0,0-3-192 16,3 2 192-16,-2-2-192 0,1 0 176 0,1-1-176 16,-1-1 160-16,1 1-160 0,-1-1 160 0,-1 1-160 0,1 1 160 0,-1 0-160 15,0 0 320-15,0-2-48 0,0 2 0 0,-2 0 0 16,1 1-16-16,-2-1-16 0,0 0 0 0,1 2 0 16,0-1 80-16,1 0 0 0,0 1 16 0,-1-1 0 15,2 0-80-15,-1 2 0 0,1-3-16 0,0 1 0 16,1-1-240-16,0 0 128 0,0-1-128 0,0 0 0 15,-1 0 144-15,1 0-144 0,-2 1 128 0,2 0-128 16,-1-2 0-16,1 0 128 0,1 0-128 0,-3 0 0 16,2 0 144-16,-1 0-144 0,1 0 160 0,-2 0-160 15,1 2 128-15,-2-2-128 0,1 2 0 0,-2 0 144 16,1 2-16-16,-1 1-128 0,-1 2 192 0,0 0-64 0,1 0 176 0,0 3 16 16,-1-4 16-16,0 1 0 0,1 2-336 0,-1 1 144 15,-1 4-144-15,0 2 0 16,0-1 0-16,-2 6 0 0,-1 1 0 0,0 5-10624 15,-1 0-2208-15</inkml:trace>
  <inkml:trace contextRef="#ctx0" brushRef="#br0" timeOffset="-95288.06">11079 7461 3967 0,'1'8'352'0,"-1"-5"-352"0,0 0 0 0,0-1 0 0,1-2 0 16,-1 0 0-16,0 1 0 0,0-1 0 0,1 2 0 0,-1 0 0 15,0-2 0-15,1 1 0 0</inkml:trace>
  <inkml:trace contextRef="#ctx0" brushRef="#br0" timeOffset="-94262.84">10878 7716 3903 0,'0'-2'352'0,"0"2"-352"15,0-1 0-15,0 0 0 0,0 1 0 0,0-2 0 16,0 2 0-16,0-3 0 0,0 1 1056 0,1-3 176 16,-1 0 48-16,2-2 32 0,-1 1-112 0,1 0-32 0,-1-1 0 0,1 0 48 15,0 0-192-15,0 0-16 0,-2 7-16 0,0 0 32 31,8-30 64-31,-8 30 16 0,0 0 0 0,9-38 48 0,-9 38-48 0,9-32 0 0,-9 32 0 0,8-35 48 16,-8 35-336-16,9-41-64 0,-4 20-16 0,-5 21 0 16,10-43-272-16,-10 43-48 0,12-42-16 0,-12 42 48 15,13-43-176-15,-13 43-16 0,14-38-16 0,-14 38 32 16,14-35 80-16,-14 35 16 0,14-31 0 0,-14 31 32 16,0 0-208-16,20-43-64 0,-20 43 0 0,0 0 48 15,0 0-176-15,24-38 0 0,-24 38 0 0,0 0 0 16,0 0 0-16,0 0-240 0,28-33 64 0,-24 28 176 31,0 1-704-31,-2-1 0 0,2 0-16 0,-1 1 16 0,-1 1-1056 0,0-2-224 0</inkml:trace>
  <inkml:trace contextRef="#ctx0" brushRef="#br0" timeOffset="-92569.2">10146 9422 4607 0,'-1'2'400'0,"0"0"-400"0,0-2 0 0,1 2 0 15,-1-2 128-15,0 3-128 0,0-1 128 0,-1 4-128 16,-1 0 512-16,-1 3 0 0,0-1 16 0,0-1 0 31,0-2 48-31,1-1 0 0,-1 1 0 0,0-2 0 16,0 0-48-16,0 0 0 0,0 0 0 0,-1-1 0 0,1 1 96 0,-1-1 16 0,0 0 0 0,1 0 0 15,-1 1-144-15,0 0-32 0,1 0 0 0,-1 0 0 32,0 2-208-32,1-2-64 0,-1 1 0 0,0 1 0 0,-2 0 160 0,2-3 32 0,-1 3 0 0,0-3 0 31,0 3-64-31,-1-2-16 0,2 2 0 0,-1-1 0 0,0 3-48 0,-1-2 0 0,2-1 0 0,-1 4 0 0,0-3 16 0,-1 2 0 15,2-1 0 1,-1 0 0-16,1-2-80 0,-1 1-32 16,0 2 0-16,1-2 0 0,-1 0-32 0,-1 1 0 15,-1 0 0-15,2 0 0 0,-1-1 0 0,0 1-128 16,0-2 192-16,-2 3-64 0,1-2 144 0,-1 2 32 16,0-2 0-16,-1 2 0 0,2-1-48 0,-1 0 0 15,0 0 0-15,1-1 0 0,-1 0-32 0,1-2-16 16,-1 1 0-16,-1 1 0 0,-1-3 16 0,2 1 0 0,0 1 0 0,-1-1 0 15,-1-1 272-15,1 3 48 0,0-2 16 0,-1 1 0 16,1 0-112-16,0 0 0 16,-2 0-16-16,1 0 0 0,1-1-192 0,-2 2-48 0,0-3 0 0,-1 0 0 15,0 0-192-15,-1 1 128 0,-2-2-128 0,-1 1 0 16,0-2 0-16,-4 0 0 0,-5 0 0 0,-4-3 0 31,0 0-448-31,2-1-48 0,-1 2 0 0,1-3-7808 0,3 2-1552 0</inkml:trace>
  <inkml:trace contextRef="#ctx0" brushRef="#br0" timeOffset="-89016.18">10307 6650 4671 0,'1'0'416'0,"-1"1"-416"15,0 0 0-15,0-1 0 0,0 0 0 0,0 0 0 16,1 2 512-16,0-1 64 0,0 1 0 0,0 1 16 16,-1-1 144-16,1 0 32 0,-1 0 0 0,0 0 0 15,0 1-240-15,0-2-32 0,0 1-16 0,0 1 0 16,0 0-160-16,1 0-16 0,-1-1-16 0,1 1 16 15,-1 1-128-15,1 1-32 0,0 0 0 0,0 0 0 0,1 2 80 0,1 0 16 16,0 3 0-16,1 1 0 0,0 1 144 0,0 2 48 16,2 0 0-16,-1 3 0 0,0-3-304 0,-1 1-128 15,1 3 0-15,0 4 128 0,0 2-128 0,2 2 0 16,-1 2 0-16,2 6 0 0,1-2 0 0,1 9 0 16,3 6-160-16,1 8 160 0,3 4-272 0,-1 5 16 15,2 0 16-15,-1 0 0 0,-3-7 48 0,1 1 0 16,1-2 0-16,0-2 0 0,0-4 336 15,-2-3 80-15,-1-4 16 0,-1-5 16 16,0-3-928-16,-1-1-176 0</inkml:trace>
  <inkml:trace contextRef="#ctx0" brushRef="#br0" timeOffset="-88578.34">10490 7363 1839 0,'-2'3'0'0,"0"-3"160"0,2 0-160 0,-1 0 0 15,0-2 0-15,0 1 0 0,1 0 736 0,-1 0 112 16,0-2 32-16,-1 0 0 0,0 0-128 0,1-2-32 0,0 2 0 0,1 1 0 16,1 2-288-16,0 0-64 0,1 2-16 0,1 3 0 15,0 2 160-15,1 1 16 0,2 4 16 0,-1 2 0 31,2 1-64-31,0 3-16 0,2 5 0 0,1 3 0 0,-1-2 48 0,1 7 16 0,1 2 0 0,2 5 0 16,-1 7-80-16,0 0-32 0,-1 7 0 0,-1-4 0 16,-4-3-416-1,3 2-224-15,-1 8 32 0,-1 2 0 0,1-1-64 0,-2-1-16 0,1-3 0 0,0-2 0 16,2-2-208 0,0-1-32-16,2-2-16 0,0-2-3376 0,1-3-656 0</inkml:trace>
  <inkml:trace contextRef="#ctx0" brushRef="#br0" timeOffset="-80414.82">8958 4812 2751 0,'-2'0'256'0,"1"2"-256"0,0-2 0 0,0 1 0 15,1-1 256-15,-1 2 16 0,-1-2 0 0,-1 2 0 16,-1-1-272-16,-1 1 0 0,1-2 0 0,-1-2 0 31,0 1-304-31,2-4-112 0,-1 2-32 0,0-3 0 0,2 1 576 0,-2-2 128 16,1 2 0-16,0-1 16 15,1 1 384-15,-1 0 80 0,0 1 16 0,0 1 0 0,1 0-48 0,0 1 0 0,-1 2 0 0,1 0 0 16,0 0-64-16,-1 0-32 0,1 2 0 0,1-1 0 16,1 1 112-16,-1-2 32 0,1 0 0 0,-1 2 0 15,2-2-96-15,0 0-16 16,-1 1 0-16,2-1 0 0,1 2-80 0,0-2-32 0,0 0 0 0,-1 0 0 16,1 0 48-16,1-2 16 15,1 1 0-15,-1 1 0 0,1-2 48 0,0-1 0 0,-1 1 0 0,1 1 0 0,-2 0-112 0,2-2-16 16,0 1 0-16,0 2 0 0,0-2-64 0,1 2-32 15,-1 0 0-15,3-1 0 0,-1 1 32 0,0 0 16 16,2-2 0-16,-1 2 0 0,0 0-96 0,1 0-32 16,1 2 0-16,-1-2 0 0,1 0-144 0,0 0-16 15,-1 1-16-15,0 1 0 0,1-2-160 0,-2 2 0 0,1-2 0 16,-2 1 0-16,0-1 0 0,0 2 0 0,-2-2 128 0,0 0-128 16,-1 0 0-16,1 1 0 0,0 0 0 15,-2-1 0-15,1 2 288 0,-1 3-32 0,1-2 0 0,-1 3 0 16,0 0 112-16,1 0 16 0,-1 2 0 31,-1-1 0-31,1 0-208 0,0-2-48 0,1 4 0 0,0 1 0 0,1-3-128 0,0 1 0 0,-1-2 144 0,2 1-144 16,-1-4 0-16,1 2 0 0,0-1 0 0,1-2 0 15,-2 1 0-15,1 0 0 0,0-1 0 0,-1 0 0 16,1 0 0-16,-1 0 0 0,0-2 0 0,-1 1 0 31,1 1 0-31,-1 0 0 0,0 1 0 0,-2-1 0 0,2 0 0 16,-1 0 128-16,1 4-128 0,-1-2 0 0,2 1 0 0,0 2 128 15,0 1-128-15,0 0 0 0,0 1 0 0,2 0 0 16,-1 2 0-16,1-1 0 0,0 1 0 0,1 1 0 16,-1 0 0-16,1 0 0 0,1 0 0 0,-2-2 0 15,1-1 0-15,-1 0 0 0,0 1 0 0,0-3 0 16,-1 0 0-16,1 0 128 0,-1 0-128 0,0 0 0 16,0 0 0-16,0 3 0 0,0-3 0 0,-2 0 0 15,1 3 0-15,-1-1 0 0,0 0 0 0,-1 3 0 16,0 0 0-16,0 2 0 0,0 1 0 0,1 0 0 15,0 3 0-15,-1-4-9520 16,1 0-1872-16</inkml:trace>
  <inkml:trace contextRef="#ctx0" brushRef="#br0" timeOffset="-69055.34">10611 7703 3679 0,'-4'-5'320'0,"2"2"-320"16,0 1 0-16,1 0 0 0,0 1 0 0,0 1 0 15,0 0 0-15,0 0 0 0,-2 0 0 0</inkml:trace>
  <inkml:trace contextRef="#ctx0" brushRef="#br0" timeOffset="-63406.74">9399 5090 11055 0,'-1'-2'976'16,"0"1"-784"-16,1 1-192 0,0 0 0 0,0 0 784 0,-1 0 112 16,0-2 32-16,-1 0 0 0,0-1-288 0,1 1-64 15,1 0-16-15,1 0 0 16,0 2-560-16,2-1 0 0,-1 1 0 0,3 3 0 0,0-1 144 0,0 2-16 15,2 4-128-15,0-1 192 0,1 1 240 0,-1 3 32 16,1 1 16-16,2 0 0 0,0 4 144 0,0 1 16 16,-1-1 16-16,2 1 0 0,-11-17 0 0,25 38 0 15,-12-19 0-15,-2 0 0 0,-2-3-80 0,0 3-32 0,1-2 0 0,2 4 0 16,-1-2-288-16,0 3-64 0,-1-1-16 0,0 3 0 16,1 2-176-16,-1-1 0 0,-2-1 0 0,0 0 0 15,1 1 0-15,-2 0 0 0,1 1 128 16,2 2-128-16,1 6 0 0,1-1 0 0,2 0 0 0,1 1 0 15,0 1 0-15,1-2 0 0,-1 0 0 0,-1-2 0 16,1-2 0-16,-1 4 0 0,2-3 0 0,-1 2 0 16,-1-4 0-16,-1-1 0 0,0 0-128 15,-1 0 128-15,0 1 0 0,-2-2 0 0,1 2 0 0,-2-6 0 16,-2-1 0-16,1 3 0 0,0 2 0 0,0 0 0 0,-1 2 0 0,2 1 0 16,0 0 0-16,0 0 0 0,1 0-192 0,-1 0 192 15,1-3-192-15,-1-2-7360 16,0-3-1472-16</inkml:trace>
  <inkml:trace contextRef="#ctx0" brushRef="#br0" timeOffset="-62914.14">10026 6289 7359 0,'0'-2'656'0,"0"2"-528"0,0 0-128 0,0 0 0 15,0 0 944-15,0 0 144 0,1 0 48 0,0 2 0 16,1 1-128-16,0-1-32 0,1 1 0 16,-1 1 0-16,1 2-464 0,1 0-112 0,1 1-16 0,-1 1 0 15,1 1 352-15,0 0 64 0,1 3 16 0,-1 0 0 0,2 1 320 0,-1 2 64 16,2-1 16-16,-1 3 0 0,1 1-256 0,0 0-32 31,0 3-16-31,2-1 0 0,-2 0-144 0,0 0-48 16,2 1 0-16,-2-1 0 0,-1 0-464 0,2-3-80 0,-3-1-32 0,1 3 0 15,1 2-144-15,0 1 0 0,-2-3 0 0,1 2 0 0,1 1 0 0,-1-1 0 16,1 0 0-16,0 1 128 0,-1-1 320 0,0-1 48 16,0 0 16-16,1-1 0 0,-2 0-192 0,1 0-48 15,0 0 0 1,1 0 0-16,0 0-112 0,0 0-32 0,2-2 0 0,-2 2 0 0,1 0-128 0,0 0 128 15,1-1-128-15,0 4 128 0,2-1-128 0,0-2 0 0,-2 1 0 0,1 0 0 32,0-1 0-32,-1 0 0 0,0 3 0 0,0-3 0 0,-1 3 0 0,2-1 0 0,-2 2 0 0,0-2 0 15,0 2 0-15,-1-1 0 0,-1 0 0 0,1-2 0 32,-1 0 0-32,0-1 0 0,0 2 0 0,0-2 0 15,-1 0-128-15,-1-2 128 0,-1-1 0 0,0-4 0 16,1-1-480-16,-3-3-32 0,1-3 0 0,-1-3-13840 15</inkml:trace>
  <inkml:trace contextRef="#ctx0" brushRef="#br0" timeOffset="-61981.96">9908 6026 4639 0,'-1'-2'192'0,"0"0"64"0,-1 0-256 0,1 1 0 16,1 1 0-16,-1 0 0 0,1 0 352 0,-1 0 16 15,-1 0 0-15,0 0 32 0,1 0 32 0,-1 0 0 16,1 1 0-16,-1 1 16 0,1-2 176 0,-1 0 16 16,0 2 16-16,0-2 48 0,1 1 704 0,0 0 160 15,0-1 32-15,0 2 16 16,1-2-96-16,0 3-32 0,0-1 0 0,0 1 48 0,0-1-576 0,2 3-96 15,-1 2-32-15,1 0 32 0,1 0-256 0,0 5-48 16,2-2-16-16,-1 4 32 0,2 0-352 0,0 2-64 16,2 2-16-16,0 0 48 0,1 2-192 0,0-2 192 0,0 1-192 15,-1-2 208-15,0-3 0 0,0 0 0 0,-1 2 0 0,-1-4 48 16,0 2 48-16,-1-1 16 0,1 1 0 0,-2 0 16 16,1 3-64-16,0-3-16 0,-1 2 0 0,0-2 48 15,1 1 0-15,-1-3 0 16,1 4 0-16,0-1 32 0,1-1-16 0,0 0 0 0,1-1 0 0,0 2 0 15,0-1 16-15,0-1 0 0,2 3 0 0,-1-2 0 16,-1 1-176-16,1-1-32 0,-1 0-128 0,0 0 192 16,-1-2-192-16,1 1 0 0,-1 0 0 0,1 1 0 15,-1-2 0-15,-1 0 128 0,-1-2-128 0,1 0 0 16,0 1 0-16,-1-1 128 0,2 1-128 0,-1 1 0 0,2 0 208 16,-1 0-48-16,-3-3-16 0,3 1 0 0,-1 2 32 0,2 4 0 15,0-1 0-15,0-1 0 0,-1 2 16 0,0-1 16 16,-1 1 0-16,0 1 0 0,1-2-80 15,-3 0-128-15,1-2 176 0,0 0-176 0,-1 0 160 0,1-1-160 16,0 1 128-16,0-1-128 0,0-1 192 0,0 1-32 16,0 1-16-16,0-1 0 0,0-2 0 0,0 1 0 15,1 1 0-15,1 2 0 0,-1-1-16 0,1 1-128 16,-1 2 192-16,1-2-64 0,0 0-128 0,-1 0 0 0,2 1 0 16,-2 0 128-16,2-1-128 0,-2 0 160 0,1-2-160 15,-1-1 160-15,-1 1-160 0,1-2 128 0,-1 1-128 0,1 1 128 16,-1-1-128-16,-1 2 0 0,2-1 0 0,-2-2 0 15,2 1 0-15,-3-1 0 0,2-1 0 0,-1 3 0 16,1 0 0-16,0 0 0 16,0 2 0-16,0-2 0 0,0 2 0 0,1-2 0 0,-1 0 0 0,1 0 0 15,1 0 0-15,-2-1 0 0,2 1 0 0,-1 2 0 16,0-2 0-16,2 3 0 0,-1-1 0 0,1 2 0 16,0 1 0-16,-1 0 0 0,2-2 0 0,-3 2 0 15,2 0 0-15,-1 0 0 0,-2-3 0 0,0 0 0 16,0 0 0-16,-1 1 0 0,0-4 0 0,0 1 0 15,0 0 0-15,-2 0 0 0,2 0 0 0,-1 0 0 0,0 0 0 0,0-2 0 16,0 4 0-16,0-3 0 0,0 1 0 0,0-3 0 16,0 1 0-16,0 0 0 15,-1-4-448-15,0 0-32 0,-1-2 0 0,0-1-10704 16,0-1-2128-16</inkml:trace>
  <inkml:trace contextRef="#ctx0" brushRef="#br0" timeOffset="-61569.36">10480 7364 10127 0,'-1'-3'896'0,"0"0"-704"0,0 1-192 0,1 2 0 0,-1-1 640 0,1 0 80 15,-1-3 32-15,-1 1 0 0,1 0 720 0,0 3 128 0,0 3 48 0,2 4 0 16,1 0-672-16,0 2-128 0,2 1-16 0,0 2-16 31,0 0 96-31,1 2 32 0,1-1 0 0,1 0 0 16,0 3-144-16,0-1-32 0,0 0 0 0,1 1 0 15,-1-2-352-15,-1 0-80 0,2 2-16 0,-2 1 0 0,1 0 64 0,-1-1 16 16,2 4 0-16,-1-1 0 16,0 2 176-16,0 3 48 0,1-1 0 0,-2 3 0 0,1 0-288 0,0-2-48 15,-1 2-16-15,0-2 0 0,0-1 112 0,0 1 0 16,1 3 16-16,0 1 0 0,0-2-176 0,1 2-32 15,-1-1-16-15,2 1 0 0,-2-2-176 0,1 0 128 16,2 0-128-16,-3-2 128 0,0-2-128 0,0 1 0 16,-1-2 0-16,0-2 0 0,-1-2 0 0,-1 0 0 15,3 2 0-15,-1-1 0 0,1-1 0 0,-2-3 0 16,2 1-128-16,-2-1 128 0,2-2-320 0,-2-1 0 0,0-1 0 16,1-1 0-1,-2-1-1472-15,1-1-272 0,0 0-64 0,-1-3-11120 0</inkml:trace>
  <inkml:trace contextRef="#ctx0" brushRef="#br0" timeOffset="-61199.51">10697 7789 911 0,'-3'-5'0'0,"0"1"0"16,1 2 0-16,1 2 0 0,1 0 560 0,-3-2 16 15,-1-2 16-15,-2-1 0 0,-2 1 1264 16,2 0 256-16,2 2 64 0,1 0 0 16,2 2-480-16,0 2-96 0,2 3 0 0,1-1-16 15,1 1-688-15,0 2-128 0,0 4-16 0,1 0-16 0,0 1 112 0,0 2 32 16,1 4 0-16,1-1 0 0,-1 4 32 0,3 2 16 16,-1 4 0-16,2 4 0 0,1 2-160 0,2 1-48 15,0 1 0-15,-1 3 0 0,1-5-144 0,0 3-48 0,1 0 0 0,-1 1 0 16,2 1 752-16,1 0 160 0,0 0 32 0,-2-2 0 31,3-2-1936-31,-1-4-384 0,0-2-80 0,0-2-16 0,-2-2 768 0,1-3 176 0,0 2 0 0,0-3 0 16,0 1 0-16,1 1 0 0,1-4 0 0,-1 2 0 15,-1-2 0-15,0 0 0 16,3 0-128-16,-2 1 128 0,1-2 672 0,-3-3 176 0,0 0 48 0,-1 0 0 16,-2-2-3392-1,0 0-656-15</inkml:trace>
  <inkml:trace contextRef="#ctx0" brushRef="#br0" timeOffset="-60809.05">10847 8168 2591 0,'-5'-5'0'0,"3"2"0"0,0 3 144 0,0-2-144 0,1 2 0 0,1 0 0 0,0 2 0 0,1-2 0 16,0 2 1536 0,0 3 192-16,1 2 32 0,1 0 16 0,1 1-432 0,1 3-64 15,0-1-32-15,1 2 0 0,0 0 32 0,1 0 0 0,1 4 0 0,0-2 0 16,2 1-112-16,0 3-16 0,1 1 0 0,1 1 0 16,1 0-160-16,0 2-32 15,2 2-16-15,1 2 0 0,0 1-224 0,1 2-32 16,-1-2-16-16,0 1 0 0,1-1-272 0,1 3-48 0,0 1-16 0,2 0 0 15,0 0 976-15,2 2 192 0,-1 0 32 0,0 0 16 0,0-2-1168 0,-1 0-224 16,0-3-160-16,-1-2 192 16,0 0-1008-16,-1-2-192 0,1 1-32 0,-3-4-16 0,1-1 800 0,-1-2 256 15,0 0-160-15,-2-2 160 16,0 1-656-16,0-2-48 0,1-1-16 0,-1 0-12416 16</inkml:trace>
  <inkml:trace contextRef="#ctx0" brushRef="#br0" timeOffset="-60310.3">10726 8098 6015 0,'1'-2'528'0,"-1"0"-528"15,0 0 0-15,0 1 0 0,0-1 0 0,-1 2 0 16,1-3 0-16,-1-1 0 0,-1-3 0 0,-1 0 0 15,0-3 0-15,0 3 0 0,2 0 640 0,-2 2 192 16,2 2 16-16,0 1 16 0,0 2 336 0,1 1 64 16,0 3 16-16,1-1 0 0,1 1 144 0,0 3 48 15,0 0 0-15,3 4 0 0,1 1-400 0,0 1-96 16,2 3-16-16,0-1 0 0,0 2-32 0,1-1-16 0,2 6 0 16,1 1 0-16,1 1-16 0,2 2-16 0,1 5 0 0,3-1 16 15,0 2-16-15,3 0 0 0,0 0 0 0,1 1 0 16,1 2-176-16,0-1-16 0,-1 3-16 0,1-4 0 15,-1 3-432-15,-1-2-96 0,0 1-16 0,2 0 0 16,0 1-128-16,0 0 0 0,2 0 0 0,-1 1 0 16,-1-2-176-16,0-1 176 0,-1-4-160 0,0-1 160 15,1-3-160-15,1 0 160 0,-2-2-160 0,-1-3 160 16,-1 1-128-16,-1-4 128 0,-1 0 0 0,-2-2 0 16,0-2-144-16,-3-4 144 0,0 1 0 0,-1-4-144 15,-3 1-912-15,-1-2-176 0,-2-1-48 0,-2-1-12464 16</inkml:trace>
  <inkml:trace contextRef="#ctx0" brushRef="#br0" timeOffset="-59942.98">10971 8485 8287 0,'-4'-3'736'0,"0"1"-592"0,2 2-144 15,1 0 0-15,1 0 352 0,-1 0 32 0,-2 0 16 0,-2 0 0 16,0 2 1280-16,2 3 256 0,3 2 48 0,3 3 16 16,3 0-832-16,2 4-160 0,3 2-48 0,4 0 0 15,2 4-112-15,1 1-16 0,2 0-16 0,1 2 0 16,2 0 80-16,1 3 32 0,2 0 0 0,-1-2 0 16,0 2-80-16,0 2-16 0,1-2 0 0,-1 1 0 15,1 1-192-15,-1 0-64 0,0 1 0 0,-1-1 0 16,-2-2-48-16,2 2-16 0,0 3 0 0,1-2 0 15,-1-1-192-15,1 0-32 0,0-2-16 0,-2 0 0 0,0-2-80 0,-1 0-32 16,0-2 0-16,1 1 0 0,-2-4-160 0,0 1 0 16,1 0 0-16,-2-3 0 0,0 0 0 0,-1-3 0 15,-1 0-144-15,0 0 144 0,0 0 0 16,0 0-128-16,-3-2 128 0,0 0 0 16,-1 0-1152-16,-1-2-128 0,-1-1-32 0,-2-2 0 15,0-1-1840-15,-2-1-368 0</inkml:trace>
  <inkml:trace contextRef="#ctx0" brushRef="#br0" timeOffset="-59556.15">11541 9122 2751 0,'-10'-8'0'0,"5"3"128"0,-1 0-128 0,2 2 144 0,1-1-144 0,0 3 0 0,-1-1 0 0,-1-2 0 16,-4-2 1584-16,-2 2 272 0,2-1 64 0,2 3 16 16,3 4 400-16,2 1 80 0,2 1 16 0,3 4 0 0,2 1-384 0,2 0-80 31,2 3-16-31,2 0 0 0,0 0-672 0,3 0-144 0,1 1-32 0,1 0 0 0,2 0-368 0,1 2-80 16,2 2-16-16,1 2 0 15,1 0-256-15,0 2-48 0,0 1-16 0,-1-3 0 0,-2 2 112 0,1 0 16 31,3 3 0-31,1 0 0 0,-1 0-224 0,0-1-32 0,1 2-16 0,0-2 0 0,0-2-176 0,0 0 160 16,1 1-160-16,-1-4 160 0,-1-1-160 16,0 0 160-16,0-1-160 0,0-2 160 0,-3 0-160 0,-2-4 0 15,0 2 144-15,-1-2-144 0,-2 1 0 16,0-3 0-16,1 3 0 0,0 0 0 0,3 1 0 0,-2 1-128 0,0-1 128 0,-2-2-128 47,-2 1-896-47,0-2-192 0,3 1-16 0,-2-2-16 15,0-2-1328-15,-4 0-272 0</inkml:trace>
  <inkml:trace contextRef="#ctx0" brushRef="#br0" timeOffset="-59255.51">12012 9515 1839 0,'-8'-1'160'0,"3"-1"-160"16,1 2 0-16,3-2 0 0,0 2 432 0,-1-1 48 15,-3-1 16-15,-3 0 0 0,-1-1 1632 0,1 3 336 16,1-2 64-16,2 0 16 0,3 2-160 0,2 2-16 16,3 2-16-16,3 2 0 0,1 0-464 0,2 2-96 15,6 1 0-15,2 2-16 0,4-1-480 0,2 4-80 16,2 3-32-16,1-2 0 0,1 2-672 0,-1-2-128 0,-1-1-16 0,-2-2-16 16,-2 2-352-16,2-2 144 0,0 0-144 15,-1 0 0-15,-1 0 128 0,0-2-128 0,-3-1 0 0,0 0 0 16,-1-3 0-16,-2-2 0 0,-1 1 0 0,-2-3 0 15,-12-2 0-15,0 0 0 0,0 0-192 0,0 0 48 32,36-2-800-32,-33-1-144 0,-3-1-48 0,1 1 0 0,-2-2-528 15,1 2-128-15,-2 0 0 0,-1 0-9264 0</inkml:trace>
  <inkml:trace contextRef="#ctx0" brushRef="#br0" timeOffset="-59032.78">12273 9701 3679 0,'-18'-9'160'0,"3"-1"32"0,4 3-192 0,3 2 0 15,5 3 0-15,1 0 0 16,0 2 1824-16,-3-3 320 0,-1-2 64 0,-2 1 16 0,4 1 1232 0,3 1 256 16,6 4 64-16,3 2 0 15,3 2-1296-15,4 1-256 0,2 3-48 0,4-1-16 0,0 1-1040 0,1 3-208 16,2-1-32-16,0 1-16 0,-1 0-528 0,-1-3-96 16,1 2-32-16,-1-2 0 0,-2 1-208 0,-1-4 176 15,-3 1-176-15,-2-4 160 0,-1 1-160 0,-3-3 0 16,-1-2 0-16,-5-2 0 15,0-1-864-15,-4-1-160 0,-1-1-16 0,-1-2-16 16,-1 0-1440-16,-2-3-272 0</inkml:trace>
  <inkml:trace contextRef="#ctx0" brushRef="#br0" timeOffset="-57829.98">12397 9796 7359 0,'-4'-5'656'0,"2"1"-528"16,0 1-128-16,1 2 0 0,0 0 1120 0,1-2 192 15,0 2 32-15,0-2 16 0,0-1 752 0,0-2 128 16,0-1 48-16,0 0 0 0,2 2-432 0,0 3-64 16,1-2-32-16,1 3 0 0,-1 4-480 0,2-1-112 15,0 0-16-15,0 3 0 16,-5-5-448-16,0 0-112 0,0 0-16 0,0 0 0 0,43 29-144 0,-43-29-48 15,0 0 0-15,0 0 0 0,0 0-96 0,50 14-32 16,-50-14 0-16,0 0 0 0,44-10 0 0,-44 10 0 0,37-14 0 0,-20 4 0 16,3-1-32-16,-1-2-16 0,0 0 0 0,0 0 0 15,1 0-208-15,0-2 0 0,1-1 128 0,-1 1-128 16,-1-3 0-16,1 1-160 0,-1 0 32 0,-1-2-10816 16,0 3-2144-16</inkml:trace>
  <inkml:trace contextRef="#ctx0" brushRef="#br0" timeOffset="-57482.88">12578 9827 19343 0,'-9'8'848'0,"5"-5"192"0,1 1-832 0,0 0-208 16,2-4 0-16,0 1 0 0,1 0 176 0,-1 1-16 15,1 1 0-15,0-1 0 0,3 1-160 0,0-5 0 16,1 1 0-16,1-4 0 0,3-1 0 0,1-2 0 16,1 1 0-16,2-4 0 0,2-1 1024 0,2-3 256 15,0-2 64-15,4-1 16 0,0-4 352 0,3 1 64 16,-1-3 16-16,1 1 0 0,1-3-720 0,2-2-144 0,-1-1-32 16,0-2 0-16,-2-3-368 0,-1 2-80 0,-1 0 0 0,-2-1-16 15,0 2-112-15,0-2-32 0,2-6 0 0,-1 3 0 16,0 1-288-16,0-2 0 0,2 0 0 0,-1 1 0 15,-2 5 0-15,0 0 0 16,-1 0 0-16,1 4 0 0,0 0 0 0,-3 1 0 0,1 1 0 0,-3 3 0 16,-1 3-880-1,-2 2-80-15,-1 0 0 0,-2 3-14432 0</inkml:trace>
  <inkml:trace contextRef="#ctx0" brushRef="#br0" timeOffset="-57034.46">12941 9296 911 0,'-3'4'0'0,"2"-3"0"0,0 3 0 0,1-3 0 0,0 1 0 0,0-2 0 0,0 2 176 0,-1-1-48 15,1 0-128-15,0 2 192 16,0 0-64-16,1-1 0 0,-1 0-128 0,0-1 240 0,0 0-112 0,0-1-128 16,0 0 176-16,0 2-48 15,0-2 16-15,0-2 16 0,0 2 0 0,0 0 32 16,0 0 1520-16,0 0 288 0,0 0 64 0,0 0 32 16,0 0-560-16,0 0-96 0,1 0-32 0,1 0 0 15,0-1-176-15,0 0-32 0,2 1-16 0,0-4 0 16,1 0 176-16,1 0 48 0,1-3 0 0,2 1 0 15,0-3 96-15,3 0 32 0,0-3 0 0,2-2 0 16,0-2-384-16,2 1-80 0,-2 1-16 0,1-2 0 0,2-1-368 0,1-2-80 16,2 0-16-16,-2 0 0 0,1 2-288 0,-2 0-64 15,2-1-16-15,0 1 0 0,1-2 32 0,-2 3 16 16,0-3 0-16,0 0 0 0,0-3-144 0,1 1-128 16,-2-2 192-16,2 1-192 0,-1-2 0 0,-1 1 0 15,-1 1 0-15,0 1 0 0,-1-1-128 0,-2 1-48 16,1 0 0-16,0-3 0 15,-1 3-1024-15,-1 0-208 0,0 1-32 0,0 0-8800 16,-2 2-1744-16</inkml:trace>
  <inkml:trace contextRef="#ctx0" brushRef="#br0" timeOffset="-56668.23">13254 9094 1839 0,'-7'12'0'0,"4"-7"0"0,1 0 0 0,-1-2 160 0,2-2-160 0,1 1 0 15,-1-2 0-15,0 3 0 0,0-2 1088 0,1 1 176 16,1-3 32-16,1-3 16 0,1-1 1216 0,1-2 240 16,3-3 48-16,-1-4 16 0,3 2-432 0,0-5-96 15,2 1 0-15,0-3-16 0,1-2-560 0,1-1-128 16,0-2 0-16,1-1-16 0,2 1-656 0,0-2-128 15,0 2-32-15,0-2 0 0,0 2 48 0,0-2 0 16,2-4 0-16,2-1 0 0,-1 0-240 0,2-4-32 0,2-1-16 0,0-2 0 16,-1 0-272-16,1-2-48 0,1-1-16 0,-1-2 0 15,-2 2-32-15,-1 2-16 16,0 1 0-16,1-5 0 0,2-2-144 0,2-2 160 0,-1 4-160 0,0-2 160 16,1 0-160-16,-2 2 0 0,0 1 0 15,1 1 0-15,0-1 0 0,1 1 0 0,-1 4-192 0,-2 1 192 16,-2 3-1792-1,-3 4-256-15,-1 5-32 0,-4 3-13360 0</inkml:trace>
  <inkml:trace contextRef="#ctx0" brushRef="#br0" timeOffset="-56181.54">13574 8590 2751 0,'0'-1'256'0,"0"1"-256"0,0-2 0 0,0 2 0 16,0 0 928-16,0 0 144 0,0 0 16 0,0-2 16 31,0 1 304-31,0-1 64 0,0 0 16 0,0 0 0 0,1 1-368 0,-1-1-80 0,0 0-16 0,1 1 0 0,0-1-160 0,0 1-32 31,0 0-16-31,1-1 0 0,0-1 0 0,0 0 0 0,1 1 0 0,-1-2 0 16,3-3 208-16,-1 2 64 15,0-3 0-15,1 0 0 0,1-1-208 0,-1-2-48 16,1-1 0-16,0-2 0 0,2 0 0 0,-2-3 0 0,2-3 0 0,0 2 0 0,-1-3-160 16,2 0-32-1,0 0-16-15,-1-1 0 0,1 3-288 0,-1-2-48 16,2-3-16-16,0 0 0 0,0-2-272 0,2 0 160 16,-2 0-160-16,0 0 128 0,1 0-128 0,-1-5 0 15,1 2 0-15,1 1-176 16,-2 1-992-16,2-3-208 0,-1-1-32 0,1 3-16 15,0 0-1712-15,-1 4-320 0</inkml:trace>
  <inkml:trace contextRef="#ctx0" brushRef="#br0" timeOffset="-54822.36">13958 7985 4607 0,'0'2'400'0,"-1"-2"-400"15,1 0 0-15,0-2 0 16,0 2 480-16,0 0 16 0,0 0 0 0,-1-1 0 15,1 1 480-15,0-2 112 16,0 2 0-16,1-2 16 0,0 0 272 0,2-1 48 16,0-1 16-16,1 1 0 0,0-4 144 0,2 0 16 0,0-1 16 0,1-3 0 15,-1-1-304-15,2-3-64 0,0-1-16 0,1-3 0 16,2-2-608-16,-1-4-128 0,-1 0-32 0,0-1 0 16,2 0-16-16,-2-3-16 0,1-1 0 0,-2 1 0 15,2 1 112-15,-3 2 32 0,1 0 0 0,0-2 0 16,1-4-112-16,1-1-16 0,1-4 0 0,-2 3 0 15,0 4-128-15,1 0-48 0,1-2 0 0,0 0 0 16,-1 2-272-16,-1 1 0 0,1 3 0 0,1 0 0 16,-1 0 0-16,0 1 0 0,-1 3 0 0,1 0 0 0,-1 1 0 0,-1 1 0 15,0 2 0-15,0-1 0 16,-1 1-640-16,0 1-48 0,0 2 0 0,0-1 0 16,0 4-896-16,-1 0-176 0,0-1-32 0,-1 4-16 15,-1 3-560-15,-1 1-96 0</inkml:trace>
  <inkml:trace contextRef="#ctx0" brushRef="#br0" timeOffset="-54421.78">14030 7650 9215 0,'-1'2'816'0,"0"-1"-656"0,1-1-160 0,0-1 0 16,1 1 208-16,-1 0 16 0,1-2 0 0,1 0 0 15,1 0 448-15,0-5 96 0,2 2 0 0,0-5 16 16,2 0-64-16,0-1-16 0,2-1 0 0,-2 0 0 0,1 0 224 0,-1-1 32 16,1 0 16-16,2-3 0 0,-1-1 208 0,0 1 32 15,0-1 16-15,0 0 0 0,-1 3-64 0,0 0-16 16,-1 0 0-16,-1-1 0 0,3 1-368 0,-3 2-80 15,0-2 0-15,-1 2-16 0,1 0-144 0,0-2-32 16,-1 0 0-16,1-1 0 16,-1-1-208-16,1 2-48 0,-1-3-16 0,2-2 0 0,-2 0-240 0,2 0 144 15,-2 3-144-15,0-5 128 0,1 0-128 0,-1-1 0 16,0-4 0-16,0 2 0 0,0-2-176 0,0 0 176 0,-1 2-128 16,1-1 128-16,0 2-400 0,-2 3 0 0,1 2 0 0,-1 0 0 31,1 1-656-31,0 1-128 0,-1 4-32 0,1 2-7248 0,-2 2-1456 0</inkml:trace>
  <inkml:trace contextRef="#ctx0" brushRef="#br0" timeOffset="-53253.78">14251 7247 8287 0,'-1'0'736'0,"0"0"-592"15,1 0-144-15,0 0 0 0,0 0 1024 0,0 0 160 0,-1 0 32 0,1 0 16 16,0-2 256-16,0 0 48 0,1-2 16 0,1-2 0 16,-1 0-144-16,3-4-16 0,-1 0-16 0,2-2 0 15,1-2-608-15,1-3-112 0,0-1-16 0,1-3-16 16,2-1-368-16,-1 0-64 0,1-1 0 0,0-1-16 15,1-2 272-15,0 0 48 0,0 0 16 0,0-3 0 16,1 0-64-16,-2 1 0 0,-1 4 0 0,2-4 0 0,0-3-192 0,0-4-64 16,0 1 0-16,1-4 0 0,1 0-192 0,-1-2 128 15,2 2-128-15,-2 1 0 0,1 4 128 0,1-3-128 16,2-5 0-16,0 1 0 0,2-2 0 0,0 3 0 16,-2-1 0-16,1 2 0 0,-1 2 144 0,-1-1-144 15,0 2 128-15,-1 1-128 0,-2 6 0 0,0-1 0 16,0-2 0-16,-1 3 0 0,0 0 0 0,-1 2 0 15,0 2 0-15,0 1 0 0,1 1 0 0,-1 1-176 16,-1 1 176-16,-1 4-128 16,2-1-736-16,-1 0-144 0,0 1-16 0,0 2-11456 0</inkml:trace>
  <inkml:trace contextRef="#ctx0" brushRef="#br0" timeOffset="-52826.32">14517 6406 4607 0,'-1'-2'400'0,"0"1"-400"16,1-1 0-16,0 0 0 0,0 1 928 0,0-2 96 15,-1-1 32-15,1-5 0 0,1-3 560 0,-1-5 112 16,1-1 32-16,1-1 0 0,1-3-352 0,0 1-64 16,1-2 0-16,1 1-16 0,2-2 160 0,0-1 48 15,2 0 0-15,0-1 0 0,0 3-384 0,2-4-64 0,0-1 0 0,1-3-16 16,1 0-208-16,-1 1-32 0,3-2-16 0,-2 2 0 16,2-1-304-16,0 0-48 0,0 0-16 0,0 0 0 15,-1 1-160-15,0-1-32 0,-1 5-16 0,1-4 0 16,-1-1 16-16,1-1 16 0,1 0 0 0,-1 0 0 15,-1 2-112-15,0-2-32 0,0 0 0 0,0 0 0 16,0 0-128-16,-1 1 0 0,-1 4 0 0,-1 1 0 16,2-2 0-16,-1 2 0 0,-1 2 0 0,0 0 0 15,-1 4 0-15,0 2 0 0,-1 0 0 0,-1 3 0 16,1 1-592-16,-2 2 0 16,0 1 0-16,-1 1-9600 15,-2 5-1920-15</inkml:trace>
  <inkml:trace contextRef="#ctx0" brushRef="#br0" timeOffset="-52464.48">14787 5884 7935 0,'0'1'704'0,"-1"-1"-560"0,1 0-144 0,-1 0 0 0,1 0 560 0,0 0 80 0,-1 0 0 0,0 0 32 16,-1 0 448-16,0 0 96 0,0 0 0 0,1 0 48 15,-1 0-480-15,0 1-80 16,-1-1-32-16,1 2 16 0,-1 1-224 0,1 2-32 0,-2-1-16 0,0 1 16 16,1 2-432-16,-2 1 0 0,1-2-144 0,0 4 144 31,0 2-448-31,-1 0-16 0,0 2 0 0,0-2-7264 0</inkml:trace>
  <inkml:trace contextRef="#ctx0" brushRef="#br0" timeOffset="-51877.63">14633 6166 1839 0,'-3'2'160'0,"0"1"-160"0,1 0 0 0,0-1 0 0,2 0 928 0,-2 0 160 32,-3 3 16-32,-2 4 16 0,-4 3 480 0,0 3 112 0,1 1 16 0,1-3 0 15,1 1-16-15,1 0 0 0,1-3 0 0,2 1 0 16,-1 0-496-16,1-2-112 0,2-1-16 0,-1-2 0 16,0 0-160-16,1 0-32 0,-1 0-16 0,1 1 0 15,0-4-144-15,0 1-32 0,-1 0 0 0,1-1 0 16,1-1 64-16,0 2 16 0,0-3 0 0,1 1 0 15,-1-1-16-15,1 1 0 0,0 1 0 0,0-2 0 16,0 0-192-16,0 1-64 0,1-2 0 0,0 0 0 16,0 0-256-16,0-1-48 0,1-1-16 0,1-1 0 15,-1-1 128-15,2-3 32 0,0-5 0 0,3-2 0 16,0-6 272-16,2 0 48 0,2-6 16 0,1-2 0 16,-1 1-368-16,2-2-80 0,1-2-16 0,0 0 0 0,1-1-96 15,0 0 0-15,1 3-128 0,-1-1 192 0,1 1-192 0,-2 2 176 16,2 0-176-16,-2 2 160 0,1 0-160 0,-2 3 0 15,-1-3 0-15,0 3 128 0,-2 0-128 0,-1-1 0 16,0 1 0-16,-1 0 128 0,0-2-128 0,1 3 0 16,-2-1 0-16,1-2 0 0,1-4 0 0,0-2 0 15,1-2 0-15,0 1 0 0,-1-1 0 0,0 2 0 16,1 1 128-16,-2 2-128 0,0 2 0 0,0 5 0 16,0-2 0-16,-1 2 0 0,0 4 0 0,-1-3 0 0,3-1 0 0,-1 0 0 15,1-3 128-15,1 2-128 0,-1 0 128 0,-1-1-128 16,1 2 0-16,-1 0 0 0,0-2 0 0,1-1 0 15,1-2 0-15,0-2 0 0,2-1 0 0,0 0 0 16,0-1 0-16,-1 5 0 0,-1 3 0 0,1-1 0 16,3-2 0-16,-1 0 0 0,0 2 0 0,-1 2 0 15,-1 1 0-15,-1 3 0 0,0 3 0 0,-1 0 0 16,-1 3 0-16,-1 1 0 0,0 0 0 0,-2 2 0 16,1 2 0-16,-2 1 0 0,-1-1 0 0,0 3 0 15,-1 1 0-15,1 0 0 0,-1 0 0 0,-1 0 0 0,1 0 0 0,0 1 0 16,0 1 0-16,0 0 0 15,0-2-192-15,0 3-32 0,-1-3 0 0,1 2-12016 16,1 0-2416-16</inkml:trace>
  <inkml:trace contextRef="#ctx0" brushRef="#br0" timeOffset="-51507.39">15101 5056 4143 0,'-2'-2'0'0,"1"1"176"0,-1 0-48 0,2-1 0 0,0 1-128 0,0 1 0 0,0 0 0 0,-1-2 0 0,1-1 1088 0,0 1 208 0,0 0 48 16,1 0 0-16,1-1-192 0,2-2-48 0,0 1 0 0,1-1 0 16,3-2 256-16,0 0 48 0,1 0 16 15,2-1 0-15,1-3-288 0,1 1-64 0,-2 1-16 0,1-1 0 16,0-2 256-16,3 0 48 0,1-3 16 0,2 0 0 15,-1-1 704-15,-2 1 144 0,2 3 16 16,-1-2 16-16,-1 4-2000 0,0-2-384 0,0 1-96 0,0 1-16 16,0 0 240-16,0 1 256 15,-1 3-48-15,0 0-16 0,0-1-192 0,0 2 0 0,0 3 0 0,0-3 0 16,0 3 0-16,0 0 0 0,-2-1 0 16,0 1 0-16,-12 2 0 0,0 0 0 0,33-3 0 0,-25 1 0 15,-1 2 0-15,0 0 0 0,-2 0 0 0,0-2 0 0,-2 2 0 0,-1 0 0 16,0 0 0-16,-2 0 0 15,0-2 0-15,-2 1 0 0,-1 1 0 0,-1 0 0 16,0 1-704-16,-2 1-48 0,-1 0 0 0,-2-2 0 16,0 3-2096-1,-1 1-416-15</inkml:trace>
  <inkml:trace contextRef="#ctx0" brushRef="#br0" timeOffset="-49472.59">15342 4862 3679 0,'-9'7'160'0,"2"-2"32"0,2-3-192 0,0 1 0 0,2-1 0 0,3-1 0 16,-1-1 1088-16,-1 1 192 0,-1 2 16 0,0-1 16 15,0 0 864-15,1-2 160 0,2 1 32 0,1-2 16 16,2-1-576-16,2-3-112 0,1 0-32 0,3-1 0 31,0-2-64-31,2 1-32 0,1-2 0 0,1-2 0 0,2 1 208 0,0 2 32 0,2-3 16 0,-1 1 0 16,2-2-1824-16,0 2-608 0,1 1 0 0,0 0 0 16,-1-1 928-1,0 1 192-15,-2 2 48 0,-1-1 0 0,-1 1-112 0,-1 0-32 0,-1 3 0 0,-1-1 0 16,-1 2-208-16,-2 0-32 0,-1 2-16 0,-1-1 0 0,-1 1-160 0,-1 1 0 15,-1 1 0-15,-2-1 0 0,0 2 0 0,-2 0 0 16,0 0 0-16,-1 1 0 0,-1-1 0 0,0 1 0 16,-2 1 0-16,-2 1 0 0,0 0 0 0,-1-1 0 15,-3 2 0-15,-1 0 0 0,-1 2 0 0,0-1-176 16,-1 0 176-16,0 0-128 16,-1 0-320-16,1-2-48 0,2 2-16 0,-1-3 0 15,3-1-128-15,-1 2-16 0,1-1-16 0,1-1 0 0,0 2 416 0,0-2 96 16,1 0 16-16,1 2 0 15,-1-2 848-15,1-1 192 0,0 3 16 0,1 0 16 32,0-2-1504-32,2 0-320 0,-1 0-48 0,1 0-16 0,1-1 816 0,0 0 144 0,0 0 0 0,1-1 0 15,1 1 0-15,0-2 0 0,2 0 128 0,1-2-128 16,1-1 0-16,2 1 0 0,1-3 0 0,1-2 0 16,4-2 0-16,0 1 128 0,3-1-128 0,1-3 128 15,1 2 16-15,1-1 0 0,1-1 0 0,-2 2 0 16,2-3 48-16,-2 1 0 0,-2 2 0 0,-1-1 0 15,0 1-192-15,-1 2 160 0,1-1-160 0,-2 2 160 0,-1 2-160 16,-2 0 0-16,1 1 0 0,-3 1 128 0,1 2-128 16,-2 0 0-16,0-1 0 0,-3 2 0 0,-1 0 0 0,-1 2 0 15,0-1 0-15,-4 2 0 0,0 2 0 0,-1 0 0 16,-2-1 0-16,0 2 0 0,-4 1 0 0,-1 1 0 16,-2 1-128-16,-2 2 128 0,-4 1-336 0,-1-2 0 15,0 1 0-15,-1 1 0 16,0 0-1424-16,1-4-288 0,1 1-48 0,2 0-16 0,-1 1 1520 0,2-3 288 15,1 2 64-15,-1-2 16 0,0 2 224 0,0 1 0 16,0 0 0-16,-1-1 0 0,2 0 160 0,-1-1-160 16,3-1 128-16,1 0-128 0,1-2 160 0,0 0-160 0,1-1 192 0,0 1-192 15,1-3 416-15,1 1-32 0,3-2 0 0,0-1 0 16,3 0 272-16,2-1 48 0,1-1 16 0,1-1 0 16,3 0-208-16,2-1-32 0,2-5-16 0,3 1 0 15,2-5 112-15,1 1 0 0,3-1 16 0,-1-1 0 16,4 0 144-16,1-1 32 0,1 1 0 0,2 0 0 15,2 0-224-15,0 0-32 0,1 0-16 0,0-1 0 16,0 2-288-16,-1 0-48 0,-1 1-16 0,-2 1 0 0,-2 1-144 16,-3 1 0-16,0 4 0 0,-3 0 0 0,-1 2 0 0,-3 1 0 15,1 0 0-15,-3 2 0 0,0 0 0 0,-3 0 0 16,-1 1 0-16,-3 2 0 0,-1 0 0 0,-2 0 0 16,0 1 0-16,-4 1 0 0,-2 2 0 0,-2 0 0 15,-2 0 0-15,-4 3 0 0,-3 2 0 0,-4 2 0 16,-1-2 0-16,-2 0 0 15,2-3-1680-15,2-2-224 0,2-2-32 0,0-2-16 16,3 1 800-16,-2-2 176 0,2 0 16 0,1-2 16 0,2 1 768 0,0 1 176 16,1-2 0-16,0-2 0 0,0 1 0 0,-1 1 160 15,1-2-160-15,1 2 192 0,0-1-192 0,1 0 128 0,0-1-128 0,0 0 128 16,3-1-128-16,0 0 128 0,0 1-128 0,2-2 128 16,2 1 32-16,0 0 0 0,1-1 0 0,2-1 0 15,0-2 224-15,3 2 64 0,1 0 0 0,0-1 0 16,3 0 48-16,1 0 16 0,2-2 0 0,1 1 0 15,2 0 240-15,0 3 48 0,3-2 16 16,0 2 0-16,1 0-448 0,1 1-96 16,1-2-16-16,0 3 0 0,1-1-128 0,-1 1-128 0,0-1 144 0,-3 1-144 15,1 0 0-15,0 0 0 0,-1-1 0 0,-2 1 0 0,-1 0 0 0,-1 1 0 16,-1-1 0-16,-2 1 0 0,-2 0 0 0,-1 1 0 16,-1-2 0-16,-3 2 0 0,0 2 0 0,-2-2 0 15,-1 1 0-15,-2 0 0 0,0 2 0 0,-4 1 0 16,-1 1 0-16,-5 0 0 15,-2 3 0-15,-4 0 0 0,-4 4-144 0,0 0 144 16,1 0-1920-16,0-1-272 0,-1 1-64 0,3-2-16 16,3 0-624-16,1-1-128 0,0 0-32 0,0-1 0 15,2 1 1280-15,1 0 256 0,1-1 48 0,1-1 16 0,1-2 1136 0,1-1 320 16,0 1 0-16,1-2-128 0,0 0 128 0,1-2 144 16,0 1-16-16,2-1-128 0,0 1 720 0,1-2 48 15,0-2 0-15,1 2 0 0,1-1 400 0,0 1 96 0,2 0 16 0,-1-2 0 16,1 0-16-16,1 0 0 0,0 1 0 0,2-1 0 15,1-1-512-15,1-1-112 0,0-1 0 0,2 0-16 16,1-2-128-16,2 0-32 0,2-2 0 16,1 0 0-16,2 0 1296 0,1-2 256 0,0 2 48 0,1-3 16 15,2 1-2080-15,-1 1-256 16,2-2-128-16,-1 0-16 16,2 0 560-16,-2-1 112 0,1 1 32 0,-1 1 0 0,0 2-176 0,-3 2-128 0,0-2 192 0,-2 4-192 15,0 0 0-15,-3 2 0 0,-1 0 0 0,-1 2 0 16,-4 1 0-16,0 0 0 0,-2 2 0 0,-1 0 0 0,-1 1 0 15,-3 2 0-15,0-1 0 16,-3 2 0-16,-2 0 0 0,0 2 0 0,-3-1 0 0,-4 3 0 31,-2 1-496-31,-2-2-48 0,-4 3-16 0,0-2 0 0,2 1-2336 0,-1 0-480 0,2 0-80 0,2-4-32 32,1 0 1168-32,1 0 224 0,0 0 48 0,-1 0 16 0,0 0 1632 0,-1 1 400 0,2-1 0 0,-1 0 0 0,1 0 0 0,1-2 0 15,0 0 0-15,2 0 128 16,0-1 272-16,2-2 64 0,1 0 16 0,1-2 0 0,3 0 864 0,0 0 160 15,2 0 32 1,2-2 16-16,1 0 160 0,3-2 16 0,1-1 16 0,1 0 0 0,2-2-448 0,1 0-80 0,2-1-32 16,2-1 0-16,1-1-400 0,2-1-80 15,1 1 0-15,2-2-16 16,-1 0-384-16,1 1-80 0,1 1-16 0,-1 1 0 16,0-1-208-16,1 3 144 0,2-2-144 0,2 0 128 15,0 1 192-15,-2 1 16 0,0 0 16 0,-1 3 0 16,0 1-32-16,-1 0-16 0,-19 3 0 0,34 0 0 15,-34 0-304-15,0 0 0 0,41 5 0 0,-41-5 0 16,0 0 0-16,0 0 0 0,42 16 0 0,-42-16 0 16,0 0 0-16,0 0 0 0,0 0 0 0,0 0 0 15,0 0 0-15,0 0 0 0,0 0 0 0,-1 34 0 0,-7-32 0 16,-4 1 0-16,-2 2 0 0,-3 0 0 16,-2 1-688-16,1 0-144 0,-2 0-16 0,2-1-16 15,-2-2-800-15,3 0-176 16,0-2-16-16,1 1-16 0,2-2 1392 0,1 1 288 0,0 0 48 0,1-1 16 0,4 0 128 0,0 0 176 15,-1 0-48-15,2 0 0 0,-1 0 64 0,2-1 16 16,0 1 0-16,2-1 0 0,0 1 160 0,2-2 16 16,2 1 16-16,2-1 0 0,1 0 1024 0,1 0 208 15,4-1 32-15,0-2 16 16,2 1-1680-16,2 1-352 0,2-2-64 0,1 1-16 0,1-1 976 0,3 0 192 0,1 1 32 0,0-1 16 16,-2 2-352-16,1-1-80 0,0 2-16 0,0 0 0 15,0-1-64-15,-19 3-16 0,34-3 0 0,-18 2 0 16,-1 0-128-16,-15 1-128 0,26-2 144 0,-15 0-144 15,-1 1 128-15,-1 1-128 0,-2 1 0 0,-1 1 144 16,-4-2-144-16,0 2 0 0,-2-2 0 0,-1 1 128 16,-2 0-128-16,-1 2 0 0,-2 0 0 0,-2 1 0 15,-2 0 0-15,-5 1 0 0,-3 0 128 0,-1 2-128 16,-4 2 0-16,0 0 0 0,2-3 0 0,3-1 0 16,5-2 0-16,3-2-176 0,2-1 176 0,2-1-128 0,2 1 128 0,2-1 0 15,1-1 0-15,1 0 0 0,2-1 0 0,1 0 0 16,0 1 0-16,2 0 0 0,1-1 0 0,1-1 0 15,1 1 0-15,1 1 0 0,0-2 0 0,2 3 128 16,1-3-128-16,2 1 0 0,1 1 0 0,1 0 0 16,0-1 0-16,2 0 0 0,-2 1 0 0,-2 0 0 15,4-1 0-15,-1 1 0 0,-17 2-128 0,33-3 128 16,-33 3-128-16,0 0-17104 0</inkml:trace>
  <inkml:trace contextRef="#ctx0" brushRef="#br0" timeOffset="-48603.06">12116 4844 7359 0,'2'4'656'0,"-1"0"-528"0,0-1-128 0,0-1 0 15,0-1 0-15,0 1 192 0,2 2-192 0,0 1 192 16,-3-5-192-16,0 0 0 0,0 0 0 0,0 0 0 16,0 0 0-16,0 0 0 0,0 0 0 0,28 32 0 15,-27-32 256-15,-1 0-48 0,0 0 0 0,-1 0 0 16,0 0-464-16,-2 1-80 0,1 0-32 0,-1 1 0 0,0 0 368 0,1 1 0 16,-1 1 0-16,-1-2 0 0,1 1 0 0,1-1 0 15,-1 1-144-15,0 1 144 0,1-1 0 0,0-1-128 16,0 3 128-16,0-3 0 15,0 3 1360-15,1-3 352 0,-1 2 64 0,1-3 48 0,0 1 272 0,1 1 48 16,0-3 16-16,1 0 16 0,0 0-720 0,0-2-160 16,2-1-16-16,0-1 16 0,1-1-32 0,1 0-16 15,1-2 0-15,1-3 32 0,0 1-16 0,2-3-16 16,0-1 0-16,1 1 32 0,0-1-448 0,0 1-96 16,2 0-16-16,0 0 48 0,1 0-176 0,0-2-16 15,2 2-16-15,0-2 32 0,1 2-176 0,0 0-32 0,-1-1-16 0,1 1 16 16,0 0-192-16,0 2-64 15,-1 1 0-15,-1-1 48 0,1 1-176 0,-1 4 0 0,1-2 0 0,-1 2 0 16,1 3 0-16,-1-3 0 0,-14 5-144 0,26-3 144 16,-26 3 0-16,0 0 0 0,38 3-160 0,-38-3 160 15,0 0 0-15,0 0 0 0,43 14 0 0,-43-14 0 16,0 0 0-16,0 0 0 0,0 0 0 0,41 15 0 16,-35-12 0-1,-2 0 0-15,0-2 0 0,-1 1 0 0,-1 0 0 0,-1-2 0 0,0 0 0 0,0 1 0 16,-1 1 0-16,0-2 0 0,-1 0 0 0,0 0 0 15,1-2-288-15,-1 1 64 0,-1-1 16 0,0-1 0 16,0 1-1776-16,-1 0-336 0,0-3-80 0,-2 1-16 31,0 1-1392-31,-1-2-288 0</inkml:trace>
  <inkml:trace contextRef="#ctx0" brushRef="#br0" timeOffset="-48028.96">12339 4720 911 0,'-12'7'0'0,"3"-4"0"16,1 1 0-16,2-2 0 15,2-1 2240-15,2 1 352 16,-1 0 80-16,-3-1 16 0,-3 3 240 0,-3 0 48 0,0 1 16 0,1 0 0 16,2 2-1008-16,2-2-208 0,1-1-48 15,3 2 0-15,0-2-896 0,2 1-192 0,0 0-48 0,2-1 0 16,2 1-128-16,0 1-16 0,2 0-16 0,-5-6 0 16,0 0 432-16,0 0 96 0,0 0 0 0,48 17 16 15,-48-17-256-15,0 0-48 0,44 0-16 0,-27-3 0 16,4-1-304-16,-1-1-64 0,2 0-16 0,-1-2 0 15,2 0-144-15,-2-2-128 0,2 1 192 0,-3-2-192 16,-1 2 128-16,-2 0-128 0,-1 1 0 0,-2-2 0 16,-2 1 240-16,-2 2-64 0,-1 0-16 0,-2 3 0 0,-1-1 192 15,-2 2 32-15,-1 2 16 0,-2 1 0 0,0 1-256 0,-3 1-144 16,1 0 160-16,-3 3-160 0,2-2 0 0,-3 4 128 16,-2 0-128-16,0 1 0 0,0 2 0 0,-2-2 0 15,1-2 0-15,0 0 0 0,4-2 0 0,-1-5 0 16,2 2 0-16,2-4-160 15,0 2-400-15,-1-4-80 0,0-2 0 0,0 0-16 16,1-2-1168-16,0 1-224 0,0-4-64 0,-1 1 0 16,0-4 0-16,-2 0-16 0,0-1 0 0,1 1 0 15,-2 2 720-15,-1 0 160 0,1 1 32 0,-1 1 0 0,1 1 960 0,-1 2 256 16,1 1 0-16,2 2 0 0,-1 2 528 0,1 0 160 16,1 1 16-16,1 1 16 0,1 3 784 0,1 1 160 0,-1-4 16 15,0 0 16-15,0 0-624 0,17 33-128 0,-17-33-32 0,0 0 0 16,28 41 160-16,-28-41 16 0,26 33 16 0,-26-33 0 15,0 0-112-15,39 43-32 0,-39-43 0 0,29 30 0 16,-29-30-512-16,0 0-128 0,42 40 0 0,-42-40-16 16,0 0-304-16,38 41 0 0,-38-41 0 0,0 0 0 15,29 40 0-15,-29-40 0 0,0 0 0 0,21 36 0 16,-21-36 0-16,0 0 0 0,0 0 0 0,12 36 0 16,-12-29 0-16,-1-1 0 0,-1-2 0 0,-1 0 0 15,-1-3-224-15,0 0 0 0,1-2 0 0,-1 0 0 16,-1-3-2080-16,1 0-400 0,-1 0-96 0,0-3-16 15,-2 0-992-15,0-3-208 0</inkml:trace>
  <inkml:trace contextRef="#ctx0" brushRef="#br0" timeOffset="-47356.13">12638 4879 4607 0,'-25'-43'192'0,"20"34"64"0,4 8-256 0,1 1 0 15,-1 0 0-15,0-3 0 0,-1-1 1744 0,-3-3 304 16,0 0 64-16,1-2 16 0,1 1 112 0,0 4 32 16,2-1 0-16,1 2 0 0,2 3-624 0,0 0-128 15,1 0-32-15,-1 1 0 0,3 2-544 0,-5-3-112 16,0 0-32-16,0 0 0 0,0 0 224 0,0 0 32 15,40 26 16-15,-40-26 0 0,0 0-432 0,0 0-96 16,38 30-16-16,-38-30 0 0,0 0-96 0,35 40-32 0,-35-40 0 0,0 0 0 16,30 45-192-16,-30-45-32 0,19 41-16 0,-19-41 0 15,16 42-160-15,-16-42 0 0,11 40 0 0,-11-40 0 16,8 32 0-16,-8-32 0 0,0 0 0 0,0 0 0 16,8 30 0-16,-10-25-144 0,1-5 144 0,-1 0-160 31,-2-3-800-31,0-1-176 0,0-3-16 0,1-2-16 0,-1 0-224 0,-1-3-32 15,0-2-16-15,-1-1 0 0,0 0 928 0,-1 1 192 0,1-2 48 0,-2-1 0 16,0 0 272-16,-1-4 0 0,-2-3 0 0,0-2 144 16,1 0-144-16,0 0 0 0,-1 1 144 0,1 2-144 15,1 5 192-15,2 3-48 0,1 2 0 0,2 5 0 0,1 3 1136 0,1 1 208 16,1 4 48-16,1 2 16 16,1 1-400-16,1 3-96 0,0 2-16 0,-2-8 0 0,0 0-704 0,11 32-144 15,-11-32-16-15,0 0-16 0,20 43-160 0,-20-43 160 16,0 0-160-16,23 33 160 0,-23-33-160 0,0 0 160 15,30 34-160-15,-30-34 160 0,0 0 176 0,32 31 48 16,-32-31 0-16,0 0 0 0,34 35-128 0,-34-35-32 16,0 0 0-16,29 34 0 0,-29-34-224 0,0 0 176 15,21 37-176-15,-21-37 160 0,0 0-160 0,0 0 0 16,12 38 0-16,-12-38 0 0,0 0 0 0,-1 15 0 16,-1-13 0-16,0 0 0 0,0-2 0 0,-2-2 0 15,0 0 0-15,0-3 0 0,0 0 0 0,-1-2 0 0,1 2 0 0,-2-4 0 16,0 0-448-16,-2-1 48 0,-1-2 0 0,0-2 0 31,-2 2-176-31,0-2-48 0,1-1 0 0,-2-4 0 16,-1 0 112-16,-1-6 32 0,1-2 0 0,-2 2 0 0,2 0 480 0,1 0-144 0,1 4 144 0,2 3 0 15,1 2 0-15,3 4 0 0,0 3 192 0,2 0-64 16,1 3 0-16,1 1 0 0,1 2 0 0,1 2 0 16,1 2 208-16,0 2 48 0,-2-3 16 15,0 0 0-15,0 0-112 0,24 43-32 0,-24-43 0 0,21 39 0 16,-21-39 64-16,24 51 16 0,-24-51 0 0,27 57 0 15,-14-24-128-15,4 5-16 0,1 5-16 0,1 0 0 0,-1 0-176 0,0-3 0 16,-2-5 0-16,-2-2 128 16,-14-33-128-16,26 55 0 0,-26-55 0 0,22 38 0 0,-22-38-272 0,0 0 64 15,28 40 16-15,-28-40-16928 16</inkml:trace>
  <inkml:trace contextRef="#ctx0" brushRef="#br0" timeOffset="-44263.02">11991 3932 14735 0,'0'-4'1312'0,"0"-1"-1056"16,0 3-256-16,0 0 0 0,0 1 1344 0,0 1 192 0,1-2 64 0,-1-5 0 16,1 1 224-16,0 0 48 0,-1 0 16 0,-1 3 0 15,0 3-848-15,0 3-160 0,-2 6-48 0,0 2 0 16,-1 6-224-16,0 4-48 0,-2 5-16 0,0 1 0 16,-1 3-192-16,-1 4-32 0,-2 3-16 0,-1-1 0 15,1 2-112-15,0-3-32 0,-1 1 0 0,0-5 0 16,0-3-160-16,2-7 0 0,3-3 144 0,0-5-144 15,2-3 0-15,3-7 144 0,1-1-144 0,0-5 0 16,1-2 0-16,1-4 0 0,2-5 0 0,2-5 0 16,1-3-672-1,0-4-144-15,2 2-16 0,-2 1-16 0,1-1 192 0,3-2 32 0,2-7 16 0,-1 0 0 0,1 2 416 0,-1-4 192 16,0 2-192-16,0-1 192 0,0 3 0 0,0 0 0 16,1 5 0-16,-1 0 0 0,0 5 240 0,0 3 16 15,0 4 0-15,-2 5 0 0,-1 3 592 0,-2 3 128 16,0 6 32-16,-3 3 0 0,-4-6-176 0,0 0-48 15,11 48 0-15,-11-22 0 0,-1 7-352 0,-2 1-80 0,0 3-16 16,-1-1 0-16,0 0-208 0,-1-5-128 16,1-1 160-16,1-6-160 0,0-1 0 0,0-1 128 0,0-3-128 0,1 0 0 15,1-5 0-15,-1-2 0 0,1-4 0 0,1-2 0 16,0-4 0-16,0-2 0 0,1-4 0 0,0-3 0 16,1-2 0-16,2-3-128 0,-1 0 128 0,1-3-208 31,-1-2-240-31,3-3-64 0,-1-2 0 0,0-2 0 0,2-2 128 0,-3-1 32 0,2-3 0 0,-2-1 0 15,2-1 176-15,0 1 48 0,0 2 0 16,1 5 0-16,3 3 128 0,-3 4 0 0,2 5 0 0,-2 3-128 16,-1 4 304-16,2 3 64 0,-1 0 16 0,0 4 0 0,-7-2 368 0,0 0 80 15,0 0 0-15,0 0 16 0,34 40-464 0,-34-40-80 16,11 34-32-16,-11-34 0 0,10 44-144 0,-7-20 0 16,1 1 0-16,-1-2 0 0,-1 0 128 0,-1-2-128 15,0 1 128 1,0-1-128-16,-1-3 0 0,1-2 128 0,-1 0-128 0,1-4 0 0,0 0 0 0,0-1 128 15,1-2-128-15,-1-1 0 0,0-3 0 0,0 2-192 16,0-2 0-16,0-3-11008 16,0 0-2192-16</inkml:trace>
  <inkml:trace contextRef="#ctx0" brushRef="#br0" timeOffset="-43612.55">12414 4149 9215 0,'-1'2'816'0,"1"-2"-656"0,-1 0-160 16,1 0 0-16,0 2 1248 0,0-2 224 0,0 1 32 0,0 1 16 16,0 0 464-16,1 0 80 0,0 1 32 0,2-1 0 15,1 1-928-15,1-1-176 0,2 0-32 0,-7-2-16 16,0 0-64-16,0 0-16 0,36 5 0 0,-36-5 0 16,0 0-96-16,37-5-32 0,-26 1 0 0,0-2 0 15,1 0-352-15,0-2-64 0,-2-3 0 0,-1 2-16 16,-1-1-304-16,-3-2 0 0,1 1 0 0,-3-2 0 15,0 3-288-15,-2-2-64 0,-2 3-16 0,-2 0 0 16,-1-1 176-16,-3 4 48 0,-1 0 0 0,0 4 0 0,-2 0 144 16,-1 2-128-16,0 2 128 0,-1 0-128 0,1 3 320 0,0 2 80 15,-1 4 16-15,0 0 0 0,1 1 160 0,1 4 16 16,1-2 16-16,1 1 0 0,1 1-64 0,1-1-16 16,1 3 0-16,1-1 0 0,1-2-96 0,3-1-32 15,0 0 0-15,0-14 0 0,0 0-64 0,0 0-16 16,0 0 0-16,31 33 0 0,-31-33-192 0,0 0 176 15,42-5-176-15,-25-2 160 0,1 0-352 0,0-1-64 16,-2-1 0-16,1 2-16 16,0-2-1200-16,-2 0-224 0,1 1-48 0,-1-1-16 15,-1 1-1152-15,0 1-224 0,0 0-64 0,-1 0-6576 0</inkml:trace>
  <inkml:trace contextRef="#ctx0" brushRef="#br0" timeOffset="-43119.16">12745 4120 5343 0,'10'-5'0'0,"-9"5"224"0,-1 0-64 0,0 0 16 0,0 0-176 0,0-2 0 0,1 2 0 0,-1-2 0 16,1 1 1808-16,-1-1 336 0,0 0 64 0,1-1 16 15,0-2-32-15,1 1 0 0,0-1 0 0,1 0 0 16,0-1-400-16,-1 0-64 0,1-2-32 0,0 0 0 16,2-1-704-16,-3-1-144 0,2-1-16 0,0-2-16 15,-1 0-432-15,-3 0-96 0,1-3-16 0,-1 1 0 16,-1 3-16-16,-1 0 0 0,-2 1 0 0,-2 4 0 0,2 0 192 0,-3 4 16 16,0 3 16-16,-1 2 0 0,-1 3 192 0,0 3 32 15,1 3 16-15,-2 3 0 0,3 1-416 0,-1 2-96 16,2 3-16-16,-1 0 0 15,0 1-192-15,2 0 128 0,2-1-128 0,0-2 0 0,1-1 0 0,1-2 0 16,0 1 0-16,1-2 0 0,0-14 0 0,0 0 0 16,9 33 0-16,-9-33 0 0,0 0 0 0,0 0 0 15,0 0 0-15,0 0 0 0,39 0 0 0,-29-9 0 0,0-2 0 16,0-2 0-16,3-1-240 0,0-5 16 0,0 2 0 16,0-4 0-1,1 0-352-15,0-1-80 0,-1-1-16 0,-1-2 0 0,-2-4 320 0,-1-1 64 16,-1 2 16-16,-4 0 0 0,0-1 272 0,-1-2 0 0,-3-2 0 0,-1-3 0 15,-2 3 0-15,-1 2 0 0,0 3 0 0,-2 4 0 16,2 6 0-16,-1 4 192 0,0 6-16 0,0 4-16 16,0 3 640-16,0 4 128 0,0 3 32 0,-1 4 0 15,1 4-288-15,0 3-48 0,1 2-16 0,0 2 0 16,0 1-304-16,1 6-64 0,1 3-16 0,0 2 0 16,1-1-224-16,1 1 128 0,1 2-128 0,1 0 0 15,0-1 128-15,2-4-128 0,1-2 0 0,-5-28 0 16,13 46 0-16,-13-46 0 0,15 33 0 0,-15-33 0 0,0 0-224 0,0 0-96 15,37 36 0-15,-37-36-16 16,0 0-880-16,0 0-160 0,0 0-32 0,39-3-9312 16,-32-1-1856-16</inkml:trace>
  <inkml:trace contextRef="#ctx0" brushRef="#br0" timeOffset="-42967.21">13032 3791 11055 0,'-2'2'480'0,"0"1"112"0,1 1-464 0,0 0-128 15,1-1 0-15,0-1 0 0,2 1 2016 0,-2-1 384 0,2 6 80 16,0 1 16-16,-2-9-192 0,0 0-16 16,0 0-16-16,20 35 0 0,-20-35-1584 0,0 0-320 0,0 0-64 0,0 0-16 15,36 5-416-15,-29-8-96 0,0 0-16 0,0 0 0 32,-1 0-1264-32,0 1-256 0</inkml:trace>
  <inkml:trace contextRef="#ctx0" brushRef="#br0" timeOffset="-42793.74">13078 3988 10367 0,'1'-1'224'0,"-1"1"48"0,0 0 16 0,0 0 0 0,1 0-288 0,-1 0 0 0,0 0 0 0,1 1 0 0,0 3 3152 16,0 0 576-16,-1 5 112 0,0 0 32 0,-1 2-1424 0,0 1-272 16,0 3-64-16,-1 1-16 0,0-2-1456 0,0 2-272 15,2-4-64-15,0 0-16 16,1-1-1136-16,-1-11-240 0,0 0-32 0,0 0-12368 15</inkml:trace>
  <inkml:trace contextRef="#ctx0" brushRef="#br0" timeOffset="-41484.59">13274 3928 10127 0,'-2'0'448'0,"1"0"96"0,0 0-544 0,0 0 0 0,1 2 0 0,-1 0 0 16,0 1 2000-16,-1 0 304 0,0 3 48 0,-2 2 16 15,1 1-496-15,-1 3-80 0,0-2-32 0,0 3 0 32,2-3-768-32,0 3-160 0,1-2-16 0,1 1-16 15,0-12 144-15,0 0 16 0,4 28 16 0,-4-28 0 16,0 0-432-16,0 0-96 0,0 0 0 0,0 0-16 0,34 33-304 0,-34-33-128 0,0 0 128 0,0 0-128 16,29-7 0-16,-22 3 0 0,1-4 128 0,0 1-128 15,0-2 0-15,0-1 0 0,0 1 0 0,0-1 0 0,0-1-160 0,-1 1 160 31,1-2 0-31,-2 0-144 0,0 1-112 16,-2 1 0-16,0 1-16 0,0-1 0 16,-2 0-320-16,1 3-64 0,-1 0-16 0,0 1 0 15,0 0 48-15,-1 4 16 0,0-3 0 0,-1 3 0 0,0 2 256 0,-1-2 48 16,1 2 16-16,0-1 0 0,-1 2 288 0,1-1 0 16,-1 2-128-16,1-2 128 0,0 2 0 0,0 1 0 15,0-3 0-15,0 2 0 0,0 0 176 0,0-1-16 16,0 1 0-16,0 0 0 0,1-2 304 0,-1 1 64 15,1 1 16-15,0-2 0 0,0 0-64 0,-1 0-16 16,2 0 0-16,-1 0 0 0,0 0-48 0,0 0-16 0,1-2 0 0,-1 1 0 16,0 1-32-16,0 0-16 15,0 0 0-15,0-2 0 0,0 2-160 0,-1 0-16 0,0 0-16 0,0 0 0 16,1 0 48-16,-1 0 16 0,1 0 0 0,-1 0 0 16,1 2-32-16,0-2-16 0,-1 1 0 0,0-1 0 15,1 2-176-15,-1-2 0 0,1 2 0 0,0-2 128 16,0 0-128-16,0 0 0 0,0 1 0 0,0-1 128 15,0 0-128-15,-1-1 128 0,0 1-128 0,1 0 128 16,-1 0 64-16,0-2 16 0,0 2 0 0,0 0 0 16,0-2 64-16,0 2 16 0,0 0 0 0,0 0 0 15,0 0-64-15,0-1-16 0,0 1 0 0,-1 0 0 0,1 0-208 16,0 0 0-16,0 0 0 0,0 0 0 0,0 1 0 0,0-1 128 16,0 2-128-16,0-2 0 0,0 0 0 0,-1 2 0 15,1-2 0-15,0 1 0 0,-1 0 0 0,1-1 0 16,0 2 0-16,0-2 0 0,0 0 0 0,-1 0 0 15,1 0 0-15,0 0 0 0,0 1 0 0,0-1 0 16,0-1 0-16,0 1 0 0,0 0 0 0,0 0 0 16,0 0 0-16,0 0 0 0,0 0 0 0,-1 0 0 15,1 0 0-15,-1 0 0 0,1 0 0 0,0 0 0 16,-1 0 0-16,1 0 0 0,0 0 0 0,-1 0 128 0,1 1-128 0,-1 1 0 16,2-2 0-16,-1 2 0 15,0-2 0-15,0 0 0 0,0 1 0 0,0 1 0 0,0-2 0 0,0 0 0 16,0 0 0-16,0 1 128 0,0-1-128 0,0 0 0 15,0 0 0-15,0-1 0 0,0 1 0 0,0 0 0 16,0 1 0-16,0-1 0 0,0 0 0 0,0 0 0 16,0 0 0-16,0 0 0 0,1 0 0 0,-1 1 0 15,0-1 0-15,0 0 0 0,-1 0 0 0,1 2 0 16,0-2 0-16,0 3 0 0,0-3 0 0,-1 2 0 16,1-2 0-16,0 0 0 0,0 0 0 0,0 1 0 15,0 1 0-15,0-2 0 0,0 0 0 0,0 0 0 0,1 2 0 16,-1-2 0-16,1 0 0 0,-1 0 0 0,1 1 0 0,0-1 0 15,-1 1 0-15,1-1 0 0,0 0 0 0,-1 0 0 16,0 2 0-16,0-2 0 0,0 0 0 0,0 0 0 16,0 1 0-16,0-1 0 0,-1 2 0 0,1-2 0 15,-1 0 0-15,1 0 0 0,0 0 0 0,-1 0 0 16,1 0 0-16,-1 1 0 0,1-1 0 0,-1 0 0 16,1-1 0-16,0 1 0 0,0 0 0 0,0 0 0 15,0 1 0-15,0-1 0 0,0 0 0 0,0-1 128 16,0 1-128-16,0 0 0 0,0 0 0 0,0 0 0 15,0 0 0-15,0 0 0 0,0 0 128 0,0 0-128 0,-1 0 0 16,1 0 144-16,1 0-144 0,-1 1 0 0,0 1 144 0,0-2-144 16,-1 0 0-16,1 0 128 0,0 0-128 0,0 0 0 15,0 0 0-15,0 2 144 0,-1-2-144 0,1-2 0 16,0 2 144-16,0 0-144 0,0 0 0 0,1-2 144 16,-1 1-144-16,0 1 0 0,0 0 0 0,0-2 0 15,0 2 0-15,0 2 0 0,0-2 128 0,0 0-128 16,-1 0 0-16,1 0 0 0,0 0 0 0,0 3 128 15,-1-3-128-15,1 2 0 0,0-2 0 0,0 2 0 16,0-2 0-16,0 0 0 0,0 2 128 0,0-2-128 16,0 1 0-16,0-1 0 0,0 2 0 0,1-2 0 15,-1 0 0-15,0 2 0 0,0-1 0 0,0 1 0 16,0-1 128-16,0 0-128 0,0 2 0 0,0 1 128 0,0-1-128 0,0 1 128 16,0 3-128-16,1 0 128 0,-1 3-128 15,0-2 0-15,1 3 144 0,-1 1-144 0,0-1 0 0,1 1 0 16,-1-12 0-16,0 0 128 0,8 31-128 0,-8-31 0 15,0 0 0-15,0 0 0 0,0 0 0 0,0 0 0 16,31 33 0-16,-25-33 0 16,1 0 0-16,-1-4 0 0,2-1 0 0,-2 0 0 15,1-2-832-15,-1 0-192 0,0 0-48 0,-1 0-15888 0</inkml:trace>
  <inkml:trace contextRef="#ctx0" brushRef="#br0" timeOffset="-40882.82">13620 3940 11055 0,'0'0'976'0,"0"0"-784"0,0 0-192 0,0 0 0 15,0 0 1408-15,0 0 256 16,0 0 32-16,0 0 16 0,-1 0 336 0,1 2 80 0,-1 1 16 0,0 4 0 16,0-1-1344-16,1 4-272 0,-1 1-48 0,1 0-16 15,0-1 320-15,0 1 64 0,0 1 16 16,0 2 0-16,0-14-176 0,2 27-48 0,-2-27 0 0,0 0 0 15,4 28-160-15,-4-28-32 16,0 0-16-16,0 0 0 0,0 0-272 0,0 0-160 0,0 0 192 0,0 0-192 16,0 0 208-16,0 0-64 15,0 0-16-15,27-10 0 0,-23-2 16 0,-1 0 0 0,2 0 0 0,-1-2 0 0,-1 1-144 0,1-2 128 32,-1 1-128-32,0-1 128 0,1-2 0 0,-1 3 0 0,1-1 0 0,-2 2 0 0,1 3 112 0,0 1 16 0,0 2 0 0,-1 0 0 31,0 4-16-31,0 1 0 0,-1 1 0 0,0 2 0 0,1 1 144 0,0 3 48 0,0 2 0 0,0 1 0 15,-2-8-48-15,0 0 0 0,7 32 0 0,-7-32 0 16,4 27-192-16,-4-27-64 0,4 28 0 0,-4-28 0 16,3 24-128-16,-2-15 0 0,0-1 144 0,-1-1-144 31,1 0 0-31,-1-2 0 0,-1 0 0 0,1-1 0 0,0-2 0 0,0 0 0 0,-1 1 0 0,1-3 0 16,0-2 0-16,0-1 0 0,1 1 0 0,1-3 0 15,-1-2 0-15,2 0 0 0,-1-2 0 0,2-1 0 16,1-2 0-16,0 0 0 0,2-2 0 0,-1 0 0 15,2 0 0-15,-1-1-208 0,1-1 48 0,1 2 16 0,0 1-16 16,-2 2 0-16,2 1 0 0,-2 3 0 16,0 1 160-16,-1 3-128 15,-1 1 128-15,-1 4-128 0,0 0 128 16,-4-2 0-16,0 0 0 0,0 0 0 0,0 0 144 0,14 38-144 16,-14-38 192-16,0 0-192 0,7 36 256 0,-7-36-48 15,2 28-16-15,-2-28 0 0,2 29-192 0,-2-29 176 16,1 28-176-16,-1-15 160 0,0-1-32 0,0-1 0 15,0-4 0-15,0 2 0 0,0-2-128 0,1 0 0 16,-1 1 0-16,1-4 128 0,0-2-128 0,0 1 0 16,0-3-160-16,1 0-18272 0</inkml:trace>
  <inkml:trace contextRef="#ctx0" brushRef="#br0" timeOffset="-39776.68">15492 3738 17503 0,'0'-2'1552'0,"0"2"-1232"15,0 0-320-15,0 0 0 0,-1 1 736 0,1 0 96 16,-1 1 0-16,-1 1 16 0,0 3 816 0,-2 2 144 0,0 4 48 0,-2 2 0 16,0 3-752-16,0-1-144 0,-1 6-16 0,0-1-16 15,0 1-208-15,-1 3-32 0,1-1-16 0,-1 0 0 16,1-2-336-16,0-1-64 0,2 0-16 16,-2-2 0-16,4-4-256 0,-1 1 0 0,1-4 0 0,2-3 0 31,0 0-896-31,2-1-128 0,0-4-16 0,1 1-16 0,1-4-1264 0,1 1-256 0,0-5-48 0,2-1-8080 15</inkml:trace>
  <inkml:trace contextRef="#ctx0" brushRef="#br0" timeOffset="-39571.34">15734 3620 14735 0,'7'-16'640'0,"-3"8"160"0,0 1-640 0,-1 2-160 15,-2 4 0-15,0 2 0 0,0-1 1392 0,0 3 240 16,0 4 48-16,-1-7 16 0,1 24 544 0,-4-4 96 0,-2 6 32 31,-1 3 0-31,-4 5-512 0,-1 6-80 0,-2 6-32 16,-1 5 0-1,0 1-1744-15,-2-2-416 0,3-3-48 0,2-8-16 0,2-7 832 0,3-1 160 0,2-5 48 0,2-4 0 16,2-3-560-16,0-19-256 0,0 0 32 0,6 30 0 16,-3-25-1824-16,-1-5-384 0,1-2-64 15,0-3-10608-15</inkml:trace>
  <inkml:trace contextRef="#ctx0" brushRef="#br0" timeOffset="-39374.11">15460 3933 13823 0,'-10'4'608'0,"2"-1"128"0,4-1-592 0,0 1-144 16,3-1 0-16,0 0 0 0,0-1 1840 0,-1 3 336 16,1 1 64-16,-2 2 0 0,2 0-64 0,2-1 0 15,2-3-16-15,1-3 0 0,-4 0-800 0,0 0-144 16,33-6-48-16,-17-2 0 0,5-2-352 0,0-3-80 15,1 0-16-15,1 0 0 0,-1 0-464 0,-3 2-80 16,0 2-32-16,-2-1 0 16,0 2-592-16,0-1-128 0,-1 2-32 0,-2 2-15248 0</inkml:trace>
  <inkml:trace contextRef="#ctx0" brushRef="#br0" timeOffset="-39220.96">15901 3817 14735 0,'1'-3'640'0,"1"2"160"0,1 0-640 0,-1-2-160 0,0 1 0 0,-1 2 0 16,0-2 1968-16,1 1 352 0,3-2 80 0,1-2 16 16,2-1-672-16,0 2-128 0,1-1-16 0,-3 2-16 15,0 0-1904-15,-2 2-384 0,0 1-80 0,-2 1-11376 16</inkml:trace>
  <inkml:trace contextRef="#ctx0" brushRef="#br0" timeOffset="-39059.51">15901 3949 911 0,'-2'7'0'0,"-1"-2"0"16,1 0 0-16,0-3 0 0,1 0 3024 0,0-1 528 16,-1 3 96-16,1 1 32 0,-3 2 352 0,-2 2 64 15,0 1 0-15,-1 2 16 0,2 0-1872 0,-1-3-384 16,2 1-80-16,1-3-16 0,0 0-1216 0,2-2-240 16,1-3-48-16,1 3-16 15,0-3-1248-15,1-1-240 0,1-1-48 0,1-1-13472 0</inkml:trace>
  <inkml:trace contextRef="#ctx0" brushRef="#br0" timeOffset="-38606.36">16069 3973 15663 0,'2'-2'1392'0,"0"1"-1120"0,0 1-272 0,-2 0 0 15,0-2 1680-15,2 2 288 0,0-2 48 0,5-3 16 16,0-1 480-16,2 0 112 0,0-3 0 0,1 1 16 15,0 0-1648-15,-2 0-336 0,0 1-64 0,1-2-16 16,-1 0-16-16,-1 1-16 0,0 1 0 0,-3-1 0 0,0 2-160 0,-1-2-16 16,-1 1-16-16,-2 0 0 0,-2 0-16 0,0 1 0 15,-1 0 0-15,-1 1 0 0,-3 2-336 0,0 0 128 16,-3 2-128-16,0 2 0 0,0 1 0 0,-1 2 0 16,1 1 0-16,0 0 0 0,-1 0 192 0,2 3-16 15,2 0-16-15,0-1 0 0,2 1-160 0,-1 1 160 16,3 0-160-16,1-1 160 0,2-8-160 0,0 0 0 15,0 0 0-15,0 0 0 0,14 38 0 0,-14-38 0 16,0 0 128-16,0 0-128 0,0 0 0 0,39 26 0 0,-39-26 0 0,0 0 0 16,0 0 0-16,0 0 0 15,39 36 0-15,-39-36 0 0,0 0 0 0,24 37 0 16,-24-37 0-16,0 0 0 0,11 38 0 0,-11-38 0 0,0 26 0 0,-3-12 0 16,0-2 0-16,-2 0 0 0,0 0 0 0,-1-2 0 15,0 0 0-15,-3 1 0 0,-1-1 0 0,-3 2 0 16,-2 1 0-16,0-1 0 0,-3-2 0 0,1-1 128 15,1 1-128-15,1-4 0 0,0-2 0 0,2 0 0 16,2-3 0-16,1-2 0 0,2-3 128 0,2 0-128 16,1-2 0-16,2-2-176 0,1-1 48 0,3 0 0 31,3-3-2016-31,1 0-400 0</inkml:trace>
  <inkml:trace contextRef="#ctx0" brushRef="#br0" timeOffset="-38209.18">16403 3676 19343 0,'6'-8'848'0,"-3"4"192"0,0 1-832 0,0 0-208 0,-2 1 0 0,0 1 0 31,1 1 2368-31,0-4 448 0,1 1 64 0,0 1 32 0,1-1-1056 0,-1 1-192 0,-1 2-64 0,0 0 0 31,0 3-1024-31,-2-3-192 0,0 0-64 0,0 0 0 16,5 32 144-16,-5-32 32 0,-1 30 0 0,-1-11 0 15,0 1-112-15,-2 2 0 0,0 6-16 0,-2 3 0 16,1 2-112-16,-3 0 0 0,2 3-16 0,-3-3 0 16,1 0-240-16,1-5 144 0,1-4-144 0,1-4 128 15,2-2-128-15,1-4 0 0,2-14 0 0,0 0 0 16,0 0 0-16,0 0 0 0,0 0 0 0,0 0 0 0,0 0 0 0,0 0 0 16,0 0 128-16,29-6-128 0,-22-6 0 0,1-4 160 15,2-2-160-15,-2 2 160 0,2-3-160 0,-1 1 0 16,1 1 0-16,-1 2 0 0,0 1 0 0,-1 4 0 15,-1 1 0-15,0 2 0 0,-2 4 0 0,1 1 0 16,-6 2 0-16,0 0 0 0,0 0 0 0,0 0 0 16,0 0 144-16,17 46-144 0,-17-46 192 0,0 31-16 15,0-31-16-15,-2 35 0 0,0-17-160 0,-2 2 0 0,0 0 0 16,0 0 0-16,-1 1 0 0,1-4 0 0,1 1 0 0,0-3-12416 16,3-15-2560-16</inkml:trace>
  <inkml:trace contextRef="#ctx0" brushRef="#br0" timeOffset="-36360.26">9362 3940 2751 0,'-4'-3'256'0,"0"1"-256"16,1 0 0-16,2 1 0 0,1 1 464 0,-2-2 48 0,-1 0 16 0,-2-3 0 15,-2-2 432-15,1-2 64 16,0 2 32-16,2-1 0 0,0-1 224 0,0 3 64 0,3-2 0 0,0 1 0 16,0 0 256-16,1 0 48 0,0 1 16 0,1 2 0 15,0-1 128-15,-1 0 48 0,2 3 0 0,-1 0 0 16,1 0-240-16,-1 2-32 0,2 2-16 0,-1 2 0 16,0 1-400-16,-2 5-64 0,1 6-32 0,-1 3 0 15,-1 5-416-15,0 2-64 0,-3 2-32 0,0-2 0 16,1-4-400-16,-1 4-144 0,-4 4 0 0,-1 2 144 15,2-4-144-15,-3 1 0 0,0 6 0 0,-1-2 0 0,1 0 128 0,0-4-128 16,0-1 128-16,2-4-128 0,2-5 160 0,2-3-160 16,2-6 192-16,2 0-192 15,1-4 144-15,2-1-144 0,0-4 0 0,1 1 144 0,1-2-144 0,-1 0 0 16,3-2 0-16,0-1 0 0,1 0 0 0,0-1 128 16,1-1-128-16,1 0 128 0,2 1 32 0,-1-1 0 15,0-1 0-15,1 1 0 0,-1 1-160 0,1 1 128 16,0 2-128-16,-1-1 128 0,-11 2-128 0,0 0 0 15,34-5 0-15,-24 5 0 0,-1 0 0 0,0 0 0 16,0 0 0-16,-1 0 0 0,0 0 0 0,0-2 0 0,-3 2 0 16,1 0 0-1,-2-1-768-15,-1 1-96 0,-1-2-16 0,0 0-15648 0</inkml:trace>
  <inkml:trace contextRef="#ctx0" brushRef="#br0" timeOffset="-35523.69">9566 4160 10127 0,'-1'-4'448'0,"0"-1"96"0,2 0-544 0,-1 1 0 0,1 3 0 16,-1-1 0-16,1 0 1152 0,-1-1 128 0,1 1 32 0,0-3 0 0,0 0-176 0,-2 3-48 16,0 0 0-16,-2 2 0 15,0 3-320-15,-1 3-64 0,-3 1 0 0,2 5-16 0,-1 0 336 0,2 2 80 16,-2 3 16-16,0 4 0 0,2 5 288 0,1 0 64 15,0 0 16-15,3 1 0 0,1-1-512 0,2-3-96 16,-3-23-32-16,11 34 0 0,-11-34-528 16,0 0-96-16,0 0-32 0,0 0 0 0,41 28-192 0,-31-33 0 15,3-2 0-15,1-6 0 0,1-2 0 0,1-2 0 16,-1-2 176-16,-2-3-176 0,1 1 192 16,-2 0-192-16,0-1 192 0,-3 2-192 0,-2 2 0 15,-1 2 0-15,-3 0 0 0,-2 1 0 0,-1-2 0 0,-2 1 0 0,-3-2 0 0,-2 3 0 16,-3 1 144-16,-1 2-144 0,-2 3 0 0,-1 1 144 15,-1 3 144-15,1 3 32 0,-1 3 0 0,1 3 0 16,-1 1 160-16,1 4 32 0,2 1 16 0,1-1 0 16,3 3-208-16,0-1-32 0,2 4-16 0,1-3 0 15,2-1-272-15,3-1 0 0,1 0 128 0,3-4-128 16,1 2 0-16,1-4 0 0,-6-4 0 0,0 0 0 16,0 0-704-16,0 0-32 0,50 5-16 15,-35-10 0-15,0 1-48 0,1-4-16 0,1 0 0 0,1-2 0 16,0 0 224-16,2-2 32 0,-1 3 16 0,0-2 0 0,-2 3 352 0,0-2 64 15,2 3 128-15,-2-2-208 16,0 1 208-16,-2 4 0 0,-2-1 0 0,-3 3 0 0,-3-1 192 0,-1 3 0 16,-3 0-16-16,-1 1 0 0,-1 3 336 0,-2-1 80 31,-1 1 16-31,-1 4 0 0,-1 1 64 0,0 1 16 0,-1-1 0 16,1 1 0-16,-1 1-160 0,0 1-16 0,0 2-16 0,1-2 0 0,0 3-192 0,2-4-48 15,0 1 0-15,2-2 0 0,1-1-256 0,1-1 160 16,1 0-160-16,-3-8 128 15,0 0-128-15,0 0 0 0,0 0 0 0,0 0 0 0,0 0 0 0,46 15 0 0,-37-20 0 0,-1-1 0 16,0-1 0-16,3-3 0 0,-1-2 0 0,1-2 0 31,0 1 0-31,1-1 128 0,1-2-128 0,-1-1 0 0,1 0 0 0,-2-1 0 16,0 1 128-16,-1 1-128 0,-1 0 0 0,-3 3 0 0,1 0 0 0,-3 4 0 16,-2 1 0-1,-1 4 0-15,1 2 128 0,-2 2-128 0,-1 2 0 0,0 2 0 0,0 2 0 0,0 1 0 16,1 3 0-16,-1 1 0 0,0 1 0 0,2 5 0 15,0 0 128-15,1 1-128 0,-2-18 128 0,7 38-128 0,-7-38 0 16,10 41 0 0,-10-41 128-16,16 38-128 0,-16-38 0 0,0 0 0 15,29 38 144-15,-29-38-144 0,0 0 0 0,0 0 128 16,40 8-128-16,-29-13 0 0,0-1 192 0,0-3-48 16,1-3 0-16,-1-2 0 0,0 2 112 0,-2-2 0 15,-1 2 16-15,0-3 0 0,1-3-64 0,-2-1-16 16,-1 1 0-16,0 0 0 0,-2-1-48 0,-2 3-16 15,-1-1 0-15,-1 0 0 0,-1 3-128 0,-1 1 0 16,-1 2 0-16,0 4-12736 16,0 3-2560-16</inkml:trace>
  <inkml:trace contextRef="#ctx0" brushRef="#br0" timeOffset="-29360.14">17153 4893 911 0,'-1'-2'0'0,"0"1"0"0,0 1 0 0,1-2 0 15,0 2 624-15,0 0 32 0,-1-1 16 0,1 0 0 16,0-3 592-16,0 0 112 0,-1 1 32 0,0-2 0 15,1 0-96-15,0 2-16 0,-1-2 0 0,1 3 0 0,-1-1-16 0,0 0 0 16,0 2 0-16,0-1 0 0,-1 2-256 0,1 0-64 16,-1 0-16-16,0 0 0 0,0 2-256 0,1-2-48 15,-1 2-16-15,1-2 0 0,0 2-224 0,0-1-32 16,1 1-16-16,1 0 0 0,0-2-112 0,1 0-32 16,1 0 0-16,1-2 0 0,0-1 272 0,2 1 48 15,1 0 16-15,1-3 0 0,-1 0-128 0,1 3-32 16,-1-3 0-16,1 0 0 0,1 2-192 0,-2 0-32 15,1 0-16-15,-3 1 0 0,1 1-144 0,-2 1 0 16,0 0 144-16,-2 0-144 0,0 1 0 0,-2 1 0 0,0 0 0 16,-2 1 0-16,0-1-224 0,-2 0 32 0,1 1 16 15,-2 0 0-15,-2 1-48 0,0-2-16 0,0 1 0 0,-1 0 0 32,0 1-160-32,-1-3-48 0,1 0 0 0,0 1 0 0,-1-2 288 0,2 0 160 0,0 0-192 0,0-2 192 15,2 1 0-15,1-2 0 0,1 1 0 0,0-1 0 16,1 0 224-16,1 2 96 0,0-2 32 0,1 1 0 15,0 2-32-15,0-1 0 0,1 1 0 0,-1 0 0 16,1 1-80-16,0-1-32 0,0 2 0 0,1 0 0 16,1-1-48-16,0 0-16 0,0 1 0 0,2-2 0 0,0 0 32 15,-1 1 0-15,3-2 0 0,-1 1 0 0,2-2-16 0,-1 0 0 16,1 0 0-16,0-1 0 0,1-2-32 16,0 2 0-16,-3 0 0 0,1 0 0 0,-2 0-128 0,-1 1 128 15,-1 0-128-15,-1 0 128 0,-1 2-128 0,-1-2 0 16,-1 2 0-16,-1 2 0 0,-1 0-160 0,-2-1 160 15,0 0-208-15,-2 4 80 16,-1-2-576-16,-1 1-96 0,0 1-32 0,-1 0 0 16,1-1 176-16,-2-1 16 0,3 2 16 0,1-3 0 0,1 0 368 0,1 0 64 15,0-2 0-15,2-2 16 0,0 2 176 0,2-2 144 16,1 0-16-16,0-3-128 0,1 2 480 0,2 1-16 16,0-3 0-16,0 0 0 0,-1 2-16 0,2-1 0 0,1-1 0 0,-1 2 0 15,1 0-96-15,-1 0-32 0,0 1 0 0,1 0 0 16,-1 1 128-16,0-1 32 0,1 2 0 0,0-2 0 15,0 2-48-15,0 0-16 0,0 0 0 0,1 0 0 16,1 0-240-16,-1 0-48 16,-1 2-128-16,0-2 192 0,0 0-192 0,-1 0-256 0,1 2 48 0,0 1-9600 31,-1-3-1920-31</inkml:trace>
  <inkml:trace contextRef="#ctx0" brushRef="#br0" timeOffset="-28315.41">16782 4844 3679 0,'0'-6'320'0,"0"0"-320"0,0 3 0 0,0 0 0 16,0 1 1088-16,-1 1 128 16,0-3 48-16,1-4 0 0,-1 0 608 0,-1-2 128 0,1 3 32 0,-1 3 0 31,0 1-352-31,0 1-64 0,1 5-16 0,-2 3 0 0,0 2-592 0,0 3-128 0,0 3-32 0,-1 3 0 0,1-1-256 0,-1 1-48 31,2 1-16-31,-1-1 0 0,1 0-288 0,-1 1-64 0,0 2-16 0,1-1 0 16,0 0-160-16,1-4 0 15,1-15 0-15,0 26 0 16,0-17 0-16,1-4 0 0,0-3 128 0,0-2-128 0,1-1 0 0,1-3 0 16,0-3 0-16,1 0 0 0,-2-2 0 0,2-1-224 15,0-3 48-15,0 0 16 0,-2 3 0 0,0-3 0 16,1 0 0-16,-2-1 0 0,1-1 160 0,-1 0 0 16,0-2 0-16,-1 2 0 0,0-1 256 0,-1 0 96 0,0 1 16 15,-1 3 0-15,0 1 96 0,0 1 32 0,1 5 0 16,-1 0 0-16,1 3 96 0,1 4 32 0,-2 3 0 0,0 2 0 15,0 3-96-15,-1 2-16 0,1 2 0 0,-1 0 0 16,1 1-192-16,-1 2-32 0,0 1-16 0,0 1 0 16,2 2-272-16,-1-1 0 0,0 0 0 0,0-3 0 15,2-17 0-15,0 0 0 0,1 33 0 0,0-28 0 16,0-2-192-16,0-1 192 0,0-4-208 0,0-1 80 16,0-2 128-16,1-2-128 0,1 0 128 0,-1-3-128 15,1 1-128-15,-1-3-32 0,0 1 0 0,0-3 0 16,1 1 16-16,-1 0 0 0,-1 3 0 0,1-4 0 0,-1 0 272 0,-1-1 0 15,1-1 0-15,0 0 0 0,-1-1 0 0,0 0 0 16,0 0 0-16,0 1 0 0,0 2 128 0,-1 5-128 16,1 5 176-16,0 2-176 0,-1 2 576 0,0 6 0 15,0 2 0-15,-2 5 0 0,0 5 32 0,-1-1 16 16,0 2 0-16,0 2 0 0,-2 2-368 0,1 2-64 16,0 3 0-16,1 0-16 0,0-2-176 0,1-1 0 15,3 0-192-15,0-25-10624 16,3 43-2112-16</inkml:trace>
  <inkml:trace contextRef="#ctx0" brushRef="#br0" timeOffset="-27509.69">17131 4811 6447 0,'-4'-3'576'0,"0"0"-576"0,1 1 0 0,1 2 0 15,1-2 1312-15,0 1 160 0,1 1 16 0,-1 0 16 16,0-2 992-16,-1 0 208 0,0 0 48 0,1-1 0 15,0 3-1408-15,1-3-256 0,1 3-64 0,2-2-16 16,-1 0-496-16,2 2-112 16,1-2-16-16,1 2 0 0,0 0-64 0,1 0 0 0,1 0-16 0,0 0 0 0,0 0-144 0,1 0-32 15,0 2 0-15,-1-2 0 0,1 1-128 0,-2-1 0 16,-1 1 0-16,-2-1 0 0,0 2 0 0,-1-2 0 31,0 0 0-31,-2 0 0 0,-1 1 0 0,-1-1 0 0,-2 2 0 0,-1 0 0 0,0-2-240 0,-3 0 32 31,0 1 0-31,-2 1 0 0,1-2-160 0,-2 0-16 16,0 0-16-16,-1-2 0 0,1 1 400 0,1-1-128 0,0 2 128 0,0-3 0 0,3 1 0 0,2 2 0 16,-1-1 144-16,3 0-144 0,0 1 816 0,1 0 48 15,1 0 16-15,1 1 0 0,2 0-368 0,-1 1-80 0,3 1-16 16,0-1 0-16,1-2-48 0,1 3-16 16,1-3 0-16,1 0 0 0,2 0-112 0,0-2-32 15,1 1 0-15,0-3 0 16,0 3-80-16,0-3 0 0,-2 2-128 0,0-3 192 0,-1 2-16 0,-1-1-16 15,-2-1 0-15,-1 2 0 0,-1 1-32 0,-2 0-128 0,-2 0 192 0,-2 1-64 16,-1 1-128-16,-2 0 0 0,-1 3 0 0,-3-1 0 31,-1 3 0-31,-2 0 0 0,-2 1 0 0,-1 3 0 0,1-1-272 16,-1 2 16-16,-1-1 0 0,2 1 0 16,2-1-144-16,3-2-32 0,2-2 0 0,3 0 0 0,1-3 272 0,2 0 160 0,3-1-192 0,1-2 192 15,4-1 0-15,1-2 0 16,2-2 160-16,3 0-32 0,0-2 416 0,0-1 96 15,3 0 0-15,-1-1 16 0,1 1-336 0,-1 2-80 16,-1 1-16-16,-1 2 0 0,-1 2-224 0,-2 0-288 16</inkml:trace>
  <inkml:trace contextRef="#ctx0" brushRef="#br0" timeOffset="-24220.11">19205 9789 1839 0,'1'-2'160'0,"0"1"-160"15,0-1 0-15,-1 1 0 0,0 0 624 0,1-1 80 16,0-1 32-16,-1-2 0 0,2-1 464 0,0 0 80 16,0-1 32-16,0 0 0 0,-2 3-16 0,1-2 0 15,0 2 0-15,-1-1 0 0,1 3 336 0,0-1 64 16,-1 0 16-16,0 2 0 0,0 1 80 0,0-2 0 16,-1 1 16-16,1 1 0 0,-1 1-144 0,0 1-48 0,1-1 0 0,-2 0 0 15,1 4-416-15,-1 0-96 0,0 0-16 0,0 4 0 16,0 0-400-16,0 3-96 0,-1 0-16 0,1 3 0 15,0 1-272-15,0-2-64 0,2 2-16 16,-1-1 0-16,1-1-224 0,0 0 0 0,0-1 128 0,0-13-128 16,1 20 0-16,-1-20 0 0,0 0 0 0,0 0 0 15,0 0-368-15,0 0-16 0,0 0 0 0,0 0 0 16,0 0-496-16,0 0-96 0,15-9-32 16,-12 0 0-16,-1-2-112 0,-1 0-32 0,1-1 0 0,-1-2 0 15,-1 1 160-15,0 0 32 0,0 1 0 0,-2 0 0 0,0 3 768 0,0 2 192 16,-1 0 0-16,1 4 0 0,-1 1 288 0,0 2 96 15,-1 2 32-15,1 4 0 0,-1 0 480 0,0 4 80 16,-1-1 32-16,2 0 0 0,-2 3-352 0,1 0-64 16,1 2-16-16,0-2 0 0,0 0-384 0,2-2-192 15,1-10 160-15,0 0-15232 16</inkml:trace>
  <inkml:trace contextRef="#ctx0" brushRef="#br0" timeOffset="-23677.1">19111 10141 15663 0,'-1'1'688'0,"0"-1"144"0,0 0-656 0,1 0-176 16,0 0 0-16,-1 0 0 0,0 0 912 0,0 0 160 0,-1 2 16 0,0-1 16 0,-1 1 1200 0,1 0 256 16,1-2 32-16,0 1 16 0,0 1-816 0,0 0-176 15,2-2-16-15,-1 2-16 0,2-1-656 0,-2 1-128 16,2 0-32-16,-1 1 0 0,1 0-480 0,0 0-96 15,-1 0-32-15,1 0 0 0,-1 0-160 0,0 1 0 16,0 1 144-16,-1 0-144 0,1-1 0 0,-1 3 0 16,1-3 0-16,0 2 128 0,-1-6-128 0,0 0 128 0,0 0-128 0,8 28 128 15,-8-28-128-15,0 0 176 0,0 0-176 0,0 0 192 16,17 33-192-16,-17-33 192 0,0 0-192 0,0 0 192 16,0 0-192-16,0 0 0 15,44 19 144-15,-44-19-144 0,0 0 0 0,0 0 128 16,0 0-128-16,41 9 0 0,-41-9 0 0,0 0 128 15,0 0-128-15,0 0 0 0,0 0 0 0,21 31 0 0,-21-24 0 0,-3 0 128 16,0-1-128-16,0 0 0 0,-2 1 0 0,-1 0 128 31,-2 1-128-31,0-2 0 0,-1 2 0 0,-1-4 128 0,1 1-128 0,-1 0 0 0,-1 0 0 0,-1-3 0 16,0 1 0-16,-1-1 0 0,0-2 0 0,0-2 0 0,1-1 0 0,-1-2 0 16,1 1 0-16,0-4-128 0,2 0-224 0,1-2-32 15,1-2-16 1,2-2-16880-16</inkml:trace>
  <inkml:trace contextRef="#ctx0" brushRef="#br0" timeOffset="-23508.47">19069 10118 10127 0,'2'-2'448'0,"-1"0"96"0,2 0-544 0,-1 1 0 16,-1-1 0-16,0 2 0 0,1 0 2304 0,1-2 368 0,2 1 64 0,-5 1 16 15,0 0 560-15,26-6 112 0,-26 6 32 0,0 0 0 16,38-10-1408-16,-38 10-288 0,32-7-48 0,-32 7-16 15,37-6-1056-15,-37 6-224 0,38-5-32 0,-38 5-16 16,38-1-368-16,-38 1 0 0,0 0-192 0,49 2-17472 16</inkml:trace>
  <inkml:trace contextRef="#ctx0" brushRef="#br0" timeOffset="-22478.11">21167 9732 6447 0,'2'0'576'0,"0"-2"-576"0,-1 0 0 0,-1 1 0 16,1 1 1328-16,0 0 144 0,1-2 48 0,0-1 0 15,2 0 528-15,1-1 128 0,-2 0 0 0,1 1 16 16,-1 1-208-16,-1-2-64 0,1 3 0 0,-2 1 0 15,-1-2-320-15,1 2-64 0,0 0 0 0,-1 2-16 0,0-2-736 0,0 3-144 16,0-1-16-16,-1 0-16 0,0 0-208 0,1 3-32 16,-1-1-16-16,-1 2 0 0,1-1-32 0,0 1 0 15,-1 2 0-15,0 1 0 0,0-2-96 0,0 3-32 16,-1-1 0-16,0 1 0 0,0-3-64 0,0 0-128 16,2 0 176-16,-1 0-176 0,1-3 192 0,-1-1-192 15,1 2 192-15,0-4-192 0,0 1 0 0,0 0 0 16,0-2 0-16,1 0 0 0,0-2 0 0,0 0 0 0,0 1 0 0,1-3 0 15,-1 1 0-15,1-1 0 0,-1 1 0 0,1-2-144 16,-1 1-96-16,1-3-16 0,-1 4 0 0,0-4 0 16,0 1-64-16,0-2-32 15,0 1 0-15,0-1 0 0,1 1 208 0,-1-1 144 16,1 0-192-16,-1 3 192 0,0 0 0 0,1 0 0 16,-1 2 0-16,1 2 0 0,-1-1 384 0,0 2 0 0,-1 2-16 0,1 0 0 15,-1 3 16-15,0 0 16 0,0-1 0 0,-1 4 0 16,0 1-128-16,0 0-16 0,0 3-16 0,-1 2 0 15,1-2-240-15,0 0 144 0,1 0-144 16,0-2 128-16,1-10-128 0,0 0 0 0,2 26 0 0,-2-26 0 0,0 0 0 16,0 0 0-16,0 0 0 0,0 0 0 31,0 0-496-31,0 0-80 0</inkml:trace>
  <inkml:trace contextRef="#ctx0" brushRef="#br0" timeOffset="-22117.58">20986 10090 14735 0,'-1'0'1312'0,"-1"0"-1056"0,1 0-256 0,0 0 0 0,0 0 1984 0,0 2 352 16,0 1 64-16,-1 0 16 0,-1 3-224 0,-1 4-32 15,-3 2-16-15,2 2 0 0,-2 0-1296 0,1 3-256 16,0 2-48-16,1-3-16 0,-1 3 80 0,1-2 16 15,1 1 0-15,1-1 0 0,0-2-272 0,1 0-48 16,1-1-16-16,1-2 0 0,0-12-288 0,0 0 0 16,5 26-176-16,-5-26 176 15,0 0-1344-15,0 0-176 0,0 0-16 0,0 0-12928 0</inkml:trace>
  <inkml:trace contextRef="#ctx0" brushRef="#br0" timeOffset="-21753.79">21149 10168 13823 0,'3'-1'608'0,"-1"0"128"0,1-1-592 0,-1 0-144 0,0 1 0 0,-1 1 0 16,2-2 1216-16,-2 0 192 0,3 1 64 0,1-1 0 15,-2 0 0-15,1 0 16 0,-2 1 0 0,-1 2 0 16,-1 3-128-16,-2-1-16 0,0 4-16 0,-2-1 0 16,1 2-144-16,-1 1-32 0,-1 1 0 0,0 2 0 15,-1 0-512-15,1 1-96 0,0 2-32 0,1-4 0 0,2 1-288 0,0-2-64 16,1 2-16-16,1-12 0 0,0 0-144 0,0 0 0 15,0 0 0-15,19 31 128 0,-19-31-128 0,0 0 160 16,0 0-160-16,38 2 160 0,-38-2 48 0,24-9 16 16,-24 9 0-16,24-15 0 0,-11 6 0 0,-2-3 0 15,1 2 0-15,-1-2 0 0,0-2 64 0,-1 2 16 16,0-2 0-16,-1 2 0 0,-3 0-32 0,0 1 0 16,-2 1 0-16,-3-1 0 0,-1 1-80 0,-1 3-32 15,-1 0 0-15,-4 0 0 0,-1 2 32 0,-3 0 0 16,-3 3 0-16,-2-1 0 0,-1 3-192 0,-2 0 160 0,0 3-160 15,0-1 160-15,4-2-160 0,-1 1 0 16,1 1 0-16,1-2 0 16,2 0-1008-16,5-2-80 0</inkml:trace>
  <inkml:trace contextRef="#ctx0" brushRef="#br0" timeOffset="-20625.06">23171 9727 6447 0,'-1'-2'576'0,"1"-1"-576"0,0 1 0 0,0 2 0 16,0 0 1408-16,0-1 160 0,0 1 32 0,0 0 16 0,0-1 880 16,0 1 160-1,0 0 32-15,-1 0 16 0,0 1-400 0,0 0-64 16,0 1-32-16,0 1 0 0,1 0-592 0,-1 1-112 15,1-2-32-15,-1 3 0 0,1 1-656 0,-1 0-144 16,0 1-32-16,1-7 0 0,0 0-368 0,-1 25-80 16,1-25 0-16,-2 17-16 0,2-17-176 0,0 0 0 15,-1 24 144-15,1-19-144 0,0-5 0 0,0 0 128 16,0 0-128-16,0 0 0 0,0 0 0 0,0 0 0 16,0 0 0-16,0 0 128 0,0 0-128 0,0 0 0 15,0 0 0-15,0 0 0 0,0 0 0 0,14-8 0 0,-12 2 0 0,0-1 0 16,1 0-256-16,-1 0 48 0,0-1 0 0,-1 0 0 15,2 0 0-15,-2-1 0 16,1 2 0-16,0-1 0 0,-1 1 208 0,0 0 0 16,0 2-160-16,-1 0 160 0,0 1 0 0,-1 1 0 0,0 3 0 0,0-2 128 15,0 4 208-15,-2-1 48 0,1 2 0 0,0 1 0 16,-2 3-64-16,0-1 0 0,-1 4 0 0,1 0 0 16,-1 0-112-16,1 1-16 0,-1 1-16 0,0-2 0 15,2 1-176-15,0-1 128 0,1-1-128 0,0-2 128 16,2-7-128-16,0 0 0 0,0 0 0 0,0 0 0 15,0 0 0-15,0 0 0 0,0 0 0 0,0 0 0 16,0 0 0-16,0 0 0 0,21-7 0 0,-19 0 0 0,2-2-320 0,-1 2 64 16,0-3 16-16,-1 0 0 0,1 1 16 0,-1 0 0 15,0-1 0-15,-1 3 0 0,0 0 224 0,0 2 0 16,-1 1 0-16,0 2 0 0,-1 1 0 0,0 2 0 16,0 0 0-16,-1 1 0 0,1 2 432 0,0 1-32 15,-1 1 0-15,0 1 0 0,0 3-80 0,0-1 0 16,0 0-16-16,-1 1 0 0,1 2-112 0,0-2 0 0,2-10-16 15,-2 20 0-15,2-20-176 0,0 0 0 0,-1 24 144 0,1-18-144 16,0-6 0-16,0 0 0 0,0 0-192 0,0 0-18416 31</inkml:trace>
  <inkml:trace contextRef="#ctx0" brushRef="#br0" timeOffset="-18332.15">23119 10133 3679 0,'1'-1'320'0,"-1"1"-320"0,0-2 0 0,0 2 0 16,0 0 368-16,1 0 0 0,-1 0 0 0,0-1 0 15,1 0 272-15,-1 1 64 0,1-2 16 0,-1 2 0 0,0-2 224 0,0 1 32 16,0 1 16-16,0 1 0 0,0-1-32 0,0 0-16 16,0 0 0-16,-1 0 0 0,1 0-48 0,0 2 0 15,0-2 0-15,0 0 0 16,0 0 0-16,0 0 0 0,0 0 0 0,0-2 0 0,0 2-224 0,0 0-48 16,1 0-16-16,-1-1 0 0,0 1-240 0,1 0-48 15,-1 0-16-15,0-2 0 0,1 2-144 0,-1 0-32 16,0 0 0-16,0 0 0 0,0 0 96 0,0 0 16 15,0 2 0-15,-1-2 0 0,1 0 64 0,-1 0 16 16,0 1 0-16,0-1 0 0,1 2-48 0,-1-2 0 0,0 0 0 16,1 0 0-16,0 0 112 0,0 0 0 0,0 0 16 0,-1 0 0 15,1 0 16-15,0 0 0 0,0 0 0 0,0 0 0 32,0 0-112-32,0-2-32 0,1 1 0 0,-1 1 0 0,0 0 0 0,0 0 0 0,0-2 0 0,0 2 0 15,0 0-112-15,1 0-32 0,-1 0 0 0,0 0 0 31,0 0-128-31,0 0 128 0,0 0-128 0,0 0 128 0,0 0-128 0,0 0 128 16,0 2-128-16,-1-2 128 0,1 0-128 0,0 0 0 0,0 1 144 0,0-1-144 16,0 2 128-16,0-2-128 0,0 0 160 0,0 0-160 0,0 0 224 0,0 0-48 15,0 0-16-15,0 0 0 0,-1 0-160 0,1 0 192 32,0 0-192-32,1 0 192 0,-1 0-64 0,0 0-128 0,0 0 192 0,1 0-64 0,0-2 64 0,-1 2 16 31,1-1 0-31,-1 1 0 0,1 0-64 0,-1-2-16 15,0 2 0-15,1 0 0 0,-1 0-128 0,0 0 0 16,1 0 144-16,-1 0-144 0,0 0 144 0,0 0-144 16,0 0 192-16,0 0-192 0,0 0 176 0,1 0-176 15,-1-2 160-15,0 2-160 0,0 0 208 0,0 0-48 16,0 0-16-16,-1 0 0 0,2 2 0 0,-1-2 0 16,0 0 0-16,0 0 0 0,-1 0-144 0,1 0 192 0,0 0-192 0,0 0 192 15,0 0-64-15,0 0 0 0,0 0 0 0,0 0 0 16,0 0 0-16,-1 0-128 0,1 0 192 0,1 2-64 15,-1-2-128-15,0 0 128 0,-1 0-128 0,1 0 128 16,0 0-128-16,0 0 128 0,0 0-128 0,0 0 128 16,-1 0-128-16,1 1 160 0,-1 1-160 0,0-2 160 15,0 2-160-15,0-2 128 0,1 1-128 0,-1 0 128 16,1 1-128-16,-1-2 0 0,0 1 144 0,0 1-144 16,0-1 0-16,1 0 0 0,-1 2 0 0,0-3 128 0,0 2-128 0,0 0 0 15,0 3 0-15,-1-2 0 0,2 2 0 0,-2 2 128 16,-1 0-128-16,-1 2 0 0,1 3 128 0,-1 1-128 15,-1 2 160-15,0 2-160 0,1 0 128 0,-1-1-128 16,0 3 0-16,0-2 144 0,1-2-144 0,1-2 128 16,0 1-128-16,0-3 128 0,3-11-128 0,0 0 0 15,-2 23 0-15,2-23 0 0,0 0 0 0,0 0 0 16,0 0 0-16,0 0 0 0,0 0 0 0,0 0-176 16,0 0 16-16,0 0-12128 15,0 0-2416-15</inkml:trace>
  <inkml:trace contextRef="#ctx0" brushRef="#br0" timeOffset="-17826.37">23301 10135 3679 0,'8'-5'160'0,"-3"1"32"0,1-1-192 0,-2 2 0 0,-2 1 0 0,-1 2 0 15,1-2 672-15,1 0 96 0,2-1 0 16,2-3 16-16,1 0-16 0,0-1 0 0,-1 3 0 0,-1 1 0 0,-2-2-160 0,0 4-32 15,-1 0-16-15,-2-1 0 0,0 2-192 0,-1 0-48 16,-1 2 0-16,-1 0 0 0,-1 0 448 0,-1 1 64 16,1 2 32-16,-3-1 0 0,1 1 688 0,-1 1 144 15,-1 0 32-15,2 0 0 0,-2 2 384 0,1 1 96 16,-1 0 16-16,0 0 0 0,1-1-368 0,1 2-64 16,1-2 0-16,1-1-16 15,1 2-928-15,1-4-176 0,0 2-32 0,1-5-16 0,1 3-368 0,0 0-64 16,-1-5 0-16,0 0-16 0,0 0-48 0,0 0-128 15,0 0 192-15,0 0-64 0,0 0-128 0,33 27 160 16,-33-27-160-16,0 0 160 0,0 0-160 0,0 0 0 16,0 0 0-16,42 23 128 0,-42-23-128 0,0 0 0 15,0 0 0-15,0 0 128 0,42 21-128 0,-42-21 128 0,0 0-128 16,0 0 128-16,34 16-128 0,-34-16 128 0,0 0-128 16,0 0 128-16,0 0-128 0,0 0 0 0,0 0 0 0,31 21 128 15,-31-21-128-15,0 0 0 0,0 0 0 0,-4 10 0 16,-1-7 0-16,0 1 128 0,0-1-128 0,-2 1 0 15,1-1 0-15,-1 2 0 0,1-3 0 16,-2 0 0-16,1 1 0 0,-1-1 0 0,-1 0 0 0,0-1 0 16,1 1 0-16,-2-2 0 0,0 0 0 0,0-2 0 15,2 1 0-15,-2 0 0 0,-2 0 0 16,2-2 0-16,1 1-176 0,-2 0-16 0,0-2 0 0,-1-2 0 16,0-1-1712-1,2-1-336-15</inkml:trace>
  <inkml:trace contextRef="#ctx0" brushRef="#br0" timeOffset="-17636.82">23367 10031 19343 0,'3'-2'1728'0,"0"1"-1392"0,-1 2-336 16,0 0 0-16,-2-1 1856 0,0 0 320 0,0 0 48 0,0 0 16 16,36 8 288-16,-36-8 64 15,37 4 16-15,-37-4 0 16,39 5-1456-16,-39-5-272 0,38 3-64 0,-38-3-16 0,33 0-512 0,-33 0-96 15,31 0-32-15,-31 0 0 16,25-2-352-16,-25 2-80 0</inkml:trace>
  <inkml:trace contextRef="#ctx0" brushRef="#br0" timeOffset="-13978.23">20070 9812 4607 0,'1'0'400'0,"0"-2"-400"16,-1 2 0-16,0 0 0 0,1 0 592 0,-1-1 48 16,1 0 0-16,1-1 0 0,0-1 640 0,-1-1 144 15,1 3 32-15,0-1 0 0,-1 0 160 0,1 0 48 16,-1 1 0-16,0 1 0 0,0-2 0 0,-1 0 0 15,1 2 0-15,0-1 0 0,0 1-880 0,0 0-160 16,-1 0-48-16,0 0 0 0,1 0-416 0,-1 0-160 0,0 0 0 0,0 0 144 16,0 0-272-16,0 0-64 0,1-2-16 0,-1 2 0 15,1 0 16-15,0 0 0 16,0 0 0-16,-1 0 0 0,0 0 192 0,0 0 0 0,1 0 0 0,-1 0 0 16,0 2 128-16,0-1-128 0,-1 1 0 0,1 0 0 15,-1-2 208-15,-1 3-16 0,1-1 0 0,0-2 0 16,-1 3-16-16,2-1-16 0,0 3 0 0,-1-3 0 15,0-1-160-15,1 0 128 0,0 1-128 0,0-2 128 16,1 0-128-16,-1 1 0 0,1-1 0 0,-1 0 0 16,1-1 0-16,0 1 0 0,0 0-128 0,0-2 128 31,1 2-672-31,0-2-64 0</inkml:trace>
  <inkml:trace contextRef="#ctx0" brushRef="#br0" timeOffset="-9600.61">17223 4850 1839 0,'-3'-4'160'0,"1"1"-160"0,1 0 0 0,1 1 0 0,-1 2 384 0,1-1 64 31,0 0 0-31,0 1 0 0,0-5 528 0,0 3 112 0,0-3 32 0,1 1 0 0,0-1-16 0,1 2 0 16,0-1 0-1,1 1 0-15,1-1-16 0,-1 3-16 0,2-1 0 0,0 0 0 16,1 2-304-16,1 2-64 0,0-2-16 0,-7 0 0 16,0 0 16-16,0 0 16 0,47 25 0 0,-47-25 0 0,41 27-32 0,-41-27-16 15,52 40 0-15,-25-16 0 0,1 4-256 0,0 2-48 16,-1 2-16-16,1 2 0 0,0-2-352 0,-4 0 128 16,-3-6-128-16,-1 2 0 15,-1-2-432-15,0 0-144 0,-1 2-48 0,-4-2 0 16,-1 1-208-16,-2 1-32 0,-2-1-16 0,-1-1 0 15,-1-3-16-15,-3-1-16 0,0 0 0 16,-1-2 0-16,-2-1-112 0,0-2-32 0,0-3 0 0,-1-2 0 16,-1-5-144-1,-1-3-16-15</inkml:trace>
  <inkml:trace contextRef="#ctx0" brushRef="#br0" timeOffset="-9289.48">17375 4990 1951 0,'0'-5'0'0,"0"3"0"0,0 0 0 0,0 1 176 0,0 1-176 0,0-2 0 15,0 2 0-15,1 0 0 0,0-1 736 0,0 0 112 16,1 1 32-16,1 0 0 0,1 0-48 0,0 2 0 16,0 0 0-16,1 1 0 0,1-1-224 0,-1 1-48 0,2-1-16 0,0 1 0 15,0 1-144-15,-7-4-16 16,0 0-16-16,0 0 0 0,0 0 48 0,0 0 16 16,46 21 0-16,-46-21 0 0,0 0-112 0,0 0-32 0,0 0 0 0,36 24 0 15,-36-24-288-15,0 0 160 0,0 0-160 0,21 24 128 16,-19-19-128-16,2 2 0 0,-2 0 0 0,-1 0-4208 15,0 0-832-15</inkml:trace>
  <inkml:trace contextRef="#ctx0" brushRef="#br0" timeOffset="-7862.43">17164 4812 3679 0,'-3'0'160'0,"1"0"32"0,1 0-192 0,0 0 0 16,0-1 0-16,0 0 0 0,1 1 896 0,-1 0 144 0,0-2 32 0,0-1 0 16,-1 1 336-16,1-1 64 0,1 1 0 0,-1-2 16 15,2 3 16-15,0-1 0 0,1-1 0 0,1 3 0 0,1-2-160 0,1 2-16 16,1 0-16-16,-6 0 0 0,0 0-128 0,0 0-32 15,0 0 0-15,45 22 0 0,-45-22-352 0,0 0-80 16,37 24-16-16,-37-24 0 0,29 20-256 0,-29-20-64 16,32 18-16-16,-32-18 0 0,0 0 0 0,45 25 0 15,-45-25 0-15,0 0 0 0,43 22 64 0,-43-22 16 16,0 0 0-16,38 22 0 0,-38-22-48 0,0 0 0 16,29 25 0-16,-20-15 0 0,0 2-64 0,0 2-16 15,0 0 0-15,-1 0 0 0,2 2-64 0,-1 1-32 16,0 0 0-16,0 0 0 0,1 1-80 0,-2-1-16 15,0-3 0-15,0-2 0 0,-3 0-128 0,2-3 192 0,-1 1-192 0,1 0 192 16,0 0-48-16,0-1 0 16,-1 0 0-16,1-1 0 0,-1 0-144 0,2-1 192 0,-1 3-192 0,-7-10 192 15,0 0-192-15,25 21 192 0,-25-21-192 0,0 0 192 16,28 24-192-16,-28-24 128 0,0 0-128 0,28 24 128 16,-28-24-128-16,0 0 128 0,28 28-128 15,-28-28 128-15,16 17-128 0,-8-8 0 0,1 1 0 0,-2 1 128 16,2 1-128-16,-3 0 0 0,1 2 144 0,-1-1-144 0,0 3 0 15,0-2 144-15,0 1-144 0,-2-3 0 0,2 0 128 0,-1 0-128 16,1-1 0-16,-2-1 0 16,1 1 0-16,-2-1 0 0,1-1 0 0,0 0 0 15,-1 1 0-15,1 2 0 0,0 0 0 0,0-3 0 16,0 1 0-16,0 1 0 0,0 1 128 16,0-2-128-16,1 2 0 0,-1-3 0 0,-1-1 0 0,0 1 0 0,1-1 0 0,0 0 0 15,0 0 0-15,1-1 0 16,-2 0 128-16,2 0-128 0,0-1 0 0,-1 0 0 0,1 2 0 0,1-1 0 15,0 1 0-15,0 0 0 16,-1 1 0-16,0-2 0 0,1 4 0 0,0 0 0 0,-1-1 128 0,2 3-128 16,-2-1 0-16,1-2 0 0,-1 2 0 0,-1-1 0 0,1 1 0 0,0 0 0 15,-2 0 0-15,2-2 0 16,-1-1 0-16,0 0 0 0,0 1 128 0,0-1-128 16,-1-2 0-16,1 3 0 0,0-3 0 0,0 0 0 0,-2 0 0 0,2-2 0 15,-1 3 128-15,0 0-128 0,0-2 0 0,0 0 0 16,0 2 0-16,1-1 0 0,-2 2 0 0,2-1 0 15,0 1 0-15,0 0 0 16,3-1 0-16,-2 1 0 0,0 0 0 0,1-1 0 0,-1-2 0 0,0 2 0 16,0-1 128-16,-1 1-128 0,1-1 0 0,-1 1 0 0,1 0 0 15,0-2 0-15,-1 2 0 0,0-1 0 0,0-1 0 0,-1 0 0 16,0-1 0-16,0 1 0 0,1 0 128 0,-1-2-128 16,-1 1 0-16,1 0 0 0,0 2 0 0,0 0 0 31,-1-2 0-31,2 2 0 0,-1 0 0 0,1 1 0 0,0 1 0 0,0-2 0 0,1 2 0 0,-2-1 0 15,2 1 0-15,0 0 0 16,-1 1 128-16,1-1-128 0,-1 0 0 0,-1-1 0 16,2 1 0-16,-1-2 0 15,-1 1 0-15,1-2 0 0,0-1 0 0,-1 1 0 16,0-2 0-16,1 3 0 0,-1-3 0 0,0 2 0 16,1 0 0-16,0 0 0 0,0 0 0 0,-2 0 0 0,1 0 0 0,1 1 0 15,0 0 0-15,-1 1 0 0,1 1 0 16,1-2 0-16,-1 3 128 0,1-3-128 0,0 2 0 0,-1-1 0 15,1 1 0-15,-1-2 0 0,1 0 0 0,0 0 0 16,-2 0 0-16,2-1 0 0,0 1 0 0,-1 1 0 16,1-3 0-16,0 2 0 0,-1 1 0 0,1-2 0 15,0 2 0-15,-2-1 0 0,2 2 0 0,-1 1 0 16,0-1 0-16,0 1 0 0,1 1 0 0,0 1 0 16,0 0 0-16,0 0 0 0,0 2 0 0,0-2 0 15,-1 0 0-15,1 0 0 0,0 0 0 0,0 1 0 16,1 0 0-16,-1-1 0 0,2 0 0 0,-2 0 0 0,1-1 0 0,-1 1 0 15,1-2 0-15,0 1 0 0,-3-1 0 0,2 0 0 16,0 1 0-16,-1-1 0 0,0 1 0 0,1-1 0 16,-1 2 0-16,1 0 0 0,0 0 0 0,1 2 0 15,-1-1 0-15,1 2 0 0,1-1 0 0,-2 1 0 16,1-1 0-16,0 1 0 0,1 1 0 0,-1 0 0 16,2 1 0-16,-1 0 0 0,0-1 0 0,1 1 0 15,0-2 0-15,0 1 0 0,-2-1 0 0,1 0 0 0,2 0 0 16,-3-3 0-16,0 0 0 0,-1 1 0 0,2 2 0 0,-1-1 0 15,1 3 0-15,-1-3 0 0,2 5 0 0,-2-2 0 16,2-1-352-16,-2 3 32 0,2-1 0 0,-2 0 0 31,2 3-912-31,0-4-176 0,-1 4-48 0,0-2-14912 0</inkml:trace>
  <inkml:trace contextRef="#ctx0" brushRef="#br0" timeOffset="-6898.59">18732 7341 7071 0,'0'-1'0'0,"0"-2"0"31,1 3 0-31,-1 0-160 0,0 0 720 0,1 0 144 0,0-2 16 0,1 0 16 15,-1 1 656 1,1 1 128-16,1 0 16 0,0 3 32 0,0-1-224 0,-1 1-64 0,0 1 0 0,1 1 0 16,0 0-384-16,-1-1-64 0,0 2-32 0,0 0 16 0,0 0-256 0,1 0-48 31,0 4-16-31,0-1 0 0,0 1 64 0,2 1 16 16,0 2 0-16,2 3 0 0,0 1 256 0,3-1 32 15,0 6 16-15,2-1 16 0,0 0-256 0,2 3-64 16,-1 0 0-16,0-2 0 0,0 1-208 0,-1-2-48 0,-1 1-16 0,0-3 16 15,-2 2-144-15,1-5-32 0,-2 1 0 0,-1-3 0 16,0 1-144-16,-1-3 0 0,0 2 0 0,-1-2 0 16,-1 2 0-16,1 0-192 0,-1 2 192 0,1 1-208 15,0-2 208-15,-1 2 0 0,2 1 0 0,0 1 0 16,1 2 0-16,-1 0 0 0,3 3 0 0,-2 2 0 16,2 2 0-16,-1 1 0 0,1 2 0 0,-1-5-144 15,-1 0 144-15,0 0 0 0,0 2 0 0,-1-3-128 16,1 1-576-16,-2-3-128 0,-1 1 0 0,0-7-16 15,-1 2-496-15,-1-5-80 0,-2-4-32 0,0-1 0 16,0-2-640-16,0-3-128 0</inkml:trace>
  <inkml:trace contextRef="#ctx0" brushRef="#br0" timeOffset="-6501.48">18974 7759 3679 0,'-2'-2'0'0,"1"2"144"0,0-2-144 0,1 2 208 0,-1 0-208 0,1 0 0 0,0 2 0 0,0 0 0 15,-1 1 896-15,1 2 128 0,2 4 16 0,-1-1 16 16,2 3 736-16,1 3 160 0,0 1 32 0,2 2 0 15,-1 1-560-15,2 1-96 0,0 2-32 0,2-2 0 16,0 5-192-16,0-3-32 0,2 3-16 0,0-1 0 16,0 1-288-16,-1 2-48 0,0 0-16 0,0-2 0 15,-2-2-288-15,1 1-64 0,1 6-16 0,0 1 0 16,2 1-160-16,-1 2-48 0,1-1 0 0,0 0 0 0,1 2 64 0,-1-3 16 16,2 2 0-16,0 0 0 0,0-2 0 0,0 0 0 15,1 0 0-15,1-3 0 0,-1-2-16 0,0 0 0 16,-1 0 0-16,1 0 0 0,-1-1-192 0,0 0 0 15,1 1 0-15,0 0 0 0,1 0-256 0,-2-1-112 16,1-2-16-16,-2-4 0 16,1 0-1104-16,-1-3-240 0,0 1-32 0,0-2-8960 0</inkml:trace>
  <inkml:trace contextRef="#ctx0" brushRef="#br0" timeOffset="-6139.95">19283 8362 1839 0,'-4'-2'160'16,"1"1"-160"-16,1 1 0 0,2 0 0 15,0 0 704-15,-2 0 96 0,-1 0 32 0,-2 0 0 16,0 0 832-16,-1 3 160 0,3 1 32 0,1 4 16 15,2 1-144-15,1 0-48 0,4 5 0 0,1 1 0 0,1 4-272 0,2 0-48 16,3 4-16-16,1 1 0 16,1 2-480-16,1 0-96 0,1 1-32 0,-1 1 0 0,0 1-192 0,0 3-32 15,3 3-16-15,-2 2 0 0,0 3-48 0,1-2-16 16,-3 0 0-16,1 1 0 0,1 3-224 0,-1 0-32 16,1 1-16-16,0-3 0 0,1 0-160 0,0-3 0 15,1 0 0-15,-1-4 0 0,2-1 0 0,0-2 0 16,0-2 0-16,0-4 0 31,-2-3-896-31,-1-2-48 0,-1-4-16 0,-1-1 0 0,1 0-416 0,-2-4-96 0,-13-10 0 0,24 17-8336 0</inkml:trace>
  <inkml:trace contextRef="#ctx0" brushRef="#br0" timeOffset="-5806.54">19386 8670 3679 0,'-10'-10'0'0,"4"8"144"0,1-3-144 16,1 3 208-16,1-1-208 0,1 3 0 0,0 0 0 0,-2-2 0 0,0 2 1216 0,-3 2 208 15,3-1 48-15,0 6 0 16,3 0 576-16,3 4 128 0,2 4 32 0,2 2 0 15,2 3-144-15,4 2-16 0,1 4-16 0,2 3 0 16,4 4-704-16,0 2-144 0,3-1-32 0,-3 1 0 0,0-2-560 0,2 1-112 0,2 6-32 0,2 3 0 31,3 1-96-31,1 0-32 0,2 2 0 0,1 0 0 16,-1-4-128-16,-1-2-48 0,0-2 0 0,-1 0 0 16,-3 0-144-16,0-2 0 0,1-3-192 0,-3-4 192 31,-1-1-1056-31,-1-4-96 0,-1-2 0 0,1-4-7424 0,-2-2-1488 0</inkml:trace>
  <inkml:trace contextRef="#ctx0" brushRef="#br0" timeOffset="-5346.84">19117 8291 5519 0,'3'7'240'0,"-1"-3"64"0,1-1-304 0,-1 1 0 0,0-1 0 0,-1-2 0 16,1 0 608-16,-1 4 64 0,4 2 16 0,1 3 0 16,1 1 400-16,1 1 64 0,0 3 32 0,0 1 0 15,1 0 16-15,2 2 0 0,2 5 0 0,1 3 0 16,3 5 32-16,2 0 16 0,3 4 0 0,0 3 0 16,1 2 0-16,0 1 0 0,-2 4 0 0,0-2 0 0,0 4-528 0,-2 0-96 15,0-2-32-15,-3-5 0 0,-1-4-288 0,1 2-64 16,1 2-16-16,-1-1 0 0,1-1-224 0,0-1 144 15,0 1-144-15,-1-2 128 0,1-1-128 0,1-4 0 16,0 0 0-16,2-2 0 0,0 0 0 0,0-2 128 16,1 2-128-16,-1-3 0 0,1 0 0 0,-2 0 0 15,1-2 0-15,-1 0 0 0,1-1-176 0,-4-4-112 16,0-2-32-16,-1-3 0 16,0-2-1424-16,-1-3-304 0</inkml:trace>
  <inkml:trace contextRef="#ctx0" brushRef="#br0" timeOffset="-5062.76">19603 9201 9215 0,'-5'7'400'0,"3"-4"96"16,1 2-496-16,0 0 0 0,1-2 0 0,1 2 0 15,1 0 640-15,2 5 16 0,2 6 16 16,6 8 0-16,5 3 672 0,4 1 128 0,4 2 16 0,0 1 16 16,2-3-640-16,2 3-128 15,1 2-32-15,0-2 0 0,-4-1-224 0,2-1-48 0,0 3-16 0,1-3 0 0,0 0-224 0,-2-2-64 16,1-1 0-16,-1-3 0 0,-2-1-128 0,-3-3-256 16,0 0 64-16,-5-3 16 15,0 1-1152-15,-4-5-224 0,-1 0-48 0,-4-4-6080 16</inkml:trace>
  <inkml:trace contextRef="#ctx0" brushRef="#br0" timeOffset="-4807.89">19855 9547 2751 0,'-5'1'128'0,"3"0"16"0,0 0-144 0,1 1 0 0,0-2 0 0,1 1 0 16,0 0 1600-16,0 2 304 0,1 2 48 0,1 1 16 15,2 2 16-15,2 1 0 0,0-2 0 0,3 3 0 16,0 0-624-16,3 3-112 0,2-1-32 0,1 2 0 16,1 3-432-16,1-3-80 0,2 3-32 0,-1-3 0 15,1 1-288-15,-2-3-64 16,0-1-16-16,-2-4 0 0,-2 0-304 0,-2-2-304 0,-2-1 64 0,-2-3 16 16,-2-1-1536-16,-3-1-304 0,-1-1-64 0,-2-2-6432 15</inkml:trace>
  <inkml:trace contextRef="#ctx0" brushRef="#br0" timeOffset="-4651.31">19877 9549 3679 0,'-4'3'160'0,"1"-2"32"0,1 0-192 0,1 1 0 0,1 1 0 16,1-1 0-16,1 3 1280 0,1 0 224 0,0 4 32 0,5 5 16 0,1 4 368 0,3 2 80 0,2 0 16 16,1 0 0-1,1-3-336-15,-1-2-64 0,1-1-16 0,-1-2 0 0,0-3-896 0,-2-3-192 16,0 0-48-16,-13-6 0 0,0 0-608 0,29 5-128 0,-29-5-32 0,0 0-10048 31</inkml:trace>
  <inkml:trace contextRef="#ctx0" brushRef="#br0" timeOffset="-2659.72">17184 4850 2751 0,'-1'0'256'0,"0"-1"-256"15,1 0 0-15,0 1 0 0,0-2 720 0,-1 2 112 0,0-3 0 0,0 0 16 16,0 1 528-16,1-2 96 0,0 1 32 0,0 1 0 15,0-1 80-15,2 3 16 0,-1 0 0 0,2 1 0 16,-1 1-16-16,2-2 0 0,-1 3 0 0,1-1 0 16,-4-2-160-16,0 0-16 0,0 0-16 0,0 0 0 15,0 0-496-15,0 0-80 0,0 0-32 0,41 19 0 16,-41-19-384-16,0 0-80 0,0 0 0 0,0 0-16 16,0 0-64-16,0 0-16 0,46 14 0 0,-46-14 0 15,0 0 224-15,0 0 64 0,0 0 0 0,48 7 0 16,-48-7-128-16,0 0-32 0,0 0 0 0,42 12 0 15,-42-12-64-15,0 0-16 0,0 0 0 0,43 31 0 0,-43-31-144 16,23 25-128-16,-23-25 144 0,20 29-144 0,-20-29 176 16,22 29-176-16,-22-29 192 0,21 28-192 0,-21-28 240 0,20 24-64 15,-20-24-16-15,0 0 0 0,29 21-160 0,-29-21 128 16,0 0-128-16,0 0 128 0,33 21-128 0,-33-21 0 16,0 0 0-16,0 0 0 0,0 0 0 0,28 27 0 15,-28-27 0-15,0 0 0 0,11 23-256 16,-10-15-96-16,0 1-16 0,0 0 0 15,0 2-1680-15,-1-2-352 0,0 0-64 0,0 0-11344 16</inkml:trace>
  <inkml:trace contextRef="#ctx0" brushRef="#br0" timeOffset="-2338.72">17398 4924 1839 0,'-1'-3'160'0,"0"1"-160"16,0 0 0-16,1 1 0 0,0 1 848 0,0-2 144 16,0 0 32-16,-1-2 0 15,1-1 688-15,1 2 144 0,2 3 16 0,1 0 16 0,-4 0-112 0,0 0-32 16,0 0 0-16,34 28 0 15,-34-28-112-15,25 29-32 0,-25-29 0 0,33 35 0 0,-33-35-400 0,37 39-96 16,-37-39-16-16,39 40 0 0,-39-40-288 0,38 37-64 16,-38-37-16-16,41 36 0 0,-41-36-384 0,41 41-80 15,-41-41 0-15,43 47-16 0,-22-25-368 0,1 3-80 16,-1-1-16-16,-1 5-9056 16,2 0-1792-16</inkml:trace>
  <inkml:trace contextRef="#ctx0" brushRef="#br0" timeOffset="1907.48">20113 9770 1839 0,'0'0'160'0,"0"-2"-160"0,0 2 0 0,-1 0 0 0,1 0 848 0,0 0 144 16,0 0 32-16,-1 0 0 0,0 0 64 0,1 0 0 16,-1 0 16-16,1 2 0 15,0 0 48-15,0 0 0 0,1-1 0 0,0 1 0 16,1 0 32-16,0 1 16 0,0-2 0 0,1 0 0 0,0 1-240 0,1-1-32 15,0 1-16-15,-4-2 0 0,0 0-16 0,0 0-16 16,0 0 0-16,0 0 0 0,43 12-176 0,-43-12-16 16,0 0-16-16,0 0 0 0,41 11-400 0,-41-11-80 15,0 0 0-15,0 0-16 0,0 0-176 0,44 13-176 16,-44-13 48-16,0 0 0 16,0 0-1280-16,0 0-240 0</inkml:trace>
  <inkml:trace contextRef="#ctx0" brushRef="#br0" timeOffset="2320.84">20143 9822 3455 0,'-1'0'0'0,"1"0"144"0,0 0-144 0,0 0 192 0,0 0-192 0,0-1 0 0,0 0 0 0,-1 1 0 0,0-2 1184 0,0 1 208 32,1 1 32-32,0-2 16 0,1 2-32 0,0 0 0 0,0 0 0 0,1 0 0 0,2 0 272 0,0 0 48 0,-4 0 16 0,0 0 0 31,0 0-336-31,0 0-80 0,0 0-16 0,47-3 0 15,-47 3-352-15,0 0-64 0,35-14 0 0,-35 14-16 16,30-18-112-16,-12 6 0 0,1 0-16 0,1-2 0 16,1-1-304-16,1 1-64 0,-1 0-16 0,0 0 0 15,-2 1-368-15,0 2 144 0,-1 1-144 0,-2-1 0 16,-1 1 128-16,0-2-128 0,1 2 0 0,-2-1 0 16,-1 1 0-16,1 1 0 0,-1-3 0 0,-1 3 0 15,0 1 0-15,-1 1 0 0,-3 0 0 0,0 0 0 16,0 2-1552-16,-2-2-224 0</inkml:trace>
  <inkml:trace contextRef="#ctx0" brushRef="#br0" timeOffset="2795">20381 9697 2063 0,'-6'4'0'0,"3"-1"0"0,2-1 0 0,-1-2 192 0,1 0-192 0,1 1 0 0,0-1 0 0,-1 1 0 16,1 1 1280-16,-1-1 240 0,1 1 32 0,1 0 16 0,1-2 80 0,0 0 16 15,0 0 0-15,2 0 0 0,1-2 48 0,-5 2 16 16,0 0 0-16,0 0 0 0,0 0-48 0,39-14 0 16,-39 14 0-16,0 0 0 0,35-14-208 0,-35 14-64 15,25-12 0-15,-25 12 0 0,28-15-640 0,-28 15-144 16,30-18-32-16,-30 18 0 16,32-22-208-16,-18 12-64 0,0-1 0 0,1-1 0 0,-1-2-48 0,3-1-16 15,-1 0 0-15,1-2 0 0,-1 0 48 0,1 0 0 16,0-1 0-16,-1 0 0 0,0 0-304 0,0 1 160 15,0-2-160-15,-1 3 128 0,0-1-128 0,-1-1 0 0,-1 1 0 0,-1-1 0 16,0 2 0-16,0-2 0 0,-1 0 0 16,2-2 0-1,0 0-448-15,-1-1 16 0,1-3 16 0,-1 3 0 16,0-1-896-16,-1 2-176 0,0 2-48 0,-2 2 0 16,0-1-32-16,-2 3-16 0,0 0 0 0,0-1 0 15,-1 4-528-15,-1-1-128 0</inkml:trace>
  <inkml:trace contextRef="#ctx0" brushRef="#br0" timeOffset="3238.08">20804 9378 5519 0,'2'-2'0'0,"-1"2"224"0,-1-1-64 0,2 0 32 0,-1 1-192 16,0-2 0-16,1-1 0 0,1 1 0 0,2-4 880 0,2-2 144 0,0-1 16 0,2-1 16 16,-2 0 272-16,1-2 48 15,1 0 16-15,-1 0 0 0,-1-2-48 0,2 2-16 0,-1-2 0 0,1-1 0 16,-1 0 96-16,0-2 32 0,1 0 0 0,0-1 0 15,0 0-432-15,0 0-64 0,1-1-32 0,-1-2 0 16,0 2-320-16,0 0-64 0,0-1-16 0,1-3 0 16,0 0-256-16,0-1-48 15,2 0-16-15,-2 0 0 0,1 0-208 0,-1 0 128 0,1-1-128 0,1-1 0 16,0 1 192-16,1-3-48 0,1-2-16 0,0 1 0 16,1 1-128-16,-1 2 0 0,0 0 144 0,-1 1-144 0,0-1 0 15,-1 1-240-15,0-1 48 0,-1 1 0 16,-1-1-464-16,0 0-96 0,-1 3-16 0,-1-1 0 15,1 3-448-15,-1 2-112 0,-1 1-16 0,0 3 0 16,-1 1-784-16,0 4-176 0</inkml:trace>
  <inkml:trace contextRef="#ctx0" brushRef="#br0" timeOffset="3774.3">20937 9123 6447 0,'-1'2'576'0,"0"-2"-576"32,1 0 0-32,0 0 0 0,0 0 736 0,0-2 32 15,0 1 16-15,-1 1 0 0,1-3 1040 0,0-2 208 16,1-1 32-16,0-1 16 0,2-2-416 0,1-1-64 15,0-1-32-15,2-1 0 0,1-2-224 0,1-1-32 16,1-1-16-16,0-1 0 0,-1 3-528 0,1-4-128 16,1-2 0-16,1-1-16 0,1-1-128 0,0-1-32 15,2-2 0-15,1-3 0 0,1 0 144 0,1-3 32 16,-1 0 0-16,2-2 0 0,-1 2 48 0,-1 0 16 16,2 0 0-16,-2-1 0 0,-1 1-336 0,0-2-64 0,-2-1-16 0,2-2 0 15,0-4-160-15,0 2-128 0,1-2 144 0,0 1-144 16,1 0 128-16,-1 2-128 0,0 0 0 0,-1 1 0 15,2-1 0-15,0-6 0 0,0-1 0 16,2 0 0-16,0-1 0 0,-1 2 0 0,0 1 0 0,-1 0 0 16,1 3-272-16,-2 0-48 0,-1 3-16 0,-1 1 0 15,-1 6-1168 1,-2 3-224-16,1 4-64 0,-3 3 0 0,-1 3-352 0,-1 3-80 0</inkml:trace>
  <inkml:trace contextRef="#ctx0" brushRef="#br0" timeOffset="4504.65">21418 8234 911 0,'0'-2'0'0,"0"1"0"15,0 1 0-15,-1-2 0 0,1 2 752 0,0 0 64 16,0 0 16-16,0 0 0 0,0-2 496 0,0 1 96 15,0-1 32-15,-1 0 0 0,2 0 464 0,-1-1 80 16,1 0 32-16,0-1 0 0,0-1-640 0,0 0-128 0,1 1-32 0,0-4 0 16,1 1-368-1,0-2-80-15,0-3-16 0,1 2 0 0,2-4-128 0,0-1-48 0,1-2 0 0,0-1 0 16,1-3-80-16,1-2 0 16,0 1-16-16,-1-2 0 0,4-1-64 0,-2 0-16 0,2-1 0 0,-1 0 0 15,1 0 16-15,0 0 0 0,-1 0 0 0,1-2 0 16,-1 0-112-16,0-3-32 0,0 1 0 0,0-2 0 15,-1 0 96-15,1-2 32 0,0 0 0 0,0-1 0 16,2-3-128-16,0-5-32 0,1 0 0 0,1-1 0 0,-1 3 96 0,2-4 16 16,0-3 0-16,3-1 0 15,0 2-96-15,2-1-16 0,1 0 0 0,0-3 0 16,3-2 96-16,-1 1 16 0,0 0 0 0,-1 2 0 16,0 5-240-16,-2 0-128 0,-1 0 160 0,-2 1-160 15,1 0 0-15,-2 1 128 0,-2 2-128 0,-2 4 0 0,-1 7-240 16,-1-2-80-16,0 2-32 0,0-1 0 15,-1 2-1504-15,-1 1-288 0,1 4-64 0,-1-1-16 16,0 3 176-16,1 2 48 0,-1 2 0 0,-2 1 0 16,1 3 624-16,-2 3 128 0,0 4 32 0,-2 1-7152 0</inkml:trace>
  <inkml:trace contextRef="#ctx0" brushRef="#br0" timeOffset="4935.77">21907 6683 11967 0,'0'-6'1072'0,"1"0"-864"15,0 1-208-15,1 3 0 0,0 0 240 0,0-6 0 16,1-3 0-16,4-6 0 0,3-9 720 0,3-5 160 0,2-2 32 0,0-1 0 16,1 2-368-16,0-1-64 0,3 0-16 0,0-1 0 15,2-2 288-15,0-1 48 0,-1 4 16 0,-1-1 0 16,2-4 160-16,1 0 16 0,0-1 16 0,0 0 0 15,1 1 0-15,0 0 0 0,0 2 0 0,-2 1 0 16,1-1-192-16,0 1-32 0,-2-3-16 0,-2 0 0 16,-1 2-480-16,-1-1-80 0,-1 3-32 0,-1 0 0 15,-1 2-416-15,-1 1 0 0,-1 0 0 0,-2 3 0 16,0 5 0-16,-3 1 0 0,2-2-192 0,-3 3 192 16,1 2-848-16,-3 2-48 0,1 3-16 0,-1-1 0 15,0 6-944-15,-1 0-176 0,0 1-32 0,0 2-10864 16</inkml:trace>
  <inkml:trace contextRef="#ctx0" brushRef="#br0" timeOffset="5328.61">22396 5853 911 0,'-2'-5'0'0,"1"3"0"0,0-3 0 0,0 3 0 15,1-1 928-15,0 0 96 0,0 2 32 0,0-4 0 16,0-2 704-16,0-3 144 0,0-2 16 0,0-2 16 16,1 2-896-16,0-3-176 15,1 2-32-15,0-3-16 0,2 2 368 0,-1-1 80 0,3-2 16 0,1 1 0 16,-1-3-64-16,2 0-16 0,3-2 0 0,-1-1 0 0,1-1-432 15,1-1-64-15,2-2-32 0,-3 2 0 16,-1 3-208-16,2-1-32 0,2-4-16 16,1-2 0-16,1-1-288 0,0 3-128 0,0 0 128 0,1 0-128 15,1 2 320-15,-1 0-32 0,1-1 0 0,0 3 0 0,-1 1-80 0,0 2-16 16,-1 0 0-16,-2 2 0 0,-2 3 16 0,-1 0 0 16,0 0 0-16,-3 4 0 0,-1 1-448 0,0 1-80 15,-1 2-32-15,-2 1 0 16,0 0-1888-16,-2 3-368 0,0 2-80 0,-2 2-7456 0</inkml:trace>
  <inkml:trace contextRef="#ctx0" brushRef="#br0" timeOffset="5645.62">22500 5495 7359 0,'-12'9'320'0,"4"-4"80"0,1-1-400 0,2-3 0 15,3 1 0-15,0-4 0 0,0 2 1088 0,-1-1 144 16,-1 0 32-16,-1-2 0 0,0-4 192 0,1-3 32 0,2-1 16 0,1-4 0 16,3-1-592-16,0 0-112 0,4-4-32 0,0 0 0 0,2 0 240 0,1-3 32 15,1 1 16-15,2 1 0 0,0-1-256 0,1 1-48 16,2-2-16-16,3-1 0 16,2-2-64-16,2 0-16 0,2 0 0 0,2-1 0 15,3-3 80-15,1 1 16 16,0 1 0-16,0 2 0 0,-4 2-336 0,0 0-64 0,-2 3-16 0,-2 2 0 0,-4 2-336 0,1 1 0 15,-1-1 0-15,-3 3 0 0,1 2 0 0,-3-1 0 32,-1 2 0-32,-3 4 0 0,-1 0-240 0,-3 0-16 0,0 2 0 0,-2 3 0 15,-1-3-1232-15,-1 2-256 0,-1 1-48 0,-1 2-10544 0</inkml:trace>
  <inkml:trace contextRef="#ctx0" brushRef="#br0" timeOffset="6010.34">22767 5132 1839 0,'1'-9'0'0,"0"2"160"0,1-1-160 0,-1 2 0 16,-1 1 0-16,0 2 0 0,1 1 832 0,-1-5 128 15,1-2 16-15,0-3 16 0,1-2 512 0,1 0 96 16,-1 1 32-16,1 4 0 0,-1-2 48 0,2 3 16 16,0 1 0-16,1-1 0 0,2-1-32 0,1 2 0 15,2-3 0-15,2-1 0 0,1 1-480 0,1-2-96 16,-1 1-32-16,3-3 0 0,4-1-256 0,0-2-48 16,2 1-16-16,2-1 0 0,1-2-288 0,-1 1-64 0,1 0-16 15,-1 1 0-15,-1 0-32 0,-2 0 0 0,0 2 0 0,-4 0 0 16,1 2 16-16,-3 1 0 0,-1 0 0 0,-2 3 0 15,-1 2-352-15,-1 0 144 0,-1 2-144 0,-1 2 0 16,-3 1 0-16,0-1 0 0,0 3 0 0,-1 0 0 16,0 0 128-16,-1 3 0 0,0-1 16 0,-2 1 0 15,0-1-2368-15,0 1-464 16,-1 2-112-16,-1 0-5648 0,-1 1-1120 0</inkml:trace>
  <inkml:trace contextRef="#ctx0" brushRef="#br0" timeOffset="6384.39">22799 4921 4607 0,'-3'0'400'0,"2"0"-400"16,1-2 0-16,0 2 0 0,1 0 960 0,0-2 96 0,-1 1 32 0,1-1 0 15,1 0-176-15,0-3-16 0,3 0-16 0,1 1 0 31,0-3-368-31,1 2-80 0,4-3-16 0,0-1 0 0,3 0 896 0,1-1 176 0,0 0 48 0,1-1 0 16,3-1-128-16,2 0-32 0,4-4 0 0,2 1 0 16,3-1-416-16,0-1-64 15,0 0-32-15,-1-1 0 0,-1 1-400 0,-2 0-80 0,0 2 0 0,-3 2-16 16,-5 1-176-16,2 0-16 0,0 1-16 0,0 1 0 16,2-1-160-16,-2 1 0 0,0 0 144 0,0 3-144 0,-1 1 128 0,1 0-128 15,-2 3 160-15,-3 0-160 0,-1 2 0 0,-1-1 0 16,-1 2 0-16,-1 0 0 0,0 0 0 0,-2 2 0 15,-9-2 0-15,0 0-160 16,0 0-272-16,31 4-48 0,-24-4-16 0,-2 0 0 16,0 0-368-16,0 0-80 15,-3 0-16-15,1-2 0 0,-2 2-512 0,0-1-96 16,-2 0-32-16</inkml:trace>
  <inkml:trace contextRef="#ctx0" brushRef="#br0" timeOffset="6708.11">23127 4727 911 0,'-8'2'0'0,"2"1"0"0,2-1 0 0,2-2 0 0,1 0 0 0,0 0 0 0,1 0 576 0,0-2 16 16,0 2 16-16,0-2 0 0,2-1-320 0,1 0-64 0,3-1-16 0,0 0 0 31,3-2 960-31,0 2 192 0,2-3 48 0,2 2 0 0,2-3 960 0,1 0 208 0,2 0 48 0,1-2 0 16,0 2-720-16,1 0-144 0,0-2-32 0,2-1 0 15,2 1-912-15,1-1-192 0,1 1-48 0,-1-2 0 16,1 0-320 0,-1 2-64-16,0 1 0 0,-3 0-16 0,-2-1 128 0,-1 1 16 0,-2 2 16 0,-2-1 0 0,-2 4-80 0,-3-1 0 15,-1 2-16-15,-4 0 0 0,0 2-240 0,-2 1 0 32,-3 0 0-32,-1 2 0 0,-2 0 0 0,-2 1 128 0,0 2-128 0,-2-1 0 31,0 1-288-31,-2 1-96 0,-1 0-32 0,-2 0-8080 0,0 0-1616 0</inkml:trace>
  <inkml:trace contextRef="#ctx0" brushRef="#br0" timeOffset="6818.91">23478 4571 8287 0,'11'-3'368'0,"-4"-1"80"15,0 1-448-15,-1 0 0 0,-2 1 0 16,-2 0 0-16,2 0 928 0,3-1 96 0,3-4 32 0,4 0 0 16,2-3 144-16,0 1 16 0,0 0 16 0,-1 2 0 15,-1 1-784-15,-3 2-176 0,-3-1-16 0,1 2-16 16,-1 1-416-16,-2 2-80 0</inkml:trace>
  <inkml:trace contextRef="#ctx0" brushRef="#br0" timeOffset="7993.51">17175 9806 2751 0,'-1'0'256'15,"0"0"-256"-15,0 0 0 0,1 0 0 16,-1 0 1024-1,1 0 144-15,-1 0 48 0,-1 2 0 0,-1-2 384 0,2 0 64 0,-2 1 32 0,1 0 0 32,1-1-352-32,1 0-64 0,-1 0 0 0,1 2-16 0,1-2-48 0,-1 1 0 0,2 1 0 0,-1-2 0 15,1 2-192-15,0-2-64 0,0 0 0 0,1 0 0 0,1 0-112 0,0 0-16 16,-1-2-16 0,2-1 0-16,0 1-48 0,0 0 0 15,0 0 0-15,-1-1 0 0,0 1-160 0,1 0-32 16,-1-1-16-16,2 1 0 0,0-3-176 0,0 2-48 15,-6 3 0-15,0 0 0 0,0 0-80 0,0 0 0 16,32-8-16-16,-32 8 0 0,0 0-80 0,0 0-16 16,0 0 0-16,38-4 0 0,-38 4 0 0,0 0 0 0,0 0 0 0,36-6 0 15,-36 6 48-15,0 0 0 0,28-10 0 16,-28 10 0-16,0 0 16 0,32-14 16 0,-32 14 0 0,24-12 0 16,-24 12-96-16,22-13 0 0,-22 13-128 0,22-11 192 15,-22 11-192-15,23-14 0 0,-23 14 128 0,23-12-128 16,-23 12 0-16,22-12 0 0,-22 12 0 0,0 0 0 15,31-11 0-15,-31 11 0 0,0 0 0 0,0 0 0 16,33-12-368-16,-33 12-16 0,0 0 0 0,0 0 0 16,0 0-1984-16,28-12-416 0</inkml:trace>
  <inkml:trace contextRef="#ctx0" brushRef="#br0" timeOffset="8902.62">17284 9770 4607 0,'-2'0'400'0,"1"0"-400"0,0 0 0 0,1 0 0 15,0 0 912-15,-1 0 112 0,0 1 0 0,-2-1 16 16,0 1 224-16,0-1 32 0,1-1 16 0,0 0 0 16,0 1-544-16,1-2-96 0,0 2-32 0,1-2 0 15,0 1-112-15,0 1-16 0,1 0-16 0,0-2 0 16,0 2 192-16,0 0 32 0,1 0 16 15,-1 0 0-15,1 0-32 0,1 0 0 16,-1 0 0-16,1 0 0 0,-1-2-176 0,1 1-32 0,1-1-16 0,0 0 0 16,0 0 32-16,0-1 16 15,1 0 0-15,-2 0 0 0,2 0 96 0,0-2 16 0,-1 1 0 0,1-1 0 0,0 2-224 16,-1-2-32-16,1 1-16 0,-1 1 0 16,0-2-192-16,0 3-48 0,0-3 0 0,-1 3 0 15,2-3-128-15,-1 3 0 0,1-3 0 0,0 0 128 16,0 3-128-16,0-3 0 0,2 0 0 0,-2 1 0 15,2 1 0-15,-1-2 0 0,1 2 0 0,-1-1 0 0,1 0 0 0,-2 1 0 16,2-1 0-16,-1-1 0 16,1 2 0-16,0-1 0 0,-7 4 0 0,0 0 0 0,25-16 0 15,-15 9-272-15,0-1 64 0,2-2 16 16,0-1-640 0,1 1-128-16,1-4-32 0,-1 2 0 0,-1 2 304 0,1-1 64 15,1 1 16-15,0-4 0 0,0 0 336 0,-1 2 64 0,1 0 16 0,-1 0 0 16,0 1-144-16,-1 1-32 0,0 0 0 0,-1 1 0 15,0 2-272-15,-1-1-64 0,0 2-16 16,-1 0 0-16,1 0-160 0,-10 6-16 0,0 0-16 0,24-12 0 16,-17 7-224-16,0 0-32 0,-1 1-16 0,1-1 0 15,-2 0 96-15,2 0 32 0,-1 0 0 0,1 1 0 16,-2-3 0-16,1 3 0 0,-1-2 0 0,1 1-608 16,-2-1-128-16</inkml:trace>
  <inkml:trace contextRef="#ctx0" brushRef="#br0" timeOffset="9406.79">17464 9585 2751 0,'0'2'256'0,"0"-1"-256"15,0 1 0-15,0-2 0 0,0 0 784 0,-1 0 112 16,1 2 32-16,-1 0 0 0,0 1-128 0,0-1-32 15,0 3 0-15,0-3 0 0,0 0-528 0,0-2-112 16,0 1-128-16,0 1 176 0,0-2 80 0,1 0 32 16,-1 0 0-16,1 0 0 0,1 0 352 0,-1-2 80 15,2 2 16-15,-1 0 0 0,1 0 272 0,-1 0 48 0,0 0 16 16,1-1 0-16,0 1-272 0,0 0-48 0,1-2-16 0,-1 2 0 16,0-1-96-16,2 0 0 0,0-1-16 0,0-3 0 15,-1 2 16-15,2-1 0 0,0-1 0 0,-1-1 0 16,3-2 192-16,-1 1 32 0,2-1 16 0,-2-1 0 15,2 2-48-15,0-3-16 0,-1 1 0 0,2 0 0 16,-2 1-496-16,0 1-80 0,2-2-32 0,-3-1 0 16,1 3-208-16,-1 0 0 15,1 0 0-15,0 0 0 0,1-1-896 0,-1 2-128 16,0-2-32-16,3-1-11536 0</inkml:trace>
  <inkml:trace contextRef="#ctx0" brushRef="#br0" timeOffset="12093.7">17300 9774 911 0,'-7'3'0'0,"4"-3"0"0,-1 1 0 0,0 0 0 15,2 0 320-15,1-1-32 0,-1 0 0 0,-2 0 0 16,-1 0 96-16,-1 0 0 0,-1 0 16 0,0-1 0 16,2 0 304-16,1 0 64 0,1-1 16 0,0 1 0 0,0-1 336 0,2 1 64 15,1 0 16-15,0-1 0 0,0 0 192 0,0 1 32 16,1-1 16-16,0-1 0 0,1 1-160 0,0 1-48 15,0 0 0-15,1-2 0 0,0 1-192 0,1-1-32 16,1 1-16-16,1-2 0 0,1 1 32 0,1-2 0 16,1-1 0-16,-9 6 0 0,23-10 0 0,-23 10 16 15,27-12 0-15,-27 12 0 0,29-12-480 0,-29 12-112 16,34-16 0-16,-34 16-16 0,35-17-32 0,-18 7 0 16,1 1 0-16,0-1 0 0,0 1-48 0,1-2-16 0,0-1 0 15,1 0 0-15,-1 0-16 0,0 0-16 16,-3 0 0-16,1 0 0 0,3-2-176 15,0-2-128-15,1-1 192 0,3 1-192 0,0-1 208 0,0 0-64 0,1 0-16 0,-1 1 0 16,-1-1 0-16,0-1-128 0,0 0 192 0,-1-1-64 16,-1 1-128-16,-1-2 160 0,-1 2-160 0,0-2 160 15,-3 2-160-15,2-2 0 0,0 0 0 0,-1-1 128 16,1 1-128-16,-2 1 0 0,0-2 0 0,1 2 0 16,0-1 0-16,-1 2 0 0,0-1 0 0,0 2 0 15,-2 3-192-15,-1 0 48 16,0 0 0-16,-2-1 0 0,0 4-752 0,-1 1-160 0,-1-2-32 15,0 3 0-15,-2 2-1136 0,-1-1-224 0,-1 4-48 0,-1 1-9904 16</inkml:trace>
  <inkml:trace contextRef="#ctx0" brushRef="#br0" timeOffset="12601.78">17894 9369 16575 0,'-1'1'736'0,"0"1"160"0,1-2-720 0,0 0-176 0,1-2 0 0,0 1 0 16,0-1 176-16,2-1 0 0,2-1 0 0,1-4 0 15,4-3-176-15,1-1 192 0,0 0-192 0,-1-2 192 31,1 2-192-31,0-2 192 0,1-1-192 0,1 0 192 0,1 0 1216 0,1-2 240 0,0 1 48 0,1 0 16 0,-1 1-240 0,3-2-32 32,0 1-16-32,0 0 0 0,1 1-608 0,-1-2-128 15,1 3-32-15,-2-1 0 0,-2 4-208 16,1-4-32-16,0 1-16 0,1-1 0 0,1 0 128 0,1-4 32 16,-1 3 0-16,2-1 0 0,-5 5-176 0,-1-3-16 15,3-1-16-15,-1 1 0 0,1-1-32 0,0-1-16 16,1-2 0-16,-1 3 0 0,1-4-96 0,0 3-16 15,0-1 0-15,1-1 0 0,-3 1-64 0,1 1-128 16,-1 0 176-16,-1 1-176 0,-1-1 192 0,0 0-192 0,1-2 192 0,1 2-192 16,0-3 176-16,-1 1-176 0,0 2 160 0,1-2-160 15,-2 2 0-15,0-1 0 0,1 0 0 0,-1 0 0 16,1-2 0-16,-1 2 0 0,-1 1 0 0,0 0 0 16,1-1 0-16,-1 1 0 0,-1 0 0 0,0 2 0 15,0 0-144-15,-2 3 144 0,-1 0-208 0,-1 0 80 16,1 2-304-1,-3 1-48-15,0 0-16 0,-2 2 0 0,1 2-384 0,-2 0-80 16,-2 3 0-16,0 1-16 0,0 1-1456 0,-1 1-272 0</inkml:trace>
  <inkml:trace contextRef="#ctx0" brushRef="#br0" timeOffset="13077.66">18621 8651 7775 0,'1'0'336'0,"-1"0"80"0,0 0-416 0,0 0 0 0,0 0 0 0,0-2 0 15,1 1 768-15,0-1 64 0,1 0 0 0,1-3 16 16,1 0 336-16,-1 1 64 0,2-4 16 0,1 1 0 16,-1-1 80-16,3-1 0 0,-1 0 16 0,1-3 0 15,2 1-272-15,-1-1-48 0,1 0-16 0,0-2 0 16,0 2-320-16,-1 0-80 0,2-2-16 0,1-1 0 0,-1-1 160 16,1-1 16-16,1 1 16 0,1-3 0 0,0 2 112 0,0-2 32 15,0-1 0-15,0 0 0 0,0 3-112 0,-1-1-32 16,1 0 0-16,-1 2 0 0,1-1-336 0,-1 1-64 15,0 1-16-15,-1-1 0 0,0 2 0 0,-2-3-16 16,1 3 0-16,-2-1 0 0,0 2-192 0,0 0-48 16,0 2 0-16,-1-3 0 0,3 2-128 0,-3 0 0 15,0 0 0-15,0 0 0 0,0 0 0 0,-1 3 0 16,0-1 0-16,-1 1 0 0,-2 3 0 0,1-2 0 16,-2 3 0-16,1-2 0 0,-1 2 0 0,-1 0 0 0,0 0 0 15,0 3 0 1,-2 0-704-16,0-2 0 0,0 3-16 0,0 1-10208 0,0 0-2032 0</inkml:trace>
  <inkml:trace contextRef="#ctx0" brushRef="#br0" timeOffset="13441.93">18914 8324 3679 0,'0'0'320'0,"0"0"-320"15,0 0 0-15,0 0 0 0,0 0 2192 0,0 0 368 16,1-2 80 0,-1 1 16-16,1-4 0 0,2-1 0 0,0-2 0 0,2 1 0 0,-1-2-704 0,2-2-144 15,1 0-16-15,1-3-16 0,1 0-560 0,1-2-128 16,0 1 0-16,1-4-16 0,2 0-400 0,-1-1-80 15,1 0-16-15,0-1 0 0,0-2-48 0,0 0-16 16,1-1 0-16,-2 2 0 0,-1 4-80 0,-1-3-32 16,1 0 0-16,1-3 0 0,-1 1-400 0,0 3 128 15,-1-1-128-15,-1-1 0 16,-1 4-208-16,1-1-128 0,-2 1-32 0,-1 0 0 16,1 1-1072-16,-1 1-224 0,1-1-32 0,-2 3-16 0,0 0-624 15,0 0-128-15,-1 2-32 0,0 0-8800 0</inkml:trace>
  <inkml:trace contextRef="#ctx0" brushRef="#br0" timeOffset="14531.47">19158 7916 8287 0,'0'-2'736'0,"-1"2"-592"16,1-2-144-16,-1 1 0 0,1 1 704 0,0 0 128 15,-1 0 0-15,0-3 16 0,0 1 432 0,0 1 96 16,0 0 16-16,1-1 0 0,0 2 160 0,1-2 48 16,0 1 0-16,0 1 0 0,2-2-256 0,-1-1-32 15,0 0-16-15,2-1 0 0,1-1-160 0,-2-1-48 16,3-2 0-16,-1-1 0 0,2-3-80 0,-1 0-32 0,2-5 0 0,0 1 0 16,1-3-336-16,0 0-64 0,-1-3 0 0,2-1-16 15,2-1-112-15,-1-2 0 0,2 1-16 0,-1-1 0 16,1 2-112-16,-1 0-32 0,1 0 0 0,-1-2 0 15,1 1-96-15,-1-2-32 0,2-1 0 0,-1-1 0 16,0-2-160-16,1 0 192 0,0-4-192 0,0-1 192 16,0 0-192-16,0 1 0 0,0-3 0 0,1-3 128 15,1-3-128-15,0-5 0 0,3-2 0 0,-1-1 128 16,0 0-128-16,1 2 0 0,0 0 0 0,1 3 0 0,1 4 0 0,-2 1 0 16,0 1 0-16,0 1 0 0,-2 2 0 0,1-2 0 15,-1 1 0-15,2 1 128 0,0 0 0 0,-1 3-128 16,-1 3 192-16,1-2-64 0,1-1-128 0,0-1 0 15,1-1 144-15,0 0-144 0,1 4 0 0,0-2 0 16,3 1 0-16,-2 1 0 0,1 2 0 0,-2 4 0 16,-3 2 0-16,-1 1 0 0,-1 3 0 0,-3 2-192 15,-2 2 64-15,-1 3 0 16,-1 5-1152-16,-3 1-240 0,1 2-32 0,-3 3-14720 0</inkml:trace>
  <inkml:trace contextRef="#ctx0" brushRef="#br0" timeOffset="15115.78">19930 6472 3967 0,'-1'-5'176'0,"0"1"32"0,0 1-208 0,0 1 0 0,1-1 0 0,-1 1 0 0,1-1 976 0,0-1 160 16,-1-3 16-16,-1-3 16 0,0 1 144 0,1-3 32 31,-1-1 0-31,0 0 0 0,0 2-336 0,1 0-64 0,0 0-16 0,-1 1 0 0,1 1 224 0,0-2 32 15,0 0 16-15,1 0 0 0,1 1-112 0,0-1 0 16,1 1-16-16,0-4 0 0,0 2-384 0,0-3-80 16,2-1-16-16,0-1 0 0,0-1 32 0,2 0 0 0,-2-3 0 15,2 0 0-15,1-1 224 0,-1 1 48 16,1-2 16-16,2-3 0 0,0-1-80 0,0-3-32 0,2 0 0 0,2-4 0 16,-1-2-288-16,2-1-64 0,1-2-16 0,-1 1 0 15,-2 5-64-15,2-5-16 0,2-2 0 0,0-5 0 16,-1 2-32-1,2-2-16-15,-1 0 0 0,1 0 0 0,-2 1-64 0,0 0-16 0,0 4 0 0,0 2 0 32,0-2-80-32,0 1-16 0,0-1 0 0,1-2 0 0,1-1-128 15,-1 0 0-15,1 1 0 0,1 1 128 0,0 2-128 16,0 1 0-16,1 2 0 0,0 0 0 0,0-2 0 16,-2 3 0-16,2 2 128 0,-3 1-128 0,0 6 0 0,0-1 0 15,0 1 0-15,-1 3 0 0,-1 2 0 0,-1 1 0 16,1 2 128-16,-1 2-128 0,-1 2 0 0,-2 1 0 15,2 4 0-15,-3 0 0 0,-1 2 0 0,0 3 0 16,-2 0 0-16,0 4 0 0,-2 0 0 0,-1 1-224 16,0 2 32-16,-1 1-11744 15,0 3-2336-15</inkml:trace>
  <inkml:trace contextRef="#ctx0" brushRef="#br0" timeOffset="15733.15">20487 4652 5519 0,'2'-6'496'0,"-1"2"-496"0,0-1 0 0,0 2 0 16,0 1 1072-16,1 0 112 0,2-6 32 0,0-3 0 0,3-3 192 0,1-1 64 15,3-1 0-15,-1-1 0 0,2 0-192 0,0 2-48 16,-1 2 0-16,0-1 0 0,1 2-128 0,-1 0-16 16,-2 3-16-16,1 2 0 0,0-3 16 0,1 0 0 15,2-2 0-15,0 1 0 0,1-1-176 0,0 0-16 16,0 1-16-16,0 1 0 0,-1-1-208 0,-1 0-32 16,-1 4-16-16,1 0 0 0,-2 3-288 0,-1 1-48 15,0 3-16-15,-9 0 0 0,0 0-272 0,0 0 0 16,0 0 0-16,32 38 0 0,-32-38 0 0,8 31-144 15,-8-31 144-15,8 33-128 0,-8-33-80 0,6 38-16 16,-6-38 0-16,5 43 0 16,-3-20-1120-16,1 1-208 0</inkml:trace>
  <inkml:trace contextRef="#ctx0" brushRef="#br0" timeOffset="16161.22">20805 4492 6447 0,'-1'-10'272'0,"0"4"80"0,1 1-352 0,0 0 0 15,1 3 0-15,0-1 0 0,0 1 1520 0,0-1 224 16,0-3 48-16,2-1 16 0,1 0 240 0,0 1 32 31,-2 2 16-31,2 0 0 0,0 3-240 0,-1 1-64 0,2 3 0 0,-5-3 0 0,0 0-128 0,0 0-48 16,0 0 0-1,34 37 0-15,-34-37-656 0,0 0-144 0,23 41-32 0,-23-41 0 0,17 44-208 0,-17-44-64 16,21 64 0-16,-11-26 0 0,-1 5-240 0,0 0-48 0,-3 0-16 16,1 4 0-16,-3 4-208 0,1 3 128 0,-1 7-128 15,1 5 0-15,-1-1 128 0,-2 4-128 16,0 2 0-16,-1-3 144 0,0-6-144 0,1 4 128 0,0 1-128 0,1-3 128 15,0-5-128-15,0-1 0 0,2 2 0 0,0-3 0 16,2-2-256-16,0-8-96 0,1-2-16 0,-1-2 0 31,2-3-592-31,-2-2-128 0,1 2-32 0,0 1 0 0,-1-1-288 16,0 3-48-16,-1-3-16 0,-1 3-11904 0</inkml:trace>
  <inkml:trace contextRef="#ctx0" brushRef="#br0" timeOffset="16539.28">21052 5872 8287 0,'-1'-23'736'0,"0"11"-592"0,1 0-144 0,0 2 0 16,1 3 1040-16,-1 3 176 0,1-1 48 0,0-2 0 16,1-5 528-16,1 0 128 0,-1 0 0 0,0 5 16 15,-1 4-336-15,1 6-64 0,-2-3 0 0,0 0-16 16,9 35-192-16,-7-16-48 0,4 5 0 0,0 2 0 16,-1 3-448-16,2 1-80 0,0 4-32 0,0-1 0 15,2 2-240-15,0 1-48 0,1 3-16 0,0 2 0 16,1 2-128-16,-1 2-32 0,1 3 0 0,-1-3 0 15,0 2-256-15,0 1 128 0,-2-1-128 0,-1 5 0 16,2 3 144-16,-3 1-144 0,1 0 0 0,-2 1 144 16,1-1-144-16,-1-1 160 0,-1-1-160 0,1-3 160 0,-1 0-160 0,-1-4 0 15,0-2 0-15,0-4 128 16,0-1-560-16,1-4-112 0,-1 1-32 0,-1-1 0 16,0 0-1408-16,-2-3-304 0,1 0-48 0,-2-5-10240 15</inkml:trace>
  <inkml:trace contextRef="#ctx0" brushRef="#br0" timeOffset="16934.87">21128 6126 5519 0,'-4'-19'240'0,"0"7"64"0,0 3-304 0,2 0 0 0,1 4 0 0,1 2 0 16,-1 0 2192-16,0-1 384 0,-2-6 80 0,0-1 16 15,0 1 160-15,1 1 48 0,0 1 0 0,0 6 0 16,1 0-1056-16,0 4-208 0,1 2-32 0,2 2-16 16,-2-6-576-16,0 0-112 0,13 37-32 0,-13-37 0 0,17 41-176 0,-6-15-32 15,2 4-16-15,2 4 0 0,2 2-240 0,0 6-64 16,0 0 0-16,-4 2 0 0,1 0-128 0,0 6-48 15,-1 3 0-15,-2 6 0 0,0 0-144 0,0 0 192 16,-2 3-192-16,-1 2 192 0,1 4-192 0,-2-1 0 16,-1 2 0-16,-2-3 0 0,0 0 0 0,0-2 0 15,0 0 128-15,1-4-128 0,0-3 0 0,-2-5 0 16,1-7-160-16,0-2 160 16,0 2-976-16,0 0-112 0,1 2 0 0,-2-2-16 15,0-6-1168-15,0-2-224 0,0-2-64 0,0-1-10128 0</inkml:trace>
  <inkml:trace contextRef="#ctx0" brushRef="#br0" timeOffset="17359.98">21221 6590 5519 0,'-2'-23'240'0,"1"8"64"0,1 3-304 0,0 6 0 16,1 3 0-16,-1 3 0 15,0 0 2176-15,1-2 368 0,0 2 80 0,1 0 0 0,0 3-112 0,0 3-16 16,-1 5-16-16,1 2 0 0,1 6-720 0,-1 1-144 16,2 3-16-16,-2 1-16 0,2 4-496 0,1 0-80 15,-1 1-32-15,1 2 0 0,1 0-272 0,0 4-48 16,3-2-16-16,-2 2 0 0,2 3-112 0,1 1-16 15,1 4-16-15,-1 1 0 0,0 4-128 0,0 2-32 16,1 4 0-16,0-2 0 0,-3-2-144 0,1 4-16 16,0 8-16-16,-1 4 0 0,0 1-160 0,0 2 0 0,0 0 0 0,0-1 128 15,2-1-128-15,-1-6 0 16,1 1 0-16,0-4 128 0,1 0-128 0,0-3 0 0,0-3 0 0,-1-4-176 16,1-2-80-16,-1-5 0 0,2 0-16 0,0-1 0 15,-1-2 16-15,0-3 0 0,0 0 0 0,0-4 0 16,1-2-736-1,-1-3-144-15,0-2-16 0,0-1-16 0,1-2-1120 16,-12-21-208-16,24 39-64 0,-24-39-9520 16</inkml:trace>
  <inkml:trace contextRef="#ctx0" brushRef="#br0" timeOffset="17775.56">21399 7539 1839 0,'0'2'160'0,"0"-2"-160"0,0 1 0 0,0-1 0 16,0 2 224-16,0-2 16 0,0 2 0 0,1-2 0 16,0 1 1168-16,0 2 224 0,0 0 48 0,0 2 16 15,1-1 416-15,-1 1 64 0,0 2 32 0,1 1 0 16,2 3 224-16,-1-1 32 0,1 5 16 0,2 2 0 16,0 3-560-16,3 4-128 0,1 7 0 0,1 4-16 0,2 4-560 0,1 5-96 15,1 6-32-15,2 0 0 16,1 4-464-16,1 3-112 0,0 0 0 0,1 2-16 0,-2-2-272 0,3 0-48 15,-1 0-16-15,1 0 0 0,1 1-160 0,-2-5 0 16,-1-4 0-16,2 2 0 0,0 1 0 0,1-1 0 16,2-7-144-16,-1-1 144 15,1-2-1296-15,-1-4-160 0,2-2-16 0,-2-4-8912 16,0-5-1776-16</inkml:trace>
  <inkml:trace contextRef="#ctx0" brushRef="#br0" timeOffset="18534.41">21650 8360 1839 0,'-5'-6'160'0,"2"3"-160"16,0-1 0-16,1 2 0 0,2 0 1456 0,0 1 256 16,0 1 48-16,0-2 16 0,0 0 144 0,-1 0 16 15,0-1 16-15,1-1 0 0,1 3-256 0,-1 1-48 16,1 0-16-16,-1 1 0 0,2 3-496 0,0 1-112 16,1 2 0-16,1 2-16 0,0 5-80 0,3 1-16 0,0 4 0 0,3 2 0 15,1 5-64-15,2 1-16 16,1 2 0-16,0 0 0 0,1-3-176 0,3 6-32 0,2 1-16 0,3 5 0 15,3 4-240-15,2 1-48 16,1-1-16-16,1 1 0 0,-1-1-304 0,0-1 0 0,-1-3 0 0,-2-1 0 16,0-2 128-16,1 0-128 0,0-2 0 0,-1 0 0 15,-2-2 0-15,0 0-176 0,2 2 0 0,2-2 0 16,-1 0-1104-16,0-3-208 0,1-2-48 0,-3 0-7568 16,-2-3-1520-16</inkml:trace>
  <inkml:trace contextRef="#ctx0" brushRef="#br0" timeOffset="20531.24">21854 8674 1839 0,'0'-2'160'0,"1"1"-160"16,-1 0 0-16,1 1 0 0,-1 0 272 0,0-2 32 16,1 2 0-16,0-3 0 15,0 1 224-15,0-1 48 0,0 2 16 0,0 0 0 0,0-1 256 0,0 2 48 16,-1 0 16-16,1 2 0 0,0 2 448 0,0 0 96 15,0 4 16-15,2 2 0 0,1 2 224 0,0 1 48 16,0 2 16-16,3 4 0 16,-1 0-416-16,2 5-96 0,2 1-16 0,1 2 0 0,1 1-208 0,1 2-64 15,0 1 0-15,1-1 0 0,1 1-288 0,0 2-64 16,2 4-16-16,1-1 0 0,0 4-272 0,3-2-48 16,-1 0-16-16,-1-2 0 0,-2-5-256 0,2 0 0 0,1 0 0 0,2 2 0 15,1-5 0-15,2 1 0 0,0-1 0 16,1-2 0-16,-1-5 128 0,-2 1-128 0,0-1 0 0,-1-2 0 15,-1 0 320-15,-1 0-64 16,-20-19 0-16,38 33 0 0,-38-33 128 0,35 33 0 0,-35-33 16 0,28 34 0 16,-28-34-272-16,29 35-128 0,-29-35 0 0,25 32 128 15,-25-32-320-15,22 27-80 0,-22-27-16 0,16 22 0 16,-16-22-1440-16,0 0-272 0</inkml:trace>
  <inkml:trace contextRef="#ctx0" brushRef="#br0" timeOffset="20927.3">22036 9137 4607 0,'-5'-5'192'0,"1"0"64"0,1 1-256 0,0 1 0 0,3 2 0 0,0 0 0 16,0-1 496-16,-1-1 48 15,1-2 16-15,0 1 0 0,1-1 832 0,0 2 160 16,2 3 48-16,1 3 0 0,-4-3 464 0,14 15 112 0,-14-15 0 16,23 30 16-16,-8-9-160 0,1 0-48 0,-3 1 0 0,4-1 0 15,2 6-640-15,2 1-128 0,3 2-16 0,2-1-16 16,4 2-544-16,0 0-96 0,4 2-32 15,-1-4 0-15,1 1-320 0,-3-1-64 16,1 1 0-16,-4-4-128 0,-3-2 128 0,0-2-128 0,-1 1 0 0,0-2 0 16,0-1-608-16,-3-4-224 0,1 1-64 0,-22-17 0 15,38 26-832-15,-38-26-160 0,32 17-32 0,-32-17-16 32,0 0-240-32,0 0-64 0</inkml:trace>
  <inkml:trace contextRef="#ctx0" brushRef="#br0" timeOffset="21213.49">22278 9538 18431 0,'-9'0'816'0,"3"-2"160"0,3 2-784 0,1 0-192 0,2 0 0 0,1 0 0 16,0-1 0-16,0 1-192 0,-1 0 48 0,0 0 0 16,0 0 672-16,0 0 144 0,45 15 32 0,-45-15 0 0,41 23 1088 0,-41-23 208 15,51 29 48-15,-22-14 16 0,2 1-192 0,2 0-32 16,0-2-16-16,0-2 0 0,2 0-752 0,-2-3-160 16,-33-9-16-16,65 15-16 0,-65-15-656 0,53 12-224 15,-53-12 144-15,42 11-144 16,-42-11-1072-16,31 12-288 0,-31-12-64 0,0 0-16 15,32 11-432-15,-32-11-96 0,0 0-16 0,0 0-6496 16,0 0-1312-16</inkml:trace>
  <inkml:trace contextRef="#ctx0" brushRef="#br0" timeOffset="21515.81">22604 9710 9215 0,'0'0'816'0,"1"0"-656"0,-1 0-160 0,0 0 0 16,0 0 704-16,0 0 128 0,0 0 0 0,0 0 16 16,0 0 1936-16,50-2 384 0,-50 2 80 0,42 0 16 0,-42 0-832 0,45 2-176 15,-45-2-16-15,45 5-16 0,-45-5-624 16,46 10-128-16,-46-10-32 0,44 17 0 0,-44-17-928 0,35 15-176 15,-35-15-32-15,35 17-16 0,-35-17-288 0,32 15 0 16,-32-15 0-16,0 0 0 16,40 14-768-16,-40-14-144 0,0 0-48 0,0 0-9776 15,0 0-1952-15</inkml:trace>
  <inkml:trace contextRef="#ctx0" brushRef="#br0" timeOffset="21765.12">22723 9680 8287 0,'-7'4'736'0,"3"1"-592"0,2-2-144 0,2-1 0 16,0-2 4576-16,0 0 880 0,0 0 176 0,0 0 48 16,0 0-3984-16,0 0-800 0,50 14-144 0,-50-14-48 15,45 8 208-15,-45-8 48 0,52 7 0 0,-52-7 0 16,56 7-256-16,-56-7-32 0,60 3-16 0,-60-3 0 15,66-1-368-15,-66 1-80 0,66-9-16 0,-66 9 0 16,56-12 160-16,-56 12 32 0,49-15 0 0,-49 15 0 0,40-16-384 0,-40 16 0 16,0 0 0-16,39-19 128 15,-39 19-1328-15,0 0-256 0</inkml:trace>
  <inkml:trace contextRef="#ctx0" brushRef="#br0" timeOffset="21939.49">22791 9817 32255 0,'1'8'2864'0,"3"-1"-2288"0,-4-7-576 0,0 0 0 0,17 15 1264 0,-17-15 144 16,0 0 16-16,0 0 16 15,40 13-3424-15,-40-13-672 0,53 8-144 0,-53-8-16 0</inkml:trace>
  <inkml:trace contextRef="#ctx0" brushRef="#br0" timeOffset="22826.94">20844 4288 11967 0,'-1'2'1072'0,"1"-2"-864"15,0 1-208-15,0 1 0 0,1-2 864 0,0 3 128 16,-1 1 32-16,2 6 0 0,-2-10 336 0,8 26 80 16,-8-26 16-16,15 42 0 0,-15-42-160 0,20 49-16 15,-20-49-16-15,25 58 0 0,-10-23-224 0,0 3-32 16,0 5-16-16,0 1 0 0,-3-5-448 0,-1 4-96 0,-1 4 0 16,-1 10-16-16,-2 3-432 0,0 8 0 0,-1 3 0 0,-3 3 0 31,2-1-992-31,-1-2-224 0,-2 3-64 0,2-2-6992 0,0 0-1408 0</inkml:trace>
  <inkml:trace contextRef="#ctx0" brushRef="#br0" timeOffset="23298.58">20871 4631 3791 0,'-1'-4'336'0,"1"2"-336"15,0-1 0-15,0 1 0 0,0 1 720 0,1-2 80 16,-1 0 16-16,1-4 0 0,2-3 1024 0,0 1 208 0,2-2 32 0,-1 3 16 15,3 4 16-15,-2 3 0 0,-5 1 0 0,0 0 0 16,0 0-512-16,32 44-112 0,-32-44-16 0,20 58 0 16,-10-19-624-16,1 4-128 0,-1 4-16 0,0 0-16 15,-2-4-352-15,2 9-64 0,1 9-16 0,1 4 0 16,0 1-64-16,1-4-32 0,1-1 0 0,1-2 0 16,-1-2 0-16,-2-4 0 0,0 1 0 0,-1-7 0 15,-2 0 64-15,-1-3 16 0,-1-2 0 16,-2 0 0-16,0 1 176 0,-1 2 32 0,-1 1 16 0,1-1 0 0,-1-3 128 0,-1-1 32 15,1 1 0-15,0-1 0 0,0 1-160 0,0-3-16 16,1 3-16-16,-1-4 0 16,1 2-432-16,-1-4 128 0,0-1-128 0,0-2 0 15,0-1 0-15,0-1 0 0,0-2-144 0,-1 0 144 16,1 0-848-16,-1-3-64 0,1 0-16 0,-2-2 0 16,1-1-544-16,-2-2-96 0,1-3-32 0</inkml:trace>
  <inkml:trace contextRef="#ctx0" brushRef="#br0" timeOffset="23851.17">21023 5419 9215 0,'-2'-26'400'0,"1"14"96"16,0-2-496-16,1 2 0 0,0 5 0 0,1 3 0 0,-1-1 1664 0,1-2 256 0,0-5 32 0,1-3 16 16,-2 1 16-16,2 2 16 0,-2 5 0 0,1 3 0 15,0 6-208-15,0 3-64 0,0 6 0 0,2 6 0 16,0 5-368-16,1 8-80 16,2 6 0-16,0 7-16 0,2 2-288 0,0 4-48 0,0 3-16 0,2 1 0 0,0 4-448 0,0 0-80 31,1 4-32-31,1-2 0 0,0 0-144 0,-1 1-16 0,2-3-16 0,-1 2 0 0,-2 1-176 0,0-1 0 15,-3-2 0-15,0-5 0 16,-2-4 0-16,-2-4-224 0,1-6 48 0,-1-2 16 16,-1-5-272-16,0-3-48 0,1-7-16 0,0-4 0 15,-3-17-48-15,5 20-16 0,-4-17 0 0,0-5 0 16,1-2-608-16,-1-8-128 0,0-5-32 0,0-7 0 16,0-2-544-16,-2-5-112 0,1-4-32 15,-2-1 0-15,0-2 624 0,-2-5 128 16,-2-4 32-16,-1-10 0 0,-4-5 704 0,-2-2 144 0,-2-3 16 0,-2 0 16 15,1 3 224-15,0 0 128 0,1 0-160 0,0 4 160 16,3 6 464-16,1 6 192 0,0 8 48 0,3 9 0 16,3 6 960-16,0 7 208 0,1 6 48 0,1 4 0 15,2 5-512-15,0 2-80 0,0 4-32 0,0 2 0 16,1 0-256-16,0 6-48 0,0 4-16 0,2 6 0 16,0 0-256-16,2 9-48 0,2 8-16 0,1 8 0 15,2 7-208-15,3 5-64 0,1 4 0 0,1 2 0 0,1 2-240 0,2 1-144 16,1 6 160-16,0-1-160 0,-2-4 0 0,0-6 0 15,-2-5 0-15,-1-8 0 16,0-5-1200-16,-1-4-224 0,-1-4-48 0,-1-6-9072 16,-1-4-1808-16</inkml:trace>
  <inkml:trace contextRef="#ctx0" brushRef="#br0" timeOffset="24009.33">21304 6396 11055 0,'-10'-45'480'0,"2"7"112"0,0 0-464 0,1 7-128 15,2 8 0-15,-2 4 0 0,0-10 1568 0,-8-26 288 16,-6-25 64-16,-5-15 16 0,3 5-48 0,6 19-16 15,6 23 0-15,3 19 0 0,5 16 720 0,4 14 144 0,2 12 16 16,3 12 16-16,2 13-1488 0,3 15-320 0,4 13-48 0,2 15-16 16,0 7-448-16,3 8-112 0,-2 9-16 0,0 0 0 15,-2-3-320-15,-1-5 0 0</inkml:trace>
  <inkml:trace contextRef="#ctx0" brushRef="#br0" timeOffset="26075.51">20364 3572 9215 0,'2'-4'816'0,"-2"1"-656"0,0 1-160 0,0 2 0 16,-1 0 1296-16,1 0 240 0,-1-2 32 0,0-1 16 15,-1 3 0-15,0-2 0 0,-2 2 0 0,-1 0 0 16,1 2-688-16,-1 3-144 0,0 0-32 0,0 2 0 15,-1 2-80-15,1 1-32 0,-1 2 0 0,0 2 0 16,0 0-160-16,0 3-16 0,-1 4-16 0,0 1 0 0,0 1 80 0,0 0 16 16,-3 6 0-16,1 2 0 15,-1 5-256-15,0-1-64 0,0 0 0 0,2-1 0 0,1-3-192 0,1-3 144 16,2-5-144-16,2-3 128 0,1-6-352 16,2-6-80-16,0-3-16 0,1-4 0 15,1-3-1536-15,1-3-320 0,0-2-64 0,1-5-16 16,1 0 208-1,0-4 64-15,2-4 0 0,-2 2-5104 0</inkml:trace>
  <inkml:trace contextRef="#ctx0" brushRef="#br0" timeOffset="26282.37">20314 3565 5583 0,'4'-19'0'0,"-2"6"224"0,0 2-64 0,0 4 32 0,-1 5-192 0,0-1 0 0,0 3 0 0,2-3 0 16,1-2 1808-16,1 0 336 0,2 4 64 0,-7 1 16 15,0 0-304-15,0 0-64 0,37 38-16 0,-37-38 0 16,24 52-528-16,-10-18-96 0,0-1-32 0,-1 0 0 15,1 0-560-15,-1 0-112 0,-1-1-32 0,0-2 0 16,-12-30-288-16,21 55-48 0,-21-55-16 0,15 47 0 16,-15-47-400-16,9 36-96 0,-9-36-16 0,5 26 0 15,-4-19-912-15,-2 0-192 16,-1-6-48-16,-1 0-5024 16,0-2-1008-16</inkml:trace>
  <inkml:trace contextRef="#ctx0" brushRef="#br0" timeOffset="26456.49">20356 3895 7359 0,'-17'-12'320'0,"9"5"80"0,-1 0-400 0,4 3 0 15,1 3 0-15,2-1 0 0,0 2 1344 0,0-3 192 16,-2 1 48-16,0-1 0 0,1 1 480 0,3 2 112 16,1 2 0-16,4-1 16 0,-5-1-592 15,0 0-112-15,0 0-16 0,45 7-16 16,-45-7-624-16,38-7-128 0,-15 2-32 0,0-2 0 16,1 0-464-16,1-3-80 15,0-3-128-15,-2 0 176 0,0-1-544 16,-2 2-96-16,-2-2-32 0,-2 2 0 0,-3 2-1616 15,-2 3-320-15</inkml:trace>
  <inkml:trace contextRef="#ctx0" brushRef="#br0" timeOffset="26725.61">20732 3638 9215 0,'0'0'400'0,"-1"0"96"0,1 0-496 0,0 3 0 0,0-1 0 0,0-1 0 15,0 2 1600-15,0 1 240 16,0 5 32-16,0 3 16 0,0 4-192 0,0 2-32 15,0 3-16-15,0 1 0 0,-1 0-1040 0,1-1-208 16,0 1-32-16,0-2-16 0,0-2-352 0,0-2 144 0,0-16-144 0,0 0 0 0,10 32 176 0,-10-32-176 16,0 0 160-16,0 0-160 0,0 0 320 0,26-6-48 15,-18-3 0-15,0-3 0 16,0 1 320-16,1-4 64 16,1-4 16-16,0-2 0 0,0 2-240 0,0-5-48 15,-2 3-16-15,0 0 0 0,-1-2-48 0,-1 1-16 16,-1 3 0-16,-2-1 0 0,-1 6-176 0,-1 2-128 0,-2 3 144 15,-2 2-144 1,0 2-304-16,-1 3-144 0,-1 4-48 0,-1 1-8016 0,0 1-1616 16</inkml:trace>
  <inkml:trace contextRef="#ctx0" brushRef="#br0" timeOffset="27531.79">20979 3755 11055 0,'-1'0'976'16,"0"0"-784"-16,1 0-192 0,0 0 0 0,0 0 976 0,-1 0 160 15,0 2 16-15,0-1 16 0,0 3 816 0,1-2 144 16,0 1 48-16,1 1 0 0,1 0-1040 0,2-3-208 16,1 1-32-16,0-2-16 15,3 0-384-15,0-2-80 0,2-2-16 0,0-2 0 0,2 0-48 0,0-2-16 16,1-3 0-16,-1 1 0 0,1-2 16 0,-2-2 0 0,-1 2 0 15,-1-2 0-15,-1 0-224 0,-2 2-128 16,-1 0 160-16,-3 0-160 0,-2 1 192 0,0 1-48 0,-3 0-16 0,-2 3 0 16,0 0 160-16,-3 3 32 0,1 3 0 0,-3-1 0 15,0 4-128-15,0 3-32 16,-1 2 0-16,1 0 0 0,0 3 0 0,0 0 0 0,0 4 0 16,0 1 0-16,1 2-160 0,0 3 160 0,1-1-160 0,1 2 160 15,2-4 32-15,2 0 16 0,1-1 0 16,2-4 0-16,0-12 128 0,0 0 32 0,0 0 0 0,17 33 0 15,-17-33-64-15,0 0-16 0,0 0 0 0,0 0 0 16,43 2-288-16,-30-9 0 0,0 0 128 0,0 0-128 16,1-2-576-16,-1 1-192 0,1-3-16 0,-1 1-16 15,-1 0-1616 1,0 3-320-16,0-2-64 0,-1 0-9424 0</inkml:trace>
  <inkml:trace contextRef="#ctx0" brushRef="#br0" timeOffset="27849.97">21216 3672 10127 0,'0'-2'448'0,"1"0"96"0,1 1-544 16,-1-2 0-16,1 1 0 0,0 1 0 0,0-2 1808 0,1-2 256 0,4-2 48 0,2-4 16 15,1-2-1168-15,2 0-256 0,-1 1-32 16,-1 1-16-16,0 4-368 0,-1 0-80 0,0 5-16 0,-9 2 0 16,0 0 384-16,0 0 80 15,0 0 16-15,31 28 0 0,-31-28-64 0,0 0-16 0,10 45 0 0,-9-27 0 16,-1 2-176-16,-1-1-32 0,0 3-16 0,-2-1 0 31,0-4-720-31,0-1-144 0,-1 0-16 16,2-4-16-16,0-2-240 0,0-2-32 0,1-3-16 0,1-4 0 0,0 1 1056 0,2-4 208 0,-1-2 32 0,1-3 16 15,1-3 1072-15,2-2 224 0,1-4 32 0,-1 1 16 0,1-1-624 0,0-3-112 32,2-4-16-32,0-2-16 0,0-1-368 0,2-2-80 15,-1-2-16-15,2 1 0 0,0 0-448 0,0 1-160 0,1 6 0 16,-1 2 144-16,-2 6-144 0,-1 3-144 15,-1 4 144-15,-2 3-208 0,0 3-672 0,-1 3-128 0,-2 4-16 0,-2-6-14000 0</inkml:trace>
  <inkml:trace contextRef="#ctx0" brushRef="#br0" timeOffset="28609.29">21604 3684 8287 0,'2'-2'736'0,"0"-1"-592"0,0 0-144 0,-1 1 0 15,0 1 1216-15,0-2 192 0,3-3 64 0,1-3 0 16,2-5 736-16,1-2 160 0,0-1 16 0,-1 0 16 16,0 0-960-16,-1 3-192 0,0 0-32 0,-2 0-16 15,-1 2-256-15,0 0-48 0,-1 0-16 0,-2 3 0 0,-1-1-96 0,-1 2-16 16,0 2 0-16,-1 1 0 16,0 3 32-16,-2 1 0 0,0 1 0 0,-1 0 0 0,0 3-368 0,0 2-80 15,-1 0-16-15,0 2 0 16,0 0-192-16,-1 3-144 0,1-1 192 0,-1 0-192 0,2 1 0 0,-2 2 0 15,2-2 0-15,-1 1 0 0,2-1 0 0,0-2 0 16,3 0 0-16,0-1 0 0,1 1 0 0,1-4 0 16,1 1-128-16,0-2 128 0,0 1 0 0,1-2 0 15,1-1 0-15,0 1 0 0,0 0 0 0,0-2 128 16,1 1-128-16,-1-1 0 0,1 0 128 0,-1 0-128 16,1 0 0-16,-1 2 0 0,0 0 0 0,0-2 128 15,1 2-128-15,-1 1 0 0,0-1 208 0,-1 1-64 0,0-1-16 0,0 0 0 16,0 0-128-16,-1 1 0 0,0-1 144 0,-1-2-144 15,1 1 0-15,-1 1 0 0,0-2 0 0,0 0 128 16,1 0-128-16,-1-2 0 0,0 1 0 16,0 1 0-16,0 0 0 0,0-2 0 0,0 2 128 0,0 0-128 15,0 0 144-15,0 0-144 0,0 2 192 16,0-2-192-16,0 1 128 0,0 1-128 0,0 0 0 0,-1 1 0 16,1-1 160-16,0 1-160 0,0 1 128 0,1-2-128 15,-1 0 144-15,0-1-144 0,1 1 160 0,-1-1-160 0,2 1 0 0,-1 0 128 16,0-2-128-16,1-2 0 0,0 2 0 0,0-3 0 15,0 1 128-15,0 1-128 0,1-2 0 0,0 0 144 16,1 0-144-16,-1-1 128 0,2 1-128 0,-1-2 0 16,1 0 144-16,1 1-144 0,-1-3 0 0,1 2 0 15,-1 0 0-15,1-2 0 0,0 3 0 0,-2-2 0 16,1 2 0-16,-1-1 0 0,-1 0 0 0,1 1 0 16,-2-1 0-16,1 0 0 0,-1 1 0 0,-2-3 0 15,1 2 0-15,-1 0 0 0,1-1 0 0,-1-2 0 16,0 1 0-16,-1-1 0 0,0 1 0 0,1 0 0 15,-1 3 0-15,-1-3 0 0,0 4 0 0,0-1 0 0,1 3 0 0,0-1 0 16,0 2 0-16,0 2 0 0,0 1 0 0,0 1 0 16,1 2 0-16,-1 2 0 0,1 0 0 0,-1 1 0 15,2 1 0-15,0-1 0 0,-1-9 0 0,0 0 0 16,5 31 0-16,-5-31 144 0,0 0-144 0,0 0 0 16,0 0 176-16,22 35-176 0,-22-35 160 0,0 0-160 15,0 0 128-15,0 0-128 0,0 0 0 0,0 0 0 16,43 13 0-16,-43-13 128 0,0 0-128 0,0 0 0 15,30-5 0-15,-23 2 0 0,1 1 0 16,-2-3 0-16,1 3-160 0,-2-3-80 0,1 0-16 0,-2 3-17344 16</inkml:trace>
  <inkml:trace contextRef="#ctx0" brushRef="#br0" timeOffset="29210.98">21995 3437 2751 0,'1'-4'256'0,"1"3"-256"0,-1 0 0 0,0 0 0 16,-1 1 2336-16,1 0 416 0,1-2 96 0,1-1 16 0,0 1 208 0,1-3 32 15,2 3 16-15,-3-3 0 0,2 2-1024 0,-1-1-208 16,-1 0-32-16,0 1-16 0,0-2-672 0,-1 1-128 15,1-1-16-15,-2 1-16 0,0-2-432 0,1 0-96 0,-1 0-16 16,-1-2 0-16,1 2-128 0,-2-3-16 0,1 1-16 0,-2 1 0 16,0 0-112-16,-2 0 0 0,-1 2-16 0,0 3 0 15,-2 0-48-15,0 2-128 0,-2 2 192 0,0 2-64 0,1 2-128 0,-2 3 128 16,2 0-128-16,1 2 128 0,0 0-128 0,1 1 0 16,1 3 0-16,0 0 0 0,3 0 0 15,0 2 0-15,2 1 0 0,0-18 0 0,4 32 0 0,-4-32 0 16,0 0 0-16,17 35 0 0,-17-35 0 0,0 0 0 15,0 0 128-15,0 0-128 0,46 21 0 0,-37-23 0 32,0-1 0-32,0-2 0 0,1-2 0 0,-2 0 0 0,0 0 0 0,0-2 0 0,-2-1 0 0,0 0 0 15,-2 1 0-15,-1 1 0 0,0-1 0 16,-2 0 0-16,1 2 0 0,-2-2 0 0,0 4 0 0,-1 0 0 0,1 2 0 16,-2 1 0-16,1 2 0 0,0 2 0 15,-1 1 0-15,0 3 0 0,0-2 0 0,0 5 0 0,0 3 0 0,0 5 128 31,0 6 64-31,1 3 16 0,0 3 0 0,1 4 0 16,-2 0-16-16,-1 0 0 0,0 5 0 0,-2-2 0 16,1 2 0-16,-2-3 0 0,0 1 0 0,-1-1 0 15,0-1-192-15,0-6 144 0,-1 0-144 0,1-4 128 16,-2-2-128-16,1-6 0 0,-1-1 0 0,-1-4 0 16,1-3 0-16,-1-2 0 0,1-3 0 0,-2-1 128 15,2-2-128-15,-2-2 0 0,-3-3 0 0,1 1 0 0,0-1 0 0,-1 0 0 16,1-3 0-16,1-1 0 15,3-2-560-15,1-1 16 0,0-5 0 0,3-2-11312 16,1-2-2272-16</inkml:trace>
  <inkml:trace contextRef="#ctx0" brushRef="#br0" timeOffset="29542.46">22166 3583 4607 0,'10'-6'192'0,"-1"1"64"0,0 3-256 0,-2-3 0 0,-2 1 0 0,-1 1 0 16,0-2 480-16,7-2 48 0,5-6 16 0,6-5 0 15,0 0-144-15,0-1-16 0,0-1-16 0,0-1 0 16,-4 2 688-16,-2 0 144 0,-3 0 16 0,-2 3 16 16,-3-1 1008-16,-2-2 192 0,-2 5 32 0,-3 0 16 15,-4 0-496-15,-2 4-80 0,-2 3-32 0,-2 2 0 16,-2 5-912-16,-3 2-176 0,0 4-32 0,-3 3-16 15,-1 3-144-15,2 4-16 0,2 1-16 0,2-1 0 16,0 6 400-16,1 2 96 0,2 5 16 0,0 0 0 0,1 1-96 0,2 2-16 16,0 2 0-16,3-2 0 0,4-5-448 0,-1-27-112 15,11 42-16-15,-11-42 0 0,0 0-224 16,39 36-160-16,-39-36 192 0,35 7-192 0,-35-7 0 0,39-5 0 16,-21-4 0-16,2-1 0 15,-2-2-704-15,2-2-80 0</inkml:trace>
  <inkml:trace contextRef="#ctx0" brushRef="#br0" timeOffset="30997.9">23566 3563 24879 0,'1'-3'2208'16,"1"1"-1760"-16,0 2-448 0,-1 0 0 0,-1 0 752 0,1 0 64 15,0 0 16-15,1-2 0 0,1-1 432 0,-2 1 80 16,2 2 32-16,-2-2 0 0,0 2-944 0,-2 2-192 16,-1 0-48-16,0 3 0 0,-1 0 32 0,-1 3 0 15,-1 1 0-15,-1 3 0 0,-1 4 144 0,0 0 16 16,-2 3 16-16,-1 3 0 0,0 1-48 0,0 3-16 15,0 1 0-15,-1 1 0 0,-1-2-336 0,0 5 128 16,-2 0-128-16,0 0 0 0,2-1 0 0,1-3 0 0,1-2 0 16,5-3 0-16,2-6 0 0,3-16 0 0,0 0 0 0,5 29 0 15,-5-29 0-15,0 0 0 0,0 0 0 0,31 5 128 16,-19-10 0-16,1-2 16 0,1-2 0 0,0 1 0 16,1-3 80-16,0 2 16 0,-1-1 0 0,-1 3 0 15,0-1-64-15,-1 2-16 0,1 0 0 0,-1 2 0 16,-12 4 0-16,0 0 0 0,27-3 0 0,-27 3 0 0,0 0-160 15,0 0 160-15,0 0-160 0,0 0 160 0,32 26-160 0,-32-26 0 16,0 0 0-16,0 0 128 16,0 0-128-16,0 0 0 0,0 0-160 0,0 0-17600 15</inkml:trace>
  <inkml:trace contextRef="#ctx0" brushRef="#br0" timeOffset="32453.18">23811 3871 12895 0,'-2'0'1152'0,"1"0"-928"0,-1 0-224 0,0 0 0 15,0 0 832-15,0 0 112 0,-1 0 16 0,-4 2 16 16,0-1 464-16,-4 2 96 0,0 0 0 0,1 3 16 0,0 0-848 0,0 2-160 16,1-1-32-16,0 4-16 0,2 1 528 0,0 0 128 15,2 1 0-15,0 0 16 0,2-1 64 0,3-12 16 16,-1 24 0-16,1-24 0 0,0 0-624 0,0 0-128 16,0 0-32-16,29 30 0 0,-29-30-464 0,0 0 0 15,37-6 0-15,-22 0 0 0,1-2 0 16,0-2 0-16,2-2 0 0,0-4 0 0,-2 1-288 0,-1 1 0 15,-2-1 0-15,-1 1 0 0,-3 2-48 0,-1-2-16 16,-3 2 0-16,-2 0 0 0,-1 3 352 0,-3 0 0 16,-2-1 0-16,-2 1 0 0,-2 2 0 0,-1-1 0 15,-3-1 0-15,-2 3 0 0,-1 1-176 0,-2 1 48 0,0 2 0 0,2 0 0 16,1 2 128-16,1 0-208 0,-1 0 80 0,3 2 128 16,2 1 192-16,1 0 144 0,2 1 48 0,1-2 0 15,2 3 48-15,2 0 16 0,1-3 0 0,-1-2 0 16,0 0-288-16,0 0-160 0,0 0 192 0,0 0-192 15,42 17 0-15,-42-17-320 0,27 0 32 0,-27 0 16 16,31-3-1456-16,-31 3-304 16,34-4-48-16,-18 1-16 0,-16 3-624 0,30-7-128 0,-15 2-32 0,-1 0 0 15,1 1 1728-15,0-1 352 0,-2 0 64 16,0 1 16-16,0-1 1088 0,-3 2 208 0,0-1 64 0,-2 1 0 0,1 1 304 0,-4 0 64 16,1 2 16-16,-3 2 0 0,-1-1 176 0,-1 3 32 15,0 0 16-15,-2 1 0 0,-1 2 96 0,0 3 32 16,-1-1 0-16,-2-1 0 0,1 2-480 0,-1 1-112 15,-3 3-16-15,1 0 0 0,0 0-128 0,-1-2-48 16,3-1 0-16,-1-2 0 16,2-2-64-16,1 0-16 0,0-3 0 0,1 1 0 0,1-3-272 0,1-1-64 15,1-2-16-15,0-1 0 0,1-1-160 0,1-1 0 16,-1-1 0-16,2-2 128 0,1 0-128 0,-1-2 0 16,1 1-192-16,-1-1 192 0,1-1-224 0,2-1 80 0,-2-1 16 0,2 0 0 15,0 0-16-15,0-2 0 0,-1 2 0 0,1 0 0 16,-1 2 144-16,0 1-208 0,-1 2 80 0,0 0 128 15,0 4 0-15,-3 1 0 0,2 2 0 0,-2 2 0 16,1 1 0-16,-1 0 0 0,-2-3 0 0,0 0 0 16,0 0 176-16,0 0 0 0,12 34 0 0,-12-34 0 15,0 0-176-15,0 0 192 16,8 41-192-16,-8-41 192 0,0 0-16 0,5 33 0 0,-5-33 0 0,0 0 0 16,2 32 48-16,-2-32 16 0,0 0 0 0,0 0 0 15,1 35-240-15,-1-35 0 0,0 0 0 0,0 0 0 16,0 0-384-16,-1 25-112 0,0-24-16 0,1-1-15168 15</inkml:trace>
  <inkml:trace contextRef="#ctx0" brushRef="#br0" timeOffset="32915.02">24307 3904 23951 0,'1'0'1056'0,"-1"0"224"0,2 0-1024 0,0 0-256 15,0-1 0-15,-1 0 0 0,1 1 2160 16,1-2 368-16,2 0 80 0,3-2 16 0,3 0-1312 0,0-3-256 0,1 0-48 0,-1-3-16 16,0 3-800-16,-1 0-192 15,0-3 0-15,0 1 0 0,-2 2 0 0,0-3 0 16,1 1 0-16,-3 0 0 0,2-1 336 0,-4 0-16 0,0 1-16 0,-2 0 0 16,0-1 224-16,-3 0 48 0,-1 2 16 15,-2 0 0-15,-1-1-352 0,-3 2-80 0,-2 1-16 0,-2 2 0 16,-1 2-144-16,-1 4 0 0,0 0 144 0,1 4-144 15,1 2 0-15,0 0 128 0,2 2-128 0,0 1 0 16,2 3 128-16,1-2-128 0,0 0 160 0,3 2-160 0,4-14 0 16,-6 26 0-16,6-26 0 0,0 0 0 0,5 33 0 0,-5-33 0 15,0 0 0-15,0 0 0 0,24 32 0 0,-24-32 0 16,0 0 0-16,0 0 0 16,36 25 0-16,-36-25 0 0,0 0 0 0,0 0 0 0,33 33 0 0,-33-33 128 15,0 0-128-15,0 0 0 0,16 43 0 16,-16-43 0-1,0 0 0-15,4 44 0 0,-4-44 144 0,-2 29-144 16,2-29 128-16,-6 29-128 0,-1-14 176 0,-1-1-48 0,-1 0-128 0,-2 0 192 0,-1-2 0 0,-1 0-16 16,-2-2 0-16,-3-1 0 15,-3 0-48-15,-3-2-128 0,-2-2 192 0,-3 0-64 0,2-2-128 0,-1-3-176 0,-1 0 48 0,3-1-18928 16</inkml:trace>
  <inkml:trace contextRef="#ctx0" brushRef="#br0" timeOffset="34556.47">17713 4148 11967 0,'3'-12'1072'0,"0"6"-864"0,1-2-208 0,-2 4 0 0,0 1 784 0,-2-1 112 15,0 3 32-15,0-3 0 0,0-4 832 0,-1 0 160 16,-2 0 48-16,-4 1 0 16,0 2-544-16,-3 3-96 0,-1 2-32 0,-2 2 0 0,1 1-368 0,-2 4-80 31,-1 0-16-31,0 4 0 0,-1 1-160 0,0 2-32 0,2 1-16 0,-1 2 0 0,0 1-288 15,1-1-48 1,2 2-16-16,2-2 0 0,1 2-128 0,2-3-16 16,3-1-128-16,2 1 192 0,2 1-48 0,2-3-16 0,-2-14 0 0,0 0 0 15,0 0-128-15,23 39 0 0,-23-39 0 16,0 0 0-16,0 0 0 0,52 11 0 0,-52-11 0 0,34-3 0 16,-34 3 160-16,34 0-160 0,-34 0 192 0,35 0-192 15,-35 0 160-15,0 0-160 0,44 8 128 0,-44-8-128 16,0 0 0-16,0 0 0 0,0 0 128 0,0 0-128 15,24 36 0-15,-29-27 0 0,-2 0 0 0,-3 3 0 16,-1-1 0-16,-1 1 0 0,-1-2 0 0,0 0 0 16,-2 1 0-16,1-1 0 0,-1-1 0 0,0-2 0 15,-1 0 128-15,3-2-128 0,4-2 0 0,1-1 128 0,2-4-128 16,2-3 0-16,3-1 0 0,2-5 0 16,2-3-800-16,5 0-240 0,3-7-48 0,2-1-13440 15</inkml:trace>
  <inkml:trace contextRef="#ctx0" brushRef="#br0" timeOffset="35489.86">17890 3866 9215 0,'4'-14'816'0,"-2"2"-656"16,0 5-160-16,-1 1 0 0,-1 5 2352 0,-1-1 432 15,1 2 96-15,-1-2 0 0,-1 1 384 0,1-1 64 16,-3 2 0-16,-3 5 16 0,1 1-1680 0,-3 4-320 0,1 4-80 0,0 5-16 16,-1 2-736-16,2 6-160 0,1 1-32 0,1 2 0 15,2 2-128-15,1-1-48 16,2-1 0-16,1-1 0 0,1 0-144 0,0-1 128 15,1-2-128-15,0 5 128 0,1 2-128 0,1 1 0 0,-1 3 0 0,3-4 0 16,-3-6 0-16,-4-27 0 0,10 40 0 0,-10-40 0 16,0 0 0-16,0 0 0 0,0 0-128 0,0 0 128 15,0 0 0-15,0 0-144 0,0 0 144 0,0 0 0 16,0 0 0-16,38-1 0 0,-35-10 0 0,0-3 0 16,1-1 0-16,0-1 0 0,-1-3 0 0,1-2 144 15,-1 1-144-15,0 2 0 0,-1-2 0 0,2 4 0 0,0 0 0 0,0 2 0 16,1 1 0-16,1 4 0 0,0 1 0 0,-1 4 0 15,-1 2 0-15,1 4 0 0,0 2 0 0,-5-4 0 16,0 0 0-16,14 38 0 0,-14-38 0 0,6 39 0 16,-3-16 0-16,-1 2 0 0,0 0 0 0,0-1 128 15,-2-24-128-15,5 40 0 0,-5-40 0 0,0 0 0 16,15 38 0-16,-15-38 0 0,0 0-208 0,0 0-80 16,0 0-16-16,40 8 0 15,-30-14-144-15,1-3-16 0,1-3-16 0,1-2 0 16,0-1-288-1,0-3-48-15,1-4-16 0,-2 1 0 0,-1 2-448 0,-1-3-112 0,-1 2-16 0,-3 0 0 16,1 1 656-16,-4 1 128 0,0 2 32 0,-1 4 0 0,0 2 448 0,-2 3 144 16,-1 2 0-16,0 2 0 0,0 3 448 0,-2 0 208 0,2 5 48 0,-4 0 0 15,1 2 288-15,0 2 64 0,0 2 16 0,-1 2 0 16,2 0-288-16,-1 2-48 0,-1 2-16 0,2 0 0 16,1-1-208-16,1-2-32 0,2 0-16 0,0-2 0 15,-1-12-64-15,0 0-16 0,0 0 0 0,0 0 0 16,0 0-208-16,0 0-48 15,35 29-128-15,-29-35 192 0,2 0-64 0,-2-3-128 0,1-2 176 0,-2 0-176 0,2-1 128 0,-2 0-128 16,2-1 0-16,-3 0 0 0,0 1 0 0,-1 1 0 16,-2-1 0-16,-2 0 0 0,-1 0 0 0,-3 1 0 15,0-1 0-15,-2 0 0 16,-2 0 0-16,-1 0 0 0,0 2 0 0,-1 1 0 0,-1 4 0 0,1 1 0 16,1 4 0-16,0 0 0 0,1 2 0 0,0 0 0 15,3 1 144-15,-1 2-144 16,4-3 256-16,0 0-32 0,1 3-16 0,2-3 0 0,1 1-208 0,2-3 0 15,1 2 0 1,1-2 0-16,2-2 0 0,1-1 0 0,1-2 0 0,2 1 0 0,2-3-160 0,0 0 160 0,2-1-128 16,-1-1 128-16,1 0-176 0,0-1 176 0,-2 1-208 0,3 0 80 31,-1-1 128-31,0 2-208 0,-1 2 80 0,-2 1 128 0,-1 2 0 0,-11 3 0 16,0 0 0-16,0 0 0 0,0 0 0 0,42 28 0 0,-42-28 0 0,8 30 0 15,-8-30 0-15,6 37 0 0,-4-20 0 0,-2 1 0 31,0-1 0-31,0 2 0 0,0 3 0 0,-1-1 0 0,-1-2 0 0,-1-3 0 16,0-4-144-16,1 0 144 0,0-4 0 0,1-2 0 16,0-3 0-16,0-1 144 0,1-1 112 0,1-2 32 0,0-3 0 0,0-1 0 0,1-2-16 0,1-2 0 15,0-1 0-15,1-4 0 16,-1-1-144-16,1-1-128 0,1 0 192 0,-1-4-192 0,2 1 128 16,0-5-128-16,1 1 0 0,-1 1 0 0,2-1 0 0,0 0 0 15,1 1 0-15,2 3 0 0,-1-3-128 0,1 4 128 16,1 0 0-16,-2 4-144 15,-2 0-160-15,1 4-16 16,-2 4-16-16,0-2 0 16,-1 4-1984-16,-1 1-400 0</inkml:trace>
  <inkml:trace contextRef="#ctx0" brushRef="#br0" timeOffset="35934.12">18711 3788 5519 0,'2'-5'496'0,"-2"0"-496"0,1 3 0 0,-1 0 0 16,0 0 1856-16,0 1 256 0,0 1 64 0,0-1 16 16,-1 0 688-16,0 1 128 0,0 0 16 0,-2 2 16 15,-1 2-1296-15,0 2-256 0,-1 3-48 0,-1 5-16 16,0 1-336-16,0 6-80 0,1 5-16 0,-1 3 0 16,1 4-272-16,2 1-48 0,0 1-16 0,1-1 0 0,2 0-80 0,2-3 0 15,0-5-16-15,1 0 0 0,-3-26-256 0,11 49-48 16,-11-49-16-16,15 39 0 0,-15-39-240 0,0 0 0 15,25 38 0-15,-25-38 0 0,0 0 0 16,0 0 0-16,0 0-192 0,0 0 192 0,39 12 0 0,-36-17 0 16,1 0 0-16,-1 1 0 0,0-3 0 0,-2 0 0 15,1-2 0-15,0-1 144 0,-2 2-144 0,0-1 0 16,0-3 0-16,-2 0-176 16,1 2-304-16,-1-1-64 0,-2-4-16 0,-1-1 0 15,-1-2-336-15,-2 1-64 0,-1 1 0 0,-3 1-16 16,-1 3-368-16,-3 1-80 0,-1 6-16 0,-3 4 0 15,0 2 112-15,-4 4 32 0,0 2 0 0,2 1 0 0,4 0 912 0,3 1 192 0,0 0 48 0,6 0 0 16,2 0 2048-16,5-1 400 0,3 0 96 0,3-4 16 16,-4-4-64-16,0 0-16 0,36 0 0 0,-19-4 0 15,1-4-1360-15,5-3-272 0,3-4-48 0,3-5-16 16,2-1-336-16,0-4-80 0,2 1-16 0,-1 1 0 16,0 2-208-16,-2 1 0 0,3 2 0 0,-3 3-18752 15</inkml:trace>
  <inkml:trace contextRef="#ctx0" brushRef="#br0" timeOffset="39159.9">24282 10173 6447 0,'-7'2'576'0,"0"-2"-576"15,2 1 0-15,1-1 0 16,1 2 640-16,-1-2 32 0,-5 0 0 0,-6 2 0 0,-3 0 176 0,-1-1 48 16,-1 1 0-16,3-2 0 0,4 0 672 0,1-2 144 15,2 1 16-15,3-1 16 0,2-2-144 0,1-1-16 16,3 1-16-16,1-2 0 0,1 1-32 0,3-2-16 15,3 0 0-15,1 0 0 0,3 0-176 0,2-2-16 16,4 2-16-16,1 1 0 0,4 0-288 0,0-2-48 16,1 4-16-16,-1-3 0 0,2 3-400 0,-1-2-96 0,0 1-16 0,-23 5 0 15,36-7-208-15,-36 7-48 0,32-7-16 16,-32 7 0-16,29-5-176 0,-29 5 0 0,25-5 0 0,-25 5 0 16,0 0 0-16,25-4 0 15,-25 4 0-15,0 0 0 16,0 0-720-16,0 0-176 0,-2 9-48 0,-6-4 0 0,1 0-3104 15,-2 2-624-15,-3 0-128 0,0 2-32 0,-2 1 432 0,0 0 96 0,0-1 16 0,1-2 0 16,1 0 3408-16,1-2 688 0,3-3 192 0,1 0 0 16,0-1 0-16,3-2 0 0,1-1 0 0,1 0 0 15,1-2 896-15,2-1 176 0,1 2 32 0,0-2 16 0,1 0 992 16,1-1 208-16,1 1 48 0,-1 0 0 0,1 3-160 0,-1-1-32 16,-2 1 0-16,0 2 0 0,-2 0-832 0,0 0-192 15,0 0-16-15,0 0-16 0,0 36-144 0,-2-19-16 16,-2 3-16-16,-2 3 0 0,1 4-240 0,-2 2-64 15,0 4 0-15,-1 2 0 0,1-4-224 0,0 0-48 16,1 0-16-16,0-5 0 0,5-5-160 0,1-21-16 16,-1 34-16-16,1-34 0 0,0 0-160 0,0 0-256 15,0 0 64-15,0 0-10256 16,0 0-2064-16</inkml:trace>
  <inkml:trace contextRef="#ctx0" brushRef="#br0" timeOffset="39380.39">24623 10069 38703 0,'-3'2'1712'0,"2"-2"352"15,1 1-1648-15,1-1-416 0,0 0 0 0,0-1 0 16,1 1 272-16,1-2-16 0,1 1-16 0,-4 1 0 0,15-8-240 0,-6 3 0 31,1 0 0-31,-2 0 0 0,-1 0-960 0,0 1-128 0,-2 1-16 0,-1 1-16 16,-4 2-384-16,0 0-80 0,0 0-16 0,0 0 0 15,0 0 1760-15,0 0 352 0,0 0 64 0,4 35 0 16,-7-25-1152-16,0-1-256 0</inkml:trace>
  <inkml:trace contextRef="#ctx0" brushRef="#br0" timeOffset="39538.66">24637 10204 14735 0,'-3'2'640'0,"0"-2"160"0,1 2-640 0,1 1-160 0,0-1 0 0,0-1 0 0,0 3 2480 0,-2-2 464 0,-1 6 80 0,0 3 32 15,-3 4-912-15,-1 1-176 0,-1 6-48 0,0-4 0 16,0 4-832-16,0-5-160 0,0 1-32 0,2-1-16 31,1-3-176-31,2-2-16 0,0 0-16 0,4-12 0 0,-3 14-496 0,3-14-176 16,0 0 0-16,0 0 144 0,0 0-848 16,0 0-160-16,26-10-32 15</inkml:trace>
  <inkml:trace contextRef="#ctx0" brushRef="#br0" timeOffset="40090.74">24824 10152 23951 0,'0'2'2128'0,"-1"1"-1696"0,1 1-432 0,-1-3 0 0,0 1 1920 0,0 1 288 15,0 3 64-15,-2 1 16 0,-2 5-720 0,-1 2-144 32,-4 8-16-32,-1-1-16 0,-1 2-1072 0,1-1-320 15,-1-3 128-15,1 0-128 0,0-5 0 0,0 0 0 16,3-2 0-16,0-2 128 0,1-1 48 0,3-4 16 15,0-1 0-15,1-1 0 0,2-3-192 0,1-3 128 16,1 0-128-16,2-3 128 0,0-1-272 0,2-3-64 16,3-2-16-16,0-4 0 15,0 2-480-15,4-5-112 0,0-2-16 0,1-1 0 16,-1 4 0-16,0 0-16 0,1 0 0 0,1 1 0 0,0-2 544 0,-1 5 112 0,0 2 32 0,-1 2 0 16,0 1 368-16,-2 4 80 0,-10 5 16 0,0 0 0 15,0 0 448-15,0 0 80 0,0 0 32 0,0 0 0 16,0 0-304-16,29 31-64 0,-29-31-16 0,-6 24 0 15,1-10-208-15,0 0-32 0,-2 3-16 0,1-3 0 16,-3 3 112-16,2 0 32 0,-1 1 0 0,-1-4 0 16,3 0-32-16,-1-2 0 0,1-2 0 0,-1 0 0 15,3-4-336-15,-1-2 144 0,1 0-144 0,3-3 0 0,-1-2 0 0,2-2 0 16,1-2 0-16,0 1 0 16,3-5-480-16,0-1 0 0,2-2 0 0,3-5 0 15,0-1-320-15,2-2-64 0,2-1-16 0,2-2 0 16,1 1-720-16,0-1-128 0,3 4-48 0,-1 0 0 15,0 4 960-15,-2 6 192 0,-2 2 48 0,-14 7 0 0,22-8 752 0,-22 8 144 16,0 0 48-16,0 0 0 0,0 0 592 0,0 0 112 16,0 0 16-16,21 41 16 0,-23-27-336 0,-3 3-80 15,0-1-16-15,-1 3 0 0,-1 0 16 0,1 1 0 16,-2 1 0-16,0 0 0 0,2-2 0 0,-1-4 0 16,2 1 0-16,0-4 0 0,1-3-432 0,0-2-96 0,2-2-16 0,0 0 0 31,0-3-448-31,1-1-80 0,0-1-32 0,1-1 0 15,0-1-1632-15,1-1-320 0,1-1-64 0</inkml:trace>
  <inkml:trace contextRef="#ctx0" brushRef="#br0" timeOffset="40407.45">25087 10270 7359 0,'1'-2'656'0,"1"2"-528"0,0-2-128 0,-1 2 0 0,0 0 3088 0,0-2 592 15,0 2 112-15,1-1 32 0,0-1-672 0,3-1-128 16,1 1-16-16,-1-2-16 0,1 1-2208 0,0 0-432 15,0-1-96-15,0-1 0 0,1 0-256 0,-1 1 0 16,3-1 0-16,-1-2 0 16,0-1 192-16,2 2 128 0,1-3 48 0,0-2 0 0,1 0 160 0,1-1 48 15,0 0 0-15,-2-3 0 0,-2 2-448 0,-1 1-128 16,-2 2 0-16,-3 1 0 0,-1 1 0 0,-4 1 0 16,-1 3 0-16,-3 3 0 0,-2 1 0 0,-2 3 0 15,-2 2 208-15,-2 0-64 0,-1 4 304 0,1 3 48 16,0-2 16-16,1 4 0 0,0 0-64 0,1 0 0 0,0 2 0 15,1-1 0-15,1 4-64 0,1-3-32 0,1 3 0 0,3-4 0 16,2 1-32-16,3-16-16 0,2 26 0 0,-2-26 0 16,0 0-32-16,0 0 0 0,40 22 0 0,-40-22 0 15,41-8-272-15,-15-1 128 0,1-2-128 0,2 1 0 16,1-4-144-16,15 4-144 0</inkml:trace>
  <inkml:trace contextRef="#ctx0" brushRef="#br0" timeOffset="46327.45">1461 9835 3679 0,'0'-1'320'0,"1"-1"-320"16,-1 2 0-16,0-2 0 0,0 2 576 0,1-1 64 16,-1-1 0-16,1-3 0 0,0 1 448 0,0-1 112 15,0 0 16-15,0 0 0 0,-1 1 64 0,1 1 32 16,-1-2 0-16,0 1 0 0,0 1 224 0,-1 1 32 15,0 0 16-15,-1 0 0 0,1-1-336 0,0 2-64 0,0 1-16 0,-1-2 0 16,1 2-320-16,-1 2-64 0,0-2-16 0,0 1 0 16,0 1-320-16,1-1-80 0,0 0-16 0,-1 2 0 15,1-2-352-15,-1 2 144 0,0 0-144 0,1 0 0 16,0 1 0-16,1-1 0 0,0 2 0 0,0 1 0 16,0 4 0-16,1-3 0 0,-1 2 0 0,1 1 0 15,-1-3 0-15,0 2 0 16,-1-1 128-16,1-2-128 0,-1-1 176 0,1 0-32 0,-1 0 0 0,1-2 0 15,-1 1-144-15,1-3 0 0,-1 0 0 0,1 1 128 0,0-2-128 16,0 0 0-16,-1 0 0 0,0-2 128 0,0 1-128 0,1-2 0 16,-1 0 0-16,1 1 0 0,0-3 0 0,0 3 0 15,0-3 0-15,0-1 0 0,0 0 0 0,0 1 0 16,1 1-144-16,-1-1 144 0,0-1 0 0,0 0 0 16,0 1 0-16,0 1 0 0,0-1 0 0,-1 0 0 15,1 3 0-15,-1-1 0 0,0-1 0 0,1 3 0 16,-1-1 0-16,0 2 0 0,-1-1 144 0,1 1-144 15,0 1 128-15,-1-1-128 0,1 0 304 0,0 2-32 16,-1 1 0-16,1-1 0 0,-1 1 48 0,0 2 16 16,1 2 0-16,1-1 0 0,-1 2-80 0,1 1 0 0,0-1-16 15,0 1 0-15,0 0-112 0,-1-1-128 0,1 1 176 0,0-2-176 16,0 0 0-16,0-2 0 0,0 0 0 0,1-3 0 16,-1 0 128-16,0-2-128 0,0 0 0 0,0 0 0 15,0-2 128-15,1 2-128 0,0-4 0 0,0 1 0 16,0-2 0-16,0-1 0 0,0-1 0 0,0-1 0 15,1 1 0-15,-1-3 0 0,1 1 0 0,-1-1 0 16,0-2 0-16,-1 1 0 0,1 3 0 0,0-1 0 16,-1 2 0-16,0-1 0 0,0 4 0 0,-1-1 0 15,1 1 0-15,-2 1 0 0,2 3 0 0,-1 0 0 0,-1 3 0 16,0 1 0 0,0 1 0-16,0 5 0 0,0-1 0 0,0 3 0 0,1-1 0 0,-1 1 0 0,1 3 0 0,0-3 0 15,0 0 0-15,0-1 0 16,1-1 0-16,0-1 0 0,0-2-128 0,2-1 128 0,0 0-208 0</inkml:trace>
  <inkml:trace contextRef="#ctx0" brushRef="#br0" timeOffset="47087.68">1381 10024 11055 0,'1'-3'976'0,"0"1"-784"15,0 2-192 1,-1-2 0-16,0 2 1216 0,0 0 192 0,1-1 32 0,0-1 16 0,-1 0 16 0,0 0 16 15,0 2 0-15,-2 2 0 0,1-1-400 0,-1 2-64 0,-1 0-32 0,0 2 0 32,1-1-352-32,0-1-80 0,0 4-16 0,-1-3 0 0,0-1-288 0,1 2-48 0,0-1-16 0,0 1 0 15,-1 0-192-15,0 0 128 16,0 3-128-16,-1 1 0 0,0 2 0 0,-1-1 0 0,0 4 0 0,-2-2 0 31,1 4 0-31,-1 1 0 0,1-1 0 0,-1 2 0 16,-1 2 0-16,-1 2 0 0,0-3 0 0,-2 2 0 15,1 3 0-15,0-3 0 0,2-4 0 0,0-2 0 16,2-4 0-16,1-2 0 0,0-2 0 0,2-1 0 0,0-1 128 0,1-2-128 16,1 0 0-16,0-3 144 0,1 0-144 0,1-2 0 15,1 1 0-15,0-2 0 0,1 0 0 0,-1-2 160 16,3 1-160-16,0 1 160 0,-1-2 544 0,3 2 96 16,-2 1 32-16,1 0 0 0,1 2-432 0,0 0-80 15,-1 0 0-15,1 0-16 0,-7 0-304 0,0 0 0 16,0 0 0-16,0 0 0 0,0 0 0 0,43 17 0 15,-43-17 0-15,0 0 0 0,0 0 0 0,0 0 0 16,25 35 0-16,-24-28 0 0,0 3 0 0,-1 1 0 0,-2 1 0 0,-1 2 0 16,-1 0 0-16,-1-2 0 0,0 3 0 0,-3-1 0 15,0 3 192-15,0 1-192 0,-2 0 192 0,0 0-192 16,0 1 528-16,1-2 0 0,-1 1 0 0,-1 0 0 16,2-1-208-16,2-2-32 0,-1-3-16 0,2 0 0 15,0-2-272-15,2-4 0 0,0 2 128 0,-1-6-128 16,2 0 0-16,0-1 0 0,1-2-208 0,1-2-15712 15</inkml:trace>
  <inkml:trace contextRef="#ctx0" brushRef="#br0" timeOffset="47608.15">1354 10007 7359 0,'0'-5'656'0,"0"3"-528"0,0 0-128 0,0-1 0 16,0 1 992-16,1 0 160 0,-1 1 48 0,1-1 0 15,0 0 272-15,-1-1 48 16,1-2 16-16,-1 3 0 0,0 2 128 0,-1 0 16 0,-1 2 16 0,0 1 0 15,-1 0-768-15,1 1-160 0,-1 3-16 0,-2 0-16 16,0 0-224-16,-2 1-32 0,1 2-16 0,-3 1 0 16,0-1-192-16,-1 1-32 0,0-1-16 0,0 1 0 15,0 1 48-15,0-2 16 0,2-1 0 0,-1-2 0 16,4 1-96-16,0-4-32 0,0 1 0 0,3-2 0 16,-1-1-160-16,2 0 0 0,0-2 0 0,1 0 0 15,1 0-384-15,1-2-48 0,0-1-16 0,0 1 0 16,4-4-2336-16,0-2-480 0,2-2-80 0,0-1-32 15,1-1 1136-15,-1 0 240 0,1 0 32 0,-1 0 16 0,2 0 1728 0,-1 0 352 16,-1 1 64-16,1 1 0 0,-1 3 992 0,-1-2 192 16,1 4 32-16,-2 0 16 0,1 3 688 0,-2 1 144 15,0 1 32-15,-1 1 0 0,0 3-304 0,-1-1-48 16,0 2-16-16,-1 2 0 0,-1-1-576 0,-1 3-112 16,-1 2-16-16,-2 1-16 0,-1 3-528 0,0 0-96 15,-3 4-32-15,2-2 0 0,-2-1-160 0,1 2-16 16,1 0-16-16,1-4 0 0,2-2-176 15,2 1-48-15,0 0 0 0,0-1-11392 0,3-2-2304 16</inkml:trace>
  <inkml:trace contextRef="#ctx0" brushRef="#br0" timeOffset="48258.7">1147 10918 11055 0,'-1'2'976'0,"-1"-2"-784"0,2 1-192 0,0-1 0 0,0 0 1136 0,0 1 176 16,-1 1 32-16,-1 1 16 0,0 0 304 0,2 0 48 0,-1 0 16 0,1-2 0 31,1 1-480-31,0 0-96 0,2 1 0 0,0-3-16 0,1 2-144 0,2-2-32 0,-1 0 0 0,2 0 0 16,-7 0-304 0,0 0-64-16,0 0-16 0,0 0 0 0,45 2-320 0,-45-2-80 0,0 0-16 0,0 0 0 0,0 0-32 0,0 0 0 15,46 10 0-15,-41-9 0 16,0 2-128-16,-3 0 0 15,-1-1 0-15,1 1 128 0,-3-1-128 0,-1 3 0 16,-1 2 0-16,-2 0 0 0,0 0 0 0,-3 1 0 16,2 1 0-16,-3 0 0 0,1 1 0 0,0 2 0 15,-1-3 0-15,0 3 128 0,0-3-128 0,0 2 0 16,1-3 0-16,2-1 0 0,0-1 0 0,1-1 0 16,3-2 0-16,0 2 0 0,1-2 0 0,1-1 0 0,1 0 0 0,1 1 0 15,0-1 0-15,2-2 0 0,1 0 128 0,0 0-128 16,2 0 512-16,-1-2 64 0,-6 2 0 0,0 0 16 15,0 0-80-15,0 0 0 0,37-7-16 0,-29 4 0 16,-8 3-368-16,0 0-128 0,0 0 0 0,30-13 144 16,-23 10-144-16,0-2 0 0,0 1 0 0,-1-2 0 15,1 0-576 1,-1-2-80-16</inkml:trace>
  <inkml:trace contextRef="#ctx0" brushRef="#br0" timeOffset="48609.35">1353 10868 17503 0,'-3'2'768'0,"2"-2"176"16,0 2-752-16,1-2-192 0,0 1 0 0,-1 1 0 0,1-2 1696 0,0 2 304 15,0 1 64-15,0 0 16 0,1 0-32 0,1 0 0 16,2 0 0-16,0-1 0 0,0-1-640 0,-4-1-144 16,0 0-32-16,0 0 0 0,0 0-432 0,0 0-96 15,43-1 0-15,-43 1-16 0,0 0-496 0,0 0-192 16,0 0 176-16,42 15-176 0,-42-15 0 0,0 0 0 15,0 0 0-15,0 0 0 0,21 33 0 0,-22-24 0 0,0 0 0 0,-1-1 0 16,-1 0 0-16,-1 1 0 0,-1-1 0 0,-1 0 0 16,-1 2 0-16,-1 1 0 0,-1-2 0 0,0 0 0 15,3 0 0-15,0-3 0 0,3 1 0 0,0-2 0 16,1 0 0-16,1-3 0 0,1 2 0 0,2-3 0 16,0 1 0-16,1 1 0 0,2-3 0 0,0 0 0 15,-5 0 0-15,0 0 0 0,0 0 0 0,0 0 0 16,38-5 0-16,-38 5 0 0,0 0 0 0,29-9 0 15,-29 9 0-15,0 0 128 0,30-13-128 0,-21 8 0 0,1-1 0 0,-2-1 0 16,1 2 0-16,-1-3-17568 16</inkml:trace>
  <inkml:trace contextRef="#ctx0" brushRef="#br0" timeOffset="50174.65">743 11180 16575 0,'-6'-3'1472'0,"4"2"-1168"0,0-1-304 0,0 0 0 16,1 1 0-16,1 1 0 0,0-2-208 0,1-1 80 15,0 1 1296-15,1-3 272 0,1-2 48 0,3 0 16 16,2 0 176-16,2 0 48 0,3 0 0 0,1-1 0 16,-14 8-464-16,34-16-96 0,-34 16-16 0,34-10 0 0,-34 10-448 0,32-9-80 15,-32 9-32-15,0 0 0 16,46-12-464-16,-46 12-128 0,0 0 0 0,32-9 0 0,-32 9-144 0,0 0-48 16,30-16-16-16,-21 10-14752 0</inkml:trace>
  <inkml:trace contextRef="#ctx0" brushRef="#br0" timeOffset="50587.81">1589 10796 17503 0,'-3'-8'1552'0,"1"4"-1232"16,1 0-320-16,0 2 0 0,1 0 1040 0,-1 1 160 0,1 1 16 16,0-2 16-16,-1 2 944 0,0 0 176 0,1 0 32 0,0 5 16 15,0-1-1264-15,0 4-256 0,1 1-48 0,1 1-16 16,0 3-544-16,0 2-96 16,2 4-32-16,0 5 0 0,2 2 80 0,-1 0 16 0,1 2 0 0,-1 0 0 15,0 1-112-15,1-3 0 0,-2 0-128 0,2-4 192 16,-1-1-192-16,0-7 0 0,-5-14 0 0,0 0 0 31,14 28-704-31,-14-28-64 0</inkml:trace>
  <inkml:trace contextRef="#ctx0" brushRef="#br0" timeOffset="50916.84">1783 10818 16575 0,'-1'0'1472'0,"1"0"-1168"0,0 0-304 0,0 1 0 0,-1 0 1200 0,0 1 176 15,-1 1 32-15,0 2 16 0,-2 0 0 0,0 4 0 16,-3-1 0-16,1 0 0 0,-1 2-272 0,0-5-48 16,-1 2-16-16,2-3 0 0,-2 1-384 0,2-2-64 15,-1-1-32-15,-2 1 0 0,3-1-288 0,-3 1-48 16,2 1-16-16,-1-2 0 0,2 3-256 0,0 0 0 16,0-3 0-16,1 3 0 0,2 0 0 0,0-3 0 15,1 3 0-15,0 0 0 0,1-1 0 0,0-1 0 16,1 0 0-16,1-1 0 0,2 2 0 0,0-2 0 0,1 1 0 15,2-1 0-15,-6-2 1008 0,0 0 144 0,0 0 16 0,0 0 16 16,0 0-448-16,48 9-96 0,-48-9 0 0,0 0-16 16,0 0-416-16,0 0-80 0,49 9 0 15,-49-9-128-15,0 0 0 0,0 0 0 0,0 0 0 0,47 4 0 16,-47-4-160-16,0 0-96 0,0 0 0 0,35-5-17584 16</inkml:trace>
  <inkml:trace contextRef="#ctx0" brushRef="#br0" timeOffset="51201.52">1926 10860 11967 0,'-5'-6'1072'0,"2"1"-864"15,0 2-208-15,1 1 0 0,1 0 2592 0,0 2 480 16,0-2 80-16,0 1 32 0,-2 1-832 0,-1-2-176 15,-1 4-16-15,2 3-16 0,1 2-1232 0,0 0-240 16,1 5-48-16,2 2-16 0,1 1-240 0,0 4-48 16,1 2-16-16,2 0 0 0,0 3-48 0,-1-2-16 15,1-2 0-15,0 0 0 0,-1-2-240 0,0-1 128 0,1-3-128 0,-2-1 0 16,1-2 0-16,-1-2 0 0,1-4 0 0,-3 0 0 16,0-3 0-16,0 0-128 0,-1-2 128 0,0-2-160 31,0 0-1808-31,0-3-352 0</inkml:trace>
  <inkml:trace contextRef="#ctx0" brushRef="#br0" timeOffset="51445.53">1866 10802 16575 0,'0'-6'736'0,"0"4"160"0,1 0-720 0,0 0-176 0,0 0 0 0,0 1 0 0,1 1 1952 0,1 0 352 16,3 0 80-16,-6 0 16 0,0 0-464 0,0 0-80 15,0 0-32-15,42 7 0 16,-42-7-1008-16,0 0-208 0,0 0-32 0,0 0-16 0,0 0-80 0,45 14-16 15,-45-14 0-15,0 0 0 0,0 0-224 0,0 0-48 16,0 0-16-16,0 0 0 0,0 0-176 0,21 31 0 16,-22-26 0-16,-1-1 0 0,-1 2 0 0,0-2 0 15,-2 3 0-15,2-4 0 0,-1 1 0 0,-2 1 0 16,-1 2 0-16,-1-2 0 0,-1 1 0 16,3-2 0-16,-1 1 0 0,2-1 0 0,1-3 0 0,1 0 0 0,1-1 0 0,1 0 0 31,1 0-928-31,1-1-160 0</inkml:trace>
  <inkml:trace contextRef="#ctx0" brushRef="#br0" timeOffset="51899.42">2161 10898 911 0,'3'0'0'0,"-1"-2"0"0,-1 1 0 0,0 0 0 0,0-1 4288 0,0 1 784 15,-1-1 160-15,1-3 16 16,0-1-1408-16,1-2-304 0,-1-4-48 0,-2 0-16 0,1 0-1952 0,-2 1-400 15,0-1-80-15,-1 0-16 0,0 1-336 0,-1 1-80 16,-1-2-16 0,1 1 0-16,0 2-272 0,-1 3-64 0,2 1-16 0,-2 2 0 0,1 1-240 15,0 2 0 1,-1 2 0-16,0 1 0 0,0 4 144 0,0 0-144 16,0 2 128-16,0 1-128 0,-1 4 0 0,2 0 0 0,0 3 0 0,-1 1 0 0,3-3 0 0,-1 2 0 0,0 2 0 15,0-3 0 1,1 4 0-16,1-5 0 0,2 0 0 0,0-3 0 15,1 0 0-15,2-5 0 0,0 0 0 0,0-5 0 16,-4-2 0-16,0 0 0 0,0 0 0 0,0 0 0 16,30-11 0-16,-24 4 0 0,1-3 0 0,0 0 0 15,0-3 0-15,-1 3 0 0,0-4 0 0,0 2 0 16,0-3 0-16,0 1 0 0,-2-1 0 0,0 2 0 16,-1 0 0-16,-1 4 0 0,0 1 0 0,-2 3 0 15,1 4 0-15,0-1 0 0,-1 2 0 0,0 2 0 16,0 1 0-16,-1 2 0 0,1 1 0 0,0 3 128 0,1 2 176 0,0 1 16 15,2-1 16-15,0 1 0 16,-3-12-112-16,11 24-32 0,-11-24 0 0,0 0 0 0,26 36-48 0,-26-36-16 16,0 0 0-16,0 0 0 0,47 26-128 0,-47-26 0 15,0 0 0-15,0 0 0 0,52 2 0 0,-52-2-272 16</inkml:trace>
  <inkml:trace contextRef="#ctx0" brushRef="#br0" timeOffset="53291.6">1449 9078 1839 0,'-1'-2'160'0,"0"1"-160"16,0-1 0-16,1 0 0 0,0 1 0 0,-1-1 0 15,0 0 0-15,-1-3 128 0,0-2 64 0,1-2 0 0,0 4 0 0,0-2 0 16,1 3 864-16,0 1 176 15,0 0 48-15,1 1 0 0,-1 2 944 0,1 2 192 0,0 3 32 0,-1 0 16 16,1 4-768-16,-1 1-160 0,0 1-16 0,0 1-16 16,0 1-816-16,-1 5-176 0,1 2-16 0,-1 5-16 15,0 1-336-15,0 0-144 0,1 0 128 0,0-1-128 16,-1 1 0-16,1-1 0 0,-1 1 0 0,2-5-176 16,-1-1-224-1,0-2-48-15,1 5-16 0,-1 2-9392 0</inkml:trace>
  <inkml:trace contextRef="#ctx0" brushRef="#br0" timeOffset="53515.53">1433 9515 6447 0,'-1'6'272'0,"0"-4"80"0,0 1-352 0,0-1 0 15,1 1 0-15,-1-1 0 0,1 3 944 0,-1 1 112 0,-1 4 32 0,2 4 0 16,-2 1 160-16,1 1 32 0,0 1 16 0,1-3 0 15,1 2-448-15,0-1-80 0,0-1-32 0,0 0 0 16,1 1 128-16,0-1 32 0,0 1 0 0,0-3 0 16,0-3-576-16,-1 0-128 15,0 2 0-15,0 1-6496 0,0-2-1296 0</inkml:trace>
  <inkml:trace contextRef="#ctx0" brushRef="#br0" timeOffset="54745.68">1354 6398 911 0,'1'-3'0'0,"-1"2"0"16,0-2 0-16,0 3 0 0,1-2 816 0,-1 4 80 0,-1-2 0 0,1 1 16 15,0 1 64-15,-1 2 16 16,0 1 0-16,0 2 0 0,1 3-144 0,-1-1-16 0,1 3-16 16,-1 0 0-16,1 3-224 0,-1 1-32 0,1 0-16 0,0 3 0 15,0 0-208-15,1 1-32 0,-1 0-16 16,0 2 0-16,0-3 16 0,0 2 0 0,-1 3 0 0,0-3 0 15,1 0-160-15,0-3-16 16,0 0-128-16,0-1 192 0,0-5-192 0,1 0-128 0,0 0 128 0,1-1-6752 16</inkml:trace>
  <inkml:trace contextRef="#ctx0" brushRef="#br0" timeOffset="55221.52">1368 6342 9311 0,'1'-10'832'0,"-1"5"-672"0,0 0-160 0,0 3 0 15,0 2 0-15,0-1 0 0,0-4 0 0,-1-3 0 16,1-2 0-16,-1-1 0 0,-1 4 0 0,0-1 144 16,0 4-144-16,1 1 0 0,-1 1 0 0,0 0 0 15,1 1 0-15,-1 2 0 0,1 1 0 0,0 0 0 16,-1-1 0-16,1 1-160 0,0 0 160 0,0 3 0 16,-1-3 160-16,1 3 128 0,0-3 32 0,0 1 32 15,0 2 544-15,-1-1 128 0,1-1 0 0,-1 1 48 16,1 1-48-16,-1-3-16 0,1 4 0 0,0 0 32 0,-1 1-192 0,1 1-32 15,0 3-16-15,1 0 32 16,-1 2-128-16,1 1-32 0,1 6 0 0,0 1 32 0,0 5-144 0,0 3-48 16,1 2 0-16,0 2 32 0,-1-1-208 0,0 2-32 15,-1-2-16-15,0 0 32 0,0-4-320 0,0 0-144 16,0 1 16-16,0-1 128 0,0-2-240 0,0-2 48 16,1 3 16-16,-1-1 32 0,1 0-48 0,0 0-16 15,-1 0 0-15,1 0 32 0,-1-2-144 0,1 1-16 0,0 2-16 16,0 1 32-1,0-2-1712-15,1 0-336 0,0 2-64 0,0 1-5376 16</inkml:trace>
  <inkml:trace contextRef="#ctx0" brushRef="#br0" timeOffset="55902.64">1358 7338 4143 0,'-1'0'0'0,"0"0"176"0,1 2-48 0,0-2 0 0,0 1-128 0,0 0 0 0,-1 1 0 0,1 1 0 15,-1 4 896-15,0 0 176 0,1 2 16 0,-1 3 16 16,0 0 176-16,0 0 48 0,0 2 0 0,0-2 0 16,1 3 272-16,-1 1 48 0,0 1 16 0,0-1 0 0,0 1-256 0,0 2-64 15,0-1 0-15,0 4 0 16,1-3-448-16,-2 2-80 0,1 1-32 0,0 0 0 0,-1 1-352 0,2 0-80 31,-1 0-16-31,1 2 0 0,-1-3-160 0,0 1-48 16,0 0 0-16,1 0 0 0,0 2 128 0,1 0 0 15,1 0 16-15,-1-1 0 0,3-1-272 0,-1-2 0 16,0 1 128-16,0-5-128 0,-3-17-224 0,5 35-96 0,-5-35-32 0,8 29 0 31,-8-29-1312-31,6 30-256 0,-6-30-48 0,5 29-16 16,-5-29 992-16,2 28 192 0,-1-11 32 0,-1-3 16 0,1 0 384 0,-1-1 80 0,0-1 16 0,0 1 0 16,0 2 272-16,-1 1 0 0,0 0-128 0,0 1 128 15,1 0 0-15,0-1 0 0,-1 1 0 0,0-2 0 16,0 1 0-16,0-2 0 0,0 0 0 0,0 0 0 15,1-2 0-15,0 0 144 0,0 0-144 0,0 1 128 16,1-1-128-16,-1-1 0 0,1 3 0 0,-1-2 0 0,1 0 0 0,-1 0 0 16,1 0 0-16,-1 0 0 0,1 0 0 0,0-1 0 15,-1-4 0-15,0 3 0 0,0-1 0 0,1 3 0 16,0-1 0-16,0 1 0 0,0-2 0 0,0 2 192 16,0 0-64-16,0-3 0 0,-1-9 64 0,3 21 16 15,-3-21 0-15,3 20 0 0,-3-20 16 16,3 19 0-16,-2-8 0 0,-1-11 0 0,3 22 416 15,-3-22 64-15,3 26 32 0,-1-12 0 0,-1-1-352 0,-1 2-64 16,1-1 0-16,0 1-16 0,-1-1-304 0,1 0 0 0,-1-2 0 0,0 1 0 16,1-2 0-16,-1-1 0 0,0 1 0 0,1-4 0 15,-1 0 0-15,0 1 0 0,1-4 0 0,-1 4 0 32,1-2-432-32,-1 2 16 0,0-1 0 0,0 0 0 0,1 2 64 0,0-2 16 0,-1 3 0 0,1-2 0 15,-1 3 128-15,0-2 16 0,1 3 16 0,-1-1 0 16,-1 2-224-1,1-1-48-15,0 1-16 0,0 2 0 16,-1-1 224-16,0-2 48 0,0 0 16 0,0 0 0 0,1-2 176 0,-1-1-160 0,1 0 160 0,-1-1-160 16,0-1-656-1,1 1-128-15,0 0-16 0,0-1-5648 0</inkml:trace>
  <inkml:trace contextRef="#ctx0" brushRef="#br0" timeOffset="56159.73">1440 8888 13823 0,'-3'0'1216'0,"1"0"-960"0,1 1-256 0,0 0 0 16,0 1 256-16,-1 1 0 0,-2 0 0 15,-2 3 0-15,-1 4 320 0,0 2 64 0,0 0 0 0,2 2 16 16,1 0-208-16,1 1-64 0,2-4 0 0,0 4 0 16,1 6 736-16,1 0 144 15,0 3 16-15,1 2 16 0,1 0-528 0,0 1-128 0,0 3 0 0,-1-4-11568 16</inkml:trace>
  <inkml:trace contextRef="#ctx0" brushRef="#br0" timeOffset="57578.64">1348 6377 10127 0,'-1'0'896'0,"0"1"-704"0,0-1-192 0,0-1 0 15,0 1 992-15,-1 1 160 0,0 1 48 0,-2-2 0 16,-1 0 528-16,-1 0 128 0,0 0 0 0,0-3 16 15,2 1-400-15,0-2-96 0,1-1-16 0,1-1 0 16,0-1-528-16,2-1-96 0,2 0-32 0,1-2 0 16,2 1-16-16,0-1-16 0,1 1 0 0,0 2 0 0,0 0-496 0,0 4-176 15,-1 1 0-15,1 2 144 16,-2 2-144-16,-4-2 0 0,0 0 0 0,0 0 0 16,12 41-160-16,-11-25 160 0,-2 1 0 0,-1 1-144 15,0 2 144-15,-3 1 0 0,0-1 0 0,0-2 0 0,-1-4 0 0,1-1 0 16,-2-2 0-16,2-4 0 0,-1-2 0 0,1 0 128 15,0-5-128-15,0-3 128 0,1-2 208 0,-1 1 48 16,1-6 16-16,1 3 0 0,0-4 160 0,0-1 16 16,1-2 16-16,1-1 0 0,0 0-320 0,1-1-64 15,1 0-16-15,0 2 0 0,0 1-32 0,2 4-16 16,-1-1 0-16,0 4 0 0,2 1 128 0,0 2 32 0,1 2 0 0,-1 2 0 16,1 1-112-16,-5-2-32 0,0 0 0 0,0 0 0 15,25 34-160-15,-25-34 0 0,0 0 144 0,17 36-144 16,-17-36 0-16,0 0 0 0,13 37 0 0,-10-28 128 15,-3-9-128-15,0 0 0 0,3 24 0 0,-5-18 0 16,-1-2 0-16,0-2 0 0,-2 1 0 0,-1-1 128 16,0-2-128-16,-1-2 128 0,-1 1-128 0,1-2 128 15,0 0-128-15,1-2 0 0,-1-1 0 0,2-2 128 16,0 1-128-16,0-1 0 0,3-1 0 0,-1 0 0 16,2-1 0-16,1-4 0 0,1 3 0 0,1 0 0 15,1-1 0-15,2 0 0 0,0 3 0 0,1 0 0 0,3 1 0 16,-1 2 0-16,1 1 0 0,1 2 0 0,-10 3 0 0,0 0 0 15,0 0 0-15,40 3-128 0,-40-3 128 16,0 0 0-16,0 0 0 0,0 0-128 0,0 0 128 0,24 40 0 16,-26-30 0-16,-1 1 0 15,-2 1 0-15,-1 0 0 0,-3 1 0 0,1 0 0 0,-1 0 0 0,-2-1 0 16,-2-1 0-16,1-1 0 0,-1-1 0 0,0 0 0 16,0-2 0-16,1-2 0 0,1-3 0 0,2-2 0 15,3 0 0-15,-1-2 0 0,3 0 0 0,2-3 144 16,1 0-144-16,0-1 0 0,2-2 0 0,0-2 0 15,3 1 0-15,1-2 0 0,1-2 0 0,3-1 0 0,0 0 0 16,2-1 0-16,-1 1 0 0,1 0 0 0,2 0 0 0,2 0 0 16,-1 2 0-16,2 1 0 0,1 0 0 0,-1 4 0 15,-1 2 0-15,-15 5 0 0,0 0 0 0,35 1 0 16,-35-1 0-16,0 0-144 0,0 0 144 0,11 33 0 16,-14-21 0-16,-4 2 0 0,-1 2 0 0,0-2 0 15,1-2 0-15,-2 0 0 0,0 2 0 0,-4 1 0 16,0 2 0-16,-2-3 0 0,-1 1 0 0,0-4 0 15,1-1 0-15,1-4 0 0,1-1 0 0,3-5 0 16,2 0 0-16,1-5 0 0,3 1 0 0,0-4 0 16,1-1 0-16,3-3 0 0,1 0 0 0,1-5 128 15,3 0-128-15,1-1 0 0,1 1 0 16,0 1 0-16,2-1 0 0,1 1 0 0,1-1 0 0,0 4 0 0,1 0 0 0,0 3 0 16,1 4 0-16,-13 6 0 15,0 0 0-15,34 0-128 0,-34 0 128 0,0 0 0 0,0 0 0 0,24 40-128 16,-24-26 128-16,-3 3 0 0,-1-1 0 0,-1-1 0 15,0 0 0 1,-3-1 0-16,2 1 0 0,-2-2 0 0,-2 3 0 0,0-2 0 0,-1-2 0 0,0-2 128 16,1-1-128-16,-1-5 0 0,1-1 0 0,2-5 0 15,1-1 0-15,1-1 0 0,2-4 0 0,1 0 0 16,2-2 0-16,1-1 128 0,0 0-128 0,3-1 0 16,1-3 0-16,1 0 0 0,2-2 0 0,1-1 0 0,1 3 0 15,0 1 0-15,1 2 0 0,-1 2 0 0,2 4 0 0,-1 3-11344 16,-10 3-2224-16</inkml:trace>
  <inkml:trace contextRef="#ctx0" brushRef="#br0" timeOffset="58640.65">1361 9206 12895 0,'0'4'1152'16,"-1"-1"-928"-16,0-1-224 0,0-2 0 0,0 0 1376 0,0 0 224 16,0 3 64-16,-2-1 0 0,-1-1 496 0,0-1 96 15,1-3 32-15,1-3 0 0,0 0-624 0,2-4-128 31,0 0-32-31,1-1 0 0,1-1-224 0,1-2-32 16,2 2-16-16,-1 0 0 0,0 3-624 0,1-1-128 16,1 0-32-16,0 4 0 0,-2 0 16 0,1 3 0 15,-1 2 0-15,0 2 0 0,-4-1-288 0,0 0-176 16,0 0 192-16,0 0-192 0,14 27 0 0,-12-16 0 16,-1 0 0-16,0 1 0 0,-2-2 0 0,0 3 0 0,0-1 0 0,-2-2 0 15,0 1 0-15,1-1 0 0,-2 0 0 0,-1-1 0 16,2-3 0-16,-2 0 0 0,-1-1 0 0,1-2 0 15,-2-2 0-15,2-1 0 0,-2-1 0 0,1-2 0 16,-1-2 0-16,2 0 0 0,0 0 0 0,0-2 0 16,1-2 0-16,1 0 0 0,0-1 0 0,2-2 0 15,1-1 0-15,2 2 0 0,1 0 0 0,2 1 0 16,0 0 0-16,2 2 0 0,0 0 0 0,1 3 0 0,0-2 0 16,-8 7 0-16,20-9 0 0,-20 9 0 15,0 0 0-15,0 0 128 0,47 0-128 0,-47 0 0 0,0 0 144 0,0 0-144 16,30 30 0-16,-30-30 144 15,0 0-144-15,9 29 0 0,-10-18 0 0,-1 1 0 0,-3 0 0 0,0 0 0 16,-1 0 0-16,-2-2 0 0,0 1 0 0,-2-1 0 16,0-2 0-16,-2-2 0 0,1 1 0 15,-2 0 0-15,-1-2 0 0,1-5 0 0,1 0 0 0,2-2-144 16,0-3 144-16,2-1-208 0,1 0 208 0,2-3 0 16,-1-3 0-16,4 0-144 0,0 0 144 0,3-2 0 0,0 0 0 15,3 0 0-15,2 4 0 0,-1-2 0 0,3 2 0 16,-1 1 0-16,2 2 0 0,0-2 0 0,1 4 0 0,-10 5 0 15,0 0 0-15,32-14 0 0,-32 14 0 0,0 0 0 16,0 0 0-16,0 0 0 0,47 16 0 0,-47-16 0 16,0 0 0-16,13 24 0 0,-12-15 0 0,-1 0 0 15,-2 1 0-15,-2 0 0 0,0-1 0 0,-2 0 0 16,-1-1 0-16,1-1 0 0,-1-2 0 0,-3 0 0 16,1 0 0-16,-1-1 0 0,1-3 0 0,-2-1 0 15,3-1 0-15,0-3 0 0,1-1 0 0,2-2 0 0,1-1 0 16,1 1 0-16,1-4 0 0,2-1 0 0,0 2 0 0,2-4 0 15,0 2 0-15,2 0 0 0,1 0 0 0,1 0 0 16,0 5-144-16,1 1 144 0,-1 3-320 0,-6 3 0 16,0 0 0-16,0 0 0 15,0 0-496-15,0 0-80 0</inkml:trace>
  <inkml:trace contextRef="#ctx0" brushRef="#br0" timeOffset="61240.32">609 6383 7567 0,'-2'-1'672'0,"2"-1"-544"15,-1-1-128-15,0 3 0 0,0-2 640 0,0 1 112 16,0-1 16-16,-1 0 0 0,-1-5 256 0,0 2 48 16,1 0 16-16,-1 1 0 0,0 1-128 0,0 1-16 15,1 2-16-15,-1-2 16 0,1 2-368 0,0 0-64 16,0 0 0-16,0 0 0 0,1 0-128 0,1 0-32 16,0 0 0-16,0 0 0 0,0 0 288 15,1 0 48-15,1 0 16 0,0-3 0 16,1 3 464-16,-1-4 96 0,0 1 16 0,2 1 0 0,0-1-512 0,0-1-96 0,0 1-32 0,0 1 0 31,0 0-432-31,-1 0-80 0,1 1-128 0,-1-1 192 0,1 2-48 0,-1 2 0 16,1-2 0-16,-1 3 16 0,0-3-16 0,0 2 0 0,1 0 0 0,0 0 16 15,0-1-160-15,0 1 0 0,1 0 0 0,-1-2 0 0,2 1 0 0,-1-1 0 16,2-1 0-16,-1 1 0 0,3 0 224 0,-2-2-64 31,2 2-16-31,-2 0 0 0,0-2-144 0,-7 2 0 0,0 0 0 0,0 0 0 0,35 0 0 0,-35 0 0 31,0 0 0-31,0 0 0 0,0 0-128 0,41 9 128 0,-41-9-160 0,0 0 160 0,0 0-160 0,0 0 160 32,0 0-160-32</inkml:trace>
  <inkml:trace contextRef="#ctx0" brushRef="#br0" timeOffset="61526.63">1071 6339 11967 0,'4'1'1072'0,"0"-1"-864"0,0 2-208 0,-1-2 0 0,-1 0 2624 0,-1 0 496 0,2 0 80 0,0 0 32 15,4 0-800-15,-7 0-144 0,0 0-48 0,29-7 0 16,-18 4-928-16,1 1-192 0,-1-3-32 0,0 2-16 0,0-1-304 0,-1 2-48 16,1-1-16-16,0 0 0 0,-1 3-208 0,-10 0-48 15,0 0-16-15,0 0 0 0,37 3-304 0,-37-3-128 16,0 0 128-16,0 0-128 0,0 0 0 0,38 14 0 15,-38-14 0-15,0 0 0 0,0 0 0 0,0 0 0 16,0 0 0-16,39 7 0 0,-39-7 0 0,0 0 0 16,23-4 0-16,-16 1 0 0,0-1 0 0,0 1 0 15,-1 1 0-15,0-2 0 0,-2 0-240 0,1 2-80 0,-1 0 0 0,-3 2-11264 32,0 0-2256-32</inkml:trace>
  <inkml:trace contextRef="#ctx0" brushRef="#br0" timeOffset="62679.9">119 6109 13823 0,'2'-2'1216'0,"-2"-3"-960"15,-1 3-256-15,1 2 0 0,0 0 1040 0,0-2 176 0,-1 1 16 0,1-1 16 16,-1-1 368-1,-1 1 80-15,0 2 16 0,-1 2 0 0,0 3-800 0,-2 2-144 0,0 5-48 16,0 2 0-16,-1 3-80 0,0 1 0 0,-2 4-16 0,2 0 0 16,-1-1-112-16,2-2-32 0,1-4 0 0,-2 1 0 15,2-2 48-15,-1 0 16 0,1-2 0 0,2-2 0 32,0-1 96-32,2-2 0 0,2-2 16 0,0 0 0 15,1-4-416-15,1-1-96 0,2-1-16 0,1-2 0 16,3-4 32-16,1 0 0 0,2-2 0 0,0-3 0 0,2-2-32 0,-1-3 0 15,0 1 0-15,-1-1 0 16,0-2-128-16,-3 0 0 0,-1-3 0 0,-2 1 0 0,-2 5 0 0,-1 1 0 16,-1 1 0-16,-2 1 0 0,0 0 0 0,-2 1 0 15,-2 3 0-15,-1 2 0 16,-1 2 0-16,-3 0 0 0,0 5 0 0,-2 0 0 0,1 3 0 0,-2 2 0 16,0 3 0-16,0 0 0 0,2 1 0 0,0-1 0 15,3 1-144-15</inkml:trace>
  <inkml:trace contextRef="#ctx0" brushRef="#br0" timeOffset="62869.91">199 6263 15663 0,'-1'0'1392'15,"0"0"-1120"-15,0 0-272 0,0 0 0 0,1 0 1216 0,-1 0 192 0,0 0 48 0,-1 0 0 16,0 0 1056-16,1 0 224 0,-1 0 32 0,1 1 16 15,1 1-1488-15,0 2-288 0,0 1-64 0,0 0-16 16,1 0-672-16,1 2-256 0,0 0 176 0,0 1-176 16,1-2 0-16,-12-3 0 0</inkml:trace>
  <inkml:trace contextRef="#ctx0" brushRef="#br0" timeOffset="63356.83">361 6052 17503 0,'-2'-2'1552'0,"0"-2"-1232"0,0 3-320 0,1-1 0 0,0 2 1360 0,0 0 224 15,0 2 32-15,-1-2 16 0,-1 1 544 0,-1 3 96 16,0-2 32-16,-2 3 0 0,0 0-1504 0,1 2-288 16,0 1-64-16,2 1-16 0,1 0 16 0,0 1 0 0,2 0 0 0,0-10 0 15,0 0-192-15,0 0-16 0,9 37-16 0,-9-37 0 16,0 0-224-16,0 0 0 0,24 38 128 0,-24-38-128 15,0 0 0-15,0 0 0 0,25 38 0 0,-25-38 0 16,0 0 0-16,0 0 0 0,26 38 0 0,-26-38 0 16,0 0 128-16,0 0 96 0,0 0 16 0,22 38 0 15,-22-38 0-15,0 0 0 0,0 0 0 0,0 28 0 16,-2-23-240-16,-4 2 128 0,1 0-128 0,-2 0 0 16,0 1 144-16,-1-2-144 0,0 2 128 0,0-2-128 15,-1-3 0-15,0 2 0 0,-2-3 128 0,1 1-128 16,-2-1 0-16,1 0 0 0,-1-4 0 0,0 0 128 15,0-1-128-15,2-1 0 0,1-2 0 0,1-2 0 0,4 0 0 0,1-4 0 16,3 0 0-16,3 0 128 16,1-2-128-16,4 2 0 0,2-2 0 0,1 1 0 0,2 0 128 0,0-1-128 15,1 0 192-15,0-1-64 0,0 1 272 0,-1 0 48 16,0-1 16-16,-2-1 0 0,0 4-240 0,-2 0-48 16,1 0-16-16,-2 0 0 0,-2 4-16 0,0-2 0 15,-1 0 0-15,-2 0 0 0,0-1 32 0,-3 1 0 16,-3 1 0-16,-2 0 0 0,-1 4-32 0,0-2 0 15,-4 2 0-15,-1 1 0 0,0 1-144 0,-3 2 0 16,3 1 0-16,-2 1 128 0,-2 4-128 0,-1 1-144 16,3 2 144-16</inkml:trace>
  <inkml:trace contextRef="#ctx0" brushRef="#br0" timeOffset="64494.87">514 9329 4607 0,'0'0'400'0,"-1"0"-400"0,1 0 0 0,0 2 0 16,0-2 848-16,0 0 96 0,0 0 16 0,-1 0 0 16,0 0 720-16,0-2 160 0,1 2 16 0,-1-3 16 15,2 1-80-15,-1 1-32 0,1 0 0 0,1-3 0 16,-1 3-992-16,1-2-192 0,-1 3-32 0,-1-2-16 16,1 2-528-16,0-1 0 0,1 1 0 0,-2 0 0 15,1 0 0-15,0-1 0 0,-1 1 0 0,0 0 0 0,0 0 0 0,-1-2 0 16,1 2 0-16,-1 0 0 0,0-2 0 0,0 1 0 15,0 1 0-15,0-2 0 16,0-1-576-16,0 3-32 0,0-2 0 0</inkml:trace>
  <inkml:trace contextRef="#ctx0" brushRef="#br0" timeOffset="64984.85">530 9137 11055 0,'-1'-5'480'0,"0"4"112"0,0 0-464 0,0 1-128 0,1-2 0 0,-1 2 0 16,1 0 1440-16,-1-1 272 0,-1 1 48 0,0 0 16 0,0-1 208 0,0 2 32 15,0-1 16-15,0 1 0 0,0 1-480 0,1 0-80 16,1 0-32-16,0 1 0 0,1-1-624 0,1 1-128 15,0-1-32-15,1 1 0 0,1 1-240 0,0-1-48 16,-1-1-16-16,0 0 0 0,2 0-112 16,1-1-32-16,-1 1 0 0,2 0 0 0,-7-2 48 0,0 0 0 15,0 0 0-15,0 0 0 0,0 0 192 16,43 5 64-16,-36-5 0 0,-1 0 0 0,-6 0-192 0,0 0-48 0,0 0 0 0,33-5 0 16,-33 5-272-16,0 0 0 0,27-8 128 0,-17 5-128 15,-1 0 0-15,2-2 0 16,0 3 0-16,0-3 0 0,1 3 0 0,-2-1 0 0,-10 3 0 0,0 0 0 15,31-4-160-15,-31 4 160 0,0 0-160 0,0 0 160 16,0 0-1728 0,0 0-256-16,43 12-64 0</inkml:trace>
  <inkml:trace contextRef="#ctx0" brushRef="#br0" timeOffset="65369.57">922 9165 12895 0,'4'0'576'0,"-1"-2"112"31,0 2-560-31,-1-2-128 0,0 2 0 0,0 0 0 0,0 0 1440 0,1 0 256 0,3-1 48 16,-1 1 16-16,-5 0 288 0,0 0 48 0,0 0 16 0,0 0 0 0,0 0-384 0,40 8-80 16,-40-8-16-16,0 0 0 0,0 0-656 0,0 0-128 15,0 0-16-15,40 9-16 0,-40-9-400 0,0 0-80 16,0 0-16-16,0 0 0 0,42-2-320 0,-42 2 128 16,0 0-128-16,0 0 0 0,33-7 0 0,-33 7 0 0,0 0 0 0,0 0 0 15,0 0 0-15,0 0 0 0,40 2 0 0,-40-2-128 31,0 0-240-31,0 0-32 0,0 0-16 0,0 0 0 16,0 0-896 0,41 24-176-16,-41-24-48 0,0 0 0 0,0 0 112 0,0 0 16 0,0 0 0 0,40 2 0 0,-40-2 1056 0,0 0 224 0,0 0 128 15,29-7-160-15,-20 4 160 0,-9 3 176 0,0 0-48 0,26-8 0 16,-18 5 992-16,-8 3 192 0,0 0 32 0,0 0 16 16,36-5 16-16,-36 5 0 0,0 0 0 0,0 0 0 15,37 3-512 1,-37-3-96-16,0 0-32 0,0 0 0 0,0 0-416 0,0 0-96 0,39 18-16 0,-39-18 0 15,0 0-208 1,0 0 0-16,0 0 0 0,0 0-16928 0</inkml:trace>
  <inkml:trace contextRef="#ctx0" brushRef="#br0" timeOffset="68163.9">141 9277 4607 0,'-1'-2'400'0,"0"1"-400"0,-1-1 0 0,2 2 0 16,-1 0 1600-16,1-2 224 0,-2 2 48 0,0-3 16 15,-2 1 288-15,-2-1 64 0,0-1 16 0,-1-1 0 32,1 2-576-32,0 0-112 0,1 2-32 0,-1-1 0 0,1 2-256 0,-1-2-64 0,2 4-16 0,0 0 0 15,0 0-368-15,0 3-64 16,1 0 0-16,-2 2-16 15,-1 2-432-15,1 2-96 0,1 0-16 0,0 1 0 16,2 4-16-16,0 6 0 0,1 1 0 0,1-1 0 0,1 1-192 0,1-1 0 0,0-4 0 0,0-3 0 0,-2-15 160 16,0 0-160-1,16 33 160-15,-16-33-160 0,0 0 0 0,0 0 0 16,0 0 0-16,0 0 0 0,46 10 0 0,-37-18 0 16,-1 1 0-16,2-7 0 0,2-3 0 0,0-1 128 15,-2-2-128-15,-2 0 192 0,0-1-192 0,-2-2 0 16,0 2 0-16,-3-2 0 0,1 0 0 0,-3 1 0 15,-2 3-128-15,-1 2 128 0,-3 2 0 0,-1-1 0 16,-1 2 0-16,-2 2 0 0,-1 2 0 0,-1 4 0 16,0 5 0-16,0 1 0 0,0 3 0 15,0 2 0-15,1 4 0 0,2-1 0 0,1 1 0 0,1 2 0 0,1 1 0 0,2-2 0 16,3 2 0-16,2-5-192 0,1 4 192 0</inkml:trace>
  <inkml:trace contextRef="#ctx0" brushRef="#br0" timeOffset="68391.93">246 9457 16575 0,'-1'-6'736'0,"1"3"160"15,0 0-720-15,0 1-176 0,0 0 0 0,0 1 0 0,1 1 1968 0,-1-1 352 16,1 0 80-16,0-1 16 0,0 0-144 0,0 4-32 15,0 0 0-15,0 2 0 16,-1 4-1280-16,1 1-256 0,-1 1-48 0,0 1-16 0,1 1-448 0,0 2-192 16,0-1 128-16,0 1-128 0,-1-14-192 0,5 21-128 15,-5-21-32-15</inkml:trace>
  <inkml:trace contextRef="#ctx0" brushRef="#br0" timeOffset="68751.42">359 9284 19343 0,'-1'0'848'0,"0"-2"192"0,1 2-832 0,0 0-208 16,0 0 0-16,-1 0 0 0,2 0 1728 0,-2 0 288 0,0 2 64 0,-1-1 16 16,0 2-736-16,-1 2-144 0,0-1-16 0,0 2-16 0,0 3-480 15,0 1-80-15,-1 2-32 0,1 2 0 0,0-1-336 16,2 1-80-16,-1 1-16 0,1 0 0 0,0-1-160 0,1 1 0 15,2 1 0-15,0-4 0 0,-1-3 0 0,-1-9 0 16,0 0 0-16,0 0 0 0,0 0 0 0,0 0 0 16,0 0-144-16,0 0 144 0,0 0 0 0,38-2 0 15,-34-7 0-15,0-1 0 16,1-2 0-16,-1-2 0 0,1 0 0 0,-1 0 0 0,-2 2 0 0,1 0 0 16,-2 0 0-16,0-2 0 0,0-1 0 0,-2-1 0 15,0 2 0-15,-1 2 0 0,-1 2 0 0,1 1 0 16,-2-1 0-16,0 3 0 0,0 2 0 0,-1 4 0 15,1 0 0-15,0 1 0 0,0 2 0 0,1 1 0 0,0 2 0 0,0-1 0 16,1 1 0-16,0-2 0 0,0 1 0 0</inkml:trace>
  <inkml:trace contextRef="#ctx0" brushRef="#br0" timeOffset="69239.32">479 9369 14559 0,'0'-2'320'0,"0"2"64"0,0-2 0 0,-1 1 48 0,1 1-432 16,0 0 0-16,0 0 0 0,-1 0 0 0,0-2 3008 0,0 2 512 16,0 0 96-16,-1 0 32 0,0 0-1536 0,-1 2-288 0,2 1-64 0,-2-1-16 15,0 1-848-15,-1 1-160 0,2 1-32 0,-1 0-16 16,0 2-320-16,-1 0-64 0,1 0-16 0,0 2 0 31,0 0-160-31,0 0-128 0,0 0 192 0,2 0-192 0,0-1 0 0,2 1 0 0,0-2 0 0,1 0 0 16,0 0 208-16,1 0-64 0,1-2-16 0,0-2 0 15,0 1-128-15,0-1 128 0,-4-3-128 0,0 0 128 16,0 0-128-16,0 0 0 0,0 0 0 0,0 0 0 16,39 26 0-16,-36-22 0 0,1 2 0 0,0-1 0 15,-2 1-128-15,-1 1 128 16,1-2 0-16,-2 2 0 0,-1 0 0 0,0 0 0 16,-2 0-144-16,0 0 144 0,-2 3 0 0,0-3 0 0,-1 2 0 0,0-3 0 15,-2 0 0-15,0 1 0 0,-1-2 0 0,-2 0 0 0,-2 0 0 0,1-3 0 16,1 0 0-16,0-3 0 0,2-2 0 0,1 0 0 15,2-2 0-15,2-2 0 16,1-1-1632-16,1-3-320 0,1-3-64 16</inkml:trace>
  <inkml:trace contextRef="#ctx0" brushRef="#br0" timeOffset="69395.72">466 9410 8287 0,'2'0'736'0,"-1"-2"-592"0,0 2-144 0,0 0 0 0,0 0 3232 0,0 0 608 0,2-1 128 0,1 1 32 16,3-2-384-16,-7 2-80 15,0 0-16-15,0 0 0 0,33-5-1680 0,-33 5-352 0,0 0-64 0,35-12-16 16,-35 12-784-16,0 0-176 0,33-12-16 0,-33 12-16 16,0 0-288-16,0 0-128 15,34-7 128-15,-34 7-128 0,0 0-128 0,0 0-128 16</inkml:trace>
  <inkml:trace contextRef="#ctx0" brushRef="#br1" timeOffset="76761.14">1320 9152 5519 0,'-2'0'496'0,"1"-1"-496"0,1 1 0 0,-1 0 0 31,1 0 592-31,0-2 32 0,-1 1 0 0,0-1 0 0,0 0 704 0,1-3 144 0,0 0 16 0,2 1 16 16,0 0-48-16,0 0-16 0,1 0 0 0,1 0 0 31,1 1-416-31,-1 0-96 0,2 1-16 0,0 0 0 0,-1-1-400 0,2 3-64 0,-2 1-32 0,2 1 0 16,-3 0-240-16,1 3-48 0,-1-2-128 0,-2 1 192 0,3 0-192 0,-3 0 0 15,-1 0 0-15,0-2 0 0,-1 0 0 0,0-1 0 31,-1 1-128-31,1-2 128 0,-1 2 0 0,0-2 0 0,-1 0 0 0,0-2 0 0,0 2 0 0,-1-3 0 32,-1 1 0-32,0 0 0 0,1-2 0 0,-2 1 0 15,0 2 0-15,0-2 0 0,-1 0 384 0,2 0-32 16,-1 1 0-16,0-1 0 0,2 1 320 0,0 0 64 16,0 0 16-16,1-1 0 0,0 1-320 0,2-1-64 15,-1 2-16-15,2-2 0 0,0 1-352 0,1-1 0 16,0 0 0-16,1 1 0 0,0 0 0 0,2-3 0 15,1 2 0-15,-2 1 128 0,3 0-128 0,-2 0 0 0,2 1-128 0,-2-1 128 16,1 2 0-16,0 2-128 0,-2 1 128 0,-1-1 0 16,0 3 0-16,-1-2-128 0,-1 3 128 0,-1 0 0 15,-1 0 0-15,-1 2 0 0,-1 1 0 0,0-2-128 16,-1 0 128-16,1-1 0 0,-1 0 0 0,0-1 0 16,0-1 0-16,0-1 0 0,0 0 0 0,2-1 0 15,-1 0 0-15,0-2 0 0,1-2 0 0,1 0 0 16,0-1 0-16,1 0 0 0,1-1 0 0,1-1 0 15,0 0-320-15,1 1 0 0,0-2 16 0,1 2 0 32,0-1-992-32,0 1-208 0,0 1-32 0,0 1-16 0,0-1 64 0,0 1 16 0,0 2 0 0,0 0-4032 15,-1 2-816-15</inkml:trace>
  <inkml:trace contextRef="#ctx0" brushRef="#br1" timeOffset="77727.87">568 9148 10031 0,'-1'1'0'0</inkml:trace>
  <inkml:trace contextRef="#ctx0" brushRef="#br1" timeOffset="93357.93">552 9168 1839 0,'0'-2'160'0,"0"2"-160"15,-1 0 0-15,1 0 0 0,0 0 560 0,0 0 80 16,1-1 0-16,-1 1 16 0,1-2 368 0,-1 2 80 16,1-2 16-16,1 1 0 0,-2-1 224 0,2 2 32 15,0-1 16-15,1 0 0 0,0 1-240 0,0 0-32 16,2-2-16-16,0 2 0 0,-1 0-400 0,2 0-96 16,-1 0-16-16,0 0 0 0,0 2-432 0,1-2-160 15,1 1 0-15,-1 0 144 0,3 1-144 0,-1-1 0 0,1 1 0 16,-9-2 0-16,0 0 0 0,0 0 0 0,40 12-144 0,-40-12 144 31,0 0-832-31,0 0-64 0,47 8-16 0,-34-8 0 16,-13 0-1008-16,0 0-208 0</inkml:trace>
  <inkml:trace contextRef="#ctx0" brushRef="#br1" timeOffset="93799.65">867 9175 911 0,'1'0'0'0,"-1"0"0"0,0 0 0 0,1 0 0 16,1 0 512-16,2-2 32 0,2 2 0 0,1-1 0 15,3 1-544-15,-1-2 0 0,-1 2 0 0,1-1 0 16,-2 0 0-16,1-1 0 0,-1 1 144 0,1-1-16 15,1 0-128-15,-2-1 0 0,1 1 0 0,1 0 0 0,-1-1 0 16,0 1 0-16,0 0 0 0,-1 1 0 16,2 1 0-16,-2 0 0 0,1 0 0 0,0 0 0 0,-1 0 128 0,1 1 16 15,-1 1 16-15,0 0 0 0,-1 1 1504 0,1-1 320 16,-2 0 48-16,2 0 16 0,-2 1-432 0,2-1-80 16,-1-2 0-16,1 1-16 0,-1 1-272 0,1-2-48 15,-1-2-16-15,2 1 0 16,-1-1-592-16,0-1-112 0,2 0-32 0,-1-2 0 0,0 1-256 0,2 0-64 15,0-1-128-15,1 0 192 0,-2 2-192 0,1-1 0 16,0 0-192-16,-1 1 192 16,0 2-832-16,1-2-48 0,0 1-16 0,-1 1 0 15,0 1 16-15,1-2 0 0,-1 2 0 0,-2 0 0 0,1 2 480 0,-2-1 80 16,0 3 32-16,-1-3 0 0,0 2 288 0,0-2 0 0,-2 2 0 0,2-1 0 16,-1 0 0-16,0 0 144 0,1-2-144 0,0 0 128 15,0 0 176-15,1 0 16 0,-1 0 16 0,2-2 0 16,-1 0 576-1,2 0 112-15,0-1 32 0,0 0 0 0,1 1 288 0,-1 0 48 0,0-1 16 0,0 1 0 16,-1-1-400-16,1 1-80 0,-1 2-16 0,1 0 0 16,-3-2-576-16,2 2-112 0,-2 2-32 0,2-2 0 15,-1 0-192-15,0 2 0 0,-1 1 0 0,1-1 0 0,-2 1 0 16,1 0 0-16,0 0 0 0,-1 1 0 16,2 0-1008-16,0 0-80 0</inkml:trace>
  <inkml:trace contextRef="#ctx0" brushRef="#br1" timeOffset="94864.34">1797 9178 11055 0,'9'0'480'0,"-3"0"112"0,0 0-464 0,-2 0-128 16,-1 0 0-16,-1 0 0 0,2-1 800 0,1 1 144 16,4 0 16-16,2 0 16 15,-11 0-192-15,0 0-32 0,35-2-16 0,-26 2 0 0,1 0-96 0,-1 0 0 0,0 0-16 0,-1 0 0 31,0 2 0-31,0-2 0 0,1 0 0 0,0 0 0 16,-1 0-416-16,1 0-80 0,0 0 0 0,-2 0-128 16,2 1 128-16,-1 1-128 0,0-2 0 0,1 2 0 15,-1-1 0-15,1 0 0 0,0 1 0 0,-1-1 0 16,-8-1 0-16,0 0 0 0,0 0 0 0,36 7 0 16,-36-7 0-16,0 0 0 0,32 1 0 0,-21-1 0 0,0-1 0 15,0 1 0-15,1-2 0 0,0 1 0 0,-1 0 0 0,1 0 0 16,0-1 0-16,0 1 0 15,0-1 0-15,0 2 0 0,-12 0 0 0,0 0 0 0,35 0 320 0,-25 0-64 16,1 0 0-16,-2 0 0 0,1 0-48 0,-2 2-16 16,-8-2 0-16,0 0 0 0,0 0-192 0,0 0 0 15,41 12 0-15,-41-12 0 0,0 0 0 0,0 0 0 16,0 0 0-16,42 15-160 0,-42-15-96 0,0 0-32 16,0 0 0-16,38 7 0 15,-38-7-352-15,0 0-80 0,31 2-16 0,-20-2 0 16,-1 0 192-16,2-1 32 0,-12 1 16 0,0 0 0 15,35-1-336-15,-23 1-80 0,0-2-16 0,-12 2 0 16,0 0-224-16,39 0-32 0,-39 0-16 0,0 0 0 16,39 0-288-16,-39 0-64 0,0 0-16 0,36 2 0 15,-36-2 480-15,0 0 112 0,36 2 16 0,-36-2 0 0,0 0 752 0,35 5 208 0,-35-5 0 0,0 0 0 16,0 0 448-16,42 12 192 0,-42-12 16 0,0 0 16 16,0 0-272-16,47 11-48 0,-47-11-16 0,0 0 0 15,35 8-336-15,-35-8 144 0,0 0-144 0,37 1 0 16,-37-1 432-16,0 0-32 0,40 3 0 0,-40-3 0 0,0 0 176 0,41 0 48 15,-41 0 0-15,0 0 0 0,41 1 144 0,-41-1 16 16,0 0 16-16,39 2 0 0,-39-2-144 0,0 0-16 16,38 0-16-16,-25 0 0 0,-1 0-368 0,2 0-64 15,-14 0 0-15,28-2-16 0,-13 1-400 0,1 1-80 16,-1-3-16-16,-1 2 0 16,3-1-1104-16,0-1-240 0,-1 0-32 0,1 0-16 0,2 0 1360 0,-1 0 352 15,2 1 0-15,-2-1 0 0,2 1 0 16,-3 0-144-16,1 0 144 0,-18 2 0 0,33-3-128 0,-18 3 128 15,1-2-128-15,-1 1 128 0,-15 1 304 0,29 0 112 0,-29 0 32 16,32 0 16-16,-32 0-48 0,32 1-16 16,-32-1 0-16,29 2 16 0,-29-2-416 0,30 2 0 0,-30-2-144 0,31 3 144 15,-31-3-256-15,33 2 16 0,-33-2 16 16,33 2 32-16,-33-2 192 0,32 1 0 0,-16-2-160 0,-16 1 160 16,28 0 384-16,-28 0 128 0,28 0 16 0,-14-2 48 15,0 2-48-15,-1-2 0 0,0 2 0 0,1-2 32 16,-14 2-560-16,27-1 0 0,-15 1 0 0,1 0 128 15,0-2-128-15,1-1 0 0,0 3-176 0,-1-2 176 16,-13 2-176-16,28-1 48 0,-28 1 0 0,29-3 128 0,-29 3-352 16,30-2 32-1,-30 2 16-15,30-1 16 0,-30 1-480 0,29-3-112 0,-16 2-16 0,0 0 32 16,-1-1 272-16,1 2 48 0,0 0 16 0,0-2 16 0,0 0 208 0,0 1 48 16,-1-3 16-16,0 1 0 0,0 2 560 0,-1 0 128 15,0-2 0-15,0 1 16 16,-1 2-176-16,-1-3-32 0,1 3-16 0,0 0 0 0,0 0 16 0,0 0 0 15,-10 0 0-15,0 0 0 0,0 0-256 0,39 6 0 16,-39-6 0-16,0 0 0 16,0 0-336-16,41 9-64 0,-41-9-16 0,0 0 0 15,0 0-112-15,43 11-32 0,-43-11 0 0,0 0 0 16,36 6-192-16,-36-6-32 0,0 0-16 0,37 2 0 0,-37-2 656 0,27 0 144 16,-13-2 0-16,-1 2 0 0,1-3 0 0,1 3 0 0,1-2 0 0,-16 2 0 15,31 0 0-15,-31 0 0 16,29 0 0-16,-29 0 0 0,0 0 0 0,44 7 0 15,-44-7 0-15,0 0 0 0,43 12 0 0,-43-12 0 0,0 0 0 0,46 18 0 16,-46-18 0-16,0 0 0 0,43 24 0 0,-43-24 0 16</inkml:trace>
  <inkml:trace contextRef="#ctx0" brushRef="#br1" timeOffset="96116.08">5062 9244 10127 0,'2'-2'896'0,"-1"1"-704"16,0 1-192-16,-1 0 0 0,0 0 960 0,1-2 144 15,1 2 48-15,0-3 0 0,2 1 288 0,0 0 64 16,-1-1 16-16,2 1 0 0,0 2-496 0,0 0-112 16,1 0-16-16,-1 0 0 0,3 0-576 0,-1 0-112 15,0 0-16-15,2 0-16 0,0 2-176 0,1-2 0 16,0 0 0-16,2 0 0 0,1 0-160 0,-13 0-16 15,26 3 0-15,-26-3 0 16,30 4-1280-16,-30-4-256 0,32 3-48 0,-15-3-16 16,1 0 64-16,0 0 16 0,0 0 0 0,0-2 0 15,-2 1 848-15,1-1 160 0,0 1 48 0,-2 0 0 0,0-2 448 0,0 1 192 0,2-1-176 0,-2 1 176 16,0 2-256-16,-1-1 32 0,-1 0 16 0,-1 1 0 16,1-2-208-1,0 0-32-15,0 1-16 0,0 1 0 0,-1 0 464 0,1-2 0 16,0 0 0-16,0 1 0 0,-1 1 176 0,-2-2-32 0,0 4 0 0,0-4 0 15,0 2-144-15,0 0 0 0,-2-2 0 16,0 2 0-16,0 0 176 0,-1 0-48 0,0 0-128 0,-1 0 192 0,1 0 336 0,-1 0 64 16,1-2 16-16,-2 2 0 0,2-1-288 0,-1 1-64 15,2-2-16-15,-1 2 0 0,2 0-32 0,2 0 0 16,-1 0 0-16,1-2 0 0,1 2 48 16,2 0 16-16,0 0 0 0,0-1 0 0,0 1-272 0,2 0 160 15,0 0-160-15,2 0 128 0,-1 0-128 0,1 0 0 16,-18 0 0-16,38 3 0 31,-38-3-512-31,37 2-48 0,-37-2 0 0,40 5 0 0,-21-3-832 0,1-2-160 0,0 0-48 0,0 1 0 0,0-1 1264 0,1 0 336 0,1 0 0 0,0 0 0 16,-1 0 0-16,2 0-128 0,0 1 128 0,0-1 0 15,1 0 0-15,1 0 0 16,-1-1 0-16,0 0 0 0,0 1 0 0,-1-2-128 0,-1 0 128 0,-1 0 0 16,2 1 0-16,-2-3 0 0,1 1 0 0,-1 2 0 15,1-2 0-15,-1 1-128 16,0 1 128-16,0-1 0 15,0 2 0-15,1-1 0 0,-1 2-128 0,-1-1 128 16,2 0 0-16,-4 0 0 0,-18 0 0 0,37 2 0 0,-19-1 768 0,-1-1 256 16,0 1 32-16,0 0 16 0,-1 1 368 0,-1-2 80 0,-15 0 16 0,31 2 0 15,-15 0-368-15,0-2-64 16,-1 1-16-16,0 1 16 0,1-2-576 0,1 2-112 16,-1-2-32-16,1 1 0 0,1 1-384 0,-2-2 0 15,2 0 0-15,0 0 0 0,-2 0 0 0,1 0 0 16,0-2-192-16,-1 2 192 0,0-1-368 0,0 1 48 15,1-2 0-15,-1 0 0 16,2 1-256-16,-1 1-32 0,0-2-16 0,0 2 16 0,0 0 288 0,-1-1 64 16,2 1 16-16,0 0-5792 0</inkml:trace>
  <inkml:trace contextRef="#ctx0" brushRef="#br1" timeOffset="96292.08">7837 9212 1839 0,'7'0'160'0,"4"1"-160"0,-3 1 0 0,-4-2 0 15,1 0 1232-15,2 0 224 0,8 1 32 0,7 1 16 16,8 0 64-16,1-2 16 0,-3 0 0 0,-3 0 0 16,-2 0-800-16,-3 0-144 0,0 0-48 0,-2-2 0 15,0 2-464-15,-2-2-128 0,1 1 0 0,-1 1 0 16,0 0 0-16,-1 0 0 0,0 0-160 0,1 1-4288 16,-1 1-864-16</inkml:trace>
  <inkml:trace contextRef="#ctx0" brushRef="#br1" timeOffset="96480.73">8604 9211 911 0,'17'-1'0'0,"-4"1"0"0,0 0 0 0,-3 0 0 15,-3 0 0-15,-2-2 0 16,4 2 224-16,5 0-32 0,8 0-16 0,6 0 16 0,1-2-32 0,-1 0-16 16,-2 1 0-16,-2 1 0 0,-2-2 560 0,-1 2 96 15,-1 0 32-15,-1 0 0 0,0 0 304 0,-2 0 48 0,3 2 16 0,-2-1 16 16,3 1-960-16,-2 0-256 15,1-2 0-15,0 2 0 0,-20-2 0 0,44 5 0 0,-21-4 0 0,-1-1 0 16</inkml:trace>
  <inkml:trace contextRef="#ctx0" brushRef="#br1" timeOffset="96843.91">9658 9210 23039 0,'14'0'1024'0,"-4"0"192"15,1 0-960-15,-1 0-256 0,-4 0 0 0,0 0 0 0,3-2 800 0,6 2 112 16,8 0 32-16,7-2 0 16,2 0-1344-16,0 1-272 0,-5-3-48 0,-1 1-16 15,-2 2-3408-15,-4 0-672 0,0 1-144 0,-1-2-32 0,0 1 3840 0,0 0 768 16,0 1 160-16,-2-1 32 0,2 1 1152 0,-2 0 256 16,0 0 32-16,1 0 16 15,0 0-1456-15,0 0-272 0,1 0-64 0,0 0-16 16,0 2 416-16,1-2 128 0,-2 0 0 0,0 0 0 0,0 0-144 0,-2 0 144 15,0 0 0-15,-1 0 0 0,-1 0-160 0,0 1 160 16,-1 1 0-16,0-2 0 0,1 1-160 0,-1 0 160 16,0-1 0-16,0 2 0 0,0-2-144 0,0 1 144 0,1-1 0 0,-1 0 0 15,1 0-160-15,1 0 160 0,-1 2 0 0,1-2 0 16,0 0-144-16,-1-2 144 16,2 1 0-16,0 1 0 0,0-2-160 0,0 1 160 0,-1 0 0 0,-1-2 0 15,0 2-144-15,0 0 144 0,-1 1 0 0,-1 0 0 16,-1 0-160-16,-1 0 160 0,1 0 0 0,-1 0 0 15,0-2-144-15,0 1 144 0,0 1 0 0</inkml:trace>
  <inkml:trace contextRef="#ctx0" brushRef="#br1" timeOffset="97254.94">11096 9194 18431 0,'7'-4'816'0,"-1"1"160"0,-1 2-784 0,0-1-192 16,-2 0 0-16,-2 2 0 0,3-2 336 0,2-1 32 15,3-1 0-15,2 0 0 0,2-2-368 0,-1 1 0 16,-1 1-192-16,-1 1 64 0,0 0 128 0,-3 1-160 16,1 2 160-16,-1-2-160 0,0 2 560 0,1-2 112 0,0 0 32 0,1 1 0 15,-1 1-224-15,1-2-64 16,-1 2 0-16,2-2 0 15,-1 1-592-15,1 1-128 0,0-2-32 0,2 2 0 16,0 2-512-16,0-2-96 0,2 3-32 0,-1-3 0 0,1 0 848 0,1 2 288 0,2-2-192 0,0 0 192 16,-1 0 0-16,3 0 0 0,-1 0 0 0,2 0 0 15,-1-2 0-15,2 0 0 0,0 2 0 0,0-1 0 16,0 1 0-16,0-2 0 0,1 2 0 0,0 0 0 16,0 0 0-16,0 0 0 0,0 0 0 0,-2 0 0 15,0 0 0-15,0 2 0 16,-1-1 0-16,0 1 0 0,-1-2 0 0,0 2 0 0,2-1 0 0,0 1 0 0,-1 0 0 0,-1-2 0 15,2 1 0-15,-2 0 0 0,2-1 0 0,-1 2 0 16,3 1 0-16,0-2 0 16,-1 1-960-16,1 0-112 0</inkml:trace>
  <inkml:trace contextRef="#ctx0" brushRef="#br1" timeOffset="98107.95">12515 9170 1839 0,'13'0'160'0,"-1"0"-160"31,-3 0 0-31,-4-1 0 0,1 1 1152 0,3 0 208 0,11-1 48 0,9-1 0 0,8 1-336 0,5-3-64 16,-2 3-16 0,-2-1 0-16,-3 1-672 0,-2 0-144 0,-3 1-32 0,-2-2 0 15,-1 2-144-15,-1 0 0 0,0 2 0 16,-2-2 0 0,0 0-576-16,-1 0-32 0,3 2-16 0,-2-2 0 15,0 0-352-15,0 0-80 0,2 2-16 0,-1-2 0 0,0 1 384 16,1 1 80-16,-1 0 16 0,0-2 0 0,0 1 592 0,0 1 0 0,0-2 0 0,-1 1 176 15,0 0-176-15,0-1 0 0,0 0 0 0,-2 0 0 16,1 0 0-16,0 0 0 0,2 0 0 0,0 2 0 0,0-2 0 16,0 0 0-16,0 0 0 0,-1 1 0 0,-1 1 0 15,0 0 0-15,-1-2 0 0,0 1 0 0,0 1 0 0,-2-2 0 16,0 0 0-16,-1 0 0 0,1 0 0 0,-2 0 0 16,2 2 0-16,1-2 0 0,0 0 0 0,3 0 0 15,-1 0 0-15,-2 1 0 0,0 0 0 0,0-1 0 16,-1-2 0-16,1 0 0 0,-2 2 0 0,1-2 0 15,2 1 0-15,-1-1 0 0,0 2 0 0,-1-3 0 16,0 3 0-16,1-2 0 0,0 1 0 0,0 0 0 16,2 1 0-16,-1-3 0 0,0 3 128 0,0-2 64 15,-1 2 16-15,-1-2 48 0,0 1 384 0,0-1 96 0,1 2 16 0,1-2 16 16,-2 2-224-16,0-2-48 0,0 0-16 0,0 1 32 16,0-1-720-16,-1 1-160 0,2 0-16 0,-1 1 0 15,2 0 384-15,0 0 0 0,-1 1 0 0,0 0 0 16,-1 1 0-16,-1-1 0 15,0 1 0-15,0-2 0 0,-1 2 0 0,0-2 0 0,-2 2 0 0,1-2 0 16,0 2-144-16,-1-1 144 0,0 1 0 0,1-2 0 16,-1 2 0-16,-1-2-128 0,2 0 128 0,0 0 0 15,0 0 0-15,0 0 0 0,0 1 0 0,0-2 0 16,2 1-144-16,-2 0 144 0,0 0 0 0,0 0 0 0,1 0 0 0,-2 0-128 16,2-2 128-16,-1 2 0 0,-2 0 0 0,2 0-144 15,0 0 144-15,0-2 0 0,-2 2 464 0,2 0 192 16,1 0 48-16,-2 0 16 0,2 0-16 0,-1 0-16 15,0 0 0-15,1 0 32 0,-1-1-720 16,2 1 0-16,0 0 0 0,0 0 0 0,1 0 0 0,-3 0-160 16,2 0 160-16,0-2-128 0,1 2 0 0,-1-1 0 15,0 0 0-15,0-1 128 0,1 2-144 0,-1-2 144 16,1 1-128-16,-1-1 128 0,0 1-224 0,-1 0 16 16,2 0 0-16,-2 1 16 15,2 0-528-15,-1 0-112 0,0 0-32 0,-3 1 32 0,1 0 368 0,-1 2 64 0,0-3 16 16,-1 3 16-16,0-1 368 0,-1-2 0 0,0 2 160 0,0 0-32 15,-1-2 112-15,1 1 16 16,0 1 0-16,0-2 32 0,0 0-288 0,-1 0 0 0,3 0 0 0,-1-2 0 16,1 1 0-16,0 1 0 0,1-2 0 15,2 0 0 1,1 0-720-16,0-1-48 0,-1 0 0 0,2 1 0 0,-1 0 608 0,-1 0 160 0,2 0 0 16,-2 1 0-16,1-1 0 0,-1 0 0 0,1 1 0 0,-1 1 0 15,2-2 0-15,-2 2 0 0,1 0 0 0,0 0 0 16,-1 0 0-16,1 0 0 0,0 2 128 0,2-2-128 15,0 3 0-15,1-1 0 0,1-2 0 0,0 0 0 0,1 0 0 0,-1 0 0 16</inkml:trace>
  <inkml:trace contextRef="#ctx0" brushRef="#br1" timeOffset="100132.9">17546 9211 10127 0,'-2'0'448'0,"1"-1"96"0,1 1-544 0,0 0 0 0,0 0 0 0,0 0 0 15,1 0 288-15,0-2-48 0,1 2-16 0,0-2 0 16,2 0-224-16,0 1 0 0,1-1 0 0,0 0-160 16,1 1 288-16,-1-1 48 0,2 1 16 0,-1 1 0 15,2-1 1056-15,-2 1 224 0,2 0 32 0,-2 1 16 16,0 0-672-16,0 1-128 0,0-2-16 0,0 1-16 0,0 1-544 0,-1 0-144 31,1-1 0-31,0 1 0 0,0 0 144 0,1-2-144 0,1 0 192 0,-1 2-192 0,1-2 432 0,1 0-32 16,1 0 0-16,0 0 0 0,1 0-176 0,0-2-32 15,2 2-16-15,-1 0 0 0,0-2-176 0,0 2 0 16,0-3 0-16,0 1 0 0,-1 2 0 0,1-3 0 16,0 3 0-16,0-2 0 0,0 0 0 0,-1 2 0 15,0-2 0-15,1 2 0 0,-2-1 0 0,1 0 0 16,0 1 0-16,-1 0 0 0,0 1 160 0,2 0-160 15,1 1 192-15,0-2-192 0,0 2 0 0,2-2 0 16,2 2 0-16,1-1 0 0,1 1 0 0,1 0-192 0,1-1 16 0,0 1 16 31,1 0-864-31,1-2-192 0,-1 0-16 0,-2 0-16 16,2 0 368-16,-2 0 80 0,1 2 16 0,1-2 0 0,-2 0 464 0,0 0 112 0,-1 0 16 0,1 1 0 16,-2 0 192-16,0 0 0 0,0 1 192 0,1 1-192 15,-2-1 0 1,1 0 0-16,0 0 0 0,-1-1 0 0,1 1-512 15,-2 0-144 1,-1-2-48-16,-1 1 0 0,0-1-512 0,0 0-128 0,1 0 0 0,-1-1-16 16,0 1 464-16,0 0 112 0,0-2 16 0,0 2 0 0,0 0 576 0,-1-2 192 0,1 1 0 0,0 1 0 0,-1-2 0 0,0 2 0 31,1 0 0-31,0-1 0 0,-1 0-128 0,0 1 128 0,1 0 0 0,-2 0 0 16,0 0 0-16,0 0 0 0,-2 0 0 0,1 0 0 15,-2 0 0-15,0 0 256 16,0-2 0-16,-1 2-16 0,0 0-240 0,-1-2-208 0,1 1 32 0,0 1 16 15,0-3 160-15,0 2 0 0,-1 0 0 0,1-1 0 0,0 0 576 0,0 0 64 32,2 1 0-32,-1-1 0 0,0 0 144 0,1 1 48 0,-1-1 0 0,1 1 0 0,0 1-32 0,1-1 0 31,-1 1 0-31,0 0 16 0,1 0-416 0,0 0-80 0,-1 0 0 0,2 1-16 16,-1 0 384-16,0-1 80 0,1 2 0 0,2 1 16 15,1-1 352-15,1-1 64 0,2 3 16 0,1-2 0 16,1 0-192-16,-1 1-16 0,4-2-16 0,-1 1 0 15,1-2-160-15,0 0-48 0,2 2 0 0,1-2 0 16,1 0-544-16,1 0-112 0,-2 0-128 0,2 2 176 16,1-2-176-16,1 2 0 0,0-1 0 0,-1 1 0 15,-3-2-480-15,-2 0-80 16</inkml:trace>
  <inkml:trace contextRef="#ctx0" brushRef="#br2" timeOffset="130913.48">14144 9756 911 0,'0'0'0'16,"0"0"0"-16,0 0 0 0,0 0 0 0,0 0 640 0,0-2 64 16,0 2 0-16,1-1 0 0,0 1 352 0,-1-2 80 15,0 2 16-15,1 0 0 0,-1-2-64 0,0 2-16 16,0 0 0-16,0 0 0 15,0 0-432-15,0 0-96 0,0 0-16 0,0 0 0 16,0 0-208-16,0 0-32 0,0 0-16 0,0 0 0 16,0 0 112-16,0 0 32 0,0 0 0 0,0 0 0 0,0 0-64 0,0 0-16 15,0 0 0-15,0 0 0 0,0 0-96 16,0 0-32-16,0 0 0 0,0 0 0 0,0 0-80 0,0 0-128 16,0 0 176-16,3-1-176 0,-3-1 208 0,0 2-64 15,0 0-16-15,0-1 0 0,0 0-128 0,0 1 160 16,0 0-160-16,0 0 160 0,0 0-32 0,0-2 0 15,0 2 0-15,0 0 0 0,0 0 96 0,0 0 16 0,0 0 0 0,0 0 0 16,0 0-32-16,0 0 0 0,0 0 0 0,-1 0 0 31,1 0-208-31,0 0 128 0,0 0-128 0,0 0 0 0,0 0 0 0,0 0 0 0,0 0 0 0,0 0 0 16,0 0 0-16,0 0 0 0,0 0 0 0,0 0-160 16,0 0-288-16,0 0-48 0,0 0-16 0,0 0 0 15,0 0 128-15,0 0 32 0,0-2 0 0,0 2 0 16,0 0 80-16,0 0 16 0,0 0 0 0,0 0 0 31,0 0-176-31,0 0-16 0,0 0-16 0,0 0 0 0,0 0 96 0,0 0 32 0,0 0 0 0,0 0 0 0,0 0 144 0,0 0 16 16,0 0 16-16,0 0 0 0,0 0 160 0,0 0 0 15,0 0 0-15,0 0 0 0,0 0 0 0,0 0 144 32,0 0 0-32,0 0 0 0,0 0 432 0,0 0 96 0,0 0 16 0,0 0 0 0,2-1 16 0,-2 1 16 31,1-2 0-31,-1 2 0 0,0-1-144 0,0 1-48 0,0-1 0 0,0 1 0 0,1-1-320 0,-1 1-64 15,0 0-16-15,0 0 0 0,1 0-128 16,-1 0 0 0,0 0 0-16,0 0 0 0,0 0 0 0,0 0 0 15,0 0 0-15,0 0 0 0,0 0 0 0,0 0 0 0,0 0 0 0,-2 0 0 16,2 0 0-16,0 0-256 0,0 0 64 0,0 0 16 16,0 0-80-16,0 0-32 0,0 0 0 0,0 0 0 31,0 0-208-31,0 0-32 0,0 0-16 0,0 0 0 15,0 0 32-15,0 0 16 0,0 0 0 0,0 0 0 0,0 0-240 16,0 0-48-16,0 0-16 0,0 0 0 0,0 0-160 0,0 0-48 0,-5 6 0 0,5-6 0 16,-1 0 352-16,1 0 64 0,-1 0 16 0,1 0 0 15,-1 0 304-15,1 0 64 0,-2 2 16 0,1-2 0 16,1 0-176-16,0 0-16 0,0 0-16 0,0 0 0 0,0 0 400 16,0 0-128-16,0 0 128 0</inkml:trace>
  <inkml:trace contextRef="#ctx0" brushRef="#br2" timeOffset="134152.45">14355 9736 1839 0,'0'-2'160'0,"-1"1"-160"0,1 0 0 0,-1 1 0 0,1 0 448 0,-1-2 48 16,0 0 16-16,0-1 0 0,-1-2-32 0,0 1 0 15,0 1 0-15,1 1 0 0,0 1 96 0,1-1 32 16,0 2 0-16,0 0 0 0,0-1 320 0,-1 1 64 15,1 0 16-15,0 0 0 0,0 0-48 0,0 0 0 16,0 0 0-16,0 0 0 0,0 0-240 0,0 0-48 16,0 0-16-16,0 0 0 0,0 0-160 0,0 0-48 15,-1 21 0-15,1-21 0 0,0 0-128 0,-2 17-48 0,2-17 0 0,0 0 0 16,-2 15-48-16,1-12-16 0,1-3 0 0,0 0 0 16,0 0-80-16,0 0 0 0,0 0-128 0,0 0 192 31,0 0 0-31,0 0-16 0,0 0 0 0,0 0 0 0,0 0 144 0,0 0 16 0,0 0 16 0,1-5 0 31,0 1-80-31,0-2-16 0,1 2 0 0,-1-4 0 0,0 2-256 0,0-1 0 0,0 2 0 0,1-3 0 16,0 4 0-16,-1-3 0 0,1 4 0 0,0-1 0 15,-1 1 0-15,-1 3 160 0,0 0-160 0,0 0 192 16,0 0 32-16,0 0 16 0,0 0 0 0,0 0 0 16,0 0 128-16,0 0 16 0,0 0 16 0,0 0 0 15,0 0-80-15,3 31 0 0,-3-31-16 0,0 0 0 16,-3 22-160-16,3-22-16 0,0 0-128 0,0 0 192 15,-3 16-192-15,3-16 128 0,-2 5-128 0,2-3 0 0,0-2 0 16,0 0 0 0,0 1 0-16,0-2 0 0,0-1 144 0,1-1-144 15,0-1 128-15,0-1-128 0,1 2 192 0,-1-1-64 0,0-3 0 0,0 2 0 0,1 0-128 0,-1-2 0 32,0 3 0-32,0-2 0 0,0 2 0 0,0-1 0 15,-1 1 0-15,1 1 0 0,-1 1 0 0,0-1 0 16,0 1-144-16,0 0 144 0,0 1 0 0,-1 1 0 0,1-2 0 0,-1 2 0 15,0 0 0-15,1 0 0 0,-1 2 0 0,0-1 0 16,1-1 0-16,0 0 0 0,-3 9 0 0,3-9 0 16,0 0 192-16,0 0-64 0,-2 14-128 0,2-14 192 15,0 0 128-15,0 0 32 0,0 0 0 0,0 20 0 16,0-20-32-16,0 0-16 0,0 0 0 0,0 0 0 16,0 0-16-16,0 0 0 0,0 0 0 0,0 0 0 15,0 0-128-15,0 0-32 0,0 0 0 0,0 0 0 0,0 0 16 0,0 0 0 16,0 0 0-16,0 0 0 0,0 0-16 0,0 0-128 15,0 0 192-15,0 0-64 0,0 0-128 0,0 0 0 16,5-6 0-16,-6 3 0 0,0 2 0 0,0-2 0 16,0 1 0-16,0-1 0 0,-1 0 0 0,0 0 0 15,-1-2 0-15,1 0 0 0,-1 1 0 0,1-2 0 16,-1 2 0-16,1-3 0 0,0 2 0 0,0 0 0 16,1 1 0-16,1 1 0 0,-1 2-304 0,1 0 64 15,0 1 16-15,0 0 0 16,0 0-192-16,0 0-32 0,0 0-16 0,0 0 0 15,0 0 0-15,11 28 0 0,-11-28 0 0,0 0 0 16,7 29 32-16,-7-29 16 0,0 0 0 0,0 0 0 16,11 33-32-16,-11-33-16 0,0 0 0 0,0 0 0 15,0 0-96-15,0 0-16 0,0 0 0 0,0 0 0 16,0 0-128-16,0 0-16 0,0 0-16 0,0 0-9248 0</inkml:trace>
  <inkml:trace contextRef="#ctx0" brushRef="#br2" timeOffset="137155.03">14327 8900 4191 0,'0'0'384'0,"0"0"-384"15,0 0 0-15,0 0 128 0,0 0-128 16,0 0 0-16,0 0 0 0,0 0 0 0,0 0 0 0,0 0 0 31,0 0 0-31,2-4 0 0,-2 1 0 0,0 0 0 16,0 1 0-16,0-3 0 0,1 0 0 0,0 1 0 0,0-1 0 0,0 0 0 15,1-1 0-15,0 0 0 0,0 0 320 0,0 0 96 16,-1 2 32-16,1-1 0 0,-1 0 32 0,0 3 0 16,0-2 0-16,0 1 32 0,0 3-192 0,-1-2-48 15,0 1 0-15,0 1 16 0,0-2 80 0,0 2 16 16,-1 0 0-16,0-1 16 0,0 1 224 0,0-1 32 16,0 1 16-16,-1-2 16 0,2 1-48 0,-2-1 0 15,0 0 0-15,0 1 32 0,0-1-32 0,0 1 0 16,1 0 0-16,-1-1 16 0,2 2-144 0,-1-2-16 15,0 1-16-15,-1-1 16 0,1 1-208 0,0 1-32 0,1-2-16 0,0 0 16 16,0 0-256-16,0-1 0 0,0 1 0 0,-1-3 0 16,1 3-160-16,-1-1 160 0,0-2-192 0,-1 2 192 15,1-2-192-15,0 0 32 0,-1 2 16 0,-1-2 16 16,1 0-112-16,-1 1-16 0,0-1 0 0,1 0 0 16,-1 3-80-16,0 0-32 0,0-1 0 0,0 1 0 15,1 0 128-15,0 1 32 0,1 1 0 0,-1 0 0 16,1 0-160-16,0 0-16 0,0 0-16 0,0-2 0 15,1 2-128 1,-1 0-32-16,0 0 0 0,0-2 0 0,0 2-416 0,0-2-96 0,1 1-16 16,-1-1 0-16,1-1 256 0,0 0 64 0,0 0 0 0,0 0 0 15,1-2 256-15,0 3 48 0,0-2 16 0,0 1 0 0,0 0 48 0,-1 0 16 16,1 2 0-16,-1-1 0 0,0 2 384 0,0 0 0 16,-1-2 0-16,1 2 0 0,0 0 336 0,-1 2 48 15,1-2 16-15,-1 2 0 0,1-2 192 0,-1 1 48 16,0 0 0-16,0-1 0 0,0 0 128 0,0 0 16 15,0 2 16-15,0-2 0 0,1 0 64 0,-1-2 16 16,1 1 0-16,0 0 0 0,0-1-176 0,0-1-48 16,0 0 0-16,0 0 0 0,0 0-272 0,0 0-64 0,1-1-16 15,-1 1 0-15,1 1-112 0,-1-1 0 0,0-1-16 0,0 1 0 16,0 1-48-16,-1 0-128 0,0 0 192 0,1 1-64 16,-1-1-128-16,0 0 0 0,-1 1 0 0,0-1 128 15,1 0-128-15,-1-1 0 0,0-2 0 0,-1 2 0 16,2-1 0-16,-2-1 0 0,1 3 0 0,-1 0 0 15,1-2 0-15,0 1 0 0,1 1 0 0,0 1 0 16,0-1 0-16,0 2 0 0,0-1 0 0,0 1 0 16,1-1 0-16,0 1 0 0,0 0 0 0,0 1 0 15,0-1 224-15,1 0 16 0,-1 1 0 0,0-1 0 16,0 2 48-16,0 1 16 0,0-1 0 0,1 1 0 0,-1 0-32 0,0 0 0 16,0 1 0-16,0-4 0 0,0 0-48 0,0 0-16 15,0 18 0-15,0-18 0 0,0 0-208 0,-1 16 0 16,1-11 128-16,-1 2-128 0,1-1 0 0,0-6 176 15,1 17-176-15,-1-6 160 0,0-11-160 0,1 23 192 16,-1-23-192-16,2 25 192 0,-2-25-64 0,1 28 0 16,-1-28 0-16,1 26 0 0,-1-26-128 0,2 24 128 15,-2-24-128-15,0 0 128 0,4 29-128 0,-4-29 0 16,0 0 0-16,0 0 0 0,0 0 0 0,8 27-176 16,-8-27 176-16,0 0-192 0,0 0-48 0,0 0-16 0,0 0 0 15,0 0 0 1,10 31-576-16,-10-31-112 0,0 0-16 0,0 0-16 15,2 29 224-15,-2-29 48 0,0 0 16 0,-1 28 0 16,1-28-16-16,0 19 0 0,0-19 0 0,-1 20 0 0,0-9 288 0,0-4 48 0,1-7 16 0,-1 15 0 16,0-9 352-16,1-6-176 0,-1 12 176 15,1-10-128-15,0 1 128 0,0-1 0 0,1 1 0 0,-1-1 0 16,1-1 0-16,-1 0 0 0,1 1 0 0,0 1 0 16,-1-3 0-16,0 0 192 0,0 0-64 0,0 0 0 15,0 0-128-15,0 0 128 0,6 24-128 0,-6-24 128 16,0 0-128-16,1 21 0 0,-1-21 128 0,0 16-128 15,0-16 0-15,-1 17 0 0,1-17 0 0,0 0 0 0,-1 24 0 0,0-17 0 16,0 1 0-16,0-2 0 0,1-6 144 0,-2 14-144 16,2-14 192-16,-1 10-192 0,1-10 272 0,0 0-48 15,0 0-16-15,0 0 0 16,0 0-624-16,1 21-128 0,-1-21-32 0,0 0 0 0,0 0 576 0,0 0 0 16,0 0 0-16,0 0 0 0,0 0 0 0,0 0 0 15,16 27-160-15,-16-27 160 0,0 0 0 0,0 0-144 16,0 0 144-16,0 0 0 0,0 0-128 0,11 29 128 15,-11-29 0-15,0 0-128 0,0 0 128 0,0 0-192 16,0 20 192-16,0-20-144 16,0 0 880-16,0 0 176 0,-2 12 48 0,2-12 0 0,-2 6 352 0,2-6 80 0,0 0 16 15,0 0 0 1,-2 13-224-16,2-13-32 0,0 0-16 0,0 0 0 0,-1 19-208 0,1-19-32 0,0 0-16 0,0 0 16 16,1 19-304-1,-1-19-48-15,0 0-16 0,0 14 0 0,0-14-128 0,0 0-16 0,-1 19-16 0,1-19 0 16,0 0-96-16,-3 21-16 0,3-21 0 0,0 0 0 15,-2 22-64-15,2-22-32 0,-1 14 0 0,-1-7 0 16,2-7 16-16,-2 14 0 0,1-7 0 0,0 1 16 16,0-2-192-16,0 0 0 0,1-6 0 0,0 0 128 0,-2 18-128 0,2-18 0 15,-2 14 0-15,2-14 0 0,0 0 0 0,0 20 0 32,0-20 0-32,0 0 0 0,0 19 0 0,0-19 0 0,0 0 0 0,0 23 0 15,0-23 0-15,0 0 0 0,0 24 0 0,0-24 0 16,-1 14 0-16,1-14 0 0,0 0 0 0,-1 20 0 0,1-20 0 0,-2 11 0 31,2-11 0-31,0 0 0 0,-2 12 0 0,2-12 0 0,0 0 0 0,0 0 0 0,0 0 896 16,0 0 80-16,-1 15 32 0,1-15 0 31,0 0-1648-31,0 0-320 0,0 0-64 0,0 0 0 0,0 0 768 0,0 0 256 0,0 0-160 0,0 0 160 31,0 0-784-31,0 0-80 0,0 0-16 0,0 0 0 16,0 0-336-16,0 0-80 0,0 0-16 0,0 0 0 15,0 0-16-15,0 0 0 0,0 0 0 0,0 0 0 0,0 0 736 0,9-10 144 16,-8 2 16-16,0-1 16 0,1 2 160 0,0-5 48 0,1 2 0 0,-1 1 0 16,0 0 64-16,1-1 16 0,-1 1 0 0,0 2 0 15,-1 2 624-15,1-2 128 0,-1 2 16 0,-1 0 16 16,0 1-32-16,0-1-16 0,0 2 0 0,0 1 0 0,0 2 0 0,0-2 0 16,0 2 0-16,0 0 0 0,0 0 288 0,0 0 48 15,-1 2 16-15,1-2 0 0,-1 0-32 0,1 0 0 16,0 0 0-16,0 0 0 0,-2 13-368 0,2-13-80 15,0 0-16-15,-1 16 0 0,1-16-96 0,0 0-32 16,0 21 0-16,0-21 0 0,0 19-64 0,0-19-16 16,0 23 0-16,0-23 0 0,1 29 0 0,-1-29 0 15,2 29 0-15,-2-29 0 0,2 26-64 0,-2-26 0 16,1 21-16-16,-1-21 0 0,0 0-176 0,4 21 0 16,-4-21 0-16,0 0 128 0,0 0-128 0,0 0 0 15,0 0 0-15,0 0 0 0,9-10 0 0,-8 2-224 0,0 0 80 16,0-2 16-1,-1-1-352-15,1 1-64 0,-1-1-16 0,0 1 0 16,-1-2-16-16,0 2 0 0,1-2 0 0,-2 3 0 0,1-3 240 0,0 3 32 0,0-1 16 0,-1 1 0 16,0 0 160-16,0 1 128 0,0 2-192 15,0 1 192-15,1 2 0 0,-1 1 0 0,1 2 0 0,0-2 0 16,0 4 288-16,1-2 112 0,0 0 32 0,0 0 0 16,0 18 0-16,0-18 0 0,0 20 0 0,0-20 0 15,0 23-176-15,0-23-48 0,1 25 0 0,-1-25 0 0,1 26-16 16,-1-26 0-16,0 23 0 0,0-23 0 0,1 19-64 0,-1-19 0 15,0 0-128-15,0 0 192 0,1 19-192 0,-1-19 0 16,0 0 0-16,0 0 0 0,0 0 0 0,0 0 0 16,1-6 0-16,0 0 0 0,0-3 0 0,0-1 0 15,0-3-128-15,0 1 128 0,0-1-304 0,-1-1 0 16,0 0 0-16,-1 2 0 16,-1 0-128-16,0 0-16 0,1 0-16 0,-1 2 0 0,0-1 304 0,0 4 160 15,1-1-160-15,0 4 160 0,0-1 0 0,1 3 0 16,0 4-128-16,0-2 128 0,0 0 0 0,0 0 0 15,2 18 0-15,-2-18-144 0,2 21 288 0,-2-21 64 16,0 30 16-16,0-16 0 0,-1 3 0 0,0 0 0 0,0 0 0 0,-1-4 0 16,2-13-224-16,-1 25 144 0,1-25-144 0,-2 25 128 15,2-17-128-15,0-8 0 0,0 0 0 0,0 0-14224 16</inkml:trace>
  <inkml:trace contextRef="#ctx0" brushRef="#br2" timeOffset="138165.48">14329 9876 8287 0,'0'-4'736'16,"0"2"-592"-16,1-1 672 0,-1 1 128 0,0 2 16 0,1-3 16 15,0-1 544-15,1-4 96 16,1-1 32-16,-1 2 0 0,-1 0-16 0,0 2 0 0,0 3 0 0,-1-1 0 31,0 3-112-31,0 0-32 0,0 0 0 0,0 0 0 0,-1 1-560 0,0 1-112 16,0 0-32-16,0 0 0 0,0-2-240 0,1 1-48 0,-1 1-16 0,0 0 0 16,0 1-16-16,1-1 0 0,-1-1 0 0,0 0 0 15,1 1-80-15,0 1-32 0,-1 2 0 0,0-3 0 16,0 3-96-16,1 2 0 0,-2 0-16 0,0 5 0 15,-1 0-240-15,-2 3 176 0,1 3-176 0,-1 3 160 16,-2 0-160-16,-2 1 0 0,-1 4 0 0,0 0 0 16,0-2 0-16,-1 4 0 0,-3 3 0 0,-2 0 0 0,-1-2 0 0,1 1 0 15,-1-1 0-15,0-3 0 16,0-2 0-16,3-1 0 0,0-4 0 0,3 0 0 0,0-4 0 0,4-1 128 16,0-2-128-16,0-1 0 0,3-3 0 0,1-1 0 15,1-3 0-15,2-4 0 0,0 0 0 0,0 0 0 16,0 0 0-16,0 0 0 0,0 0 0 0,0 0 0 31,0 0 0-31,0 0 0 0,0 0 0 0,0 0 0 16,0 0 0-16,37 17 0 0,-37-17 0 0,0 0 0 0,0 0 0 0,31-7 0 15,-31 7 0-15,0 0 0 0,32-10 0 16,-32 10 0-16,25-7 128 0,-25 7-128 0,24-9 0 0,-24 9 128 16,26-7-128-16,-26 7 192 0,0 0-192 0,37-4 192 15,-37 4-16-15,0 0 0 0,0 0 0 0,36 12 0 16,-36-12-176-16,0 0 0 0,0 0 0 0,0 0 0 15,13 39 176-15,-13-39-48 0,-6 26-128 0,0-9 192 16,-1 2 0-16,-2 2-16 0,-3 5 0 0,-3 0 0 16,0 0-176-16,0-2 0 0,-1 0 0 0,1-1 128 15,1-1-128-15,1-6 0 0,1 1 0 0,3-3 0 16,1-2 0-16,0-3 0 0,3 2 0 0,-1 0 0 16,2-2-1152-16,-1-2-144 0,2 1-48 0,0-2-15104 15</inkml:trace>
  <inkml:trace contextRef="#ctx0" brushRef="#br2" timeOffset="138513.19">14344 9867 6447 0,'0'-5'272'0,"0"3"80"0,0 2-352 0,0-2 0 0,1-1 0 0,-1 3 0 16,0-2 1280-16,0 0 192 0,0-1 48 0,0 1 0 16,-1-1 656-16,0 1 128 0,0-1 16 0,-1 1 16 15,0 4-640-15,-2-2-128 0,-1 3-32 0,0 2 0 0,-2-1-624 0,0 2-128 16,-2 1-16-16,-1 3-16 0,-2 1-304 0,0 1-48 15,0 0-16-15,0 2 0 16,0 0-96-16,2-1-32 0,-1 0 0 0,1 1 0 0,0 0-256 0,1 0 0 16,2-2 0-16,1-1 0 0,2-2 0 0,3-5 0 15,1-4 0-15,0 0 0 16,0 0-2816-16,17-7-448 0</inkml:trace>
  <inkml:trace contextRef="#ctx0" brushRef="#br2" timeOffset="138657.05">14268 9926 5519 0,'34'-42'240'0,"-29"34"64"0,-4 8-304 0,-1-2 0 16,2 1 0-16,3-4 0 0,3-3 2496 0,3-2 432 15,3-2 80-15,0 1 32 0,-14 11 720 0,19-7 144 0,-19 7 16 0,0 0 16 16,0 0-1856-16,5 48-368 0,-11-20-80 0,-2 3-16 16,-2 4-784-16,0-2-144 0,0 2-48 0,-1-3 0 15,5-4-320-15,1-6-80 0,3-4-16 0,2-18-11840 16,0 0-2368-16</inkml:trace>
  <inkml:trace contextRef="#ctx0" brushRef="#br2" timeOffset="139819.73">13928 11064 9215 0,'-1'0'816'0,"0"0"-656"0,1 0-160 0,0 0 0 16,0 0 752-16,-1 0 112 15,0 0 32-15,0 1 0 0,-1-1 544 0,1 2 112 16,0-2 32-16,0 0 0 0,1-2-96 0,0 2-16 0,0-1 0 0,0 1 0 16,0-2 0-16,1 1 0 0,0 0 0 0,-1-1 0 15,1 1-416-15,0-1-96 16,1 0 0-16,0 1-16 0,0-1-144 0,0 0-32 0,1 0 0 0,-1 0 0 16,-2 2-192-16,0 0-32 15,0 0-16-15,20-8 0 0,-20 8-112 0,0 0-32 0,24-7 0 0,-24 7 0 16,0 0-144-16,0 0-48 0,37 0 0 0,-37 0 0 0,0 0-192 15,0 0 144-15,0 0-144 0,0 0 128 0,40 19-128 0,-40-19 0 16,0 0 0-16,0 0 0 0,0 0 0 0,0 0 0 16,0 0 0-16,11 30 0 0,-13-24 0 0,0-2 0 15,0 3 0-15,-1-2 0 0,-1 2 0 16,0-1 0-16,1 0 0 0,-2-1 0 0,1 0 0 0,0 0 0 16,-1 1 0-16,-1-1 0 0,1 1 0 15,-1-2 0-15,2 1 0 0,-1-1 0 0,-1 1 0 0,2-2 0 16,0 1 0-16,0 0 0 15,1-1 0-15,-1 2 0 0,1-3 0 0,1 3 0 16,0-3 0-16,2 3 0 0,-1-4 0 0,1 2 0 0,0-3 0 0,0 0 0 0,0 0 0 0,0 0 0 16,0 0 0-1,0 0 0-15,0 0 0 0,0 0 0 0,0 0 0 0,0 0 0 16,38 3 0-16,-38-3 0 0,0 0 0 0,0 0 0 0,27-9 0 0,-27 9 0 16,14-10 0-16,-14 10 0 0,16-10 0 0,-8 6 0 15,-8 4-320-15,16-12-80 16,-6 5-32-16,0-2-16528 0</inkml:trace>
  <inkml:trace contextRef="#ctx0" brushRef="#br2" timeOffset="140162.64">14231 10996 5519 0,'-1'-2'496'0,"0"2"-496"0,0 0 0 0,1 0 0 0,0 0 2160 0,0 0 336 16,0 0 64-16,0 0 0 0,0 0 272 0,1 0 48 15,0 0 16-15,2 0 0 0,0-1-720 0,-3 1-160 16,0 0-32-16,0 0 0 0,0 0-560 0,30-2-112 15,-30 2-32-15,0 0 0 16,30-6-704-16,-30 6-128 0,0 0-48 0,34-5 0 16,-34 5-272-16,0 0-128 0,36-1 0 0,-36 1 128 0,0 0-128 0,0 0 0 0,34 7 0 0,-34-7 0 15,0 0 0-15,0 0 0 0,0 0 0 0,14 31 0 16,-14-31 0-16,-7 24 0 0,2-8 0 0,-2-3 0 31,0 3 0-31,-1-2 0 0,-1-1 0 0,0-1 0 0,2-1-128 0,-1-1 128 16,2-1 0-16,0 0 0 0,2-4 0 0,2 2 0 0,0-3 0 15,2-4 0 1,0 0 0-16,0 0 0 0,0 0 0 0,0 0 0 16,0 0 0-16,0 0 0 0,40 12 144 0,-40-12-144 15,0 0 448-15,37-7 0 0,-37 7 16 0,25-9 0 0,-25 9-304 16,25-12-160-16,-25 12 160 0,23-12-160 0,-23 12 0 0,20-13 0 16,-20 13 0-16,17-10-12016 15,-17 10-2384-15</inkml:trace>
  <inkml:trace contextRef="#ctx0" brushRef="#br2" timeOffset="140526.15">14557 10854 16575 0,'-1'0'1472'0,"0"0"-1168"0,1 0-304 0,0 0 0 16,-1 0 1536-16,0 2 240 0,0-2 48 0,-1 2 16 15,-1 1 16-15,1 1 0 0,-2 1 0 0,1-2 0 16,1 4-736-16,-1-3-144 0,2 3-16 0,-1-2-16 15,1 2-224-15,0-1-32 0,0 0-16 0,1-6 0 16,0 0-288-16,0 0-64 0,0 0-16 0,0 0 0 16,0 0-96-16,0 0-16 0,32 29 0 0,-32-29 0 15,0 0 256-15,0 0 64 0,36-5 0 0,-36 5 0 16,20-10-144-16,-10 3-32 0,0 0 0 0,-2-2 0 16,1-1-160-16,-1-2-48 0,-1 3 0 0,-1-1 0 15,-2-1-128-15,-2 1 128 0,-1-2-128 0,-1 3 128 0,-2 2-128 0,-2-1 128 16,-1 1-128-16,-2 2 128 0,-1 1-128 0,-2 2 192 15,0 0-192-15,-1 1 192 16,0 4-192-16,0-1 0 0,0 0 144 0,1 3-144 0,2 0 0 0,0 0 0 16,3 4 0-16,1-4 128 0,0 2-128 0,3-2 0 15,0 2 0-15,1-7-128 16,0 0-624-16,0 0-112 0,0 0-32 0,0 0-16816 0</inkml:trace>
  <inkml:trace contextRef="#ctx0" brushRef="#br2" timeOffset="140922.2">14895 10968 3679 0,'2'-1'320'16,"-1"-1"-320"-16,0-1 0 0,0 3 0 15,0-2 2240-15,0 1 368 0,1-3 80 0,1-1 0 0,1-4 496 0,-1 1 80 16,0-1 32-16,-3 0 0 0,1 2-672 0,-1 0-128 16,0 0-16-16,-1 0-16 0,-1 2-848 0,0 0-160 15,-1 0-48-15,-1 3 0 16,0 0-784-16,-1 2-176 0,0 0-16 0,0 2-16 0,-2 1-240 0,1 2-48 16,-2 1-128-16,1 4 192 0,-1-1-192 0,-2 4 0 15,0 3 0-15,0 0 0 0,0 3 0 0,1 2 0 16,1-1 0-16,2 1 0 0,0 0 0 0,2-2 0 15,1-1 0-15,3-18 0 0,-4 32 128 0,4-32-128 0,0 0 0 16,9 33 0-16,-9-33 144 0,0 0-144 16,0 0 128-16,34 7-128 0,-34-7 160 0,27-9-160 0,-27 9 192 0,29-17-192 15,-13 6 176-15,0 1-176 0,-1-4 160 0,0 2-160 16,-1 1 0-16,-1 0-288 16,0 0 32-16,0 2-18240 0</inkml:trace>
  <inkml:trace contextRef="#ctx0" brushRef="#br2" timeOffset="142822.58">14402 6711 911 0,'0'0'0'0,"-1"0"0"0,1 0 0 0,0 0 0 31,0 0 464-31,0 0 16 0,-1 1 0 0,0 1 0 16,1-2 16-16,-1 2 0 0,-1 0 0 0,1 1 0 15,0-1 272-15,0 3 48 0,1-1 16 0,-1 2 0 16,-1-2-208-16,1 1-48 0,0 1 0 0,0 0 0 15,0-1-16-15,0-1-16 0,1 2 0 0,-2 2 0 16,2-8-96-16,0 0-32 0,-3 26 0 0,3-26 0 16,-2 27-64-16,2-27-16 0,-1 38 0 0,1-38 0 15,-3 52 304-15,2-24 64 0,-1 3 16 0,-1-2 0 16,2 1-192-16,-1-1-32 0,0-3-16 0,0 4 0 16,0 2-480-16,1-2 128 0,0-1-128 0,1-1 0 0,0-2 0 15,0-26 0-15,4 45 0 0,-4-45 0 0,5 38-192 0,-5-38 192 16,4 38-192-16,-4-38-7888 15</inkml:trace>
  <inkml:trace contextRef="#ctx0" brushRef="#br2" timeOffset="143312.03">14340 7605 5519 0,'0'0'496'0,"0"1"-496"0,0-1 0 0,0 2 0 15,0-2 704-15,0 3 32 0,0 0 16 0,0-3 0 16,0 0 448-16,-1 32 80 0,1-32 32 0,-1 31 0 16,1-31-448-16,0 37-96 0,0-37 0 0,0 36-16 15,0-36-144-15,-2 34-32 0,2-34 0 0,-2 32 0 16,2-32-368-16,-2 32-80 0,2-32 0 0,-2 32-128 16,2-32 0-16,-1 31 0 0,1-31 0 0,-1 33 0 15,1-33 0-15,-1 38 0 0,1-38 0 0,-2 38 0 16,2-38 0-16,0 40 0 0,0-40 0 0,1 38 0 0,-1-38 0 0,-2 34 0 15,2-34 0-15,-2 33 0 0,2-33 144 0,-2 29-144 16,2-29 0-16,-2 28 144 0,2-28 144 0,-1 26 32 16,1-26 0-16,-1 24 0 0,1-24 176 0,0 23 32 15,0-23 16-15,0 26 0 0,0-26 96 0,0 30 0 16,0-30 16-16,0 34 0 0,0-34 16 0,0 33 0 16,0-33 0-16,0 34 0 0,0-34 0 0,0 31 0 15,0-31 0-15,0 30 0 0,0-30-224 0,0 26-64 16,0-26 0-16,-4 24 0 0,4-24-144 0,-2 21-48 0,2-21 0 15,-2 22 0-15,2-22-192 0,-3 19 0 0,3-19 0 0,0 0 0 16,-2 28 0-16,2-28 128 0,-1 19-128 0,1-19 0 16,-1 20 0-16,1-20 0 0,-3 21 0 0,3-21 0 15,-2 21 0-15,2-21 0 0,-2 19 0 16,2-19 0-16,-3 14 0 0,3-14 0 0,0 0 0 0,0 0 0 16,0 0 0-16,0 0 0 0,0 0 0 15,0 0-9152-15,0 0-1776 0</inkml:trace>
  <inkml:trace contextRef="#ctx0" brushRef="#br2" timeOffset="143519.78">14281 8625 10127 0,'-3'2'896'0,"0"1"-704"16,1-1-192-16,0-1 0 0,1 0 1552 0,1 1 288 15,-1 1 48-15,1-3 16 0,-3 12-304 0,1-1-48 16,-1 1-16-16,1 0 0 0,0 0-1152 16,0 0-224-16,2-12-160 0,-1 22 192 0,1-22-192 0,0 0 0 0</inkml:trace>
  <inkml:trace contextRef="#ctx0" brushRef="#br2" timeOffset="144786.36">14363 6854 8287 0,'-4'0'736'0,"1"0"-592"0,2 0-144 0,0 0 0 15,1 0 544-15,0 0 80 0,0 0 16 0,0-2 0 16,-1 1 1200-16,1-1 240 0,0 0 48 0,1-1 16 16,0-1-512-16,0-1-96 0,1 0-32 0,2 0 0 15,0-2-160-15,1 0-16 0,1 0-16 0,0-2 0 16,0 4-240-16,0-3-48 0,1 2-16 0,-1 0 0 16,-1 3-464-16,0 2-96 0,-5 1 0 0,0 0-16 15,0 0-256-15,0 0-48 0,0 0-128 0,12 45 192 16,-12-45-192-16,-6 38 0 0,2-17 0 0,-2-1 0 0,-2 1 0 15,0 0-128-15,1-4 128 0,-2 0 0 0,1-3 0 16,0-3 0-16,1-2 0 0,1-3 0 0,-1-2 0 0,2-2 0 16,0-2 0-16,0-3 0 0,2-2 256 0,0-3 0 15,1-4 0-15,0-1 0 0,2-2 224 0,0-2 48 16,2-2 16-16,1-2 0 0,0 3-256 0,0 0-48 16,2-1-16-16,0 0 0 0,2 0-224 0,0 1 0 15,3 1 128-15,-1 3-128 0,0 4 0 0,0 4 176 16,0 3-176-16,-9 3 160 0,0 0-16 0,0 0 0 0,0 0 0 0,30 29 0 15,-30-29-144-15,5 32 0 0,-5-32 0 16,-1 38 0-16,-2-19 0 0,0 0 0 0,-3 1 0 0,0-4 0 16,-2 0 0-16,1-4 0 15,-2 0 0-15,1-3 128 0,1-4-128 0,-1-2 0 0,3-3 0 0,-2-3 0 16,3-2 0-16,-1-4 0 0,1-1 128 0,2-4-128 16,1 0 0-16,0-1 0 0,1 1 0 0,2-1 0 15,1-2 0-15,1-1 0 0,0 4 0 0,0-2 0 16,3 2 0-16,-1 2 0 0,2 1 0 0,0 3 0 15,0 2-144-15,-8 6 144 0,0 0 0 0,0 0 0 16,0 0 0-16,0 0-128 0,0 0 128 0,34 34 0 0,-34-34 0 0,-1 26 0 16,1-26-128-1,-6 30 128-15,1-15 0 0,-3 2 0 0,0-3 0 0,-1 1 0 0,-3-1 192 0,1-2-16 16,1-1 0-16,0-4 0 0,1-2 80 0,0-2 0 16,2-3 16-16,-1-3 0 15,2-2-272-15,-1-1 0 0,3 0 128 0,0-3-128 0,2 0 0 0,0-3 0 16,2 0 0-16,0-2 0 0,2 2 0 15,-1 0 0-15,3-2 0 0,0 2 0 0,2-2 0 0,1 2 0 16,0 2 0-16,0 1 0 0,2 3 0 0,-1 2 0 0,-8 4 0 0,0 0 0 16,0 0 0-16,0 0 0 0,38 17 0 0,-38-17 0 15,0 0 0-15,13 33 0 0,-13-33-128 16,0 0 128-16,1 39 0 0,-4-26 0 0,-1 0 0 0,-3-1 0 16,1 1 0-16,-2-5 0 15,0 2 0-15,0-2 0 0,1-1 0 0,-1-2 0 16,0-2 0-16,2-3 0 0,0 0 128 0,1-3-128 0,0-2 0 0,0-2 0 15,3 0 144-15,-1 0-144 0,2-4 0 0,0 1 144 16,1-1-144-16,0-2 0 0,2 0 0 0,0 0 0 31,0 1 0-31,2 0 0 0,1 1 0 0,0 1 0 0,1 1 0 0,0 1 0 0,2 4 0 16,-1 1-17952-16</inkml:trace>
  <inkml:trace contextRef="#ctx0" brushRef="#br2" timeOffset="146245.86">14285 8826 2751 0,'0'-2'256'15,"0"0"-256"-15,0-1 0 0,-1 3 0 0,1-2 1232 0,0 0 208 16,-2-1 32-16,1-4 16 0,-1 0 528 0,1-3 96 16,-2 3 32-16,0-1 0 0,-1-1-272 0,1 3-48 15,0 1-16-15,-1 0 0 0,1 0-64 0,0 1-16 16,2 1 0-16,-2 1 0 0,1 0-496 0,0-1-96 15,1 1-32-15,1 1 0 0,0-1-368 0,1 0-80 16,0 0-16-16,2-1 0 0,1 3-32 0,-1-2-16 0,-3 2 0 0,0 0 0 16,0 0-336-16,0 0-80 0,0 0-16 0,0 0 0 15,39 21-160-15,-39-21 0 0,0 0 0 0,0 0 0 16,17 31 0-16,-17-31 0 0,0 0 0 0,0 0 0 16,-1 26 0-16,-2-21 0 0,0-1 0 0,0 1 0 15,-1-2 0-15,-1-1 0 0,1-2 0 0,-2 0 0 16,0-2 0-16,-1-1 0 15,2-1 0-15,-1 0 0 0,1-4 384 0,0 1-16 0,1-1 0 0,0-1 0 16,2-2-96-16,-2-1-16 0,2 0 0 0,0-2 0 16,1 1-112-16,0-1-16 0,2 2-128 0,2-1 192 0,2 3-192 15,-1 2 0-15,2 1 0 0,-1 2 0 0,2 3 0 0,-7 2 0 16,0 0 0-16,0 0 0 0,0 0 0 0,40 24 0 16,-40-24 0-16,0 0 0 15,20 34 0-15,-20-34 0 0,0 0 0 0,9 42 0 0,-9-42 0 0,-1 26 0 16,1-26 0-16,-4 21 0 15,1-12 0-15,-1-1 0 0,1-1 0 0,-2-2 0 0,0-3 0 16,0 0 0-16,-1-2 0 0,1-3 0 0,0-1 0 0,0-1 0 16,0-4 0-16,0 0 0 0,3-1 0 0,-2-2 0 15,2 0 0-15,0-2 0 0,1 0 0 0,1 0 0 16,0-3 0-16,2 0 0 0,0 2 0 0,2 2 0 0,0 1 0 0,1 5 0 31,0 0 0-31,-1 5 0 0,2-1 0 0,-6 3 0 0,0 0 0 0,0 0 0 16,0 0 0-16,0 0 0 0,0 0 0 0,29 36 0 0,-29-36 0 0,0 0 0 15,2 35 0-15,-2-35 0 0,-3 24 0 0,-2-12 0 16,0 0 0-16,0 0 0 0,-2-2 0 0,1-1 0 16,-1 0 0-16,1-2 0 15,0-2 0-15,1-3 0 0,0-2 0 0,1 0 0 16,1-2 0-16,0 0 0 0,1-3 176 0,0-2-16 16,1-1 0-16,1-1 0 0,1 0 16 0,1-3 0 15,0 1 0-15,1 0 0 0,1 2-176 0,1 2 0 16,-1-2 0-16,2 4 0 0,0 0 0 0,-2 3 0 15,-4 2 0-15,0 0 0 0,0 0 0 0,0 0 0 16,0 0 0-16,0 0 0 0,0 0 0 0,36 23 0 16,-36-23 0-16,0 0 0 0,0 0 0 0,0 29 0 15,-2-21 0-15,-2 0 0 0,-1 0 0 0,-1 1 0 16,-1 0 0-16,0-2 0 0,0 1 0 0,0-2 0 0,0 0 0 16,1-2 0-16,0-1 208 0,0-1-32 0,0 0-16 15,2-2 0-15,0-2-160 0,0 0 160 0,2-1-160 0,1-1 160 16,2-2-160-16,-1 0 160 0,3-4-160 15,1 1 160-15,0 0-160 0,1-1 0 0,1 0 0 0,0 0 0 16,1 1 0-16,0 1 0 0,1 0 0 0,-1 1 0 16,1-1 0-16,0 4 0 0,-1-1 0 0,0 2 0 15,-7 3 0-15,0 0 0 0,0 0 0 0,0 0 0 16,0 0 0-16,0 0 0 0,0 0 0 0,0 0 0 16,17 34 0-16,-20-25 0 0,-1-2 0 0,-1 1 0 0,1 1 0 15,-3 0 0-15,2-1 0 0,-2-1 0 0,1 1 0 16,0-2 0-16,0-1 0 0,2-2 0 0,-1 0 0 0,1-2 0 15,1-1 0-15,1 0 0 0,0-1 0 0,0-1 0 16,0-2 0-16,2-1 0 0,0 0 0 0,0 0 0 16,0-2 0-16,1 1 0 0,1-2-144 0,0-1-64 15</inkml:trace>
  <inkml:trace contextRef="#ctx0" brushRef="#br2" timeOffset="155124.12">8952 6647 911 0,'-1'-2'0'0,"0"0"0"16,-1 1 0-16,1 1 0 0,0 0 672 0,0 0 48 15,0 1 16-15,-1 1 0 0,-1 0-592 0,-1 1-144 16,-1-1 0-16,0 1 0 0,2 2 0 0,0-1 0 0,1-2 0 0,-1 1 0 15,1 0 0-15,2-1 0 0,-2 0 0 0,0-1 0 16,1 0 0-16,0 1 0 0,0-2 0 0,0 1 0 16,-1 1 0-16,-1-2 0 0,2 2-128 0,-2-2 128 15,0 1 0-15,-1 1 0 0,2 0 0 0,-1-2 0 16,0 2 0-16,0 1 0 0,0 0 0 0,1 1-128 16,-1-2 128-16,0 1 0 0,0 1 0 0,1 0 0 15,0-1 0-15,-1 0 0 0,1-1-144 0,-1-1 144 16,1 1 512-16,1 0 128 0,0-2 48 0,-1 1 0 0,1-1 256 0,0 0 48 15,0 0 16-15,1 0 32 0,-1-1 432 0,1 1 96 16,1-2 16-16,0 2 0 16,0-3 208-16,1 3 64 0,-1-2 0 0,0 0 32 0,2 1-416 0,0 1-96 15,1-2-16-15,0 2 0 0,0-1-784 0,2 1-176 16,-1 0-16-16,2 0 16 16,-1 0-240-16,1 0-160 0,1 0 192 0,0 0-48 0,1 0-144 0,0 0 0 15,0 0 0-15,1 0 0 0,0 0-192 0,0 1 192 16,-1-1-192-16,1 0 192 15,1 0-160-15,-1 0 160 0,0 2-192 0,0-2 192 16,0 0-448-16,0 0 32 0,0 3 0 0,-2-3 32 16,0 2-1152-16,-1-2-224 0,1 3-48 0,-1 0-7968 0</inkml:trace>
  <inkml:trace contextRef="#ctx0" brushRef="#br2" timeOffset="155771.83">9312 6709 6271 0,'8'-3'128'0,"-3"1"48"0,0 2 0 0,-2-1 0 16,-1 0-176-16,0 1 0 0,0 0 0 0,2 1 0 16,1 0 1776-16,3-1 320 0,0 3 64 0,1 0 16 15,0 1-1280-15,-2 0-256 0,1 1-64 0,-1 0 0 0,0-2-416 0,1 2-160 16,-8-5 0-16,0 0 144 0,0 0-144 0,34 16 0 16,-24-16 0-16,0 1 0 0,-1 0 0 0,0-1-176 15,2-1 176-15,1 0-128 0,0-2-144 0,0 1-32 16,-1 0 0-16,-1 1 0 15,0-1 64-15,1 0 16 0,1 0 0 0,-2-1 0 0,0 3 224 0,-2-3 0 16,1 2 0-16,2 0-144 0,-2 1 144 0,0 0 0 16,0 0 0-16,0 0 0 0,-1 0-304 0,0 0-16 15,3 1-16-15,-2 0 0 16,0 0-192-16,0-1-48 0,3 0 0 0,-2 0 0 0,0 0 576 0,0-1 0 0,1 1 0 0,0 0 0 16,1-1 0-16,-1 1 0 0,-2-1 0 0,0 1 0 15,0 0 192-15,2 0 0 16,-1 0 0-16,0 0 0 0,1-1 256 0,-1 0 32 0,2 1 16 0,-2-2 0 15,1 2-288-15,-1-2-48 0,-1 2-16 0,1-1 0 16,0 1-144-16,-1 0 0 0,1-2 0 0,1 2 0 16,1 0 0-16,-1 0 0 15,0 2 0-15,-1-2 0 0,2 0 0 0,0 0 0 0,0 1 0 0,1 1 0 16,0-2 0 0,0 0 0-16,0 2 0 0,2-2-176 0,0 1 176 0,0 0-192 0,-1-1 192 0,0 0-192 15,2 0-448-15,-1 0-80 0,-1-1-32 0,-1 0 0 16,1 1 128-16,-1 0 32 0,1-2 0 0,0 0 0 31,0 2-592-31,-1-1-112 0,0 1-32 0,-1-2 0 0,1 2 1040 0,1 0 288 0,-1 2 0 0,1-2 0 0,-1 0 0 0,0 1 0 31,0-1-128-31,1 0 128 0,-2 0 0 0,1 0 0 16,0 0 0-16,0 0 0 0,1-1 0 0,-1 1 0 0,1 0 0 0,0-2 0 16,-1 0 1168-16,-1 1 304 0,1-1 48 0,-1 0 32 0,1-1 512 0,-1-1 112 0,0 1 0 15,0 1 16-15,-1-3-848 0,1 1-160 16,-1 1-32-1,0 3-16-15,0-5-512 0,0 3-112 0,0-1 0 16,0 1-16-16,-1 2-496 0,1 0 0 0,-1 0 0 0,0 0 0 16,-1 0-192-16,1 0-64 0,0 2-32 0,-1 1 0 31,0-3-1440-31,0 2-304 0,0-1-48 0,-1 1-5504 0</inkml:trace>
  <inkml:trace contextRef="#ctx0" brushRef="#br2" timeOffset="156833.93">11091 6730 911 0,'5'0'0'0,"-2"0"0"16,0 0 0-16,-1 0 0 0,0 0 1008 0,0-1 112 15,2 1 32-15,4-1 0 0,3 1 240 0,1-2 48 16,1 0 16-16,0 1 0 0,0-1-608 0,-1 2-112 16,-1-2-32-16,0 2 0 0,0 0-448 0,0 0-80 15,1 0-32-15,-1 2 0 0,0 0-144 0,0-1 0 16,1 1 0-16,-1 1 0 0,0-1 0 0,0 2 0 15,-11-4 0-15,0 0 0 0,35 12-160 0,-25-10 160 16,-2 1 0-16,1-1-144 0,1 0 144 0,1-1 0 16,1 1 0-16,1-2 0 0,0 2 0 0,0-2 0 0,0-2 0 0,0 2 0 15,1 0 0-15,0-3 0 0,1 1 0 0,1 1-128 32,1 0-304-32,-2-1-48 0,0 1-16 0,-1 1 0 15,0-2-176-15,0 2-32 0,0 0-16 0,0 0 0 0,1-2 560 0,0 2 160 0,0-1 0 0,-1 1 0 16,1-2 144-16,-1 2 112 0,0-2 0 0,-1 0 16 15,1 0 176-15,-1 1 16 0,1-3 16 0,-1 2 0 16,1 1-64-16,-1-3-16 0,1 3 0 0,-1-1 0 16,0-1-128-16,0 3-16 0,0-2-16 0,1 2 0 15,-3 0 0-15,2-1 0 0,0 0 0 0,0 1 0 0,0 0 96 0,0 0 32 16,0 0 0-16,1 0 0 0,0 1-144 0,0-1-32 16,2 1 0-16,-2-1 0 0,1 2-192 0,-1-1 128 15,-1 1-128-15,1-2 0 0,-1 0 0 0,1 2 0 16,0-2 0-16,0 0 0 0,2 0 0 0,-1 0-192 15,-2-2 192-15,2 2-208 16,-1-2-224-16,1 1-32 0,0 1-16 0,0-2 0 16,-1 2-32-16,1-1-16 0,0 1 0 0,0-1 0 0,2 1 160 0,1 0 48 15,-2 0 0-15,1 0 0 16,0 1-224-16,-2-1-32 0,-1 1-16 0,-1-1 0 0,-1 0 592 0,-1 2 0 0,1-2 0 0,0 0 0 16,0 1 0-16,-1 1 0 0,1-2 192 0,-1 0-64 15,0-2 608-15,0 2 112 0,1-1 32 16,0 1 0-16,1-2-80 0,-1 2-16 0,0-1 0 0,0 1 0 15,-4 0-496-15,3 1-96 16,1-1-32-16,1 2 0 0,0 1-160 0,0-1 0 0,0 1 0 0,-13-3 128 16,28 6-128-16,-28-6 0 0,28 8 0 0,-28-8 0 15,28 9 0-15,-16-6 0 16,-12-3 0-16,0 0 0 0,31 7 0 0,-18-5 0 0,-13-2 0 0,26 6 0 16,-11-5 0-16,-2-1 0 0,2 2 0 0,-1-2 0 15,1 0 0-15,-1 0 0 0,1 0 128 0,1 0-128 0,0 0 128 0,-1 0-128 16,-3 0 192-16,1-2-64 15,1 4 192-15,0-2 16 0,0 0 16 0,1 0 0 0,-1 1 32 0,-1 1 0 16,2-2 0-16,-1 1 0 0,0 1-240 0,-1 0-144 16,2-2 192-16,-2 1-192 0,2 0 192 0,-1-1-64 15,0 2 0-15,1-2-128 0,-2 1 128 0,0 1-128 16,2-2 0-16,-1 2 0 0,-1-1 0 0,1 1 128 16,0 0-128-16,2 0 0 0,0-2 128 0,-1 1-128 15,1 0 0-15,-2 0 0 0,2 1 0 0,0-2 0 16,0 0 0-16,-1 0 0 0,0 0 224 0,0 0-64 15,0 1-16-15,-1 1 0 0,-2 0 448 0,0-1 96 16,-12-1 16-16,27 6 0 0,-27-6-272 0,26 5-48 0,-26-5-16 16,29 4 0-16,-29-4-368 0,25 5 0 0,-12-4 0 0,1 1 128 15,-1 0-128 1,0-1 0-16,1 0 0 0,-1-1 0 0,2 0 0 0,-1 2 0 0,1-4 0 0,0 2 0 16,0 0 0-16,-1-1 0 0,1 1 0 0,-1 0 0 15,1 1 0-15,-1-1 0 0,-1 2 0 0,0 1 0 16,-13-3 0-16,24 5 0 0,-24-5 128 0,0 0-128 15,35 14 208-15,-35-14-16 0,0 0-16 0,32 14 0 16,-32-14 144-16,0 0 48 0,30 12 0 0,-30-12 0 0,0 0-160 0,29 7-16 31,-19-6-16-31,1-1 0 0,-2-1-16 0,0 1 0 16,0-2 0-16,0 0 0 0,-2 1-160 0,1 1 0 0,-1-2 0 0,-1 2 0 0,-1-1 0 0,0 1 0 31,-2-1 0-31,0 1 0 0,-1 0 0 0,-1 0 0 0,-1 0 0 0,-1 0-8400 16,-1 0-1632-16</inkml:trace>
  <inkml:trace contextRef="#ctx0" brushRef="#br2" timeOffset="157007.05">14288 6933 41471 0,'2'-13'3680'0,"0"8"-2944"0,3-2-592 0,-1 3-144 16,-2 1-352-16,-2 0-96 0,-2 1-32 0,0-2 0 15</inkml:trace>
  <inkml:trace contextRef="#ctx0" brushRef="#br2" timeOffset="158019.37">8294 6619 18431 0,'0'-2'1632'0,"0"1"-1312"0,-1-1-320 0,0 2 0 16,0-1 1120-16,0 0 160 0,0-1 16 0,-2-1 16 31,1 0 320-31,-2-1 64 0,1 0 16 0,-1 3 0 0,3-1-720 16,-1 2-144-16,0 2-16 0,-1 1-16 0,1 1-240 0,-1 4-64 15,1 1 0-15,-2 3 0 0,-1 0-320 0,1 5-64 0,-2 3 0 0,1 2-128 16,-1-1 320-16,-1 8-32 15,-1 1-16-15,1 4 0 0,-1-4-272 0,3 1 0 16,1-4 0-16,4-27 0 0,-1 41 128 0,1-41-128 0,0 0 0 0,0 0 0 16,0 0 0-16,0 0 0 15,33 29 0-15,-23-33 0 0,2-6 512 0,0-2-16 0,2-4 0 0,1-1 0 16,-1-2-208-16,-1 0-32 0,0 0-16 0,-2 1 0 0,-1-4-240 16,-1 1 0-16,-1-2 0 0,-3 1 0 0,-2 0 0 0,-4 2-128 15,-2 2 128-15,-3 3 0 0,-2 3 0 0,-1 2 0 16,0 5 0-16,-1 2 0 0,0 6 0 0,2-1 0 15,0 3 0-15,2 2 0 0,0 0 0 0,-1 2 0 16,2 1 0-16,2 0 0 0,0-1 0 0,2 1 144 16,1-10-144-1,0 0 128-15,0 0-352 0,6 37-80 0</inkml:trace>
  <inkml:trace contextRef="#ctx0" brushRef="#br2" timeOffset="158194.36">8446 6882 13823 0,'0'0'1216'0,"0"2"-960"0,1-1-256 0,-1 1 0 16,1-2 2592-16,-1 0 480 0,0 0 80 0,0 2 32 15,0 1 48-15,0 1 16 16,0-4 0-16,0 0 0 0,0 0-2128 0,0 0-416 16,0 0-96-16,0 0-16 0,0 0-464 0,11 36-128 15,-11-36 0-15,0 0 0 0,0 0 0 0,0 0-208 0,0 0 16 0,0 0-17040 31</inkml:trace>
  <inkml:trace contextRef="#ctx0" brushRef="#br2" timeOffset="158604.71">8695 6636 16575 0,'2'-5'736'0,"-1"0"160"0,2 0-720 0,-2 3-176 16,0 0 0-16,-1 1 0 0,1-1 1984 0,1-2 384 0,0-1 64 0,2 0 0 15,1-2-224-15,-2 0-48 0,0 2-16 0,1 0 0 16,-1 3-864-16,0-3-160 0,-1 3-32 0,1-1-16 16,0 1-304-16,-1 2-64 0,1-2-16 0,-2 2 0 15,0 0-304-15,0 0-64 0,-1 2-16 0,-1 0 0 16,0 1-176-16,-1 2-128 0,-1 1 192 0,-1 3-192 16,-1 2 192-16,-2 1-64 0,1 2 0 0,-2 0-128 15,1-1 192-15,0 4-192 0,1 3 192 0,-1-2-192 16,2 4 128-16,-1-1-128 0,1 0 0 0,0 3 0 15,-1 0 0-15,2 4 128 0,0-2-128 0,0 0 0 16,4-26 128-16,-1 47-128 0,1-47 0 0,0 0 0 0,11 41 0 0,-11-41 0 16,0 0 0-16,0 0 0 0,33 15 0 15,-24-16 0-15,1-2 0 0,2-3 0 0,-1-1 0 16,0-3 0-16,-1-1 0 0,-1-1 0 0,-1-3 0 0,-4 2 128 16,0 3-128-16,-3-2 0 0,-2 0 128 0,-2 3-128 15,0-1 0-15,-4 1 0 0,-2 2 0 0,-3-1 0 16,-1 4 0-16,-2 2 0 0,1 2 0 0,-2 2 0 15,-2 2 0-15,-2 4 0 0,1 1 0 0,1 1 0 16,3 1-176-16,2 3-18480 0</inkml:trace>
  <inkml:trace contextRef="#ctx0" brushRef="#br2" timeOffset="159918.27">8721 4773 4607 0,'0'-6'400'0,"0"-1"-400"0,0 3 0 0,-1 1 0 16,1 1 1264-16,0 1 160 0,0-2 48 0,0 0 0 16,0-5 416-16,0 1 96 0,-1-1 0 0,0-1 16 31,-1 1-448-31,1 2-80 0,0 0-32 0,-1 1 0 0,1 2-128 0,-1 1-32 0,1 0 0 0,0 0 0 16,1 1-64-16,-2 2-32 15,1 3 0-15,-2-2 0 0,1 5-608 0,-1 0-128 0,1 5-32 16,-1 0 0-1,0 3-128-15,0 1-32 0,3-16 0 0,-1 35 0 0,1-35-32 0,0 34-16 0,0-34 0 0,3 35 0 16,-3-35-64 0,3 33-16-16,-3-33 0 0,5 36 0 0,-5-36-128 0,0 0 160 0,3 42-160 0,-3-42 160 0,0 0-160 0,0 0 128 31,1 32-128-31,-1-29 128 0,-1 0 208 0,0-2 48 0,-1 1 0 0,1-2 0 16,0-2 48-16,-1 1 16 0,1-2 0 0,-1-3 0 0,1 1-256 0,0-2-32 15,0-2-16-15,0-3 0 0,0-2 64 0,0 0 16 16,0-3 0-16,-1-2 0 0,1 0 32 0,-2-2 0 31,1 1 0-31,0-1 0 0,0-2-128 0,1 1 0 16,0 3-128-16,0 3 192 0,1 1-192 0,1 4 0 15,1 4 128-15,-1-1-128 0,0 4 0 0,1 1 176 0,0 3-176 0,0 0 160 16,1 3-160-16,-1 1 0 0,-2-4 0 0,0 0 128 16,0 0-128-16,9 41 0 0,-9-41 0 0,0 0 0 15,3 37 0-15,-3-37 0 0,0 0 0 0,1 38 0 16,-1-38 0-16,0 0 0 0,-1 35 0 0,0-22 0 15,-1-1 0-15,0 0 0 0,0-3 0 0,-1 1 0 16,1 1 0-16,-1-1 0 0,-1 0 0 0,0-1 0 16,2-2 0-16,-1 0 0 0,1-2 0 0,-1-1 0 15,2-1 0-15,-1-2 0 0,1-1 0 0,0 0 0 16,1-1 0-16,-1-3 0 0,1 1 0 0,0-2 0 0,0 0 0 0,1-2 0 16,-1-1 0-16,1-3 0 0,1-3 0 0,-1 0 0 15,1-4 0-15,0 1 0 0,0 0 0 0,0 0 0 16,-1 0 128-16,1 1-128 0,0 2 0 0,0 2 0 15,1-1 144-15,-2 2-144 0,1 4 192 0,-1 0-16 16,1 5-16-16,-1 0 0 0,0 4-160 0,0 0 0 16,0 3 0-16,-1 2 0 0,0 0 0 0,-1 2 0 15,0 1 0-15,-1 0 0 0,0 2 0 0,1 2 0 16,1-14 0-16,-3 28 0 0,3-28 0 0,-3 26 0 16,3-26 0-16,-2 28 0 0,2-28 0 0,-4 34 0 15,4-34 0-15,-2 35 0 0,2-35 0 0,-4 33 0 0,4-33 0 0,-3 27 0 16,3-27 0-16,0 0 0 0,0 0 0 15,-1 30 0-15,1-26 0 0,0-3 0 0,0 1 0 0,1-2 0 16,-1 0 0-16,0-2 0 0,1-2 0 0,1 1 0 16,-1-4 0-16,2 0 0 0,-1-3 128 0,1-1-128 15,1-1 0-15,1 0 0 0,-1-4 0 16,0 1 0-16,0 3 0 0,-1 0 0 0,2-2 0 0,0 5-12608 16,-3 4-2464-16</inkml:trace>
  <inkml:trace contextRef="#ctx0" brushRef="#br2" timeOffset="162271.79">14201 8779 2751 0,'0'0'256'0,"0"-2"-256"16,0 2 0-16,-1 0 0 16,1 0 1024-16,0-1 176 0,0 1 16 0,-1-2 16 15,1 2 672-15,0-2 128 0,1 0 16 0,0-1 16 0,1 0-16 0,2 1 0 16,0 1 0-16,0 0 0 0,1-1-768 0,1 2-144 15,-2 0-48-15,1 2 0 0,-5-2-512 0,0 0-128 32,0 0 0-32,0 0-16 0,0 0-160 0,0 0-16 0,15 38-16 0,-15-38 0 0,-6 17-240 0,2-8 0 15,1-2 0-15,-2-1 0 0,1-2 0 0,0 0 0 0,0-1 0 16,0 0 0-16,0-2 0 0,0-1 224 16,1 0-64-16,0 0-16 0,2-2 48 0,-1 0 16 0,0-1 0 0,2-2 0 15,0 2 112-15,1-3 32 0,0-1 0 0,1 0 0 16,0 0 0-16,2-1 0 0,1-1 0 0,-1 0 0 15,1 1-192-15,1 2-32 0,-2 1-128 0,2 2 192 16,-2 1-192-16,2 0 0 0,-1 0 0 0,-1 4 0 16,1 0 128-16,-2 0-128 15,-3-2 176-15,0 0-176 0,0 0 336 0,0 0-32 0,0 0-16 0,8 40 0 16,-11-32-96-16,1-1 0 0,0-2-16 0,-1 1 0 16,-1 0-176-16,-1-2 192 0,2 1-192 0,-2-2 192 0,0 1 64 0,1-3 0 15,0 0 16-15,0-1 0 0,1 0-112 16,-1 0-32-16,1-2 0 0,0 0 0 0,1-1-128 0,0-2 0 31,1 1 144-31,0-1-144 0,1-2 0 0,1 0 144 0,0 0-144 0,1-1 0 0,0 0 128 0,1 1-128 31,2-1 0-31,-1 3 0 0,1 0 0 0,2 0 0 0,0 2 0 0,1 0 0 0,2 1 0 0,0 1 0 16,0-1 128-16,0 2-128 0,-10 0 480 0,0 0 32 16,29 5 16-16,-29-5 0 0,0 0-272 0,0 0-64 31,0 0-16-31,0 0 0 0,33 24 0 0,-33-24 0 0,0 0 0 15,0 0 0-15,0 0-176 0,0 0 0 0,0 0 0 0,-7 23 128 16,2-21-128-16,-3 1 0 0,-1-2 144 0,-2 0-144 16,-2 1 0-16,-1 1 128 0,-1-1-128 0,-1-2 0 15,1 1 0-15,1-1 0 0,1-1 0 0,3 1-17904 16</inkml:trace>
  <inkml:trace contextRef="#ctx0" brushRef="#br2" timeOffset="163458.95">8860 8724 4607 0,'0'-1'400'0,"0"0"-400"16,0 1 0-16,0-2 0 0,0 2 976 0,-1 0 112 16,1-2 32-16,-1-1 0 0,0 0 448 0,0 1 96 15,-2 0 0-15,2-1 16 0,0 3 32 0,0-2 0 16,0 2 0-16,0 0 0 0,1 0-304 0,0 0-64 15,0 0-16-15,1 2 0 0,1-1-752 0,-1 1-128 16,2 0-48-16,0 0 0 0,0 1-400 0,2-1 0 16,2-1 0-16,0 1 0 0,2-2 0 0,1 0 0 0,0 2 0 0,1-4 0 15,1 2 128-15,0-2-128 0,2 1 128 0,-1-1-128 16,1 0 0-16,0 1 0 0,0-1 0 0,-1 2 0 16,0 0 0-16,1 0 0 0,0 0 0 0,-1 0 0 31,0 2-976-31,-13-2-80 0,0 0-16 0,34 8 0 15,-34-8-1728-15,0 0-336 0,27 6-80 0,-27-6-16 16,0 0 864-16,0 0 192 0,35 6 16 0,-27-4 16 0,0-2 1616 0,0-2 320 0,0 2 64 0,1-2 16 16,-2 1 256-16,1-1 64 0,2-1 16 0,-2 2 0 15,2-2-32-15,-1 0-16 0,0 1 0 0,-1-1 0 0,1 1-160 0,-1 1 128 16,-1 0-128-16,1-1 128 16,-1 2 256-16,1 2 64 0,-2-2 0 0,1 2 0 15,-7-2 0-15,0 0 16 0,0 0 0 0,0 0 0 16,0 0 272-16,32 19 48 0,-26-16 16 0,-6-3 0 0,0 0 240 0,0 0 48 15,0 0 16-15,31 11 0 0,-23-10-464 0,-1-1-112 16,1 0-16-16,2-1 0 0,-1 1-384 0,1-2-128 16,-1 2 0-1,1-3 0-15,1 3 0 0,-2-2 0 0,3 0 0 0,-3 2-144 0,1-2 144 16,-2 2 0-16,1 0-144 0,-1 0 144 16,-1 0-560-16,0 0-32 0,1 2-16 0,-2-1 0 15,0 0-96-15,0 1-32 0,1-1 0 0,-1 1 0 0,2 0 288 0,-1 1 48 0,1-1 16 0,0-2 0 31,-1 0-992-15,3 0-192-16</inkml:trace>
  <inkml:trace contextRef="#ctx0" brushRef="#br2" timeOffset="163772.8">9760 8741 2127 0,'15'0'0'0,"-11"-2"0"0,-2 2 0 0,-2 0 192 0,0 0-192 0,1 0 0 0,3 0 0 0,2 2 0 16,0-2 592-16,2 2 96 16,-8-2 16-16,0 0 0 0,27 5-576 0,-27-5-128 0,0 0 0 0,26 5 0 15,-26-5 0-15,0 0 0 0,27 3-128 0,-27-3 128 16,0 0 0-16,28 2 0 0,-19-4-160 0,2 1 160 0,-1-1 0 0,0 2 256 15,0-3-64-15,-1 1 0 16,1 2 1008-16,-1 0 208 16,0-2 32-16,0 2 32 0,-1-2-352 0,1 1-80 0,0 1-16 0,0-2 0 31,0 2-1296-31,-1 0-272 0,1 2-48 0,-2-2-16 16,-7 0-1120-16,0 0-208 0,0 0-48 0,32 7-16 15,-32-7 672-15,0 0 144 0,26 5 32 0,-16-4 0 0,-10-1 1152 0,0 0 432 16,31 4-16-16,-21-4 0 0,1 1 576 0,0-1 112 15,1 0 32-15,0 0 0 0,0-1 304 0,0 1 64 0,0-2 16 0,0 2 0 16,0-2-320-16,0 1-64 0,2-1-16 16,-1 0 0-16,2 1-528 0,-2 1-96 0,1-2-32 0,-1 2 0 15,1 0-608-15,-1 0-128 0,-1 0-32 0,0 0-7024 16</inkml:trace>
  <inkml:trace contextRef="#ctx0" brushRef="#br2" timeOffset="164848.64">10644 8769 2751 0,'5'1'256'0,"-1"-1"-256"0,-1 2 0 0,-1-2 0 16,0 0 960-16,2 0 128 0,4 0 48 0,4 1 0 16,-12-1-224-16,32 3-32 0,-16-3-16 0,-2 1 0 15,-1 1-864-15,-1-2-256 0,-1 2-16 0,-1-2 0 16,1 0-512-16,-1 0-112 0,-1 0 0 0,0 0-16 16,0 0 256-16,0 1 48 0,-1-1 16 0,1 0 0 0,-1 0 592 0,1 0 0 15,0 0 0-15,0 0 0 0,0 0 128 0,0 2 128 16,2-2 48-16,-1 0 0 0,2 0 224 0,-1 0 48 15,1-2 16-15,0 1 0 0,0 1-400 0,1 0-192 16,0-2 160-16,-1 2-160 0,0 0 304 0,0-2-48 16,1 1 0-16,0 1 0 0,-1-2 48 0,1 2 0 15,0 0 0-15,1-1 0 0,0 1-48 0,-1-1-16 0,0-1 0 16,0 1 0-16,0 1-240 0,0 0 128 0,-1 0-128 0,0 0 0 16,1 0 384-16,0 0 0 0,0 0-16 0,0 0 0 15,-1 1 272-15,-12-1 48 0,25 3 16 16,-13-2 0-16,0-1 80 0,0 2 32 15,0-2 0-15,0 1 0 0,0 1-448 0,0-2-96 0,1 2-16 0,-1-2 0 16,1 0-256-16,0 0 160 0,0 0-160 0,1 0 128 16,-2 0-128-16,1 0 0 0,0-2 0 0,0 2 0 15,0 0 800-15,1 0 224 0,-1 0 64 0,0 0 0 16,-1 0-1376-16,1 0-272 0,-1 2-48 16,0-2-16-16,1 1 960 0,-13-1 192 0,23 4 48 0,-23-4 0 0,24 2-256 0,-24-2-32 15,24 3-16-15,-11-1 0 0,0-2-272 0,0 1 0 16,0-1 0-16,-1 0 0 15,2-1 0-15,1 1 0 0,0-3 0 0,-1 3-144 16,2-2 0-16,1 0 0 0,-1 0 0 0,2-1 0 0,0 1 144 0,-1-1 0 16,1 1-144-16,0 0 144 0,0-1 0 0,0 1 0 15,0 0 0-15,0 1 0 0,0 1 0 0,-2-2 160 16,2 2-32-16,-1 0-128 0,0 0 128 0,0 0-128 16,0 0 0-16,-1 0 0 0,0 0 0 0,0 0 0 0,0 0 0 15,0 0 0-15,0 0 0 0,1 0 0 0,-1 0 0 0,2-1 0 16,-2 1 0-16,0-1-192 0,2 1 192 0,0-2-192 15,-1 2 192-15,1 0 0 0,0 0 0 0,-2 2 160 16,0-2-160-16,-16 0 160 0,32 2-160 0,-32-2 160 16,28 3 416-16,-28-3 64 0,29 4 32 0,-15-4 0 15,-14 0-176-15,29 3-48 16,-14-2 0-16,0 0 0 0,0-1-448 0,1 0 128 16,0 2-128-16,-1-2 0 0,2 0 0 0,0 0 0 0,0 0 0 0,0 0 0 15,0 0 0-15,0 0 0 0,-1 0 0 0,1 0 0 16,0 0 0-16,-2 1 0 0,2-1 128 0,-1 2-128 0,0-2 0 0,-1 0 0 15,2 0 0-15,-1 0 0 0,0 0 0 0,-1 0 176 16,1 0-48-16,1 0-128 0,0-2 320 0,0 1-32 16,0 1-16-16,0-2 0 0,-2 2 48 0,1-1 0 15,1 0 0-15,-1 1 0 0,1 0-48 0,0-2 0 16,0 2 0-16,0 0 0 0,-1 0-272 0,-1 0 0 16,-15 0 0-16,30 3 0 0,-15-2 0 0,-15-1 0 15,28 2 0-15,-28-2 0 0,27 5 0 0,-27-5 0 16,27 5 0-16,-13-5 0 15,0 1 0-15,1-1 0 0,-2 1 0 0,1-1 0 0,1 0 912 0,-1 2 80 0,0-2 16 0,1 0 0 32,0 0-1616-32,0 1-320 0,0 1-64 0,0-2-16 0,1 3 816 0,-16-3 192 0,30 2 0 0,-16-1 0 15,-14-1 176-15,29 3 80 0,-29-3 0 0,27 3 16 16,-27-3 32-16,27 3 0 0,-13-1 0 0,0-2 0 16,1 1-304-16,0 0 160 0,0-1-160 0,0 0 128 15,0 0-128-15,-1 0 0 0,1 0 0 0,-1 0 0 31,0 0 0-31,1 0 0 0,-1 0 0 0,1 0 0 0,-1 0 0 0,0 0 0 0,1 0 0 0,-1 0 128 16,0 0-128-16,0 0 0 0,1-1 0 0,-2 1 0 16,1-1 256-16,-1 1-48 0,0 0 0 0,0 0 0 0,0-2 80 0,0 1 16 15,0 1 0-15,-1-2 0 0,1 0-160 0,-2 1-16 16,2 1-128-16,-2 0 192 0,-1-2-192 0,1 2 0 16,-2-1 128-16,0 0-128 0,0 1 0 0,-2 0 0 15,0 0 0-15,-1 0 0 0,-1 0 0 0,-1 0 0 31,-1 0 0-31,0 0 0 0,0 1-192 0,-2-1-48 16,0 1 0-16,-1-1-15008 0</inkml:trace>
  <inkml:trace contextRef="#ctx0" brushRef="#br2" timeOffset="167269.04">8488 8627 6447 0,'4'-7'576'0,"0"2"-576"16,0-2 0-16,-2 5 0 0,-1-1 816 0,0 1 48 16,1-1 16-16,1 0 0 0,1-3 848 0,0-3 160 15,1 1 32-15,-2 0 16 0,0 2-64 0,-3 0-16 16,0 3 0-16,-1 0 0 0,-2 1-352 0,-2 1-80 16,0 2-16-16,-2 1 0 0,0 1-368 0,-2 0-80 15,1 3 0-15,0-1-16 0,-2 4-192 0,1 0-48 16,2 0 0-16,0 0 0 0,1 0-208 0,0 3-48 0,1 2-16 0,-1 3 0 15,2 0-64-15,2-1-16 0,2-16 0 0,-1 29 0 16,1-29-112-16,0 0-32 0,0 0 0 0,18 42 0 16,-18-42-208-16,0 0 176 0,0 0-176 0,36 12 160 15,-25-15-160-15,0 0 128 0,-1 0-128 0,0-5 128 16,2 1-128-16,-1-4 0 0,0-1 0 0,-1 0 0 16,-2 0 0-16,-1-2 0 0,-1 0 0 0,-1-1 0 15,-2 1 0-15,-1-1 0 0,-1 1 0 0,-3 0 0 0,0 2 0 16,-4 1 0-16,0 1 0 0,-2 1 0 0,-1 1 0 0,-1 4 0 15,-1-1 0-15,1 2 0 0,0 1 0 0,1 4 0 16,1 1 0-16,2-1 0 0,1 3 0 0,1 0 0 16,2 2 0-16,1-2 0 0,1 2-336 0,2 0 48 15,-2-7 16-15,0 0-16432 16</inkml:trace>
  <inkml:trace contextRef="#ctx0" brushRef="#br2" timeOffset="167470.14">8604 8802 18431 0,'1'-4'816'0,"-1"-1"160"0,0 2-784 0,0 1-192 0,0 1 0 0,0 0 0 0,0 1 1840 0,0 0 320 0,0-2 64 0,0 2 16 16,-2 2-1088-16,0 2-192 0,-2 4-64 0,1-1 0 15,1 3-608-15,-1 1-128 0,1-1-32 0,1-1 0 16,1-9-128-16,0 0 0 0,0 0 0 0,0 0-9024 15,0 0-1664-15</inkml:trace>
  <inkml:trace contextRef="#ctx0" brushRef="#br2" timeOffset="167690.79">8742 8542 17503 0,'-1'-3'1552'0,"1"2"-1232"15,0 0-320-15,-1 1 0 0,0 1 2240 0,0 0 384 16,-1 2 64-16,0-2 32 16,-1 2 64-16,-2 3 16 0,-1 1 0 0,1 4 0 0,0 0-1712 0,1 2-352 15,-1 1-64-15,0 1-16 0,1 6-432 0,-1 0-96 16,0 1 0-16,2 3-128 0,-1 2 0 0,0 1 0 0,2 3 0 16,-1-4 0-1,1 0 0-15,2-27-304 0</inkml:trace>
  <inkml:trace contextRef="#ctx0" brushRef="#br3" timeOffset="188678">3212 11254 13823 0,'0'0'1216'0,"1"-1"-960"16,-1 1-256-16,0 0 0 15,0 0 1152-15,1-1 192 0,0 1 48 0,2 0 0 0,1-2 592 0,0 1 112 16,1 1 16-16,2-1 16 0,0 1-336 0,0-1-80 16,1 1-16-16,0 0 0 0,1 0-656 0,1-2-128 15,0 1-16-15,0-1-16 0,0 2-528 0,0-2-96 16,-1 2-32-16,-1-2 0 0,0-1-224 0,-1 1 0 0,1-1 0 0,-1 1 0 31,-2-3 0-31,0 3-128 0,0-3 128 0,-2 3-160 16,0 0-672-16,-2-1-128 0,0 1-16 0,-1 1-16 15,-1 1-1056-15,-2 0-192 0,1 0-64 0,-4 1 0 16,0 2-80-16,-1 1-32 0,0-2 0 0,-1 3 0 16,1-2 576-16,-1 1 112 0,0 1 32 0,0 0 0 15,1-2 1008-15,1 0 208 0,1 1 32 0,0 0 16 0,2-2 992 0,-1 0 192 0,2-1 32 16,0 1 16-16,1-2 608 0,0 0 128 0,1 2 32 0,0-2 0 16,-1 0 880-16,1 0 176 0,0 0 48 0,0 0 0 15,0 1-624-15,-1 1-112 0,0 1-16 0,0 3-16 0,0 0-752 0,-2 3-160 16,0 2-32-16,0 2 0 15,-1 5-448-15,0-1-112 0,0 4-16 0,-2 1 0 0,1-1-208 0,0 2-48 32,-1 1-128-32,1 0 192 0,0-3-192 0,3-2 128 0,0-5-128 0,2 0 0 0,0-14 0 0,0 0 0 15,0 0 0-15,0 0 0 32,0 0-1248-32,0 0-192 0,0 0-32 0,0 0-8960 0,34 3-1792 0</inkml:trace>
  <inkml:trace contextRef="#ctx0" brushRef="#br3" timeOffset="188851.91">3273 11432 11055 0,'-2'-5'480'0,"0"3"112"0,1-1-464 0,0 1-128 0,0 2 0 0,0 0 0 32,1 0 1872-32,-1 0 368 0,1 0 64 0,-1 0 0 0,1 0 624 0,1 0 112 15,0 2 32-15,1-1 0 16,2 1-1056-16,0-2-208 0,0 2-32 0,3-4-16 16,0 0-784-16,1 1-144 0,1-3-48 0,0 1 0 15,0-2-352-15,1 1-80 0,0-1-16 0,0-2 0 16,-1 3-336-16,1-2 128 0,0 2-128 0,-2-3 0 15,2 3 0-15,-1 1 0 0,-1-2 0 0,1 0 0 16,-1 3-544-16,0-3-176 0,0 2-48 0,0 1-16656 16</inkml:trace>
  <inkml:trace contextRef="#ctx0" brushRef="#br3" timeOffset="189488.94">3581 11330 14623 0,'-1'2'320'0,"0"-2"64"0,1 2 0 0,-1-1 48 0,1 1-432 0,-1-2 0 15,0 3 0-15,0-1 0 0,-2 0 2528 0,1 5 416 16,-3 0 96-16,-1 1 16 0,1-1-1168 0,-2 2-224 16,1 1-64-16,-1-3 0 0,3 2-656 0,-1-2-144 0,2 0-32 15,1 1 0-15,1-4-256 0,1 1-64 0,1 0-16 0,3-1 0 16,0-1-224-16,-4-3-32 16,0 0-16-16,0 0 0 0,0 0 64 0,38 7 16 0,-38-7 0 15,20-5 0-15,-9 3 16 0,0-3 0 16,-11 5 0-16,22-7 0 0,-12 1-128 0,-1 0 0 0,2-2-128 0,-1-1 192 15,-2 0-192-15,0 2 0 0,-2-3 128 0,0 1-128 16,-4 3 0-16,0-2 0 0,-1 1 0 0,-2-1 0 16,-1 2 0-16,-2-2 0 0,-2 2 0 0,-2 0 0 15,-2 2 0-15,-2-1 0 0,0 2 0 0,-1 1 0 0,0 2 0 16,0 0 0-16,1 2 0 0,-1 1 0 0,1 3 0 0,2-2 0 16,2 3 0-16,1-3 0 0,3 4 0 0,0-4 192 15,1 3-16-15,2-3-16 0,2 0-32 0,1 0-128 16,2-1 192-16,0-3-64 0,2 2-128 0,1-4 0 15,2 0 0-15,1-1 0 0,2-2 0 0,0 0 0 16,1 0 128-16,1-1-128 0,1-2 0 16,-1 1 0-16,-1 0 0 0,0 2 0 0,0-2 0 0,1 3-176 15,-1-1 176-15,0 0-192 0,-1 1 192 0,-12 4 0 16,22-3-144-16,-22 3 144 0,0 0 0 0,0 0 0 16,39 5 0-16,-39-5 0 0,0 0 0 0,0 0 0 0,0 0 0 15,27 42 128-15,-27-42-128 0,0 0 0 0,5 37 144 0,-5-37-144 16,0 25 176-16,-1-15-48 15,0 1 0-15,0-4 0 0,1 1-128 0,-1-4 160 16,0 2-160-16,-2-2 160 0,1-2-160 0,-1 0 128 16,1 1-128-16,0-3 128 0,0-2-128 0,0 1 128 0,0-2-128 0,0 0 128 15,0 0-128-15,1-3 160 0,1 0-160 0,1-1 160 16,2 0-160-16,1-4 0 0,1-1 0 0,2 0 128 16,-1 2-128-16,2-2 0 0,0 2 0 0,1 1 128 0,1 0-128 0,0-1 0 15,1 1 0-15,1 2 0 0,-2-1 0 16,1 2 0-16,0 0 0 0,0 3 0 0,0 0 0 0,-1 0-192 15,-10 3 64-15,0 0-18032 16</inkml:trace>
  <inkml:trace contextRef="#ctx0" brushRef="#br3" timeOffset="190308.79">4532 11180 15663 0,'1'-3'1392'0,"0"2"-1120"0,-1-1-272 0,0 2 0 16,0 2 1088-16,-1-2 176 0,1-2 16 0,-1 2 16 15,0 0 224-15,-1 2 32 0,1 0 16 0,-2 3 0 16,0 2-160-16,-1 3-48 0,2 2 0 0,-2 4 0 0,0 0-208 0,0 6-64 16,1 0 0-16,-1 3 0 0,1 2-464 0,-1-1-112 15,-1 2 0-15,1-4-16 16,1-2-176-16,2-4-48 0,1-18 0 0,-2 26 0 0,2-19-48 0,0-2-16 16,1-3 0-16,-1-2 0 0,1 0-208 0,0-1 0 15,-1-4 0-15,0-1 0 0,2-3-144 0,-1-3-128 16,2-4-32-16,-1-1 0 15,1-4-976-15,-1 2-192 0,0-4-32 0,0 0-16 16,0 2-80-16,-2-2-32 0,1 1 0 0,-2 1 0 0,0-3 1104 0,1 1 208 16,0 1 64-16,1 1 0 0,1 4 688 0,2 3 144 0,0 2 16 15,2 2 16-15,1 4 976 0,2 1 192 16,-1 2 32-16,1 1 16 0,-9 2-320 0,0 0-64 0,0 0-16 0,42 17 0 16,-42-17-672-16,0 0-144 0,30 31-32 15,-30-31 0-15,0 0-320 0,26 38-64 0,-26-38 0 0,0 0-16 16,19 35-176-16,-19-35 0 0,0 0 144 0,0 0-144 15,20 40 0-15,-18-33 0 0,0-2 0 0,-2 1 0 16,-2 0 0-16,-1-1 0 0,-3-1 0 0,-1-1 0 16,-3 2 0-16,-2-3 0 0,-2 0 0 0,0 0 0 15,-1-1 0-15,-1-1 0 0,0 0 0 0,2-1 0 0,2 1 0 16,1-2 0-16,3 2 0 0,0 2 0 0,4-1 0 0,-1 1 0 16,3 1 0-16,2 0-128 15,2-2-736-15,3 1-144 0,-5-2-16 0,0 0-16400 16</inkml:trace>
  <inkml:trace contextRef="#ctx0" brushRef="#br3" timeOffset="190704.95">4740 11376 23951 0,'-2'-1'1056'0,"0"1"224"0,1-3-1024 0,0 1-256 16,1 2 0-16,0-2 0 0,0 0 1648 0,0-1 272 0,0-2 48 0,0 1 16 15,0-4-192-15,0 2-16 0,0 1-16 0,2 0 0 16,2 0-768-16,0 1-160 0,0 0-16 0,3 0-16 15,-1 2-544-15,3-1-128 0,-2 1 0 0,-7 2-128 16,0 0 0-16,0 0 0 0,38 6 0 0,-38-6 0 16,0 0 0-16,0 0 0 0,38 21 0 0,-38-21 0 15,0 0 0-15,0 0 0 0,25 36 0 0,-25-36 0 16,0 0 0-16,0 0 0 0,4 38 0 16,-7-30 0-16,0-1 0 0,-2 1 0 0,-1-4-160 0,1-1 160 0,-1 0 0 15,1-3 0 1,-1-1 0-16,0-1 0 0,2-1 0 0,-1-1 0 0,2-1 0 0,1-1 0 0,1 0 0 0,1-1 0 15,0-3 128-15,1 3-128 0,1-2 192 0,1-1-64 16,2 3 0-16,-1-2 0 0,3 1-128 0,-1-1 0 16,3 0 0-16,0 1 128 0,1 1-128 0,0 0 0 15,2 1 0-15,0 0 0 0,1 0 0 0,-1 0 0 16,1 2 0-16,-1-1 0 0,0 0-160 0,0 1 160 16,-12 4-208-16,20-3 80 15,-11 1-1360-15,-3 2-272 0,1 2-48 0,-3 1-9168 16,-4-3-1824-16</inkml:trace>
  <inkml:trace contextRef="#ctx0" brushRef="#br3" timeOffset="191020.19">5030 11337 10879 0,'-2'7'240'15,"1"-2"48"-15,1-3 16 0,0-2 0 0,0 0-304 0,0 1 0 0,0 1 0 0,1-1 0 0,0 2 3456 0,2-2 640 0,1 1 128 0,-4-2 32 16,0 0-1376-16,0 0-288 0,0 0-48 0,29 0-16 16,-29 0-1440-16,0 0-272 15,26-5-64-15,-26 5-16 0,19-2-480 0,-10-1-112 16,0 1-16-16,-1-1 0 0,0 0-128 0,-1 0 0 0,-1 0 0 0,1 0 0 15,-3-1 0-15,1 2 0 0,-1-3-128 0,-1 0 128 16,-1 3 0-16,-1-2 0 16,0 0-144-16,-2-2 144 0,1-1 0 0,-2 2 0 0,0-3-128 0,-2 0 128 0,-1 2 0 0,1-1 0 15,-2 2-128-15,0-1 128 0,-2 3 0 0,2 0-128 16,-1 3 128-16,0 0 0 16,-1 4-128-16,2 1 128 0,-1 1 0 0,2 2 0 0,-1 1 0 0,2 2 144 15,-1 2 16-15,2 1 0 0,0 2 272 0,2-2 48 31,-1 5 16-31,1-2 0 0,1-17-128 0,1 33-32 0,-1-33 0 0,0 0 0 0,9 36-192 0,-9-36-144 16,0 0 192-16,0 0-192 16,0 0 0-16,37 21 0 0,-37-21 0 0,21-7 0 0,-9 0-192 0,3-3-128 0,0 0-48 0,0-4-17696 15</inkml:trace>
  <inkml:trace contextRef="#ctx0" brushRef="#br3" timeOffset="191454.41">5633 11177 11055 0,'3'-1'976'15,"-1"1"-784"-15,-2 0-192 0,0-2 0 16,1 2 1984-16,-2-2 336 0,1 1 80 0,-1-1 16 16,0-1 768-16,-2 3 144 0,-2-2 48 0,-1 2 0 0,-1 2-1392 0,-1 1-288 15,0 2-48-15,-1-1-16 0,-1 1-1024 0,-1 2-208 16,-1 3-32-16,-1-1-16 0,0 1-352 0,-1 1 128 15,-1 3-128-15,1-2 0 0,1 0 0 0,2-1 0 16,1 0 0-16,1-2 128 0,2-2-128 0,2 0 144 16,1-2-144-16,2 0 160 0,2-3-16 0,0 1 0 15,2-1 0-15,2-2 0 0,-1 0-144 0,3 0 0 16,0-2 0-16,0 2 0 0,2 0 0 0,0-2 0 16,2 1 0-16,-10 1 0 0,0 0 0 0,31-2 0 15,-31 2 128-15,0 0-128 0,0 0 0 0,37 5 0 16,-37-5 0-16,0 0 0 0,0 0 0 0,0 0 0 0,0 0 0 0,0 0 0 15,24 31 0-15,-25-24 0 0,-2-1 0 0,0 2 0 16,0-3 0-16,-2 2 0 0,-1 0 0 0,0-2 0 16,-1-1 0-16,-2 3 0 0,-1-2 0 0,-1 2 0 15,0-2 0-15,0-1 0 0,0-1 0 16,2 0 0-16,0 1 0 0,1-2 0 0,1-1 0 0,1 1 0 16,1 0 0-16,1-2 0 0,2 0-144 0,1 0 144 15,1-2-672-15,2 0-80 0,2-1-16 0,2 1-10592 16,1-5-2128-16</inkml:trace>
  <inkml:trace contextRef="#ctx0" brushRef="#br3" timeOffset="191813.9">5730 11262 11967 0,'3'-1'1072'0,"-1"1"-864"16,-1-2-208-16,-1 2 0 0,0 0 2320 0,0-2 432 15,1 1 64-15,0-1 32 0,0 0-32 0,0-2-16 16,-2 0 0-16,0 2 0 0,-1 0-1264 0,-1 0-256 0,0 0-64 0,-2 1 0 15,-1 1-752-15,0 3-144 0,-2-1-48 0,-1 0 0 16,0 4-272-16,0-1 0 16,0 1 0-16,2 2 0 0,0-1 0 0,2 1 0 0,-1 0 0 0,3 1 0 15,1-3 0-15,1 0 0 0,1-6 0 0,0 0 160 16,0 0-160-16,0 0 0 0,0 0 0 0,0 0 0 16,0 0 0-16,42 21 0 0,-42-21 0 0,0 0 0 15,33-2 0-15,-33 2 0 16,0 0 128-16,30 2-128 0,-30-2 0 0,0 0 0 0,0 0 0 0,0 0 0 0,0 0 0 15,36 19 128-15,-36-19-128 0,0 0 0 0,0 0 0 0,0 0 128 16,-2 24-128-16,-3-17 0 0,1 0 272 0,-5 0-16 16,1 3-16-16,-3-1 0 0,-1 1-96 0,-1-1-16 15,-2-1 0-15,1-1 0 0,2 0-128 0,2-3 0 16,1-3 0-16,4-1 0 0,1-1 0 0,2-1 0 16,2-2 0-16,1-2 0 15,3 0-1280-15,2-3-128 0,3-2-16 0,2-1-14624 0</inkml:trace>
  <inkml:trace contextRef="#ctx0" brushRef="#br3" timeOffset="192509.45">5892 11267 12895 0,'3'-1'576'0,"-2"-1"112"0,0 2-560 0,-1 0-128 0,0 0 0 0,0 0 0 16,-1 0 2320-16,1 2 432 0,-2-2 96 0,-1 2 16 16,-2 3-208-16,0 1-32 0,-2 2-16 0,0-1 0 15,0 3-960-15,1-2-192 0,-1 3-48 0,2-1 0 31,0 3-704-31,1-3-160 0,1 2-32 0,1 0 0 0,2-12-384 0,0 0-128 0,1 30 0 0,-1-30 0 16,0 0 0-16,0 0 0 0,0 0 0 0,0 0 0 16,0 0 128-16,41 15-128 0,-32-21 0 0,0-2 0 0,1-1 0 15,0 1 0-15,-1-4 0 0,0 0 0 0,0 0 0 0,0 0 0 32,-2-1 0-32,2 1-144 0,-2-1-160 0,-1 2-16 0,0 1-16 0,-1-1 0 0,-2 1 48 0,-1 1 16 31,0 4 0-31,-1 0 0 0,-1 2 144 0,-1 3 128 0,0 0-192 0,-1 1 192 0,0 3 0 0,0 1 0 15,-2 2 0-15,0 0 0 0,0 3 240 16,0 2 48 0,-1-2 16-16,2 3 0 0,-1 2 176 0,1-1 32 15,0 0 16-15,3-14 0 0,-2 26-176 0,2-26-32 0,0 0-16 16,0 0 0-16,7 37-128 0,-7-37-32 0,0 0 0 0,0 0 0 16,0 0-144-16,0 0 0 0,0 0 0 0,0 0 0 15,37 0 0-15,-31-9 0 0,-1 0 0 0,2-3 0 16,-1 1 0-16,1-1-272 0,0-2 64 0,0 0 16 31,2 1-768-31,-2 1-160 0,1 1-32 0,-1-1 0 0,2 1-480 0,0 0-96 0,-2 2-32 16,0 2 0-16,0-1 912 15,0 2 176-15,0 1 32 0,-2 2 16 0,2 1 624 0,-2 2 0 0,-2 0 0 0,2 0 0 16,-1 0 496-16,-2 2 208 0,2-1 64 0,-1 1 0 16,0 0 224-16,-3-2 48 0,0 0 16 0,0 0 0 15,0 0-288-15,0 0-64 0,0 0-16 0,0 0 0 0,37 17-368 0,-37-17-64 16,0 0 0-16,0 0-16 0,0 0 64 0,0 0 16 15,0 0 0-15,0 0 0 0,24 35-80 0,-25-25-16 16,1-10 0-16,-5 21 0 0,3-9-96 0,-4 0 0 16,0 0-128-16,0 0 192 0,-1 2-192 0,-1-4 128 15,1-1-128-15,0-1 0 0,4-2 192 0,-1-3-64 16,2-1-128-16,1-2 192 0,1-3-16 0,1-1-16 16,1-1 0-16,1-2 0 0,1-3-32 0,1-1 0 15,1-1 0-15,2 0 0 0,0-2-128 0,0 0 0 16,1-1 0-16,0 1 0 0,0-1 0 0,2 1 0 0,-1 0 0 0,0 2 0 15,-2 1 0-15,1 3 0 0,-2 1 0 0,0 1 0 16,-2 3-208-16,0 0 16 0,-2 3 16 0,0 0 0 31,0 0-560-31,0 2-112 0,-1 1-32 0,0 0-16624 0</inkml:trace>
  <inkml:trace contextRef="#ctx0" brushRef="#br3" timeOffset="192810.25">6370 11297 11967 0,'1'3'1072'0,"0"-1"-864"0,1 0-208 0,0-1 0 16,-1-1 2720-16,0 0 496 0,1 0 112 0,0 0 0 16,-2 0-800-16,0 0-160 0,0 0-48 0,0 0 0 0,33 1-336 0,-33-1-80 15,0 0-16-15,24-2 0 0,-24 2-1056 0,18-5-224 16,-9 0-32-16,1 2-16 0,-1-1-368 0,1-1-192 16,0-1 192-16,-2 0-192 0,1 0 0 0,-2 1 0 15,1-2 0-15,0 0 0 16,-1 0 0-16,-1-1 0 0,-2 1 0 0,0 0 0 0,-2 0 0 0,-3 0 0 15,-1 2 0-15,-2-2-144 0,0 2 0 0,-3 0 0 16,-2 1 0-16,-2 2 0 0,-2 0 144 0,-2 4-192 16,-2 2 192-16,2 3-192 0,0 0-128 0,2 4-48 0,0 2 0 15,2 1 0-15,2-2 368 0,0 5 0 0,0 3 0 0,0 1 128 16,3 2 352-16,0 0 64 0,6-23 16 0,-1 38 0 16,1-38-64-16,0 0-16 0,0 0 0 0,36 36 0 15,-36-36-304-15,32 2-176 0,-32-2 192 0,40-9-192 16,-17 0-176-16</inkml:trace>
  <inkml:trace contextRef="#ctx0" brushRef="#br3" timeOffset="195640.92">6788 11254 1839 0,'0'0'160'0,"0"0"-160"0,0 0 0 0,0 0 0 16,0 0 992-16,0 0 160 0,1 0 48 0,-1 0 0 15,1 2 736-15,0-2 160 0,1 0 16 0,1 0 16 16,0 0 128-16,2 0 32 0,-1 0 0 0,2 0 0 15,-1-2-64-15,1 2-16 0,-1 0 0 0,-5 0 0 16,0 0-720-16,0 0-144 0,0 0-16 0,32 2-16 16,-27-2-656-16,-2 1-128 0,-3-1-16 0,0 0-16 15,0 0-768-15,0 0-160 0,0 0-16 0,0 0-15328 16</inkml:trace>
  <inkml:trace contextRef="#ctx0" brushRef="#br3" timeOffset="195797.12">6775 11372 17503 0,'1'0'1552'0,"1"1"-1232"16,0 1-320-16,0-2 0 0,0 0 1648 0,1 1 272 16,-3-1 48-16,0 0 16 0,0 0 224 0,0 0 48 0,38 18 16 0,-38-18 0 15,0 0-960-15,0 0-192 16,0 0-32-16,0 0-16 0,36 14-944 0,-36-14-128 0</inkml:trace>
  <inkml:trace contextRef="#ctx0" brushRef="#br3" timeOffset="196862.42">7352 11142 11055 0,'-5'-2'976'0,"1"0"-784"0,2 0-192 0,1 0 0 15,0 1 768-15,1 1 96 0,-1-2 32 0,0-1 0 16,-1 0 960-16,-2-3 192 0,1 1 32 0,-1 1 16 16,0 1-432-16,-1-2-64 0,1 3-32 0,-3 0 0 15,1-1-608-15,-3 3-112 0,1 0-16 0,-3 1-16 16,-1 3-128-16,-1-2-32 0,1 3 0 0,0 0 0 15,-2 0-176-15,1 3-32 0,1 0-16 0,0 1 0 16,3-1-32-16,1-1 0 0,2 2 0 0,1 1 0 0,1-1-32 0,2 1-16 16,-1 1 0-16,3-11 0 0,-2 22-352 0,2-22 144 15,0 0-144-15,4 39 0 0,-4-39 0 0,0 0 0 16,14 42 0-16,-14-42 0 0,0 0 128 0,22 46-128 16,-22-46 0-16,0 0 0 0,25 49 0 0,-25-49 0 15,0 0 0-15,20 44 0 0,-20-44 0 0,0 0 0 16,0 0 0-16,10 34 0 0,-10-34 0 0,0 0 0 15,-4 15 0-15,1-12 0 0,-1 1 0 0,-1 0 0 16,-1-2 0-16,0 0 0 0,-1-1 128 0,0 1-128 16,0-2 0-16,0 0 0 0,0 0 0 0,2-3 0 0,-1 1 0 15,2 0 0-15,0 0 0 0,0 0 0 0,2 1 128 0,1-2-128 16,1 3 224-16,0 0-16 0,1 0 0 0,0 0 0 16,0 1 32-16,-1-1 0 0,0 0 0 0,0 0 0 15,0 0-80-15,0 0-16 0,18 38 0 0,-18-38 0 16,0 0 0-16,5 37 0 0,-5-37 0 0,3 29 0 15,-3-29-144-15,-1 31 128 0,1-31-128 0,-3 30 128 16,1-12-128-16,2-18 128 0,-5 30-128 0,2-14 128 16,0 1 0-16,3-17 0 0,-3 38 0 0,3-38 0 15,-1 41 0-15,1-41 0 0,1 42 0 0,-1-42 0 16,3 45 32-16,-3-45 0 0,3 48 0 0,-2-22 0 16,0 0-16-16,-1-26 0 0,4 49 0 0,-4-49 0 0,6 43-144 15,-6-43 192-15,10 36-192 0,-10-36 192 0,0 0-192 0,18 32 0 16,-18-32 0-16,0 0 0 0,0 0 0 0,0 0 0 15,0 0 0-15,0 0 0 0,35 8-288 0,-30-15 16 16,1 0 0-16,0-2-18512 16</inkml:trace>
  <inkml:trace contextRef="#ctx0" brushRef="#br3" timeOffset="198089.24">7563 11247 10127 0,'1'-3'896'0,"0"0"-704"0,0 0-192 0,0 3 0 16,-1-3 1552-16,1 1 288 0,0-1 48 0,0-3 16 15,0 0 592-15,0 2 128 0,-1-1 32 0,0 5 0 0,-2 0-656 0,1 1-128 16,-2 4-16-16,-1 1-16 0,0 1-848 0,0 3-160 15,-2 0-48-15,0 3 0 0,-2 4-336 0,1-1-64 16,0 6 0-16,0-1-16 0,-1 1-224 0,0 1-144 16,1-1 192-16,0-1-192 0,2-2 176 0,-1-3-176 15,2-1 160-15,2-3-160 0,2-12 144 0,-3 17-144 16,3-11 128-16,0-3-128 0,0 1 0 0,1-4 0 16,0 0 0-16,1-2 0 0,-1-1 0 0,1-1 0 15,0-1 0-15,2-2 0 0,0 0 0 0,-1-3 0 0,2-1 0 16,0-3 0-16,0-1-144 0,1-2-64 0,-1-1-16 0,2-1 0 31,-2 0-240-31,1-1-48 0,-1 2-16 0,0-2 0 0,1 2 256 0,-2-2 48 0,1 3 16 0,0 0 0 16,1 0 208-16,0 4 0 0,-2 2 0 0,1 4 0 15,0-1 128-15,-2 5 32 0,0 2 0 0,0 1 0 16,-1 2 336-16,-1 3 64 0,-1-5 16 0,0 0 0 16,4 31-64-16,-4-31-16 0,2 30 0 0,-2-30 0 15,0 36-272-15,0-36-48 0,2 43-16 0,-2-43 0 16,5 43-160-16,-5-43 128 0,6 40-128 0,-6-40 128 15,0 0-128-15,16 42 0 0,-16-42 0 0,0 0 0 16,0 0 0-16,0 0 0 0,0 0 0 0,36 8 0 0,-30-13 0 0,-2-1 128 16,2-3-128-16,-1 0 0 0,1 0 0 0,-1-5 0 15,2 0 128-15,-1-3-128 0,0 2 0 0,0-3 160 16,2-2-160-16,-1-1 160 0,1 0-32 0,-1-5 0 16,1 0 0-16,-2 0 0 0,1 2-128 0,-2 2 128 15,0 4-128-15,-2 3 128 0,1 4-128 0,-1 3 0 16,-1 4 0-16,-2 2 0 15,0 4 0-15,-1 0 0 0,0 3 0 0,-1 2-12224 16,0 2-2384-16</inkml:trace>
  <inkml:trace contextRef="#ctx0" brushRef="#br3" timeOffset="198785.64">8022 11138 22111 0,'2'-4'976'0,"-1"1"208"0,1 1-944 0,-2 1-240 0,0-1 0 0,-1 2 0 16,0 0 0-16,0 0 0 0,-2 0 0 0,0 2 0 15,-1 1 832-15,-2 4 112 0,0 0 16 0,0 3 16 16,1 4 512-16,-1 0 112 0,1 1 0 0,0 3 16 0,0 1-688 16,0 0-144-16,0 6-16 0,-2 0-16 0,1 1-400 0,0 0-80 15,2 2-16-15,0-4 0 0,4-24 448 0,-3 36 96 16,3-36 16-16,0 0 0 0,0 0-496 0,4 30-112 15,-3-27-16-15,1-3 0 0,0-3-192 0,0-1 0 16,2-3 0-16,0-2 0 16,1-1-768-16,0-6-64 0,1-1 0 0,-2 0 0 31,1-2-1712-31,0 0-336 0,-1 0-80 0,0-1-16 0,-1 2-624 0,-1-1-128 0,-2 3-32 0,1-3 0 16,-2 0 1856-16,1 0 368 0,0 2 80 0,-1 3 16 0,0 2 1440 0,0 0 512 0,-1 5-16 0,0 1 0 15,0 3 1648-15,0 0 336 16,0 3 64-16,2 0 16 0,-1 0 240 0,1 3 48 0,0-1 16 0,1-1 0 15,-1 0-832-15,0-1-176 16,0 0-16-16,0 0-16 0,0 0-576 0,0 0-112 0,36 10-32 0,-36-10 0 16,20-4-496-16,-9 1-96 0,1 0-32 0,1 1 0 15,0-3-304-15,-13 5-176 0,23-2 192 0,-23 2-192 16,0 0 128-16,0 0-128 0,33 3 0 0,-33-3 0 16,0 0 0-16,0 0 0 0,0 0 0 0,0 0 0 15,3 30 0-15,-10-23 0 0,0 0 0 0,-3 3 0 16,-2-1 0-16,-1 1 0 0,0 1 0 0,-1-1 0 0,0-2 0 0,-1 0 0 15,2 0 0-15,-1-3 0 0,1 2 0 0,2-4 0 16,1 0 0-16,2 0 0 0,2 0 0 0,2-1 0 16,2-1 0-16,2 0 0 0,2-1 0 0,2 0 0 15,-4 0 0-15,0 0 0 0,0 0 0 0,35 0 160 16,-35 0-160 0,28-1 128-16,-28 1 48 0,30-1 0 0,-30 1 0 0,33 1 0 15,-33-1-176-15,31 3 192 0,-31-3-192 0,0 0 192 0,45 8-192 0,-45-8 0 16,0 0 0-16,0 0 128 0,39 14-128 0,-39-14 0 15,0 0 0-15,0 0 0 0,0 0 0 0,0 0 0 0,-4 26 128 16,-4-21-128-16,-2 2 0 16,-2-3 0-16,-3 2 0 0,-3 0 0 15,-1-1 0-15,-2 0 0 0,-1-1 128 0,2 0-128 0,0 0 0 16,3-3 0-16,3 0 0 0,2-1 0 0,2 0-336 0,4 0 0 0,0 2 0 0,3-4-17792 16</inkml:trace>
  <inkml:trace contextRef="#ctx0" brushRef="#br3" timeOffset="199579.64">8419 11420 17503 0,'1'0'1552'0,"0"-1"-1232"15,-1 0-320-15,0 1 0 16,1 0 1728-16,-1 0 304 0,1 0 48 0,0 0 16 0,0 0 144 0,0 1 48 16,-1 2 0-16,0-3 0 0,0 0-992 0,0 0-192 15,-5 23-32-15,2-15-16 0,3-8-528 0,-7 17-96 16,7-17-32-16,-8 16 0 0,4-8-240 0,-2-1-160 16,1 0 192-16,1 0-192 0,0 0 0 0,-1-2 0 15,1 0 0-15,-1-1-11520 16,1-1-2240-16</inkml:trace>
  <inkml:trace contextRef="#ctx0" brushRef="#br3" timeOffset="201293.27">8937 11180 4607 0,'0'-4'400'0,"0"0"-400"0,1 1 0 0,-1 1 0 0,1 1 864 0,-1-1 96 15,1-3 0-15,0-2 16 0,1 0 560 0,-2-2 96 16,1 2 32-16,-2 3 0 0,1 1 64 0,-2 2 0 0,1 1 16 0,-1 0 0 16,1 1-144-16,-1 1-16 15,0 0-16-15,-1 0 0 16,0 1-544-16,0-1-128 0,0 1 0 0,-1 0-16 0,-1 0 656 0,2 1 128 0,-2 1 16 0,1 1 16 31,-1 1-1696-31,-1 1-304 0,1 3-80 0,-1-2 0 0,2 1 672 0,-1 3 144 16,-1 2 16-16,0 2 16 15,0 2-144-15,2-3-48 0,1 1 0 0,3-17 0 0,-2 27-32 16,2-27-16-16,0 0 0 0,0 0 0 16,0 0-80-16,0 0-16 0,0 0 0 0,39 25 0 15,-28-30 48-15,0-4 0 0,1 0 0 0,1-3 0 0,0 0 16 0,0-4 0 16,0 1 0-16,0-4 0 0,1 1-192 0,-3 0 0 15,-2 0 0-15,-2 1 0 0,-2 3 0 0,-4-1 0 16,-1 3 0-16,-1-1 0 0,-4 5 0 0,-2 0 0 16,0 2 128-16,-3 1-128 0,-1 1 0 0,0 4 0 15,-1 0 0-15,0 2 0 0,2 0 0 0,-1 4 0 16,2 0 128-16,1 1-128 0,4 1 0 0,0 1-224 16,2-2 48-16,1 2 16 15,1-9-1760-15,0 0-368 0</inkml:trace>
  <inkml:trace contextRef="#ctx0" brushRef="#br3" timeOffset="203648.02">9086 11356 10127 0,'0'0'896'0,"0"-1"-704"16,0 0-192-16,0 1 0 15,1 0 1248-15,-1-2 224 0,1 1 32 0,1-1 16 0,-1-3 592 0,2 3 112 16,1-3 16-16,0 0 16 0,-1 1-272 0,2 1-64 15,0-2-16-15,-2 2 0 0,0 2-368 0,1-3-80 0,-1 3-16 0,-2-1 0 16,1 2-528-16,0 0-96 16,0 2-32-16,-1 1 0 15,0 0-272-15,-1-3-48 0,0 0-16 0,0 0 0 16,0 0-224-16,0 0-48 0,4 34-16 0,-4-34 0 0,0 0-160 0,0 0 0 16,0 0 0-16,0 0 128 0,0 0-128 0,0 0 0 0,0 0 0 0,0 0 0 31,0 0 0-31,0 0 0 0,0 0 0 0,0 0 0 0,0 0 0 0,0 0 0 0,0 0 0 0,0 0 0 15,0 0 0-15,0 0 0 16,0 0 0-16,0 0 0 0,12-5 0 0,-15 1 0 16,-1 2 0-16,0-1 0 0,0-1 0 0,-1 1 0 0,1 1 0 15,-1-1 0-15,1 1 0 0,0-3 0 0,0 3 0 0,1-1 0 16,0 2 0 0,1 0 0-16,1 1 0 0,1-2 0 0,0 2 0 0,0-1 0 15,2 2 0-15,0-1 0 0,0 2 0 0,0-2 0 16,-2 0 0-16,0 0 0 0,0 0 0 0,0 0 0 15,0 0 0-15,0 0 0 0,0 0 128 0,0 0-128 16,0 0 0-16,31 29 128 0,-31-29-128 0,0 0 0 16,0 0 0-16,0 0 0 0,0 0 0 0,0 0 0 15,0 0 0-15,0 0 0 0,0 0-320 0,0 0-32 0</inkml:trace>
  <inkml:trace contextRef="#ctx0" brushRef="#br3" timeOffset="204312.19">9478 11105 10127 0,'-5'0'448'0,"0"0"96"0,1 0-544 0,1 0 0 15,2 0 0-15,0 0 0 0,-2 2 1376 0,-1-2 160 16,-2 1 48-16,-3 1 0 0,0 0-144 0,0-1-32 16,0 0 0-16,1 1 0 0,1 1 256 0,0 0 32 15,1 0 16-15,1 0 0 0,0 0-112 0,0 0 0 16,1 2-16-16,0-2 0 0,2 0-592 0,-2 0-112 16,3 0-32-16,0 0 0 0,0 0-128 0,2 0-16 0,-1-3-16 0,0 0 0 15,0 0-304-15,0 0-64 0,0 0-16 0,0 0 0 16,40 28-112-16,-40-28 0 0,0 0-16 0,34 12 0 15,-34-12-176-15,0 0 160 0,41 15-160 0,-41-15 160 16,0 0-160-16,0 0 0 0,44 23 144 0,-44-23-144 16,0 0 0-16,0 0 128 0,38 24-128 0,-38-24 0 15,0 0 0-15,0 0 144 0,0 0-144 0,0 0 0 16,25 35 128-16,-25-30-128 0,-1-1 0 0,-3 2 0 16,-1 0 0-16,-1-1 0 0,0 2 0 0,-3 1 0 15,-1 0 0-15,-3 0 0 0,0-3 0 0,-1 4 0 0,-1-2 0 16,0-1 0-16,2 0 0 0,0-3 0 15,1 1 0-15,1-2 0 0,2-2 0 0,0 0 0 0,2-2 0 0,2-2 0 16,1-2 0-16,1-3 0 0,2 0 0 0,1-1 0 16,2-3 0-16,1 0 0 0,0 1 0 0,0 0 0 15,3-2 0-15,-1 2 0 0,3 1 0 0,-2 1 0 16,2 3 0-16,-1-3 0 16,2 4 0-16,-1-2 0 0,1 3 0 0,0 0 0 0,0 1 0 0,-1-1 0 15,2-1 0-15,0 0 0 0,-1 1 0 0,1-2 0 16,2 0 0-16,-1 0 0 0,0 0 0 0,-1 0 0 0,-2 0 0 15,-1 0 0-15,-2 2 0 0,-1-2 0 0,-1 2 0 0,-2 0 0 16,-1 0 0-16,0 1 0 0,-3-1 0 0,-3 1 0 16,1 3 0-16,-5-1 0 0,-2 2 0 0,-2 0 0 15,-2 0 0-15,-2 0 0 0,0 2 0 0,0 1 0 16,0-1 0-16,3 1 0 0,2-1 0 0,1 0 0 16,4 0 0-16,1 1-176 0,1-1 176 0,3 1-160 15,1-1-1168 1,2 0-224-16</inkml:trace>
  <inkml:trace contextRef="#ctx0" brushRef="#br3" timeOffset="208976.16">7574 11963 10127 0,'1'-3'896'16,"-1"0"-704"-16,0 2-192 0,0-1 0 0,0 2 1072 0,0-2 176 16,-1-1 32-16,1-2 16 0,0 0 592 0,0 0 112 15,-1 1 32-15,0-1 0 0,1 2 32 0,-1 1 16 16,0 2 0-16,0 0 0 0,1 0-736 0,-2 0-160 0,1 1-32 15,0 3 0-15,-1-1-480 0,0 0-96 16,0 1-32-16,0 3 0 0,-1 2-96 0,0 0 0 16,0 3-16-16,0-2 0 0,-1 3-144 0,-1 0-32 0,0 3 0 0,-2-1 0 15,1 0-112-15,-1 1-16 0,1 0-128 0,-2-1 192 16,2 1-192-16,-2-2 144 0,1 1-144 0,-1-1 128 16,2-2-128-16,1-3 0 0,3-2 0 15,0-1 0-15,1-1 0 0,0-4 0 0,2 1-128 0,1-2 128 16,-1-2-832-1,2-2-80-15,2-2-32 0,-1-3 0 0,1 0-640 0,2-3-128 0,-2-4-16 16,2 1-16-16,-1-2-144 0,2 1-32 0,-2-1 0 0,1-2 0 16,-1 5 528-16,0-4 112 0,0 0 0 0,1-2 16 0,-2 3 880 0,1 2 192 15,-1 1 16-15,0 2 16 0,1 1 768 0,-2 3 160 16,0 1 16-16,0 0 16 0,-1 2 1120 0,-1 3 240 16,1 0 32-16,-2 2 16 0,0 0-464 0,0 0-80 15,0 3-32-15,0 0 0 0,0 0-448 0,-1 2-96 16,1 0 0-16,-1 4-16 0,0-9-528 0,0 0-96 15,0 0-32-15,6 31 0 0,-6-31-240 0,0 0-48 0,4 28-128 16,-4-28 192-16,0 0-192 0,5 31 0 0,-5-31 0 0,0 0 0 16,6 31 0-16,-6-31 0 0,0 0 0 0,0 0 0 15,7 35 0-15,-7-35 0 0,0 0 0 0,0 0 0 16,0 0 0-16,2 29 0 16,-1-26 0-16,-1 1 0 0,0-2 0 0,0-2 0 0,0 3 0 0,0-3 0 15,0 0 0-15,1 0 0 0,-1 0 0 0,0-2 0 31,1 1 0-31,-1 1 0 0,1-2 0 0,0 2 0 0,0-4 0 0,0 1 0 0,0 0 0 0,2 0 0 16,0-2 0-16,1-1 0 0,0-1 0 0,0 0 0 0,1-2 0 16,0-1 0-16,3-1 128 0,-1-1-128 15,0-3 128-15,3-2 0 0,0-1-128 0,1-4 192 0,1-2-64 0,-1 3-128 16,0 0 176-16,-2 2-176 0,-1 0 144 0,-2 2-144 16,-3 3 0-16,0 3 144 0,-1 3-144 0,-1 2 0 15,0 2 0-15,-1 4 0 0,0 0 0 0,0 1 0 16,-1 1 0-16,1 1 0 15,0 1-368-15,0 1-48 16,1 0-16-16,-1-5-17056 0</inkml:trace>
  <inkml:trace contextRef="#ctx0" brushRef="#br3" timeOffset="209464.19">8165 11840 5519 0,'2'0'496'0,"-1"-3"-496"0,0 3 0 0,-2 0 0 15,1 0-720 1,-1-2-240-16,1 2-64 0,-1-3 0 0,0 1 2432 0,-1 1 496 0,-1 0 80 0,1 1 32 16,0-2 1312-16,-1 2 256 0,1 0 48 0,0-2 16 15,-1 1-1520-15,1 1-288 0,-3 0-64 0,0 1-16 0,0 3-912 16,-2-3-176-16,0 2-32 0,-1 2-16 0,-1-1 208 15,0 0 32-15,0 1 16 0,-2 1 0 0,1 0-272 0,-1 0-48 16,1 1-16-16,0 0 0 0,-1-1-96 16,1 0 0-16,2 1-16 0,1-2 0 0,0 2-48 0,1-2 0 15,0 2 0-15,1-2 0 0,1 0-192 0,1 2-32 16,1-3-16-16,1 1 0 0,1-5-144 0,0 0 128 16,0 0-128-16,0 0 128 0,0 0-128 0,0 0 160 15,35 26-160-15,-35-26 160 0,0 0 0 0,35 5 0 16,-35-5 0-16,0 0 0 0,40 5-160 0,-40-5 128 15,0 0-128-15,40 7 128 0,-40-7-128 0,0 0 0 16,0 0 0-16,44 12 128 0,-44-12-128 0,0 0 0 0,0 0 0 16,0 0 0-16,0 0 0 0,0 0 0 0,0 0 0 0,21 38 0 15,-26-33 0-15,-3 4 0 0,-2-2 0 0,-3 2 0 16,-2 1 0-16,-1-2 0 0,-2 0 0 0,-1 0 0 16,2-4 0-16,-1 1 0 0,2-2 0 0,3-1 0 15,3 0 0-15,2-2 0 0,1 0 0 0,4-1 0 16,2 0 0-16,1-3-176 0,3-1 176 0,2 0-12112 15,3 0-2320-15</inkml:trace>
  <inkml:trace contextRef="#ctx0" brushRef="#br3" timeOffset="209684.15">8494 12004 13823 0,'2'2'608'0,"-1"-2"128"0,0 0-592 0,0 1-144 16,0 0 0-16,-2-1 0 0,1 2 2160 0,-1-1 400 16,1 3 64-16,-2 2 32 0,0 3 320 0,-1-2 64 15,1 2 16-15,-2 1 0 0,-1 1-1504 0,2-3-288 16,-1 3-64-16,-1-1-16 0,2-1-848 0,0-2-160 0,3-7-48 0,-4 14 0 16,3-8-256-16,1-6-64 0,0 0-16 0,0 0-16976 15</inkml:trace>
  <inkml:trace contextRef="#ctx0" brushRef="#br3" timeOffset="210714.68">8849 11937 7359 0,'1'-3'656'0,"0"1"-528"0,0 2-128 0,-1 0 0 31,0 0 1088-31,0-1 192 0,1 0 48 0,0-1 0 0,0-1 512 0,0 1 96 0,-1 0 32 0,-1 1 0 16,1 1-400-16,-2 0-80 0,2 0-16 0,-1 0 0 15,0 0-416-15,-1 0-96 16,1 0 0-16,1-2-16 0,-1 2-112 0,-1 0-32 16,1-2 0-16,0 2 0 0,-1-2-48 0,1 1-16 15,-1 1 0-15,0-2 0 0,1 4-256 0,-1-2-48 16,-1 1-16-16,0 1 0 0,-1 0-192 0,1 2-32 15,-1 0-16-15,-2 2 0 0,1 1-32 0,-1 0 0 16,1 1 0-16,-1 1 0 0,2-2 0 0,-2 5 0 16,1-2 0-16,0 2 0 0,0 2 32 0,0 0 0 15,1 2 0-15,-1 1 0 0,5-17-48 0,-5 32-128 0,5-32 192 16,-4 27-64-16,4-27 0 0,0 0 0 0,1 36 0 0,-1-36 0 16,0 0 16-16,0 0 0 0,0 0 0 0,0 0 0 15,0 0-16-15,0 0 0 0,0 0 0 0,0 0 0 16,36 12 32-16,-29-20 0 0,-1 2 0 0,1-4 0 15,1 0-160-15,-1-2 192 0,2-1-192 0,-1 0 192 16,0 1-192-16,2-2 0 0,-1-2 0 0,-1-3 0 16,1 2 0-16,-2 1 0 0,0-3 0 0,-1 2 0 15,-2 3 0-15,-2 1 0 0,-1 2 0 0,-2 2 0 16,-1 2 0-16,-2 2 0 0,-2 2 0 0,0 1 0 0,-2 4 0 0,-2-1 0 16,0 4 0-16,-2-1 0 0,3 3 0 0,-1-1-176 15,-1 0 176-15,3 1-128 16,0 0-112-16,0-2-16 0,4 0 0 0,-1-1 0 15,2-1-704-15,2-1-160 0,0 0-32 0,1-1 0 16,2-1-1536-16,1-1-304 0</inkml:trace>
  <inkml:trace contextRef="#ctx0" brushRef="#br3" timeOffset="211683.04">9007 12025 18431 0,'3'0'1632'0,"-1"0"-1312"16,-1 0-320-16,-1 2 0 0,0-2 1680 0,1 1 272 16,-1-1 48-16,0 0 16 0,0 0 304 0,0 0 64 15,12 35 16-15,-12-35 0 0,0 0-992 0,3 38-192 16,-3-38-32-16,0 0-16 0,3 33-656 0,-3-33-128 16,0 0-16-16,0 0-16 0,0 0-352 0,0 0 0 0,0 0 0 0,0 0 0 31,0 0-1072-31,0 0-176 0</inkml:trace>
  <inkml:trace contextRef="#ctx0" brushRef="#br3" timeOffset="212079.58">9239 11940 10127 0,'1'-1'896'0,"0"1"-704"0,0-2-192 0,0 0 0 0,0 1 2288 15,-1 1 416-15,0 0 96 0,0 0 16 0,1-2 96 16,-1 2 32-16,0 0 0 0,-1 0 0 0,0 2-880 0,-2 1-160 15,-1 0-48-15,-1 1 0 16,2 3-1040-16,-3 0-224 0,1 1-32 0,-2 3-16 16,2-1-352-16,-2 2-64 0,2 4 0 0,0-1-128 15,2-1 0-15,3-14 0 0,-1 23 0 0,1-23 0 0,0 0 0 0,0 0 0 16,17 33 128-16,-17-33-128 0,0 0 0 0,0 0 0 16,0 0 0-16,37 10 0 0,-37-10 0 0,17-7 0 15,-9 4 0-15,-1-3 0 0,2 0 0 0,0-2 0 16,1-1 0-16,0-2 0 0,-1 4 0 0,0-4 0 0,0 1 128 0,-1-2-128 15,0 0 0-15,-2 0 0 0,0-2 0 0,-2 2 0 16,-2 0 0-16,-2-2 0 0,-2 2 0 0,-2-2 0 16,-1 2 0-16,-4 0 0 0,1 3 0 0,-3 2 0 15,1 2 0-15,-2 2 0 0,-1 3 0 0,0 5 0 16,2-1 0-16,0 2 0 0,2 2-128 0,1 0 128 16,0 2 0-16,2 0 0 0,0 1 0 0,3-1 0 15,3-10 0-15,-2 16 0 0,2-16-160 0,0 0 160 16,0 0-1552-16,0 0-240 0</inkml:trace>
  <inkml:trace contextRef="#ctx0" brushRef="#br3" timeOffset="212474.39">9624 11790 11967 0,'-2'1'1072'0,"0"0"-864"0,1 1-208 0,0-2 0 16,0 1 4352-16,-1 1 832 0,0 1 176 0,-3 0 16 0,-1 3-3776 0,-4 3-768 15,-2 3-160-15,-1 0-32 0,0 2 208 0,1-2 48 16,1 2 0-16,1-2 0 0,1 2-64 0,3-1-16 16,1 0 0-16,1 0 0 0,4-13-496 0,-3 23-80 0,3-23-32 0,0 0 0 15,3 31-208-15,-3-31 0 16,0 0 128-16,0 0-128 0,22 36 128 0,-22-36-128 0,0 0 176 0,0 0-176 31,31 25 128-31,-31-25-128 0,0 0 0 0,0 0 0 0,31 24 0 0,-31-24 0 0,0 0 0 0,0 0 0 16,0 0 0-16,27 31 0 0,-27-31 0 0,0 0 0 15,0 0 128-15,0 0-128 0,0 0 0 0,8 31 0 0,-8-31 0 16,0 0 0-16,0 0 0 0,-5 12 0 0,3-11 0 0,-1 0 0 16,-1 2 0-16,-2 1 0 0,1-1 0 0,-3-1 0 15,-1 1 0-15,-2 1 0 0,-1-1 0 0,-2 0 0 32,-2 0 0-32,0 0 0 0,1-1 0 0,1 1 0 0,1-3 0 0,0-2 0 15,1 1 0-15,2-1 0 0,1-3 0 0,0 1 0 31,1-3-512-31,2-1-96 0,1-1-32 0,1-5-17024 0</inkml:trace>
  <inkml:trace contextRef="#ctx0" brushRef="#br3" timeOffset="212663.65">9561 11816 12895 0,'2'-4'1152'0,"0"1"-928"0,1 1-224 0,0 1 0 31,-1-1 2128-31,0 1 384 0,0 0 80 0,4-3 16 0,2 0 544 0,4 0 112 15,2-1 32-15,0-2 0 16,0 3-1584-16,-14 4-320 0,27-6-64 0,-27 6-16 16,0 0-736-16,33-2-128 0,-33 2-48 0,0 0 0 15,0 0-272-15,0 0-128 0,38 14 0 0,-38-14 128 16,0 0-128-16,0 0 0 0,0 0 0 0,0 0-12016 16,0 0-2352-16</inkml:trace>
  <inkml:trace contextRef="#ctx0" brushRef="#br3" timeOffset="213253.01">9945 11029 14735 0,'2'-2'1312'0,"1"2"-1056"0,0 0-256 0,-1 2 0 16,-2-2 1744-16,0 0 304 0,0 0 48 0,0 0 16 15,25 47 400-15,-25-47 96 0,16 55 16 0,-16-55 0 16,8 61-1120-16,-8-61-224 0,2 64-32 0,-4-32-16 0,-1 0-656 15,-1-3-128-15,-1 0-16 0,0-6-16 0,-2-2-288 16,0-3-128-16,0-4 128 0,-1-3-128 16,-1-2 0-16,0-3-304 0,-1-2 48 0,-1 1-16384 15</inkml:trace>
  <inkml:trace contextRef="#ctx0" brushRef="#br3" timeOffset="213822.86">7515 11159 5519 0,'1'-7'496'0,"-1"1"-496"0,1 2 0 0,-1 2 0 31,0 1 480-31,-1-2 0 0,0-2 0 0,-2-5 0 0,0-1 400 0,-2 1 80 15,-1 0 0-15,0 6 16 0,-2 2 752 0,1 0 160 0,-1 4 32 0,1 1 0 16,0 1 160-16,-1 5 32 0,0-1 16 0,-2 3 0 16,0 3-448-16,0-2-80 0,0 5-32 0,-2 1 0 31,1 4-352-31,1 0-64 0,0 2 0 0,2 4-16 16,0 4-400-16,1 2-80 0,3 4-16 0,2-5 0 0,4-1-336 0,-2-32-80 0,11 53-16 0,-11-53 0 15,18 43-208-15,-18-43-256 0,0 0 48 0,40 40-16560 31</inkml:trace>
  <inkml:trace contextRef="#ctx0" brushRef="#br3" timeOffset="214343.16">7404 11887 9215 0,'1'-5'816'0,"0"1"-656"16,0 1-160-16,-1 3 0 0,0-2 1472 0,0 0 256 15,1-2 48-15,0-2 16 0,1-1 832 0,-1 0 192 16,-1 1 16-16,-1 3 16 0,-1 3-672 0,-1 2-144 0,1 2-32 0,-3 4 0 16,-1 1-848-16,0 3-192 0,-2 5-16 0,-2 4-16 15,0 2-448-15,0 3-96 0,0 1 0 0,0 1-16 16,0 3-240-16,1 3-128 0,1 1 160 0,3 0-160 16,1 1 144-16,4-8-144 0,1-4 128 0,-1-24-128 15,9 38 208-15,-9-38-32 0,0 0-16 0,35 31 0 16,-35-31-160-16,0 0 0 0,53 9 0 0,-53-9 0 15,41-4-320-15,-41 4-160 0</inkml:trace>
  <inkml:trace contextRef="#ctx0" brushRef="#br3" timeOffset="-214486.4">9933 11816 23039 0,'0'0'2048'0,"0"0"-1648"0,0 0-400 0,0 0 0 0,0 0 1536 0,0 0 240 0,0 0 32 0,0 0 16 16,0 0 224-16,0 0 32 0,0 0 16 0,0 0 0 16,34 2-880-16,-34-2-160 15,0 0-32-15,32 15-16 16,-32-15-544-16,0 0-96 0,40 28-32 0,-40-28 0 0,0 0-96 0,38 45-32 0,-38-45 0 0,15 33 0 31,-15-33-80-31,12 39 0 0,-12-39-128 0,7 47 192 16,-7-47-192-16,-3 47 0 0,-3-23 0 0,-3-2 0 15,-2 1 0-15,-4-2 0 0,-2 1 0 0,0-4 0 16,-2 0 0-16,-1-2 0 0,-2 0 0 0,-2-2-19136 16</inkml:trace>
  <inkml:trace contextRef="#ctx0" brushRef="#br3" timeOffset="-212772.33">11421 11458 3679 0,'-3'-2'320'0,"1"-1"-320"0,0 1 0 0,1-1 0 16,0 3 1360-16,0 0 208 0,0 0 32 0,-1-2 16 0,-1 2 768 0,1-1 160 31,-2 1 16-31,0 0 16 0,3 1-272 0,-2-1-64 0,2 2-16 0,1-1 0 0,2 1-400 0,-2-2-80 16,0 0-16-16,0 0 0 0,0 0-576 0,37 0-112 31,-23-3-16-31,2-1-16 0,0-1-400 0,1 0-80 0,-1 1-16 16,1-4 0-16,-1 4-224 0,-1-3-48 0,0 2-16 0,0 0 0 0,-1 0-224 0,-2 1 0 15,0-1 0-15,-2 0 0 16,0 1-256-16,-3 1-160 0,-2-2-32 0,-2 4-10944 0,-2 0-2176 31</inkml:trace>
  <inkml:trace contextRef="#ctx0" brushRef="#br3" timeOffset="-212566.1">11459 11448 5519 0,'-3'0'496'0,"1"1"-496"0,2-1 0 0,0 2 0 15,1-2 1600-15,-1 2 208 0,0-1 48 0,-1 3 16 16,1 1 752-16,0 2 128 0,0-7 48 0,0 0 0 15,-2 36-528-15,2-36-96 0,-3 33-32 0,-1-12 0 16,1 0-976-16,-3 1-192 0,0 1-32 0,-1 1-16 16,0 1-608-16,-2 2-128 0,1 4-32 0,-2 1 0 0,0 0-160 0,2-1 0 15,2-7 0-15,1-3 128 0,1-4-128 0,4-17 0 16,-2 24 0-16,2-24 0 16,0 0-1072-16,0 0-80 0,0 0-32 0,22-6 0 15,-15-5-1488-15,0-4-288 0</inkml:trace>
  <inkml:trace contextRef="#ctx0" brushRef="#br3" timeOffset="-212376.9">11430 11695 8751 0,'-3'-17'192'0,"1"13"32"0,2 2 16 0,-1 2 16 0,1 0-256 0,0 0 0 16,-2-1 0-16,0 2 0 0,0 1 2928 0,0 0 528 15,0 3 128-15,1 0 0 0,1-5-464 0,0 0-112 0,0 0 0 0,0 0-16 16,0 0-1136-16,23 33-240 16,-23-33-32-16,0 0-16 0,37-5-736 0,-22 0-128 0,2-3-48 0,-2 0 0 15,2-2-384-15,-1 1-80 16,0-3 0-16,-2 0-16 0,-2 3-176 0,0 2 0 15,0-3 0-15,-2 3 0 0,0 0 0 0,-2 0 0 0,1 3 0 0,-4 1 0 32,1 0-1488-32,-2 3-176 0,0-2-48 0,-1 4-14784 0</inkml:trace>
  <inkml:trace contextRef="#ctx0" brushRef="#br3" timeOffset="-211678.86">11735 11610 7359 0,'2'0'320'0,"-1"0"80"0,0-2-400 0,-1 2 0 16,0 0 0-16,0 0 0 0,-1 0 2032 0,1 0 320 15,-1 0 64-15,-1 2 16 0,0-1 16 0,-1 0 16 16,-2 4 0-16,1-2 0 0,-2 3-800 0,0 2-144 16,-1 1-48-16,1 0 0 0,-2 5-320 0,2-1-64 15,-1 3 0-15,1-2-16 0,1 3-416 0,0-3-80 16,2 3 0-16,3-17-16 0,-2 28-144 0,2-28-32 16,0 0 0-16,0 0 0 0,15 36-192 0,-15-36-64 15,0 0 0-15,0 0 0 0,37 0-128 0,-25-5 0 0,0-4 0 16,1-1 128-16,1-2-128 0,-2 0 0 15,0-2 0-15,-2 0 128 0,-1-1-128 0,-1 1 0 0,-3 0 0 0,0 3 0 16,-2 3-144-16,-2-3 144 0,-2 1-192 0,-3 0 192 16,-1 3-144-16,-3 0 144 0,0 3 0 0,-3 1-144 15,-1 3 144-15,-2 1 0 0,-1 3 0 0,0 1 0 16,0 2 0-16,2 0 0 0,2 2 128 0,0 1-128 16,2-1 224-16,0-1-32 0,3 2 0 15,2-2 0-15,1-1-64 0,2-2-128 0,1 0 176 0,0-5-176 16,0 0 0-16,0 0 0 0,0 0 0 0,0 0 0 15,36 0 0-15,-25-5 0 0,1 0-128 0,1-2 128 16,1 0-336-16,-1 0 16 0,2 0 16 16,-3 2 0-16,0-2-32 0,-1 1-16 0,1 2 0 0,-2-2 0 0,0 3 352 0,-1-2-176 15,0 2 176-15,-2 0-128 0,-1 0 128 0,-1 1 0 16,1 1 0-16,0 1 0 0,-2 0 176 0,0 0-48 16,0 0 0-16,-1 0 0 0,1 0 400 0,0 1 80 15,-4-1 16-15,0 0 0 0,0 0-144 0,0 0-32 16,0 0 0-16,0 0 0 0,0 0-256 0,0 0-48 15,0 0-16-15,32 33 0 0,-32-33-128 0,0 0 0 16,0 0 0-16,0 0 128 0,0 0-128 0,17 35 0 0,-17-35 0 16,0 0 0-16,0 0 0 0,4 38 0 0,-4-38 0 15,0 0 0-15,-3 33 0 0,3-33 0 0,-5 24 0 0,1-12 0 16,1 0 0-16,-1-3 0 0,1-2 0 16,0 1 0-16,0-4 0 0,0 1 0 0,0-2 0 0,0-1 0 15,2-1 160-15,-2 0-160 0,1-1 192 0,0-2-192 16,1 0 176-16,-1-1-176 0,2-1 160 0,0-1-160 15,0-2 176-15,1-1-176 0,1 0 192 0,0-3-192 16,1-1 176-16,0 0-176 0,2-2 160 0,0 0-160 0,-1 0 0 16,2 2 128-1,0-2-128-15,3 0 0 0,-1 0 0 0,2 2 0 0,0 0 0 0,1 1 0 0,-2 3 0 0,0 2 0 16,0 2 0 0,-1-1 0-16,-1 3 0 0,-1 1 0 15,-1 1 0-15,0 1 0 0,-1-1-144 0,-4 0 144 0,0 0-208 0,0 0 80 16,0 0-864-16,0 0-160 0</inkml:trace>
  <inkml:trace contextRef="#ctx0" brushRef="#br3" timeOffset="-210048.66">12316 11585 5519 0,'-6'0'496'0,"0"1"-496"0,2-1 0 0,2 0 0 15,2 2 976-15,-3-2 112 0,-4 3 0 0,-3-1 16 16,-1 1 784-16,-1-1 160 0,2-1 16 0,3 0 16 16,3 1 0-16,1-2 0 0,3-2 0 0,1 2 0 0,1-1-752 0,3-2-160 15,2 0-16-15,0-1-16 16,1 1-304-16,4-2-48 0,2 0-16 0,3-3 0 0,1 1 64 0,1-1 16 16,2 1 0-16,2-1 0 0,0 2-288 0,1-1-64 15,1 2-16-15,-1-3 0 0,-1 2-224 0,-1-2-64 16,-3 2 0-16,-1-2 0 0,-2 3-192 15,-4-2 0-15,1 0 0 0,-1 2 0 0,-3 1 0 0,-3-1 0 16,-1 3 0-16,-2 1 0 16,-2 1-384-16,-2 0-32 0,-1 1 0 0,-3 3 0 15,0 1-1216-15,-2 0-240 0,-1 0-48 0,0 1-16 16,-1 2-480-16,0-1-80 0,-1 0-32 0,0 0 0 0,-1 0-128 0,2-2-32 0,2 2 0 16,0-4 0-1,3 1 928-15,1-1 176 0,0-1 48 0,2-2 0 0,1 1 1872 0,0-1 384 0,1 0 80 0,0-1 16 0,0 1 1104 0,0 0 208 16,1 0 48-16,-2 0 16 0,1 1 208 0,-1 0 32 31,-1 2 16-31,0 1 0 0,-2 1-448 0,-1 3-80 16,0 0-32-16,-1 2 0 0,-1 1-672 0,1 2-128 15,-3 1-16-15,0 3-16 0,-1 2-528 0,-1 2-96 0,0 0-32 0,0-1 0 16,0 1-176-16,1 0-32 0,3-2-16 0,-1 0 0 16,1-3-176-16,1-1 160 0,5-15-160 0,-4 19 160 15,4-19-160-15,0 0 0 0,0 0-160 0,0 0 160 31,0 0-832-31,0 0-80 0,0 0-16 0,28-7-14240 0</inkml:trace>
  <inkml:trace contextRef="#ctx0" brushRef="#br3" timeOffset="-209625.81">12563 11684 9215 0,'0'2'816'0,"1"0"-656"0,0 0-160 0,0-1 0 0,-1 1 1616 15,0 0 304-15,0-1 48 0,0-1 16 16,0 0 896-16,0 0 192 0,0 0 48 0,0 0 0 0,0 0-688 0,35 30-128 15,-35-30-16-15,20-5-16 0,-9 1-1152 0,2-1-224 16,1-3-64-16,1 0 0 0,-1 0-528 0,2-4-112 16,-4 2-32-16,1 1 0 0,-2 0-160 0,1 1 0 15,-2-1 0-15,0 2 0 0,-1-3 0 0,-2 4 0 16,0 0 0-16,-3 0 0 0,-1 1 0 0,-2 2 0 16,-1-1-176-16,-1 1 176 0,-2-1-240 0,0 3 48 15,-3-2 0-15,-1 0 0 0,0 3-128 0,-1-2 0 16,-1 1-16-16,0 1 0 0,-1 1 48 0,-1 1 16 0,1 1 0 0,-3 1 0 15,2 3 272-15,-1 0-128 16,2 1 128-16,0-1 0 0,1 2 0 0,-1 2 0 0,1 1 0 0,0 3 144 16,0 1 272-16,1-2 48 0,3 3 16 0,-2-3 0 15,2 2-64-15,5-16-16 0,-5 29 0 0,5-29 0 16,0 0-144-16,2 35-48 0,-2-35 0 0,0 0 0 16,0 0-48-16,0 0-16 0,33 22 0 0,-33-22 0 15,20-5-144-15,-9 0 128 0,1 1-128 0,1-4 128 16,-1 2-128-16,1-2 0 0,-3 1 0 0,1-1 0 0,1 0 0 15,-1-1 0-15,0 0 0 0,1 0 0 16,-2 1-560-16,-1 0-144 0,0-1-16 0,0 4-16752 16</inkml:trace>
  <inkml:trace contextRef="#ctx0" brushRef="#br3" timeOffset="-208688.9">12940 11631 8287 0,'-4'0'368'0,"2"0"80"0,0 0-448 0,0 0 0 0,2 0 0 0,-1 0 0 16,1 0 2112-16,-1 0 320 0,-1 0 80 0,0 0 16 15,0 0 544-15,-2 1 96 0,2 1 32 0,-2 2 0 16,2 1-704-16,-3 1-144 15,1 2-32-15,0 1 0 0,4-9-1248 0,-9 22-256 0,9-22-48 0,-8 24-16 16,8-24-560-16,-9 24-192 0,9-24 0 0,-7 18 144 16,7-18-144-16,0 0 0 0,0 0 0 0,0 0 0 15,0 0 0-15,0 0 0 0,0 0 0 0,0 0 0 0,0 0 0 0,0 0 0 16,0 0 0-16,23-11 0 16,-16 2 0-16,-1 1-176 0,2-4 176 0,-1 0-192 0,1 3-16 0,-1-3-16 15,1 0 0-15,0 0 0 0,0 0 32 0,0 3 16 16,-2-1 0-16,0 3 0 0,-2 2 176 0,1 1 0 15,1-1 0-15,0 3-128 0,-1 1 128 0,-5 1 0 16,0 0 128-16,0 0-128 0,0 0 320 0,0 0-16 16,12 43 0-16,-12-43 0 0,-3 29-48 0,3-29-16 15,-9 35 0-15,4-18 0 0,-1-1-240 0,0 1 128 16,0-3-128-16,1-2 0 0,5-12 0 16,-9 18 128-16,9-18-128 0,-5 11 0 0,3-9 0 0,0-2 0 15,1-2 0-15,1-1 0 0,2-2 0 16,0-3 0-16,1-2 0 0,1-2 0 0,2 0-192 0,0-4-16 15,2 2-16-15,-1-1 0 16,1 1-336-16,-1 0-64 0,1-1-16 0,2 1 0 0,-2 0 256 0,0 0 64 0,1 4 0 0,-1 0 0 31,0 1 320-31,1 3 0 0,-2 3 0 0,-1 0 0 0,-2 3 0 0,-4 0 0 0,0 0 192 0,0 0-64 16,0 0 352-16,5 35 64 16,-5-35 16-16,-5 27 0 0,5-27-240 0,-9 31-32 15,3-15-16-15,0 1 0 0,0 0-144 0,1-1-128 16,-1-3 144-16,6-13-144 0,-4 23 176 0,4-23-176 15,0 0 192-15,0 0-192 0,0 0 0 0,0 0 0 0,0 0 0 0,0 0 0 16,28 2 0-16,-19-11 0 0,-1-1 0 0,2-2 0 0,1 0 0 0,0-2-144 31,1 0 16-31,-1 2 0 0,1-2-672 0,1 2-128 0,-1 0-32 0,-1 1 0 16,-1 3-352-16,0-1-80 0,1 2-16 0,-2 1 0 31,0 2 624-31,-2 0 112 0,-7 4 32 0,10-3 0 0,-6 1 448 0,-2 2 192 0,0 0-128 0,-1 0 128 0,0 0 0 0,-1 0 0 0,-1 0 0 0,1-1 0 16,0 1 512-16,0-2 16 0,-1 1 16 0,0 0 0 15,1-4 352-15,0 0 64 16,0 1 0-16,0-3 16 16,1 2-80-16,-1-2 0 0,1 3-16 0,-1-1 0 15,1 2-304-15,0 0-48 0,-1 2-16 0,1 0 0 16,-1 1-160-16,0 1-32 0,0 0-16 0,-1 1 0 16,0 2-112-16,-1 1-32 0,2-5 0 0,0 0 0 15,-5 25 0-15,5-25 0 0,-5 24 0 0,5-24 0 16,-7 30-32-16,7-30 0 0,-10 41 0 0,6-18 0 0,-1 1 16 0,0 2 0 15,-1 0 0-15,0 0 0 0,1 0-144 0,0-2 128 16,1 0-128-16,0-2 128 0,0 3-128 0,1-1 0 16,3-24 0-16,-3 43 0 0,3-43 0 0,-1 35 0 15,1-35 0-15,0 0 0 0,3 36 0 0,-3-36 0 16,0 0-176-16,0 0 176 16,0 0-416-16,0 0 0 0,0 0 0 0,23-3 0 15,-19-6-736-15,1-5-160 0,0 2-32 0,-2-3-10016 16,1-1-2016-16</inkml:trace>
  <inkml:trace contextRef="#ctx0" brushRef="#br3" timeOffset="-208420.03">13230 11705 10127 0,'-1'-14'448'0,"0"6"96"0,1 0-544 0,0 3 0 0,0 1 0 0,0 4 0 15,0-2 2224-15,0 0 336 0,0-3 64 0,0 0 0 16,1-1-32-16,0 1-16 0,1 2 0 0,2 1 0 16,0 2-784-16,0-4-144 15,4 3-48-15,-1-3 0 0,-7 4-656 0,17-3-144 0,-7-2-32 0,0 1 0 16,1 1-480-16,-1-1-96 0,2 1-32 0,-12 3 0 15,22-6-32-15,-22 6-128 0,0 0 192 0,28 1-64 16,-28-1-128-16,0 0 160 0,0 0-160 0,0 0 160 16,0 0-160-16,18 36 0 0,-18-36 0 0,-4 21 0 15,-2-9 0-15,0 0 0 0,-3 0 0 0,0-1 0 16,0 1 0-16,0-2 0 0,-2-2 0 0,0 0 0 16,1 0 0-16,0-4 0 0,-1 1 128 0,1-2-128 0,2 0 0 0,1-3 0 15,1-1 0-15,1-4 0 0,4 3-320 16,-1-3-64-16,1 0 0 0,2-2 0 15,2 1-1952-15,0-1-400 0</inkml:trace>
  <inkml:trace contextRef="#ctx0" brushRef="#br3" timeOffset="-208073.8">13361 11678 6735 0,'0'0'128'0,"0"0"48"0,0 0 0 0,0 0 32 0,0 0-208 0,0 0 0 0,0 0 0 0,0 0 0 16,0 0 3456-16,0 0 640 0,0 0 128 0,39 23 16 15,-39-23-1008-15,0 0-208 0,35-1-32 0,-23-4-16 16,1 0-1504-16,1 1-288 0,1-4-64 0,1 1-16 15,-1-1-592-15,-1 0-112 0,0-2-16 0,-1 3-16 16,-2 0-368-16,-1 0 128 0,-1 0-128 0,-1 2 0 16,-2 0 0-16,-1 0 0 15,-1 1 0-15,-3-3 0 0,0 2 0 0,-1 3 0 0,-2-3 0 0,-2 0 0 16,-2 1 0-16,-1 1 0 0,-2 0 0 0,-1 1 0 16,-1 0 0-16,-1 2 0 0,-1 0 0 0,-1 2 0 15,-1 3-160-15,2 0 160 0,1-1-192 0,2 4 192 16,0-1-160-16,1 1 160 0,1 0-128 0,0 2 128 0,0 1 0 0,0 2 272 15,3 1-32-15,0 0-16 0,5-14 192 0,-5 31 32 16,5-31 16-16,0 0 0 0,8 38-96 0,-8-38-32 16,0 0 0-16,0 0 0 0,34 24-144 0,-34-24-48 15,0 0 0-15,36 2 0 0,-36-2-144 0,27-9 0 16,-13 4 0-16,-1-2 128 16,-1 0-128-16,0-1 0 0,0 1 0 0,-1-1-12448 0,0 2-2368 15</inkml:trace>
  <inkml:trace contextRef="#ctx0" brushRef="#br3" timeOffset="-207646.18">13767 11612 19343 0,'0'-2'1728'16,"0"0"-1392"-16,0 2-336 0,0-1 0 16,0 1 864-16,0-1 96 0,0 0 32 0,-1-1 0 15,0 1 32-15,0-1 16 0,0 0 0 0,1 2 0 16,0 0-16-16,1 0 0 0,0 1 0 0,1-1 0 0,-2 0-240 0,0 0-48 31,14-1-16-31,-7-1 0 0,-1 0-464 0,3 1-112 0,-2-1-16 0,-7 2 0 0,0 0 16 0,25 0 0 16,-25 0 0-16,0 0 0 0,0 0 192 0,0 0 48 31,35 15 0-31,-35-15 0 0,0 0-384 0,0 0 0 0,0 0 0 0,11 42 0 0,-11-42 0 0,-6 23 0 31,6-23 0-31,-10 25 0 0,3-12 0 0,-1-1-208 0,0 1 80 0,-2 0 128 0,0-1-224 0,1-3 80 16,1 1 16-1,-1-3 0-15,4-1 128 0,0-3 128 0,1-2-128 0,2 1 176 0,2-4 368 0,1 1 80 16,0-3 16-16,1-1 0 16,1-2 48-16,2 0 16 0,2-5 0 0,1 0 0 15,2-2-384-15,0-2-64 0,0 1 0 0,2 1-16 16,1-4-240-16,1 3 128 0,1-2-128 0,-3 5 0 16,-2 3 0-16,1 0 0 0,1 1 0 0,1 1 0 15,-2 2-128-15,0 1-32 0,-11 4 0 0,0 0 0 16,0 0-896-1,29 2-176-15,-29-2-48 0,0 0 0 0,0 0-1232 0,0 0-256 0,0 0-48 0,0 0-10032 16</inkml:trace>
  <inkml:trace contextRef="#ctx0" brushRef="#br3" timeOffset="-206955.41">14058 11700 9215 0,'0'0'400'0,"0"0"96"0,0 0-496 0,0 0 0 16,0 0 0-16,0 0 0 0,0 0 2432 0,20-4 384 15,-14 1 64-15,0-2 32 0,3 0 224 0,-2-2 32 16,0 1 16-16,0-1 0 0,-1-1-1680 0,0 1-336 15,-1-1-64-15,-3 0-16 0,2 0-592 0,-2 1-128 16,-1 0-32-16,-1-1 0 0,-1 2-208 0,-1-1-128 16,-1 2 128-16,-1 2-128 0,-1-1 0 0,-1 3 128 15,-3-1-128-15,0 4 0 0,-1 1 144 0,-2 2-144 16,0 0 192-16,1 4-192 0,0-2 256 0,1 2-64 16,0 1-16-16,1 3 0 0,-1 2 0 0,1 0 0 0,0 4 0 0,0-1 0 15,2-1 16-15,1 1 16 0,6-18 0 0,-4 32 0 16,4-32 32-16,0 0 0 0,4 35 0 0,-4-35 0 15,0 0-240-15,0 0 176 0,0 0-176 0,39 20 160 16,-39-20-160-16,24-10 0 0,-11 3 0 0,0-2 128 16,0-1-128-16,-1-2 0 0,1 0 0 0,-2-2 0 15,-1 4 0-15,0-2-192 0,0-2 32 0,-1 2 16 16,-1 1-160-16,-1-1-16 0,-1 1-16 0,-1 1 0 0,-3 2 336 16,1 1 0-16,-1 0-144 0,-2 3 144 0,-1 1 0 0,0 3 0 15,-2 3 0-15,1 1 0 0,-1 1 128 0,-1 2 0 16,4-7-128-16,-8 20 192 0,8-20 80 0,-10 25 16 15,10-25 0-15,-6 26 0 0,6-26-144 0,-5 27-16 16,5-27-128-16,0 0 192 16,1 32-32-16,-1-32-16 0,0 0 0 0,0 0 0 0,0 0-144 0,0 0 128 15,39 14-128-15,-30-18 128 0,1-1-128 0,0-3 0 16,2-1 0-16,0-2 0 0,1-1 0 0,0-2 0 0,1-1 0 0,0 1 0 16,-1 0 0-16,1 0-176 15,0-3 48-15,-2 3 0 16,-2 2-464-16,2-4-96 0,0 0-16 0,0-1 0 0,-2-1 384 15,0 2 80-15,-3 2 16 0,-1 2 0 0,-3 0 224 0,0 5 0 0,-2 2 0 0,0 1 0 16,-1 4 272-16,-1 0 0 0,1 0 0 0,0 0 0 16,0 0 192-16,-7 9 48 0,6-4 0 0,-2-1 0 15,-1 1-240-15,4-5-32 0,-6 15-16 0,2-9 0 16,4-6-48-16,-7 13-16 0,7-13 0 0,-6 12 0 16,6-12-160-16,-7 16 128 15,7-16-128-15,-7 19 128 0,7-19-128 0,-7 19 0 0,7-19 144 0,-11 26-144 0,6-12 0 0,-1 0 128 16,1 1-128-16,-2 1 0 0,2 1 0 15,-1-2 0-15,1 3 0 0,5-18 128 16,-8 31-128-16,8-31 0 0,-5 26 0 0,5-26 0 16,0 0 0-16,1 29 0 0,-1-29 0 15,0 0 0-15,0 0 0 0,0 0 0 0,0 0 0 0,0 0 0 0,0 0-176 0,0 0 0 16,38 9 0-16,-31-16 0 16,1-3-1600-16,1 1-320 0</inkml:trace>
  <inkml:trace contextRef="#ctx0" brushRef="#br3" timeOffset="-206659.78">14315 11612 8287 0,'-1'-1'736'32,"0"0"-592"-32,0 1-144 0,0 0 0 0,0 0 736 0,0 0 112 0,-2-2 32 0,0 1 0 15,-3 1 1680-15,0 0 320 0,1 0 80 0,0 3 16 16,2-3-96-16,-1 2-32 0,2 0 0 0,0 3 0 0,1-2-1456 0,0-1-304 15,0 2-48-15,1-4-16 16,0 0-464-16,0 0-112 16,0 0 0-16,0 0-16 0,0 0 192 0,0 0 32 15,43 10 16-15,-30-12 0 0,2-3-288 0,1-2-64 0,-1 3-16 0,2-2 0 0,2 0-176 16,0-2-128 0,1-1 192-16,0 0-192 0,-1 0 128 0,0 0-128 15,-1 1 0-15,-3 0 0 0,0 2 0 0,-2 0-256 16,0 4 64-16,-2-2 0 15,-11 4-1792-15,16-3-336 0,-16 3-80 0,0 0-13360 0</inkml:trace>
  <inkml:trace contextRef="#ctx0" brushRef="#br3" timeOffset="-206197.66">14616 11619 6447 0,'3'-2'272'0,"-2"2"80"16,1-2-352-16,-1 1 0 0,-1 1 0 0,0 0 0 15,1 0 2112-15,-1-2 336 0,1 2 80 0,0 0 16 16,-2 0 800-16,0 0 176 0,0 2 16 0,-2 1 16 16,0 0-1456-16,-1 3-304 0,0 2-48 0,-2-1-16 15,0 4-640-15,1 0-144 0,-1 2-32 0,6-13 0 0,-7 29-400 0,7-29-64 16,-5 29-32-16,5-29 0 0,0 0-128 0,2 32-32 16,-2-32 0-16,0 0 0 0,0 0-256 0,0 0 0 15,0 0 128-15,0 0-128 0,32 20 0 0,-25-23 0 16,1-3 0-16,-1 0 0 0,1-1 0 0,1-3 0 15,-1-1-144-15,1 1 144 0,0 1-384 0,-2-3 16 16,1 1 0-16,0 0 0 16,-2 0-160-16,1 1-48 0,-1-1 0 0,0 1 0 0,-2 2 240 0,-1 0 32 0,1 0 16 0,0 1 0 15,-2 2 288-15,-1 1 0 0,1 1 0 0,-1 1 0 16,-1 2 320-16,0 0-48 0,-1 2 0 0,1-2 0 16,0 0 176-16,0 0 48 0,0 0 0 0,-6 17 0 15,6-17-48-15,0 0 0 0,-8 21 0 0,8-21 0 16,-4 21-112-16,4-21-16 0,-5 24-16 0,5-24 0 15,-5 25-48-15,5-25-16 0,-3 27 0 16,3-27 0-16,0 0-80 0,0 38-16 0,0-38 0 0,0 0 0 16,0 0-144-16,0 0 0 0,0 0 0 0,22 33 0 0,-22-33 0 0,14-5 0 15,-6 1 0-15,1-4 0 0,-1-1 0 0,0-2-256 16,2 1 64-16,-1-2 16 16,0 0-1440-16,0-1-304 0,2 0-48 0,-1 0-14752 15</inkml:trace>
  <inkml:trace contextRef="#ctx0" brushRef="#br3" timeOffset="-205866.85">14901 11607 12671 0,'-3'4'272'0,"1"-3"64"0,1 1 16 0,0-2 0 0,1 0-352 0,0 0 0 16,0 0 0-16,-4 5 0 0,1 0 3632 0,3-5 656 15,-6 7 128-15,6-7 16 0,0 0-1808 0,0 0-384 16,0 0-64-16,0 0 0 0,0 0-1056 0,0 0-208 16,0 0-32-16,0 0-16 0,0 0-544 0,33 3-96 15,-33-3-32-15,0 0 0 0,0 0-192 0,28 3 0 0,-28-3 0 0,0 0 0 16,0 0 0-16,0 0 128 0,0 0-128 0,27 37 0 15,-27-37 0-15,0 0 0 0,1 30 0 0,-1-30 0 16,-6 24 0-16,6-24 0 0,-12 22 0 16,3-10 0-16,1-3 0 0,-1 1 0 15,0-1 0-15,-1-2 0 0,2-2 0 0,1-1 0 0,2-1 0 16,0-3 0-16,5 0 0 0,-5 2 0 0,3-6 0 0,2 1 0 16,2-1 128-16,0-4 16 0,3-1 16 0,2-1 0 15,0 1 48-15,1-3 16 0,2-2 0 0,1 0 0 0,2-1-224 16,0 1 0-16,-1 0 0 0,1-1 0 0,0 4 0 0,-2-1 0 15,0 3 0-15,-1 1 0 16,0 1-320-16,0 2-64 0,-2-1-16 0,-2 3 0 16,0 0-1776-16,-1 1-336 0</inkml:trace>
  <inkml:trace contextRef="#ctx0" brushRef="#br3" timeOffset="-205576.97">15054 11710 7359 0,'0'0'320'0,"0"0"80"0,0 0-400 0,0 0 0 0,0 0 0 0,0 0 0 0,0 0 1776 0,0 0 272 0,37 4 48 0,-37-4 16 16,33-5 400-16,-15 0 96 16,0 1 16-16,-1-1 0 0,-1-2-992 15,-1 2-192-15,-1-2-32 0,-1 2-16 16,-2 0-880-16,-1-1-160 0,-2 1-32 0,-1-1-16 16,-3 0-304-16,-1 1 128 0,-2-1-128 0,-1 0 0 15,-1 2 1152-15,-3-1 112 0,-1-1 16 0,-3 1 16 16,-3 2-1600-16,-1 2-320 0,-1 1-64 0,-1 3-16 0,-2 0 1072 0,0 3 208 15,-1 2 32-15,2 1 16 0,1 3-64 0,2 0-16 16,-1 3 0-16,2 3 0 0,2-2 336 0,1 4 64 16,1-1 16-16,7-19 0 0,-6 35-448 0,6-35-96 15,0 0-16-15,13 36 0 0,-13-36-112 0,0 0-32 16,35 15 0-16,-35-15 0 0,33 0-256 0,-15-5 0 16,1-1 0-16,0-3-12672 15,0 0-2544-15</inkml:trace>
  <inkml:trace contextRef="#ctx0" brushRef="#br3" timeOffset="-204365.64">15433 11598 15663 0,'2'0'1392'0,"1"0"-1120"16,0-2-272-16,-2 2 0 0,2 0 1872 0,1-2 320 16,-4 2 64-16,19-3 16 0,-19 3 480 0,33 0 80 15,-33 0 32-15,31 3 0 0,-31-3-1440 0,0 0-272 31,0 0-64-31,38 14-16 0,-38-14-768 0,0 0-160 0,0 0-16 0,0 0-128 16,0 0-688-16,0 0-240 0,0 0-48 0,0 0-15104 0</inkml:trace>
  <inkml:trace contextRef="#ctx0" brushRef="#br3" timeOffset="-204269.41">15467 11683 15663 0,'0'0'688'0,"0"0"144"0,0 0-656 0,0 0-176 0,0 0 0 0,0 0 0 16,0 0 2480-16,0 0 464 0,0 0 80 0,28 30 32 15,-28-30-320-15,0 0-64 0,32 27-16 0,-32-27 0 16,0 0-1568-16,0 0-304 0,37 19-64 0,-37-19-11872 16,0 0-2384-16</inkml:trace>
  <inkml:trace contextRef="#ctx0" brushRef="#br3" timeOffset="-203459.86">16084 11290 4607 0,'0'-2'400'0,"0"1"-400"0,0 1 0 0,0-2 0 16,0 2 3536-16,0-2 624 0,0 1 128 0,1-1 32 0,-1 0-1952 15,0-3-384-15,-1 0-64 0,-1-1-32 0,-1 3-304 16,0-2-64-16,-2 1-16 0,-1 1 0 0,-1 0-416 0,-1 3-64 16,-2-2-32-16,-2 2 0 0,0 2-352 0,-1 1-80 15,-1 0-16-15,-1 1 0 0,0 3-144 16,0 0-16-16,1 3-16 0,0-1 0 0,2-1-80 0,0 3-16 16,1 1 0-16,0 0 0 0,1 2-144 0,1 0-128 15,2 0 192-15,0 1-192 0,7-15 128 0,-8 24-128 0,8-24 0 16,0 0 0-16,0 0 0 0,4 37 0 15,-4-37 128-15,0 0-128 0,0 0 0 0,0 0 160 16,35 26-160-16,-35-26 128 0,0 0-128 0,0 0 0 0,38 15 144 0,-38-15-144 16,0 0 0-16,0 0 0 0,0 0 0 15,33 19 128-15,-33-19-128 0,0 0 0 0,0 0 0 0,0 0 0 16,0 0 0-16,0 33 0 0,0-33 0 0,-7 15 0 16,7-15 0-16,-9 18 0 0,3-10 0 0,0 1 0 15,-1-1 0-15,2 0 0 16,-1 0 0-16,6-8 0 0,-8 16 0 0,8-16 0 0,0 0 0 0,-8 17 128 0,8-17-128 15,0 0 0-15,0 0 0 0,0 0 128 0,0 0-128 0,0 0 128 16,17 35-128-16,-17-35 128 0,0 0-128 0,0 0 0 16,0 0 128-16,36 31-128 0,-36-31 144 0,0 0-144 15,0 0 192-15,26 36-192 0,-26-36 160 0,0 0-160 16,8 42 128-16,-8-42-128 0,-5 34 128 16,5-34-128-16,-12 36 0 0,4-16 128 0,-3 0-128 0,0 0 128 15,-1 1-128-15,1-1 128 0,1-1 0 0,0-3-128 16,2 1 192-16,8-17-64 0,-8 29 16 0,8-29 0 15,0 0 0-15,0 35 0 0,0-35-144 0,0 0 0 16,0 0 0-16,27 36 0 0,-27-36 0 0,0 0 0 0,36 24 0 16,-36-24 0-16,30 16 0 0,-30-16 0 15,32 14 128-15,-32-14-128 0,32 10 0 0,-32-10 0 16,0 0-160-16,41 11-12800 0,-41-11-2560 0</inkml:trace>
  <inkml:trace contextRef="#ctx0" brushRef="#br3" timeOffset="-202128.55">16467 11276 4607 0,'0'0'400'0,"-1"0"-400"0,1 0 0 0,-1 0 0 0,1 0 672 0,-1 0 48 16,0 2 16-16,0-2 0 0,-1 0 848 0,0 1 160 16,0 0 48-16,1-1 0 0,0 0 224 0,0-1 48 15,1 1 16-15,0-1 0 0,1 1-336 0,-2 0-64 0,1-2-16 0,0 2 0 16,-1-2-336-16,0 1-80 0,0 1-16 0,0-2 0 15,-1 2-384-15,0-1-80 0,1 1 0 0,-1 0-16 16,0 0-160-16,0 0-16 16,1 0-16-16,-1 0 0 15,1 0-240-15,0 0-32 0,0-1-16 0,0 1 0 0,0 0-48 0,0 0-16 0,0 1 0 16,0 0 0-16,0 1-16 0,0-1 0 0,0 3 0 0,1-3 0 16,-1 2-16-16,0 0-16 0,-1 2 0 0,1-1 0 15,-1 2-32-15,-1 2-128 0,3-8 192 0,-4 22-64 16,4-22-128-16,-9 31 0 0,5-10 144 0,-2-1-144 0,1 3 0 0,-3 3 0 15,0 0 0-15,-1 0 0 0,-1 0 0 0,0 1 0 16,1-1 0-16,-1-3 128 0,4-4-128 0,0-5 0 31,6-14 0-31,-6 24 0 0,6-24 0 0,0 0 0 0,0 0 0 0,0 0 0 16,0 0 0-16,0 0 0 0,0 0 0 0,20-13 0 16,-12 2-304-16,-1-3 32 0,3-2 0 0,0-1 0 15,-1-2-736-15,0 0-144 0,0-2-16 0,-1 1-16 31,0-1 48-31,-2 0 16 0,-2 2 0 0,0-4 0 0,-1 1 768 0,-2-4 160 0,0 0 16 0,-1 2 16 0,0 5 288 0,0 0 64 16,0 3 16-16,0 4 0 16,0 1 688-16,0 5 144 0,0 0 32 0,0 3 0 0,0 3-96 0,1 0-16 0,-1 0 0 0,0 3 0 15,0 1-384-15,0-4-64 0,0 0-32 0,0 28 0 16,0-28-176-16,0 0-48 0,2 43 0 0,-2-43 0 16,4 33-128-16,-4-33-128 0,6 35 144 0,-6-35-144 31,7 32 128-31,-7-32-128 0,0 0 0 0,14 42 0 15,-14-42 0-15,0 0 128 0,15 36-128 0,-15-36 0 16,0 0 0-16,0 0 0 0,16 40 0 0,-16-40 0 16,0 0 0-16,0 0 0 0,0 0 0 0,0 0 0 0,0 0 0 0,0 0 0 15,0 0 0-15,0 0 0 0,0 0 0 0,0 0 0 16,0 0 0-16,0 0 0 0,0 0 0 0,21-14 176 16,-18 2-176-16,-1 0 160 0,1-2 32 0,0-2 16 15,2-4 0-15,0-1 0 0,2-3-80 0,0-4 0 16,3 2-128-16,-1 2 192 0,0 0-192 0,1 3 0 15,0 2 0-15,-2 4 0 0,0 4 0 0,-1 1 0 16,0 3 0-16,0 3 0 16,-3 1-768-16,-2 1-64 0</inkml:trace>
  <inkml:trace contextRef="#ctx0" brushRef="#br3" timeOffset="-200777.12">16648 11206 2751 0,'-1'-3'256'0,"0"2"-256"31,0-1 0-31,0 0 0 0,0 2 800 0,1 0 112 16,-1 0 32-16,1 0 0 0,-1 0 448 0,-2 0 80 16,1 0 32-16,-1 2 0 0,1-2 448 0,0 2 96 15,1-2 0-15,-1 1 16 0,1 0-64 0,0-1-16 16,0 2 0-16,0-2 0 0,-1 3-496 0,1-2-96 0,-1 1-32 0,0 1 0 15,0 0-464-15,0 0-112 0,-1 0-16 0,0 1 0 16,1 4-144-16,-2 1-48 0,4-9 0 0,-9 28 0 16,5-10-176-16,-1 2-32 0,0 4-16 0,-1 4 0 15,1 3-144-15,1-2-16 0,-1 4-16 0,0-3 0 16,0 1-176-16,-1-2 192 0,1-1-192 0,0-2 192 16,5-26-192-16,-7 40 0 0,7-40 0 0,-3 34 0 15,3-34 0-15,0 0 0 0,-1 27 0 0,1-27 0 16,0 0-160-16,0 0-16 0,0 0 0 0,5-3 0 15,-3-2-1552-15,0-5-320 0</inkml:trace>
  <inkml:trace contextRef="#ctx0" brushRef="#br3" timeOffset="-200498.18">16432 11453 2751 0,'-6'-4'128'0,"3"3"16"0,0-1-144 0,0 2 0 15,1 0 0-15,1 0 0 0,-1 0 1664 0,0 0 288 16,-3 2 64-16,-1-1 16 0,0 3 864 0,-1-1 176 0,1-1 48 0,1 1 0 16,1 2-576-16,-1-1-112 0,1 0-32 0,1 1 0 15,-1 0-1056-15,1 0-224 0,0 0-32 0,2-1-16 16,0-2-320-16,0 1-64 16,1 0-16-16,1-1 0 0,0-2-48 0,0 0-16 0,3-2 0 0,2-1 0 15,2 0-32-15,2-3-16 16,3-2 0-16,3-1 0 0,2 0-176 0,1-1-48 0,1 0 0 0,-1 1 0 15,0 2-144-15,-3 0-16 0,-1 2-16 0,-15 5 0 16,23-4-160-16,-23 4 0 0,0 0 0 0,0 0 0 16,0 0 0-16,0 0 0 0,0 0 0 0,0 0-12496 15,0 0-2512-15</inkml:trace>
  <inkml:trace contextRef="#ctx0" brushRef="#br3" timeOffset="-200117.96">16707 11342 23039 0,'0'-4'1024'0,"0"3"192"0,2-1-960 0,-1 1-256 31,1 0 0-31,0 1 0 0,1-1 1920 0,0 1 320 0,-3 0 80 0,0 0 16 0,30-2-256 0,-30 2-48 16,28-2-16-16,-28 2 0 0,26 0-1184 0,-26 0-256 15,0 0-32 1,30 4-16-16,-30-4-400 0,0 0-128 0,0 0 0 0,0 0 0 16,0 0-480-16,0 0-208 0,0 0-32 0,0 0-16640 0</inkml:trace>
  <inkml:trace contextRef="#ctx0" brushRef="#br3" timeOffset="-199959.94">16716 11498 12895 0,'-3'2'576'0,"2"-1"112"0,0 1-560 0,1-2-128 0,0 1 0 0,0 1 0 0,0-2 1776 0,0 0 320 0,0 0 64 0,0 0 16 32,0 0 672-32,1 35 144 0,-1-35 16 0,-5 21 16 0,5-21-1296 0,-5 24-256 15,5-24-48-15,-8 24-16 0,8-24-928 0,-5 17-192 0,5-17-32 0,0 0-16 32,0 0-992-32,0 0-192 0</inkml:trace>
  <inkml:trace contextRef="#ctx0" brushRef="#br3" timeOffset="-199481.56">16972 11463 22111 0,'0'0'1968'0,"0"0"-1584"16,0 0-384-16,0 0 0 0,0 0 1616 0,0 0 240 16,0 0 64-16,0 0 0 0,0 0-256 0,0 0-64 15,0 0 0-15,0 0 0 0,0 0-400 0,0 0-96 0,0 0-16 0,0 0 0 16,0 0-464-16,0 0-112 0,0 0 0 0,25-7-16 15,-17-4-368-15,0-1-128 16,1-1 0-16,-3 0 0 0,1 0 0 0,-2 1 0 0,1 0 0 0,-3 1 0 16,-1 3 0-16,-2 0 0 0,-1 2 0 0,0 1 0 15,-2 3 0-15,-3 0 0 0,1 2 0 0,-3 0 0 16,0 4 0-16,-1 1 0 0,-2 2 0 0,1 3 0 16,0-1 0-16,-1 3 0 0,1 0 0 0,0 2 0 15,0 0 0-15,1 1 0 0,0-1 0 0,1 0 0 16,4-2 176-16,4-12-176 0,0 0 192 0,-2 26-192 15,2-26 160-15,0 0-160 0,0 0 128 0,0 0-128 0,0 0 0 0,41 21 0 16,-41-21 0-16,0 0 0 0,32 10 0 0,-32-10 0 16,0 0 0-16,35 15 0 0,-35-15 0 0,0 0 0 15,32 21 0-15,-32-21 0 0,0 0 0 0,0 0 0 16,24 35 0-16,-24-35 0 0,0 0 0 0,0 0 0 16,0 36 0-16,0-36 0 0,-9 21 0 0,1-10 0 15,0 1 0-15,-3-2 0 0,1 2 0 0,-2-3 0 0,-1-1 0 16,-1 1 0-16,2-2 0 0,-1-1 0 15,-1 0 0-15,0-1 0 0,1-3 0 0,1 1 0 0,2-1 0 0,0 0 0 16,3-2 0-16,1 0 0 0,2-2 0 16,1 0 0-1,2 1-960-15,1-3-112 0,3-1-16 0,1-1-16048 0</inkml:trace>
  <inkml:trace contextRef="#ctx0" brushRef="#br3" timeOffset="-199024.44">17258 11269 12895 0,'3'-3'1152'0,"1"-2"-928"15,-1 1-224-15,0 3 0 16,0-1 1776-16,1 0 304 0,2-5 64 0,4-2 16 0,3-1 400 0,0 0 64 16,-2 4 32-16,-4 2 0 0,-1 2-1120 0,-2 2-208 15,-4 0-48-15,0 0-16 0,0 0-368 0,-3 36-80 16,-1-20-16-16,-2 4 0 0,1 1-352 0,-3 2-80 15,1 3-16-15,-2 3 0 0,0 2-96 0,1-3 0 16,-1 3-16-16,0-2 0 0,1-1-64 0,-1 0-16 0,-1-2 0 16,2 0 0-16,1-4-160 0,0 0 128 0,1-2-128 0,0-5 128 15,6-15-128-15,-8 23 0 0,8-23 0 0,-6 13 0 16,6-13 128-16,0 0-128 0,0 0 128 0,0 0-128 16,-4 7 160-16,5-12-160 0,0 0 192 0,2-2-192 15,0-2 176 1,1-1-176-16,2-3 160 0,1 0-160 0,-2-1 144 0,2-2-144 15,3-1 128-15,1 0-128 0,0 1 0 0,1 2 0 0,0 4 128 0,0 0-128 16,0 3 0-16,-1 1 0 0,1 3 0 0,-12 3 0 16,0 0 0-16,30 4 128 0,-30-4-128 0,0 0 0 15,0 0 128-15,24 31-128 0,-24-31 0 0,0 0 128 16,0 0-128-16,8 45 128 16,-8-45-128-16,-4 24 128 0,4-24-128 0,-7 24 0 0,1-10 144 0,0-2-144 15,1 0 0-15,-1-1 0 0,6-11 0 16,-8 19 0-16,8-19 0 0,0 0 0 0,0 0 0 0,0 0-12560 15,0 0-2544 1</inkml:trace>
  <inkml:trace contextRef="#ctx0" brushRef="#br3" timeOffset="-195621.5">17691 11579 11967 0,'2'-3'1072'0,"0"1"-864"15,-1 1-208-15,0 0 0 0,0-1 1440 0,1 0 240 16,0-1 48-16,3-2 16 0,2-2 768 0,-1 0 160 0,0 2 16 0,-3 2 16 31,0 1-656-31,-1 4-128 0,-2-2-16 0,0 0-16 0,0 0-832 0,-3 24-160 16,0-13-48-16,-3 0 0 0,-1 1-512 0,1 0-96 0,-1 0-32 0,-1-1 0 15,2-1-208-15,0-1 0 0,0 1 0 0,0-4 0 32,0 2-704-32,2-4-192 0,0-1-48 0,2-1-15264 0</inkml:trace>
  <inkml:trace contextRef="#ctx0" brushRef="#br3" timeOffset="-195144.53">18151 11313 9215 0,'-1'-1'816'0,"0"0"-656"0,1 1-160 0,-1 0 0 15,0 0 1056-15,-1 0 176 0,-1 0 48 0,-3 0 0 32,-1 2 432-32,-2 2 80 0,-1 2 32 0,0-1 0 0,2 4-32 0,-1-2-16 0,1 4 0 0,1 0 0 15,0 3-432-15,2 0-64 0,0 2-32 0,5-16 0 16,-5 32-464-16,5-32-80 16,0 29-32-16,0-29 0 0,0 0-128 0,0 0-32 0,18 41 0 0,-18-41 0 15,0 0-256-15,0 0-48 0,36 13-16 0,-36-13 0 16,23-5 0-16,-11 0-16 15,2 0 0-15,-1-4 0 0,0 0-32 0,0-1 0 0,-1 0 0 0,-1-2 0 16,-1 0-144-16,-2-2 0 0,1 0 0 0,-4 0 0 16,0 0 0-16,-2 2 0 0,-1-2 0 0,-2 0 0 0,-2 2 0 0,-1 0 0 15,-2 1 0-15,-1 0 0 0,-3 2 0 0,0 2 0 16,0 2 0-16,-2 0 0 0,0 3 208 0,-1 2 16 16,2 1 0-16,0 0 0 15,1 2 80-15,1 2 16 0,1-1 0 0,1 3 0 16,2 0-320-16,0-2 0 0,4-5 0 0,0 0 0 15,0 0-576-15,0 0-128 0,0 0-32 0,0 0-15984 0</inkml:trace>
  <inkml:trace contextRef="#ctx0" brushRef="#br3" timeOffset="-194926.04">18291 11474 20271 0,'0'-2'1792'0,"0"2"-1424"0,1 0-368 0,0 0 0 16,-1-1 1152-16,1 1 144 0,1-1 48 0,1-1 0 16,1 0 800-16,-4 2 160 0,0 0 48 0,0 0 0 15,0 0-768-15,0 0-160 0,33 16-16 0,-33-16-16 0,0 0-800 0,0 0-144 16,0 0-48-16,22 40 0 0,-22-40-400 0,0 0 0 16,0 0 0-16,0 0 0 15,0 0-640-15,11 34-192 0,-11-34-64 0,0 0-16000 16</inkml:trace>
  <inkml:trace contextRef="#ctx0" brushRef="#br3" timeOffset="-194536.44">18707 11221 23951 0,'1'-2'1056'0,"-1"1"224"0,1 1-1024 0,-1-2-256 0,0 2 0 0,0 0 0 15,0-1 1392-15,0 1 208 0,0 0 64 0,-2 0 0 16,0 1-304-16,-2 1-48 0,0 1-16 0,-3 4 0 16,2 0-512-16,-3 2-96 0,0 3-32 0,-1 2 0 15,-2 3-240-15,0 2-48 0,0 3-16 0,0 1 0 16,0 2-352-16,0 3 0 0,0 0 0 0,0-2 0 16,1 2 0-16,2-2 0 0,0-2 0 0,8-24 0 15,-8 43 0-15,8-43 0 0,-1 33 0 0,1-33 0 16,0 0 0-16,8 40 0 0,-8-40 0 0,0 0 0 15,0 0-272-15,0 0 16 0,33 31 16 0,-33-31 0 16,0 0 0-16,29-4 0 0,-17 0 0 0,-1-4 0 16,2 1 240-16,-1-4 0 0,0 0-160 0,-1-1 160 15,-1-2-128-15,-1 1 128 0,-3-1-160 0,-2 1 160 16,-1-1 0-16,-3 0 0 0,-2 2 0 0,-4 2 0 16,-1 0 0-16,-3 4 0 0,-3 3 0 0,-2 1 0 0,-2 4 0 15,-1 3 0-15,0-1 0 0,-1 4 0 0,2 1-336 0,0 0 16 16,2 1 16-16,3 0 0 15,2-1-1552-15,3-2-320 0</inkml:trace>
  <inkml:trace contextRef="#ctx0" brushRef="#br3" timeOffset="-194249.03">18934 11242 11967 0,'2'-1'1072'0,"1"0"-864"0,-1-1-208 0,-1 2 0 16,0 0 1904-16,3 0 336 0,-4 0 64 0,0 0 0 16,23 0 512-16,-23 0 112 0,0 0 16 0,34 15 0 15,-34-15-1040-15,0 0-208 0,22 44-32 0,-22-44-16 16,8 46-560-16,-8-46-96 0,4 53-32 0,-4-53 0 0,-3 55-576 0,3-55-112 15,-7 50-16-15,7-50-16 0,-13 47-240 0,4-25 0 16,0-4 0-16,-2 0 0 16,0-2-128-16,-1-2-128 0,0-2-32 0,-2 0-17760 15</inkml:trace>
  <inkml:trace contextRef="#ctx0" brushRef="#br3" timeOffset="-193647.15">16303 11292 11055 0,'3'-4'976'15,"-1"1"-784"-15,-1 1-192 0,-1 1 0 0,1 1 1376 0,0-2 224 0,0-2 64 0,1-2 0 16,-1 2 288-16,-2-3 64 0,-3 4 16 0,-3 3 0 0,-1 0-240 16,-3 3-64-16,-2 4 0 0,-3 1 0 15,1 3-352-15,-3 3-80 0,2 3-16 0,-2 1 0 16,0 6-464-16,3 2-112 0,-1 3 0 0,3 0-16 16,2 1-304-16,1 1-64 0,2 2-16 0,3 1 0 0,3-2-128 15,3-2-32 1,-1-30 0-16,12 54 0 0,-12-54-144 0,23 44 0 15,-23-44 0-15,31 30 0 16,-31-30-1360-16,39 16-304 0</inkml:trace>
  <inkml:trace contextRef="#ctx0" brushRef="#br3" timeOffset="-192854.91">16357 11989 8287 0,'3'-5'736'0,"-1"1"-592"0,0 1-144 0,-1 1 0 16,0-1 1504-16,0 1 272 0,2-3 48 0,0-2 16 16,2-2 672-16,-1 0 144 0,0 1 32 0,-4 4 0 15,0 1-800-15,0 1-160 16,-3 2-16-16,-2 2-16 0,-1 3-608 0,-2-1-112 0,-1 2-16 16,-1 1-16-16,-1 2-288 0,-1 0-48 0,0 1-16 0,-1 0 0 15,0 3-80-15,0 0 0 0,0 3-16 0,1 1 0 16,2 2-208-16,1 2-32 0,1 0-16 0,2 1 0 15,2 1-64-15,2-1-16 0,2-22 0 0,2 40 0 16,-2-40-160-16,10 36 128 0,-10-36-128 0,0 0 128 16,29 36-128-16,-29-36 0 0,0 0 0 0,48 16 0 15,-48-16-720-15,37-3-128 0</inkml:trace>
  <inkml:trace contextRef="#ctx0" brushRef="#br3" timeOffset="-189357.65">16576 12085 4607 0,'0'-5'400'0,"0"2"-400"16,0 0 0-16,0 1 0 0,1 2 2560 0,-1-1 448 0,1 0 64 0,-1-2 32 15,0-2-352-15,0 2-64 0,0 0 0 0,-1-2-16 16,0 5-544-16,0-2-96 0,-1 4-32 0,0 0 0 16,0 3-912-16,-1 0-176 0,0 4-32 0,-2 5-16 15,0 3-400-15,0 2-80 0,-3 2 0 0,2 1-16 0,0 0-368 0,0-1 144 16,-1 2-144-16,1-2 0 15,-1-2 0-15,3-1 0 0,0-3 0 0,0-3 0 16,2-1 0-16,0-3 0 0,1-3 0 16,1 0 0-16,0-3-208 0,1-2 48 0,1-2 16 0,-1-3 0 0,2 0-192 0,2-4-48 15,-1-2 0-15,2-2 0 32,1-1-256-32,-2-3-48 0,2 0-16 0,-1-1 0 15,1-1 80-15,-1 1 16 0,0-2 0 0,-2-1 0 0,1-1 384 0,-1 1 80 0,0 0 16 0,0-1 0 16,0 3 128-16,-1 2 192 0,0 5-32 0,1 1-16 15,-1 4 576-15,0 2 112 0,0 2 32 0,0 3 0 16,-1 3-96-16,-2-3 0 0,0 0-16 0,3 32 0 16,-3-32-176-16,1 37-16 0,-1-37-16 0,-1 48 0 0,1-20-288 0,-2-2-64 15,1 1-16-15,0-2 0 0,1-25-176 0,-1 40 0 16,1-40 0-16,2 28 0 0,-2-28 0 0,0 0 0 16,0 0 0-16,0 0 0 0,0 0-288 0,0 0 64 15,0 0 16-15,0 0 0 0,0 0-112 0,0 0-32 0,18-11 0 0,-14-1 0 31,-1-2-48-31,1 0-16 0,0-1 0 0,1-3 0 0,1-2 224 0,0-1 32 0,-1-2 16 0,0 1 0 16,1-2 144-16,0 1-128 16,2 4 128-16,0 0-128 0,-2 4 128 0,1 3 0 0,0 3 0 0,0 3 0 0,0 3 128 15,0 0-128-15,-2 3 128 16,-5 0-128-16,0 0 512 0,0 0 48 16,0 0 0-16,21 36 0 0,-21-36 64 0,5 33 16 15,-5-33 0-15,4 39 0 0,-4-39-384 0,0 46-64 16,-1-20 0-16,-2-2-16 0,0-2-176 0,0 0 0 15,-1-2 144-15,4-20-144 0,-6 33 0 0,6-33 0 0,-1 25 0 0,1-25 0 16,0 0 0-16,0 0 0 0,0 0 0 0,0 0 0 31,0 0-448-31,0 0-48 0,0 0-16 0,0 0-16640 0</inkml:trace>
  <inkml:trace contextRef="#ctx0" brushRef="#br3" timeOffset="-188945.21">16900 12241 13823 0,'-1'2'1216'0,"0"0"-960"0,0-2-256 0,1 0 0 16,0 0 1856-16,0 1 320 0,0 1 64 0,0 0 0 16,0 0-352-16,-1 1-80 0,2 0-16 0,-1-3 0 15,0 0-768-15,0 0-144 0,0 0-48 0,0 0 0 16,29-6-144-16,-20 0-48 0,3 0 0 0,0-3 0 0,2 0-480 0,-2-1-160 15,1 0 0-15,-3-1 0 16,1 1-384-16,-3-1-176 0,1 1-32 0,-4-2-16 16,0 2-112-16,-2 1-32 0,-2 0 0 0,-1 1 0 15,-2 1 48-15,-3 2 0 0,0 3 0 0,-3 1 0 0,0 2 384 0,-2 1 96 16,-2 3 16-16,-1 2 0 0,1 4 544 0,-1 0 112 0,0 3 32 16,0-1 0-16,0 2 352 15,1-1 64-15,2 1 0 0,1-1 16 0,1 0 192 0,2-1 48 0,1 0 0 0,2-1 0 16,1 1-192-16,2-13-48 0,0 0 0 0,1 30 0 15,-1-30-368-15,0 0-80 0,0 0-16 0,0 0 0 0,0 0-192 0,41 26-32 16,-41-26-16-16,22-4 0 0,-22 4-80 0,25-8-128 16,-12 2 176-16,0 0-176 0,0 2 0 0,-1-4 0 15,0 4 0 1,-2-3 0-16,0 2 0 0,-10 5-304 0,20-9 48 16,-20 9-11680-16,16-5-2336 0</inkml:trace>
  <inkml:trace contextRef="#ctx0" brushRef="#br3" timeOffset="-188427.22">17198 12222 11055 0,'1'0'976'0,"1"0"-784"16,0-2-192-16,-2 1 0 0,0 1 1984 0,1 0 336 16,0-3 80-16,2 1 16 0,1 0 528 0,0-3 96 15,-2 0 32-15,0 2 0 16,0-1-1152-16,-2 0-240 0,1 0-32 0,-1-1-16 15,-1 0-800-15,-1 0-144 0,-1 0-48 0,1-1 0 0,-2 0-384 0,-2 1-96 16,1-1-16-16,-2 0 0 0,1 4-144 16,-2 0 160-16,2 0-160 0,-2 2 160 0,2 2-16 0,0 0 0 0,1 3 0 0,-1 2 0 15,3 1-144 1,-2 1 0-16,5-9 0 0,-6 25 0 0,6-25 0 0,-5 30 128 16,5-30-128-16,-2 31 0 0,2-31 0 0,2 33 128 15,-2-33-128-15,0 0 0 0,7 40 0 0,-7-40 128 16,0 0-128-16,0 0 0 0,0 0 0 0,0 0 0 15,31 29 0-15,-24-32 0 0,2-2 0 0,-1 0 0 0,1-5 128 16,1 1-128-16,-2-2 0 0,1-2 0 0,2-1 0 0,-1-3 0 16,1-1 0-16,-2-1-176 0,0 2 48 0,-1-4 0 15,-1 2-336-15,-1-2-64 0,-1 1-16 0,0-1 0 16,-2-3-64-16,-2 0-16 0,1-2 0 0,-2 3 0 16,0-1 448-16,-1 3 176 0,0 2-128 0,1 2 128 15,-2 6 240-15,0 3 128 0,1 3 16 0,-2 3 16 0,1 2 304 0,-1 5 48 16,0 0 16-16,-1 4 0 0,0 5-400 0,0 1-80 15,-1 6-16-15,0 2 0 0,2 3-32 0,-2 1-16 16,0 2 0-16,2 1 0 0,-1-4-96 0,1 2-128 0,2-2 176 16,0-4-176-16,1-22 160 0,5 40-160 15,-5-40 128-15,7 31-128 0,-7-31 0 0,0 0 0 16,0 0 0-16,20 35 0 16,-20-35 0-16,0 0 0 0,0 0 0 0,27-3 0 15,-20-3-528-15,0-2 16 0,0-1 0 0,2-4-17744 16</inkml:trace>
  <inkml:trace contextRef="#ctx0" brushRef="#br3" timeOffset="-188256.14">17428 12103 24879 0,'-3'5'1088'0,"2"-3"256"0,0 0-1088 0,1-2-256 0,0 0 0 0,0 0 0 16,0 0 1344-16,0 0 224 0,0 0 32 0,0 0 16 15,0 0 112-15,0 0 0 0,0 0 16 0,30 31 0 16,-30-31-736-16,0 0-160 0,23-2-16 0,-23 2-16 15,15-5-592-15,-15 5-224 0,13-5 176 0,-9 1-12032 16,-1 3-2416-16</inkml:trace>
  <inkml:trace contextRef="#ctx0" brushRef="#br3" timeOffset="-188076.82">17425 12248 13823 0,'0'0'608'0,"0"0"128"0,0 0-592 0,0 0-144 0,0 0 0 0,0 0 0 15,0 0 2144-15,0 0 400 0,0 0 80 0,0 0 0 16,8 38 480-16,-8-38 96 0,-1 26 0 0,1-26 16 16,-4 28-1616-16,4-28-320 0,-4 26-64 0,4-26 0 0,0 0-848 0,0 31-176 15,0-31-16-15,0 0-16 16,0 0-992-16,0 0-208 0</inkml:trace>
  <inkml:trace contextRef="#ctx0" brushRef="#br3" timeOffset="-187710.57">17679 12153 20271 0,'0'0'1792'0,"-3"7"-1424"0,3-5-368 0,-1 1 0 15,-1 1 1504-15,-1 0 224 16,-1 4 64-16,-2 4 0 0,-3 7-96 0,-4 2-16 16,0 4 0-16,1 0 0 0,1-1-336 0,3-1-80 15,1-3-16-15,4-4 0 0,3-16-448 0,1 28-96 16,-1-28 0-16,0 0-16 0,0 0-480 0,0 0-80 15,0 0-128-15,42 12 176 0,-31-19-176 0,1-2 0 16,0-2-160-16,0-2 160 16,1 0-496-16,-2 0 0 0,0-1 0 0,-1-2 0 15,-1 3-912-15,-1-1-176 0,-1 0-32 0,0-1-16 16,-1 1 336-16,-1 0 64 0,-1 2 16 0,-2 1 0 16,0 6 720-16,-2 0 160 0,0 2 16 0,-2 3 16 0,1 3 880 0,1-3 160 0,-6 9 32 0,6-9 16 0,-7 17 464 0,3-5 96 15,-1 3 0-15,0 1 16 0,0-2-112 0,-1 3-32 16,2 2 0-16,0-3 0 0,-1 3-608 0,5-19-128 15,-5 31-32-15,5-31 0 0,0 0-192 0,3 31-32 16,-3-31-16-16,0 0 0 0,0 0-208 0,0 0 0 16,0 0 128-16,35 7-128 15,-25-14 0-15,0 0 0 0,2-4-144 0,0 0-12048 0,0-1-2400 16</inkml:trace>
  <inkml:trace contextRef="#ctx0" brushRef="#br3" timeOffset="-187091.55">17924 12162 6447 0,'0'-2'272'0,"0"0"80"0,1 0-352 0,-1 1 0 15,1 1 0-15,-1 0 0 0,0 0 1504 0,0 0 224 16,0 0 64-16,0 0 0 0,0 0 1344 0,0 0 256 0,0 0 64 0,3 35 16 16,-3-35-528-16,-3 24-96 15,3-24-32-15,-7 31 0 0,3-14-1248 0,-1 0-256 0,0 2-48 0,-1-2-16 16,1-2-752-16,1 0-160 0,4-15-16 0,-5 23-16 15,5-23-304-15,0 0 128 16,0 0-128-16,0 0 0 0,0 0 0 0,0 0 0 0,0 0 0 0,0 0 0 0,0 0 0 0,0 0 0 16,0 0-128-16,0 0 128 0,22-7-400 0,-17-4 16 31,2-1 0-31,-2-4 0 16,3 1-224-16,-1-2-32 0,0-2-16 0,2-2 0 15,-1-1-112-15,-1 2 0 0,0 0-16 0,0 2 0 0,0 1 464 0,-1 3 80 0,0 4 32 0,0 4 0 16,-3 3 208-16,1 0 0 0,-4 3 144 0,0 0-144 15,0 0 704-15,0 0 32 0,0 0 16 0,0 0 0 16,17 35 80-16,-17-35 32 0,0 0 0 0,1 38 0 16,-1-38-480-16,-2 29-80 0,2-29-32 0,-5 31 0 0,5-31-144 15,-6 26-128-15,6-26 192 0,-6 26-192 16,6-26 144-16,-6 20-144 0,3-11 0 0,0 0 144 0,1-4-144 0,0-2 0 16,1 1 0-16,1-4 0 0,0 0 0 0,1-2 0 15,2-3 0-15,0-2 0 0,1-1 0 0,0-1 0 16,1-3 0-16,1 0 0 0,1-2 0 0,0 0 0 0,0-1 0 15,0 1 0-15,1-1 0 0,0 0 0 16,1-2-144-16,-1 1 144 0,2 1 0 0,0 1 0 0,0 0-128 0,-1 3 128 16,1 1 0-16,-1 2 0 15,0 3 0-15,-9 5 0 0,16-6 0 0,-16 6 0 16,0 0 0-16,0 0 0 0,0 0 0 0,0 0 0 16,0 0 0-16,0 0 0 0,26 32 0 0,-26-32 128 15,0 0-128-15,1 38 144 0,-1-38-16 0,-2 30 0 16,2-30 0-16,-3 34 0 0,3-34 0 0,-5 31-128 15,5-31 192-15,-4 30-64 0,4-30-128 0,-3 23 0 16,3-23 144-16,0 0-144 0,-2 23 0 0,2-23 0 0,0 0 0 16,0 0 0-16,0 0 0 0,0 0 0 0,0 0 0 0,0 0-128 31,0 0-720-31,15-7-144 0,-10 1-32 0,0 0-16640 0</inkml:trace>
  <inkml:trace contextRef="#ctx0" brushRef="#br3" timeOffset="-186859.05">18418 12295 23039 0,'1'-3'1024'0,"1"0"192"0,1 0-960 0,-2 1-256 0,0 1 0 0,-1 1 0 16,1 0 1824-16,0 0 320 0,-1 0 64 0,0 0 16 15,0 0-176-15,0 0-48 0,0 0 0 0,-4 29 0 0,0-17-1136 0,1-1-224 16,-3 1-64-16,0 2 0 0,1-2-448 0,-2 0-128 16,2 0 0-16,-1-2 0 15,1 0-624-15,-2-2-192 0</inkml:trace>
  <inkml:trace contextRef="#ctx0" brushRef="#br3" timeOffset="-185219.53">18687 12146 20271 0,'2'-3'1792'0,"0"-1"-1424"0,0 3-368 0,-2 1 0 0,1 0 1584 15,0-2 240-15,0 0 48 0,2-1 16 0,-1-1 16 0,1 1 0 16,-1 1 0-16,-2 0 0 0,1 2-688 0,-2 2-128 16,0-1-16-16,-2 2-16 0,0 2-512 0,-1 0-96 0,-1 2-32 15,-1 1 0-15,0 3-96 0,0 0-32 0,-1 2 0 0,1-1 0 16,0 2-96-1,1 0-32-15,5-14 0 0,-6 29 0 0,6-29-160 16,0 0 0-16,1 37 0 0,-1-37 128 16,0 0-128-16,0 0 0 0,0 0 0 0,37 26 128 15,-37-26-128-15,22-2 0 0,-9-2 0 0,1-3 128 0,0 2-128 0,1-5 192 16,1-2-192-16,-2 0 192 0,2 1-192 0,-3-1 0 16,0-2 0-16,-3 0 0 0,0 1 0 0,-4 1 0 15,-1-1 0-15,-3 0 0 0,-2 1 0 0,-3 1 0 16,-2-1 0-16,-1 3 0 0,-2-1 0 0,-3 0 0 15,-2 1 0-15,-2 2 0 0,0 0 0 0,0 4 0 0,1 0 0 16,1 3 0-16,0 1 0 0,1 4 0 0,2 2 0 0,0-2 0 16,4 4 0-16,0-1 0 0,6-8 0 0,-4 18 0 15,4-18 0-15,0 0 0 0,0 0 0 0,15 40 0 32,-15-40-1072-32,0 0-144 0</inkml:trace>
  <inkml:trace contextRef="#ctx0" brushRef="#br3" timeOffset="-185010.65">18894 12219 17503 0,'0'0'1552'0,"0"0"-1232"15,0 0-320-15,0 0 0 0,0 0 2048 0,0 0 336 16,0 0 80-16,0 0 16 0,0 0 192 0,29 1 32 16,-29-1 16-16,0 0 0 0,0 0-1328 0,0 0-272 15,21 32-48-15,-21-32-16 0,0 0-640 0,0 0-128 16,0 0-32-16,11 36 0 0,-11-36-256 0,0 0-176 15,0 0 32-15,0 0-17920 0</inkml:trace>
  <inkml:trace contextRef="#ctx0" brushRef="#br3" timeOffset="-184778.25">19188 11954 25791 0,'2'0'1152'0,"-1"0"224"0,1 0-1104 0,-1 0-272 16,0 0 0-16,-1 0 0 0,0 0 1984 0,0 2 352 0,0-2 64 0,0 0 16 15,0 0-672-15,0 0-128 0,1 36-16 0,-1-36-16 16,-6 38-976-16,6-38-192 0,-8 49-32 0,2-20-16 0,1-1-176 0,-2 3-48 16,2 0 0-16,0-4 0 0,1-2-144 0,4-25 0 15,-4 42 0-15,4-42 0 0,1 32-128 0,-1-32-64 16,0 0-16-1,0 0-12128-15,11 35-2416 0</inkml:trace>
  <inkml:trace contextRef="#ctx0" brushRef="#br3" timeOffset="-184127.64">19435 11957 16575 0,'-3'-1'1472'0,"2"1"-1168"0,0 0-304 0,1-2 0 0,1 2 1360 0,-1 0 224 16,1-2 32-16,0 1 16 0,2 1 1040 0,1-2 208 15,0-1 32-15,-4 3 16 0,11-2-768 0,-11 2-160 16,0 0-16-16,0 0-16 16,31 10-1152-16,-31-10-240 0,0 0-32 0,25 33-16 0,-25-33-272 15,16 37-48-15,-16-37-16 0,12 48 0 0,-12-48-16 0,7 54-16 16,-7-54 0-16,1 55 0 0,-1-55-160 0,-5 45 160 15,5-45-160-15,-11 40 160 0,11-40-160 0,-15 35 0 0,4-20 0 0,0-3 0 16,-1 0-128-16,-2-4-16 0,0 0 0 0,0-5-19056 16</inkml:trace>
  <inkml:trace contextRef="#ctx0" brushRef="#br3" timeOffset="-152263.48">20308 11216 14735 0,'0'-2'1312'0,"1"-3"-1056"0,0 2-256 0,0 1 0 16,0 1 720-16,-1-2 96 0,2-2 16 0,0-2 0 15,0-5 1200-15,0 0 240 0,-1 0 48 0,-1 2 16 16,1 2-672-16,-2 2-144 0,1 0-32 0,-1 3 0 15,-1 0-688-15,0 1-144 0,0 2-16 0,0 2-16 0,-1 1-128 0,1 2-32 16,-1 0 0-16,0 4 0 0,1 1-160 0,0 2-48 16,1 4 0-16,-1 0 0 0,1 6 0 0,-1-1 0 15,2 3 0-15,-1-1 0 0,0 0 0 0,1 0-16 16,-1 0 0-16,0-1 0 0,1 1 64 0,-2-4 16 16,1-2 0-16,0-3 0 0,1 0-320 0,-1-4 128 15,0-3-128-15,1-2 0 16,0-1-256-16,0-4-144 0,0-2-48 0,1-2 0 15,0-2-1792-15,1-5-352 0,1-3-80 0,0-2-11456 0</inkml:trace>
  <inkml:trace contextRef="#ctx0" brushRef="#br3" timeOffset="-151725.57">20297 11169 1839 0,'0'-3'160'0,"0"1"-160"0,0 2 0 0,0 0 0 16,-1-2 1728-16,1-5 320 0,0 0 64 0,0-3 16 16,0-2 1376-16,1 2 272 0,2 1 48 0,2 2 16 15,1 2-1264-15,3 3-240 0,0-1-48 0,-9 3-16 16,0 0-992-16,38-2-192 0,-38 2-32 0,0 0-16 15,47 10-624-15,-47-10-128 0,0 0-32 0,42 24 0 16,-42-24-256-16,0 0 0 0,33 28 0 0,-33-28 0 0,0 0-128 0,0 0 128 16,23 38 0-16,-22-31-144 0,-2 2-176 0,-3-1-16 15,-2 1-16-15,-1-2 0 32,-2 1-688-32,-4 0-144 0,-1 0-32 0,-3-3 0 0,-1 4 512 0,-1-4 80 0,0 2 32 0,2-2 0 0,0 0 272 0,1-1 48 15,2-2 16-15,1 1 0 0,1-1 512 0,1-1 128 16,0 1 0-16,0-2 16 0,3 2 304 0,0-2 64 15,3 0 16-15,2 0 0 0,2 0 240 0,2 0 32 16,2 1 16-16,0 0 0 0,2 1-176 0,-5-2-48 16,0 0 0-16,0 0 0 0,40 15-272 0,-40-15-64 15,0 0-16-15,47 20 0 0,-47-20-192 0,37 16-48 16,-37-16 0-16,38 21 0 0,-38-21-128 0,36 19-128 0,-36-19 192 0,0 0-192 16,47 24 0-16,-47-24 0 0,0 0 0 0,0 0 0 15,46 22 0-15,-46-22 0 0,0 0 0 0,0 0 0 16,0 0-256-16,0 0-128 0</inkml:trace>
  <inkml:trace contextRef="#ctx0" brushRef="#br3" timeOffset="-151501.46">20372 11140 2751 0,'-1'0'256'0,"0"-1"-256"15,0 0 0-15,0 1 0 0,1 0 0 0,-1 0 176 16,-1-2-176-16,-1 2 176 0,0-2-176 0,-2 1 0 16</inkml:trace>
  <inkml:trace contextRef="#ctx0" brushRef="#br3" timeOffset="-151124.77">20344 11133 5519 0,'0'-2'240'0,"0"0"64"0,0 1-304 0,0 1 0 0,0 0 0 0,0 0 0 15,-1-2 1024-15,1 2 128 0,-1-2 48 0,1-3 0 16,-1 2 752-16,1-1 160 0,0-1 16 0,-1 0 16 15,1 1-96-15,1-1 0 0,0 0-16 0,0 1 0 16,1-1-320-16,0 1-64 0,-1 1-16 0,1-2 0 16,1 2-544-16,-1 1-128 0,0 2 0 0,0-1-16 15,-1 1-576-15,1 0-112 0,0 0-32 0,1 1 0 16,-1-1-224-16,0 2 0 0,-1-2 0 0,2 1 0 16,-1 1 0-16,0 0 0 0,0-1 0 0,-1 1 0 15,1-2 0-15,-1 2 0 0,1-2-128 0,-1 1 128 16,1-1 0-16,-1 1 0 0,1-1 0 0,-1 2 0 15,1-2 0-15,-1 0 0 0,0 1 144 0,1 1-144 0,0-2 208 0,-1 1-32 16,0 1-16-16,1-2 0 0,-1 2-160 16,0-1 192-16,1 0-192 0,-1-1 192 0,0 2-192 0,-1-2 0 15,1 0 0-15,-1 0 0 0,0 0 0 0,0 0 0 16,0 0 0-16,-1 0 0 0,0 0 0 0,1-2 0 16,-2 2 0-16,1 0 0 0,-1 0 0 0,0 0 128 15,-1 0-128-15,1 0 128 0,0 0 112 0,-1 2 16 16,0-2 0-16,0 0 0 0,0 3-48 0,1-3 0 15,-1 2 0-15,1-1 0 0,0 1-208 0,1-2 0 0,0 2 128 0,0-2-128 16,1 2 0-16,1-2 0 0,2 1 0 0,0 1-16896 16</inkml:trace>
  <inkml:trace contextRef="#ctx0" brushRef="#br3" timeOffset="-150508.78">20819 11105 5519 0,'-2'-5'496'0,"1"1"-496"0,1 1 0 0,0 0 0 0,0 1 2352 0,0 1 368 16,0 0 80-16,0-3 16 15,1 1-256-15,-1-1-32 0,0 1-16 0,0 0 0 0,-1 3-464 0,1 0-80 16,0 1-32-16,-1 3 0 0,2 0-640 0,-1 2-128 15,0 1-16-15,0-7-16 16,0 0-288-16,2 35-48 0,-2-35-16 0,1 33 0 0,-2-14-336 0,1 3-64 31,-1-1 0-31,0 2-16 0,0 1-112 0,-1 0-32 0,1 0 0 0,0 0 0 0,1-5-224 0,0 2 176 16,0-21-176-16,1 33 160 16,-1-19-160-16,0-14 0 0,2 21 0 0,-2-11 0 0,0-10 0 0,0 0 0 15,0 0 0-15,0 0 0 0,0 0 0 0,0 0 0 0,0 0 0 16,0 0 0 15,0 0-768-31,0 0-144 0,0 0-32 0,0 0-16320 0</inkml:trace>
  <inkml:trace contextRef="#ctx0" brushRef="#br3" timeOffset="-149589.82">21567 11172 15663 0,'1'-3'1392'0,"1"0"-1120"16,0 3-272-16,-1 0 0 16,0 0 1264-16,0-2 192 0,2 2 32 0,1-2 16 0,0 0 1056 15,1 1 224-15,-5 1 32 0,0 0 16 0,0 0-1344 0,0 0-272 16,0 0-48-16,0 0-16 0,0 0-832 0,14 31-160 15,-14-24-32-15,-1-1-128 0,1 0 160 0,-1-1-160 16,0 0 128-16,-1 0-128 0,1-1 192 0,-2 1-64 16,0 0 0-16,-2-1 0 0,0-1 0 0,-2 4 0 15,-1-3 0-15,-2 2 0 0,-2 1-128 0,-2 2 0 16,-2 0 0-16,-1 3 0 0,0-2 0 0,-3 4 0 0,-1 1 0 0,-3 2 0 16,0 0-240-16,0 1 80 0,3-4 16 0,3-2 0 15,1-3 144-15,2-2 128 0,2-3-128 0,2-4 176 16,2 0 16-16,2-4 0 0,2-5 0 0,2-1 0 15,3-2-192-15,1-2 0 0,2-3 0 0,1 2 0 16,2-2 128-16,0-1-128 0,4 2 0 0,-1-1 128 16,2-1-128-16,1 1 0 0,1 0 144 0,1-2-144 15,0 3 0-15,-1 2 0 0,-1 2 0 0,0 0 0 0,1 0 0 0,1 0 0 16,1 2 0-16,-2-1 128 0,-1 4-128 0,-1 0 128 16,-2 4-128-16,-1-2 128 0,-8 5-128 0,0 0 128 15,0 0-128-15,23-7 128 0,-21 6-128 0,-1 0 0 16,-1-1 128-16,-1 2-128 15,-1-3 128-15,-1 1-128 0,-1-1 128 0,0 1-128 0,-2-2 128 0,-1-1-128 16,1 0 160-16,-1 0-160 0,-1-1 128 16,1 1-128-16,-3-1 0 0,2 2 144 0,0-1-144 15,-1 0 0-15,0 0 0 0,1 0 128 0,0 1 32 0,0 0 0 16,-1 1 0-16,1 0 0 0,1 1 48 0,0 1 16 16,3 1 0-16,-1 1 0 0,2 1-96 0,1 1-128 15,1 0 176-15,0 1-176 0,1 0 128 0,0 1-128 16,1 2 0-16,-1-7 0 0,0 0 176 0,0 0-176 0,16 41 160 0,-16-41-160 15,0 0 192-15,18 35-48 0,-18-35-16 0,18 38 0 16,-18-38 64-16,24 48 16 0,-24-48 0 0,27 43 0 16,-27-43-32-16,28 40-16 0,-28-40 0 0,27 33 0 15,-27-33-160-15,0 0 0 0,38 33 0 0,-38-33 0 16,0 0-176-16,37 19-64 16</inkml:trace>
  <inkml:trace contextRef="#ctx0" brushRef="#br3" timeOffset="-148323.24">22034 11074 15663 0,'0'-7'1392'0,"0"4"-1120"16,0-1-272-16,0 1 0 0,1 1 416 0,-1 2 32 16,0-2 0-16,0 1 0 0,0-1 1040 0,1 0 224 0,-2 0 32 0,1 0 16 15,-1 4-624-15,0 0-128 0,0 0-32 0,0 5 0 16,-1 0-96-16,0 4-32 15,1 2 0-15,0 1 0 0,0 1 32 0,1 4 0 0,-1-1 0 0,1 2 0 16,-1-1-416-16,0 2-80 16,1-2 0-16,-2 2-16 0,0-2-208 0,1 0-32 0,-1-2-128 15,-1 0 192-15,1-3-192 0,0 0 0 0,0-5 0 0,-1 0 0 16,1 0 0-16,-1-3 0 0,1 1 0 0,0-5 0 16,0 1 0-16,0-3 0 0,0-2 0 0,1-1 0 15,0-2 0-15,0-2-192 0,1-3 48 0,0-3 0 31,1 0-528-31,-1-1-96 0,1 0-32 0,0-2 0 0,0-1 160 0,0 0 16 0,0-1 16 0,1-1 0 0,-1 2 368 0,1 0 80 16,2 0 16-16,1 1 0 0,0 2 144 0,1 0 0 16,1 2 0-16,1 0 0 0,0 0 464 0,0 3 32 15,2 2 0-15,-1-1 0 0,0 2 336 0,1 0 80 16,-10 6 16-16,22-4 0 0,-22 4-160 16,0 0-48-16,0 0 0 0,42 2 0 0,-42-2-304 0,0 0-64 15,0 0-16-15,34 34 0 0,-34-34-336 0,0 0 128 16,17 37-128-16,-17-37 0 0,0 0 0 15,10 36 0-15,-10-36 0 0,0 0 0 0,0 23 0 0,-3-15 0 0,0-2 0 0,-1 0 0 16,-2-3 0-16,0 0 0 0,0 0 0 0,-2-1 0 16,-2-1-224-16,-1 1 32 0,-1 0 16 0,-2-2 0 31,0 0-848-31,1 0-160 0,1 0-32 0,2 0-16 0,1 0 720 0,0 0 128 0,3-2 48 0,-1 2 0 16,4-2 336-16,-1 2 240 0,1-1-48 0,1 1 0 15,2 1 464-15,1 1 96 0,2 0 16 0,0 0 0 16,-3-2 112-16,0 0 16 0,0 0 16 0,0 0 0 15,0 0-256-15,39 31-48 0,-39-31-16 0,0 0 0 16,0 0-272-16,39 33-48 16,-39-33-16-16,0 0 0 0,0 0 0 0,41 31-16 0,-41-31 0 0,0 0 0 0,35 26-112 0,-35-26 0 15,0 0-128-15,0 0 192 0,42 24-192 0,-42-24 0 16,0 0 0-16,0 0 0 16,0 0 0-16,0 0 0 0,36 17 0 0,-34-17-19024 15</inkml:trace>
  <inkml:trace contextRef="#ctx0" brushRef="#br3" timeOffset="-147463.39">22423 11061 8287 0,'-1'-1'736'16,"1"-2"-592"-16,0 3-144 0,0-2 0 0,0 2 1216 0,0-2 192 15,0 1 64-15,0-2 0 0,-1 0 704 0,1-3 128 16,1 2 48-16,-1 0 0 0,1-1-144 0,1 2-32 15,0-1 0-15,0 1 0 0,1 0-560 0,2-1-112 16,0 2-32-16,1-1 0 0,1-1-640 0,2 1-144 16,-9 3-32-16,18-5 0 0,-18 5-272 0,0 0-64 15,31-5-16-15,-31 5 0 0,0 0-16 0,0 0 0 16,44 5 0-16,-44-5 0 0,0 0-96 0,41 13 0 16,-41-13-16-16,0 0 0 0,37 25-176 0,-37-25 0 15,0 0 0-15,29 36 128 0,-29-36-128 0,0 0 0 0,18 33 0 0,-18-33 0 16,0 0 0-16,5 31 0 0,-5-31 0 15,-2 15 0-15,-2-7 0 0,-1 0 0 0,0-3 0 0,-3 4 0 16,1-4 0-16,-2 2 0 0,0-2 0 0,-1 2 0 16,0-3-128-16,-1 2 128 0,0 0 0 0,-1-1 0 15,3 0 0-15,0 0 0 0,0 0 0 0,2 0 0 16,1-2 0-16,1 2 0 0,1-1 0 0,1-1 0 16,1 2 0-16,1-2 160 0,1-1-32 0,2 0-128 15,-1-1 176-15,-1-1-176 0,0 0 160 16,0 0-160-16,0 0 224 0,0 0-48 0,0 0-16 0,44 9 0 0,-44-9 32 15,0 0 0-15,39 0 0 0,-39 0 0 0,33 1-48 0,-33-1 0 16,37 1 0-16,-37-1 0 0,36 2-16 0,-36-2-128 16,36 3 192-16,-36-3-64 0,34 5-128 0,-34-5 0 15,0 0 0-15,47 2 0 0,-47-2 0 0,31 0 0 16,-31 0 0-16,0 0-19184 0</inkml:trace>
  <inkml:trace contextRef="#ctx0" brushRef="#br3" timeOffset="-139674.56">20578 11622 8287 0,'0'-3'736'0,"0"-1"-592"15,0 3-144-15,0-1 0 0,0 1 960 0,0 0 144 16,0-3 48-16,0-2 0 0,-1 0 384 0,1 0 96 15,0 0 16-15,0 1 0 0,0 2-224 0,1 2-32 16,-1 0-16-16,0 3 0 0,1 1-176 0,0 4-48 0,-1-7 0 0,0 0 0 16,6 31-176-16,-6-31-32 0,4 35-16 0,-4-35 0 15,4 40-528-15,-4-40-96 0,4 41-32 0,-4-41 0 16,3 37-272-16,-3-37 0 0,2 30 0 0,-2-30 0 31,0 0-1024-31,0 0-224 0,7 30-32 0,-6-29-16 0,1-1-688 16,0-1-128-16,-2-3-16 0,1 1-7760 0</inkml:trace>
  <inkml:trace contextRef="#ctx0" brushRef="#br3" timeOffset="-139378.22">20574 11738 4607 0,'-8'-5'192'0,"5"2"64"0,-1 1-256 15,0 1 0-15,2 0 0 0,0 1 0 0,2-2 1424 0,-3 2 240 16,-2-3 64-16,0 1 0 0,0-1 416 0,0 1 96 16,2 1 0-16,0 0 16 15,1 1-160-15,0 0-48 0,1 1 0 0,1 0 0 0,0 2-688 0,1 1-144 16,0 2-16-16,-1-6-16 0,0 0-320 0,0 0-64 31,10 39-16-31,-10-39 0 0,0 0-336 0,12 40-80 16,-12-40-16-16,0 0 0 0,14 44-224 0,-14-44-128 0,0 0 128 0,16 40-128 0,-16-40 0 0,0 0 0 15,0 0 0-15,0 0 0 0,30 35 0 0,-30-35 0 16,0 0 0-16,0 0-128 16,26-7 128-16,-21 2 0 0,1-2 160 0,0-3-160 15,1-1 192-15,-1-1-64 0,0-2-128 0,-1-1 192 16,1 0-192-16,-2 0 144 0,-1-2-144 0,0 0 128 15,0 1-128-15,-2-1 128 0,0 0-128 0,-2 1 128 16,0 2-128-16,-2 0 0 0,0 2 0 0,0 0-10608 16,0 5-2112-16</inkml:trace>
  <inkml:trace contextRef="#ctx0" brushRef="#br3" timeOffset="-133760.62">20347 12110 8287 0,'2'0'736'0,"-1"-2"-592"0,1 0-144 0,-1 1 0 0,0-1 1024 0,1-1 160 15,1 0 32-15,0-3 16 16,3-1 912-16,-2-2 176 0,1 2 48 0,-2 1 0 0,0 2-320 0,-2-1-64 15,-1 3-16-15,-1-1 0 0,-1 3-352 0,-1-2-64 16,-2 2-16-16,0 2 0 0,-2-1-448 0,-1 1-112 16,-2 3-16-16,-1-1 0 0,-2 1-512 0,-3 2-96 15,-1 1-32-15,-2 1 0 16,-3 0-80-16,1 3-32 0,0-2 0 0,0-1 0 0,1 0-32 0,1-1-16 16,2-1 0-16,0 1 0 0,3 0 48 0,1-1 16 15,3-1 0-15,2-1 0 0,3-2-224 0,3 0 128 0,1-1-128 0,3-1 0 16,1 1 0-16,-3-2 128 0,0 0-128 0,0 0 0 15,0 0 0-15,44 14 128 0,-44-14-128 0,0 0 0 16,46 10 176-16,-46-10-176 0,0 0 192 0,50 14-192 16,-50-14 128-16,0 0-128 0,44 21 0 0,-44-21 0 15,0 0 0-15,34 29 0 0,-34-29 0 0,0 0 0 16,24 30 0-16,-24-30 0 0,0 0 0 0,0 0 0 16,6 36 0-16,-9-29 0 0,-2 2 0 0,-1-1 0 15,0-2 128-15,-2 0-128 0,-2-2 0 0,-2 1 0 0,-2 0 0 0,-1-1 0 16,-1-1 0-16,2-1 0 0,0-2 0 0,2 0 0 15,2-2 0-15,1-1 0 16,4 1 0-16,1-3 0 0,1-2 0 0,5 0 0 16,3 1-1024-16,1-2-224 0</inkml:trace>
  <inkml:trace contextRef="#ctx0" brushRef="#br3" timeOffset="-133160.61">20487 12101 9215 0,'-4'-5'400'16,"2"3"96"-16,0-1-496 0,1 0 0 0,0 1 0 0,1 1 0 0,-1 0 2048 0,0-1 320 0,1-3 64 0,-1 0 16 0,-1 1 400 0,0 1 80 15,0 0 16-15,0 3 0 16,1 0-800-16,0 3-160 16,0 2-16-16,0 0-16 0,1-5-832 0,0 23-160 15,-1-8-48-15,1-15 0 0,-1 38-528 0,1-15-96 16,1 1-32-16,-1 0 0 0,0-3-128 0,0 2-128 15,-1-1 192-15,0-3-192 0,0 1 144 0,0-2-144 16,0-4 0-16,0 0 144 0,1-14-144 0,-1 19 0 16,1-19 0-16,0 0 0 0,0 0 0 0,0 0 0 0,0 0 0 15,0 0 0-15,0 0 0 0,0 0 0 16,1 3 0-16,0-10 0 16,1-2-512-16,0-2 0 0,0-1 16 0,0 1 0 15,0-1 48-15,1-2 16 0,0 2 0 0,0-2 0 0,0 2 304 0,1 2 128 0,0 1-128 0,-1-1 128 16,2 1 0-16,-1 3 0 0,0 0 0 0,1 3 0 15,0 0 288-15,-2 2-16 0,2 1 0 0,-5 0 0 16,0 0 208-16,0 0 32 0,0 0 16 0,0 0 0 16,0 0-320-16,24 38-64 0,-24-38-16 0,0 0 0 15,8 28-128-15,-8-28 0 0,0 0 0 0,7 31 0 16,-7-31 0-16,0 0 0 0,0 0 128 0,9 33-128 16,-9-33 0-16,0 0 0 0,0 0 0 0,0 0 0 0,0 0 0 0,0 0 0 15,0 0 0-15,0 0 0 0,0 0 0 0,0 0 0 16,0 0 0-16,0 0 0 15,0 0-1200-15,0 0-160 0</inkml:trace>
  <inkml:trace contextRef="#ctx0" brushRef="#br3" timeOffset="-132781.32">20704 12254 13823 0,'-1'0'608'0,"0"0"128"16,0 0-592-16,0 0-144 0,0 1 0 0,1 1 0 0,-1-2 2144 0,-1 3 400 0,0 1 80 0,0 1 0 15,-2 4-320-15,1-1-80 0,0 3-16 0,0-3 0 16,3 3-960-16,-1-1-192 0,1-1-32 0,0-2-16 16,0-7-656-16,0 0-128 0,0 0-32 0,0 0 0 15,0 0-192-15,0 0 0 0,0 0 128 0,37 19-128 16,-37-19 192-16,15-7 0 0,-8 1 0 0,1 0 0 16,0-1 64-16,-2-1 16 0,1 2 0 0,-1-1 0 15,0 0-144-15,-3 0-128 0,1 2 144 0,-1 0-144 16,-1 3 128-16,-2-3-128 0,0 3 0 0,-2 0 0 15,0 1 128-15,-1 1-128 0,1-2 0 0,-3 2 0 0,0 0 144 0,0 0-144 16,-1-2 128-16,-1 2-128 0,-1-3 256 0,1 1-16 16,-1 0-16-16,-1 1 0 0,1-1 112 0,-2 0 32 15,-1 2 0-15,2-3 0 16,0 1-176-16,1-1-48 0,2 1 0 0,-1 1 0 0,4 0-144 0,-1-1 0 16,2 2 0-16,0 0 128 0,2 0-128 0,1 0 0 15,0-2 0-15,2 4 0 0,-3-2 0 0,0 0 0 16,0 0 0-16,0 0 0 15,0 0-1136-15,0 0-96 0,43 10-32 0,-43-10-15568 0</inkml:trace>
  <inkml:trace contextRef="#ctx0" brushRef="#br3" timeOffset="-132431.61">20814 12196 17503 0,'1'-2'768'0,"-1"1"176"0,1-1-752 0,-1 1-192 0,0 1 0 0,0-2 0 15,1 2 2432-15,-1-2 464 0,1 0 96 0,0-1 16 16,0-2-640-16,1 2-112 0,0-1-16 0,0 0-16 15,1 1-1200-15,0-1-256 0,0-1-32 0,1 2-16 16,1 1-336-16,-2 0-80 0,-3 2-16 0,0 0 0 16,0 0-288-16,0 0 160 0,0 0-160 0,0 0 128 15,0 0-128-15,36 31 0 0,-36-31 0 0,8 30 0 16,-8-30 0-16,7 38 128 0,-7-38-128 0,5 41 0 16,-4-22 0-16,-1 2 0 15,0-4 128-15,0 1-128 0,-1-3 0 0,1-1 0 0,-1-2 0 0,0-3 0 16,1-3 0-16,-1-2 0 0,1 0 0 0,0-4 128 0,-1-2-128 0,1-3 192 15,0-1-192-15,1-2 192 0,1-6 48 0,0-2 16 16,1-1 0-16,-1-2 0 16,2-1-128-16,0-1 0 0,0 0-128 0,-1-1 192 0,2 1-192 0,-1 0 144 15,1 2-144-15,0 2 128 0,0 1-128 0,1 2 0 16,0 3 0-16,-1 3 0 0,1 3 0 16,-2 1 0-16,1 3 0 0,-5 1 0 0,0 0-272 0,0 0-96 15,0 0-16-15,0 0-18096 0</inkml:trace>
  <inkml:trace contextRef="#ctx0" brushRef="#br3" timeOffset="-132065">21161 12070 6447 0,'1'-10'576'0,"0"6"-576"0,1-1 0 0,-2 0 0 15,1 3 3376-15,-1 0 560 0,2 1 112 0,-1-3 32 16,1 1-944-16,1-1-192 0,-1-2-48 0,-1 4 0 0,0 1-1184 15,-1 2-240-15,-1 1-64 0,1 1 0 0,-1 3-416 0,-1 0-96 16,0 1 0-16,-1 3-16 16,0 2-480-16,0 2-80 0,0 1-32 0,-2 3 0 0,2 3-288 0,-1 1 0 15,0 2 128-15,0-1-128 16,3-2 0-16,0-2 0 16,1-19 0-16,1 36 0 0,-1-36 128 0,3 26-128 0,-3-26 0 0,0 0 0 0,0 0 0 15,15 35 0-15,-15-35 0 0,0 0 0 0,0 0 0 0,0 0 0 16,0 0 0-16,0 0 0 0,0 0 128 0,38 11-128 15,-38-11 0-15,0 0 0 0,0 0 0 16,0 0 0-16,0 0 0 0,0 0 0 16,0 0 0-16,0 0 0 0,0 0 0 0,0 0 0 0,0 0 0 0,31 25 0 0,-30-23 0 15,0-2 0 1,1 2-608-16,0-4-32 0,0 1 0 0,0-2 0 16,0 0-1072-16,0-2-208 0,-1-1-64 0,-1-2-8288 0,0 1-1664 0</inkml:trace>
  <inkml:trace contextRef="#ctx0" brushRef="#br3" timeOffset="-131906.8">21109 12250 18431 0,'-2'-2'816'0,"1"2"160"0,1 0-784 0,0-2-192 16,0 2 0-16,0 0 0 0,1 0 2656 0,0-1 480 31,2-1 112-31,0-1 16 0,2 0-320 0,1-1-48 16,0-1-16-16,1 1 0 0,1-1-1760 0,1-2-352 15,1 0-80-15,2 0-16 0,-12 7-272 0,26-12-48 16,-26 12-16-16,25-7 0 0,-25 7-336 0,0 0 0 15,37-2 0-15,-37 2-13024 16,0 0-2672-16</inkml:trace>
  <inkml:trace contextRef="#ctx0" brushRef="#br3" timeOffset="-131026.09">21074 12222 3679 0,'-2'0'320'0,"0"0"-320"0,0 0 0 0,0 0 0 15,1 0 1040-15,-1 0 144 0,0 0 32 0,-4-2 0 16,0 2 976-16,-2-1 208 0,2 1 32 0,0-2 16 16,1 1-80-16,2 1-32 0,1-1 0 0,1 1 0 0,1-1 288 0,2 1 48 15,2 1 16-15,-1 0 0 0,-3-1-1984 0,0 0-400 16,0 0-80-16,0 0-16 0,41 17 224 0,-41-17 32 16,0 0 16-16,39 12 0 0,-39-12-144 0,0 0-16 15,55 5-16-15,-55-5 0 16,39-4-112-16,-39 4-32 0,36-8 0 0,-36 8 0 0,30-12-160 0,-30 12 0 15,25-11 0-15,-14 6-11600 16,-2 0-2288-16</inkml:trace>
  <inkml:trace contextRef="#ctx0" brushRef="#br3" timeOffset="-130218.22">22476 11572 7359 0,'1'-5'656'0,"0"1"-528"0,0 2-128 0,-1 1 0 16,0 1 1264-16,0-4 208 0,0 1 64 0,1-4 0 15,0-1 448-15,-1-1 112 16,1 0 16-16,-1 1 0 0,0 4 64 0,-1-1 0 0,1 2 16 0,0 1 0 16,-1 1-432-16,0 2-96 0,0 1 0 15,0 1-16-15,-1 2-688 0,1 0-128 0,-1 4-16 0,0 3-16 16,0 2-320-16,1 5-64 0,0 0-16 0,0 6 0 15,0 2-208-15,0 1-64 0,-1 6 0 0,1-1 0 16,0 2-128-16,0-3 0 0,1 0 0 0,1-5 128 16,0-1-128-16,-1-26 0 15,5 35 0-15,-5-35 0 16,0 0-1120-16,0 0-96 0,0 0-32 0,0 0-14864 0</inkml:trace>
  <inkml:trace contextRef="#ctx0" brushRef="#br3" timeOffset="-129932.2">22343 11765 18431 0,'-6'-6'816'0,"2"2"160"15,2 1-784-15,1 1-192 0,2 2 0 0,0-2 0 0,0 2 1408 0,0 0 224 0,2 2 48 0,0 0 16 16,-3-2 192-16,0 0 32 16,0 0 16-16,0 0 0 0,26 36-656 0,-26-36-128 0,0 0-16 0,16 40-16 15,-16-40-416-15,0 0-96 16,15 43-16-16,-15-43 0 0,0 0-320 0,15 43-64 0,-15-43-16 0,0 0 0 15,13 33-192-15,-13-33 0 0,0 0 0 0,0 0 0 16,0 0 128-16,0 0-128 0,32 25 0 0,-25-28 144 16,-1-2 224-16,2-2 32 0,-1-1 16 0,1-4 0 15,0 1-112-15,0-2-32 0,2-6 0 0,1-2 0 16,-1-2-16-16,1-3-16 0,0-1 0 0,0-2 0 0,-1 3-240 16,0 3 144-16,-2 2-144 0,0 6 128 0,-1 2-384 0,-2 6-64 15</inkml:trace>
  <inkml:trace contextRef="#ctx0" brushRef="#br3" timeOffset="-128431.65">22238 12181 14735 0,'0'-16'1312'0,"1"6"-1056"0,1 1-256 0,-1 2 0 15,0 4 288-15,0 1 0 0,-1 0 0 0,1-1 0 16,1-2 1504-16,0-2 320 0,0 2 48 0,-2 1 16 15,0 4-624-15,-1 4-112 0,-1 1-32 0,-1 5 0 16,0 4-112-16,-1 3-16 0,-1 4-16 0,-1 2 0 16,-2 1-624-16,1 1-128 15,-2 2-32-15,1-1 0 0,0-3-352 0,1 0-128 0,1-2 0 0,0-2 144 16,1-3-144-16,2-2 0 0,0-4 0 0,1-2 0 0,2-4-176 16,1-2-112-1,1-4-32-15,0-2 0 0,1-2-1808 0,2-6-368 0,1-2-80 0,1-2-9968 16</inkml:trace>
  <inkml:trace contextRef="#ctx0" brushRef="#br3" timeOffset="-128114.28">22236 12187 1839 0,'0'0'160'0,"0"-1"-160"16,0-1 0-16,1-1 0 0,0-4 1536 0,0-5 288 16,1-2 48-16,2-5 16 0,0 0 1200 0,-2 3 240 15,2 2 64-15,0 5 0 16,-1 3-224-16,-1 3-32 0,1 4-16 0,-3-1 0 0,0 0-1376 0,0 0-272 16,15 35-48-16,-15-35-16 0,8 36-848 0,-8-36-176 15,12 40-48-15,-12-40 0 0,11 45-336 0,-11-45 0 0,12 43 0 0,-12-43 0 16,8 35 0-16,-8-35 0 15,6 31-160-15,-6-31 160 16,1 22-768-16,-2-13-32 0,-1-2-16 0,-1-2 0 16,0 0-432-1,-1-2-96-15,1-2 0 0,-2-1-16 0,0 0-1136 0,-2-2-208 0,0-3-48 0,-1 1-16 16,2-1-304-16,-3-2-48 0,0 0-16 0,1-3 0 0,-1 3 1328 16,0-4 256-16,0 1 48 0,-1 0 16 15,2 0 2304-15,2 1 464 0,0 2 80 0,2 0 32 0,2 4 896 16,1 0 176-16,0 2 32 0,2 1 16 0,2 0-16 0,-3 0 0 0,0 0 0 0,0 0 0 15,0 0-192-15,0 0-64 16,37 16 0-16,-37-16 0 0,0 0-1120 0,0 0-224 0,49 6-64 0,-49-6 0 0,0 0-688 0,43-1-144 31,-43 1 0-31,0 0-16720 16</inkml:trace>
  <inkml:trace contextRef="#ctx0" brushRef="#br3" timeOffset="-127831.14">22483 12158 19343 0,'0'-6'848'0,"0"3"192"0,2 0-832 0,-1 0-208 0,-1-1 0 0,0 4 0 15,1 0 1664-15,0 0 304 0,1-1 48 0,0 2 16 16,-2-1-480-16,0 0-80 0,0 0-32 0,8 30 0 16,-8-30-736-16,3 33-160 0,-3-33-32 0,1 38 0 15,0-16-304-15,0-1-64 0,-1-2-16 0,0 1 0 16,1 0-128-16,-1-20 0 0,3 32 0 0,-3-32 128 15,0 0-128-15,0 0 160 0,0 0-160 0,0 0 160 16,0 0 448-16,0 0 96 0,0 0 0 0,44 5 16 16,-36-18 112-16,1-3 0 0,2-4 16 0,-1-1 0 15,0 0-480-15,1-1-112 0,-1-1 0 0,0-1-16 0,-1 1-240 0,-1 1 128 16,1 0-128-16,-2 5 0 0,-1 2 0 0,0 3 0 16,0 4 0-16,-3 4 0 15,-3 4-368-15,0 0-112 0,0 0-32 0</inkml:trace>
  <inkml:trace contextRef="#ctx0" brushRef="#br3" timeOffset="-127499.45">22671 12314 8287 0,'1'0'736'15,"1"-2"-592"-15,-2 2-144 0,0 0 0 0,7-5 2736 0,-5 3 512 16,1-1 96-16,4-1 32 0,-7 4-320 0,19-14-64 16,-8 6-16-16,1-2 0 0,-1 3-1024 0,-1-1-208 15,0 2-32-15,0-2-16 0,-10 8-800 0,19-11-144 0,-19 11-48 0,17-11 0 16,-17 11-528-16,14-8-176 0,-7 3 0 0,-2 1 0 15,0 0 0-15,-1 0 0 0,-2 1 0 0,-2 0 0 16,0-2 0-16,-2 2-192 0,-1 0 192 0,-2 0-192 16,-1 0-64-16,-1 0 0 0,-4 0 0 0,1 0 0 15,-1 0 0-15,1 0 0 0,0 1 0 0,0 0 0 16,2 2 256-16,0 1 0 0,1 2 0 0,2 3 0 16,-2 1 304-16,2 2 48 0,0 3 16 0,1 1 0 15,1 2 112-15,1 0 32 0,2 4 0 0,-1-3 0 16,1-16-256-16,3 36-64 0,-3-36 0 0,9 28 0 0,-9-28-64 0,0 0 0 15,21 31-128-15,-21-31 192 0,0 0-192 0,0 0 0 16,36 15 0-16,-36-15 0 0,0 0-272 0,32-8-112 16,-21 3 0-16,-1-3-17840 15</inkml:trace>
  <inkml:trace contextRef="#ctx0" brushRef="#br3" timeOffset="-127158.91">22916 12190 11967 0,'-2'5'1072'0,"1"-2"-864"16,0-1-208-16,1-2 0 0,1 2 2608 0,-1-2 464 0,1 0 112 0,0 0 16 16,-1 0-912-16,0 0-176 0,0 0-48 0,0 0 0 15,24-8-1408-15,-24 8-272 0,0 0-64 0,24-10-16 16,-24 10-48-16,16-8 0 0,-16 8 0 0,0 0 0 16,24-6 192-16,-24 6 16 0,0 0 16 0,0 0 0 15,0 0-480-15,0 0 0 0,30 25 0 0,-30-25 0 16,0 0 0-16,3 30 0 0,-3-30 0 0,-5 25 0 15,2-15 0-15,-1 1 0 0,-1 1 0 0,1-3 0 0,-2 0 0 16,1-1 128-16,0-3-128 0,1-1 0 16,1-1 672-16,2-2 32 0,-1-2 16 0,1 1 0 0,1-5-80 0,0 3-32 15,1-5 0-15,0 0 0 0,1-1-208 0,1 0-32 16,1-2-16-16,1 0 0 0,0-2-208 0,1 0-144 16,1 0 192-16,1-2-192 0,2 0 0 0,0 0 0 15,2 0 0-15,-1 0 0 0,0 0 0 0,0 4-192 16,0 0 16-16,-2 1 16 15,-1 4-1472 1,-8 5-288-16</inkml:trace>
  <inkml:trace contextRef="#ctx0" brushRef="#br3" timeOffset="-126612.58">23263 12205 3679 0,'2'0'320'0,"-1"-2"-320"0,0 1 0 0,0 1 0 16,0 0 2816-16,0 0 480 0,-1 0 96 0,1 0 32 0,0 0 288 0,0 0 48 15,-1 0 16-15,0 0 0 0,0 0-1424 0,0 0-288 16,0 0-48-16,0 0-16 0,0 0-1008 0,0 0-208 31,0 0-32-31,20-7-16 0,-17 3-464 0,-1-1-80 0,0 0-32 0,1-3 0 0,-1 0-160 0,-1-1 0 31,1 1 0-31,-2-2 0 0,0 3 0 0,-2-1 0 16,0 0-144-16,-1 3 144 0,-1-2 0 0,-1 2-160 16,-1 3 160-16,0 2-128 0,-1 2-48 0,-1 3 0 15,0 2 0-15,-1 1 0 0,1 3-160 0,0 1-48 16,-1 3 0-16,1 1 0 0,1 0 256 0,0 1 128 16,0 0-160-16,0-1 160 0,3 3 0 0,-2-2 0 0,1-2-128 0,3-2 128 15,2-13 0-15,-1 20 0 0,1-20 0 0,0 0 0 16,0 0 0-16,0 0 0 0,0 0 0 0,0 0 0 15,31 0 0-15,-23-7 0 0,0-1 0 0,-1-2 0 16,2 1 0-16,-1-3 0 0,1 0 0 0,0 0 0 31,-2 1-464-31,1 1 0 0,-2-2 0 0,0 1 0 0,-2 1-160 0,1 0-16 0,-1 3-16 0,-1 0 0 16,0 2 352-16,-1 1 80 0,0 3 16 0,-1-1 0 16,0 4 208-16,-1-1 0 0,0-1 0 0,0 0 0 15,-2 16 288-15,2-16 48 0,-2 14 16 0,2-14 0 16,0 0 64-16,0 25 16 0,0-25 0 0,0 0 0 0,5 26-48 0,-5-26-16 15,0 0 0-15,0 0 0 0,0 0-224 0,0 0-144 16,31 25 192-16,-31-25-192 0,0 0 0 0,0 0 0 16,33-7 0-16,-33 7 0 15,18-12-1872-15,-18 12-288 0,22-15-48 0,-8 6-11872 16</inkml:trace>
  <inkml:trace contextRef="#ctx0" brushRef="#br3" timeOffset="-126092.64">23580 12112 12895 0,'0'0'576'0,"0"0"112"0,-3 10-560 0,2-9-128 0,0 0 0 0,1-1 0 16,-1 2 1792-16,1-2 336 0,-1 3 64 0,-1-1 16 16,1-1-416-16,0 1-96 0,0-2-16 0,1-3 0 15,0 1-448-15,0-1-80 0,1-1-32 0,1-3 0 16,0 0-176-16,-1-3-48 0,0 3 0 0,0-2 0 16,0-1-304-16,-2 3-64 15,1-2-16-15,-2 1 0 0,-1 1-208 0,0 2-48 0,0 1-16 0,-2 2 0 16,0 0-32-16,0 4 0 0,-1 0 0 0,1 2 0 15,-2 2 176-15,2 3 16 0,-1-1 16 0,0 3 0 16,2 1-208-16,-1 2-32 0,1 2-16 0,-2 1 0 16,3 0-160-16,0 1 0 0,0 0 0 0,3-18 0 0,-2 30 0 0,2-30 0 15,0 0 0-15,0 0 0 0,12 31 0 16,-12-31 0-16,0 0 128 0,0 0-128 0,0 0 0 0,31-5 0 16,-31 5 0-16,16-12 0 0,-8 5 0 0,-1-2 0 15,0 1-176-15,-2-1 176 0,1 0-192 0,-3 1 64 16,1-1 0-16,-2 2 0 0,0-1 128 0,-1 2-128 15,-1 3 128-15,-1-1-128 0,1 3 128 0,-2 2 0 16,1 1 0-16,-1 3 0 0,2-5 0 0,-4 14 0 16,4-14 128-16,-4 21-128 0,4-21 192 0,-3 24-48 0,3-24 0 15,-2 29 0-15,2-29-144 0,-2 33 192 0,2-33-192 16,-1 37 192-16,0-17-192 0,0-1 0 0,-1-1 0 16,2-18 128-16,-4 29-128 0,1-17 0 0,3-12 0 0,-5 21 0 15,5-21 176-15,-8 14-48 0,5-8-128 0,-3-2 192 16,1 1-64-16,-1-3 0 0,-1-1-128 0,0 0 192 15,-2-1-192-15,-1 0 0 0,-1-1 0 0,-1 0 0 16,1-1 0-16,0 2 0 0,2-3 0 0,-1 0 0 16,1 1 0-16,2 1-192 0,0-2 192 0,2 0-208 15,0-1-1168 1,2 1-224-16,1-2-64 0,2 0-14640 0</inkml:trace>
  <inkml:trace contextRef="#ctx0" brushRef="#br3" timeOffset="-125712.34">23678 12191 27647 0,'0'0'2448'0,"0"0"-1952"16,0 0-496-16,0 0 0 0,0 0 1072 0,0 0 112 16,0 0 32-16,0 0 0 15,31-10-384-15,-31 10-64 0,22-9 0 0,-22 9-16 0,23-11-592 0,-23 11-160 16,22-12 0-16,-22 12 0 0,21-13 256 0,-21 13 0 15,20-16-16-15,-11 8 0 16,0-1 64-16,-2 2 16 0,-1-3 0 0,-2 3 0 0,0 0-320 0,-3 0 0 0,-1 1 0 0,-3 1 0 16,-1 2 0-16,-2 0 0 0,-1 3 0 0,-2 0 0 15,1 3 0-15,-3-1 160 0,-1 4-160 0,-1 0 128 16,1 1 48-16,0 1 0 0,1 0 0 0,1 1 0 16,1 0 128-16,-1 0 16 0,1 2 16 0,1-1 0 15,1 2 176-15,1 0 16 0,2-3 16 0,0 1 0 16,4-10-80-16,-2 19-16 0,2-19 0 0,0 0 0 15,0 0-112-15,0 0-16 0,21 31-16 0,-21-31 0 0,0 0-48 16,0 0-16-16,46 11 0 0,-46-11 0 0,32 0-240 0,-32 0 144 16,38-3-144-16,-38 3 128 0,39-6-128 0,-39 6 0 15,39-9 0-15,-39 9 0 0,39-15-320 0,-39 15 0 16,39-17 0-16,-21 8-19152 16</inkml:trace>
  <inkml:trace contextRef="#ctx0" brushRef="#br2" timeOffset="-107247.72">14329 6991 911 0,'0'-7'0'0,"1"2"0"0,0 0 0 0,0 1 0 16,0 4 832-16,0-2 64 0,0-1 32 0,1-2 0 0,1-2-224 0,-1-2-64 16,2-1 0-16,0-1 0 15,0 3-512-15,-2-1-128 0,1 1 0 0,-1 2 0 0,0 1 0 0,0 0-144 16,0 1 144-16,-2 1-160 0,0 0 160 0,0 1 0 15,0 2 0-15,-1-1-128 0,0 1-64 0,0 0-16 16,0 0 0-16,0 0 0 16,0 1-368-16,0-1-80 0,1 0-16 0,0 0 0 0,-1 0 368 0,0 0 80 15,1 0 16-15,-1 0 0 0,-1-1 688 0,2 0 144 16,-1-1 16-16,-1 2 16 0,1-3 496 0,-1 3 112 16,1-2 16-16,-1 0 0 0,0 1-32 0,1-1 0 15,0 2 0-15,0 0 0 0,0 0-224 0,0 0-32 0,1 0-16 0,0 0 0 16,0 0-192-16,0 0-32 15,1 2-16-15,-1-1 0 0,2 1-256 0,-2 1-48 0,2-1-16 0,0 1 0 16,0 0-64-16,2 0-16 0,-1 0 0 0,1 1 0 16,2-2-16-16,0 1 0 0,1 0 0 0,0-1 0 15,1 0-48-15,3-1-16 0,1 0 0 0,1-1 0 16,1 0-96-16,0-1-32 0,3 0 0 0,-1-1 0 16,1 0-128-16,0 1 192 0,1-1-192 0,-1-1 192 15,-1 1-192-15,1 1 0 0,0 0 0 0,-1 1 0 16,0 0 0-16,-1 0 0 0,1 0 0 0,-1 1 0 0,-2 0 0 0,1 2 0 15,-1 1 0-15,-1-1-176 0,0 1 176 0,-12-4 0 16,0 0-144-16,0 0 144 16,38 24-448-16,-38-24 0 0,0 0-16 0,28 12 0 15,-18-8-784-15,1-3-160 0,0 1-16 0,0 0-16 16,1-2 480-16,0 0 112 0,1-2 16 0,0 0 0 16,-1 1-320-1,0 1-48-15,-1-2-16 0,2 2 0 0,1-2 464 0,0 0 96 0,-1 0 16 0,1-1 0 16,0 0-80-16,1 1-16 0,0 0 0 0,0-3 0 15,1 3 128-15,0 1 32 0,0-2 0 0,-2 2 0 0,0-1 208 0,0 2 48 0,0-2 16 0,0 1 0 16,0 1 304-16,-1-2 0 0,0 2 128 0,1-1-128 16,0 1 144-16,-1-2-144 0,1 0 128 0,-2 0-128 15,-1 2 128-15,0-2-128 16,0 2 0-16,1 0 128 0,-1 0 176 0,0 0 16 0,-1 2 16 0,-1-2 0 16,-1 0 784-16,1 2 160 0,-2-1 16 0,1 0 16 15,-1 1-96-15,-1 1 0 0,1-2-16 0,-1 3 0 16,2-3-112-16,-2 0-32 0,3 1 0 15,-1-1 0-15,1 1-496 0,1 0-112 16,1-2 0-16,-1 0-16 0,2-2-272 0,0 2-160 0,1-2 192 0,1 1-192 16,-1 1-240-16,2-2-144 0</inkml:trace>
  <inkml:trace contextRef="#ctx0" brushRef="#br2" timeOffset="-106455.19">16039 6878 18431 0,'14'0'816'0,"-7"0"160"0,1-1-784 16,-1 1-192-16,-3 1 0 0,-1-1 0 0,2 0 912 0,2 2 144 0,4-2 32 0,5 1 0 31,-1 0-416-31,0 1-80 0,-2-2-16 0,-1 3 0 0,0-3-320 0,-2 2-80 0,0-2-16 0,1 0 0 16,0 0 96-16,0 0 0 16,0 0 16-16,0 0 0 0,0 0-272 0,0 0 0 0,1 0 0 0,0 0 0 15,1 0-144-15,-1 0 16 0,0 1 0 0,1 1 0 31,0-2-384-31,-1 2-80 0,2-2-16 0,-2 1 0 0,1 0 144 0,0 1 16 16,-1-1 16-16,1 1 0 0,0 1 112 0,1-3 0 16,-1 0 16-16,1 0 0 0,1 0 80 0,1-2 16 0,1 1 0 0,0-2 0 15,1 1 208-15,0 0 0 0,0 0 0 0,1-3 0 16,-2 2 784-16,2 0 48 0,-1 0 16 0,1 2 0 0,-1-1 112 0,-1 0 0 16,2 1 16-16,-3-1 0 0,0 2-304 0,0-1-64 15,0 0-16-15,-1 1 0 16,0 0-368-16,1 0-80 0,0 2-16 0,0-2 0 15,-1 2-128-15,1-1 0 0,0 3 0 0,1-1 0 16,-2-1 0-16,1 0 0 0,1 1 0 0,-1-1 0 0,0-1 0 0,0-1 0 16,0 2-144-16,0-4 144 0,0 2 0 0,1-1 0 15,1 1 0-15,-2-2 0 0,2-1 0 0,-1 1 0 16,1 0 0-16,0-3 0 0,0 2 0 0,0-1 0 0,0 0 0 16,-2 1 0-1,2-2-416-15,-1 3 32 0,-2-1 0 0,1-1 0 31,-1 1-608-31,-1 2-112 0,-1 0-32 0,0 1 0 0,0-2 416 0,-1 2 80 16,-2 0 0-16,0 0 16 0,0 0 624 0,0 0 0 0,0 0 0 0,-1 0 0 16,1 0 192-16,0 0 64 0,0 2 16 0,0-2 0 15,-1 1 64-15,2 0 16 0,0-2 0 0,0 0 0 16,1 1-352-16,1-2 128 0,-1 2-128 0,1-2 0 16,0 1 0-16,1-1 0 0,0 1 0 0,0-1 0 15,-1 2 0-15,0 0 0 0,0 0 0 0,1 0 0 16,1 0 0-16,0 0 0 0,-1 2 128 0,0 1-128 0,-1 0 336 15,1-1 0-15,0 0 0 0,0 0 0 0,0 1 192 0,-1-1 48 16,4-2 0-16,0 1 0 0,0 1-272 0,1-4-48 16,2 2-16-16,-2-1 0 0,1 1 16 0,0-2 0 15,2 2 0-15,-1-3 0 0,0 3 0 0,0-2 16 16,0 1 0-16,0 0 0 0,-4 1 288 0,1-2 48 16,1 2 16-16,-2 0 0 0,1-2-304 0,0 2-48 15,-1-1-16-15,-2 1 0 0,-1 0-32 0,-1 0-16 16,0 1 0-16,0 1 0 0,-2-2-208 0,-1 2 0 15,-1-1 0-15,2 0 0 0,-3-1 0 0,1 2 0 0,0-2 0 0,-1 0 0 16,1 0 0-16,-1 0 0 0,2 0 0 0,0-2 0 16,0 2 0-16,1-1 0 0,-1 0 0 0,2-1 0 15,-1 2 0-15,1-3 0 0,0 3 0 0,1-2 0 32,-1 1-448-32,0-1 0 0,-2 2 16 0,-1-1-14032 0</inkml:trace>
  <inkml:trace contextRef="#ctx0" brushRef="#br2" timeOffset="-78150.25">18519 6936 911 0,'1'-6'0'16,"0"1"0"-16,0 0 0 0,0 0 0 0,0 1 192 0,0 1-64 16,1 1 0-16,0-5 0 0,2 0 240 0,1-7 32 15,1 2 16-15,0-3 0 0,0 1 464 0,-1 3 80 16,-1 2 32-16,0 0 0 0,-2 3-32 0,-1 0-16 16,1 2 0-16,-2 2 0 0,0-1 256 0,-1 1 48 15,0 2 16-15,0-2 0 0,0 2 96 0,-1 0 32 16,0-1 0-16,1 1 0 0,-1 0-288 0,1 0-48 0,0-2-16 0,1 1 0 15,0 0-336-15,0-1-64 0,0 0 0 0,2 1-16 16,-1-1-48-16,1-1 0 0,0 3 0 0,1-2 0 16,-2 2 16-16,2 0 0 0,0 2 0 0,-1 0 0 15,0 3-176-15,0 2-32 0,-2 3-16 0,0 0 0 16,0 4-128-16,-2 2-32 0,-2 3 0 0,-1-1 0 16,0 2-208-16,-2-1 128 0,1 1-128 0,-2 0 0 15,1-3 128-15,0 0-128 0,1-5 0 0,1-2 144 16,2-2 176-16,-1 0 16 0,2-3 16 0,0 0 0 0,2-1 16 15,-1-2 0-15,1-2 0 0,1 2 0 0,0-2-368 0,0 0 0 16,2-2 0-16,1-2 128 0,2-2-128 0,1 2 0 16,0-3 0-16,0 0 0 0,2-1 0 0,-1 2 0 15,0-4 0-15,-1 3 0 0,0 0 0 0,0 2 0 16,-1-2 0-16,-1 2 0 0,-1 1 0 0,-1 1 0 16,-1 3 0-16,-1 0 0 0,-1 0 0 0,-1 2 0 15,-1 3 0-15,0 1 0 0,-2 0 0 0,-1 0 0 16,1 2 0-16,-2-1 0 0,0 3 0 0,0-2 0 15,0 1 0-15,1 0 0 0,-2-1 0 0,3 0 0 0,-1 1 0 0,0-1 0 16,3-2 0-16,0 0 0 0,1-1 0 16,1-1 128-16,0-1-128 0,1 0 0 0,2-1 0 0,-1 0 0 15,2-2 0-15,2-2 0 0,1 0 0 0,2-1-128 16,2-2 128-16,-2 0 0 0,0 0 0 0,0 1 0 16,2-1 0-16,-2 1 0 0,0 1 0 0,0 1 0 15,0-1 0-15,-2 3 0 0,-1 0 0 0,-2 0 0 16,-1 3 0-16,0-2 0 0,-2 2 0 0,0 2 0 15,-2 0 0-15,0-1 0 0,-2 4 0 0,-1-1 0 16,1 0 0-16,-3 3 0 0,0-1 0 0,-1 1 0 16,1 1 0-16,-1-1 0 0,0 2 0 0,0-3 0 0,1 3 0 0,0-3 0 15,2 1 0-15,0-3 128 0,0 0-128 0,2 0 0 16,1-2 0-16,2-3 0 0,0 3 0 0,2-5 0 16,0 1 0-16,1-2 0 0,2 1 0 0,0-4 0 15,2 1 0-15,-1 1 0 16,1-3 0-16,0 2 0 0,1-1 128 0,0-1-128 0,-2 2 192 0,1 1-48 15,-1 0 0-15,-1 2 0 0,1 0-144 0,-2 1 128 16,-2 2-128-16,0 0 128 0,-1 3-128 0,-2 0 0 16,-2 3 0-16,-1-1 0 0,0 3 0 0,-2-1 0 15,-1 1 0-15,0 1 0 0,0 0 0 0,0 0 0 16,-1 0 0-16,3 0 128 0,-1-2-128 0,2-1 0 16,0 0 0-16,3-3 0 0,0 0 0 0,0-1 0 0,3-3 0 0,0 1 0 15,2-3 0-15,1 0 0 0,1 0 0 0,1-4 0 16,2 1 0-16,-1 0 0 0,-1 1 0 0,1-2 0 15,0 1 0-15,2-2 0 0,-2 3 128 0,-1-1-128 16,1 3 0-16,-4 0 0 0,1 0 0 0,-3 1 0 16,0 1 0-16,-1 2 0 0,-1 1 128 0,-2 1-128 15,-1 1 0-15,0 1 0 0,-1 2 0 0,-1 0 0 16,-1-1 0-16,1 3 0 0,-2 0 0 0,1 0 128 16,-1 0-128-16,0 1 0 0,1-1 0 0,0-1 0 15,2 0 192-15,0-4 16 0,1 2 0 0,1-1 0 0,1-2 112 0,1 0 32 16,1-2 0-16,1 1 0 0,-1-3-352 0,2 1 144 15,1-1-144-15,0-2 0 0,1-2 128 0,0 2-128 16,2-3 0-16,-2 1 0 16,1-1 0-16,0 1 0 0,1 1 0 0,-1 0 0 0,0-1 0 0,-1 2 0 15,-1 2 0-15,0-1 0 0,-2 2 0 0,0 0 0 16,-2 2 0-16,0-1 0 0,-1 4 0 0,0-2 0 16,-2 2 0-16,-1-1 0 0,0 2 0 0,0-1 0 15,1 1 0-15,-1-1 0 0,1-2 128 0,0 1-128 16,1 0 0-16,0-2 0 15,1 0 0-15,0 0 0 0,2-1 0 0,-1-2 0 16,1 1 0-16,1-2 0 0,-1 1 0 0,2 0 0 0,0-2 0 0,0 0 0 0,0 0 0 0,1 0 0 16,0 0 0-16,0 0 0 0,1 0 0 0,0 0 0 15,0 0 0 1,-1-2 0-16,2 2 0 0,-1-1 0 0,1 1 0 0,-2 0 0 0,2 0 0 0,-3 1 0 16,2-1 0-16,-1 0 0 0,-2 2 0 0,1-1 0 15,-1 2 0-15,-2 0 0 16,-1 2 0-16,-1-1 0 0,-2 4 128 0,-1 1-128 0,0 0 0 0,-3 2 0 15,1 0 0-15,-2-2 0 0,0 3 0 0,0-2 0 16,-1 1 0-16,1-1 0 0,0 0 0 0,1-1 0 0,1 0 0 0,2-1 0 16,1-2 128-16,0 0-128 0,3-2 304 0,1-1 0 15,2 1 0-15,1-4 0 0,2 0-304 0,3 0 0 16,0-4 0-16,2 0 0 16,2 0 0-16,2-3 0 0,0 0 0 0,-1 0 0 15,1 0 0-15,0 2 0 0,-1-2 0 0,-1 2 0 0,-2 3 0 0,0-2 0 16,-1 3 0-16,-3 1 0 15,-1 3 0-15,-3-1 0 0,1 3 0 0,-4 2 0 16,-1 2 0-16,-5 1 0 0,1 1 0 0,-3 2 0 0,0 3 0 0,-2-1 0 16,2 1 0-16,-3 0 0 0,2 1 0 0,0-2 0 15,0 1 0-15,2-2 0 16,2-2 0-16,3-2 0 0,0-1 0 0,2-3 0 0,2 0 0 0,1-3 0 0,3-1 0 0,0-2 0 16,4-2 0-16,0-1 0 0,1-2 0 0,1 1 0 15,2-2 0-15,0 0 0 0,1-2 0 0,-1 2 0 31,0 0 0-31,0 2 0 0,-2-1 0 0,0 2 0 0,-1 1 0 0,-1 2 0 0,-2 2 0 0,-1 1 0 32,-7-3 0-32,0 0 0 0,0 0 0 0,0 0 0 0,5 41 0 0,-9-27 0 0,-2 1 0 0,-2 0 0 31,-1 4 0-31,-2-2 0 0,-1 2 0 0,0 1 0 16,0-2 128-16,1-1-128 0,2-1 0 0,1-2 0 15,3 0 0-15,1-4 0 0,1 0 0 0,4-4 0 0,2-1 160 0,2-2-160 16,1-2 128-16,2-2-128 0,4-1 0 0,0-1 128 15,1 0-128-15,0-1 0 0,3-3 0 16,2 2 0-16,0-2 128 0,1 2-128 0,0 0 0 0,1 0 0 16,-2 3 0-16,0 0 128 0,-18 2-128 0,30 2 0 15,-30-2 0-15,0 0 0 0,0 0 0 0,0 0 0 16,36 29 0-16,-36-29 0 0,-2 26 0 0,-3-11 0 16,0 1 0-16,-3 0 0 0,-1 1 0 0,-2 3 0 15,0 0 0-15,0 1 0 0,0-1 0 0,0-2 0 16,2 1 0-16,1-4 0 0,1 0 0 0,3-2 0 0,1-1 0 15,1-3 0-15,2-2 0 0,2-1 0 0,2-1 0 0,0-2 0 16,3 0 0-16,-1-2 0 0,4-1 0 0,-1 0 0 16,-9 0 0-16,23-3 0 0,-10 2 0 0,-1-1 0 15,-12 2 192-15,25-2-64 0,-25 2 0 0,0 0 0 16,33 0-128-16,-33 0 0 0,0 0 0 0,0 0 128 16,0 0-128-16,0 0 0 0,0 0 0 0,35 38 0 15,-38-29 0-15,0 3 0 0,-1 1 0 0,-3 3 0 16,1-1 0-16,-2 0 0 0,1 0 0 0,-1 1 0 15,1-1 0-15,0-1 0 0,1-2 0 0,1 0 0 16,3-3 0-16,0-2 0 0,1 0 0 0,1-2 0 0,2-1 0 16,1-3 0-16,2 1 128 0,0-2-128 0,2-2 0 15,0 1 0-15,2-2 0 0,-1 0 0 16,1 0 224-16,2-2-32 0,-1 2-16 0,-1 0 0 0,1 2-176 0,-1-1 0 16,0 2 0-16,-2 0 0 0,0 2 0 0,-3 1 0 15,-4-3 0-15,0 0 0 0,0 0 0 0,0 0 0 16,6 35 0-16,-9-25 0 0,-1 1 0 0,-1 1 0 15,-1 2 0-15,1-2 0 0,-2 0 0 0,1 0 0 16,0 2 0-16,0-2 0 0,0-1 0 0,2 0 0 16,0-4 0-16,2 2 0 0,0-3 0 0,2 0 0 15,0 1 0-15,1-4 0 0,2 1 0 0,0-1 0 0,0 0 0 16,2 1 0-16,1-3 0 0,0 0 0 0,1 1 0 0,0-1 0 16,1 1 0-16,1-2 0 0,-1 2 128 0,-8-2-128 15,0 0 0-15,0 0 0 16,0 0 0-16,39 8 0 0,-39-8 0 0,0 0 0 0,0 0 0 0,0 0 0 15,33 30 0-15,-33-30 0 0,0 0 0 0,0 0 0 16,9 43 0-16,-11-31 0 0,0 2 0 0,-1-2 0 16,-1 2 0-16,1-1 0 0,-1 0 0 0,-1 1 0 15,2-2 0-15,-1-1 0 0,0 0 0 0,2-2 128 16,2-2 64-16,0 0 0 0,0-3 0 0,2 0 0 16,1 0-192-16,1-1 0 0,0-1 0 0,2-2 0 0,1 0 0 0,1 0 0 15,-8 0 0-15,0 0 0 16,30-5 0-16,-30 5 0 0,25-5 128 0,-25 5-128 0,24-4 0 15,-24 4 0-15,26-2 0 0,-26 2 0 0,0 0 0 0,36 2 0 16,-36-2 0-16,0 0 0 0,0 0 0 0,0 0 0 16,37 28 0-16,-37-28 0 0,0 0 0 0,4 29 0 15,-6-17 0-15,-1 1 0 0,-1 0 0 0,0 1 0 16,-1 0 0-16,-1 0 0 0,2-2 0 0,-1 2 0 16,0-2 0-16,2-3 0 0,1 1 0 0,0-2 0 15,0 0 0-15,2-2 0 0,1-2 0 0,1 1 0 0,0-3 0 0,1 1 0 16,0-3 0-16,2 0 0 0,1-2 0 15,1-1 0-15,1 0 0 0,2-1 0 0,0 0 0 0,0 0 0 16,0 1 0-16,0 0 0 0,0 0 0 0,-1 3 0 16,0-2 0-16,-1 2 0 0,-8 0 0 0,0 0 0 15,0 0 0-15,0 0 0 16,0 0 0-16,0 0 0 0,22 38 0 0,-24-27 0 0,0 1 0 0,-2 0 0 16,1 0 0-16,-2 0 0 0,1 2 0 0,0-2 0 15,0 0 0-15,1 1 0 0,1-2 128 0,2-2-128 16,0 0 0-16,0-9 0 0,0 0 0 0,0 0 0 15,0 0 0-15,0 0 0 0,0 0 0 0,30 32 0 16,-30-32 0-16,0 0 0 0,30 0 0 0,-30 0 0 16,0 0 0-16,30-3 0 0,-30 3 0 0,25-2 0 0,-25 2 0 0,0 0 0 15,37 0 144-15,-37 0-144 0,0 0 0 16,34 7 0-16,-34-7 0 0,0 0 128 0,0 0-128 0,0 0 0 16,39 26 0-16,-39-26 0 0,0 0 0 0,0 0 0 15,7 34 0-15,-8-23 0 0,0 1 0 0,-1-1 0 16,0 1 0-16,-1-2 0 0,0 2 0 0,0-2 0 15,1 1 0-15,0-2 0 0,1 0 0 0,0-1 0 16,2-3 0-16,1 0 0 0,1 0 0 0,-3-5 0 16,0 0 0-16,0 0 0 0,0 0 0 0,32 0 0 0,-22-3 0 15,1-4 0-15,0 2 0 0,1 0 0 0,0-1 0 0,0-2 0 16,0 4 0-16,0-4 0 16,-1 4 0-16,-1-4 0 0,0 5 0 0,0 0 0 0,-2 0 0 0,-2 1 0 15,0 2 0-15,-1 0 0 16,-3 2 0-16,0-1 0 0,-1 3 0 0,-2 0 0 15,-1 1 0-15,-1 0 0 0,-1 2 0 0,-1-1 0 0,0 0 0 0,-1 1 0 16,2-2 0-16,-2 1 128 0,1 0-128 0,1-1 0 16,1-2 304-16,0 0-16 0,1-2 0 0,1 1 0 15,1-2-288-15,1 0 0 0,1 0 128 0,1-3-128 16,1 1 0-16,1-2 0 16,2-1 0-16,0-1 0 0,2 0 0 0,0-1 0 0,1-1 0 0,0 2 0 0,0-1 0 0,1 2 0 15,-1 0 0-15,0 0 0 0,-1 1 0 0,0-1 0 16,0 2 0-16,-1 1 0 0,0 0 0 0,-1 2 0 15,0-2 0-15,-7 2 0 0,0 0 0 0,0 0 0 16,0 0 0-16,0 0 0 0,0 0 0 0,0 0 0 16,37 18 0-1,-35-13 0-15,-2-5 0 0,0 0 0 0,0 0 0 0,0 0 0 16,0 0 0-16,0 0 0 0,8 33 0 0,-8-28 0 0,1 0 0 0,0-3 0 16,0 3 0-16,-1-2 0 0,2 1 0 0,-1-4 0 15,2 2 0-15,0-2 0 16,1 0 0-16,1 0 0 0,1-2 0 0,1 0 0 15,2-3 0-15,0 0 0 0,1 1 0 0,1-1 0 16,1 0 0-16,0 0 0 0,0-2 0 0,1 2 0 16,-1-2 0-16,1 2 0 0,1-2 0 0,-1 3 0 0,1-1 0 0,-1 0 0 0,-1 1 0 0,-12 4 0 15,0 0 0-15,35-3 0 0,-35 3 0 0,0 0 0 16,0 0 0-16,0 0 0 0,0 0 0 0,40 19 0 16,-40-19 0-1,0 0 0-15,0 0 0 0,0 0 0 16,14 33 0-16,-14-33 0 0,0 0 0 0,0 0 0 15,0 0 128-15,11 35-128 0,-11-35 0 0,0 0 0 0,0 0 0 0,0 0 0 16,0 0 0-16,35 22 0 0,-35-22 0 16,0 0 0-16,28-2 0 0,-28 2 0 0,23-5 0 0,-23 5 160 15,24-7-160-15,-24 7 128 0,27-8-128 0,-27 8 0 16,27-6 144-16,-27 6-144 0,25-5 0 0,-25 5 0 16,22-5 0-16,-22 5 0 0,0 0 0 0,30 0 0 15,-30 0 0-15,0 0 0 0,0 0 0 0,0 0 0 16,36 14 0-16,-36-14 0 0,0 0 0 0,0 0 0 15,0 0 0-15,17 34 0 0,-17-34 0 0,0 0 0 16,0 0 0-16,0 0 128 0,8 32-128 0,-8-32 0 0,0 0 0 16,0 0 0-16,0 0 0 0,0 0 128 0,0 0-128 0,0 0 0 15,0 0 0-15,0 0 128 0,0 0-128 0,32 0 0 16,-25-4 0-16,-1-1 0 0,2 0 0 0,1 1 0 16,0-1 0-16,0-1 0 0,2 1 0 0,-2 0 0 15,-9 5 0-15,19-7 0 0,-19 7 0 0,0 0 0 16,28-6 0-16,-28 6 0 0,0 0 0 0,0 0 0 15,0 0 0-15,36 3 0 0,-36-3 0 0,0 0 0 16,0 0 0-16,0 0 0 0,0 0 0 0,0 0 128 16,34 31-128-16,-34-31 0 0,0 0 0 0,0 0 0 15,0 0 128-15,0 0-128 0,0 0 160 0,0 0-160 0,0 0 192 16,35 21-48-16,-35-21-16 0,0 0 0 16,0 0-128-16,0 0 0 0,31-5 144 0,-25 3-144 0,-6 2 0 0,16-5 144 15,-9 1-144-15,-7 4 0 0,18-4 128 0,-11 1-128 16,3 0 0-16,-10 3 0 0,21-7 0 0,-21 7 0 15,20-5 0-15,-20 5 0 0,0 0 0 0,38-5 0 16,-38 5 0-16,0 0 0 0,47 0 0 0,-47 0 0 16,35 6 0-16,-35-6 0 0,37 11 0 0,-37-11 0 15,37 17 0-15,-37-17 0 0,0 0 0 0,47 30 0 16,-47-30 0-16,0 0 0 0,40 40 0 0,-40-40 0 0,0 0 0 0,40 36 0 16,-40-36 0-16,0 0 0 0,45 25 0 0,-45-25 0 15,33 6 0-15,-33-6 0 0,37-2 128 16,-37 2-128-16,46-12 0 0,-21 3 0 0,2-3 0 0,0-2 0 31,1-1-320-31,1-2-128 0</inkml:trace>
  <inkml:trace contextRef="#ctx0" brushRef="#br2" timeOffset="-77443.21">17238 6939 4607 0,'1'-6'400'0,"0"1"-400"0,0 2 0 0,0 1 0 15,1 1 288-15,0-1-32 0,1-5 0 0,3-2 0 16,1-3-416-16,2 0-96 16,1-4 0-16,1 3-16 15,-2-1-80-15,0 2-16 0,0 1 0 0,1 1 0 0,-3-2 1232 0,1 5 240 0,-3-2 48 16,1 1 16 0,-1 1-288-16,0 0-64 0,0 2-16 0,-1 0 0 0,0 3-592 0,-1 0-208 15,-2 0 144-15,-1-1-144 0</inkml:trace>
  <inkml:trace contextRef="#ctx0" brushRef="#br2" timeOffset="-76034.69">17382 6730 10127 0,'-7'2'448'0,"5"-2"96"0,1 1-544 0,1-1 0 16,0 2 0-16,-1-2 0 0,-1 3 1440 0,-2 1 176 15,-3 3 48-15,0 0 0 0,-1 3 464 0,-1-2 112 16,0 1 0-16,0 0 16 0,-1-1-592 0,1 0-112 16,1 0-16-16,-1-3-16 0,1 2-352 0,1-1-64 15,0-2-16-15,0 2 0 0,0-3-304 0,2 2-64 0,-1-1-16 0,1-1 0 16,1 1-288-16,0 1-64 0,1-3-16 0,0 3 0 15,0-2-208-15,0 1-128 0,1-1 160 0,0 1-160 16,2 1 0-16,-1-3 128 0,1 1-128 0,0-1 0 16,1 1 0-16,1-3 0 0,1 0 0 0,0 0 0 15,1-3 0-15,1 0 0 0,2-1 0 0,0-1 0 16,2-3 0-16,1 0 0 0,0 1 128 0,1-3-128 16,-1 3 160-16,0 0-160 0,1-1 160 0,0 2-160 15,-1-2 0-15,-2 4 128 0,1-1-128 0,-4 2 0 0,1 3 0 0,-4 0 0 16,0 1 0-16,-1 3 0 0,-2 1 0 0,-2 2 0 15,-2 0 0-15,-2 3 0 0,0-1 0 16,-2 1 0-16,0 2 0 0,-3 0 0 0,2 1 0 0,0-1 128 16,1-2-128-16,0 2 0 0,3-3 400 15,1-2-16-15,3-2 0 0,1 0 0 0,1-3-224 0,3-2-160 16,1 0 192-16,2-2-192 0,2-3 0 0,2-2 0 16,2-3 0-16,2 1 0 0,1-3 0 0,0 1 0 0,0 1 0 15,0-2 0-15,0 0 0 0,-1 3 0 0,0 0 0 16,-1 1 0-16,-2 1 0 0,0 1 0 0,-2 1 0 0,-1 2 0 15,-2 0 0-15,-2 1 0 0,-1 2 0 0,-1 0 0 16,-1 2 0-16,-3 1 0 0,0 2 0 0,-2-1 0 16,0 2 0-16,-3 2 0 0,1 2 0 15,-2-2 0-15,0 1 0 0,0 2 0 0,2-1 0 0,-1 0 0 16,3-1 272-16,1-2-48 0,1 0-16 0,3-2 0 16,1-4-208-16,1 0 0 0,2-2 128 0,2-2-128 15,0 0 0-15,3-2 0 0,1-4 0 0,1 0 0 16,1 0 0-16,0-2 0 0,1 0 0 0,-1 1 0 0,0 1 0 0,0-1 0 15,0 0 0-15,0 1 0 0,0 2 0 0,-1 0 0 16,-3 2 0-16,-1 1 0 0,-1 2 0 0,-2 1 0 16,-2 1 0-16,0 1 0 0,-3 3 0 0,-1-2 0 15,-1 3 0-15,-1 2 0 0,-1 0 0 0,0-1 0 16,-2 3 0-16,0 0 0 0,0 0 0 0,1 1 0 16,0-3 0-16,1 0 0 0,1 1 0 0,0-2 0 15,3-1 0-15,0-4 0 0,2 1 0 0,0-2 0 16,3 0 0-16,0-3 0 0,0 1 0 0,3-2 0 15,-1-1 0-15,2-1 0 0,2 0 0 0,-2 0 0 16,1 0 0-16,1-2 0 0,-1 1 0 16,2 0 0-16,-1 0 0 0,0 1 0 0,-2 0 0 0,0 1 0 0,0 2 0 0,-2 0 0 15,1 2 0-15,-2-1 0 0,-1 4 0 0,-2-2 0 16,0 3 0-16,-1-2 0 16,0 2 0-16,-1 0 0 0,0 2 0 0,-1-3 0 0,0 2 0 0,0-1 0 15,1 2 0-15,-1-3 0 0,0 3 0 0,1-3 0 16,-1 1 0-16,1-1 0 0,-1 3 0 0,1-2 0 15,0 2 0-15,0-1 0 16,-1 3 0-16,0-2 0 0,1 2 192 0,-1-3-48 0,0 1-16 0,1 0 0 16,0-1-128-16,0 1 160 0,0-2-160 0,2-1 160 0,-1 0-160 0,1-2 0 15,2 0 0-15,0-2 128 0,3-2-128 0,0-1 0 16,1-2 0-16,3-1 0 0,0 1 0 0,0-2 0 16,2-2 0-16,-1 0 0 0,0 2 0 0,0-3 0 15,2 1 0-15,0 1 0 0,-4 0 0 0,1 3 0 16,-1-2 0-16,0 2 0 0,-2 3 0 0,-3 1 0 15,1 2 0-15,-2 2 0 0,-2 2 0 0,-1 0 0 16,-1 3 0-16,0 2 0 0,-2 2 0 16,-1 2 0-16,0 2 0 0,0 1 0 0,-1 1 0 0,0-2 0 15,1 1 0-15,2-15 0 0,0 0 0 0,0 31 0 0,0-31 0 0,0 0 0 16,0 0 0-16,0 0 0 0,0 0 0 16,36 10 0-16,-25-16 0 0,2-3 0 0,1-1 0 0,1-3 0 15,1-1 0-15,1-1 0 0,-1-2 0 0,1 2 0 16,-3 2 0-16,0 0 0 15,0 0 0-15,0 0 0 0,0 1 0 0,-1 1 0 0,-2 2 0 0,-1 3 0 16,-1 2 0-16,-2 2 0 0,-2 2 0 0,0 4 0 31,-3 1 0-31,0 2 0 0,-1 1 0 0,-2 3 0 0,0 1 0 0,0 2 0 16,-1 1 0-16,0 1 0 0,0-2 0 0,0 0 0 0,0-2 0 0,2-12 0 0,0 0 0 0,0 0 0 31,0 0 0-31,0 0 0 0,15 37 0 0,-8-38 0 16,1-1 0-16,0-3 0 0,2 1 0 0,-1-4 0 15,2 1 0-15,1-3 0 0,-1-1 0 0,0 1 0 16,2 1 0-16,-3-1 0 0,0 0 0 0,-1 3 0 16,0 0 0-16,-3 3 0 0,1-2 0 0,-3 4 0 15,0 2 0-15,-1 0 0 0,-1 2 0 0,-2 1 0 16,0 2 0-16,-1 2 0 0,-1 2 0 0,-1 1 0 16,-1 0 0-16,1 1 0 0,-1 1 0 0,-1 0 0 15,1 0 0-15,0-1 0 0,-1 1 0 0,2-2 0 0,1 0 0 0,1-4 0 16,1-1 0-16,1-2 128 0,1-3-128 0,1 0 128 15,2 0 48-15,-1-3 0 0,3-1 0 0,-1 0 0 16,1-2-176-16,0-1 0 0,1 0 0 0,0 0 0 16,0-1 0-16,0 0 0 0,-1 0 0 0,1 3 0 15,-2 0 0-15,1 1 0 0,-3 0 0 0,0 3 0 16,0 1 0-16,-2 3 0 0,-1-1 0 0,-1 3 0 16,0 2 0-16,-3 2 0 0,-1 0 0 0,0 3 0 15,1-2 0-15,-1 2 0 0,0 0 0 0,1 0 0 16,1-3 0-16,1-2 0 0,1-7 0 0,0 0-19008 15</inkml:trace>
  <inkml:trace contextRef="#ctx0" brushRef="#br2" timeOffset="-73703.15">20364 9806 8287 0,'-3'-3'736'16,"2"0"-592"-16,0 2-144 0,0 0 0 16,1 1 400-16,-1-2 48 0,-1 0 16 0,-2-1 0 15,0-2 64-15,0-2 16 0,-1 0 0 0,2 3 0 16,1-4-112-1,0 4-32-15,0-1 0 0,1-1 0 0,0 1 752 0,1 0 128 16,0 2 48-16,1-1 0 0,-1 1 144 0,1 0 48 16,0-1 0-16,0 1 0 0,1-1-240 0,-1 1-32 15,1 1-16-15,0-3 0 0,0 3-528 0,0-3-96 16,0 3-32-16,0-3 0 0,-1 2-176 0,2 0-32 16,-1 0-16-16,0 3 0 0,0-2 80 0,1 4 16 15,-2 0 0-15,0 0 0 0,1 5-144 0,-1 0-32 16,-1 4 0-16,0 1 0 0,-2 3-272 0,0 2 128 0,1 0-128 0,-3 2 0 15,0 0 176-15,1-3-176 0,1 1 160 0,0-3-160 16,0-2 256-16,2-3-64 0,1-2 0 0,1-2 0 16,0-3 176-16,2-4 16 0,2 0 16 0,0-3 0 15,3-2-240-15,0-3-160 0,2-2 192 0,0 0-192 16,1-2 128-16,0 0-128 0,0 0 0 0,-1 2 0 16,1 0 0-16,-2 0 0 0,0 1 0 0,-1 1 0 15,0 3 0-15,-2-3 0 0,0 6 0 0,-1-1 0 0,-1 2 0 16,-3 3 0-16,0 1 0 0,-1 3 0 0,-1 0 0 0,0 2 0 15,-3 1 0-15,1 1 0 0,-2 0 544 0,-1 2 48 16,1 2 16-16,-1-3 0 0,-1 1-288 0,2-1-64 16,0-1-16-16,0-2 0 0,2 2-64 0,2-4-16 15,0 1 0-15,0-4 0 0,2 1-160 0,1-4 160 16,2 1-160-16,0-3 160 0,2 1-160 0,0-2 0 16,3-2 0-16,0-2 0 0,2 0 0 0,1-1 0 15,0-1 0-15,-1 0 0 0,0 0 0 0,1 1 0 16,0-1 0-16,1 1 0 0,-2 2 0 0,-1 0 0 0,-1 3 0 0,-2 2 0 15,0 3 0-15,-3 0 0 0,0 0 0 16,-1 3 0-16,-2 2 0 0,-1 1 0 16,-1 2 0-16,-1-2 0 0,1 0 0 0,-1 0 0 0,-1 4 0 15,0 2 0-15,-1 0 0 0,1-1 128 0,1 1-128 16,1-4 128-16,0 1 0 0,2-5 0 0,2 1 0 0,0-4 0 16,0 1-128-16,3-4 0 0,-1-1 0 0,2 0 0 15,0-1 0-15,0-3 0 0,4 0 0 0,-1-1 0 16,1-1 0-16,0 2 0 0,-2 2 0 0,0-2 0 15,0 5 0-15,-2-1 0 0,-1-1 0 0,0 4 0 16,-2 0 0-16,1 2 0 0,-1 0 0 16,-2 1 0-16,1 1 0 0,-4-4 0 0,0 0 0 0,0 0 0 0,0 0 0 0,0 0 0 15,0 0 0-15,27 36 0 0,-23-34 176 16,2 1-48-16,0 0-128 0,1-1 192 0,0-2-16 0,1 0-16 16,-1-2 0-16,2 1 0 0,-1-3-160 0,0 3 0 15,2-1 0-15,-1 0 128 0,-1-1-128 0,1 1 0 16,-1 0 0-16,0 1 0 0,1 1 0 0,-2 1 0 15,0 1 0-15,-2 1 0 0,-5-3 0 0,0 0 0 16,0 0 0-16,0 0 0 0,0 0 0 0,0 0 0 0,34 37 0 0,-34-37 0 16,0 0 0-16,0 0 0 0,0 0 0 0,35 17 0 15,-27-19 0-15,1 0 0 0,2-1 0 0,-1 0 0 16,0-1 0-16,1-1 192 0,0-2-192 0,1-1 192 16,-1 2-192-1,0-2 0-15,-1 1 144 0,-1 0-144 0,-1 1 0 0,1 2 0 16,-3 0 0-16,1 0 0 0,-2 3 0 0,0-1 0 0,0 2 0 0,-2 0 0 15,0 0 0-15,1 2 0 0,-1 1 0 0,-1 0 128 16,1 0-128-16,0 1 0 0,-3-4 0 0,0 0 0 16,0 0 0-16,0 0 176 0,0 0-176 0,0 0 192 15,0 0-64-15,33 32-128 0,-27-29 192 0,-1-1-64 16,2 0-128-16,-1-2 0 0,2 0 0 0,-1-2 128 0,0 2-128 0,-1-2 0 16,1 1 0-16,-1-1 128 0,1 2-128 0,-2-1 0 15,2 0 0-15,-3 1 0 0,1 0 0 0,0-2 0 16,-2 2 0-16,2 2 0 0,0-2 0 0,0 0 0 15,1 0 0-15,-1 0 0 0,2 0 0 0,-2 0 0 16,2 0 0-16,-2 0 0 0,3 0 0 0,-1 0 0 16,2-2 0-1,-1 2 0-15,1-3 0 0,0 1 0 0,1-1 0 0,-1 1 0 16,0 0 0-16,2-1 0 0,-2 1 0 0,-1-1 0 16,1 1 0-16,-1 0 0 0,-1-1 0 0,1 1 0 0,-2 0 0 0,1 1 0 15,-1-1 0-15,-1 2 0 0,0 0 0 0,0 0 0 0,-1 0 0 16,-1 2 0-16,-2 1 0 0,1 0 0 0,-1 1 0 0,-1 1 0 15,0 2 0-15,-1 0 0 16,0 0 0-16,0 3 0 0,0-1 0 0,1 0 0 16,0 0 0-16,0-1 0 15,0-8 0-15,0 0 160 0,0 0-160 0,0 0 160 0,4 34 48 0,0-30 16 0,1-1 0 0,1-3 0 32,2-3-224-32,2-1 0 0,1-1 128 0,0-3-128 15,1 2 0-15,2-4 0 0,2-2 0 0,1-1 0 16,2-1 0-16,-1 1 0 0,2-1 0 0,-3 0 0 0,1 2 0 0,-1 1 0 0,-2 0 0 0,-2 4 0 0,-3 3 0 0,-2 3 0 15,0 1 0-15,-5 1 0 0,1 3 0 0,-4-4 0 32,0 0 0-32,0 0 0 0,6 35 0 0,-6-35 0 15,-2 29 0-15,2-29 0 0,-2 31 0 0,2-31 0 0,-3 29 0 0,3-29 0 0,0 0 0 16,2 37 0-16,-2-37 0 0,0 0 0 0,0 0 0 0,0 0 0 31,0 0 0-31,0 0 0 0,32 24 0 0,-23-29 0 16,1-2 0-16,2 0 0 0,-1-2 0 0,3-1 0 15,1-2 0-15,0-2 0 0,0 0 0 0,0 0 0 16,-2 3 0-16,0-1 0 0,0-1 0 0,0 3 0 16,-1 1 0-16,-2 2 0 0,-1 0 0 0,-3 4 0 15,0 3 0-15,-3 1 0 0,-1 3 0 0,-2 2 0 0,-1 2 0 0,-1 2 0 16,-1-1 0-16,-2 3 0 0,0 0 0 0,-1 1 0 16,1 0 0-16,-2-1 0 0,2 2 0 0,-1-3 0 15,1-2 0-15,2-1 0 0,2-2 0 0,1-2 0 16,1-1 0-16,1-1 0 0,2-4 0 0,3-1 0 15,0-1 0-15,2-2 0 0,2-2 0 0,2-2 0 16,1-2 0-16,1 0 0 0,1-1 0 0,-1 1 0 16,-1 1 0-16,-1 2 0 0,-1 2 0 0,-2 0 0 0,-3 4 0 0,0 1 0 15,-3 4 0-15,-4 1 0 0,0 2 0 0,-2 1 0 16,-2 4 0-16,-2 0 0 0,-1 1 0 0,0 1 0 16,-1 0 0-16,1 0 0 0,-1 0-352 0</inkml:trace>
  <inkml:trace contextRef="#ctx0" brushRef="#br3" timeOffset="-34672.41">17349 9801 911 0,'0'-3'0'0,"-1"1"0"0,1 2 0 0,-1 0 0 0,1 0 288 0,-1 0-32 16,0-2 0-16,0-1 0 0,-2-2-128 0,0 1-128 16,0-1 144-16,0 0-144 0,-1 1 608 0,0-1 32 15,1 2 0-15,0-1 0 0,0 1 64 0,1-2 32 16,-1 2 0-16,1 0 0 0,0 0-144 0,2-2-16 16,0 3-16-16,0-3 0 0,0 0-320 0,0 1-64 15,2-4-16-15,-1 2 0 0,2-2 320 0,-1-1 64 16,2-2 16-16,-2 1 0 0,2-2 272 0,-1-2 64 0,1-1 16 0,0 1 0 15,0 0-16-15,0-1-16 0,-1 1 0 16,0 2 0-16,1 0-256 0,-1 3-48 0,-2 2-16 0,2 2 0 16,-2 1 112-16,0 3 32 0,0 2 0 0,-1 4 0 15,-1 4-96-15,0 2-16 0,-1 6 0 0,0 2 0 16,-2 3 64-16,-1 1 16 0,1 1 0 0,-2 2 0 16,1-2-288-16,1-3-64 0,-2 3-16 0,1-5 0 15,-2 2-112-15,2-4-32 0,0-1 0 0,1-4 0 16,1-3 256-16,2-1 48 0,1-4 16 0,0-1 0 15,0-3-48-15,1-2-16 0,2-1 0 0,2-4 0 16,-1-2-128-16,4-3-32 0,-1-4 0 0,3-2 0 16,1 0-80-16,0-4-32 0,2 1 0 0,0-3 0 0,0 1-272 0,-1 1-64 15,0 1-16-15,-2 0 0 16,1 4-64-16,-1 0-16 0,-2 5 0 0,-1 0 0 0,0 5 288 0,-2 5 0 16,0 2 0-16,-2 3 0 0,0 3 0 0,-3 2 0 15,0 4 0-15,0 2 0 0,-2 2 0 0,-1 1 176 16,0 0-48-16,-1-1-128 0,1 0 384 0,-1-1-48 15,0-1 0-15,1 0 0 0,1-4 16 0,1-3 0 16,1-2 0-16,1 0 0 0,1-5-80 0,1 0-16 16,1-5 0-16,2 0 0 0,1-2-256 0,0-3 0 0,2-3 128 15,1-2-128-15,1-2 0 16,0-2 0-16,0-2 128 0,0 2-128 0,0-1 0 0,-1 0 0 0,-1 1-176 0,-1 2 176 16,-1 3-192-16,-1 0 192 0,1 2-192 0,-1 1 192 15,-2 3 0-15,-1 3 0 0,0 1 0 0,-1 3 0 16,-2 4 0-16,0 0 0 0,-1 3 0 0,-1 1 0 15,0 3 0-15,-1 0 0 0,-1 4 192 0,0 0-48 16,0 0 64-16,-1 0 16 0,1 1 0 0,0-4 0 16,2-3 48-16,0-1 16 0,3-3 0 0,0-1 0 15,2-1-112-15,0-2-32 0,0-3 0 0,0 0 0 16,2-3-144-16,1-2 0 0,0-1 0 0,0 0 0 16,2-3 0-16,-1-1 0 0,3 0 0 0,-2-1 0 0,0-1-160 15,1 1 160-15,-1 0 0 0,-1 0-144 16,1 2 144-16,-2 0-208 0,0 1 80 0,-1 2 128 0,0 1-160 0,-2 3 160 15,1 0 0-15,-3 3-144 0,1 0 144 0,-1 4 0 16,-1 0 0-16,0 3 0 0,0 2 0 0,-1 3 0 16,-1 0 0-16,1 1 128 0,-2 1 0 0,0 2 16 15,-1-1 0-15,2 0 0 0,-1-1 48 0,1 0 0 16,0-3 0-16,2-1 0 0,0-2-192 0,1-3 192 16,1 0-192-16,1-1 192 0,-1-4-192 0,1 0 0 15,2-2 0-15,-1 0 0 0,2-3 0 0,0 0 0 16,1-3 0-16,0-1 0 0,2 1 0 0,-1-2 0 0,0 0 0 0,1 0 0 15,-1 1 0-15,0 1 0 0,-2-2 0 0,1 2 0 16,1-1-144-16,-3 1 144 0,1 1 0 0,-1 1 0 16,0-1 0-16,-1 0-128 0,0 1 128 0,-2 2 0 15,2 3 0-15,-2-1 0 16,-1 3 0-16,0 2 0 0,0 3 0 0,-1 2 0 0,0 2 0 0,-1 0 0 16,0 3 0-16,0 1 0 0,-1 0 0 0,1 1 0 15,-1-1 0-15,2-1 0 0,-1-2 0 0,2 0 0 16,0-3 128-16,1-2-128 0,0 1 0 0,0-2 0 15,1-1 0-15,-1-2 128 0,1-3-128 0,2-2 0 0,-1 1 0 16,2-3 0-16,1 0 0 0,1-5 0 16,-1 2 0-16,1-2 0 0,0-2 0 0,0 1 0 15,1-2 0-15,-1 1 0 0,0 0 0 0,-1 1 0 0,-2 2 0 0,1-1-128 16,1 0 128-16,-2 1 0 16,1 1-128-16,-3 2 128 0,2 0 0 0,-2 5 0 0,-1 0 0 0,0 1 0 15,-2 4 0-15,0 1 0 0,1 4 0 16,-2 2 0-1,1-1 0-15,-2 3 0 0,-1 1 0 0,0 0 0 0,-1-1 0 0,2 1 0 0,-2-1 0 0,2-2 0 16,0 0 144 0,0-2-144-16,1-3 144 0,1-1-144 0,0 0 160 0,1-1-160 0,1-2 0 0,1-2 128 0,1-3-128 0,0 0 0 15,2-2 0-15,-1-2 0 0,3-1 0 0,-1-2 0 16,1 0 0-16,-2 0 0 0,2 1 0 0,-2 1 0 16,1-2 0-16,-2 0 0 0,2-1-160 0,-3 3 160 15,1 0-128-15,0 0 128 16,-1 1-128-16,0-2 128 15,-2 2 0-15,0 0-160 0,-1 3 160 0,0-2 0 16,0 4 0-16,0 1 0 0,-1 1 0 0,-1 2 0 16,1 2 0-16,-1 1 0 0,0 1 0 0,-1 1 0 15,0 2 0-15,-1-1 128 0,0 2-128 0,0 0 0 0,1 1 160 0,-1-3-160 16,1 0 160-16,0 0-160 16,1-2 144-16,-1 0-144 0,2 1 128 0,0-3-128 0,0 0 128 0,-1-1-128 15,2 1 128-15,-1-2-128 0,1 0 0 0,1 0 0 16,0 0 128-16,0-3-128 0,0 3 0 0,1-2 0 15,-1 0 0-15,2-2 0 0,-1 1 0 0,1-2 0 16,0 1 0-16,2-2 0 0,-1 2 0 0,1-5 0 16,0 4 0-16,1-5 0 0,0 3 0 0,0 0 0 15,1-2 0-15,-1 2 0 0,1 2 0 0,-2 1 0 16,-1 1 0-16,0 1 0 0,-2 1 0 0,-1 1 0 0,1 3 0 16,-2-1 0-16,0 0 0 0,-1 3 0 0,-1 0 0 15,-1 0 0-15,0 2 0 0,0 0 0 0,0 1 0 16,-1 0 0-16,0 0 0 0,-1 1 0 0,2-2 0 0,-2 0 0 15,2 0 0-15,0-1 0 0,0-2 0 0,1 1 0 16,1-3 0-16,0 0 0 0,2-2 0 0,0 0 0 16,1-1 0-16,1-2 0 0,0 0 128 0,1 0-128 15,0-3 0-15,2 1 0 0,0-2 0 16,2-3 0-16,-1 1 0 0,0 0 0 0,1 0 0 0,-2-2 0 16,1 2 0-16,-1 2 0 0,-1-1-128 0,0 2 128 15,0 0 0-15,-3 4 0 0,1 1 0 0,-1 0 0 16,0 2-128-16,-2 1 128 0,-1 2 0 0,0 2 0 15,0 2 0-15,-1-1 0 16,-1 4 0-16,0 0 0 0,0-2 0 0,-1 3 0 0,0-2 0 0,2 1 0 0,-1-1 0 0,0-2 0 16,1 1 0-16,1-2 0 0,1-2 128 0,2-1-128 15,-1-1 0-15,2-3 128 0,1 0-128 0,0-3 0 16,2-2 0-16,0-1 128 0,3-2-128 0,0-2 0 16,1 1 0-16,-1 0 0 15,-2-1 0-15,2 1 0 0,0-1 0 0,0-3 0 0,1 0 0 0,-1 1 0 16,2 1-144-16,-3 1 144 0,-2 1 0 0,1 4 0 15,-2 0 0-15,-1 3 0 0,-1 2 0 0,-2 2 0 0,0 3 0 16,-2 0 0-16,0 4 0 0,-1-2 0 0,-1 3 0 16,1 1 0-16,-1 1 0 0,0-1 0 0,0 0 0 15,0-2 0-15,1-2 0 0,0 0 0 0,1 0 0 0,1-4 0 16,1 0 128-16,0-1-128 16,2-2 0-16,0 0 144 0,2-5-144 0,0 0 0 0,3 0 0 0,1-4 0 15,0-1 0-15,1-1 0 0,0 1 0 0,0-2 0 16,1 0 0-16,-2 1 0 0,0 2 0 0,-1 1 0 15,0 2 0-15,-2 1 0 0,-1 2-144 0,-1 2 144 16,0 1 0-16,-2 1-128 0,-1 3 128 0,0 1 0 16,-1 2 0-16,-1 0 0 0,0 3 0 0,-1-1 0 0,0 1 0 0,-1 1 0 15,1 1 0-15,-1-2 0 16,1 0 0-16,-1-1 0 0,1-2 0 0,1 0 0 0,1-4 160 0,0 1-160 16,1-2 160-16,0-2-160 0,2 0 128 0,1-2-128 15,-1 1 0-15,2-2 144 0,1-2-144 0,0-1 0 16,1 0 0-16,1-1 0 0,0-1 0 0,0 2 0 15,0-2 0-15,-1 1 0 0,1 0 0 0,0 3 0 16,0-1 0-16,-1 0 0 0,-2 3-128 0,-1 0 128 16,2 1 0-16,-2 1 0 0,1 0 0 0,-1 0 0 15,0 3 0-15,0-1 0 0,-2 0 0 0,2 3 0 0,-1 0 0 16,-1-1 0-16,0 1 0 0,0 0 0 0,0 0 0 0,0 2 0 16,-1-3 0-16,1 2 0 0,-1-2 0 15,1 1 0-15,-1 0 0 0,0-1 128 0,1-1-128 0,0 0 0 16,0 1 128-16,-1-3-128 0,0 0 128 0,1 1-128 31,0-1 0-31,1 1 0 0,-1-2 128 0,1 0-128 0,1 0 0 0,0-2 0 0,1-1 0 0,-1 2 0 16,2-2 0-16,0-2 0 0,3 0 0 0,-2 0 0 15,2 0 0-15,1-1 0 0,0-2 0 0,0 1 0 16,1 0 0-16,-1 0 0 0,0 0 0 0,0 2 0 16,1-2 0-16,-1 2 0 0,-1 1 0 0,1 1 0 0,-1 1 0 0,-1 0 0 15,1 2 0-15,-2 2 0 16,-2-1 0-16,0 2 0 0,-2 2 0 0,0 0 0 0,-1 2 0 0,0-1 0 31,-1 1 0-31,-1 1 0 0,0 0 0 0,0 1 0 0,-1-2 0 0,1 0 0 0,-1 0 0 0,1 1 128 16,0-2-128-16,0-2 0 0,1 1 128 0,0-1-128 15,1 0 128-15,-2-4-128 16,2 3 0-16,0-3 128 0,2-2-128 0,0 1 0 0,2-3 0 0,0-1 0 16,2 0 128-16,1-1-128 0,0-2 0 0,1 1 0 15,1-3 0-15,-1 3 0 0,1 0 0 0,-2-3 0 16,1 3 0-16,-1 0 0 0,-2 3 0 15,0 1 0-15,-1 1 0 0,-2 2 0 0,-1 0 0 0,0 3 0 0,-2 2 0 0,0 1 0 16,-2 1 0-16,0 3 0 0,0-1 0 0,-2 0 0 16,1 1 0-16,-1 0 0 0,0 0 0 0,-1 1 0 15,2-2 0-15,-2-1 0 16,2-1 0-16,-1 0 0 0,1 0 0 0,0-2 0 0,1-2 144 0,1-2-144 16,0 1 0-16,2-2 144 15,0 0-144-15,2-3 0 0,1 0 0 0,1-4 0 16,1 0 0-16,3-1 0 0,0-1 0 0,0-1 0 0,1-1 0 0,-1-1 0 15,1 0 0-15,-1 1 0 16,1 1 0-16,-1 2 0 0,0-1 0 0,-3 4 0 0,0 0 0 0,0 3 0 16,-4 2 0-16,1 0 0 0,-1 2 0 0,-2 1 0 15,0 2 0-15,-1 1 0 0,0 0 0 0,-1 0 0 0,-1 2 0 0,0-1 0 16,0 1 0-16,0 0 0 0,-1-1 0 0,1 1 0 16,-1-2 0-16,0 2 0 0,1-3 128 0,-1 0-128 15,2 0 0-15,-1-1 0 16,1 0 0-16,0-1 160 0,0-1-160 0,0 0 128 0,1-2-128 0,0 0 0 31,2 0 0-31,-1-2 0 0,2 0 0 0,1-3 0 16,2 0 0-16,-1 1 0 0,0-1 0 0,1 0 0 15,2-4 0-15,3-1 0 0,0 1 0 0,3-3 0 0,0 1 0 0,1 0 0 16,1 0 0-16,-2 1 0 0,1 3 0 0,-1 0 0 16,-2 1 0-16,0 3 0 0,-2 2 0 0,-1 1 0 15,-1 3 0-15,-2 1 0 0,0 1 0 0,-7-5 0 16,0 0 0-16,0 0 0 0,0 0 0 0,15 41 0 15,-14-32 0-15,-1-2 0 0,1 3 0 0,-1-4 0 16,1 2 0-16,0-3 0 0,1 2 0 0,0-5 0 16,1 1 0-16,0-1 0 0,2-2 0 0,0 0 0 15,1-3 0-15,0 1 0 0,3-5 0 0,0 0 0 16,2-1 0-16,1-1 0 0,1 0 0 0,1-3 0 0,1 0 0 0,-2 3 0 16,-1 1 0-16,1 0 0 0,0 0 0 0,0 1 0 15,0 0 0-15,-2 3 0 0,-1 1 0 0,1 1 0 16,-3 2 0-16,-1 2 0 0,1 1 0 0,-3 1 0 15,-5-4 0-15,0 0 0 0,0 0 0 0,0 0 0 16,0 0 0-16,20 42 0 0,-19-35 0 0,0 1 0 16,-1-1 0-16,0 0 0 0,0 0 0 0,0-2 0 15,0 1 0-15,0-2 0 0,1 1 0 0,-1-1 0 16,1 0 0-16,0-1 0 0,2-1 0 0,-1 0 0 16,3-2 0-16,-1 0 0 0,3 0 0 0,0-2 0 0,1 2 0 15,3-4 0-15,1 1 0 0,0-3 0 0,2 1 0 0,-1-1 0 16,0 2 0-16,1-1 0 0,0-1 0 0,-2 0 0 15,1 1 0-15,0 1 0 0,0-1 0 0,-1 2 0 16,-2 1 0-16,-2 2 0 0,1 0 0 0,-1 0 0 16,-1 2 0-16,-2-1 0 0,0 3 0 0,-3 1 0 15,1-1 0-15,-1 4 0 0,0-1 0 0,-1 0 0 16,0 0 0-16,-1 0 0 0,0 3 0 0,-1-3 0 16,1 2 0-16,-1-2 0 0,1 0 0 0,0 1 0 15,1-4 0-15,0-1 0 0,0 0 128 0,1-1-128 16,1 0 0-16,1-2 0 0,1-4 0 0,2 1 0 15,-1-1 0-15,2-2 0 0,1-1 0 0,1 0 0 16,0 0 0-16,3-3 0 0,-1 3 0 0,0-4 0 0,1 3 0 0,0 1 0 16,-1 0 0-16,0 2 0 0,-1 0 0 0,-2 3 0 15,0 0 0-15,-1 0 0 0,-2 2 0 0,0 2 0 16,-1-2 0-16,-2 2 0 0,1 1 0 0,0 1 0 16,-2 0 0-16,1 0 0 0,0 0 0 0,0 1 0 15,0-1 0-15,-1-1 0 0,2 0 0 0,-1 1 0 16,0-1 0-16,0 1 0 0,1-3 0 0,0 1 0 15,-1 0 0-15,1 0 0 0,1-2 0 0,-1 1 0 16,-1-1 0-16,2 2 0 0,-1-2 0 0,1 0 0 16,1-2 0-16,-1 1 0 0,1 1 0 0,-1-2 0 0,2 2 0 15,0-4 0-15,0 3 0 0,-1-1 0 0,2-1 0 0,-1 0 0 16,-1 2 0-16,0-1 0 0,2-1 0 0,-1 0 0 16,0 1 0-16,2 0 0 0,-2 0 0 0,1-1 0 15,0 1 0-15,-2-1 0 0,2 0 0 16,-1 0 0-16,0 2 0 0,-2-1 0 0,2-1 0 0,-3 3 0 15,1-2 0-15,-1 2 0 0,-1 0 0 0,-1 0 0 16,0 2 0-16,0-2 0 0,-1 3 0 0,-1-1 0 0,1 2 0 0,-1-1 0 16,-1 0 0-16,1 2 0 0,0-2 0 0,1 0 0 15,0 0 0-15,1 0 0 16,1 0 0-16,0 0 0 0,2-3 0 0,0 1 0 0,2-1 0 0,-1-1 0 16,4 1 0-16,-1-3 0 0,0 0 0 0,2 0 0 15,1-2 0-15,0 3 0 0,0-3 0 0,-1 0 0 16,1-1 0-16,1 0 0 0,0 0 0 0,0-1 0 15,0 2 0-15,-1 0 0 0,0 0 0 0,-1 0 0 16,0 1 0-16,0 3 0 0,-1-1 0 0,-1 2 0 16,-1 0 0-16,-1 0 0 0,-1 2 0 0,0-1 0 15,0 2 0-15,-1 1 0 0,-1-2 0 0,1 1 0 16,-1 1 0-16,0 1 0 0,-1-3 0 0,0 0 0 0,1 1 0 0,-2-2 0 16,2 1 0-16,-1 0 0 15,1-2 0-15,-1 1 0 0,2-1 0 0,0 0 0 0,0 0 0 0,0-1 0 16,0 1 0-16,1-2 0 0,0 0 0 0,1 1 0 15,-1-2 0-15,2 1 0 16,0 0 0-16,1 0 0 0,-1 0 0 0,1 1 0 0,0-1 0 0,2-1 0 16,0 1 0-16,-1 0 0 0,1 2 0 0,-2 0 0 15,2-2 0-15,-2 2 0 0,0-1 0 0,0 1 0 16,-1 0 0-16,-1 0 0 0,1 0 0 0,-2-1 0 0,1 1 0 0,0 0 0 16,0-1 0-16,-1 1 0 15,1-3 0-15,-1 1 0 0,0 1 0 0,-1 0 0 16,2-1 0-16,0-1 0 0,1 3 0 0,-3-2 0 0,1-1 0 0,-1 3 0 15,1 0 0 1,-1-2 0-16,1 4 0 0,-1-2 0 0,0 1 0 0,2 3 0 0,-2-3 0 0,0 3 128 31,0-2-128-31,1 3 0 0,-1-2 160 0,0 1-160 0,-5-4 192 16,0 0-192-16,0 0 144 0,0 0-144 0,37 14 0 16,-28-14 144-16,0 0-144 0,2 0 128 0,1-2-128 0,1-3 128 0,1 0-128 0,2-2 0 0,-1 0 0 0,1-2 128 31,-1 2-128-31,1-3 0 0,1 1 0 0,-3 2 0 15,1 0 0-15,0 2 0 0,-2-2 0 0,-1 3 0 16,-1 1 0-16,0 1 0 0,-1 1 0 0,-2 1 0 16,-2 1 0-16,0 1 0 0,0 0 0 0,-2 0 0 15,0 0 0-15,-4-2 0 0,0 0 0 0,0 0 0 16,0 0 0-16,0 0 0 0,0 0 0 0,0 0 0 16,28 34 0-16,-25-32 0 0,-1 1 0 0,1 1 0 15,1-4 0-15,-1 1 0 0,0-1 0 0,2-1 0 16,0-1 0-16,-1 0 0 0,2-1 0 0,0 1 0 0,2-3 0 15,-1 0 0-15,2 1 0 0,1-1 0 0,0 0 0 0,1 0 0 16,-1 0 0-16,0 2 0 0,2 0 0 16,-2-2 0-16,0 3 0 0,0 1 0 0,-2 1 0 0,0-2 0 15,-8 2 0-15,0 0 0 0,23 2 0 0,-15-2 0 16,-8 0 0-16,0 0 0 0,0 0 0 0,0 0 0 16,31 6 0-16,-25-4 0 0,-2 0 0 0,0-1 0 15,0 0 0-15,-2 1 0 0,1 1 0 0,-2 0 0 16,1 1 0-16,-2-2 0 0,1 3 0 0,-1 0 0 15,0-1 0-15,0 2 0 0,0-2 0 0,1 1 0 16,0 0 0-16,0-3 0 0,1 1 128 0,0 1-128 0,1-3 0 16,1 1 128-16,0 0-128 0,0-2 0 0,2-2 0 0,-1 2 0 15,2-2 0-15,-1 1 0 0,0-1 0 0,0-1 0 16,2 1 0-16,-2 0 0 0,1-1 0 0,-1 1 0 16,0-1 0-16,-2 1 0 0,1 2 0 0,-2 0 0 15,0 0 0-15,-1 0 0 0,-2 0 0 0,0 2 0 16,1-2 0-16,-2 3 0 0,1-1 0 0,0 1 0 15,-1-1-160-15</inkml:trace>
  <inkml:trace contextRef="#ctx0" brushRef="#br3" timeOffset="-31985.64">22155 9303 975 0,'0'0'0'0,"0"-3"0"16,1 3 0-16,-1-2 0 0,1 2 0 0,-1-2 0 0,1-1 0 0,1-1 0 0,-1-1 400 15,1-2 0-15,2-3 0 0,-1 1 0 16,1 1 896-16,-2 2 176 0,0-2 48 0,1 4 0 0,-1-1 176 0,-1 0 32 16,0 3 16-16,-1 0 0 0,1-1-192 0,-2 1-32 15,1 2-16-15,0-1 0 0,0 1-368 0,0 0-80 16,0-1-16-16,0 1 0 0,1-1-368 0,0-1-80 15,0 2-16-15,2-2 0 0,-1-1-336 0,0 1-80 16,1-1-16-16,0-1 0 0,0-1 48 0,0 0 16 16,0 1 0-16,-1-1 0 0,-1 0 224 0,1 0 32 15,-1 0 16-15,-1 2 0 0,-1 0 96 0,0 0 32 0,-1 0 0 0,0 2 0 16,-1 1-96-16,-1 0 0 0,0 1-16 0,0 2 0 16,-1-2-112-16,1 3 0 0,-1-2-16 0,0 1 0 15,0 1-112-15,-1 1 0 0,0 0-16 0,-1 0 0 31,0 1 48-31,0 0 16 0,0 0 0 0,-1 0 0 0,2 0 192 0,-1 0 32 16,2-1 16-16,0 1 0 0,1-1-96 0,0 0-32 16,0 2 0-16,1-3 0 0,1 1-224 0,1 0-32 0,0-1-16 0,1-1 0 15,0 0-144 1,1-1 0-16,1 0 0 0,-1-2 128 0,3 0-128 0,1 0 0 0,0 0 0 0,3-5 0 0,-1 1 0 0,2-1 0 16,-2 1 0-16,1-2 0 0,2-1 0 0,2 0 0 15,-1 0 0-15,0-2 0 16,1 2 0-16,-2 0 0 0,0 1 0 0,-1 2 0 15,-1-1 0-15,-2 2 0 16,-3 3 0-16,-1 0 0 0,0 3 0 0,-3-1 0 16,0 3 0-16,-3 2 0 0,1-2 0 0,-3 3 0 15,-1 1 0-15,-1 0 0 0,2 3 0 0,-2-4 0 16,1 3 0-16,0-1 0 0,-1 1 0 0,0-1 0 16,1 0 0-16,1-1 0 0,0 0 0 0,2-2 0 0,-1 0 0 0,2-2 128 15,1 0-128-15,1-3 128 0,2 0-128 0,1-2 128 16,3 0-128-16,-1-2 0 0,3-2 0 0,0-1 0 15,2-2 0-15,1-1 0 0,-1 0 128 0,1 0-128 16,2-1 0-16,-1 2 0 0,0-1 0 0,-2 1 0 16,0 2 0-16,-2-1 0 0,-1 3 0 0,-1 0 0 15,-1 3 0-15,-2 0 0 0,-1 1 0 0,-1 1 0 16,0 1 0-16,-1 1 0 0,-1 1 0 0,-2 2 0 0,0-3 0 16,-1 4 0-16,-1 1 0 0,0 1 0 0,0-1 0 15,0 1 0-15,-1 2 0 0,0-1 0 0,0-1 0 0,2-1 0 16,1 1 0-16,0-5 0 0,3 2 0 0,0-3 128 15,2-1-128-15,1-1 0 0,2-2 0 0,1 0 128 16,2-4-128-16,3-1 0 0,0 0 0 0,1-2 0 16,3-1 128-16,-1-1-128 0,2 1 0 0,-1-1 0 15,-1 0 0-15,0 2 0 0,-1 0 0 0,-1 1 0 16,-1 1 0-16,-3 1 0 0,-1 2 0 0,-1 1 0 16,-2 1 0-16,-2 1 0 0,-2 2 0 0,-2 2 0 15,-2 1 0-15,-2 2 0 0,-1 2 0 0,-3 1 0 16,-1 3 0-16,-1-2 0 0,0 2 0 0,-1 1 0 0,0 0 0 0,0-1 0 15,3-1 0-15,0-1 0 0,1 2 0 0,3-4 0 16,1-1 192-16,2-4-64 0,3 0 0 0,3-3 0 16,1-1-128-16,4-4 128 0,1 0-128 0,2-4 128 15,4-2-128-15,2-1 0 0,2-2 0 0,1 0 0 16,1-1 0-16,-2 3 0 0,2-2 0 0,-3 1 0 16,-1 3 0-16,-2-1 0 15,-1 4 0-15,-4 1 0 0,-1 3 0 0,-5 2 0 0,0 1 0 0,-4 4 0 16,-2 0 0-16,-2 3 0 0,-3 3 0 0,-2 2 0 0,-2 0 0 0,-2 3 0 15,-1 2 0-15,-1 2 0 0,-1 0 0 0,-1-2 0 16,3 0 0-16,0-4 0 0,4-1 0 0,1-2 0 16,4-3 0-16,2-4 0 0,3-1 128 0,3-3-128 15,3-1 0-15,2-3 128 0,4-1-128 0,3-4 0 16,3-1 0-16,0-1 0 0,2-1 0 0,1-3 0 16,2 0 128-16,-1 1-128 15,0-1 0-15,-2 2 0 0,-1 3 0 0,-3 2 0 0,-4 2 0 0,-1 2 0 16,-3 1 0-16,-1 4 0 0,-4 3 0 0,-2 0 0 15,0 4 0-15,-4 1 0 0,-2 0 0 0,-1 4 0 16,-3 2 0-16,-3 3 0 0,1 0 0 0,-2 0 0 0,1 0 0 16,0-3 0-16,1 1 0 0,1-2 0 0,1-3 0 0,3-1 0 15,1-2 0-15,4-1 0 0,1-6 0 16,1 1 0-16,3-3 0 0,2-1 0 0,1-2 0 0,4-1 0 16,-1-3 0-16,3 0 0 0,2-2 0 0,-1 1 0 15,0 0 0-15,0 0 0 0,2-1 0 0,0 2 0 16,0-1 0-16,0 1 0 0,-1 0 0 0,-2 2 0 15,-2 3 0-15,-1-1 0 0,-2 3 0 0,-1 0 0 16,-3 1 0-16,-1 3 0 0,-1-1 0 0,-1 2 0 16,-2 2 0-16,0-1 0 15,0 3 0-15,-2-1 0 0,0-1 0 0,0 3 0 0,0-3 0 0,-1 0 0 16,2 0 0-16,-1-2 0 16,2 0 0-16,0-1 0 0,2 0 0 0,0-3 0 0,1 1 128 0,2-1-128 0,0-1 0 0,1 0 0 15,2-1 0-15,0-1 0 0,2 1 0 0,0-2 0 16,1 0 0-16,3 0 0 0,-1 0 0 0,1 0 0 15,0-2 0-15,-1 2 0 0,0 1 0 0,0-2 0 16,-1 1 0-16,-1 1 0 0,0 1 0 0,-3-1 0 16,1 2 0-16,-2 0 0 0,-1 0 0 0,-1 2 0 15,0 1 0-15,-1-1 0 0,-1 1 0 0,-1-1 0 16,-1 3 0-16,-1-2 0 0,0 2 0 0,-1-1 0 16,-1 3 0-16,1-2 0 0,-2 2 0 0,0-1 0 0,1 2 0 0,0-1 0 15,-1-1 0-15,2 0 0 16,0 1 0-16,1-2 128 0,2 2-128 0,0-3 128 0,1-1-128 0,1 2 128 15,2-5-128-15,0 0 0 0,3 0 0 0,-1-3 128 16,4-1-128-16,0-1 0 0,3-3 0 0,1-1 0 16,0 0 0-16,2-2 0 0,2-1 0 0,-1-1 0 15,-2 3 0-15,0 1 0 0,0 0 0 0,-1-1 0 16,-1 3 0-16,-2 1 0 0,-2 3 0 0,-1 0 0 16,-4 3 0-16,0 3 0 15,-3-1 0-15,-2 3 0 0,-1 2 0 0,-2 0 0 16,1 2 0-16,-3 1 0 0,0 2 0 0,-2 0 0 0,1 0 0 0,-1-1 0 0,2 1 0 0,-1 0 0 15,1-3 0-15,1 1 0 0,3-5 160 0,0 0-160 16,2-1 192-16,0-2-192 0,2 1 128 0,1-5-128 31,3-1 0-31,0-1 0 0,2-3 0 0,1 2 0 0,2-5 0 0,1 0 0 0,1 1 0 0,1-3 0 16,1 1 0-16,1-1 0 0,-1 2 0 0,-1 1 0 16,1 2 0-16,-1-1 0 0,-1 4 0 0,-1-1 0 15,-3 5 0-15,0-3 0 0,-3 4 0 0,0 1 0 16,-2 0 0-16,-2 3 0 0,0 0 0 0,-1 0 0 15,-2 2 0-15,-2 2 0 0,1-1 0 0,2-8 0 16,-6 20 0-16,1-10 0 0,3 0 0 0,-2-3 0 31,1 2 128-31,2-2-128 0,0-2 0 0,2-3 0 0,2 1 0 0,0-1 0 0,0-2 128 0,3 0-128 0,1-3 0 0,0-1 0 16,1 0 0-16,2-2 0 0,1-1 0 0,1-1 0 16,2-2 0-16,-1 0 0 0,1 1 0 0,-1-1 0 15,-1 0 0-15,-1 4 0 0,-1 0 0 0,-3 2 0 31,0 0 0-31,-2 3 0 0,0-1 0 0,-2 2 0 16,0 2 0-16,-2 1 0 0,-1 0 0 0,-2 0 0 16,0 3 0-16,-2 1 0 0,-1 2 0 0,1-1 0 15,-2 3 0-15,1-2 0 0,-2 1 0 0,2-1 0 0,0-1 0 16,1 1 0-16,1-2 128 0,0-2-128 0,1-1 160 0,1-1-32 16,2-1 0-16,1-2 0 0,2 0-128 0,0-2 0 15,3-1 144-15,-1-1-144 0,1 0 0 0,0-2 0 16,2 2 0-16,2-4 0 0,2-1 0 0,0 2 0 15,1-3 0-15,0 3 0 0,1 0 0 0,-1 1 0 16,-1 1 0-16,-1 2 0 0,-1 1 0 0,-2 2 0 16,-1 2 0-16,-2-1 0 0,-6-1 0 0,0 0 0 15,0 0 0-15,0 0 0 0,0 0 0 0,10 42 0 16,-10-42 0-16,0 0 0 0,-1 31 0 0,1-31 0 16,0 0 0-16,0 0 0 0,0 0 0 0,0 0 128 15,0 0-128-15,20 38 0 0,-12-39 144 0,0-1-144 0,2-1 192 0,0-1-192 16,2-3 0-16,1 0 0 0,2-1 0 0,0 0 0 15,0 2 0-15,0-1 0 0,0 0 0 0,-1 0 0 16,0 2 0-16,-3 3 0 0,-1 0 0 0,-3 2 0 16,0 0 0-16,-3 2 0 0,0 2-128 0,-4-4-19392 15</inkml:trace>
  <inkml:trace contextRef="#ctx0" brushRef="#br4" timeOffset="-17075.79">17366 6732 5519 0,'2'-2'496'0,"0"-2"-496"15,-1 1 0-15,-1 3 0 0,0-2 688 0,1-1 32 16,0 0 16-16,1-3 0 16,1-1 32-16,-1 0 16 0,0 2 0 0,-1 0 0 0,-1 0 96 0,0 3 16 31,1 0 0-31,-2 2 0 0,1 0 64 0,-2 0 0 0,1 2 16 0,-2 0 0 0,-1 4-400 0,-1 1-96 16,-1 3-16-16,-1 1 0 0,-1 1-112 0,1 0-32 31,0-1 0-31,0 2 0 0,-2 4-112 0,-1 0-16 0,0 4-16 0,0-1 0 15,1-1-176-15,1 0 160 16,1 0-160-16,1-3 160 0,2-1-160 0,0-4 0 0,1-1 0 0,1 0 128 16,1-3-128-16,1 0 0 0,-1-5 0 0,2 1 128 15,-1-1 0-15,2-2 0 0,0 0 0 0,1-2 0 16,0 1 160-16,0-3 32 0,3-1 0 0,0-2 0 16,0 0-80-16,0 0-16 0,2-3 0 0,0 1 0 15,1-1-224-15,-1-1 128 0,1 1-128 0,1 0 0 16,-1-1 0-16,-1 4 0 0,1-3 0 0,0 3 0 15,0 0 0-15,0-1 0 0,1 0 0 0,-2 0 0 16,-1 3 0-16,1 0 0 0,-2-1 0 0,2 0 0 0,-2 2 0 16,1-3-128-16,-1 2 128 0,1-1 0 0,-2 2 0 0,1-2-160 15,1-2 160-15,0 1-128 0,-1 0 128 0,0 0 0 16,-1 0 0-16,0 2-128 0,0 0 128 0,-3 1-128 16,1-1 128-16,0 2-128 0,-1 0 128 0,0 2 0 15,-1-1 0-15,-1 0 0 0,1 2 0 0,-1 0 0 16,1 0 0-16,-1 2 0 0,-1 0 0 0,1-1 0 15,-1 0 0-15,0 2-128 0,-1 1 128 0,0 0 0 16,0-1 0-16,-1 3 0 0,0-1 0 0,1 1 0 0,-1 0 0 0,-1 0 0 16,1 3 0-16,-2 1-128 0,-1 2 128 0,0 0 0 15,-2 4 0-15,1 1 0 16,-1 0 0-16,-1 1 0 0,0 4 0 0,-1-3 0 0,1 2 0 0,-2 1 0 16,2-2 0-16,1 0 0 0,2-6 0 0,1-1 0 15,2-2 0-15,1-4 128 0,3 0-128 0,0-3 0 16,1-1 0-16,1-3 0 0,2-2 0 0,1-1 128 15,3-1 16-15,1-5 16 0,2 1 0 0,1-4 0 16,1 0 16-16,0-2 0 0,2-1 0 0,-1-1 0 16,0 0-176-16,-2 1 0 0,1-2 0 0,-1 3 0 15,-1-1 0-15,0 0 0 0,2-2 0 0,-1 1 0 16,0 1 0-16,-1 1 0 0,-1 4 0 0,-1-1 0 0,-1 4 0 0,-2 2 0 16,-1 0 0-16,-2 4 0 0,-1 0 0 0,0 1 0 15,-1 1 0-15,0 2 0 0,-1 0 0 0,-1 2 0 16,-1-1 0-16,-1 3 0 0,0 0 0 15,0 3 0-15,-1-3 144 0,0 2-144 0,0 1 144 0,-1 0-144 16,1-1 192-16,-1 0-192 0,0-1 240 0,1-1-64 16,0 1-16-16,0-2 0 0,1 0-160 15,-1-3 0-15,2 2 0 0,-1-2 128 0,1 0-128 0,1-2 160 0,-1 1-160 0,1-2 160 16,0 1-160-16,1-1 0 0,-1-1 0 0,3 1 128 16,0-2-128-16,0-2 0 0,2 1 0 0,1-2 128 15,1-1-128-15,2 0 0 0,0-3 0 0,2 0 0 16,0-1 0-16,1 0 0 0,2-1-160 0,2-1 160 15,2 0-288-15,0-2 32 16,2-1 16-16,-1 1 0 16,1 2-240-16,-2-1-48 0,-1 3-16 0,-3 1 0 0,0 1 224 0,-3 1 64 0,-1 2 0 0,-2 1 0 15,-1 2 256-15,-3 1 0 0,-1 1 0 0,-2 3 0 16,-1-1 0-16,-2 5 0 0,-1-1 0 0,-3 2 0 0,0 2 224 16,-2 0 0-16,1 1 0 0,-3 0 0 0,0 2 128 0,-2 1 32 15,-1 0 0-15,1 0 0 16,-1 1-32-16,2-3 0 15,2 0 0-15,-1-1 0 0,4-3-64 0,0-1-16 0,2 0 0 16,1-5 0-16,1 1-32 0,2-3-16 0,1 0 0 0,2-1 0 16,1-1-64-16,1-2-16 0,2 1 0 0,0-3 0 0,2 0 0 0,2-1 0 15,1-3 0 1,1 1 0-16,-2 2-144 0,0-3-144 0,0 1 144 0,1 0-208 0,1-1-64 0,-1-2-16 16,0 2 0-16,-1 1 0 0,-1 0 16 15,0 1 0-15,-1 2 0 0,-2 0 0 0,-1 3 272 0,0 0-160 0,-3 3 160 0,0-2-128 16,-1 4 128-16,-1 0 0 0,-1 0 0 0,-1 1 0 15,0 2 0-15,-2-1 0 16,1 1 128-16,-1 1-128 0,-1 0 224 0,-1 2-32 16,0 0 0-16,-2 2 0 0,1-1 112 0,-1 1 16 0,1-1 0 15,-1-2 0-15,3 1-48 0,-1-2 0 16,1 2 0-16,1-4 0 0,2-1-144 0,-1 0-128 16,1-1 144-16,1 0-144 0,0-2 128 0,0 0-128 15,1 0 0-15,1 0 144 0,-1 0-144 0,2-2 0 16,0-1 0-16,1 1 128 0,0-1-128 15,0-1 0-15,2 0 0 0,-1 0 0 0,1 0 0 0,-1-3 0 16,2 2 0-16,-1 0 0 0,2-2-176 0,0 1 48 16,0-2 0-16,1 1 0 0,-2 2-144 0,2-2-32 15,1-2 0-15,1-1 0 0,0 0 32 0,1 1 0 16,-1 0 0-16,-1 1 0 0,1 2 96 0,-2 0 32 16,-2 2 0-16,0-1 0 0,-2 1 144 0,0 1 0 15,-1 3 0-15,-2-2 0 0,-1 4 0 0,-2-2 0 16,1 3-144-16,-4 1 144 0,0 1 0 0,-1 2-144 0,-1 0 144 15,-1 1 0-15,-2 3-176 0,1 1 176 0,-1 0-160 0,0-1 160 16,0 4 0-16,0-3 0 0,0 2 0 0,1-2 0 16,0 2 0-16,1-2 0 0,2 0 0 0,0-3 0 15,1-1 144-15,2-2-144 0,1-1 0 0,1 0 144 16,0-3-144-16,0 0 0 0,2-1 0 0,0 1 0 16,1-4 0-16,2 1 0 0,-1-1 0 0,2-2 0 15,0 1 0-15,2-4 0 0,-1 2 128 0,1-2-128 16,3-2 0-16,1-1 0 0,0 1 0 0,1-1 0 15,-1-1 0-15,1 3 0 0,0-1 0 0,0-1 0 16,0 1-192-16,-1-1 192 0,-1 3-192 0,-1-2 192 0,2 2-352 16,-2-3 48-16,0 3 16 0,-2 2 0 0,-1 1 32 15,0 1 0-15,-2 1 0 0,-2 0 0 0,1 4 256 16,-1-2 0-16,-1 0-128 0,-1 2 128 0,0 1 0 0,-1-1 0 16,0-1 0-16,1 1 0 15,-1 0 0-15,0 1 0 0,0 1 0 0,-1-2 0 0,1 0 0 0,-2 3 0 16,0-1 0-16,-1 0 144 0,1 1-144 0,-2 1 160 15,0 1-160-15,-2 1 160 0,1 1 32 0,-2 1 0 16,1 1 0-16,-2-1 0 0,2 1-192 0,0-1 192 16,1 2-192-16,0-4 192 0,2 1-192 0,0-2 0 0,3 0 144 0,2-2-144 15,1-3 0-15,2-1 0 0,1-1 0 0,3-1 128 16,0-4-128-16,3 0 0 0,3-1 0 0,1-2 128 16,1-1-128-16,2-1 0 0,2-1-128 0,-1-1 128 31,2 0-512-31,0 0 0 0,3-2-16 0,2 0 0 0,1 0-400 0,-2 2-80 0,-2 3-16 15,-3-1 0-15,-1 5 576 0,-5-2 128 0,0 3 0 0,-5 1 16 16,-2 2 304-16,-3 1 0 0,-3 1-128 0,-2 2 128 16,-1 0 0-16,-4 3 0 0,-2 1 0 0,-1 2 144 0,-1 0 432 15,-2-1 96-15,-2 3 16 0,-2 1 0 0,-2 0-32 0,-1 2 0 16,2 0 0-16,-2-2 0 0,3 0-128 0,-1 0-16 16,3 0-16-16,0-3 0 0,1 1-192 0,2-1-48 15,1 1 0-15,1-3 0 0,0 0-128 0,3 1-128 16,0-2 192-16,1-1-192 0,2-2 192 0,1-1-192 15,1 0 192-15,1 0-192 16,1-2 176-16,1 0-176 0,3-2 160 0,-1 0-160 0,3-1 192 0,0-2-64 16,2-1-128-16,0-1 192 0,2 2-192 0,1-2 128 15,0 0-128-15,0-1 0 0,1 2 128 0,-1 0-128 16,0 0 0-16,-2 1 0 0,-1 2 0 0,-2 1 0 16,-1 0 0-16,-2-1 0 15,0 3 0-15,-2 0 0 0,-3 3 0 0,0-1 0 0,-2 0 0 0,-3 3 0 16,0 1 0-16,-1 2 0 0,-2 1 128 0,-1 3-128 0,-1 0 0 0,-1 0 0 15,0 0 176-15,0 0-176 0,-1 0 192 0,0 0-192 16,1-2 208-16,1 1-64 0,1-2-16 0,1-1 0 16,3-2 0-16,1 0 0 0,2-2 0 15,1 1 0-15,3-2-128 0,1-1 0 0,2-2 0 0,1 0 0 16,3-2 0-16,3-1 0 0,2-2 0 0,3 1 0 16,0-3 0-16,1 0 0 15,5-1 0-15,0-2 0 0,0 1-176 0,-1 0 48 0,-1-1 0 0,-3 4 0 0,-1 0 0 0,-4 2 0 16,-1 1 0-16,-4 1 0 0,0 2 128 0,-5 2-128 15,-1 1 128-15,-3 1-128 0,-2 2 128 0,-2 0-128 16,-3 2 128-16,-1 1-128 0,-2 2 128 0,-3 1 0 16,0 0 0-16,-2 2 0 0,-1 1 0 0,-1-1 224 15,2 0-32-15,0-2 0 16,2 0 64-16,2-3 16 0,2-1 0 0,2-2 0 0,3 2-80 0,2-4-32 16,3 1 0-16,2-2 0 0,1-3-160 0,3 0 192 15,4 0-192-15,1-3 192 0,1-1-192 0,2 0 160 16,3-2-160-16,2-1 160 0,1-2-160 0,-1 2 0 15,0-1 0-15,-2 2 128 16,-2 0-128-16,-2 2 0 0,-1 1 0 0,-2 1 0 0,-3 2 0 0,-2 2 0 16,-2 1 0-16,-3-1 0 15,-1 3 0-15,-3 2 0 0,-3 2-144 0,-3 1 144 0,1-1 0 16,-3 2-128-16,-3 2 128 0,-2 1 0 16,-1 1 0-16,-1 1 0 0,0-1 0 0,1-1 0 0,2 0 0 0,3-2 0 15,3-3 128-15,3 0-128 16,1-1 208-16,4-3-48 0,3 0-16 0,2-1 0 0,3-4-144 0,2 0 0 15,2-2 0-15,2-1 128 0,2-2 0 0,3-1-128 16,1 0 192-16,2-2-64 0,-2 1 0 0,0-1 0 16,2 1 0-16,-2-1 0 0,0 2-128 0,-3 1 0 15,-2 0 0-15,-1 3 0 0,-3 0 0 0,-3 2 0 16,-1 2 0-16,-4 2 0 0,-2 1-192 0,-4 1 192 16,-1 2-160-16,-3 2 160 0,-2 1-192 0,-2 2 192 15,-2 3-208-15,-2 1 80 0,-1-1-32 0,2 1 0 16,1-3 0-16,1-1 0 0,2 0 160 0,2-4 0 15,2 1 0-15,4-3 0 0,1 0 0 0,3-1 0 16,3-1 0-16,2-4 128 0,3 1-128 0,2-4 0 0,0 0 0 0,3 0 0 16,3-1 0-16,0-2 128 0,0 1-128 0,2-3 0 15,-1 2 128-15,2-2-128 0,0 2 128 0,-1 3-128 16,0-1 0-16,-3-1 0 0,-1 3 0 0,-2 1 0 16,-1 1 0-16,-5 1 0 0,-2 3 0 0,-3-1 0 15,-3 2-128-15,-4 2 128 0,-1 1-128 0,-3 0 128 16,0 2-224-16,-3-2 32 0,-2 3 16 0,-1 2 0 15,0-2 48-15,1 0 0 0,1 2 0 0,2-2 0 16,2 0 128-16,1-2 176 0,1-1-48 0,5 0 0 16,0-1 16-16,2-4 0 0,3 1 0 0,2-4 0 0,1 1-144 15,3-2 0-15,0 0 0 0,3-3 128 0,3-1 64 0,3 0 0 16,2-1 0-16,1-1 0 0,0 2 0 0,0-3 0 16,2 3 0-16,-3 0 0 0,0 0-192 0,-3 1 0 15,0 2 0-15,-2 0 0 0,-3 2 0 0,-3 0 0 16,-4 4 0-16,-3 1 0 0,-2 2-128 0,-4 1 128 15,-4 1-160-15,-3 4 160 0,-2 1-144 0,-2 1 144 16,-2 1-128-16,0-1 128 0,0 2 0 0,2-2 0 16,1-1 0-16,2-2 128 0,1 0 32 0,4-2 16 15,1-4 0-15,4 0 0 0,2-2-16 0,2 0 0 16,2-3 0-16,4-1 0 0,2-1-160 0,3-1 0 16,2-1 144-16,3-3-144 0,2 0 192 0,3 0-16 0,0 0-16 15,0-3 0-15,0 1-160 0,1-1 0 0,1 1 144 0,-3 2-144 16,1-1 0-16,-5 1 0 0,-2 2 0 0,-3 1 0 15,-2 2-256-15,-2 2-32 0,-3 1 0 0,-3 2 0 32,-3 1-112-32,-3 1-32 0,-3 3 0 0,-3 1 0 0,-4 1 240 0,-2 3 64 0,-1-1 0 0,-3 1 0 15,-1 3 128-15,-2-1 256 0,0-1-64 0,2 0-16 16,2-1 208-16,3-3 64 0,3-1 0 0,2-1 0 16,2-3-112-16,4 0-16 0,1-2 0 0,3 0 0 15,3-3-144-15,3 0-48 0,0 1 0 0,4-3 0 16,2-2-128-16,2 1 160 0,1-1-160 0,0-2 160 0,1 1 0 0,1-1 0 15,2 1 0-15,1-2 0 0,-3 0-160 0,0 3 0 16,0 0 0-16,-1-1 0 0,-2 3 0 0,-3 1 0 16,-1 2 0-16,-5 1 0 0,-1 3-192 0,-3 0 192 15,-4 2-192-15,-2 3 192 0,-3 1-160 0,-3 2 160 16,-1 0 0-16,-4 2-144 0,-1 1 144 0,0-1 0 16,-2 2 0-16,3-3 0 0,2 1 128 15,1-3-128-15,3-2 160 0,1-2-160 0,5-1 176 0,1-2-176 16,3-1 192-16,3-3-192 0,2 0 128 0,1-2-128 15,3-1 0-15,1-1 0 0,2 1 0 0,1-3 0 16,2-1 0-16,1 0 0 0,2 1 144 0,-3-2-144 0,2 3 0 0,-3-1 144 16,-1 3-144-16,-1-2 0 0,1 2 0 0,-3 2 0 15,-2-1 0-15,-2 1 0 0,-2 2 0 0,-2 1 0 16,-1 0-160-16,-3 2 160 0,-2 0 0 0,-2 3-144 16,-2 0 144-16,-2 1 0 0,-2 3 0 0,0-2 0 15,-1-2 0-15,2 2 0 0,1-1 0 0,1-1 128 16,0-3-128-16,1 1 0 0,4-2 0 0,1-1 0 15,2-1 0-15,1-1 0 0,3-1 0 0,2-1 128 16,2-1-128-16,0-1 0 0,4-1 0 0,1-1 0 0,0 1 0 16,2 0 144-16,2-3-144 0,2 0 0 0,0 1 144 0,0-1-144 15,1 0 0-15,0 3 144 16,-1-2-144-16,-2 3 0 0,-1-1 0 0,-3 4 0 0,-2-1-128 0,-1 3 128 16,-4-2-160-16,-2 5 160 0,-2-1-160 0,-3 3 160 15,-1-2-160-15,-4 4 160 0,0-1 0 0,-3 2 0 16,0 0 0-16,-1 0 0 0,-1-1 0 15,1 1 0-15,1 0 128 0,0-3-128 0,3 1 128 0,2-2-128 16,1 0 192-16,2-3-192 0,1-1 192 0,3-1-192 16,2 0 192-16,3-3-192 0,0 0 128 0,3 0-128 15,1-3 0-15,3-1 0 0,2-1 176 0,1 0-176 16,3 1 160-16,-1-4-160 16,3 4 144-16,-1-3-144 0,0 3 128 0,0 1-128 0,-3 0 0 0,0 1 0 0,-3 2 0 15,-1 0 0-15,-3 2 0 0,-1 1 0 16,-4 1 0-16,-1 3 0 0,-2-2 0 0,-2 3 0 0,-3 1-144 0,-1 0 144 15,-1 1 0-15,-3-1 0 0,-1 3 0 0,-2 0 0 16,-1 0 0-16,0-1 0 0,-1 1 0 0,1-2 0 16,0 0 0-1,1-1 0-15,0-1 144 0,3-2-144 0,1 1 208 0,1-2-32 0,1 2-16 0,2-4 0 16,2 1-160-16,0 1 192 0,2-3-192 16,1 0 192-16,2 1-192 0,2-1 0 15,0-1 0-15,4 1 128 0,0-2-128 0,2-2 0 0,2 1 0 0,0-4 0 0,0 2 0 0,3-2 0 16,2-1 0-16,-1 0 0 0,1 0 0 0,-1 2 0 15,1-1 0-15,-3 2 0 0,-3 0 0 0,-1 2 0 32,-2 1 0-32,-3 0 0 0,-1 2 0 0,-2 0 0 0,-3 2 0 0,-1 2 0 0,-4 1 0 0,-3 1 0 31,-3 2 0-31,-3 1 0 0,-3 3 0 0,-1-1 0 0,-2 0 0 0,-1 1 0 0,-2 0 0 0,-1 0 0 31,2 1 0-31,1-3 0 0,2-3 208 0,2 1-32 0,3-3-16 0,2 0 0 0,4-3 0 0,2-1 0 16,2 0 0-16,4-1 0 0,2-2-160 0,2 0 0 0,3-2 0 15,2-1 0-15,2 0 0 0,2-1 0 16,1 0 0-16,1-1 0 16,-1 2 0-16,3-1 0 0,1 1 0 0,-2-2 0 15,1 3 0-15,-2 0 0 0,-2 2 0 0,-1-2 0 16,-2 4 0-16,-2 0 0 0,-9-2 0 0,0 0 0 16,0 0 0-16,0 0-144 0,0 0 144 0,0 0 0 15,4 40 0-15,-13-30-128 0,-3 0 128 0,-2 3 0 16,-1-1 0-16,0 0 0 0,-2 2 0 0,0-2 0 0,2 0 0 15,-1 0 0-15,0-2 0 0,1 1 0 0,3-1 0 16,1-3 0-16,3 0 128 0,1-2-128 0,3 0 0 16,3-1 0-16,1-2 128 0,1 1-128 0,2-3 0 0,3 0 0 15,1 2 0-15,2-2 0 0,0-2 0 0,1 0 0 16,2 1 0-16,0-1 0 0,1 0 0 0,1 0 0 16,-2 1 0-16,0 0 0 0,0 1 0 0,0 0 0 15,-2 0 0-15,-1 1 0 0,-1 2 0 0,-2-2 0 16,-2 0 0-16,-2 2 0 0,0 1 0 0,-3-1 0 15,0 1 0-15,-3 1 0 0,-1 2 0 0,-2 0 0 0,-1 0 0 0,-1 1 0 16,0-2 0-16,-1 2 0 0,0-1 0 0,1 0 0 16,1 0 0-16,0-2 0 15,1 0 0-15,0 2 0 0,3-5 0 0,0 0 128 0,2 1-128 0,2-3 0 16,1 0 0-16,2-2 0 0,1 1 0 0,3-2 0 16,3-1 0-16,1-3 0 0,3 3 0 0,1-4 0 15,2 2 0-15,0 0 0 0,0 2 0 0,-2-1 0 16,0 0 0-16,-2 3 0 0,0 0 0 0,-2 2 0 15,-2 0 0-15,-3 2 0 0,-1 0 0 0,-3 3 0 16,-2 0 0-16,-4-1 0 0,-1 4 0 0,-4-1 0 0,0 2 0 16,-2-1 0-16,-2 3 0 0,-2-1 0 0,0 1 192 0,-1-1-48 15,3 0-16-15,0-3 0 0,2 1 80 0,2-2 16 16,3-1 0-16,0-2 0 0,4 0-80 0,2-3-16 16,2 1 0-16,1-1 0 0,3-1-128 15,2-1 0-15,1 0 0 0,1 0 128 0,2-3-128 0,1 2 0 16,1-1 0-16,1-1 0 15,1 0 0-15,-1 3 0 0,0-3 0 0,1 1 0 0,0 3 0 0,-2-1 0 16,-1 0 0-16,-1 0 0 0,-2 2 0 0,-10 0 0 16,0 0 0-16,0 0 0 0,0 0 0 0,0 0 0 15,0 0 0-15,-5 42 0 0,-5-32 0 0,-4 2 0 0,-1 4 0 16,-1-2 0-16,1 0 0 0,-1 0 0 16,0-1 0-16,3 0 0 0,2-3 0 0,3 0 0 0,1-4 0 15,4 0 0-15,1-4 0 0,3 0 0 0,3-2 0 0,1-2 0 16,4 0 0-16,2-3 0 0,3 0 0 0,2 0 0 15,2-2 0-15,0 2 0 0,2 0 0 16,0 1 0-16,1 2 0 0,-2-1 0 0,-19 3 0 0,34 5 0 16,-34-5 0-16,0 0 0 0,34 21 0 0,-34-21 0 15,0 0 0-15,0 0 0 0,3 50 0 0,-10-35 0 16,-1 1 0-16,-2-3 0 0,-1 1 0 0,1-3 0 16,1-2-192-16</inkml:trace>
  <inkml:trace contextRef="#ctx0" brushRef="#br4" timeOffset="-13185.77">19847 9128 12895 0,'-2'-1'1152'0,"1"1"-928"16,1 0-224-16,0 0 0 0,1 0 864 0,-1 0 128 15,-1 0 32-15,1 0 0 0,-1 1-464 0,0-1-96 16,0 0-16-16,0 0 0 0,-1 2-448 0,0-2 0 15,2 1 0-15,-3 0 0 0,0 2 256 0,-1 1 96 0,1 1 32 0,-2 2 0 16,0 3 544-16,0 2 112 0,-3 4 32 16,1-1 0-16,-1 3-464 0,0 1-96 0,0 2 0 0,-2 1-16 15,2-1-160-15,1-2-16 0,1-2-16 0,2-3 0 16,1-5-80-16,2 1-16 0,2-3 0 0,-1-7 0 16,0 0 240-16,0 0 64 0,0 0 0 0,31 7 0 15,-19-13-160-15,3-4-32 0,2-2 0 0,0-4 0 16,2 1-320-16,0-3 0 0,3-2-192 0,0 1 64 15,1-5-768 1,-1 5-128-16,-1-2-48 0,-1 0 0 0,1 2 192 0,-3 2 48 0,0 0 0 0,-3 3 0 0,-1 5 592 0,-4 2 240 16,-1 2-176-16,-3 3 176 0,-1 2 0 0,-2 4 0 15,-2 1 0-15,-1 2 0 0,-1 2 576 16,-2 3 96-16,0 2 32 0,-2 3 0 0,-1 0 112 16,1 0 16-16,-2 2 16 0,1-3 0 0,-2 0-192 0,2-1-32 15,0-3-16-15,1-1 0 0,1-1-144 0,0-2-16 16,2-2-16-16,1-1 0 0,1-2-256 0,1-1-48 15,2-2-128-15,1-4 192 0,2 0-192 0,0 0 0 16,3-3 0-16,0 0 0 0,1-3 0 0,1-1 0 16,0-1 0-16,1-1 0 0,0 0 0 0,0 0-256 0,1-1 48 15,-1 0 16-15,-1 2-80 0,0-2-16 0,-1 2 0 0,-1 0 0 16,0 3 160-16,-1 2 128 0,0 2-192 0,-2 2 192 16,-2 1 0-16,0 2 0 0,-1 0 0 0,-2 3 0 15,1 2 0-15,-3 1 128 0,0 2-128 0,-2 2 0 16,0 3 384-16,-2 2 0 0,-1 0-16 0,0 0 0 15,-1-1 48-15,2-2 16 0,-1 0 0 0,2-2 0 16,1-1-176-16,1-2-48 0,0-2 0 0,2-2 0 16,1-1-208-16,1-2 0 0,1-2 0 0,3-3 0 15,0 0 0-15,3-4 0 0,0 0 0 0,1-1 0 16,2-2-512-16,2-2 16 0,0-1 0 0,0-2 0 16,2 1-400-16,-1 0-64 0,0-1-32 0,0 0 0 15,-1 3 304-15,0 2 64 0,-2 2 16 0,-2 4 0 0,-1 1 416 0,-2 3 192 16,-2 2-192-16,-3 4 192 0,-1 2 0 0,-1-6 160 15,-2 23 16-15,-2-9 0 0,-1 5 512 0,0 0 96 16,-1 2 32-16,1-2 0 0,-1 3-16 0,0-6 0 16,3 0 0-16,-1-1 0 0,2-3-224 0,2-3-32 15,0-9-16-15,0 0 0 0,0 0-272 0,0 0-48 16,0 0-16-16,34 7 0 0,-23-14-192 0,1-2 0 16,2-1 0-16,1-4 0 15,1-2-656-15,1 0-32 0,-1 1 0 0,-1-5 0 16,2 3-800-16,-1-1-176 0,0-1-16 0,-2 5-16 15,-1 0 864-15,-2 2 160 0,-2 4 32 0,-1 2 16 0,0 3 480 0,-2 1 144 0,-1 2 0 0,-1 3 0 16,-2 2 0-16,-1 1 272 0,-1-6-16 0,0 0-16 16,-2 35 656-16,0-22 128 0,2-13 16 0,-6 30 16 15,3-15-112-15,1-1-32 0,1-2 0 0,-1-2 0 16,2-1-64-16,0-2-16 0,2-3 0 0,0 1 0 16,2-5-448-16,1 0-112 0,1-2-16 0,2-3 0 15,0 0-256-15,1-2 128 0,1-3-128 0,2 1 0 0,-1-3 0 16,0 1-320-16,1-1 32 0,-1 0 16 15,0 0-240-15,0 0-32 0,0 2-16 0,0 2 0 0,-2 0 240 0,-2 3 64 16,2 0 0-16,-3 3 0 0,0 2 256 0,-3 0 0 16,2 2 0-16,-2 1 0 0,-1 2 0 0,-2-5 0 15,0 0 0-15,0 0 144 0,0 0 144 0,8 36 32 16,-8-36 0-16,0 0 0 0,0 0 128 0,3 37 16 16,-3-37 16-16,0 0 0 0,0 0-96 0,0 0 0 15,0 0-16-15,5 36 0 0,-4-33-192 0,0 1-48 16,0-3 0-16,0 0 0 0,1 1-128 0,-1-2 160 0,1 0-160 15,0 1 160-15,1-1-160 0,1-1 0 0,0-1 0 16,0 1 0-16,3-2 0 0,0 0 0 0,2-2 0 0,1-1 0 16,0 0-128-16,1-2 128 15,1 1-160-15,0-1 160 0,-1 1-272 0,1-3 32 0,1 1 16 0,0 0 0 16,0 0 48-16,0 0 16 0,-2 3 0 0,1-1 0 16,-3 4 160-16,-1-1-192 0,0 3 192 0,-3 2-192 15,0 1 192-15,-1 2 0 0,-3 1 0 0,-1 2-128 16,0 1 128-16,-1 1 0 0,-2 1 0 0,0 3 0 15,-1-3 176-15,1 3-48 0,-1-1 0 0,0 1 0 16,0-3 128-16,0 1 32 0,1-3 0 0,-1 1 0 0,2-2-80 0,1 0-16 16,-1 0 0-16,1-2 0 15,0-3-64-15,1 1-128 0,0-1 176 0,1-2-176 0,1-2 144 0,0 2-144 32,-1-3 0-32,2 1 144 0,1-3-144 0,0 0 0 0,1-1 0 0,1-2 0 15,1 1 0-15,1-2 0 0,2-2 0 0,0-2 0 16,2 1 0-16,-1 0-144 15,2-2 144-15,-1 1 0 0,1 0-144 0,0 1 144 0,-1 2 0 0,-2 2-144 0,0 2 144 0,-2 4 0 32,-1 0 0-32,0 0 0 0,-1 4 0 0,-3 0 0 0,-3-2 0 0,0 0 0 15,0 0 0-15,0 0 0 16,7 39 0-16,-7-39 0 0,0 0 0 0,-6 37 0 0,3-25 0 16,1 0 128-16,-1-2-128 0,-1-1 176 0,1 0-176 15,1-1 192-15,0-2 16 0,1-1 16 0,1 0 0 16,-1-1 0-16,2-3-224 0,0-1 128 0,0 0-128 0,1-1 0 15,1-1 0-15,0 0 0 0,2-3 0 0,0-1 0 16,1 0 0-16,0-2 0 0,2 0 0 0,0-1 0 16,0 1 0-16,2-4 0 0,-1 0 0 0,2 0 0 15,-1 0 0-15,1-1 0 0,-1 3 0 0,0 1-160 16,1 0-16-16,0 1 0 0,-2 1 0 0,0 0 0 16,-2 4 176-16,1 1-208 0,-3 0 80 0,1 2 128 15,-2 2 0-15,0-1 0 0,0 2 0 0,-4-3 0 0,0 0 0 16,0 0 0-16,0 0 0 0,3 39 0 0,-4-28 0 0,-1-1 0 15,2-10 0-15,-5 22 128 0,2-11 0 0,1-2 0 16,1 1 0-16,-1-3 0 0,1-1 0 0,1-2 0 16,0 0 0-16,2-1 0 0,0-3-128 0,-1 0 0 15,3 0 0-15,1-3 128 0,0-1-128 0,2 0 0 16,0-2 0-16,2-1 0 0,2-3 0 0,-1-1 0 16,2-1 0-16,1 0 0 0,0-2-208 0,0 2 80 15,1-2 128-15,-1 2-208 16,0 0-192-16,-1 3-48 0,0-1 0 0,-2 0 0 15,0 4-128-15,0 0-16 0,-1 2-16 0,-1 0 0 0,1 3 384 0,-3 1 80 16,0 1 16-16,-1 3 0 0,-5-4 128 0,0 0 128 0,0 0-128 0,0 0 176 16,12 40 272-16,-12-40 48 0,0 0 16 0,0 36 0 15,0-36-208-15,0 0-48 0,-4 35 0 0,2-25 0 16,0-1-48-16,0 1-16 0,2-3 0 0,-1-2 0 16,2-3-64-16,0 1 0 0,1-2-128 0,1 0 192 15,0-2-192-15,1-1 0 0,1 0 0 0,1-3 0 16,1-2 0-16,0 1 0 0,2 0 0 0,1-3 0 15,-3 2-192-15,2-1 32 0,2-1 0 0,1-2 0 16,-1 2-192-16,1-2-32 0,0 4-16 0,0-2 0 0,0 1 32 0,-1 2 16 16,1 0 0-16,-2 2 0 0,0 2 352 15,-1-1-176-15,-2 1 176 0,0 2-128 0,-1-2 128 0,-1 2 0 16,0 2 0-16,-2 0 0 0,0-1 0 0,-1 3 0 16,-2-4 0-16,0 0 0 0,0 0 160 0,0 0-32 15,-3 26-128-15,-1-16 192 0,1 0 144 0,-2 3 32 16,0 0 0-16,0 1 0 15,0 0-144-15,1 0-32 0,1-2 0 0,0 0 0 0,1-3-192 0,1-2 144 16,1 0-144-16,0-1 128 0,1-2-128 0,1-1 0 16,1-1 0-16,0 0 0 0,2-2 0 0,0-2 0 0,1-1 0 0,2-2 0 15,0 3 0-15,2-5 0 0,1 0 0 0,0-1 0 16,2-1-128-16,0-3-16 0,3 0 0 0,0-1 0 31,1-2-336-31,0 0-64 0,1 1-16 0,-1 0 0 0,-2 2-160 16,-1 3-48-16,-2 0 0 0,-1 1 0 0,1 1 272 0,-3 2 48 15,-1 2 16-15,-2 2 0 0,-2 1 432 0,-1 2 0 0,-2 1 0 0,-2 2 0 16,-1 1 448-16,-1 2 80 0,-2 1 16 0,-2 0 0 16,-1 3 192-16,-1 2 32 0,-1 3 16 0,-2-2 0 15,0 2-96-15,1-2-32 0,1-1 0 0,0 1 0 0,2-3-208 0,1-3-64 16,2 1 0-16,3-3 0 0,1-2-144 0,1-3-48 16,2 0 0-16,1-1 0 0,2-2-192 0,2-1 0 15,2-2 0-15,1-2 0 16,1 0-272-16,3-2-160 0</inkml:trace>
  <inkml:trace contextRef="#ctx0" brushRef="#br4" timeOffset="-10696.25">22401 9244 10127 0,'-4'-3'896'0,"1"1"-704"15,1 2-192-15,1-2 0 16,0 1 960-16,0-1 176 0,-2 0 16 0,-2-3 16 0,1 0-128 0,-3-2-16 15,3 0-16-15,-1 2 0 16,1 1-304-16,1 1-48 0,2 2-16 0,-1 2 0 0,1-1 336 0,-1 5 64 0,-1 0 16 0,1 1 0 16,-1 2-448-16,0 1-96 0,-2-1 0 0,0 3-16 15,-1 0-336-15,-2 2-160 0,-1-1 160 0,-1-2-160 0,2 1 0 0,-2-1 0 32,-3 1 0-32,1 1 0 0,2-1 192 0,0 0-48 15,0-2-16-15,1-2 0 0,3 1 512 0,0-2 80 0,2-1 32 0,1 0 0 0,2-5-336 0,2 2-64 31,2-4-16-31,1 2 0 0,4-4 48 0,2 1 16 0,3-3 0 0,1 0 0 0,2-1-144 0,2-3-16 16,3 1-16-16,-1 0 0 0,0-1-224 0,0 0 0 16,-2 1-144-16,0 0 144 0,-2 1-224 0,-1 1 48 31,-2 0 16-31,-3 1 0 0,-1 3 160 0,-3 1-192 16,-3 2 192-16,-2 2-192 0,-2 1 192 0,-1 2 0 0,-5 1-144 15,-2 1 144-15,-1 3 0 0,-4 0-176 0,-2 3 176 0,-1 0-128 16,0 0 128-16,-1-1 0 0,1 1 128 15,1-2-128-15,2 1 384 0,1-3 16 0,3-1 0 0,1-2 0 16,3 0-16-16,1-2-16 0,3-2 0 0,3 0 0 16,2-2-48-16,2-1 0 0,2-1 0 0,3-1 0 15,3-2-80-15,3-2-32 0,2 0 0 0,-1 0 0 16,1-1-208-16,1 1 176 0,2-1-176 0,-2 0 160 16,2 1-160-16,-3 0 0 0,-1 2 0 0,-3 2 0 15,-2-1 0-15,-3 3-144 0,-1 1 144 0,-3 1-160 16,-1 1 160-16,-2 3-208 0,-3-1 80 0,-3 2 128 15,-2 2-224-15,-2 1 80 0,-3 2 16 0,-1-1 0 0,-1 2 128 16,-1-1 0-16,-1 3 0 0,-1-4 0 0,2 1 0 0,1 0 0 16,0-2 0-16,2 0 0 0,3-2 0 0,2-4 176 15,2 1-176-15,2-1 192 0,2-3-192 0,3 0 192 16,1-3-192-16,3 0 192 0,3-1-48 0,2 0 0 16,3-2 0-16,1 0 0 0,2 0-16 0,1 2 0 15,-1-3 0-15,2 2 0 0,0 0-128 0,0 1 0 16,-1 3 0-16,-2-1 0 0,0 1 0 0,-3 1 0 15,0 1 0-15,-14-1 0 0,0 0-320 0,0 0 48 16,0 0 16-16,32 19 0 0,-33-14-80 0,-3 2-16 0,0 0 0 0,-4 0 0 16,1 0 352-16,-2 1-144 0,-2-1 144 0,0 2 0 15,1-2 0-15,0 0 128 0,1-1 0 0,1 0 16 16,2-1 240-16,0 0 32 0,2 0 16 0,2-1 0 16,2-1-96-16,1-1-16 0,3-1 0 0,2-1 0 15,2-1-160-15,2-1-32 0,3-1-128 0,1 1 192 16,2-3-64-16,2 0-128 0,0 0 176 0,1-2-176 15,-1 2 0-15,-1 1 0 0,-2 2 0 0,-2 0 0 16,-1 1-368-16,-4 1-16 0,-8 0-16 0,0 0 0 16,0 0-112-16,0 0-32 0,0 0 0 0,0 0 0 0,0 0 320 0,4 38 64 15,-13-29 16-15,-2 1 0 0,-2 0 144 0,-1-1 0 16,0 3 128-16,0-3-128 0,0 1 416 0,1-3 16 16,1 2 0-16,1-3 0 0,1 0 96 0,2-1 32 15,2 0 0-15,3-3 0 0,0 0-240 0,3-2-64 16,3 1 0-16,1-1 0 0,3-1-128 0,2 1-128 15,2-2 192-15,4 0-192 0,3 0 192 0,0-3-64 16,2 2 0-16,-1 1-128 0,2-2 128 0,0 1-128 0,1-2 0 16,-1 3 0-16,-2-1 0 0,0-1 0 0,-4 3 0 0,-1-1 0 15,-2 2 0-15,-1-1 0 0,-4 2 0 0,-2-1 0 16,-3 2 0-16,-2 1 0 16,-2 2 0-16,-3-1-144 0,-2 4 144 0,-4-2 0 0,-1 3 0 0,-2-1 0 15,0 0 0-15,-1 2 0 0,0-1 0 0,-1 0 0 16,1-1 0-16,0-1 128 0,2 1-128 0,1-2 176 15,3-2-48-15,2 1 0 0,1-3 0 0,2 1 0 16,3-3-128-16,1 0 128 0,3 0-128 0,1 0 128 16,2-2-128-16,3 1 0 0,1-1 0 0,2-1 0 15,2 0 0-15,2-1 0 0,1 0 128 0,2 1-128 0,0-1 0 0,1 1 0 16,-3-2 0-16,1 3 0 0,1 0 0 0,-1-1 0 16,2 1 0-16,-2-1 0 0,1 3 0 0,-3-2 0 15,-2 2 0-15,-14 0 0 0,24 3 0 0,-24-3 0 16,0 0 0-16,0 0 0 0,0 0 0 0,0 0 0 15,0 0 0-15,-2 43 0 0,-7-34 0 0,1 0 0 16,-1 3 0-16,-1-2 0 0,0-1 0 0,1 1 0 16,1 0 0-16,0-2 0 0,3-1 0 0,1-1 128 15,1 0-128-15,2-3 128 0,1 0-128 0,3-1 160 16,2-2-160-16,1 0 160 0,3-3-160 0,3-1 0 0,3 1 0 16,2-4 128-16,3 0-128 0,2-3 0 0,1 3 0 0,1-2 128 15,-1 1-128-15,1-1 0 0,0 2 0 0,-1-2 0 31,-3 4 0-31,1-3 0 0,-3 4 0 0,2-1 0 0,-4 1 0 0,0 3 0 16,-2-1-144-16,-3 2 144 0,-11 0 0 0,0 0-128 0,0 0 128 0,0 0 0 16,0 0 0-16,0 0 0 15,0 0 0-15,0 0 0 0,1 42 0 0,-9-34 0 0,-2-3 0 0,1 2 0 0,1-3 0 16,-1 1 0-16,2 0 0 0,0-3 0 0,3 0 0 0,0-2 0 31,3 0 0-31,1 0 0 0,2-2 0 0,2-2 0 0,1-1 0 0,5-2 0 0,1-1 0 0,3 0 0 16,2-2 0-16,3-1 0 0,1 0 0 0,2 2 0 31,0-1 0-31,-1 1 0 0,1 1 0 0,-4 2 0 0,0 1 0 0,-3 0 0 0,-2 3 0 0,-2 0 0 31,-2 2 0-31,-2 0 0 0,-7 0 0 0,0 0 0 16,0 0 0-16,0 0 0 0,0 0 0 0,0 0 0 16,0 35 0-16,-5-26 0 0,0-1 0 0,1 1 128 15,-2-2-128-15,1 0 0 0,2 0 128 0,-1-2-128 16,1 0 0-16,1-3 144 0,1 1-144 0,1-1 0 0,0-2 144 0,2 0-144 15,1-3 0-15,1 1 128 0,0 0-128 0,2-2 0 16,1-1 0-16,1 0 0 0,1 0 0 0,0-2 0 16,1 2 0-16,1-2 0 0,1-2 0 0,2 2 0 15,0 1 0-15,0-2 0 0,2 1 0 0,0 1 0 16,0 1 0-16,-1 1 0 0,-2 2 0 0,0 1 0 16,-1 1 0-16,-12 0 0 0,0 0 0 0,0 0 0 15,35 15 0-15,-35-15 0 0,0 0 0 0,0 0 0 16,0 0 0-16,23 38 0 0,-23-38 0 0,0 0 0 0,0 0 0 0,0 0 0 15,0 0 0-15,15 35 0 0,-15-35 0 0,0 0 0 16,0 0 0-16,0 0 128 0,0 0-128 0,0 0 0 16,25 3 0-16,-19-6 128 0,1-2-128 0,-2 1 0 15,3-1 0-15,-2-2 0 0,3 2 0 0,-1-2 0 16,1 0 0-16,1 0 0 0,1 0 0 0,-1 2 0 16,0 0 0-16,0 0 0 0,0 3 0 0,1-3 0 15,0 3 0-15,-1-1 0 0,-1 1 0 0,1 2 0 16,-1-1 0-16,-1 1 0 0,1 0 0 0,-9 0 0 15,0 0 0-15,0 0 0 0,32 8 0 0,-32-8 0 16,0 0 0-16,0 0 0 0,0 0 0 0,0 0 144 0,35 26-144 0,-35-26 0 16,0 0 192-16,0 0-192 0,0 0 192 0,0 0-192 15,33 31 128-15,-33-31-128 0,0 0 0 0,0 0 0 16,0 0 0-16,31 12 0 0,-31-12 0 0,17 0 0 16,-7-2 0-16,0-3 0 0,2 0 0 0,-1 0 0 15,2-2 0-15,0 0 0 0,0-2 0 0,1-1 0 16,0 0 0-16,-1 2 0 0,0 0 0 15,-1-1 0-15,-1 4 0 0,-1-2 0 0,-1 4 0 0,-3 3 0 16,1 0 0-16,-3 0 0 0,-4 0 0 0,0 0 0 0,0 0 0 0,0 0 0 16,0 0 0-16,9 39 0 0,-9-39 0 0,0 0 0 15,0 0 0-15,11 42 0 0,-11-42 0 0,0 0 0 16,0 0 0-16,0 0 0 16,29 32 144-16,-29-32-144 0,0 0 0 0,29 1 144 0,-17-2-144 15,0-2 128-15,1-3-128 0,0 0 128 0,0-1-128 0,0-1 0 16,-1 0 0-16,1 0 0 15,-1-1 0-15,-1 1 0 0,-1 4 0 0,-2-1 0 0,0 2 0 0,-2 2 0 16,0 0 0-16,-2 1 0 0,-4 0 0 0,0 0 0 0,0 0 0 0,0 0 0 16,0 0 0-16,0 0 0 15,9 39 0-15,-9-39 0 0,0 0 0 0,0 0 0 0,9 39 0 0,-9-39 0 16,0 0 0-16,0 0 0 0,0 0 0 0,34 29 0 16,-34-29 0-16,25-3 0 15</inkml:trace>
</inkml:ink>
</file>

<file path=ppt/ink/ink1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1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30T03:15:25.075"/>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32 1 4143 0 0,'0'0'0'0'0,"-1"-1"368"0"0,-3 1-345 0 0,1 0 201 0 0,-1 1 136 0 0,0 1-243 0 0,-1 0-118 0 0,0 1 30 0 0,2 1-383 0 0,1 1-96 0 0,2-1 277 0 0,3 2-1618 0 0,5-2 1498 0 0,0-2-2141 0 0</inkml:trace>
</inkml:ink>
</file>

<file path=ppt/ink/ink138.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5:35:33.440"/>
    </inkml:context>
    <inkml:brush xml:id="br0">
      <inkml:brushProperty name="width" value="0.05292" units="cm"/>
      <inkml:brushProperty name="height" value="0.05292" units="cm"/>
      <inkml:brushProperty name="color" value="#FF0000"/>
    </inkml:brush>
  </inkml:definitions>
  <inkml:trace contextRef="#ctx0" brushRef="#br0">13004 11681 911 0,'1'0'0'0,"-1"-2"0"0,0 1 0 0,0 1 0 15,1 0 704-15,-1 0 48 0,0 0 16 0,1 0 0 16,-1-2 304-16,0 2 64 0,0-1 16 0,1 0 0 16,-1 1 192-16,0-2 32 15,0 2 16-15,0-1 0 0,-1 1-176 0,1 0-16 0,0 0-16 0,-1 0 0 31,1 1-96-31,0-1-32 0,-1 2 0 0,0-2 0 0,1 0-224 0,-1 1-64 0,1 0 0 0,0-1 0 16,0 2-256-16,0-2-64 0,0 0-16 0,0 0 0 16,0 1 64-16,0-1 16 0,0 2 0 0,0-2 0 15,-1 2 0-15,1-1 16 0,-1 1 0 0,0 0 0 16,1 1-32-16,-1 1-16 0,-1 1 0 0,1 0 0 0,-2 2-112 0,1 2-32 16,0 0 0-16,0 3 0 15,-1 0-96-15,1 0-32 0,0 2 0 0,-2 0 0 0,2 1-208 0,-2-3 176 31,1-1-176-31,-1 1 160 0,2-1-160 0,-2 0 192 0,1-1-192 0,0-1 192 0,1-1-192 0,-1-2 160 16,3-6-160-16,-4 12 160 0,4-12-160 0,0 0 0 16,-3 9 0-16,2-9 0 15,0 1 0-15,1-2 0 0,0 1 0 0,0-2 0 0,0-2 0 0,0 1 0 16,1-3 0-16,0-2 0 0,1-1 0 0,0-1 0 16,0 0 0-16,0 0 0 0,0-1 0 0,0 1 0 0,1-1 144 15,0 1-144-15,-1-2 0 0,1 0 144 0,-1 3-144 0,0-1 0 31,1 1 160-31,-1-1-160 0,2 3 128 0,-2-2-128 16,2 1 0-16,0-1 128 0,1 1-128 0,-1 0 0 0,2 3 192 0,-1-2-64 0,2 0 0 0,-2 2 0 16,2-1 64-16,-1 0 0 0,2 0 0 0,-1 1 0 15,-1 0-64-15,-1 2-128 16,1 1 192-16,-6 2-64 0,0 0-128 0,0 0 128 0,0 0-128 0,0 0 128 16,0 0-128-16,0 0 0 15,0 0 0-15,36 14 0 0,-36-14 0 16,0 0 0-16,0 0 0 0,0 0 0 0,0 0 0 0,8 33 0 15,-8-33 128-15,0 0-128 0,0 19 0 0,0-19 0 16,-1 14 0-16,-1-6 0 0,1 1 0 0,-1-2 0 16,0 3 0-16,-2-4 128 0,2 3-128 0,0-3 0 15,-1 2 0-15,0-1 128 0,0-1-128 0,0 2 0 16,2-2 0-16,-2-1 128 0,1 1-128 0,0-2 0 16,0 0 0-16,2-1 0 0,-1-1-128 0,1 0-64 15,0-2-16-15,0 0 0 16,0 0-1328-16,0 0-272 0,0 0-48 0,0 0-12176 0</inkml:trace>
  <inkml:trace contextRef="#ctx0" brushRef="#br0" timeOffset="415.5">13240 11707 5519 0,'1'-3'240'0,"0"3"64"15,0-2-304-15,-1 2 0 0,0 0 0 0,0 0 0 16,0 0 1344-16,0-1 192 0,0 1 64 0,0-1 0 15,-2 1 256-15,1 1 64 0,0 0 16 0,-1-1 0 0,0 2-656 0,0 1-128 16,-1-1-16-16,2 2-16 0,-2 0-288 0,-1 3-64 16,1-1-16-16,0 2 0 15,-1 1-304-15,0 1-64 0,1-1-16 0,0 3 0 0,3-12-48 0,-5 26 0 16,5-26 0-16,-3 28 0 16,3-28 0-16,-1 22 0 0,1-22 0 0,0 0 0 15,5 28-176-15,-5-28-144 0,0 0 192 0,0 0-192 0,0 0 160 0,0 0-160 16,0 0 128-16,37 17-128 0,-37-17 352 0,16-9-16 15,-16 9 0-15,17-12 0 0,-8 2 32 0,-1-1 0 16,1 1 0-16,-1-2 0 0,-1-2-240 0,0 2-128 0,-2-3 160 0,1 1-160 16,-2 0 0-16,-1 0 0 0,-1 1 0 0,-1 1 0 15,-1 1 0-15,-2 0 0 16,-1 2 0-16,0 1 0 0,-1 4 352 0,-1-1-32 0,-1 4 0 0,-2-1 0 16,-2 4 272-16,0-1 48 0,-1 3 16 0,1 1 0 15,0-2-208-15,0 4-32 0,1-3-16 0,1 1 0 16,0 1-272-16,3-3-128 0,1 2 0 0,2-2 128 15,2-3-416-15,1 0-96 0,-1 0 0 0,0 0-16 16,0 0-1968-16,23-10-400 16</inkml:trace>
  <inkml:trace contextRef="#ctx0" brushRef="#br0" timeOffset="824.64">13481 11589 8287 0,'-1'0'736'0,"1"0"-592"15,0 0-144-15,0-1 0 0,0 1 1280 0,0 0 208 16,0-2 48-16,-1 2 16 0,1 0 688 0,0-1 144 16,-1 0 32-16,0 1 0 0,0-2-1040 0,0 1-208 15,1 1-32-15,-1 0-16 0,1 0-160 0,-1 0-16 0,1 3-16 0,0-2 0 16,-1 2-480-16,0 0-112 0,0 0-16 0,-1 1 0 16,0 0-96-16,0 0-32 15,-1 2 0-15,2 1 0 0,-2-2 256 0,1 3 32 0,-1 0 16 0,-1 1 0 16,2 2-80-16,-2 0-16 0,1 2 0 0,-1 3 0 15,1-2-176-15,-2 2-32 0,1 2-16 0,0-2 0 16,1 1-176-16,0-1 0 16,3-16 144-16,-2 26-144 0,2-26 0 0,-1 19 128 15,1-19-128-15,0 0 0 0,0 0 0 0,0 0 0 0,12 31 0 0,-12-31 0 16,0 0 0-16,0 0 0 0,0 0 0 0,0 0 128 16,0 0-128-16,32 2 0 0,-32-2 128 0,13-9-128 0,-13 9 192 0,12-10-16 15,-5 4-16-15,-3 0 0 0,2 2-160 0,-2-3 0 16,2 2 0-16,-1-2 128 15,-1 2-128-15,0-2 0 0,0 1-192 0,-2 1 192 32,1 1-640-32,-2 0-16 0,1-1 0 0,-2 1 0 0,0 1-960 0,-1 1-192 0,0-1-48 0,-1-2 0 15,0 3-672 1,0 0-144-16,-2 0-16 0,-1-1-6832 0</inkml:trace>
  <inkml:trace contextRef="#ctx0" brushRef="#br0" timeOffset="1015.55">13364 11712 10127 0,'-1'0'448'0,"0"0"96"0,1 0-544 0,0 0 0 0,0 0 0 0,0 0 0 16,0 0 2064-16,1 1 304 0,1 0 64 0,-2-1 16 31,0 0 656-31,0 0 128 0,0 0 32 0,0 0 0 0,34 2-1088 0,-34-2-192 16,0 0-64-16,35-9 0 0,-35 9-960 0,26-9-208 0,-26 9-48 0,27-10 0 16,-27 10-416-16,27-12-96 15,-27 12 0-15,27-9-16 16,-27 9-176-16,24-9 0 0,-24 9 0 0,23-10 0 15,-23 10-528-15,22-10-144 0</inkml:trace>
  <inkml:trace contextRef="#ctx0" brushRef="#br0" timeOffset="5053.45">13944 11757 13823 0,'-3'0'1216'0,"2"0"-960"0,0 0-256 0,1 0 0 15,-1 0 0-15,1 0 128 0,0-2-128 0,0 2 0 16,0-1 432-16,-1 1-16 0,1 0 0 0,0 0 0 16,0 0 384-16,0 0 80 0,0 0 16 0,0 0 0 0,0 0 272 0,0 0 64 15,0 0 16-15,0 0 0 0,0 0-192 0,0 0-32 16,35 26-16-16,-35-26 0 15,0 0-320-15,0 0-64 0,34-4-16 0,-34 4 0 16,19-10 240-16,-19 10 48 0,20-14 16 0,-12 7 0 0,1-2-288 0,0 0-64 16,-2-1-16-16,1 0 0 0,-1 1-384 0,-1-1-160 15,-1 0 128-15,0-1-128 0,-1 1 0 0,0 1 0 16,0-1 0-16,-2 3 0 0,0 0 0 0,-2 0 0 16,0 2 0-16,-1 0 0 0,-1 3 0 0,-2-1 0 15,0 1 128-15,0 2-128 0,-2 0 160 0,0 2 0 0,-2 1 0 0,1 2 0 16,-3 0 32-16,1 2 16 15,-1-2 0-15,1 2 0 0,0 0-208 0,-1 2 0 0,0 1 128 0,0-1-128 16,0 3 0-16,0 0 0 0,2 2 0 0,1-2 0 16,2 5 144-16,1-3-144 0,4-14 128 0,-4 28-128 15,4-28 240-15,1 26-48 0,-1-26 0 0,0 0 0 16,8 29 48-16,-8-29 0 0,0 0 0 0,0 0 0 16,0 0 16-16,0 0 0 0,32 24 0 0,-32-24 0 15,0 0-64-15,0 0 0 0,0 0 0 0,33-1 0 16,-33 1-64-16,0 0-128 0,21-7 176 0,-21 7-176 15,0 0 0-15,20-12 0 0,-20 12 0 0,14-9 0 16,-14 9 0-16,14-10 0 0,-14 10-176 0,16-12 176 16,-8 6-1472-16,2-2-176 0</inkml:trace>
  <inkml:trace contextRef="#ctx0" brushRef="#br0" timeOffset="5607.83">14333 11681 7359 0,'-1'2'656'0,"1"-2"-528"0,0 0-128 0,0 0 0 0,1 0 2144 0,-1 0 400 15,0-2 80-15,1 2 0 0,0-3 672 0,1 1 128 0,0 0 32 16,0-1 0-16,1 1-1296 0,-1-1-256 0,0 0-48 0,0 0-16 16,0 0-880-16,1-1-160 0,-2 1-32 0,1 1-16 15,-1-3-464-15,1 2-96 16,-1-1 0-16,-1 2-16 0,1-1-176 0,-2 0 0 0,0 1 0 0,-1 0 0 15,0 0 0-15,-1 0 0 0,0 1 0 0,-2 1 0 16,0 0 0-16,-1 0 0 0,-1 0 0 0,-1 1 0 16,0 3 0-16,-1-1 0 0,-2 4 0 0,1-1 0 0,0 4 0 0,0 0 0 15,0 0 0-15,2 1 0 0,2-2-176 16,0 3 176 0,1 0-128-16,1 0 128 0,1 1 0 0,3-13 0 0,-3 23 0 0,3-23-128 0,0 0 128 0,4 26 0 15,-4-26 0-15,0 0 0 0,0 0 0 0,0 0 0 16,0 0 0-16,29 30 0 15,-29-30 0-15,0 0 128 0,0 0-128 0,0 0 0 0,34-7 0 0,-34 7 128 16,14-9-128-16,-7 1 0 16,0 0 0-16,-1 0 128 0,1-1-128 0,-2 2 0 0,1-3 0 0,0 3 0 15,-2-2 0-15,1 1 0 0,-1-1 0 0,-1 2 0 16,1-1 0-16,-1 0-128 0,-1 2 128 0,-1 2-128 0,0-3 128 0,0 3-128 31,-1 1 128-31,0 0 0 0,0 3 0 0,0 0 0 0,0 0 0 0,0 0 0 0,0 0 0 0,0 0 0 16,0 0 0-16,0 0 0 0,5 29 0 0,-5-29 0 15,0 0 192-15,0 0-48 0,0 0 0 0,10 32 0 16,-10-32 112 0,0 0 0-16,0 0 16 0,0 0 0 15,0 0-144-15,0 0-128 0,0 0 192 0,39 13-192 16,-39-13 128-16,0 0-128 0,18-7 0 0,-18 7 0 16,12-8 0-16,-5 1 0 0,2 0-160 0,-1-2-11904 15,2 0-2384-15</inkml:trace>
  <inkml:trace contextRef="#ctx0" brushRef="#br0" timeOffset="5958.68">14660 11551 3679 0,'0'0'320'0,"6"-5"-320"16,-6 5 0-16,0 0 0 0,0 0 2912 0,1-2 512 15,-1 2 96-15,0 0 32 0,3-3 224 0,-5 1 64 16,-1 4 0-16,-1-1 0 0,-2 3-1600 0,-1 0-304 16,0-1-64-16,-1 4-16 0,-1-4-784 0,0 4-176 15,1-3-16-15,-1 3-16 0,0 0-480 0,1-1-80 0,-1 0-32 0,1-1 0 16,1 2-272-16,-1 0 128 15,3 0-128-15,0 1 0 0,2-2 0 0,3-6 0 0,0 0 0 0,0 0 0 16,0 0 0-16,0 0 0 0,0 0 0 0,20 31 0 16,-20-31 0-16,0 0 0 0,0 0 0 0,36 7 0 15,-36-7 0-15,0 0 0 0,0 0 0 0,42 5 0 16,-42-5 0-16,0 0 0 0,0 0 0 0,40 7 0 16,-40-7 0-16,0 0 0 0,0 0 0 0,0 0 0 15,29 23 0-15,-29-23 0 0,0 0 0 0,0 0 0 16,0 0 0-16,-1 29 0 0,1-29 0 0,-8 12 0 0,2-4 128 15,0-2-128-15,-2 2 0 0,0-3 0 0,0 2 240 0,-2-1-64 16,-2 0-16-16,0 0 0 0,0 0-160 0,-1 0 128 16,0-1-128-16,-1 0 128 0,1-1-128 0,0-3 0 15,2 3 0-15,1-4 0 0,2 0 0 0,1-4 0 16,3 1 0-16,1-4-18752 0</inkml:trace>
  <inkml:trace contextRef="#ctx0" brushRef="#br0" timeOffset="7279.09">13086 11444 10127 0,'-2'0'896'0,"0"0"-704"15,2 0-192-15,-1 0 0 0,0 0 1344 0,1 0 256 16,-2-2 32-16,-1 0 16 0,-1-2 448 0,-1-2 80 16,0-1 32-16,-1-1 0 0,2-3-160 0,0-1-16 15,-1-4-16-15,1-1 0 0,0 1-416 0,0-4-64 16,1 1-32-16,2-3 0 0,-1 2-624 0,2-4-128 15,0-4-32-15,2-2 0 0,-1-2-336 0,3-2-64 0,1-2 0 0,1 2-16 16,1 0-144-16,-1 3-32 0,3-1 0 0,-1 3 0 16,1 0-128-16,1-2 0 0,1 4 0 0,1 0 128 15,0 3-128-15,-2 2 0 0,0 2 0 0,-2 3 0 16,0 2 0-16,-2 3 0 0,-1 0 0 0,-1 4 0 16,-2 2 0-16,-2 0 0 0,1 3 0 0,-2 0 0 15,0 3 0-15,0-2 0 0,-2 2 0 0,1 0 0 16,-1 0-128-16,0 2 128 0,0-1 0 0,-1 2 0 15,0 1 0-15,0 0 0 0,0-1 0 0,-2 2 0 16,2 0 0-16,-1 2 0 0,0-3 0 0,-1 3 0 16,0-2 0-16,1 2 0 0,-2 0 0 0,2 0 0 0,-2 0 0 0,1 3 0 15,-2 0 0-15,-1-1 0 0,0 3 0 0,0 2 0 16,-2-2 0-16,2 2 0 0,1 0-128 0,0-4 128 16,2 1-160-16,1 1 160 0,1-2-304 0,0 0 48 15,1-1 0-15,2-2 0 16,1-2-576-16,1-2-128 0,2-1 0 0,0-4-16 15,1-1-144-15,2-3-32 0,1-3 0 0,2-2 0 16,2-3-128-16,2-2-48 0,-1-2 0 0,1-1 0 16,-1 3 48-16,0-3 16 0,0 0 0 0,-1 2 0 0,1-2 832 0,-2 5 176 0,1 0 16 0,-1 0 16 15,1 2 688-15,-1 0 144 0,0 0 32 0,-1 5 0 16,-2 2 1120-16,0 4 224 0,-4 1 64 0,0 3 0 16,-3-3-672-16,0 0-128 0,3 29-32 0,-5-12 0 15,0 1-512-15,-1 2-96 0,1-2-32 0,1 2 0 16,-1-4-384-16,0 3-64 0,1-2-128 15,1-2 176-15,0-15-1184 0,4 27-224 0</inkml:trace>
  <inkml:trace contextRef="#ctx0" brushRef="#br0" timeOffset="9085.57">14978 11572 12895 0,'3'-4'1152'0,"-3"3"-928"0,0-1-224 0,0 2 0 16,0 0 880-16,0 0 128 0,-1-1 16 0,1 0 16 16,-1 0 96-16,-1 0 16 0,1 0 0 0,-2 1 0 15,1 0-176-15,-1 1-16 0,0 0-16 0,0 0 0 16,-1 0-272-16,1 2-48 0,2-3-16 0,-2 1 0 15,0 1-80-15,-1-2-16 0,2 0 0 0,-1 0 0 16,-1 2 1088-16,0-2 192 0,0 0 64 0,-1 2 0 16,0 0-1856-16,1 1-432 0,-1-1-48 0,0 2-16 0,0 0 752 0,1 0 160 15,1 1 32-15,-1-3 0 0,1 1-192 0,1 0-16 16,0-1-16-16,1 0 0 0,1-1-224 0,-1 0 0 16,1-1 128-16,1 0-128 0,0 0 0 0,0 0 0 15,0 0 0-15,1-1 0 0,-1 0 0 0,0 1 0 16,1 0 0-16,-1-2 0 0,0 1 0 0,0 0 0 15,0 1 128-15,-1-1-128 0,1 1 0 0,0 0 0 16,-1 0 0-16,0 0 0 0,0 0 0 0,0 0 0 0,0 1 0 0,0-1 0 16,0 0 0-16,-1 0 128 15,1 0-128-15,-1 0 0 0,1 0 128 0,-1 0-128 0,1 0 0 0,0 0 144 16,0 0-144-16,-1 0 160 16,1-1-160-16,-1 1 160 0,1-2-16 0,0 1 0 15,0-1 0-15,0 1 0 0,0 0 16 0,0-1 0 16,0-1 0-16,0 1 0 0,-1 2-32 0,1-2-128 0,-1 1 192 0,1 1-64 15,-1-2-128-15,0 2 192 0,0-1-192 0,-1 0 192 16,1 1-192-16,-1-2 160 0,1 1-160 0,1 1 160 16,-2-2 32-16,1 2 0 0,0-2 0 0,0 1 0 0,0 1 0 0,1-2 0 15,-1 2 0-15,1-1 0 0,-1 0-192 0,1 1 160 16,0 0-160-16,0-2 160 0,1 2-160 0,0 0 0 16,0-2 144-16,0 1-144 15,1 1 0-15,-1 0 144 0,0 0-144 0,1 0 0 16,0 0 160-16,0 1-160 0,1 1 128 0,-1 1-128 0,-2-3 128 0,0 0-128 15,0 0 0-15,0 0 128 0,0 0-128 0,0 0 0 16,19 41 144-16,-19-41-144 0,0 0 0 0,0 0 128 16,15 43-128-16,-15-43 0 0,0 0 0 0,13 33 0 0,-13-33 0 15,0 0 128-15,0 0-128 0,17 38 0 0,-17-38 0 0,0 0 0 16,0 0 0-16,0 0 0 16,0 0 0-16,0 0 0 0,0 0 0 0,0 0 0 0,0 0 0 0,38 14 0 15,-34-18 0-15,1-3 0 0,0 2 0 0,0-2 0 16,1 0 0-16,-1-1 0 0,1-1 0 0,-1 0-128 15,2-2-80-15,-1 0-16 0,-1-1 0 0,1 0 0 32,-2 3-224-32,1-3-32 0,0-1-16 0,-1 1 0 0,0 2 64 0,0 0 16 0,-1 3 0 0,0 1 0 15,0 0 288-15,-2 2 128 0,0 1-128 0,-1 1 128 0,0 0 0 0,-1 0 0 16,-1 1 0-16,0 1 0 0,1 0 0 16,-2 0 144-16,2 1-144 0,-1 0 160 0,-1 2 96 0,0-1 0 15,1 0 16-15,-1 1 0 0,2 2-48 0,-2-1-16 16,1 1 0-16,-1 0 0 0,3-5-32 0,-2 14-16 15,2-14 0-15,-2 19 0 0,2-19-160 0,0 0 160 16,0 29-160-16,0-29 160 0,1 23-160 0,-1-23 0 16,2 29 0-16,-2-29 128 0,2 33-128 0,-2-33 0 15,3 38 0-15,-3-38 0 0,1 43 0 0,-1-43 128 16,-1 42-128-16,0-22 0 0,-1 0 0 0,-1-1 128 16,1 0-128-16,-3-2 0 0,0 0 0 0,0-2 128 0,-2-2-128 0,0 0 0 31,-1-2 128-31,-1-1-128 0,-2 1 0 0,-1-4 128 0,0 1-128 0,-1-2 160 0,-3-3-160 0,-1-1 160 15,0-2-32-15,0-2-128 16,-1-3 192-16,4 0-64 0,1-4-128 0,1-1 128 0,2-4-128 0,2 0 128 16,2-3-128-16,1-2 0 0,3-2 0 0,4-2 0 15,3 1-160-15,1 0-112 0,3 2-32 0,2 2-17824 16</inkml:trace>
  <inkml:trace contextRef="#ctx0" brushRef="#br0" timeOffset="10052.57">15559 11605 12895 0,'2'-9'576'0,"0"2"112"0,0 2-560 0,0 0-128 0,-1 2 0 0,0 1 0 16,0 0 1856-16,1-5 352 0,2 0 64 0,0-3 16 15,0 1 656-15,-1 2 128 0,-1 2 16 0,0 2 16 16,-2 1-1248-16,0 4-256 0,-1-1-64 0,0 3 0 0,-1 1-832 0,0 2-192 16,-1 0-16-16,1 3-16 0,-2 2-352 0,1-1-128 15,-1 2 0-15,1 1 144 0,-1 2-144 0,0 0 0 16,2 2 0-16,2-18 0 0,-3 37 0 0,3-37 0 16,1 38 0-16,-1-38 0 0,2 33 0 0,-2-33 0 15,4 28 0-15,-4-28 0 0,0 0 0 0,0 0 0 16,17 34 0-16,-17-34 0 0,0 0 0 0,0 0 0 15,0 0 128-15,0 0-128 0,29-5 0 0,-24-2 0 16,0 2 0-16,-1-3 0 0,1-1 0 0,-1 0 0 16,0-2 0-16,-1 1 0 0,0 0 0 0,-1 1-224 15,-1 0 80-15,-3-1 16 16,0 0-496-16,-2 3-80 0,0 0-32 0,-3 0 0 16,1 2-896-16,-3 3-176 0,-1-2-48 0,-1 4 0 15,-2 2-448-15,-2 0-112 0,-1 3-16 0,-1 2 0 16,-3-2-16-16,2 2-16 0,-2 0 0 0,2 1 0 0,0-2 688 15,2 1 144-15,2-2 32 0,2 0 0 0,3-3 2400 0,1 0 480 0,2-1 112 0,2 1 16 16,0-2 912-16,2 2 192 0,1-2 48 0,1 0 0 16,2 0 944-16,1-2 192 0,2 0 32 0,-5 2 16 15,0 0-2080-15,25-7-432 0,-25 7-80 0,26-6 0 0,-26 6-352 16,31-8-64-16,-11 2-16 0,3-1 0 0,1 2-320 0,-1-2-64 16,0 0-16-16,0 1 0 0,0 0-96 0,-3 0-32 15,-20 6 0-15,36-10 0 0,-36 10-192 0,30-7 0 16,-30 7 128-16,27-7-128 0,-27 7 1664 0,24-8 272 15,-24 8 64-15,19-7 16 16,-19 7-3488-16,16-5-704 0,-16 5-144 0,0 0-32 16,18-6 400-16,-15 3 80 0,-1 3 16 0,0-2 0 15,0 1-704-15,-1 1-144 0,-1-1-32 0,1 0 0 16,0 1 1312-16,-1-2 256 0,2 2 48 0,-2 0 16 0,1-2 1104 0,0 2 0 16,1-3 272-16,0 1-48 0,0 0 880 0,-1 1 176 15,1-1 48-15,-1 0 0 0,0 2 384 0,-1-2 80 0,0 2 0 16,-1 0 16-16,-1 2-400 0,0 0-96 0,-1 3-16 0,-1 0 0 15,1 0-592-15,-1 4-112 0,-2 0-16 0,1 3-16 16,-1 0-256-16,2 2-48 0,0 1-16 0,0 0 0 16,4-15-240-16,-3 29 144 0,3-29-144 0,0 0 128 15,10 36-128-15,-10-36 192 0,0 0-192 0,0 0 192 16,35 19-64-16,-35-19-128 0,24-5 192 0,-24 5-64 16,29-12 0-16,-13 1-128 0,-2 1 192 0,-2-2-64 15,-1 3-128-15,0-3 160 16,-2-2-160-16,-1 0 160 0,-3-1-160 0,-2 3 0 0,-3 1 0 0,-4 1 0 0,-1 0 0 0,-5 4 0 15,0 0 0-15,-3 2 0 0,0 4 0 0,-4 0 0 16,-2 0-128-16,1 4 128 16,2 0-512-16,2 1-48 0,1-1 0 0,3 1-17696 15</inkml:trace>
  <inkml:trace contextRef="#ctx0" brushRef="#br0" timeOffset="10783.61">16397 11691 11679 0,'2'-8'512'0,"-1"1"128"0,1 0-512 0,-1 2-128 0,0 1 0 0,0 2 0 15,0-1 1824-15,1-2 352 0,0-2 64 0,0-2 0 0,0-1 896 0,0 3 192 16,0 2 16-16,-1 1 16 0,-1 3-1168 0,0 1-224 16,-1 4-48-16,-1 2-16 0,-1 1-1136 0,1 3-208 15,-2 4-48-15,-2 2-16 0,1 3-336 0,-2 0-160 16,1 5 160-16,-1 0-160 0,0-1 0 0,0-2 128 15,2 1-128-15,0-6 0 0,1-4 0 0,2 0 0 16,2-12 0-16,0 0 0 16,0 0 0-16,0 0 0 0,0 0 0 0,0 0 0 0,0 0 0 0,13-9 0 15,-6-5 0-15,1-1 0 0,2-3 0 0,0-2 0 16,0 0 0-16,1 0 0 0,-1 1 0 0,1 0 0 0,1-2 0 16,-2 3 0-16,0 0 0 0,1 1 0 0,0 0 0 0,0 2 0 31,1 1 0-31,-2 5 0 0,-2 1 0 0,-8 8 0 0,0 0 0 0,0 0 128 0,0 0-128 0,0 0 0 15,0 0 0-15,24 37 128 0,-24-37-128 0,-3 35 0 16,-2-12 144-16,-2 0-144 0,1 3 128 0,-2-2-128 16,0 0 0-16,0-4 0 0,1-2 128 0,1-2-128 15,1-6 0-15,1-1 0 0,2-2 0 0,0-4 0 16,0-1 0-16,2-2 0 0,-1-2 0 0,2-3 0 16,1 0 0-16,1-4 0 0,1-3 0 0,1-3 0 0,2-2 0 0,0-1 0 15,0-1 0-15,1 0 0 0,1-2-160 0,-1 2 160 16,2 0-208-16,-2 5 80 0,0 0 128 0,1 2-160 31,1 1 160-31,1 0-160 0,-1 5 160 0,-10 6 0 16,19-8 0-16,-19 8 0 0,0 0 0 0,0 0 0 15,0 0 0-15,0 0 0 0,26 33 0 0,-26-33 0 0,1 24 0 0,-1-24 0 0,-4 29 0 0,0-13 128 16,0 3-128-16,-3-2 0 0,1 1 0 0,1-1 128 16,-1 0-128-16,3-3 0 0,3-14 0 0,-6 22 144 15,6-22-144-15,0 0 0 0,-1 23 0 0,1-23 0 31,0 0 0-31,0 0 0 0,0 0 0 0,0 0 0 0,0 0 0 0,19-11 0 32,-13 3-672-32,2-4-192 0</inkml:trace>
  <inkml:trace contextRef="#ctx0" brushRef="#br0" timeOffset="11330.41">16853 11678 12895 0,'-1'0'1152'0,"1"0"-928"0,1 0-224 0,0 0 0 16,0 0 2688-16,0-2 512 0,0 2 80 0,0-1 32 16,1 0-816-16,1-3-144 0,1 0-48 0,1 0 0 15,-1-1-1312-15,0-2-272 0,0 0-48 0,-1 1-16 16,2-2-144-16,-2 1-48 0,-1-3 0 0,-2 3 0 0,1-2-304 0,-2 1-160 16,1 1 160-16,-4 2-160 15,-1 1 0-15,0 0 0 0,-1 3 0 0,-2 1 0 16,0 1 0-16,-1 4 176 0,-2 3-176 0,0 2 160 15,-1 1-16-15,1 1 0 0,-1 0 0 0,0 2 0 0,1 1-144 0,0-1 128 16,2 1-128-16,1 1 128 0,2-3-128 0,2-2 0 16,4-11 0-16,0 0 128 0,0 0 0 0,5 30 0 15,-5-30 0-15,0 0 0 0,0 0 0 0,0 0 0 16,0 0 0-16,36 10 0 0,-36-10 32 0,0 0 0 16,25-10 0-16,-16 6 0 0,2-3-160 0,-2 2 0 0,-1-3 0 15,1 2 128-15,-1-2-128 0,-1 1 0 0,1-1 0 0,-3 2 0 16,0-1 0-16,-1 5 0 0,-2-3 0 0,1 0 0 15,-2 3 0-15,1-2 0 0,-2 1 0 0,1 2 0 16,-1-1 0-16,-1 0 0 0,1 0 0 0,-2 2 0 16,1 0 0-16,0 0 0 0,0 0 0 0,0 0 0 15,0 2 0-15,1-2 0 0,-1 0 0 0,0 2 0 16,1 0 0-16,-1-1 0 0,1 3 0 0,0 1 0 16,0-5 208-16,0 0-32 0,0 0-16 0,1 26 0 15,-1-26 32-15,0 0 16 0,0 0 0 0,8 31 0 16,-8-31-64-16,0 0-16 0,0 0 0 0,0 0 0 0,0 0-128 0,29 32 0 15,-29-32 0-15,0 0 128 0,0 0-128 0,30-5 0 16,-30 5 0-16,19-12 0 0,-9 3 0 0,1-2-176 16,1 0 48-16,1-2-12288 15,1-1-2432-15</inkml:trace>
  <inkml:trace contextRef="#ctx0" brushRef="#br0" timeOffset="11599.37">17178 11465 12895 0,'-2'3'1152'0,"1"-3"-928"16,1 0-224-16,-1 2 0 0,1-2 2368 0,0 1 416 0,-1 0 96 0,1-1 0 16,0 0-432-16,-5 19-80 0,5-19-32 0,-6 24 0 15,1-12-864-15,1 3-192 0,-2 1-16 0,-1-1-16 16,2 0-288-16,-2 2-64 0,0 2-16 0,0-3 0 16,-1 2-448-16,0 0-96 0,-1-1-16 0,3 0 0 15,-1-1-192-15,4-3-128 0,-1 0 128 0,4-13-128 16,0 0 0-16,-2 25 144 0,2-25-144 0,0 0 0 15,0 0 0-15,0 0 0 0,0 0 0 0,0 0 0 16,0 0 0-16,31-8 0 0,-25 1 0 0,2-1 0 16,-2-1 0-16,1 0 0 0,-1-1 0 0,1 0 0 15,-2-1-688-15,1 1-144 0,-1 1-16 0,0-2-16 16,0 2-1824-16,-3 0-352 0,1 0-80 0,-1 1-16 16,0-1-896-16,-2 2-176 15</inkml:trace>
  <inkml:trace contextRef="#ctx0" brushRef="#br0" timeOffset="11806.63">17124 11556 6735 0,'-1'0'128'0,"1"0"48"0,-1 0 0 0,-1 0 32 0,-3 2-208 0,-4 0 0 16,-4 0 0-16,-4 3 0 0,0 0 3072 0,-1 2 576 16,4 0 128-16,3 3 0 0,3-4-448 0,3 2-112 15,2-4-16-15,3-4 0 16,0 0-944-16,0 0-192 0,0 0-32 0,0 0-16 16,0 0-1168-16,40 15-224 0,-40-15-48 0,26-5-16 0,-26 5-256 0,31-9-48 0,-31 9-16 0,31-9 0 15,-15 3-240-15,-1 2 128 0,0-3-128 0,-1 2 0 16,-1 0 0-16,-2-2 0 0,-11 7 0 0,22-10 0 31,-11 3-400-31,0 2-80 0,1-2-16 16,0 0-17728-16</inkml:trace>
  <inkml:trace contextRef="#ctx0" brushRef="#br0" timeOffset="12484.89">17382 11576 10127 0,'0'0'448'0,"0"0"96"0,0 0-544 0,0 0 0 31,0 0 0-31,0 0 0 0,0 0 2048 0,0 0 288 0,0 0 64 0,0 0 16 16,0 0 592-16,0 0 128 0,35 20 32 0,-35-20 0 15,0 0-992-15,0 0-208 0,24-3-48 0,-24 3 0 0,11-8-1104 0,-5 4-240 16,-1-1-32-16,1-1-16 0,-2-2-528 0,0 2 0 31,0 0 0-31,-1-2 0 0,-1 2 0 0,-1-1 0 0,-1 0 0 0,0 2 0 16,-2-2 0-16,1 1 0 0,-3 0 0 0,0 4 0 15,-1 0 0-15,-1 4 0 0,-1 0 0 0,-1 3 0 0,-1 1 0 0,0 2 0 16,-2 0-128-16,1 3 128 0,1 1 0 0,0 1 0 0,-1 0 0 0,1 2 0 16,1 1 0-1,-1 3 0-15,0-2 0 0,1 2 0 0,1-1 0 0,3-1 128 0,-1-3-128 0,5-14 0 16,-3 24 176-16,3-24-176 0,0 0 160 0,0 0-160 31,0 0 0-31,0 0 128 0,0 0-128 0,30 24 0 16,-30-24 0-16,17-10 0 0,-8 2 0 0,1-3 0 15,1 0 0-15,-1-1 0 0,1 0 0 0,-2 0-160 16,-1 0-288-16,1-2-64 0,-3 2-16 16,1 0 0-16,-1 1-80 0,-2 2-16 0,0 0 0 0,-1 3 0 15,-1 1 400-15,-1 0 80 0,0 4 16 0,-1 1 0 0,0 0 128 0,0 0 0 16,0 0 160-16,0 0-160 0,0 0 624 0,-4 27 16 16,4-27 16-16,-3 19 0 0,3-19-32 0,0 0-16 15,0 32 0-15,0-32 0 0,0 0-256 0,3 27-48 16,-3-27-16-16,0 0 0 0,0 0-128 0,0 0-32 15,21 31 0-15,-21-31 0 0,0 0-128 0,0 0 0 16,0 0 0-16,37 10 0 0,-37-10 0 0,0 0 0 16,29-10 0-16,-19 5 0 0,-1-2 0 0,1 0 0 15,-1-2 0-15,2-1 0 0,-1 1 0 0,-1-2 0 0,-1 0 0 16,0 0 0-16,-2 2 0 0,1-1 0 0,-2 2-160 0,0-1 160 16,0 0-192-16,-2 1 48 0,1 2 16 0,-2 0 0 15,0 3 128-15,-1 2-160 0,0-1 160 0,-1 2-160 16,-1 2 160-16,0-1 0 0,-1 3 0 0,-1 3 0 15,3-7 0-15,-4 14 0 0,4-14 0 0,-6 16 0 16,6-16 160-16,-5 22-32 0,5-22-128 0,-3 22 192 16,3-22-32-16,-5 25-16 0,5-25 0 0,-4 21 0 15,4-21-16-15,-3 22 0 0,3-22 0 0,0 0 0 16,-1 24-128-16,1-24 0 0,0 0 144 0,0 0-144 0,0 0 0 0,0 0 0 16,0 0 0-16,0 0 0 15,0 0-432-15,0 0-48 0,7-8-16 0,-5-1-17424 16</inkml:trace>
  <inkml:trace contextRef="#ctx0" brushRef="#br0" timeOffset="12658.34">17692 11408 11967 0,'-1'2'1072'0,"0"1"-864"16,1-3-208-16,0 0 0 0,0 0 3024 0,0 0 560 0,0 0 128 16,-3 24 0-16,3-24-400 0,-4 28-96 0,4-28-16 0,-2 29 0 15,2-29-1616-15,0 0-336 0,4 35-64 0,-4-35-16 16,0 0-784-16,0 0-176 0,0 0-16 0,0 0-16 15,20 29-176-15,-20-29 0 0,0 0-192 0,0 0-18304 16</inkml:trace>
  <inkml:trace contextRef="#ctx0" brushRef="#br0" timeOffset="13054.99">17925 11515 19343 0,'0'0'848'0,"0"0"192"0,0 0-832 0,0 0-208 15,0 0 0-15,0 0 0 0,0 0 2048 0,0 0 352 16,0 0 80-16,0 0 16 0,0 0-304 0,0 0-48 16,0 0-16-16,27 27 0 0,-27-27-896 0,-6 26-176 15,6-26-32-15,-9 32-16 16,3-10-592-16,-2-1-112 0,0-1-32 0,-1 1 0 0,2-1-272 0,0-2 128 16,1-1-128-16,6-17 0 0,-7 25 0 0,7-25 0 15,0 0 0-15,0 0 0 16,0 0 128-16,0 0-128 0,0 0 0 0,0 0 0 0,0 0 0 0,0 0 0 0,10-10 0 0,-6-2 0 15,0-2 0-15,2 0 0 0,0-2 0 0,1 1 0 16,-1-2 0-16,2 0 0 0,0-1 0 0,0-2 0 16,2 2 0-16,-2-1 0 0,1 5 0 0,1 0 0 15,1 2 0-15,-1 0 0 0,0 2 0 0,-1 4 0 16,-9 6 0-16,17-8 0 16,-17 8 192-16,0 0-192 0,0 0 336 0,0 0-32 0,33 20-16 0,-33-20 0 15,0 0-32-15,12 35-16 0,-12-35 0 0,5 32 0 16,-5-32-48-16,3 37 0 0,-3-37 0 15,-2 40 0-15,2-40-32 0,-4 38-16 0,4-38 0 16,-2 31 0-16,2-31-144 0,-3 24 0 0,3-24 144 0,0 0-144 0,0 0 0 0,0 0 0 16,0 0-192-16,0 0-19440 15</inkml:trace>
  <inkml:trace contextRef="#ctx0" brushRef="#br0" timeOffset="14998.56">18627 11658 2591 0,'1'-1'0'0,"-1"1"0"0,1 0 144 0,-1-2-144 0,0 2 0 0,0 0 0 0,1 0 0 0,-1 0 0 16,2 0 1184-16,0-2 128 0,-1 1 32 0,0 1 0 15,0-2 592-15,0 1 128 0,1 0 32 0,-1 1 0 16,-1-2 144-16,1 1 48 0,0 1 0 0,-1-2 0 0,1 2-384 16,-1-3-80-16,1 3-16 0,-1-2 0 0,1 1-592 0,-1 0-128 15,1-3-32-15,-1 1 0 0,1 0-592 0,-1 1-112 16,2-3-32-16,-1 0 0 0,-1 1-320 0,0-1 0 16,0 0 0-16,-1-1 128 0,-1 0-128 0,0 2 0 15,-2-3 0-15,-1 3 0 0,0-1 0 0,-2 1 0 16,0 2 0-16,-2 0 0 0,1 2 0 0,-2 0 0 15,2 0 0-15,-2 2 0 0,0 3 0 0,1 0 144 16,0-1 0-16,1 4 0 0,1-1 64 0,1 0 16 16,1 0 0-16,0 2 0 0,1 1-32 0,4-10 0 0,-5 25 0 0,5-25 0 15,-4 25-64-15,4-25-128 16,0 0 176-16,5 33-176 0,-5-33 176 16,0 0-176-16,0 0 160 0,0 0-160 0,0 0 0 0,36 24 0 0,-36-24 0 0,0 0 0 15,24-7 0-15,-16 2 0 0,2-1 0 0,-2-2 0 16,1 1 0-16,0-3 0 0,1 3 0 0,-2-4 0 15,1 1 0-15,0-1 0 0,-2 0-208 0,0 1 64 16,-1 1-176-16,-1 0-16 0,-1 1-16 0,0 0 0 16,-1 2 160-16,-2 2 48 0,1-1 0 0,-3 3 0 0,1 1 144 0,-1 1 0 15,-1 1 0-15,-1 3 0 0,1-1 0 0,-1-1 144 16,1 3-144-16,-1 2 0 0,0-3 432 16,0 2-32-16,1 0 0 0,0 2 0 0,2-8 48 0,0 0 16 31,-4 27 0-31,4-27 0 0,0 0-80 0,0 0-32 0,0 0 0 0,11 34 0 0,-11-34-192 0,0 0-32 15,0 0-128-15,0 0 192 0,34 5-192 0,-26-7 0 16,0-3 0-16,1-1 0 0,2 0 0 0,-1-3-128 16,1 1 128-16,0-1-208 15,-1 0-1328-15,2-1-272 16,1-2-48-16,2 2-16 16,0-1-1328-16,1 1-256 0,-1-1-48 0,0 2-16 0,-2-1 800 0,1 2 160 0,-1 1 16 0,-1 0 16 0,0 0 1728 0,-1 2 352 15,0-2 64-15,-3 3 0 0,-8 4 2176 0,14-10 448 0,-9 5 64 0,-2 3 32 16,0-1 176-16,-1 0 48 15,-2 3 0-15,0-3 0 0,-1 2-768 16,0 1-128-16,-2 0-48 0,-1 1 0 0,-2 1-560 0,0 0-112 0,-2 3-32 16,0 0 0-16,-1 2-336 0,-2 1-80 0,1 0-16 0,0 0 0 15,1 2-64-15,0-2-16 0,1 0 0 0,2 2 0 0,0-1-144 16,2 0-16-16,4-9-16 0,-3 19 0 16,3-19-96-16,0 0-128 0,0 0 176 0,0 0-176 0,18 36 128 15,-18-36-128-15,0 0 0 0,0 0 0 0,35 21 0 16,-35-21 0-16,0 0 0 15,0 0 0-15,35 19 0 0,-35-19 0 0,0 0 0 0,0 0 0 16,0 0 0-16,0 0 0 0,33 24 0 0,-33-24 0 16,0 0 0-16,0 0 0 0,0 0 0 0,0 0 0 0,-8 21 0 0,1-16 0 15,-1-1 0-15,-2 1 0 0,-2 0 0 0,-3-3 0 16,-1 1 0-16,-2 1 0 0,2-3 0 0,-1 1 0 31,1-2 0-31,1-2 0 16,1 1-1200-16,4-4-288 0</inkml:trace>
  <inkml:trace contextRef="#ctx0" brushRef="#br0" timeOffset="15963.75">19579 11641 5519 0,'-1'2'496'0,"0"-2"-496"16,0 2 0-16,1-2 0 0,0 0 1344 0,0 0 160 15,0 0 32-15,1 1 16 0,-1 1 1168 0,1-2 224 16,0 2 64-16,0 0 0 0,-1-2-384 0,0 0-80 15,0 0-16-15,0 0 0 16,0 0-1248-16,0 0-240 0,0 0-48 0,0 0-16 0,0 0-544 0,0 0-112 16,0 0-32-16,19-4 0 0,-17-1-288 0,0-1 0 15,-1 0 0-15,0-1 0 0,-1 2 0 0,0-2 0 16,-2 1 0-16,0 0 0 0,-2-1 0 0,0 2 0 16,0 1 0-16,-2-1 0 0,1 2 0 15,-2 1 0-15,-1 1 0 0,0 2 0 0,-1-1 0 0,2 3 0 0,-2 1 0 0,3-1 0 16,-1 1 0-16,0 1 0 0,1 1 176 15,0 0-48-15,1 1 48 0,1 3 16 0,-1-1 0 0,1 0 0 16,2 3-16-16,-1-1 0 0,0 1 0 0,3-12 0 16,-2 25 16-16,2-25 0 0,-2 27 0 0,2-27 0 15,1 27 32-15,-1-27 16 16,0 0 0-16,3 34 0 0,-3-34-64 0,0 0-16 0,0 0 0 0,0 0 0 16,0 0-160-16,0 0 0 0,0 0 144 0,31 26-144 15,-25-29 0-15,1-2 128 0,1-1-128 16,0-3 0-16,2-2 0 0,-1 0 0 0,2-1 0 0,0-3 0 0,0 1 0 0,0-1 0 15,0 0 0-15,-1 0 0 0,-2 1-192 0,-1 2 32 16,1 0 16-16,-3 3 0 0,-1 0 144 0,-1 6-208 16,-2-1 80-16,0 3 128 0,-1 1 0 0,-2 0 0 15,0 3 0-15,0-1 0 0,-1 2 0 0,1 4 0 16,-2 1 0-16,0 1 0 0,1 1 0 0,-1 2 128 0,4-13-128 16,-6 30 192-16,6-30 32 0,-2 27 16 15,2-27 0-15,0 0 0 16,5 33-48-16,-5-33 0 0,0 0 0 0,0 0 0 0,0 0-192 0,33 23 128 0,-33-23-128 0,21-4 0 15,-21 4 0-15,24-12 0 0,-11 2 0 0,0 1 0 16,0-3-192-16,0 0-96 0,1-2-16 0,-1-1 0 31,0 1-1632-31,-2 0-336 0,1 0-64 0,-2-2-16 0,0 1-1488 0,1-2-320 0</inkml:trace>
  <inkml:trace contextRef="#ctx0" brushRef="#br0" timeOffset="16441.54">19904 11497 2063 0,'22'-46'0'0,"-19"41"192"0,-3 5-192 16,0-1 0-16,1 0 0 0,0-1 0 0,2-1 1696 0,0-2 304 0,1-2 64 0,2 0 16 0,-1 2 544 0,1-2 96 15,-1 3 32-15,-1-1 0 0,-1 2-576 0,-1 1-96 16,0 0-32-16,-1-1 0 0,-1 3-320 0,-1 0-64 16,-1-2 0-16,0 4-16 0,-1-1-496 0,0 1-80 15,-2 2-32-15,-1 1 0 0,1 1-336 0,-2 0-80 32,0 1-16-32,-1 3 0 0,2 2-208 0,-2-1-32 15,2 2-16-15,0 1 0 0,0 2-128 0,-1 3-32 16,0 2 0-16,1 3 0 0,0 0-192 0,2-3 176 15,1 1-176-15,3-22 160 0,-2 40-160 0,2-40 160 0,2 33-160 16,-2-33 160-16,0 0-160 0,8 33 0 0,-8-33 0 0,0 0 0 16,0 0 0-16,0 0 0 0,0 0 0 0,0 0 0 15,0 0 0-15,0 0 0 0,33 19 0 0,-29-24 0 32,1-2-704-32,-2 0 0 0,3 0-16 0,0-3 0 15,1 1-1568-15,0-3-304 0,2 0-64 0,0 0-16 0,-1-1-720 16,2 0-128-16,2-1-48 0,-1-2 0 0,2 1 896 15,1-3 176-15,2 1 48 0,-1-1 0 0,1 0 912 0,0-1 192 0,-1 0 48 0,-1 0 0 16,-1 1 1296-16,-2 3 192 0,1 1 80 0,-4 2 16 0,0 1 1632 16,-1 3 336-16,-3 3 64 0,0 0 16 0,-2 3 608 15,-1 2 112-15,-1 0 16 0,-2 2 16 16,0 1-624-16,-1 0-128 0,-1 1-32 0,-2 3 0 0,1 2-560 0,-3 1-112 16,1 2-32-16,-2 2 0 0,0 3-640 0,0 2-144 15,0-1-32-15,-1 4 0 0,1 2-352 0,0 2-80 16,1 0-16-16,1 0 0 0,1-2-96 0,1 0-32 15,1 2 0-15,2-2 0 0,2-24-32 0,2 42-16 16,-2-42 0-16,12 30 0 0,-12-30-160 0,0 0 0 16,24 29 144-16,-24-29-144 0,0 0 0 0,0 0 0 15,37 0 0-15,-37 0-19008 0</inkml:trace>
  <inkml:trace contextRef="#ctx0" brushRef="#br0" timeOffset="29679.11">20645 11504 9215 0,'2'-6'816'0,"-1"2"-656"0,0 1-160 0,0-1 0 0,-1 3 1248 0,0 1 224 15,1-2 32-15,-1 1 16 16,1-2 1232-16,0 0 240 0,-1 0 48 0,1 0 16 0,-1 2-1088 0,1 1-224 16,-1 2-32-16,0-2-16 0,0 0-912 0,0 0-176 15,0 0-32-15,0 41-16 0,0-41-192 0,1 35-48 16,-1-35 0-16,4 45 0 0,-4-45-320 0,4 47 144 15,-4-47-144-15,6 46 0 0,-6-46 0 0,9 38 0 16,-9-38 0-16,0 0 0 0,0 0 0 0,26 35-144 0,-26-35 144 0,16-2-192 31,-7-5-768-31,2-3-176 0,1-3-16 0,1-4-16 16,1-2-1456-16,-1-1-272 0,1-1-64 0,-2 2-16 16,-2-2 496-16,-1 2 112 0,-1 0 0 0,-2-2 16 0,0 4 2032 0,-3 0 320 0,0 1 208 0,-2 4-16 15,-1 2 1472-15,-1 5 320 0,-2 2 48 0,0 3 16 16,-1 3 272-16,-2 3 64 0,0 3 16 0,-3 5 0 15,1 0-928-15,0 4-192 0,-2 2-48 0,1 2 0 16,1 3-272-16,-1 4-48 0,1 2-16 0,1-2 0 16,1 2-144-16,1 1-48 0,1 0 0 0,1-2 0 0,3-30-224 0,-5 54-48 15,5-54-16-15,-3 46 0 0,3-46-128 0,-4 36-32 16,4-36 0-16,-5 32 0 0,5-32 16 0,-8 26 0 16,8-26 0-16,-10 22 0 15,3-15-16-15,1 0-16 0,-1-2 0 0,0 0 0 16,-1-2-240-16,-3-3 176 0,0 0-176 0,-1-1 160 0,-3-1-160 0,-1-3 0 15,-3 0 0-15,0 0 0 0,-1-2 0 0,1 3 0 16,0-2 0-16,1 2 0 16,2 2-960-16,0 2-64 0,3 0 0 0,1 3-16832 0</inkml:trace>
  <inkml:trace contextRef="#ctx0" brushRef="#br0" timeOffset="30152.95">20850 11943 17503 0,'0'-1'1552'0,"1"1"-1232"31,0-2-320-31,0 1 0 0,0 1 1856 0,0 0 304 0,0-2 64 0,1 0 16 16,2-1-480-16,0 1-96 0,1-3 0 0,1 1-16 15,0 1-768-15,0-1-160 0,1 1-16 0,1-2-16 0,0 0 0 0,2 0 0 16,1 1 0-16,-1-1 0 0,0 0-272 0,0 1-48 16,0 1-16-16,0-2 0 0,-1 2-208 0,-1 0-144 31,-1 0 192-31,-7 3-192 0,12-4 272 0,-8 3-48 0,-1 1-16 0,-1 0 0 0,0 0-64 0,-1 0-16 15,-1 0 0-15,-1 2 0 0,1-2 64 0,0 0 16 0,-6 10 0 0,3-3 0 16,-1-2-80-16,-2 5 0 0,6-10-128 0,-11 18 192 16,11-18-192-16,-10 20 0 0,10-20 0 0,-7 21 0 15,7-21 0-15,0 0 0 0,-6 26 0 0,6-26 0 16,0 0 0-16,0 0 0 0,0 0 0 0,0 0 0 16,0 0 0-16,33 21 0 0,-24-25 0 0,1-1 0 15,1 0 0 1,1-5 0-16,0 1 0 0,1-3 0 15,-1 3-592-15,0-3-112 0,-1 0-32 16,-1 2-16480-16</inkml:trace>
  <inkml:trace contextRef="#ctx0" brushRef="#br0" timeOffset="30315.98">20996 11733 20271 0,'-8'-3'896'0,"4"1"192"0,1 1-880 0,1 0-208 16,1 1 0-16,1 0 0 0,0 0 2224 0,0 0 400 15,1 0 64-15,2-2 32 0,1 0-144 0,0 1-16 16,-4 1-16-16,15-4 0 0,-15 4-1552 0,19-3-304 16,-19 3-64-16,22-4-16 0,-22 4-416 0,21-1-192 15,-21 1 160-15,0 0-160 0,32 3-224 0,-32-3-144 0</inkml:trace>
  <inkml:trace contextRef="#ctx0" brushRef="#br0" timeOffset="30974.31">21488 11615 13823 0,'0'-3'608'0,"0"1"128"0,0 0-592 0,0 1-144 0,0 0 0 0,0 1 0 15,0 0 2064-15,-1 0 384 0,1-1 80 0,-1 1 16 16,0 0-176-16,0 1-16 0,0 1-16 0,-1 1 0 16,0 0-992-16,0 2-208 0,2-5-48 0,0 0 0 15,-8 26-608-15,8-26-128 0,-8 22-32 0,8-22 0 16,-8 26-320-16,8-26 0 0,-7 26 0 0,7-26 0 16,-7 23 0-16,7-23 0 0,0 0 0 0,0 0-128 15,-6 29 128-15,6-29 0 0,0 0 0 0,0 0 0 0,0 0 0 0,0 0 0 16,4-3 0-16,-3 0 0 0,1-2 0 0,0-1 0 15,0-1 0-15,0-1 0 0,0-1 0 0,1 0 0 16,0 0 0-16,1-3 0 0,0 0 0 0,2-2 0 16,-1 0 0-16,1 0 0 0,0 0 464 0,1 1 80 15,1 0 16-15,1 3 0 16,0-1-128-16,1 2-32 0,0 1 0 0,1 2 0 0,1 2-112 0,-2-1-32 16,-10 5 0-16,0 0 0 0,25 2-128 0,-25-2-128 15,0 0 144-15,0 0-144 0,0 0 0 0,18 33 128 16,-18-33-128-16,0 0 0 0,-1 38 0 0,1-38 0 15,-3 29 0-15,3-29 0 0,-7 28 0 0,7-28 0 0,-8 27 0 0,8-27 0 16,-10 23 0-16,10-23 0 0,-9 15 0 0,6-11 0 16,3-4 0-16,-6 7 0 0,4-7 0 0,1-2-160 31,2-1-304-31,-1-1-64 0,2-1-16 0,1-2 0 16,0-3-2208-16,0 1-448 0,2-1-96 0,0-1-10656 15</inkml:trace>
  <inkml:trace contextRef="#ctx0" brushRef="#br0" timeOffset="31313.24">21654 11617 10303 0,'0'0'224'0,"0"0"48"0,0 0 16 0,0 0 0 0,0 0-288 0,0 0 0 0,0 0 0 0,0 0 0 16,0 0 2752-16,0 0 512 0,0 0 80 0,0 0 32 0,0 0-480 0,0 0-80 15,0 0-32-15,36 23 0 16,-36-23-1008-16,23-4-208 0,-9-1-32 0,1-2-16 0,2 2-784 0,-1-3-160 31,-1 2-16-31,-2-3-16 0,-1 4-400 0,-1-2-144 0,0 2 0 0,-2-1 144 16,-1 1-144-16,-2-1 0 15,-1 2 0-15,-3-1-176 0,0 0-400 0,-3 0-96 0,0 0-16 0,-3 1 0 32,0-3 16-32,-1 2 0 0,-2 3 0 0,0-1 0 0,0-2 352 0,0 3 64 0,-2 0 0 0,1 2 16 15,0 0 240-15,0 0 0 0,1 2 192 0,-1 0-192 16,2 3 256-16,-1 0-64 0,1 3-16 0,-1 1 0 16,7-9 336-16,-11 22 64 0,11-22 0 0,-9 27 16 15,9-27-112-15,-6 31-32 0,6-31 0 0,-5 33 0 16,5-33-160-16,0 0-32 0,-2 41-16 0,2-41 0 15,0 0-240-15,0 0 144 0,11 37-144 0,-11-37 128 16,0 0-128-16,0 0 0 0,0 0 0 0,33 12 0 0,-33-12 0 16,15-6-176-16,-5 0 176 0,-1 0-192 15,1-4-1936-15,1 0-400 0,0-1-80 16,1 1-12320-16</inkml:trace>
  <inkml:trace contextRef="#ctx0" brushRef="#br0" timeOffset="31707.03">21902 11596 11967 0,'0'2'528'0,"0"-1"112"0,0-1-512 0,0 1-128 16,1-1 0-16,0 0 0 0,0 0 1344 0,0 0 224 16,-1 0 48-16,0 0 16 0,0 0 1024 0,0 0 208 15,0 0 32-15,33 8 16 0,-33-8-672 0,0 0-128 0,27 0-16 0,-18-2-16 16,-9 2-800-16,20-4-176 0,-11 2-16 0,1-2-16 16,-1 1-736-16,1-2-144 0,-1 1-16 0,0-3-16 15,0 3-160-15,-1-2 0 0,0 0 0 0,0 0 0 16,-2-1-272-16,2 0-48 0,1-2 0 0,-2-1 0 31,1 3-176-31,-3-2-32 0,-1 1-16 0,-3 1 0 0,0 0-96 0,-3 2-32 0,-1 1 0 0,-2 1 0 16,0 3 368-16,-2-1 80 0,0 2 16 0,-1 1 0 15,-1 3 208-15,0-1 256 0,0 4-48 0,-2-1-16 0,-1 3 128 0,0 0 0 16,-1 1 16-16,0 3 0 0,0 1 128 0,0 0 32 16,2 0 0-16,0 0 0 0,2 1 48 0,1-3 16 15,8-13 0-15,-12 25 0 0,12-25-208 0,0 0-32 16,-5 29-16-16,5-29 0 0,0 0-144 0,0 0-32 15,0 0 0-15,34 18 0 0,-34-18-128 0,23-2 128 16,-9-2-128-16,0-3 128 0,1 2-128 0,1-3 0 16,1 0 0-16,-1 0 0 15,3-2-1216-15,-2 1-256 0</inkml:trace>
  <inkml:trace contextRef="#ctx0" brushRef="#br0" timeOffset="32200.84">22252 11603 20159 0,'-1'2'448'0,"1"-2"80"0,0 0 32 0,0 0 0 0,0 0-560 0,0 0 0 0,1 0 0 0,1-3 0 16,2 1 3264-16,1 0 560 0,1-3 96 0,2-2 32 16,2 2-2160-16,0-3-416 0,-1 0-96 0,1 1 0 15,1-1-672-15,-2 0-128 0,-1 0-32 0,0 1 0 16,-1 0-272-16,-1 0-176 0,-2 2 192 0,-1 0-192 16,-1 2 128-16,-2 0-128 0,0 0 0 0,-3 3 0 15,-2 2 0-15,0-2 160 0,-3 2-160 0,0 1 128 16,-1 2-128-16,-1 1 160 0,0-1-160 0,0 0 160 0,1 0-160 0,0 2 0 15,-2-2 144-15,2 2-144 0,0 0 0 0,1 1 0 16,1-2 0-16,1 1 0 0,0 1 0 0,2-2 144 16,0 2-144-16,4-8 0 0,0 0 128 0,0 0-128 15,0 0 0-15,0 0 0 0,0 0 0 0,11 35 0 16,-11-35 0-16,0 0 0 0,0 0 128 0,27 6-128 16,-27-6 0-16,17-3 0 0,-7 0 0 0,0-1 0 15,0 1 128-15,-1-2-128 0,1-2 0 0,-1 1 0 16,-1 0 0-16,0-1 0 0,0-1 0 0,-1-1-176 15,0 0 176-15,0-2-208 16,0 1-32-16,-1-2 0 0,0-2 0 0,-1-3 0 0,1 0-80 0,-1-3-32 0,1-2 0 0,0-2 0 16,-2 0 352-16,1-4-176 0,2 0 176 0,1-3-128 15,-1 4 128-15,0 2 192 0,-3 8-32 0,0 3-16 16,-1 4 144-16,-2 3 32 0,0 4 0 0,-1 3 0 16,0 0-16-16,0 0 0 0,0 0 0 0,-9 32 0 15,9-32-112-15,-7 38 0 0,7-38-16 0,-12 54 0 16,4-21-176-16,2 0 128 0,-1 1-128 0,0-1 128 15,2-2 0-15,2-1-128 0,3-30 192 0,-6 52-64 16,6-52-128-16,-1 43 0 0,1-43 0 0,2 34 128 16,-2-34-128-16,0 0 0 0,0 0 0 0,15 37 0 15,-15-37-448 1,0 0 0-16,0 0-16 0,27-4-18336 16</inkml:trace>
  <inkml:trace contextRef="#ctx0" brushRef="#br0" timeOffset="32957.33">22947 11454 17503 0,'6'-3'768'0,"-4"1"176"16,2 1-752-16,0-1-192 0,-1 0 0 0,-3 0 0 16,3 0 1216-16,1-2 192 0,2 0 64 0,1-5 0 0,1 1 656 0,0 1 144 0,-2 0 32 0,-1 2 0 15,-2 3-224-15,-2 0-32 0,0 0-16 0,-1 2 0 16,0 0-1120-16,0 0-208 0,0 0-64 0,-14 21 0 31,14-21-448-31,-13 22-192 0,13-22 128 0,-17 30-128 0,17-30 0 0,-18 37 0 0,9-15 0 0,9-22 0 31,-16 40 144-31,16-40-144 0,-10 38 160 0,10-38-160 0,-3 36 160 0,3-36-160 0,0 0 160 0,7 40-160 16,-7-40 0-16,0 0 0 0,0 0 0 0,0 0 0 16,27 20 0-1,-20-23 0-15,1-2 0 0,1 0 0 0,0-2 0 16,-1-2 0-16,2-1 0 0,-2 1 0 0,-1-3-272 0,1 0-48 15,-2 0-16-15,0 0 0 16,-1-2-448-16,-2 2-96 0,-1 0-16 0,0 1 0 16,-2 1-320-16,-2-1-64 0,-1 3 0 0,-1-1-16 15,-3 4-64-15,-1 0-16 0,-3 2 0 0,-3 3 0 16,1 1 672-16,-3 2 144 0,-2 3 32 0,0 1 0 0,-2 0 528 0,3 3 320 16,0-1-32-16,2 1-16 0,3-2 1104 0,3-1 224 15,1 1 32-15,1-2 16 0,7-6-144 0,0 0-32 0,0 0 0 16,0 0 0-16,0 0-512 0,0 0-128 0,0 0 0 0,0 0-16 15,0 0-320-15,0 0-64 0,32 9-16 0,-21-14 0 16,1 1-160-16,1-1-16 0,3 0-16 0,-1 0 0 16,3-1-224-16,0 0 0 0,1 1 0 0,0 1 0 15,-1 0 0-15,0 0 0 0,-1 0 0 0,0 0 0 16,-1 1-256-16,-1-2-64 0,-2 3 0 0,0-1 0 31,-1 1-384-31,-1-1-64 0,0 1-32 0,-1 0 0 0,-1 0 32 0,1 0 16 0,-2 1 0 0,-1-2 0 16,-7 3 576-16,13-2 176 0,-7 1 0 0,-6 1 0 0,8-3 0 0,-8 3 272 15,0 0-16-15,0 0-16 0,0 0 432 0,0 0 96 16,0 0 0-16,0 0 16 0,0 0-304 0,0 0-64 16,0 0-16-16,0 0 0 0,0 0-144 0,0 0-48 15,0 0 0-15,-13 23 0 0,13-23-48 0,0 0-16 16,0 0 0-16,-7 30 0 0,7-30-144 0,0 0 0 16,0 0 0-16,9 37 128 15,-9-37-128-15,0 0 0 0,0 0 144 0,30 26-144 0,-30-26 0 0,0 0 128 16,35 7-128-16,-35-7 0 0,27-3 208 0,-14-1-16 15,1-1-16-15,-1-1 0 0,0-2-176 0,-1 1 0 0,-2-3 144 0,-2 1-144 16,-1-1 0-16,-3 1 0 16,-4-2 0-16,-3 0 0 0,-2 0 0 0,-2 1 0 0,-3-1 0 0,-4 2 128 15,-2 0-320-15,-3 3-48 0,-2-1-16 0,-2 4-12528 16,1 3-2512-16</inkml:trace>
  <inkml:trace contextRef="#ctx0" brushRef="#br0" timeOffset="33873.46">17316 12161 9215 0,'-2'-1'816'0,"0"1"-656"0,1 0-160 0,0 1 0 15,1 0 2192-15,-1-1 416 16,0 2 80-16,-1 1 0 0,1 2-1200 0,-2 2-240 0,-1 2-48 0,-1 3-16 15,5-12-224-15,-8 28-32 16,3-11-16-16,1 1 0 0,-1 2-80 0,1 1 0 0,-1 2-16 0,-1 0 0 31,2 1-256-31,-1-1-48 0,5-23-16 0,-6 40 0 16,6-40-336-16,-7 33-160 0,7-33 160 0,-6 27-160 0,6-27 128 0,0 0-128 0,-5 26 0 0,5-26 0 31,0 0 0-31,0 0 0 0,0 0 0 0,0 0 0 0,0 0 144 0,-4 8-144 0,3-9 128 0,1-4-128 16,-1 2 208-16,1-1-32 15,-1-1-16-15,1 1 0 0,-1 1 160 0,1-2 16 16,0-2 16-16,0-2 0 0,1 2 240 0,0-1 48 16,2 1 16-16,1-2 0 0,0 1-208 0,0 2-64 15,4-4 0-15,0 3 0 0,1 0-144 0,3-2-48 16,1 1 0-16,1 1 0 0,1 1 192 0,0 0 16 16,1 2 16-16,-1-1 0 0,-15 5-80 0,25-2-16 15,-25 2 0-15,0 0 0 0,0 0-320 0,33 19 144 16,-33-19-144-16,0 0 0 0,0 0 0 0,6 32 0 15,-6-32 0-15,-9 22 0 0,2-12 0 0,-2 1 0 16,-1-1 0-16,-1-1 0 0,-1 2 0 0,0-3 0 0,0-1 0 0,0-2 0 16,-1 1 0-16,0-3 0 15,1 0 0-15,0-3 0 0,2 0 0 0,-1-3 0 0,3 1 0 0,1-2 0 16,0 1 0-16,3-2 0 0,1-2 0 16,2 0 0-16,1 0 0 0,3 1-192 0,1-2 0 0,4 1-11840 15,0 2-2352-15</inkml:trace>
  <inkml:trace contextRef="#ctx0" brushRef="#br0" timeOffset="34222.3">17506 12430 25791 0,'-2'0'1152'0,"1"-1"224"0,0 0-1104 0,1 1-272 16,0 0 0-16,0 0 0 0,1-2 2128 15,0 1 368-15,1 1 80 0,2-2 16 0,0-1-864 0,3 1-192 16,-7 2-16-16,16-2-16 0,-16 2-1040 0,23-5-208 15,-23 5-32-15,27-5-16 0,-14 3-64 0,0-2-16 16,-1 1 0-16,1-2 0 0,-2 1-128 0,0-2 0 16,0 2 0-16,-2-3 0 0,0 1 0 0,-2 0 0 15,-1-1 0-15,-1 0 0 0,-1 2 0 0,-1-4 0 16,-3 4 0-16,0-3 0 0,-3 0 0 0,-1 0 0 0,-1 1 0 16,-1 0 0-16,-1 2 0 0,-2-2 0 0,0 5 0 15,-2-1 0-15,-2 1 0 0,-2 5 0 0,-4 3 128 0,0 2-128 16,-1 4 0-16,3 2 0 0,1 0 144 0,2 0-144 15,2 5 0-15,2-2 144 0,2 1-144 0,2 2 0 16,6-20 160-16,-3 35-160 0,3-35 128 0,0 0-128 16,14 39 160-16,-14-39-160 0,0 0 192 0,37 21-192 15,-37-21 128-15,37 4-128 0,-37-4 0 0,40-5 0 16,-18-1 0-16,0-2 0 0,0-1 0 0,1-1-19024 16</inkml:trace>
  <inkml:trace contextRef="#ctx0" brushRef="#br0" timeOffset="35363.39">18145 12348 5519 0,'1'-1'496'16,"-1"-1"-496"-16,0 2 0 0,0 0 0 0,0 0 1728 0,0-2 256 15,0 1 64-15,0-1 0 0,0 2 896 16,0-2 176-16,0-1 32 0,0 1 16 0,1-1-864 15,1 1-192-15,-1 0-16 0,3 0-16 0,0-1-672 0,0 0-128 16,3-1-16-16,-1 0-16 0,4 1-544 0,-1-2-128 16,2 1 0-16,0-1-16 0,1 2-48 0,0 1-16 15,-12 2 0-15,24-2 0 0,-24 2-240 0,0 0-32 16,32 9-16-16,-32-9 0 0,0 0-208 0,0 0 0 16,23 45 0-16,-23-45 0 0,2 31 0 0,-2-31 0 15,-6 35 0-15,1-18 0 0,-2 2 0 0,0-5-160 0,-1 1 160 0,-1-1-192 16,0-3 192-16,1-1-208 0,0 0 80 0,2-4 128 15,-1-1 0-15,3-2 0 0,0-1 0 0,2-3 0 16,0-2 0-16,2-2 0 0,1-2 0 0,2-3 0 16,0 1 0-16,1-3 192 0,2 0-32 0,1-3 0 15,2-1 80-15,2-3 16 0,1 0 0 0,1 0 0 16,1 2-256-16,1 1 144 0,0-1-144 0,2 3 128 16,-2 2-128-16,1 0 0 0,-2 5 0 0,-3 3 0 15,1 1-192-15,-3 1 0 0,-9 2-16 0,0 0-12048 16,0 0-2400-16</inkml:trace>
  <inkml:trace contextRef="#ctx0" brushRef="#br0" timeOffset="35753.26">18459 12409 14735 0,'1'0'1312'0,"1"0"-1056"16,0 0-256-16,-1 0 0 0,0 0 2608 0,1 0 464 16,0-2 80-16,3 1 32 0,-5 1-80 0,0 0-16 15,24-2 0-15,-24 2 0 0,0 0-1664 0,26-2-336 16,-26 2-64-16,0 0 0 0,26-5-640 0,-26 5-128 15,16-5-32-15,-9 3 0 0,0-2-224 0,0 0 0 16,1 0 0-16,-2-1 0 0,1 0 0 0,-1-2 0 16,0 2 0-16,-2-3 0 0,1 0 0 0,0 1 0 0,-3-2 0 0,-1 0 0 15,0 1 0-15,-2-1 0 0,-1 0 0 0,0 1 0 16,-1 1 0-16,-2-1 0 0,-1 4 0 0,-3-1 0 16,-1 2 0-16,-1 3 0 0,-1 0 0 0,-1 4 0 15,-1 1 0-15,0 3 0 0,2-1 0 0,-1 4 0 16,0 1 128-16,0 3-128 0,0 2 0 15,1 2 144-15,3 2-144 0,0 0 0 0,0 2 144 0,4 0-144 16,5-23 192-16,-6 38-48 0,6-38 0 0,3 30 0 0,-3-30-144 0,0 0 192 16,24 31-192-16,-24-31 192 0,0 0-192 0,39 9 0 15,-39-9 0-15,33-4 128 16,-14-1-128-16,-2-2 0 0,0 0 0 0,0 1 0 0,0-4-224 0,-1 2-80 16,2-3-16-16,-1 2-18528 15</inkml:trace>
  <inkml:trace contextRef="#ctx0" brushRef="#br0" timeOffset="36171.81">19135 12199 13823 0,'-2'-6'608'0,"2"0"128"0,0 0-592 0,0 2-144 15,0 1 0-15,0 2 0 0,1 0 2336 0,-1-4 432 0,1-1 96 0,1-2 16 0,-1 1 544 0,0-3 112 32,-1 5 32-32,-1 0 0 0,0 1-2000 0,-1 0-400 15,0 3-80-15,-2-1 0 0,-2 2-704 0,-1 2-128 16,-1 1-16-16,-3-1-16 0,0 2-224 0,-1 1 176 15,0 0-176-15,-2 2 160 0,0 1-160 0,0 1 0 16,0 0 0-16,0 1 128 0,2-1-128 0,0 3 0 16,0 2 0-16,1 0 128 0,-2 4-128 0,3 2 0 15,0 2 0-15,1 2 128 0,1-1-128 0,2 3 0 16,1 3 0-16,0 1 128 0,3 4-128 0,-1-1 0 0,1 0 0 16,0-2 128-16,2-31-128 0,-1 53 0 0,1-53 0 0,-1 49 0 15,1-49 0-15,-1 43 0 0,1-43 0 0,-2 33 0 16,2-33 0-16,-6 29 0 0,6-29 0 0,-10 23 0 15,4-16-320-15,1 0 16 0,-1-2 0 0,0-4 0 32,1-1-592-32,-1-1-112 0,2-3-16 0,-2-2-16 0,2-1-2480 0,2-2-480 0</inkml:trace>
  <inkml:trace contextRef="#ctx0" brushRef="#br0" timeOffset="40251.86">18796 12345 7359 0,'-2'-2'656'0,"2"2"-528"0,0 0-128 0,-2-1 0 0,2 1 896 0,0 0 160 16,0-2 32-16,-1 2 0 15,0 0 560-15,0-2 112 0,0 0 32 0,0 1 0 0,0 1 464 0,1 0 112 16,0 0 0-16,0 0 16 0,0 0-496 0,0 0-96 15,0 0-32-15,0 0 0 0,0 0-608 0,0 0-128 16,0 0-32-16,0 0 0 0,17 33-288 0,-17-33-64 16,0 0-16-16,38 11 0 0,-38-11-80 0,39 1-16 15,-15-1 0-15,1-2 0 0,0-2-192 0,-3-1-32 16,-1 1-16-16,0 0 0 0,-3-1-288 0,1 1 160 16,-4-1-160-16,0 0 128 0,-15 5-128 0,25-9 0 15,-25 9 0-15,20-7 0 0,-20 7 0 0,12-5 0 0,-12 5 0 0,4-5-12368 16,-4 5-2416-16</inkml:trace>
  <inkml:trace contextRef="#ctx0" brushRef="#br0" timeOffset="40457.26">19224 12324 21183 0,'0'0'1888'15,"0"0"-1504"-15,0 0-384 0,0 0 0 16,0 0 2368-16,0 0 384 0,0 0 96 0,21 0 16 15,-21 0-352-15,20-5-64 0,-20 5-16 0,22-5 0 0,-22 5-1680 0,21-7-352 16,-21 7-64-16,16-5-16 0,-16 5-320 0,0 0 0 16,0 0 0-16,18-2 0 0,-18 2 0 0,0 0-160 15,0 0 16-15,0 0-12048 16,0 0-2400-16</inkml:trace>
  <inkml:trace contextRef="#ctx0" brushRef="#br0" timeOffset="40602.99">19274 12388 11743 0,'0'0'256'0,"0"0"48"0,0 0 16 0,0 0 16 0,0 0-336 0,0 0 0 15,0 0 0-15,0 0 0 0,0 0 3904 0,0 0 720 16,-10 26 144-16,10-26 32 0,0 0-1920 0,0 0-368 16,-8 35-80-16,8-35 0 0,0 0-1408 0,-12 33-256 0,12-33-64 0,-11 24-16 15,11-24-496-15,-10 24-192 0,10-24 128 0,0 0-128 16,-7 24 0-16,7-24 0 0,0 0-144 0,0 0-17744 16</inkml:trace>
  <inkml:trace contextRef="#ctx0" brushRef="#br0" timeOffset="41075.41">19573 12262 27647 0,'0'0'2448'0,"0"0"-1952"15,0 0-496-15,0 0 0 16,0 0 1792-16,0 0 272 0,0 0 48 0,0 0 16 16,0 0-448-16,0 0-80 0,0 0-32 0,0 0 0 0,0 0-976 0,0 0-192 31,0 0-32-31,9 33-16 0,-9-33-176 0,-12 19-48 0,12-19 0 0,-15 26 0 0,15-26-128 0,-21 34 0 15,21-34 0-15,-21 42 0 0,21-42 0 0,-22 45 0 16,10-19 0-16,3-3 0 0,0 1 0 0,9-24 0 16,-11 43 0-16,11-43 0 0,-3 31 0 0,3-31 0 0,0 0 0 0,0 0 0 15,16 33 0-15,-16-33 0 16,0 0-144-16,26 0 144 16,-26 0 0-16,22-12-160 0,-8 1 160 0,1-1-128 15,0-3-336-15,1-1-64 0,1-1-16 0,1-2 0 0,0-1-1456 16,1-2-304-16,-2 0-48 0,0 1-16 0,-1-1-1024 15,-2 1-192-15,-2 1-64 0,-2 2 0 0,-1-1 2112 0,-1 3 432 0,0 0 80 0,-3 3 0 16,0-1 2160-16,-2 3 416 0,-1 3 96 0,-2-2 16 16,-1 6 688-16,-2 0 144 0,3 4 16 0,-7-1 16 15,7 1-416-15,0 0-96 0,-18 14-16 0,18-14 0 0,-17 19-896 0,17-19-176 16,-17 26-32-16,17-26-16 16,-19 34-464-16,19-34-96 0,-17 36 0 0,17-36-16 0,-12 39-96 0,12-39-16 15,-6 33 0-15,6-33 0 0,-2 30-48 0,2-30-16 31,0 0 0-31,6 42 0 0,-6-42-128 0,0 0 0 16,6 35 0-16,-6-35 0 0,0 0 0 0,0 0 0 16,6 33 0-16,-6-33 0 0,0 0 0 0,0 0 0 15,0 0-128-15,0 0 128 16,-10 29-608-16,10-29-48 0,0 0-16 0,0 0-17520 0</inkml:trace>
  <inkml:trace contextRef="#ctx0" brushRef="#br0" timeOffset="41313.26">19351 12416 23951 0,'0'0'2128'0,"-10"5"-1696"0,10-5-432 0,0 0 0 16,0 0 1760-16,0 0 272 0,0 0 48 0,0 0 16 16,0 0 208-16,0 0 32 0,0 0 16 0,20 34 0 15,-20-34-1264-15,24 6-256 0,-24-6-64 0,34 0 0 0,-13-3-48 0,2 0-16 16,0-2 0-16,1 0 0 0,0 0-400 0,0 0-96 15,0-1-16-15,-1 2 0 0,-3-1-192 0,-1 1 0 16,-2 0 0-16,-2 1 0 0,-15 3 0 0,28-3 0 16,-28 3 0-16,22-4 0 15,-22 4-560-15,20-5 0 0,-20 5 0 0,16-6-19232 16</inkml:trace>
  <inkml:trace contextRef="#ctx0" brushRef="#br0" timeOffset="41741.37">19825 12421 17503 0,'0'0'768'0,"0"0"176"0,0 0-752 0,0 0-192 0,0 0 0 0,0 0 0 15,0 0 1984-15,0 0 384 0,0 0 64 0,0 0 0 16,0 0 496-16,0 0 80 0,0 0 32 0,24 23 0 16,-24-23-1504-16,0 0-320 0,25 5-48 0,-25-5-16 15,20 3-720-15,-20-3-160 0,19 0-16 0,-19 0-16 16,22-3-240-16,-22 3 0 0,22-6 128 0,-11 1-128 15,1 0 0-15,0 0 0 0,0-2 0 0,0 0 0 0,-1 0 0 0,1-1 0 16,-2 0 0-16,-2-1 0 16,0 3 0-16,-3-4-192 0,0 3 192 0,-3 0-160 0,-1-3-48 15,-2 3-16-15,-2-2 0 0,0-1 0 0,-1 3 224 16,1-1-176-16,-2 2 176 0,-1 1-160 0,0 3 160 0,-1 0 0 16,-2 2 0-16,0 2 0 0,0 0 0 0,-2 3 0 15,11-5 0-15,-21 14 0 0,21-14 0 0,-21 19 0 16,21-19 0-16,-21 28 0 0,21-28 0 0,-20 32 0 15,20-32 0-15,-19 35 0 0,19-35 0 0,-15 33 0 0,15-33 0 0,-11 32 0 16,11-32 208-16,0 0-16 0,-2 35-16 0,2-35 0 16,0 0-32-16,0 0 0 0,0 0 0 15,25 28 0-15,-25-28-144 0,0 0 0 0,30 2 0 0,-30-2 0 16,28-7 0-16,-12 1 0 0,1 0 0 0,-1-3 0 16,1 2 0-16,-1-3 0 0,-1 3 0 0,-1-2 0 15,1-2-1088 1,-2 3-208-16</inkml:trace>
  <inkml:trace contextRef="#ctx0" brushRef="#br0" timeOffset="42263.59">20295 12414 22111 0,'0'0'1968'0,"0"0"-1584"16,0 0-384-16,0 0 0 16,0 0 2128-16,14-3 352 0,-14 3 64 0,0 0 16 0,18-7-192 0,-18 7-48 15,17-5 0-15,-17 5 0 0,14-7-1424 0,-14 7-272 16,11-7-64-16,-11 7-16 0,8-7-272 0,-8 7-48 15,7-10-16-15,-6 6 0 0,0-1-208 0,-1 0 144 16,0-2-144-16,-1 2 128 0,-2-2-128 0,-2 0 0 16,-1 3 0-16,-2-2 0 0,0 0 0 0,-1 1 0 15,-2 0 0-15,0 4 0 0,0 0 0 0,-1 1 0 16,0 2 0-16,12-2 0 16,-23 12 0-16,23-12 0 0,-22 16 0 0,22-16 128 0,-19 23-128 0,19-23 0 0,-16 29 144 0,16-29-144 15,-11 34 0-15,11-34 0 0,-4 31 0 0,4-31 128 16,0 0 32-16,9 37 16 0,-9-37 0 0,0 0 0 31,22 22-48-31,-22-22-128 0,0 0 192 0,32 5-64 16,-32-5-128-16,26-3 0 0,-12-1 0 0,0-3 0 0,-1 0 0 0,1-2 0 15,0-2 0-15,-1 0 0 0,0 1 0 0,-2-2 0 0,0 0 0 0,-2-2 0 16,-2 2 0-16,-1-2-144 0,-2 2 144 0,-1-2 0 16,-1 2-272-16,-2-2 48 0,-1-1 16 0,-2-1 0 0,0 2 208 15,-1-2 0 1,-1-1 0-16,1 0 0 0,-1 1 0 0,0 1 0 0,1 1 0 0,0 2 0 15,2 3 0-15,-1 1 0 0,2 4 160 0,1 4-160 0,0 0 336 0,0 0-16 16,0 0 0-16,0 0 0 16,0 0-128-16,0 0-16 0,3 35-16 0,-3-35 0 15,3 33-160-15,-3-33 0 0,3 46 0 0,-3-46 128 0,2 53-128 0,-2-53 0 32,2 63 0-32,-2-30 0 0,0-1 0 0,0-32 0 15,4 59 0-15,-4-59 0 0,7 46 0 0,-7-46 0 16,11 34 0-16,-11-34 0 0,0 0-192 0,0 0 0 0,25 26-16 15,-25-26-13024 1,0 0-2592-16</inkml:trace>
  <inkml:trace contextRef="#ctx0" brushRef="#br0" timeOffset="42532.93">20818 12508 20271 0,'0'0'896'0,"0"0"192"0,0 0-880 0,0 0-208 15,0 0 0-15,0 0 0 0,0 0 2976 0,0 0 544 16,0 0 128-16,0 0 0 0,-1-6-1184 0,1 6-240 16,0 0-48-16,5-6-16 0,-5 6-1168 0,0 0-224 15,0 0-64-15,13-9 0 0,-13 9-352 0,0 0-80 16,11-5-16-16,-11 5 0 0,0 0-256 0,0 0 0 15,0 0 0-15,0 0 0 0,0 0 0 0,0 0 0 16,0 0 0-16,0 0-13248 16,0 0-2624-16</inkml:trace>
  <inkml:trace contextRef="#ctx0" brushRef="#br0" timeOffset="43420.77">17549 12953 15663 0,'-8'-1'1392'16,"2"-2"-1120"-16,1 1-272 0,5 2 0 0,-5 0 416 0,1-2 32 15,-6-1 0-15,-4 1 0 0,-6-2 64 0,-1 1 32 0,0 0 0 0,4 1 0 16,1 0 928-16,4 0 176 16,2 1 32-16,0-1 16 15,4 0-144-15,-1 1-16 0,2 1-16 0,0-2 0 16,2 2-704-16,3 0-144 0,-4 0-32 0,4 0 0 0,0 0 0 0,0 0-16 16,0 0 0-16,0 0 0 0,33 5 0 0,-33-5 0 0,42 2 0 0,-12-4 0 31,3-1 144-31,8 0 48 0,8-2 0 0,8-1 0 0,7-1-448 0,4-1-96 15,5 0-16-15,6 3 0 0,7-4 0 0,3 4 0 16,0-3 0-16,5 4 0 0,5 0-256 0,2 3 160 16,1-1-160-16,0 4 128 0,0-1-128 0,1 3 0 15,0 0 0-15,2 1 0 0,3 0 0 0,-4 0 0 16,-3 2 0-16,-2 0 0 0,-1 0 0 0,-5 0 0 16,-3 0 0-16,-3-1 0 0,0-1 0 0,-6-2 0 15,-7 2 0-15,-5-4 0 0,-5-1 0 0,-6-1 0 16,-2-1 0-16,-7-1 0 0,-5 3 0 0,-8-2 0 0,-6 0 0 15,-7 2 0-15,-23 0-240 0,29-2 32 0,-29 2 0 0,0 0 0 32,0 0-432-32,-15 2-96 0,-2-2-16 0,-6 0-17056 0</inkml:trace>
  <inkml:trace contextRef="#ctx0" brushRef="#br0" timeOffset="43817.64">17779 13008 27647 0,'0'0'1216'0,"-8"3"256"0,8-3-1168 0,0 0-304 15,0 0 0-15,0 0 0 0,0 0 0 0,0 0 0 16,0 0 0-16,37 14 0 0,-37-14 0 0,45 10 0 0,-16-3 176 0,4-2-48 16,4 3 1536-16,4 0 320 15,4 1 64-15,5 1 16 0,4 0-528 0,3-1-128 0,2-2 0 0,5 1-16 16,6-2-848-16,0 0-160 0,-1 0-48 0,7-3 0 16,9 1-144-16,4-1-16 0,6-1-16 15,-1-2 0-15,-4-2 16 0,7-1 0 16,7-2 0-16,4-1 0 0,-1-1-48 0,0-1 0 0,5 1 0 0,-2 0 0 15,-2-2-128-15,-4 1 0 0,-4 0 0 0,0 0 0 16,1-4 0-16,-5 3 0 0,-3 0 0 0,-6-1 0 16,-2-1 0-16,-3 2-192 0,-6 1 32 15,-4 0 16-15,-7-2-560 0,-4 1-96 0</inkml:trace>
  <inkml:trace contextRef="#ctx0" brushRef="#br0" timeOffset="44434.8">21345 12283 14735 0,'2'-4'1312'0,"-2"4"-1056"0,4-3-256 0,-4 3 0 0,0 0 896 0,0 0 112 16,0 0 16-16,6-7 16 0,-6 7 816 0,6-6 176 15,-6 6 16-15,0 0 16 0,0 0-528 0,0 0-128 0,0 0 0 0,0 0-16 16,0 0-560-16,0 0-96 16,0 0-32-16,-3 34 0 0,3-34 64 0,0 0 16 0,0 0 0 0,0 0 0 31,0 0-16-31,-9 31 0 0,9-31 0 0,0 0 0 0,0 0-336 0,0 0-80 0,-11 28-16 0,11-28 0 15,0 0-336-15,-11 26 144 0,11-26-144 0,0 0 0 16,-15 36 0-16,15-36 0 0,-10 29 0 0,10-29 0 0,-12 31-128 0,12-31-96 16</inkml:trace>
  <inkml:trace contextRef="#ctx0" brushRef="#br0" timeOffset="44639.04">21157 12816 26719 0,'0'0'1184'0,"0"0"240"0,0 0-1136 0,0 0-288 0,0 0 0 16,0 0 0-16,0 0 1824 0,0 0 304 0,0 0 64 0,0 0 16 16,0 0-160-16,0 0-48 0,0 0 0 0,0 0 0 15,24 9-1104-15,-24-9-240 0,20-11-32 0,-9 4-16 16,0 0-448-16,1-2-160 0,-1 1 0 0,0-1-12992 15,0 0-2688-15</inkml:trace>
  <inkml:trace contextRef="#ctx0" brushRef="#br0" timeOffset="45021.05">21931 12228 31967 0,'0'-11'704'0,"1"6"128"0,0-4 48 0,-1 4 16 0,0 5-704 0,0 0-192 0,2-7 0 0,-2 7 0 15,1-7 1344-15,-1 2 224 0,0 5 48 0,0 0 16 16,0 0-704-16,-14 12-144 0,14-12-16 0,-16 31-16 16,16-31-480-16,-23 42-80 0,9-14-32 0,-1 4 0 15,0-2-160-15,-2 6 0 0,-1 0 0 0,1 1 128 16,1-1-128-16,2-5 0 0,4-3 0 0,10-28 0 0,-17 45-240 0,17-45-16 15</inkml:trace>
  <inkml:trace contextRef="#ctx0" brushRef="#br0" timeOffset="45192.09">21697 12825 37775 0,'0'0'1664'0,"0"0"368"15,0 0-1632-15,0 0-400 0,0 0 0 0,0 0 0 0,0 0 1040 0,4 29 128 0,-4-29 32 16,0 0 0-16,0 0-368 0,28 13-64 16,-28-13 0-16,23-3-16 0,-11-2-544 0,1-3-208 0,0-3 176 0,1-3-20160 15</inkml:trace>
  <inkml:trace contextRef="#ctx0" brushRef="#br0" timeOffset="57037.82">4397 11714 10127 0,'-1'-2'896'0,"0"-3"-704"15,1 2-192 1,0 1 0-16,0 0 1040 0,0-5 176 0,-1 0 48 0,0-7 0 16,1-3 656-16,-1-9 144 15,1-1 32-15,0-1 0 0,0 1-400 0,-1 2-80 0,1-1-16 0,-1 0 0 0,0 1-272 0,1 0-64 0,-2 1-16 0,1-2 0 31,0 5-480-31,2-3-112 0,0 1-16 0,2-6 0 16,3 0-192-16,0-3-32 0,2-2-16 0,0-2 0 16,1-1-112-16,1-1-32 0,1-3 0 0,0 4 0 15,0 4-128-15,1 4-128 0,-1 1 144 0,1 2-144 16,0 2 128-16,0 5-128 0,-1 2 0 0,-3 3 0 16,0 2 0-16,0 3 0 0,-3 4 0 0,-1 2 0 0,-1 1 0 15,-1 4 0-15,-1 3 0 0,-1 2 0 0,-1 1-144 16,0 1 144-16,-1 3 0 0,0-1-144 0,-1 1 144 0,1-1-160 15,1-2 160-15,0 0-160 16,-1 0-336-16,0 1-64 0,0-3-16 0,0 0 0 16,1-2-240-16,0 0-48 0,0-2-16 0,1-2 0 0,0-1 496 0,0 0 80 15,0 0 32-15,0 0 0 0,0-1 272 0,-1 0-160 16,1 1 160-16,-1-2-128 0,0 0 128 0,0 1 0 16,-1-1 0-16,0-1 0 0,0 1 0 0,-1 0 0 15,1-1 0-15,-2 1 0 0,1-1 0 0,-1 0 144 16,0 0-144-16,0 0 0 0,0 1 128 0,0-1-128 0,-1 1 0 0,1 0 0 15,-2 0 0-15,0-1 128 0,1 3-128 16,-2 0 0-16,2 2 160 0,-2-1-160 0,1 3 128 0,-2 1-128 16,2 2 128-16,-2 0-128 0,0 3 128 0,0 3-128 15,-1 0 144-15,1 3-144 0,0 1 160 0,-1 0-160 16,2 1 0-16,0-1 0 0,4-1 0 0,1-3 0 16,0-2 0-16,2-1 0 0,1-5 0 0,2-1 0 15,1-4-320-15,2 0-16 0,1-5 0 0,2-1 0 31,-1-2-1712-31,1-2-352 0,1-1-64 0,0-1-16 0,-1-2-272 0,0 0-48 0,0 0-16 0,-2-1 0 16,1 3 1376 0,-2-2 272-16,1 0 48 0,-2 0 16 0,0 0 1104 0,-1 2 256 0,2-2 48 0,-1 0 0 0,-2 1 864 0,2 1 176 15,-1 1 48-15,0 1 0 0,0 5 304 0,0 0 64 16,-1 1 16-16,1 4 0 0,-1 0-80 0,1 2-16 16,-1 6 0-16,0 1 0 0,-3-9-432 15,0 0-96-15,8 40 0 0,-8-40-16 0,0 0-576 0,7 45-112 16,-7-45-32-16,3 43 0 0,-3-43-416 0,3 41 0 15,-3-41 0-15,4 37 0 0,-4-37 0 16,0 0 0-16,8 45 0 0,-8-45-13936 0</inkml:trace>
  <inkml:trace contextRef="#ctx0" brushRef="#br0" timeOffset="57733.82">4394 11840 3679 0,'-4'-5'320'0,"3"0"-320"0,-1 3 0 0,1 0 0 31,1-1 2160-31,1 3 352 0,-1-2 80 0,0-1 16 0,1 1-560 0,-1-2-128 0,0 1 0 0,0 3-16 15,0 0-256-15,-1 5-48 0,0-1-16 0,0 6 0 32,-1 0-464-32,-2 4-96 0,1 2 0 0,-3 3-16 0,1 0-544 0,-1 1-96 0,-1-2-32 0,0 1 0 15,0-2-336-15,1-1 128 0,-1 1-128 0,2-3 0 32,1-5 0-32,0 1 128 0,2-5-128 0,-1 0 0 0,1-2 0 0,1-2 0 0,0-1 0 0,1-2 0 0,0-2 128 0,0-1-128 15,2-2 128-15,0-2-128 0,1-2 192 0,-1-1-16 31,2-2-16-31,1-2 0 0,0-1-160 0,1-3 0 0,0 0 144 0,-2 1-144 0,1 2 0 0,0 0 0 32,1 1 0-32,0-1 0 0,0 6 208 0,0-1 32 0,2 4 0 0,-1 2 0 0,2 1 272 0,-2 4 64 31,1 1 16-31,0 0 0 0,-8 0-208 0,0 0-32 0,0 0-16 0,36 17 0 0,-36-17-96 0,0 0-32 16,0 0 0-1,0 0 0-15,43 24-208 0,-43-24 0 16,0 0 0-16,0 0 0 0,0 0 0 0,33 6 128 0,-27-6-128 0,-3 0 0 15,0 0 0-15,-1 1 0 0,-1 1 128 0,-1 1-128 16,0-1 0-16,-1 3 0 0,0-2 0 0,-3 4 0 16,1-1 128-16,-2 3-128 0,0 0 0 0,0 2 0 15,-1 1 0-15,2-2 0 0,0 3 0 0,0-3 0 16,1 2 0-16,2-2 0 0,-1 1 0 0,1-1 0 16,1-1 0-16,0-2 0 0,1-2 0 0,1-3 0 15,-1 1-272-15,2-3 48 0,2 0 16 0,-1-5-15920 16</inkml:trace>
  <inkml:trace contextRef="#ctx0" brushRef="#br0" timeOffset="58460.14">4733 11829 15663 0,'2'-3'1392'0,"0"0"-1120"16,-1 1-272-16,-1 2 0 0,0 0 1152 0,0 0 192 0,1-3 16 0,0 1 16 16,0 0 256-16,-1 0 48 0,0 4 16 0,-3 0 0 15,-1 3-704-15,0 0-144 0,-2 1-16 0,0 3-16 16,0-1-432-16,0 2-64 0,-2 4-32 0,0 0 0 15,1 3-160-15,-2-3-128 0,3 5 192 0,1-2-192 16,1-5 192-16,2 2-192 0,2-14 192 0,0 0-192 16,0 0 304-16,14 38-48 0,-14-38-16 0,0 0 0 15,0 0-112-15,36 9 0 0,-25-14-128 0,1-1 192 16,1-3 240-16,1-4 32 0,1-1 16 0,0-3 0 16,0-2 16-16,0 0 0 0,-2-1 0 0,-3 2 0 0,-1-1-352 15,-4 5-144-15,-2 0 128 0,-4 0-128 16,-3 2 0-16,-1 0 128 0,-5 4-128 0,-1 0 0 15,-2 3 576-15,-2 4 48 0,-1 1 0 0,0 3 0 0,1 4-384 0,0-2-80 16,2 3-16-16,3 0 0 0,2-1-144 0,2 1 0 16,4-2 0-16,2-1 0 0,2 0 0 0,-2-5 0 15,0 0 0-15,0 0 0 16,36 5-752-16,-20-8-80 0</inkml:trace>
  <inkml:trace contextRef="#ctx0" brushRef="#br0" timeOffset="58776.82">5105 11742 16575 0,'1'-3'1472'0,"0"0"-1168"0,1 1-304 0,-1 1 0 16,-1-1 1824-16,0 1 304 0,0 1 64 0,1-2 16 15,-1 1 320-15,1-2 64 0,-1 0 16 0,-1 1 0 16,1 2-1008-16,-2 0-208 0,1 0-48 0,0 0 0 31,-1 3-768-31,1 1-144 0,-1-2-48 0,-1 4 0 0,0 0-384 0,-1 2 128 0,2 1-128 0,-2 2 0 16,1 1 0-16,-1 2 0 0,1 1 0 0,-1 2 0 0,0-1 0 0,0 1 0 15,-2 3 0-15,1 0 0 16,0 1 0-16,-1 1 0 0,3-1 0 0,-1-4 0 16,1-1 0-16,1 1 0 0,1 0 0 0,1-17 0 15,0 0 0-15,0 0 0 0,11 35 0 0,-7-33 0 0,2 1 0 0,0-5 0 16,3-1 0-16,-1-2 0 0,2-2 0 0,0-2 0 31,1-3 0-31,1 0 0 0,-2-1-208 0,0 0 80 0,1-1 128 0,-2-1-208 31,0 2-848-31,-3 1-160 0,0 2-48 0,-3-2 0 0,-2 3-816 0,-2 1-160 0,-2 1-48 0,-3 0-6736 16,0 2-1344-16</inkml:trace>
  <inkml:trace contextRef="#ctx0" brushRef="#br0" timeOffset="58918.43">4937 11875 11055 0,'-13'1'480'0,"4"1"112"0,3-2-464 0,2 1-128 0,2 0 0 0,2-1 0 16,0 2 1440-16,-1-1 272 0,1 1 48 0,3 1 16 31,-3-3 1232-31,0 0 240 0,0 0 48 0,46 4 16 15,-28-6-944-15,3-3-176 0,4-2-32 0,0-3-16 16,3 1-1168-16,-2-1-224 0,0 1-48 0,-3-1-16 16,0 3-528-16,-2 0-160 0,-2 0 0 0,0 0-11664 15,-1 2-2416-15</inkml:trace>
  <inkml:trace contextRef="#ctx0" brushRef="#br0" timeOffset="59760.47">5782 11845 2751 0,'-3'4'256'0,"-1"-1"-256"0,0-1 0 0,2 0 0 16,0-2 2112-16,1 0 384 0,-1 2 80 15,-2 1 16-15,0 0 880 0,-3 1 176 0,1-1 48 0,3-1 0 16,0 0-1280-16,2-2-256 0,1-2-48 0,2-3-16 15,1 1-688-15,0-3-144 0,3 0-32 0,0-1 0 16,0-2-416-16,0-1-96 0,0 1-16 0,-1-3 0 16,-1 1-416-16,-1 2-96 0,-1-2 0 0,-2 0-16 15,1 3-176-15,-3 0 0 0,0 2 0 0,-1 1 0 16,-1-1 0-16,-1 5 0 0,-1 0 128 0,-2 4-128 16,0 0 0-16,-1 5 0 0,-2 0 0 0,0 3 0 15,-2 2 0-15,-2 2 0 0,2 2 0 0,-2 2 0 16,2 0 0-16,0 1 0 0,2-2 0 0,1-2 0 0,4-2 0 0,-1 1 0 15,2 3 0-15,1-3 0 0,2 0 0 16,2-14 0-16,0 0 0 0,0 0 0 0,0 0 0 0,0 0 0 16,30 33 0-16,-30-33 0 0,23-4 0 0,-9-1 0 15,0-1 0-15,1-2 0 0,1-1 0 0,0-1 0 16,0-2 0-16,-2 0 0 0,0 2 0 0,-2-1 0 16,-3 1 0-16,-1 2 0 0,-2 2 0 0,-1 0 0 15,-3 3 0-15,0 0 0 0,-2 3 0 0,-1 0 0 16,0 1 0-16,-2 3 0 0,0-2 0 0,-2 3 0 15,1 2 0-15,-2 0 0 0,3-2 0 0,-1 3 0 0,-1 3 0 16,0-1 0-16,3 3 0 0,0-1 0 0,2-12 0 0,0 0 0 16,3 30 0-16,-3-30 0 0,0 0 0 0,0 0 0 15,0 0 0-15,37 18 0 0,-22-20 0 0,1-5 0 16,2 0 0-16,0-3 0 0,3-2 0 0,-2 0 0 16,0 0-128-16,0-2 128 0,1 2 0 0,-1-2 0 15,1 0 0-15,-3 0-144 0,0 2 144 0,-3 0 0 16,-1 0-256-16,-2-1 64 0,-1 1 16 0,-1-1 0 15,-3 3 176-15,-1 1 0 0,-2 2 0 0,-2 0 0 0,-1 2 0 0,-1 3 0 16,0 2 128-16,-3-2-128 0,-1 4 272 0,-1 0-16 16,-1 0 0-16,-1 3 0 0,0 0-128 0,-2 0-128 15,1 3 192-15,1 0-192 16,0-1 128-16,2 1-128 0,0-1 0 0,2 0 0 0,2 0 144 0,2-2-144 16,0-5 0-16,0 0 144 0,0 0-144 0,0 0 0 15,0 0 0-15,0 0 0 0,34 35 0 0,-34-35 0 16,0 0 0-16,0 0 0 0,37 24 0 0,-37-24 0 15,0 0 0-15,0 0 0 0,0 0 0 0,36 31 0 16,-36-31 0-16,0 0 0 0,0 0 0 0,0 0 0 16,0 0 0-16,13 38 0 0,-15-31 0 0,-2 0 0 15,-3 2 0-15,-1-2 0 0,1 1 0 16,-4-3 0-16,-2 4 0 0,-2-4 0 0,-4 2 0 0,0-3 0 0,-1 1 0 0,2-2 0 31,2 0 0-31,-1-2 0 0,2-1 0 0,2 0 0 0,2 2 0 0,2-2 0 0,2 0 0 0,3 0 0 16,1 0-224-16,3 0-128 0</inkml:trace>
  <inkml:trace contextRef="#ctx0" brushRef="#br0" timeOffset="63793.6">6837 11826 24879 0,'2'-2'2208'0,"-1"1"-1760"0,0-1-448 0,-1 2 0 0,0 0 1408 0,0-2 192 15,1-1 32-15,0 1 16 0,1-3 0 0,-1 2 0 16,1-1 0-16,-2 0 0 16,1 0-912-16,-2 1-176 0,0 0-48 0,-1 0 0 15,0-2-304-15,-1 3-64 0,-1 0-16 0,-3-1 0 0,1 1-128 0,-2 2 128 16,-2 0-128-16,0 2 128 0,0 1-128 0,-1 1 0 15,-1 4 0-15,0-1 0 0,1 4 0 0,0-1 0 0,1 4 0 0,1-2 0 16,1 3 0-16,1 1 0 0,0 3 0 0,0 2 0 16,1 0 0-16,0 1 0 0,1-5 0 0,1 4 0 15,4-21 0-15,-4 34 0 16,4-34 0-16,0 0 0 0,6 43 0 0,-6-43 0 0,0 0 0 16,0 0 0-16,0 0 0 0,0 0 0 15,33 17 0-15,-25-23 0 0,2-4 0 0,0-2 0 0,2-2 0 0,-1 0 0 16,0-3-128-16,1-2 128 0,1 0 0 0,-2-2 0 15,1 2 0-15,-4 0 0 0,-1 3 0 0,-1 1 0 0,-2 1-128 16,-1 2 128-16,-1 3 0 0,-2 2 0 16,-1 3 0-16,-2 1 0 0,1 2 0 0,-2 2 0 15,0 2 0-15,0 1 0 16,1 3 0-16,-1 2 0 0,4-9 0 0,-5 24 0 0,5-24 0 0,-5 31 0 0,5-31 256 0,-1 28-16 16,1-28-16-16,0 0 0 0,7 38-64 0,-7-38-16 15,0 0 0-15,0 0 0 0,32 28-144 0,-32-28 128 16,24 0-128-16,-11-3 128 0,-2-1-128 0,2-3 0 15,1-4 0-15,2-2 0 16,-1 1 0-16,0-2 0 0,1 0-144 0,0 0 144 31,0 0-2848-31,-1 2-464 0</inkml:trace>
  <inkml:trace contextRef="#ctx0" brushRef="#br0" timeOffset="64287.53">7135 11823 911 0,'12'-4'0'0,"-9"3"0"0,-2 2 0 0,-1-1 0 15,0 0 2384-15,0-1 400 0,1 1 80 0,0 0 16 16,-2 0 688-16,-1-2 144 0,-1 2 16 0,-3 0 16 15,1 0-1200-15,-3 0-240 0,1 0-64 0,-3 0 0 16,1 0-816-16,-1 0-160 0,0 3-48 0,0 1 0 16,0-1-576-16,1 1-128 0,0 3-32 0,0 0 0 15,0 3-304-15,2 0-176 0,1-1 192 0,1 5-192 16,-1-1 0-16,1 3 0 0,5-16 0 0,-6 33 0 16,6-33 0-16,-2 33 0 0,2-33 0 0,0 0 0 0,10 36 0 15,-10-36 0-15,0 0 0 0,0 0 0 0,47 21 0 0,-31-24 0 16,3-3 0-16,0-2 0 0,-1-1 0 0,0-1 0 15,4-4 0-15,-1 0 0 0,0-1 0 0,-2-1 0 16,0 2-160-16,-1 0 160 16,-4 2-832-16,2 0-112 0,0-2-16 0,-2 0 0 15,1 0 384-15,-3 2 64 0,-1 2 0 0,-1 1 16 0,-3 4 496 0,-2-3 0 0,-1 4 0 0,-2 2 0 16,-1-1 368-16,-1 1 64 0,-1 1 16 0,-1 1 0 16,1 1 160-16,-3 1 32 0,1-1 16 0,-2 1 0 15,0 2-208-15,-1 1-32 0,1 0-16 0,-3-1 0 16,1 4-144-16,-2-1-48 0,2 1 0 0,-2 1 0 15,0 2-48-15,1-1-16 0,0 4 0 0,-1-3 0 16,3 1-144-16,-1 1 0 0,2 0 0 0,5-13 128 16,-8 26-128-16,8-26 0 0,0 0 144 0,-4 30-144 15,4-30 144-15,0 0-144 0,0 0 192 0,0 0-192 16,0 0 0-16,0 0 0 0,29 26 0 0,-29-26 0 0,17-1 0 16,-6-3 0-16,2 1 0 0,-1 1 0 0,-1-1 0 0,2-2 0 15,0 1 0-15,2-3 0 0,0 0 0 16,-2-1 0-16,-2 4 0 0,-1-4 0 31,2 2-736-31,-3-2-96 0,-2 4-32 0,1-4 0 0,-2 2-800 0,0 0-176 0,-1 0-16 0,0 1-8240 16,1-2-1632-16</inkml:trace>
  <inkml:trace contextRef="#ctx0" brushRef="#br0" timeOffset="64775.12">7553 11854 3679 0,'2'-2'160'0,"-1"2"32"0,0-3-192 0,-1 3 0 0,1-2 0 0,0 2 0 15,0-3 576-15,0 1 80 0,2 0 16 0,0-3 0 16,1 2 592-16,0-1 112 0,0 0 32 0,-1 1 0 16,-2 0 352-16,2 1 80 0,-2 2 16 0,1-2 0 15,-2 2 384-15,0 0 64 0,-1 0 32 0,0 2 0 16,-2-2-96-16,0 5 0 0,-1-2-16 0,-1 1 0 16,2 1-752-16,-3 2-128 0,1-3-48 0,1 4 0 15,-1-2-592-15,1 3-112 0,1-1-16 0,-1 2-16 0,4-10-304 0,0 0-64 16,-7 31-16-16,7-31 0 0,0 0-176 0,-4 28 192 15,4-28-192-15,0 0 192 16,0 0-192-16,4 38 160 0,-4-38-160 0,0 0 160 0,0 0-160 0,0 0 128 16,0 0-128-16,32 13 128 0,-25-16-128 0,3-2 0 15,1-2 0-15,2-4 0 0,-1 0 0 16,0 0 0-16,2-1 0 0,-2 0 0 0,0 0 0 0,-2 1 0 16,0 1 0-16,0-2 0 15,-2 2-176-15,-1-1-16 0,-2 3 0 0,-1 0 0 0,-1 0 48 0,-1 3 0 16,-1 0 0-16,0 3 0 0,-2 0 144 0,-1 4 0 0,1-2 0 0,-2 3 0 15,0 1 0-15,0 0 0 16,0 1 0-16,-1 0 0 0,0 2 0 0,0 0 0 0,1 3 0 0,-1-1 0 16,4-9 0-16,-7 19 0 15,7-19 0-15,0 0 0 0,-7 34 0 0,7-34 0 16,0 0 128-16,-3 28-128 0,3-28 224 0,0 0-32 0,0 0 0 0,0 0 0 16,10 38-64-16,-10-38 0 0,0 0-128 0,0 0 192 15,0 0-192 1,29 4 0-16,-20-6 0 0,-1-2 0 0,1 1 0 0,0-2 0 0,2 1 0 0,-2-3-12576 31,0 3-2528-31</inkml:trace>
  <inkml:trace contextRef="#ctx0" brushRef="#br0" timeOffset="66198.92">7880 11868 11055 0,'0'0'976'0,"0"-1"-784"16,0 1-192-16,0 0 0 0,0 0 1056 0,0 1 160 0,0-2 48 0,0 1 0 15,0-1 160-15,0 1 48 0,0 0 0 0,0-2 0 16,0 2-256-16,0-2-64 0,1 1 0 0,1-2 0 31,1 1 208-31,1 0 48 0,0-3 0 0,1 0 0 0,1-1-32 0,0 0 0 0,1 0 0 0,1-2 0 16,-1 2-592-16,1-2-112 0,1 1-32 0,-1 1 0 0,0 0-160 0,0 1-32 31,-1 1-16-31,2 1 0 0,-3 1-144 0,-6 2-32 0,0 0 0 0,0 0 0 0,0 0-64 0,0 0 0 31,34 27-16-31,-34-27 0 0,0 0-176 0,5 44 0 0,-5-44 0 0,-3 37 0 16,3-37 0-16,-6 39 0 0,6-39 0 16,-9 36 0-16,9-36 0 0,-7 26 0 0,7-26 0 0,-8 21 0 15,4-14 0-15,1-2 0 0,1-2 0 0,1-1 0 0,0-2 0 16,0-3 0-16,1-2 0 0,2-2 0 0,-1-2 0 0,2-3 0 0,3-2 0 0,0-3 0 16,3-2 0-16,-1 0 0 0,3-2 0 0,-1-1 0 15,1 1 0-15,0 1 0 16,0 0 0-16,0 2 0 0,-1 1 0 0,0 3 0 0,0 4 0 0,1 0 0 15,-2 3-128-15,-1 2 128 0,0 3 0 16,-2 0 0-16,-6 2-352 0,0 0 0 0,0 0 0 0,0 0 0 31,0 0-1088-31,0 0-224 0,28 36-32 0,-28-36-8832 0,0 0-1760 0</inkml:trace>
  <inkml:trace contextRef="#ctx0" brushRef="#br0" timeOffset="67007.75">8206 11852 18335 0,'0'0'1632'0,"0"0"-1312"0,0 0-320 0,0 0 0 0,0 0 0 0,0 0-128 0,0 0 0 0,0 0 128 16,0 0 2848-16,35 31 688 0,-35-31 144 0,0 0 64 0,28 2-480 0,-21-5-80 31,2 1-32-31,-2-3 32 0,0-2-1600 0,1 1-320 0,-1-1-64 0,0-1 16 0,0-1-880 0,-1 0-176 31,-2-1-32-31,0 2 16 0,-1-1-144 0,-3-1-176 16,1 3 48-16,-3-1 128 0,0 2-304 0,-2 1 48 16,1 1 16-16,-4 4 48 0,-1 0-64 0,-2 2-16 15,-1 3 0-15,-1 2 32 0,0 0-80 0,-2 2 0 16,1 2-16-16,0 0 16 15,0 1-64-15,1 2-32 0,2 0 0 0,2-1 32 0,1 0 80 0,1 3 16 16,-1 1 0-16,7-17 32 0,-9 33 0 0,9-33 0 0,-5 24 0 0,5-24 32 16,0 0 16-16,0 0 0 0,0 0 0 0,25 34 32 15,-25-34 176-15,0 0 0 0,29-3-144 16,-18-2 144-16,1-1 128 0,1-2 96 0,3-4 16 0,0 0 0 16,-1 0-240-16,0-2 128 0,-1 2-128 0,-2 0 0 15,-1 0 0-15,-2-1 0 0,-1 1 0 0,-1 2 0 16,-3 1 0-16,-1-1 0 0,-1 0 0 0,-2 4 0 15,-1-1 0-15,-2 4 0 0,1 1 0 0,-1 2 0 16,0 2 0-16,-1 3 0 0,0 2 0 0,4-7 0 16,-9 17 0-16,9-17 0 0,-6 23 0 0,6-23 0 15,-5 28 0-15,5-28 0 0,0 0 0 0,0 36 0 0,0-36 0 0,0 0 0 16,0 0 0-16,0 0 0 0,22 34 0 0,-22-34 128 16,0 0-128-16,0 0 0 0,27 2 0 0,-19-7 0 15,2-1 0-15,1-4 0 0,1 0 0 0,1-4 0 16,1 0 0-16,0-1 0 0,-1 3 0 0,2-4 0 15,1 0 0-15,-1-1 0 16,1 0-624-16,0 1-64 0,0-3-16 0,-1 0 0 0,2-1 256 0,-1-3 64 16,-1 2 0-16,-3-2 0 0,-3 3 720 0,-2 1 160 15,-1 3 16-15,-2 6 16 0,-1 2 48 0,-3 4 16 0,0 2 0 0,-2 2 0 16,0 2-224-16,-3 0-48 0,0 4-16 0,-3 3 0 16,-1 2-128-16,0 4-32 0,-2 4 0 0,-1 4 0 15,0 1-144-15,1 3 0 0,0 4 0 0,0-1 128 16,3 1-128-16,-1-3 0 0,4-2 0 0,5-26 0 15,-6 42 0-15,6-42 128 0,0 39-128 0,0-39 0 16,0 0 0-16,10 47 0 0,-10-47 0 0,0 0 0 16,0 0 0-16,0 0 0 0,31 22 0 0,-25-25 0 15,0-2-160-15,0-2-16 0,-3 0 0 0,1-3 0 16,0-1-816-16,-2-3-160 0,-2 1-48 16,-1-1 0-16,-2 0-1584 0,-3 0-320 0,-1 1-64 0,-2-2-16 15,-3 0 992-15,-1-3 192 0,-2 3 32 0,-1 1 16 16,2 2-416-16,-1 3-64 0,2 2-32 0,2 1 0 0,1 4 2704 0,2 0 528 15,1 2 128-15,1-2 0 0,3 4 1776 0,0-2 336 16,2 1 80-16,2 0 16 0,-1-1-512 16,0 0-96-16,0 0-32 0,0 0 0 0,0 0-560 0,31 6-112 15,-19-7-32-15,1-2 0 0,2-1-928 0,1-1-192 16,0 0-48-16,1-2 0 0,-1 0-304 0,2 0-64 16,-1 0-16-16,-1 0 0 0,2 0-208 0,-2-1 0 15,-1 4 0-15,-2-1 0 0,0 1 0 0,-2 3 0 16,-11 1 0-16,19-2 0 15,-19 2-848-15,0 0-112 0</inkml:trace>
  <inkml:trace contextRef="#ctx0" brushRef="#br0" timeOffset="67670.74">8797 11837 9215 0,'-2'0'816'0,"0"1"-656"0,1 1-160 0,1-2 0 16,0 0 1056-16,-1 2 176 0,-1 0 48 0,-1 3 0 15,3-5 1136-15,0 0 224 0,0 0 48 0,0 0 16 0,0 0-160 0,6 36-48 16,-6-36 0-16,0 0 0 0,0 0-928 0,35 8-192 31,-23-9-32-31,1-3-16 0,1-1-624 0,0 0-112 16,2-3-16-16,-1-1-16 0,-2 2-320 0,-1-3-64 0,-1 1-16 0,-2 0 0 0,-1-1-160 0,-2 0 0 31,-1 1 144-31,-3 0-144 0,-1-1 0 0,-3 1 0 16,0 2 0-16,-3-1 0 0,-1 1 0 0,-2 0-128 15,-2 1 128-15,-2 0-192 0,0 4-48 0,-2 2-16 16,-1 1 0-16,0 2 0 0,1 5 256 0,0 1-176 0,2 1 176 0,1 4-160 16,2 3 160-16,1 1 0 0,0 2 0 0,8-20 0 15,-10 42 256-15,10-42 16 0,-4 43 16 0,4-43 0 16,2 33 16-16,-2-33 0 0,0 0 0 0,16 38 0 15,-16-38-80-15,0 0-16 0,37 22 0 0,-37-22 0 16,31 2-208-16,-16-4 0 0,2-3 0 0,1 0 0 16,0-4 0-16,1-1 0 0,-1 1-176 0,0-1-18160 15</inkml:trace>
  <inkml:trace contextRef="#ctx0" brushRef="#br0" timeOffset="68539.03">9697 11868 5519 0,'-1'0'496'0,"0"-1"-496"16,0 0 0-16,-1 1 0 0,1 1 0 0,-2-1 0 16,-2 0 0-16,-1 0 0 0,-4 0 1040 0,-2 0 320 15,-1 0 64-15,0 0 16 0,3 0 1600 0,1-1 320 16,2-1 64-16,2-1 16 0,2-1-1200 0,0 1-256 0,2-2-32 0,1-2-16 15,0 0-512-15,0 0-96 0,2-2-32 0,-1-1 0 16,1-1-144-16,0-1-16 0,0 0-16 0,0 0 0 16,-1-3-544-16,0 4-128 0,0-1 0 0,-2 1-16 15,0 2-208-15,-1 3-32 0,-1-1-16 16,-1 4 0-16,0-1-176 0,-1 3 192 0,-2 1-192 16,-1 3 192-16,0 2-192 0,-3 2 0 0,1 4 0 0,-2 1 128 15,0 3-128-15,1 1 0 0,-1 3 0 0,1 0 0 16,0 0 0-16,0-2 0 0,2-1 0 0,0 1 0 15,1-1 0-15,0-1 0 0,8-15 0 0,-12 28 0 0,12-28 0 16,0 0 0-16,-5 38 0 0,5-38 0 0,0 0 0 16,0 0 0-16,0 0 0 0,0 0 0 0,26 31 0 0,-26-31 0 15,0 0 0-15,26-3 0 0,-14 1 0 16,1-7 0-16,1 2 0 0,0-3 0 0,2 0 0 0,0-4 0 16,-1 0 0-16,0 0 0 0,3-3 0 0,-2 0 0 15,-2 1 0-15,-2 0 0 0,-1 2 0 0,-3-1 0 16,0 3 0-16,-4 0 0 0,-1 5 0 0,0 2 0 15,-2 0 0-15,-2 3 0 0,0 4 0 0,-1 1 0 16,2-3 0-16,0 0 0 0,-9 20 0 0,9-20 0 16,-10 23 0-16,10-23 0 0,-10 24 128 0,10-24-128 15,-7 30 128-15,7-30-128 0,-4 31 176 0,4-31-48 0,0 0-128 0,0 0 192 16,9 43-16-16,-9-43-16 0,0 0 0 0,0 0 0 16,38 15-160-16,-24-18 0 0,0 0 0 0,2-4 128 15,-1 0-128-15,1-2 0 0,0-1 0 0,2-2 0 16,-1 0 0-16,-1 0 0 0,2 0-176 0,-2-1 176 15,0 1-672 1,-2-3-48-16,2-1-16 0,-1-1 0 0,-1-2-672 16,-1 3-144-16,-1 1-32 0,-3 2 0 0,0 3 752 15,-1 0 160-15,-2 3 32 0,0 1 0 0,-2 3 784 0,-2 0 176 0,-1 1 16 0,-1 0 16 0,-1 2 816 16,0 2 176-16,-2 0 16 0,-2 1 16 16,1 0-496-16,-3 0-112 0,1 0 0 0,-1 0-16 0,0 1-480 0,-2 1-80 15,1 0-32-15,0-1 0 16,0-1-160-16,1 2 160 0,0-1-160 0,1 3 160 0,0 0-160 15,6-7 0-15,-8 15 0 0,8-15 128 0,0 0-128 0,-6 29 0 16,6-29 0-16,0 0 0 0,0 0 0 0,10 35 128 16,-10-35-128-16,0 0 0 0,0 0 0 0,28 33 128 15,-28-33-128-15,0 0 0 0,0 0 0 0,38 28 0 16,-38-28 128-16,0 0-128 0,29 24 0 0,-29-24 0 16,0 0 0-16,0 0 0 0,30 31 0 0,-30-31 0 15,0 0 0-15,0 0 0 0,0 0 128 0,0 0 0 0,12 38 0 0,-12-38 0 16,-10 9 64-16,1-6 16 0,-2 1 0 0,-3-1 0 15,-2-1-208-15,-2 0 0 0,-2-2 128 0,-5 0-128 16,0 0 0-16,-1-2 0 0</inkml:trace>
  <inkml:trace contextRef="#ctx0" brushRef="#br0" timeOffset="70847.31">7270 12236 13823 0,'-1'-5'1216'0,"0"3"-960"16,0 1-256-16,0-1 0 0,0 1 1408 0,0 0 256 15,0 1 32-15,-3 0 16 0,-1-2 256 0,-2-1 48 16,-3 0 16-16,-2 1 0 0,0 0-384 0,-1 2-80 16,0 0-16-16,-2 0 0 0,1 0-448 0,-2 0-80 15,1 2-32-15,-1 1 0 0,1 2-448 0,-2-1-96 16,0 3 0-16,1 0-16 0,0 3-176 0,1-2-16 0,1 3-16 0,0-2 0 15,2 5-32-15,1-2 0 16,1 2 0-16,3-2 0 0,3-2-32 0,4-10-16 0,0 0 0 0,0 0 0 16,3 38-144-16,-3-38 0 0,0 0 0 0,0 0 0 15,40 16 0-15,-40-16 0 0,34 0 0 0,-15 0 0 16,1-2 0-16,2 1 0 0,1 0 0 0,-2 1 0 16,-21 0 0-16,39 1 0 0,-39-1 0 0,34 4 0 15,-34-4 0-15,0 0 0 0,31 9 0 0,-31-9 0 0,0 0 0 0,0 0 0 16,0 0 0-16,0 0 0 0,-6 31 0 0,-5-24 0 15,-2 1 0-15,-3 0 0 0,-3 2 0 0,-1 2 0 16,-2-3 0-16,-3 3 0 0,0-2 0 0,0 1 0 16,1 1 0-16,3-2 0 0,2-3 0 15,4 0 0-15,2 0 0 0,3-4 0 0,4 1 0 0,2-4 0 16,3 1 0-16,4-4 0 0,3 1 0 0,3-6 0 16,4 0 0-16,4-2-17776 0</inkml:trace>
  <inkml:trace contextRef="#ctx0" brushRef="#br0" timeOffset="71275.34">7556 12295 24879 0,'0'-2'2208'0,"0"1"-1760"0,1 1-448 0,-2 0 0 16,0 0 752-16,-2 0 64 0,-1 1 16 0,-2-1 0 16,-4 2 320-16,-2 0 80 0,-1 1 16 0,-1-1 0 15,-1 3 208-15,1 0 32 0,0 1 16 0,2 2 0 16,-1-1-608-16,2 3-128 15,1 1-32-15,-1 0 0 0,3 2-544 0,0 0-192 16,1 2 144-16,1 2-144 0,0 0 0 0,6-17 0 16,-7 38 0-16,7-38 0 0,-3 38 0 0,3-38 0 0,3 32 0 0,-3-32 0 0,0 0 0 0,0 0 0 15,29 36 0-15,-29-36 0 0,0 0 0 16,37-2 0-16,-24-3 0 0,2-4 0 0,2-1 0 0,0-4 0 16,0 0 0-16,1-3 0 0,1 0 0 0,-3-1 0 15,-1 3 0-15,-1-3 0 16,-1 2-192-16,-2 1 192 0,-2 1-192 0,-1 2 192 0,-2-2-192 0,-1 2 192 15,-1 2-192-15,-3 0 192 0,-1 3 0 16,-1 0 0-16,0 3 0 0,-3 1 0 0,0 3 0 0,0 0 0 0,0 3 0 0,-1 0 0 16,0 1 0-16,0 3 192 15,-1 0-192-15,2 0 192 0,-1 2 0 0,5-9 0 16,-10 25 0-16,4-7 0 0,1-2-64 0,-1 1 0 0,6-17 0 0,-9 36 0 16,9-36-128-16,-8 40 160 0,8-40-160 0,-7 36 160 15,7-36-32-15,0 0-128 0,3 40 192 0,-3-40-64 16,0 0-128-16,0 0 0 0,0 0 0 0,36 12 0 15,-24-17 0-15,1-2 0 0,1-2 0 0,1-3-18688 16</inkml:trace>
  <inkml:trace contextRef="#ctx0" brushRef="#br0" timeOffset="72686.82">7806 12444 7359 0,'-3'0'656'0,"1"0"-528"0,1 0-128 0,1 0 0 16,-1 0 1008-16,1 0 160 0,0 0 48 0,-1 0 0 15,0 0 640-15,1-1 144 16,-1 1 32-16,0 0 0 0,1 0-80 0,1 1-16 0,1-1 0 0,0 1 0 16,-2-1-336-16,0 0-64 15,0 0 0-15,0 0-16 0,0 0-160 0,26 2-16 0,-19-5-16 0,-7 3 0 31,16-4-464-31,-8-1-96 0,1 2 0 0,0-3-16 16,-2 1-336-16,1 0-64 0,-1-2-16 0,-1 2 0 0,2-2-208 0,-3 0-128 0,0-1 160 0,-2 2-160 16,0-1 0-16,-2 2 0 15,-1-3 0-15,-2 2 0 0,-1-2 0 0,-2 2 0 16,-1 1 0-16,-2 1 0 0,-1 1 0 0,-2 0 0 0,0 1 0 0,-1 2 0 0,-1 2 0 0,0 1 0 16,2-1 0-16,0 2 0 15,2 1 0-15,-1 0 0 0,2 2 0 0,0 0 0 0,2 0 0 0,0 1 128 16,2 1-128-16,0-1 0 0,4-8 0 0,0 0 0 15,-1 31 0-15,1-31 0 0,0 0 128 0,0 0-128 16,21 47 0-16,-21-47 0 16,0 0 0-16,29 47 128 0,-29-47-128 0,21 35 0 0,-21-35 0 0,0 0 0 31,28 45 0-31,-28-45 0 0,0 0 0 0,16 41 0 0,-16-41 0 0,0 0 0 0,0 0 0 0,2 38 0 16,-5-29 0-1,-2-2 0-15,0 1 0 0,-3-2 128 0,0 0-128 16,-1 0 0-16,-1-1 144 0,0-2-16 0,-2 1 0 0,-2-2 0 15,-1 1-128-15,-2-1 0 0,-2 1 0 0,1-1 0 16,-1-1 0-16,2-1 0 0,4 0 0 0,1-1 0 16,2-1 0-16,2-1 0 0,1-1-144 0,3 1 144 15,2 1-1904-15,2-1-272 16</inkml:trace>
  <inkml:trace contextRef="#ctx0" brushRef="#br0" timeOffset="73089.99">8056 12461 16575 0,'0'-3'1472'0,"1"3"-1168"15,0 0-304-15,0 0 0 0,-1 0 1408 0,1 0 240 16,0 0 32-16,2-2 16 0,-3 2 928 0,0 0 176 16,0 0 32-16,0 0 16 0,25 0-1104 0,-25 0-208 15,0 0-64-15,28-2 0 0,-28 2-896 0,24-4-192 16,-10 1-48-16,0-1 0 0,0-1-336 0,-1-1 0 15,-1 2 0-15,-1-3 128 0,-1 3-128 0,-1-2 0 16,0-1 0-16,-1 2 0 0,-1-2 0 0,-1 0 0 0,-1 1 0 0,-2-2 0 16,0 1 0-16,-2-3 0 0,-2 3 0 0,-1-2 0 15,-2-2 0-15,-2 2 0 0,-1 0 0 0,-2 1 0 16,0 2-208-16,-3 3 32 0,-1 1 16 0,-1 1 0 31,-1 4-272-31,0 3-48 0,0 1-16 0,2 4 0 0,-1-1 304 0,3 2 48 0,0 2 16 0,1 0 0 16,2 3 128-16,0 2 0 0,1 2 0 0,7-21 128 15,-9 43 32-15,9-43 16 0,-2 40 0 0,2-40 0 16,0 0 400-16,13 42 64 0,-13-42 32 0,0 0 0 16,0 0-416-16,42 25-64 0,-42-25-32 0,25 4 0 0,-25-4-160 0,28-7 0 15,-13 0 0-15,0 0 0 0,1-1 0 0,-1 0-224 16,-1 0 48-16,1 1-11696 16,-1 0-2336-16</inkml:trace>
  <inkml:trace contextRef="#ctx0" brushRef="#br0" timeOffset="73523.67">8490 12302 18431 0,'0'-1'816'0,"0"0"160"0,0 1-784 0,-1 0-192 0,1 1 0 0,-1 0 0 16,1 1 1968-16,-2 1 336 0,0 2 80 0,-2 1 16 15,4-6 320-15,-7 20 64 0,7-20 16 0,-10 26 0 16,10-26-1648-16,-12 30-336 0,12-30-64 0,-14 32-16 15,14-32-512-15,-15 35-96 0,7-18-128 0,1-1 176 16,7-16-176-16,-15 33 128 0,15-33-128 0,-13 25 128 16,13-25-128-16,-8 16 128 0,8-16-128 0,0 0 128 15,0 0-128-15,0 0 0 16,4-5 0-16,-2-2 0 0,2-3 0 0,1-1 0 0,0-2 0 0,1-1 0 0,1-2 0 0,0 0 0 16,1-1-176-1,-1 0 176 1,2 0-528-16,-1-1-32 0,1-1 0 0,0 0 0 0,-1 2 288 0,2 0 48 0,0 4 16 0,-1 3 0 15,-1 2 208-15,1 4 0 0,-1 1 0 0,-8 3 0 0,0 0 256 16,0 0 32-16,0 0 16 0,0 0 0 0,32 29 192 16,-32-29 32-16,0 0 16 0,11 35 0 0,-11-35-352 0,0 0-64 15,4 43 0-15,-4-43-128 0,-1 31 144 0,1-31-144 16,-3 31 0-16,3-31 144 0,-8 26-144 0,8-26 0 16,-7 21 0-16,7-21 0 0,-8 12 0 0,8-12 0 15,0 0 0-15,-4 5 0 0,4-5 0 0,1-5 0 0,0 0 0 16,2-1 0-16,0-2-288 0,2-2-96 15,0-1 0-15,2 1-17552 0</inkml:trace>
  <inkml:trace contextRef="#ctx0" brushRef="#br0" timeOffset="73906.25">8822 12356 29487 0,'-1'0'2624'0,"0"0"-2112"0,1 1-512 0,-1-1 0 0,0 2 320 0,0-2-32 0,0 0-16 0,-1 2 0 0,-1 1 304 0,-2 1 48 15,-1 1 16-15,-1 2 0 0,-2 1 816 0,2-1 160 16,-1 4 48-16,0 1 0 0,1 2-864 0,7-14-160 16,-12 32-48-16,12-32 0 15,-9 32-400-15,9-32-192 0,-5 34 160 0,5-34-160 16,0 0 0-16,5 38 0 0,-5-38 0 0,0 0 0 16,0 0 0-16,34 16 0 15,-34-16 0-15,22-4 0 0,-10-3 0 0,2-1 0 0,1-1 0 16,-1-3 0-16,0-1 0 0,0 0 0 0,0-1 0 0,-2-2 0 15,-3 1 0-15,0 1 0 0,-1-1 0 0,-2 1 0 16,-1 0 0-16,-3-2 0 0,-2 2 0 0,-2 2 0 16,-2 2 0-16,-2 0 0 0,-1 3 0 0,-2 2 0 15,-2 3 0-15,-2 2 0 0,-1 0 0 16,-1 5 0-16,0 0 0 0,0 1 0 0,1 2 0 0,0-1 0 16,2 2 0-16,2 1 0 0,1-1 0 0,1-1 0 15,2 2 0-15,6-10 0 0,0 0 0 0,-7 23 0 16,7-23 0-16,0 0 0 0,0 0 0 0,0 0 0 0,0 0 0 0,29 23-160 15,-29-23 32-15,0 0-18032 16</inkml:trace>
  <inkml:trace contextRef="#ctx0" brushRef="#br0" timeOffset="74445.52">9056 12442 16575 0,'0'0'1472'0,"0"0"-1168"0,0 0-304 0,0 0 0 15,0 0 1472-15,0 0 224 0,0 0 48 0,0 0 16 16,0 0 496-16,0 0 112 0,0 0 0 0,0 0 16 15,36 21-768-15,-36-21-144 0,23 0-48 0,-23 0 0 16,26-2-528-16,-13-1-96 0,1 0-32 0,0 0 0 0,0 0-448 0,0-1-112 16,-1 2-16-16,-1-1 0 0,-2-2-192 0,0 2 0 15,-1-1 0-15,-2-1-17808 16</inkml:trace>
  <inkml:trace contextRef="#ctx0" brushRef="#br0" timeOffset="75322.57">9423 12382 19343 0,'0'0'848'0,"-1"1"192"0,1 1-832 0,0-2-208 0,0 1 0 0,0-1 0 16,0 2 1808-16,1-2 320 0,-1 0 64 0,0 0 16 15,0 0 304-15,0 0 64 0,0 0 16 0,34 14 0 0,-34-14-1280 0,22 0-256 16,-22 0-48-16,30-5-16 15,-15 2-672-15,1-1-128 0,-1-1-16 0,-1-1-16 0,0 1-160 0,-2-1 0 0,-1 2 0 0,-1-1 0 16,0 2 0-16,-2-1 0 0,-2-1 0 0,0 3 0 16,-2-1-256-16,-2 1-64 0,-2 2-32 0,-1-2 0 15,-2 2-912-15,-2-2-176 0,1 1-32 0,-1-1-16 32,-1-1-880-32,-1 1-160 0,0 0-32 0,0-2-16 15,1 0-752-15,-1 0-128 0,2-1-48 0,2 0 0 16,-1-1 1648-16,2 0 320 0,0 3 64 0,2 0 0 0,0 0 1872 0,0 1 368 15,2-1 80-15,-1 1 16 0,1 0 1696 0,-1 2 352 16,-1 0 64-16,0 0 16 0,0 0 160 16,0 0 48-16,0 0 0 0,0 0 0 0,0 0-976 0,-5 30-192 15,5-30-48-15,-8 24 0 0,8-24-1232 0,-10 26-256 16,10-26-48-16,-13 34-16 0,13-34-272 0,-16 37-160 16,7-19 192-16,9-18-192 0,-14 35 208 0,14-35-64 15,-10 31-16-15,10-31 0 0,0 0-128 0,-2 33 192 0,2-33-192 0,0 0 192 16,0 0-192-16,0 0 0 15,0 0 0-15,35 14 0 0,-35-14 0 0,19-8 0 0,-7 2 0 0,-1-4 0 16,1 1-384-16,1-1-16 0,0 3 0 0,-2-2 0 31,0 2-1120-31,0-1-208 0,2-1-64 0,-2-1 0 0,-1 1-256 0,0-1-48 16,-1 1-16-16,-1-1 0 0,-2 2 960 0,0-3 176 16,0 2 32-16,-1 0 16 0,-1 1 736 0,1-1 192 0,-1-1 0 0,-2 3 0 15,1 1 672-15,-1 1 160 0,0 2 48 0,0 3 0 0,-1 0 992 0,0 0 208 16,-1 0 32-16,0 0 16 0,0 0-624 0,0 0-128 15,0 0-32-15,0 0 0 0,6 36-576 0,-6-36-128 16,0 0-32-16,5 42 0 0,-5-42-304 0,0 0-64 16,9 45-16-16,-9-45 0 0,0 0-64 0,16 36-16 15,-16-36 0-15,0 0 0 0,0 0-144 0,26 28 0 16,-26-28 144-16,0 0-144 0,0 0 0 0,24-5 0 16,-20-1 0-16,2-2 0 0,0 1 0 0,-1-5-160 15,2 1 160-15,-2-1-208 16,2-2-672-16,-2 2-128 0,1-3-16 0,-2 1-16 15,0 0-656-15,0 2-128 0,0-2-32 0,-2 2 0 16,1-2 1104-16,-1 0 224 0,-1 1 32 0,-1 2 16 0,-1 4 1600 0,1 0 320 0,-1 4 64 0,-1 2 16 16,0 1-176-16,0 1-48 0,2-1 0 0,0 0 0 15,0 0-752-15,-8 28-160 0,8-28-16 0,0 0-16 16,-7 46-48-16,7-46-16 0,-7 47 0 0,4-18 0 16,-2 4-112-16,0 2-32 0,1 2 0 0,-2 0 0 15,1-1 80-15,0-1 16 0,0-3 0 16,0 0 0-16,0-3-240 0,-2 1 144 0,-3 1-144 0,0-2 128 15,-1-6-128-15,0-2 0 0,-1-4 0 0,-1-2 0 16,1-6 0-16,-1-2 0 0,0 0 0 0,0-6 0 16,0 1 0-16,-4-5 0 0,0-2 0 0,-2-2 0 15,0-2-320-15,3-2-112 0,3 0-16 0,1-1-12352 16,2-1-2464-16</inkml:trace>
  <inkml:trace contextRef="#ctx0" brushRef="#br0" timeOffset="75743.55">10101 12330 15663 0,'-1'-2'1392'15,"1"2"-1120"-15,0 0-272 0,0 0 0 16,0 0 1520-16,0 0 240 0,0 0 48 0,0 2 16 16,-1-2 736-16,0 3 128 0,1-3 48 0,0 0 0 0,0 0-864 0,0 0-160 15,-3 31-48-15,3-31 0 16,0 0-928-16,2 40-192 0,-2-40-32 0,0 38-16 0,0-38-240 0,-2 45-64 15,2-45 0-15,-5 47 0 0,5-47-16 0,-7 46-16 16,7-46 0-16,-10 41 0 0,10-41-160 0,-10 38 128 16,10-38-128-16,-7 30 128 0,7-30-128 0,-6 28 0 15,6-28 0-15,0 0 0 0,0 0 0 0,0 0 0 16,0 0 0-16,0 0 0 0,0 0 0 0,0 0-256 16,12-6 64-16,-6-9 16 15,1-4-2000-15,0 0-416 0,0-3-80 0,0-2-12736 0</inkml:trace>
  <inkml:trace contextRef="#ctx0" brushRef="#br0" timeOffset="75999.48">10125 12404 10479 0,'4'-57'224'0,"-3"48"48"0,-1 6 16 0,0 4 16 0,0-2-304 16,0-4 0-16,-1 1 0 0,0-4 0 0,0 0 3536 0,0 2 656 15,-1 0 128-15,1 3 32 0,1 3-1568 0,1-2-304 0,1 4-64 16,0-2-16-16,-2 0-1040 16,0 0-208-16,0 0-32 0,23 2-16 0,-23-2-544 0,20-4-112 0,-20 4-32 0,24-1 0 15,-24 1-224-15,23 0-32 0,-23 0-16 0,0 0 0 16,35 10-144-16,-35-10 128 0,0 0-128 0,0 0 128 15,29 28-128-15,-29-28 0 0,0 0 144 0,0 0-144 16,7 34 0-16,-7-34 0 16,0 0 0-16,-13 35 128 0,13-35-128 0,-17 21 0 15,5-11 0-15,-1 2 0 0,-2-2 0 0,-1-1 0 16,-1 0 0-16,-1 1 0 0,1-3 0 0,2-1 0 16,1 0 0-16,2-3 0 0,2 1 0 0,2-4 0 15,2 0 0-15,1-2 0 0,3-1 0 0,1-2 0 16,1 2 0-16,2-3 0 15,2-1-1024-15,1 0-160 0</inkml:trace>
  <inkml:trace contextRef="#ctx0" brushRef="#br0" timeOffset="76379.95">10343 12447 23039 0,'0'0'2048'0,"0"0"-1648"0,0 0-400 0,0 0 0 16,0 0 1408-16,0 0 192 0,0 0 32 0,0 0 16 15,24 5 960-15,-24-5 192 0,19-2 32 0,-19 2 16 16,22-3-1744-16,-22 3-336 0,24-4-80 0,-11 1-16 16,0 0-416-16,-1-4-64 0,1 2-32 0,0 0 0 0,0-1-160 0,-1-2 0 15,-1 1 144-15,-1-2-144 0,0 1 0 0,-2-1 0 16,-2 1 0-16,-1-1 0 0,-2-2 0 0,-2 1 0 16,-2-1 0-16,-3 1 0 0,-2 0 0 0,-2 1 0 15,-3 2 0-15,-3 0 0 0,-1 2 0 0,-4 5 0 16,1 0 0-16,-1 2 0 0,3 3-176 0,-1 2 0 15,0 3 0-15,1 4 0 0,2 0 176 0,1 5-160 16,1-2 160-16,3 2-160 0,9-19 160 0,-12 42 0 16,12-42 0-16,-3 38 128 0,3-38 192 0,8 36 64 0,-8-36 0 15,0 0 0-15,29 35 16 0,-29-35 16 0,31 12 0 0,-31-12 0 16,37 2 656-16,-17-2 128 0,-1-3 16 0,0 0 16 31,-2-2-1792-31,1-1-352 0,-1 0-80 0,-2 0-16 0,1 1 800 0,-3 0 208 0,0 2 0 0,-2-1 0 16,-11 4-560-1,22-5-16-15,-22 5-16 0,19-4-18896 0</inkml:trace>
  <inkml:trace contextRef="#ctx0" brushRef="#br0" timeOffset="76552.99">10887 12573 33167 0,'0'0'1472'0,"0"0"304"0,0 0-1424 0,0 0-352 16,0 0 0-16,0 0 0 0,0 0 1376 0,0 0 208 15,0 0 32-15,0 0 16 0,-7 25-736 0,7-25-128 16,-8 5-48-16,3-10 0 0,5-4-432 0</inkml:trace>
</inkml:ink>
</file>

<file path=ppt/ink/ink1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49.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5:39:59.190"/>
    </inkml:context>
    <inkml:brush xml:id="br0">
      <inkml:brushProperty name="width" value="0.05292" units="cm"/>
      <inkml:brushProperty name="height" value="0.05292" units="cm"/>
      <inkml:brushProperty name="color" value="#FF0000"/>
    </inkml:brush>
  </inkml:definitions>
  <inkml:trace contextRef="#ctx0" brushRef="#br0">18757 5670 7359 0,'-1'-3'656'16,"1"0"-528"-16,0 1-128 0,0 1 0 0,0-1 864 0,0 1 144 0,0-3 16 0,0-3 16 15,1 0-16-15,0-3-16 0,0-1 0 0,1 1 0 31,0 1-144-31,-1 1-32 0,3-1 0 0,-1 0 0 16,1 1-128-16,0 1-16 0,1-2-16 0,0-1 0 16,2 1-96-16,1 0 0 0,1-1-16 0,1-2 0 15,2 1 48-15,0-2 16 0,2-1 0 0,0 2 0 16,1-2-160-16,0 3-16 0,2 0-16 0,-2 2 0 16,1 2-160-16,-2 0-16 0,-1 2-16 0,-1 1 0 0,1 1 112 15,0 1 32-15,-2 1 0 0,0 1 0 0,-11 0-176 0,0 0-16 16,0 0-16-16,42 15 0 0,-42-15-176 0,0 0 0 15,0 0 0-15,33 29 128 0,-33-29-128 0,0 0 0 16,20 42 0-16,-20-42 128 0,0 0-128 0,16 47 0 16,-16-47 0-16,8 33 128 0,-8-33-128 0,4 34 0 15,-4-34 0-15,2 33 0 0,-3-18 0 0,0 1 0 16,-1 0 0-16,-1-2 0 0,-1 3 0 0,0 0 128 0,-1 1-128 16,-4 0 0-16,0 2 144 0,-1 0-144 0,-2 1 160 0,-1-1-160 15,-1 0 0-15,0-3 0 0,-3-1 0 0,1-2 0 16,0 1 0-16,-2-3-128 0,-1 0 128 0,-1-3 0 15,-2-1 0-15,1-3 192 0,-2-2 0 0,3-2 0 16,1-1 512-16,2-1 80 0,0-2 32 0,1 0 0 16,2-2 208-16,1-2 64 0,1 0 0 0,2 0 0 15,1-3-576-15,0 1-96 0,1-1-32 0,2-4 0 16,0-3-384-16,2-1 0 0,3-2 0 0,1-3 0 16,2 1 0-16,2 1-256 0,2-1 64 0,1-1 16 15,2 2-576 1,2-2-112-16,3 0-32 0,2 2 0 0,2 2-1104 0,-1 3-240 0,2 2-32 0,-1 4-10704 15</inkml:trace>
  <inkml:trace contextRef="#ctx0" brushRef="#br0" timeOffset="1203.3">19209 5513 3679 0,'-4'0'320'0,"2"0"-320"0,0 0 0 0,1 0 0 0,1 0 496 0,0 0 16 0,0 0 16 0,-1-1 0 0,1 1 304 0,1 0 64 15,-1-2 16-15,2 1 0 16,1-1-288-16,-1-1-64 0,1 1-16 0,0 1 0 16,2 0 288-16,-1-1 64 0,3-1 16 0,0 0 0 15,2 1-80-15,0 0 0 0,3-3-16 0,1 0 0 0,3 1-352 16,1-3-64-16,0 0-16 0,3-1 0 0,1-1 0 0,0 0-16 16,3-1 0-16,0-2 0 0,-2 2-48 15,4-4 0-15,5 0 0 0,6-4 0 0,4-2 96 0,6-1 16 16,1-2 0-16,2-1 0 0,1-3-112 0,-1 1-32 0,-2-2 0 15,4-1 0-15,4-1-96 0,1-4-32 0,1-1 0 0,-1-1 0 16,0 2 416-16,2-3 64 0,3 1 32 0,2-2 0 16,3 1 144-16,-3 1 16 0,-3 3 16 0,1-5 0 15,1 2-512-15,-2 3-96 0,1 0-32 0,-5 5 0 16,-6 4-208-16,0-1 0 0,-1 2 0 0,-3 2 0 16,-1 4 0-16,-3 2 128 0,-2 2-128 0,-5 0 0 15,-4 2 0-15,-3 2 0 0,-2 0 0 0,-5 3 0 16,-2 2 0-16,-2-1 0 0,0 0-128 0,-1 3 128 15,-2 2-224-15,-1-1 16 0,-14 1 0 0,26 1 0 16,-26-1-720-16,0 0-144 0,36 2-16 16,-36-2-16-16,0 0-112 0,32 1 0 0,-32-1-16 0,0 0 0 15,29 0-64-15,-20 0-16 0,-2-1 0 16,1-1 0-16,-1 2-176 0,0-1-48 0</inkml:trace>
  <inkml:trace contextRef="#ctx0" brushRef="#br0" timeOffset="2102.73">21372 4461 7359 0,'-3'1'656'0,"1"-1"-528"15,1 2-128-15,1-2 0 16,0 0 704-16,0 0 96 0,-1 0 32 0,-1 1 0 0,0 0 208 0,0-1 48 16,1 0 16-16,2 0 0 0,0 0-272 0,2-1-64 15,2 0-16-15,0-2 0 0,1 1 272 0,0-1 64 0,4-1 16 0,1-1 0 16,3 0 48-16,3-1 0 0,3 0 0 0,4-2 0 16,4 0 160-16,2-1 32 0,4 1 16 0,0-1 0 15,1-1-352-15,0-2-80 16,3 0-16-16,-1 1 0 0,-4 1-320 0,2-3-64 0,3 1-16 0,1-1 0 15,2 0-192-15,-1 1-32 0,-4 0-16 0,-1 2 0 16,0-2-272-16,-3 2 160 0,-5 1-160 0,0 0 128 16,-1-1-128-16,-2 0 0 0,0 2 0 0,-4 2 0 15,-3 0 0-15,-1 1 0 0,-2 1 0 0,-3 1 0 0,-2 1-272 16,-1 1 64-16,-3-1 16 0,0 0 0 16,-1 1-1728-16,-2 1-320 0,1 0-80 0,0 0-11136 15</inkml:trace>
  <inkml:trace contextRef="#ctx0" brushRef="#br0" timeOffset="2789.32">22492 3997 6447 0,'-1'2'576'16,"0"-2"-576"-16,0 0 0 0,1 0 0 0,0 0 960 15,0 0 96-15,-1 0 16 0,0 1 0 0,1 0 608 0,0-1 128 16,1 1 32-16,2-1 0 0,0 0-256 0,4-1-48 16,0-1-16-16,2 0 0 0,2-1-240 0,2 1-32 15,3-5-16-15,4 2 0 0,1 0-128 0,3-2-16 16,3 0-16-16,0 0 0 0,2 0-288 0,-4 0-48 16,-1 2-16-16,-1 0 0 0,-2-1-464 0,-3 1-112 15,-1 2-16-15,-3-2 0 0,-2 0-128 0,-1 2 0 16,-3 0 0-16,0 1 0 0,-3 1-432 0,-1 1 48 15,-2 0 0-15,-3 1 0 16,-1 1-1520-16,-2 2-288 0,0 1-64 0,-4 0-9776 0</inkml:trace>
  <inkml:trace contextRef="#ctx0" brushRef="#br0" timeOffset="2975.97">22734 3997 1839 0,'0'0'160'0,"0"-1"-160"0,0 1 0 0,0-2 0 15,1 2 1152-15,0 0 208 16,0-2 48-16,1 0 0 0,2-1 608 0,-1 1 128 0,1-1 32 0,0 1 0 15,0 2-464-15,0 0-96 0,-2 2-16 0,-1 3 0 16,1 1-224-16,-3 2-48 0,1-8-16 0,-4 27 0 0,0-9-352 0,-2 4-64 16,0 2 0-16,-3 2-16 0,1 2-320 0,-2-2-64 15,1 3-16-15,-2 1 0 0,2-1-304 0,0-1-176 16,0-2 192-16,4-2-192 16,1-3-544-16,4-21-224 0,-2 30-32 0,2-30-7728 15,0 0-1552-15</inkml:trace>
  <inkml:trace contextRef="#ctx0" brushRef="#br0" timeOffset="3370.6">22872 4184 8287 0,'-9'0'368'0,"2"0"80"0,2 0-448 0,2 0 0 31,2 0 0-31,0 0 0 0,1 0 1600 0,-2-2 256 0,1 2 32 0,-1 0 16 0,2-2 528 0,2 1 128 31,2-3 0-31,2 1 16 0,3-2-1008 0,0 0-208 0,4 1-32 0,0-3-16 0,3 2-272 0,-1-2-48 32,3 0-16-32,-1 0 0 0,0 3-576 0,0-1-112 0,-1 2-32 0,-1 0 0 0,-2 1-432 0,-1 1-80 15,0 1-32-15,-2-1 0 16,0 1-1968-16,-1 1-400 0</inkml:trace>
  <inkml:trace contextRef="#ctx0" brushRef="#br0" timeOffset="13425.65">23790 4073 7359 0,'-1'-1'656'0,"1"-1"-528"0,0 2-128 0,0-1 0 15,0 0 832-15,0 1 128 0,1-2 16 0,-1-1 16 16,1 0 704-16,0-1 144 0,-1-1 16 0,1 1 16 15,-1 1-336-15,0-1-80 0,0 1-16 0,-1 1 0 16,1-1-96-16,-1 3 0 0,0-1-16 0,0 0 0 16,0 1-256-16,0 0-48 0,0 0-16 0,-1 0 0 15,1 1-368-15,-1 0-64 0,0 2 0 0,-2 1-16 0,1 0-240 0,0 0-64 16,-2 3 0-16,-1-1 0 0,2 3-96 0,-2-1-32 16,1 1 0-16,-1 1 0 0,2 0-128 0,0-1 0 31,0 0 144-31,2-1-144 0,0 1 0 0,1-2 0 0,1 1 0 15,0-2 0-15,0-6 0 0,0 0 0 0,0 0 0 0,0 0 0 0,0 0 0 0,0 0 0 16,0 0 0-16,30 34 0 16,-24-34 0-16,0 0 0 15,1 0 0-15,-1-2-128 0,1-1 128 0,0 0 0 0,0-1 0 16,0-1 0-16,-1 0 0 0,1 1 0 0,-1-1 128 16,1-2-128-16,-1 0 0 0,1 2 128 0,-1-4-128 0,0 4 0 15,-1-3 0-15,-2 2 0 0,1-2 0 0,-2 2 0 16,0 0 0-16,-1-2 0 0,-1 2 0 0,-1-3 0 15,-1 2-208-15,-2-1 32 0,0 2 16 0,0-2 0 16,-1 2 160-16,0 1-128 0,-2 2 128 0,0 1-128 16,0 0 128-16,0 2 0 0,0-2 0 0,1 2 0 15,-1 2 0-15,3-2 0 0,-1 2 0 0,2-2 0 16,1 1 0-16,0 0 0 0,1-1 0 0,0 2 128 0,2-2-128 0,1 0 0 16,-1 0-128-16,3-2 128 0,2 2-192 15,-1-2 64-15,2 0 0 0,-1-1 0 16,3-2-320-16,-1 3-48 0,0-3-16 0,1 0 0 15,0 1 208-15,-1-3 48 0,1 2 0 0,1-2 0 0,-1 1 256 0,1 0 0 16,1-1 0-16,0 0 0 0,0 2 0 0,0 0 0 16,0 0 0-16,0 1 0 0,-2 1 272 0,1 1-32 15,-1 0-16-15,-1 2 0 0,0 2 64 0,-2 0 16 16,-1 1 0-16,-1 1 0 0,-4-4-304 0,0 0 160 16,0 0-160-16,0 0 128 0,0 0-128 0,9 44 0 15,-10-35 144-15,-2 2-144 0,0 2 0 0,-1 0 144 16,-1-3-144-16,0 2 0 0,2-3 0 0,-2-2 0 0,0 3 0 0,1-5 0 15,0 2 0-15,0-3 0 0,2-1 128 0,0-1-128 16,0 1 176-16,0-3-32 0,1 0 0 0,1-3 0 16,0 1 16-16,0-1 0 0,1 1 0 0,1-2 0 15,0 1 128-15,1-4 32 0,-1 2 0 0,2 0 0 16,1-2-128-16,-1 0-32 0,2 0 0 0,-1-1 0 16,0 2-160-16,1-1 0 0,-1-1 0 0,3 0 128 15,-1-1-128-15,1 0 0 0,2-2 0 0,-1 1 0 0,1 1 0 0,0-1 0 16,1-1 0-16,1 1 0 0,0 1 0 15,-2-1-224-15,0 0 32 0,-1 4 0 16,-1 0-1152 0,-1 2-240-16,-1 2-32 0,-2-1-7984 0,1 3-1600 0</inkml:trace>
  <inkml:trace contextRef="#ctx0" brushRef="#br0" timeOffset="14152.48">24269 3955 14735 0,'0'-3'640'0,"-1"0"160"0,1 1-640 0,0-1-160 0,0 3 0 0,0-2 0 16,0 2 1536-16,0-1 256 0,1 0 64 0,-1-2 16 16,0 1-240-16,-1-1-48 0,0 1-16 0,-1 2 0 15,0 0-480-15,-1 0-112 16,1 3-16-16,0 1 0 0,-2 1-192 0,0 2-64 0,0 0 0 0,0 1 0 15,0 3-320-15,-1-1-80 0,1 1-16 0,-1-1 0 16,1 2-160-16,-1-2-128 0,1 1 144 0,0-1-144 16,-1-1 0-16,1 1 128 0,0-3-128 0,0 0 0 0,0 0 144 0,0 0-16 15,1-2 0-15,-1 0 0 0,2-1 192 0,-1-1 16 16,1-1 16-16,0-1 0 16,0 1-160-16,0-2-16 0,0 0-16 0,1 0 0 0,0 0-160 0,0 0 0 15,1-3 0-15,0 1 128 0,0 0-128 0,1-1 0 16,1 1 0-16,0-1 128 0,1-2-128 0,0-1 160 15,0-1-160-15,3 2 160 0,-1-3-160 0,2-1 192 16,1-2-192-16,1 1 192 0,0-2-192 0,0 0 0 16,1-2 0-16,2 2 128 0,-2-2-128 0,0 2 0 15,0 0 144-15,-1 0-144 0,1 2 0 0,0 1 128 0,0 0-128 0,0 1 0 16,0 2 192-16,0-2-48 0,-1 4 0 0,-1 1 0 16,1-1 16-16,-3 3 0 0,1-1 0 0,-3 4 0 15,1-2-160-15,-1 5 192 16,-2 0-192-16,1-1 192 0,-2 4-192 0,-1-8 0 0,0 0 0 0,-4 30 0 15,0-18 0-15,-1 0 0 16,1 0 0-16,-3 2 0 0,1 0 0 0,-2-1 0 16,1 1 0-16,-1 0 0 0,1-2 0 0,0-1 0 0,3-2 0 15,-1-1 0-15,0-3 0 0,3 0 0 16,-1 0 0-16,1-3 0 0,0 0 0 0,1-2 0 0,1 0 0 0,0-1 0 0,1-2 0 16,0 0 0-16,1-2 128 0,1 1-128 0,0-4 0 0,1 0 0 15,0 0 0-15,1-2 0 0,-1 1 0 0,2-2 0 16,-1 1 0-16,1-2 0 15,0 0 0-15,1 0 0 0,0-1 0 0,1 1 0 16,-1 1-224-16,1 2 80 0,-2 2 16 0,1 0 0 0,-1 2 128 0,0 1-192 31,0 1 192-31,0 0-192 0,0 3 192 0,0 0 0 0,0 3 0 0,1-1 0 0,-7-2 0 0,0 0 0 16,0 0 0-16,0 0 0 0,0 0 0 0,23 41 0 16,-23-41 0-1,0 0 0-15,0 0 0 0,0 40 0 0,-1-31 0 0,-1 3-128 16,1-4 128-16,0 3-128 0,-1-1 128 0,1 0-128 15,-2 1-384 1,0-2-80-16,-1-1-16 0,0 1-15808 0</inkml:trace>
  <inkml:trace contextRef="#ctx0" brushRef="#br0" timeOffset="15132.58">23562 3985 11967 0,'-2'-3'1072'0,"1"3"-864"0,0 0-208 0,0 0 0 15,1 0 464-15,-1 0 48 0,-1 0 16 0,1 0 0 16,-3 0 560-16,0 1 96 0,0 1 32 0,0 1 0 16,1 2-416-16,-1 1-80 0,2 0-16 0,-1 2 0 15,0 0 96-15,0 3 16 0,0 1 0 0,0 2 0 16,3-14-272-16,-9 31-48 0,5-14-16 0,-2-2 0 0,1 0-224 0,-1-2-64 15,0 1 0-15,-1 0 0 0,1-3-64 16,-1-2-128-16,2-1 176 0,-1-1-176 16,1-1 288-16,1-1-48 0,1-2-16 0,-1-2 0 0,2 1 288 0,1-2 48 15,0 0 16-15,1 0 0 0,0-3-240 0,1 0-32 16,1 0-16-16,0-4 0 0,0 2 80 0,2-3 16 16,-1-1 0-16,1 0 0 0,1 1 16 0,0-3 16 15,2-1 0-15,1-2 0 0,2-1-80 0,1 0-16 16,1 0 0-16,0-2 0 0,1 2-144 0,1 1-48 15,0-2 0-15,2 2 0 0,2-1 80 0,-2 2 16 0,2 3 0 0,-3 0 0 16,-2 3 352-16,-1 1 64 0,-1 1 0 0,-2 4 16 16,-1 1-304-16,-3 3-64 0,-1 1-16 0,-4-4 0 15,0 0-272-15,0 0 0 0,-4 44 0 0,-1-26 0 16,-2-4 144-16,-1 5-144 0,-3 2 0 0,-2 2 144 16,0 0-144-16,0-2 0 0,2 0 0 0,1-4 0 15,3-2 0-15,1-1 0 16,6-14-192-16,-5 21-11408 0,5-21-2288 0</inkml:trace>
  <inkml:trace contextRef="#ctx0" brushRef="#br0" timeOffset="18126.12">22894 4753 11055 0,'-2'0'976'0,"1"-2"-784"0,0 2-192 0,1 0 0 15,0-1 992-15,0 1 160 0,-1 0 16 0,1 0 16 16,-1 0 304-16,-1-2 64 0,1 2 16 0,1 0 0 16,1 0-272-16,1 0-48 0,-1 0-16 0,2 0 0 15,2 2 16-15,0-2 0 0,-5 0 0 0,0 0 0 0,0 0-336 0,36 3-64 16,-36-3-16-16,25 0 0 0,-25 0-528 0,27 0-112 16,-27 0-32-16,27 0 0 15,-27 0-320-15,22-3-64 0,-22 3-16 0,16-2 0 16,-11 2-1920-16,-2 0-384 0</inkml:trace>
  <inkml:trace contextRef="#ctx0" brushRef="#br0" timeOffset="18302.96">22872 4862 10127 0,'-1'0'448'0,"1"0"96"0,1 0-544 0,0 0 0 0,1-2 0 0,0 2 0 15,0-2 2016-15,2 1 288 16,2-1 64-16,4-1 16 0,3-1-144 0,2-1-16 0,1-1-16 0,1 0 0 15,-1 2-752-15,0 1-160 0,-1-1-16 0,0 1-16 16,0 1-976-16,-3 1-288 0,0 1 128 0,-12 0-9392 16,22-2-1872-1</inkml:trace>
  <inkml:trace contextRef="#ctx0" brushRef="#br0" timeOffset="18536.73">23341 4528 17503 0,'-2'-3'1552'0,"1"3"-1232"16,2 0-320-16,-1 0 0 0,1 0 480 0,-1 0 32 16,0-2 16-16,-1 2 0 0,0 0 720 0,0 2 144 15,1 1 16-15,-2-1 16 0,-1 5-784 0,0-1-144 16,0 3-48-16,0 0 0 0,-1 3-144 0,0-1-48 0,4-11 0 0,-4 22 0 15,4-22-256-15,0 0 0 16</inkml:trace>
  <inkml:trace contextRef="#ctx0" brushRef="#br0" timeOffset="18712.41">23432 4526 9215 0,'1'-1'816'0,"-1"1"-656"0,0 1-160 0,-1 1 0 15,0-1 1408-15,0 0 240 0,0 1 48 0,-1 3 16 0,0 1 144 0,-3 1 16 16,-2 4 16-16,1-2 0 16,-2 3-704-16,0-1-144 0,0 2-16 0,1-3-16 0,2 1-128 0,0-4-32 15,2 3 0 1,2-5 0-16,1-5-624 0,0 0-224 0,0 0 144 0,0 0-13008 0</inkml:trace>
  <inkml:trace contextRef="#ctx0" brushRef="#br0" timeOffset="19584.15">23577 4810 4607 0,'0'-2'400'0,"0"2"-400"16,0 0 0-16,0 0 0 0,1 0 3296 0,-1 0 576 16,0 0 112-16,1-2 32 0,-1 1-1392 0,2 1-256 15,0-2-64-15,1 0-16 0,0 1-1440 0,-1-1-272 0,-1-2-64 16,1 1-16-16,0 0-304 0,0-1-64 0,1-1-128 0,-1 0 192 16,0 1 368-16,0-4 64 0,0 1 16 0,0 0 0 15,0 0-240-15,-2 0-32 0,0 0-16 0,-1-2 0 16,0 1-32-16,-1-1-16 0,-1 0 0 0,1 0 0 15,-1 0 48-15,-1 0 16 0,0 1 0 0,1 0 0 16,0 3-128-16,0 0-32 0,-1 1 0 0,2 1 0 16,-2 2 0-16,0 1 0 0,1 1 0 0,-2 1 0 15,0 3-208-15,1 0 128 0,-2 2-128 0,0 0 0 16,0 3 0-16,-1-1 0 0,0 3 0 0,0 2 0 0,-2-1 0 0,0 3 0 16,0 0 0-16,-1 1 0 0,-1-2 0 0,2 1 0 15,-2-1 0-15,2 0 0 0,-1-1 0 0,1-1 0 16,1 1 0-16,-1-2 0 0,4-1 0 0,0 0 0 15,2-2 0-15,1-3 0 16,1 0 0-16,2-2 0 0,0-1 0 0,0-1 0 0,2 0 0 0,1-2 0 16,1 0 0-16,-1-2 0 0,3 0 0 0,-1-1 0 15,2-1 0-15,-1 1 0 0,1-2 0 0,1-1 0 16,1 1 0-16,-1 0 0 0,0-2 0 0,1 2 0 16,0-2 0-16,-1 2 0 0,0-2 0 0,2 2 0 0,-2-2 0 15,1 0 0-15,-1-1 0 0,0 2 0 0,-1-2 0 0,-1 4 0 16,-1-3 0-16,0 2 0 0,-2 1 0 0,0-1 0 15,-1 2 0-15,-1-1 0 0,0 1 0 0,-2 0 0 16,0 1 0-16,-1 0 0 0,0-2 0 0,0 1 0 16,-1 0 0-16,0 1 0 0,0 0 0 0,0-1 0 15,1 1 0-15,0-1 0 0,1 0 128 0,-1 2-128 16,1-2 0-16,0 1 0 0,1 2 0 0,-1-2 0 16,0 2 0-16,1 2 0 0,0 0 0 0,0-1 0 15,1 2 0-15,-2 1 0 0,0-4 0 0,0 0 0 0,0 0 0 16,0 0 0-16,0 0 0 0,3 40 0 0,-3-40 336 0,0 0-16 15,0 0-16-15,-2 31 0 16,2-31-112-16,0 0-32 0,0 0 0 0,0 0 0 0,0 0-160 0,0 0 0 16,0 0 144-16,0 0-144 0,0 0 0 0,33 28 0 15,-26-30 0-15,0-1 0 16,3-2-736-16,-1-1-160 0,2-2-48 0,-1 1-15472 16</inkml:trace>
  <inkml:trace contextRef="#ctx0" brushRef="#br0" timeOffset="19991.14">23781 4722 12895 0,'2'-5'576'0,"-1"1"112"0,0 1-560 0,0 2-128 0,0 0 0 0,-1 1 0 15,0 0 1904-15,0 0 336 0,1 0 80 0,-1-2 16 16,0 2-288-16,-1 3-48 0,-1 0-16 0,0 5 0 16,-2-1-960-16,-1 2-208 0,1 3-48 0,-3 0 0 15,1 2-368-15,-1 0-80 0,1 1 0 0,-2-1-16 16,3-2 16-16,-2 2 0 0,3-2 0 0,-1 0 0 15,1-3 32-15,1 1 16 0,2-3 0 0,0 0 0 16,1-5-224-16,1 0-144 0,1-2 192 0,1-2-192 16,2 0 176-16,-1-3-176 0,3-2 160 0,0 0-160 15,1-2 128-15,-1-1-128 0,1-2 0 0,1 2 0 16,-1-3-496-16,0 1-192 0,-2 0-32 0,1 0-16 0,-2-2 480 16,1 2 112-16,-2-3 16 0,1 1 0 15,1 2 384-15,-1 0 96 0,2 1 16 0,-2 1 0 0,1 3 112 0,-2 3 32 16,2 1 0-16,-1 3 0 0,-5 0 128 0,0 0 16 15,0 0 16-15,0 0 0 0,0 0-128 0,23 33-32 16,-23-33 0-16,0 0 0 0,0 0-352 0,5 48-160 16,-5-48 128-16,0 0-128 0,-2 40 0 0,2-40 0 15,-5 29 0-15,5-29 0 0,-5 26 0 0,5-26 0 16,-5 23 0-16,5-23 0 0,0 0 0 0,-6 27 0 0,4-20 0 0,1-4 0 31,1 0-544-31,0-3-96 0,1 0 0 0,1-2-16480 0</inkml:trace>
  <inkml:trace contextRef="#ctx0" brushRef="#br0" timeOffset="20622.16">24034 4796 18431 0,'1'0'816'0,"0"-2"160"0,1 1-784 0,-1 1-192 0,1-2 0 0,0 2 0 16,0-2 1856-16,1 1 336 15,1-2 64-15,3 0 16 0,2-2-1616 0,1 0-320 0,0 0-64 0,-1-2-16 0,0 2-256 0,-1-2 0 16,-2 3 128-16,1-4-128 0,-3 2 496 0,1 0 32 16,-1-2 16-16,-2 1 0 0,1-3 32 0,-2 2 0 31,0-3 0-31,0 1 0 0,-2 1 96 0,1 1 32 0,-2 0 0 0,0 2 0 0,1-1-256 0,-2 3-64 16,-1 1 0-16,-1 1 0 15,0 2-96-15,-1 2-32 0,0 1 0 0,-1 1 0 0,1 1-16 0,-2 2-16 16,1 1 0-16,-1 1 0 0,-1 2-224 0,1 1 144 15,-3 3-144-15,0 3 128 0,-1-1-128 0,0 4 160 16,1-3-160-16,2 0 160 0,1 1-160 0,2-5 192 16,6-14-192-16,-7 28 192 0,7-28-192 0,0 0 0 0,0 0 0 0,1 34 128 15,-1-34-128-15,0 0 0 16,0 0 0-16,0 0 0 0,33 4 368 0,-21-10-16 0,0 0 0 0,0 0 0 16,-1-2-144-16,2 1-16 0,0-2-16 15,0-1 0-15,-1-1-176 0,0 1 0 16,-1 1 0-16,-1-1 0 0,-2 0 0 15,0-1 0-15,0 1-176 0,-1-2 176 16,0-2-448 0,-1-3 0-16,0 1 0 0,-1-5 0 0,1 2 64 0,-1-1 0 0,-1-3 0 0,2 2 0 0,-2-1 80 0,1 3 32 15,1-1 0-15,-2 3 0 0,0 2 144 0,0 3 128 0,-1 1-192 0,0 2 192 0,0 1 0 0,0 1 0 16,-1 4 0-16,-1-2 0 0,-1 3 176 0,-1 2 32 16,1 0 16-16,-1 0 0 15,0 2 224-15,0-1 32 16,-1 1 16-16,0 1 0 0,0 1-192 0,0-1-48 0,-1 4 0 0,0-3 0 15,-1 4 0-15,1 1 0 16,0 0 0-16,3-9 0 0,-7 29-256 0,7-29 128 16,-7 38-128-16,7-38 0 0,-8 47 176 0,8-47-176 15,-9 52 160-15,9-52-160 0,-8 49 128 0,8-49-128 16,-8 44 0-16,8-44 0 0,-6 36 0 0,6-36 0 16,-4 31 0-16,4-31 0 0,0 0 0 0,0 35 0 0,0-35 0 15,0 0 0 1,0 0-816-16,0 0-208 0,0 0-32 0,18 36-15968 0</inkml:trace>
  <inkml:trace contextRef="#ctx0" brushRef="#br0" timeOffset="20861.66">24489 4447 14735 0,'1'-7'640'0,"0"5"160"0,0-3-640 0,0 2-160 15,-1 1 0-15,0 2 0 0,0-1 2000 0,1 0 368 16,-1-3 80-16,1 1 16 16,-1 0-560-16,-2 1-112 0,0 2-32 0,-2 1 0 15,0 2-736-15,-2 3-160 0,1 1-32 0,-3 2 0 0,1 3-80 0,-2 1-32 16,0 2 0-16,0 2 0 0,0 2-464 0,0-3-80 16,2 1-32-16,7-17 0 0,-9 29-144 0,9-29 0 15,0 0-192-15,0 0-10464 16,0 0-2080-16</inkml:trace>
  <inkml:trace contextRef="#ctx0" brushRef="#br0" timeOffset="21019.53">24595 4442 16575 0,'1'-2'1472'0,"0"2"-1168"0,-1 0-304 0,0 2 0 16,-1-2 1728-16,0 3 304 0,-1-1 48 0,1 1 16 15,-3 1 336-15,-3 4 64 0,0 1 0 0,-1 0 16 16,0 1-1680-16,0 0-320 0,2 1-80 0,0-2-16 0,-1 1-576 0,1 0-112 15,1-1-32-15</inkml:trace>
  <inkml:trace contextRef="#ctx0" brushRef="#br0" timeOffset="28963.02">22707 5939 11967 0,'4'-3'1072'15,"0"1"-864"-15,-1-1-208 0,-2 1 0 0,1 2 1536 16,0-3 272-16,0 0 48 0,4-2 16 15,0-3 96-15,2 1 16 0,-1 0 0 0,-1 0 0 0,-2 2-320 0,-3 0-48 16,-1 3-16-16,-1-1 0 0,-2 1-544 0,-3 1-112 16,0 2-32-16,-5-1 0 0,-1 2-400 0,-2 1-64 15,-1 2-32-15,-2-1 0 0,-1 1-160 0,1 0-48 16,0 0 0-16,1 2 0 0,0-2-48 0,-1 2-16 16,1 0 0-16,0 1 0 0,3 0 48 0,0 1 0 15,1 0 0 1,4 0 0-16,1 0-192 0,2-2 0 0,2 0 144 0,2 0-144 0,2 0 0 0,-1-7 0 0,0 0 0 0,0 0 0 15,0 0 0-15,0 0 0 0,29 34 0 0,-29-34 0 16,0 0 0-16,0 0 0 0,34 18 0 0,-34-18 0 16,0 0 0-16,33 15 0 0,-33-15 0 0,0 0-128 15,34 18 128-15,-34-18 0 16,0 0 0-16,0 0 0 16,40 30 0-16,-40-30 0 0,0 0 0 0,0 0 128 0,23 39-128 0,-23-39 0 0,0 0 0 0,0 0 128 15,0 39-128-15,0-39 0 16,-7 18 0-16,1-11 0 0,-1 0 0 0,-1 1 0 0,-1-2 0 0,0 0 128 15,-1-2-128-15,1 1 0 0,0 0 0 0,1-3 128 0,-1-2-128 16,2 2 0-16,0-2 0 0,2 0 0 0,0-2 0 0,0 2 0 16,3-2 0-16,0-1 0 15,0-2 0-15,2 2-192 16,1 0 64-16,0-2 0 0,2 2-2080 0,-1-1-416 0</inkml:trace>
  <inkml:trace contextRef="#ctx0" brushRef="#br0" timeOffset="29171.78">22774 6128 17503 0,'8'-4'768'0,"-3"1"176"0,0 0-752 0,0 1-192 15,-2 1 0-15,-2 0 0 16,2 1 1696-16,2-2 304 0,2-1 64 0,4 1 16 16,3-3 128-16,2 0 32 0,0 1 0 0,-1 0 0 15,-1 1-720-15,0 0-144 0,0 0-32 0,-1 0 0 16,-1 2-768-16,-1-1-176 0,-2 2-16 0,-2 0-16 15,0-2-368-15,-2 2 0 0,1 0 0 0,-2-1 0 16,-1 1 0-16,0 0-128 0,0 0 0 0,-2-2-11424 16,0 2-2272-16</inkml:trace>
  <inkml:trace contextRef="#ctx0" brushRef="#br0" timeOffset="29914.18">23303 5964 8287 0,'-3'0'736'15,"1"0"-592"-15,2 0-144 0,0 0 0 0,1 0 304 16,-1 0 16-16,0-2 16 0,-1 2 0 0,1-1 1344 0,0 0 272 15,0-1 48-15,0-1 16 0,1 0-32 0,0 1-16 16,1 0 0-16,0-2 0 0,0 1-144 0,0 0-32 16,1 1 0-16,-2 0 0 15,0-1-544-15,1 1-112 0,-1 2-32 0,-1-2 0 0,0 2-432 0,0 2-96 16,-2 0 0-16,0 1-16 0,1 1-192 0,-2 2-48 16,0 2 0-16,-1 1 0 0,0 2-128 15,-2 3-48-15,0 2 0 0,0 2 0 0,0 2-144 0,-3-1 0 16,1 0 0-16,-1 1 128 0,1-2-128 0,0 1 0 15,-1-4 0-15,2 0 0 0,0-2 128 0,-1-1-128 16,3-2 128-16,-1-2-128 0,2 0 160 0,1-4-160 0,1 1 192 0,1-2-192 16,0-3 128-16,1 0-128 15,1-3 0-15,1-1 0 0,0-1 0 0,1-3 0 16,3-1 0-16,-1-2 0 0,1-1 0 0,1 0 0 16,1-5 0-16,0 0 0 0,0-1 0 0,2 1 0 0,-1-2 0 0,0 0 0 15,2 2 0-15,-1 2 0 0,0 0 0 0,1 0 0 16,0 2 0-16,1 0 0 0,1 4 0 0,-1-1 0 15,0 3 0-15,-1 2 0 0,1 1-128 0,-2 1 128 0,-1 1 0 16,-9 2 0 0,0 0 0-16,0 0 0 0,0 0 0 0,33 14 0 0,-33-14 0 15,0 0 0-15,0 0 0 0,0 0 0 16,12 38 0-16,-12-38 0 0,0 0 0 0,-3 31 0 0,3-31 0 0,-7 24 0 16,7-24 0-16,-9 23 0 0,3-11 0 0,0 0 0 0,-1-2 0 0,1 1 0 15,-1-1 0-15,-1-1 0 16,1 1 0-16,0-2 0 0,1-1 0 0,1-1 0 0,1 1 0 0,2-3 0 15,0-1 0-15,2 0 0 0,0-1-272 0,2-2 32 16,-1 0 16-16,2-2-16656 0</inkml:trace>
  <inkml:trace contextRef="#ctx0" brushRef="#br0" timeOffset="30737.9">23638 5974 11055 0,'2'-2'976'0,"0"-1"-784"16,-1 3-192-16,-1 0 0 15,0 0 992-15,0 0 160 16,0-2 16-16,1 0 16 0,0 1 544 0,0-1 96 0,-1 1 32 0,-2 1 0 15,0 1-784-15,-2 2-160 0,-2 1-16 0,1 3-16 0,-2 1 16 0,0 1 0 16,-1 3 0-16,1-1 0 0,0 1-80 0,0 0-16 16,2 2 0-16,5-14 0 0,-8 26-64 0,8-26-16 31,0 0 0-31,-3 32 0 0,3-32-240 0,0 0-48 0,0 0-16 0,0 0 0 16,0 0-16-16,33 26 0 15,-33-26 0-15,18-3 0 0,-7-2 0 0,-1-1 0 0,-1 0 0 0,0 0 0 16,1-1-256-16,-1-1-144 0,1-1 160 0,-1-1-160 15,0-1 0-15,-2 1 0 0,-1 1 0 16,-3-1 0-16,1 0 0 0,-3 1 0 0,-1 0 0 16,-1-1 0-16,-3 3 0 0,0 0 0 0,-1 0 0 0,-1 0 0 15,-1 2 0-15,1 2 0 0,-2 0 0 0,1 2 0 16,-1-1 0-16,1 2 0 0,0 2 0 0,-1 0 0 16,2 0 0-16,0 3 0 0,1 0 0 0,1 0 0 0,1 2 0 15,1-3 0-15,0 1 0 0,1-2 0 0,2 1 0 0,1-1 0 16,0 0 0-16,1-1 0 15,0 0-640-15,2-2 0 0,0 0-16 0,0-2 0 16,0 2-1312-16,0-3-256 0,1 1-48 16,2-1-16-16,0-1-1120 0,0 1-240 0,1-2-32 0,0 1-16 15,-1 0 592-15,1-1 112 0,2 2 32 0,-2-2 0 16,0 0 1776-16,1 1 352 0,0 0 80 0,0 1 16 0,0 0 1632 0,0 1 336 16,0-2 64-16,1 1 16 0,-1 1 1488 0,-1 1 288 15,0-1 64-15,0 0 16 0,-2 2-400 0,0 0-80 0,-1-2 0 16,-1 4-16-16,-1-2-640 0,-1 0-128 0,0 2-32 15,-2 0 0-15,0 1-1088 0,-1 2-208 16,0-5-64-16,0 0 0 0,0 0-192 0,-8 26-32 0,4-17-16 0,-1 1 0 16,5-10-64-16,-10 23-16 15,4-12 0-15,0 2 0 0,-1-1 64 0,1 1 16 0,-1 0 0 0,1-3 0 16,6-10 64-16,-8 18 16 0,8-18 0 0,0 0 0 16,-8 18-16-16,6-14 0 0,1-2 0 0,1 0 0 15,-1 1-176-15,1-3-32 0,1 0-128 0,-1-2 192 16,2 1-192-16,0-1 0 0,0 0 128 0,0-3-128 0,2 0 0 15,-2-1 0-15,3 0 0 0,1-3 0 0,-1 2 0 16,1-3 128-16,0 1-128 0,1-3 0 0,0 0 0 0,1-2 0 16,1 2 0-16,0-2 0 0,0 0 0 0,2 2-160 15,-1 0 160-15,-1 0-192 0,1 3 192 0,-1 1-160 16,-1 2 160-16,-1 1-160 0,-1 2 160 16,-2 3-208-16,1-1 80 0,-1 0 128 15,0 2-1568 1,-2 0-192-16,1-1-32 0,-1 2-14224 0</inkml:trace>
  <inkml:trace contextRef="#ctx0" brushRef="#br0" timeOffset="31392.25">24114 5912 12895 0,'0'0'1152'15,"0"0"-928"-15,1 0-224 0,-1 0 0 0,1 0 1344 0,-1 0 208 0,0 0 48 0,1 0 16 16,0-2 864-16,0 2 160 0,1 0 48 0,-1 0 0 15,1 0-1264-15,-2 0-240 0,1 0-48 0,-2 2-16 0,0 0-80 0,0 1-16 16,-1 2 0-16,-1-1 0 16,1 2-352-16,-2 1-80 0,-1 2-16 0,1 1 0 15,-1-1-304-15,-1 1-64 0,0 4-16 0,-1 0 0 16,-1 1 128-16,0 1 32 0,-1 0 0 0,0 1 0 0,2-3-96 0,0 0-32 16,7-14 0-1,-9 19 0-15,9-19-224 0,0 0 128 0,0 0-128 0,0 0 0 0,0 0 0 0,0 0 0 16,0 0 0-16,0 0 0 15,0 0 0-15,11-2 128 0,-5-5-128 0,1-3 0 0,0-1 0 0,3-1 0 32,-1-2 0-32,1 0 0 0,0-1 0 0,1 0 0 0,0-1 0 0,-1 2-160 0,0 2 160 0,-1-1 0 0,1 2 0 15,-1 2 0-15,-2 2 0 0,1 2 0 0,-2 0 0 0,0 3 0 16,-1 0 0-16,-1 2 0 0,-1 2 0 0,0-1 0 16,-1 0 0-16,-2-1 128 0,0 0-128 0,0 0 176 15,0 0-176-15,0 0 192 0,1 37-192 0,-1-37 192 16,0 0-192-16,-7 29 0 15,7-29 144-15,-7 23-144 0,2-12 0 0,-1 1 144 0,6-12-144 0,-12 26 0 32,12-26 0-32,-10 22 0 0,5-13 0 0,0-1 0 0,0-2 128 0,2-1-128 0,1-1 0 0,0-2 0 15,0-2 0-15,2 0 0 0,1-2 0 0,1-2 0 16,1-1 0-16,0-2 0 0,2-1 0 0,1-1 0 0,2-2 0 0,0-1 0 16,1 0 0-16,2-3 0 15,1-1 0-15,-1 1 0 0,1-1 0 0,0 0 0 16,0 1 0-16,-1-1-192 0,0 3 192 0,1 1-192 0,-1 1 192 0,1 4 0 31,-2-1 0-31,-1 4-144 0,-1 2 144 0,0 2 0 16,-8 0 0-16,0 0 0 0,0 0 0 0,0 0 0 15,0 0 0-15,0 0 0 0,31 35 144 0,-31-35-144 16,0 0 192-16,0 0-192 0,6 41 160 0,-6-41-160 16,0 0 128-16,-3 40-128 0,3-40 0 0,-5 30 0 0,5-30 0 15,-6 31 0-15,6-31 0 0,-7 27 0 0,7-27 0 0,-8 24 0 16,8-24 0-16,0 0 0 0,-8 28 0 0,8-28-12416 15,0 0-2560-15</inkml:trace>
  <inkml:trace contextRef="#ctx0" brushRef="#br0" timeOffset="32258.72">22609 6877 12895 0,'-1'0'1152'0,"0"0"-928"16,1 0-224-16,0 0 0 15,1 0 480-15,-1-2 48 0,-1 2 16 0,2 0 0 0,-1-3 960 0,0 1 192 16,3 1 32-16,-1-2 16 0,2 1 48 0,0-1 16 16,-1 0 0-16,3 1 0 0,0 0-208 0,3-1-64 15,-1-1 0-15,2 1 0 0,0 1-624 0,2 0-128 16,1-1-16-16,-1 1-16 0,1 1-304 0,0-1-48 16,-1 0-16-16,-12 2 0 0,23-2-384 0,-23 2 0 15,17-2 0-15,-17 2 0 0,0 0-208 16,0 0-128-16,0 0-32 0,0 0-10448 0,0 0-2112 0</inkml:trace>
  <inkml:trace contextRef="#ctx0" brushRef="#br0" timeOffset="32463.67">22624 6968 16575 0,'3'0'736'0,"0"0"160"15,1 0-720-15,0-2-176 0,0 1 0 0,-1 1 0 0,1 0 2032 0,3-3 368 16,-7 3 80-16,28-4 16 0,-10-1 192 15,2 1 32-15,-2 1 16 0,-1 1 0 0,-17 2-1664 0,30-5-336 32,-30 5-64-32,25-3-16 0,-25 3-656 0,21-3 0 0,-21 3-128 0,18-3-16576 15</inkml:trace>
  <inkml:trace contextRef="#ctx0" brushRef="#br0" timeOffset="32700.75">23150 6598 23951 0,'-1'0'1056'0,"0"0"224"0,1 0-1024 0,-1 0-256 0,0 0 0 0,0 2 0 16,1 0 960-16,-2 0 144 0,0 2 32 0,-1 2 0 16,-1 4-704-16,0-1-144 0,-1 1-32 0,1 1 0 0,1 0-256 0,0 0 0 15,3-11 0-15,0 0 0 0,0 0-288 0,0 28 32 16,0-28 16-16,0 0-8144 16,0 0-1648-16</inkml:trace>
  <inkml:trace contextRef="#ctx0" brushRef="#br0" timeOffset="32859.17">23222 6616 8287 0,'5'-8'368'0,"-2"2"80"0,0 4-448 0,-2-2 0 16,-1 3 0-16,0 2 0 0,0 1 1488 0,0-2 224 16,0 0 32-16,-1 2 16 0,-1 2 80 0,-1 0 16 15,-1 2 0-15,1 2 0 0,-1 1-192 0,-1 0-48 16,1 1 0-16,-1-1 0 0,0 1-464 0,2-1-80 0,0 1-32 16,2-3 0-16,0 0-656 0,1-7-144 0,0 0-32 0,0 0-14144 15</inkml:trace>
  <inkml:trace contextRef="#ctx0" brushRef="#br0" timeOffset="33902.44">23515 6840 19343 0,'0'0'1728'0,"0"-2"-1392"16,1 1-336-16,-1 1 0 0,0 0 528 0,-1 0 48 16,1 0 0-16,0 0 0 0,0-2 448 0,-1 1 112 31,0-1 16-31,-1 2 0 0,0-2-480 0,1 2-96 0,-1-2 0 0,0 0-16 0,1 1 560 0,-1-1 112 15,0 2 32-15,-1-2 0 0,1 2-320 0,-1 0-64 16,1 0-16-16,-2 0 0 0,1 2-272 0,-1 0-48 31,1-1-16-31,-3 3 0 0,2 0-192 0,-1 0-32 16,0 4-16-16,-1 0 0 0,-1-1-96 0,1 4-32 0,-1 1 0 0,1 0 0 0,-1 2-160 0,1-1 0 0,0 3 0 16,0 1 0-16,0-2 0 0,6-15 0 0,-7 30 128 0,7-30-128 31,0 0 0-31,1 35 0 0,-1-35 0 0,0 0 0 0,0 0 0 0,0 0 0 0,0 0 0 0,36 26 0 31,-36-26 0-31,21-7 0 0,-9 0 224 0,1-2-64 0,1 0 144 0,-2-3 16 0,1 0 16 0,-2 0 0 16,-1 0-336-16,0-2 144 0,-1 2-144 0,-2-3 0 31,0 1 0-31,-2 0 0 0,-3 2 0 0,0 0 0 0,-3 0 0 0,-1 3 0 16,-1-3 0-16,-3 5 0 0,1 1 128 0,-3 0-128 0,0 1 0 15,-1 3 0-15,-1 0 0 0,0 2 0 16,1 2 0-16,0-2 0 0,1 2 0 0,2 1 0 15,1 0 0-15,1 1-144 0,1-2-64 0,2 3-16 16,1-5 0-16,0 0-11616 16,0 0-2336-16</inkml:trace>
  <inkml:trace contextRef="#ctx0" brushRef="#br0" timeOffset="34329.17">23665 6849 18431 0,'4'-3'816'0,"-2"1"160"0,1 0-784 0,-1 2-192 0,-1-2 0 0,0 2 0 16,0-2 1136-16,1 1 176 0,0-2 32 0,3 1 16 15,1 0 176-15,0-3 16 0,1 3 16 0,-2-1 0 16,1 1 160-16,-1 1 16 0,0 1 16 0,-5 0 0 16,0 0-624-16,0 0-128 0,0 0-32 0,0 0 0 15,0 0-496-15,0 0-96 0,0 0-32 0,22 37 0 16,-22-37-160-16,0 0-48 0,0 0 0 0,0 40 0 15,0-40-144-15,0 0 0 0,-5 33 0 0,5-33 128 16,-7 22-128-16,7-22 0 0,-7 22 0 0,2-13 0 16,-1 0 0-16,2-2 0 0,-1 0 128 0,0-2-128 0,1-1 0 0,0-1 160 15,0 0-160-15,2-1 160 0,-1 0-16 0,0-1 0 16,2-2 0-16,0 1 0 0,0-2-144 0,2-1 0 16,0-2 0-16,1-1 128 0,1 0-128 0,1-2 0 15,0-2 144-15,2-2-144 0,1 0 0 16,2-2 128-16,-1-3-128 0,2 0 0 0,0 1 0 0,0 0 0 15,2 1 0-15,-1 1 0 0,0 0 0 0,-1 2 0 16,0 2-128-16,0 2 128 0,-1 0 0 0,-2 3-128 16,1 1 128-16,-3 1 0 0,1 0-272 0,-2 1 16 15,1 1 16-15,-1 0 0 16,-1 1-880-16,0-2-176 0,1 2-48 0,0 0-15424 0</inkml:trace>
  <inkml:trace contextRef="#ctx0" brushRef="#br0" timeOffset="34583.04">24107 6602 11055 0,'4'-2'480'0,"-1"0"112"16,-1 2-464-16,0-2-128 0,-1 1 0 0,-1 1 0 0,1 0 2128 0,0-2 416 15,0 2 80-15,1-2 0 0,1 1-208 0,-1 1-48 16,-2 0-16-16,0 0 0 0,0 1-368 0,-3 3-80 15,0 1-16-15,-2-1 0 0,0 4-752 0,-2 1-160 16,0 1-16-16,-1 1-16 0,0 1-544 16,1-1-96-16,-1 0-32 0,3-1 0 0,0-1-128 0,1-2-16 15,4-7-128-15,0 0 192 0,0 0-448 0,0 0-80 16,0 0-32-16,0 0-17312 0</inkml:trace>
  <inkml:trace contextRef="#ctx0" brushRef="#br0" timeOffset="34741.94">24288 6540 23951 0,'-3'1'1056'0,"1"2"224"0,2-3-1024 0,0 0-256 0,0 0 0 0,0 0 0 15,-10 18 1664-15,10-18 288 0,-11 19 48 0,1-2 16 16,-3 4-176-16,-3 2-48 0,1 1 0 0,1-4 0 16,4-2-944-16,2-1-192 0,8-17-32 0,-9 24-17968 15</inkml:trace>
</inkml:ink>
</file>

<file path=ppt/ink/ink1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55.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5:37:33.899"/>
    </inkml:context>
    <inkml:brush xml:id="br0">
      <inkml:brushProperty name="width" value="0.05292" units="cm"/>
      <inkml:brushProperty name="height" value="0.05292" units="cm"/>
      <inkml:brushProperty name="color" value="#FF0000"/>
    </inkml:brush>
  </inkml:definitions>
  <inkml:trace contextRef="#ctx0" brushRef="#br0">4923 5562 8287 0,'-1'-2'736'0,"0"1"-592"0,1-1-144 0,0 1 0 16,0 0 768-16,0 1 128 0,0 0 32 0,0-1 0 15,0 1 640-15,0-2 128 0,-1 2 32 0,1-2 0 0,0 2-320 16,-2 0-64-16,1 0-16 0,0-2 0 0,0 1-208 0,0 1-32 16,0-2-16-16,0 0 0 0,-1 1-16 0,0-1 0 15,0 0 0-15,0 0 0 0,-1-1-224 0,0 1-32 16,0 1-16-16,-1-1 0 0,1 1-208 0,0 0-64 15,-1 1 0-15,-2 0 0 0,2-2-128 0,-2 2-48 16,1 0 0-16,-1 2 0 0,1-2-128 0,-2 1-16 16,1-1-16-16,0 1 0 0,0-1-176 0,2 0 128 15,-1-1-128-15,1 1 128 0,1-1 144 0,-1 1 32 16,1-2 0-16,0-1 0 0,1 1-48 0,-1-1 0 0,1 1 0 0,-1 0 0 16,1 0-16-16,0 1-16 0,0-1 0 0,0-1 0 15,0 3-80-15,0-2-16 0,1 1 0 0,-1 1 0 16,1 0-128-16,-1 0 160 0,1 0-160 0,-1 0 160 15,0 0-160-15,1 1 0 0,-1-1 0 0,0 2 128 16,1-1-128-16,-1 1 0 0,2-2 0 16,0 2 0-16,-1-2 0 0,1 1 0 0,0 1 0 0,0-2 0 15,1 1 0-15,-1 0 0 0,0 1 0 0,0-2 0 0,1 3 0 0,-1-3 0 16,0 3 0-16,1-1 0 0,-1 1 0 16,0 0 128-16,-1 0-128 0,1 2 0 0,-1-1 0 0,0 1 0 15,-1 2 128-15,0 1-128 0,0-2 0 16,0 2 0-16,0 2 0 0,-1 2 0 0,0 1 0 0,0-1 0 15,0 2 0-15,1 1 0 0,-1 1 0 0,-1 1 0 16,2 0 0-16,0 1 0 16,-1 1 0-16,1-1 0 0,1-2 0 0,0 0 0 0,0-1 0 0,0 1 0 15,1-3 0-15,0 0 0 0,0-3 0 0,0 1 0 16,0-1 0-16,0-1 0 0,0-2 0 0,1 0 0 16,0 1 0-16,0-3 0 0,1 2 0 0,0-1 0 15,0-1 0-15,0 0 0 0,2 0 0 0,-1-2 0 0,1 1 0 0,-1-2 0 16,1 0 0-16,0 1 0 0,-1-3 0 0,1 1 0 15,1 1 0-15,0-2 0 0,0 0 0 0,0 0 0 16,1 0 0-16,0 0 0 0,0-3 0 0,1 3 0 16,0-3 0-16,0 1 0 0,2 0 0 0,-1 0 0 15,0-1 0-15,1 1-224 0,-1 0 80 0,1 1-11904 16,3-1-2384-16</inkml:trace>
  <inkml:trace contextRef="#ctx0" brushRef="#br0" timeOffset="449.64">5321 5685 8287 0,'-2'-3'368'0,"0"1"80"0,0-2-448 0,1 3 0 0,0-1 0 0,0 2 0 0,0-2 1920 0,0 1 320 0,0-1 48 0,-2-2 16 15,0 1-272-15,0-2-48 0,-1 3-16 0,1-2 0 16,-1 3-640-16,0-3-128 0,0 3-32 16,0-1 0-16,-1 0-240 0,0 2-48 0,0-2-16 0,-1 1 0 31,-1 1-416-31,0 0-64 0,0 0-32 0,0 1 0 0,-1 1-96 0,-2 0-32 15,0 0 0-15,0 1 0 16,1 2-32-16,-1-2-16 0,-2 1 0 0,2 3 0 0,1-2-48 0,0 2 0 16,4 0 0-16,0 2 0 0,1 1 256 0,2-1 64 0,0 3 0 0,0 0 0 0,2 0-208 0,0 2-48 15,0-14 0-15,4 29 0 0,-4-29 64 16,0 0 16-16,14 40 0 0,-14-40 0 16,0 0-144-16,0 0-128 15,34 35 192-15,-34-35-192 0,0 0 0 0,0 0 0 16,47 7 0-16,-32-10 0 0,0-1 0 0,0-5 0 15,0 0 0-15,2-3 0 16,2-1-832-16,-1-4-128 0,0 2-32 0,-1-2 0 16,-1 0-1840-16,-1 1-368 0</inkml:trace>
  <inkml:trace contextRef="#ctx0" brushRef="#br0" timeOffset="1234.78">5554 5471 5519 0,'3'-7'240'0,"-2"5"64"0,1 0-304 0,-1-1 0 0,-1 3 0 0,0 0 0 16,0 0 2352-16,0 1 400 0,-1 1 96 0,0 0 16 15,-2 0-240-15,0 5-64 0,0-2 0 0,-1 2 0 16,-1 0-960-16,1 3-208 0,-1-1-48 0,0-1 0 16,2 3-384-16,-2 0-64 0,0 2-32 0,2 1 0 15,-1 0-416-15,-1 3-64 0,2 0-32 0,-1-1 0 0,0 1-352 16,1 3 144-16,-2 3-144 0,1 0 0 0,0-1 0 16,2 0 0-16,1-4 0 0,0-4 0 0,2 0 0 15,0-6 0-15,1 1 0 0,0-5 0 0,2-1 0 0,0-1 0 16,0-1 0-16,0-3 0 0,1 1 0 0,-2-2 0 15,2 0 0-15,0-2 0 0,1-1 0 0,1-1 0 16,1-2 0-16,-1-1 0 0,2 1 0 0,-1-1 0 16,0 1 0-16,-1-1 0 0,1 3 0 0,1-2 0 15,-2-1 0-15,1 1 0 0,0 2 0 0,-1 0 0 16,0 2 0-16,-2 1 0 0,1 1 0 0,-2 1 0 0,-1 2 0 16,0 0 0-16,1 2 0 0,-2 1 0 0,0 1 0 0,-1 0 0 15,0 4 0-15,0-1 0 0,-1 1 0 0,0 3 0 16,0-2 0-16,0 1 0 0,0 1 0 0,0-1 0 15,1 0 0-15,1-3 0 0,0 2 0 16,1-2 0-16,-3-7 0 0,0 0 0 0,0 0 0 16,0 0 0-16,0 0 0 0,0 0 0 0,36 24 0 15,-30-24 0-15,1-3 0 0,0 1 0 0,1-2 0 0,-1-1 0 16,0 0 0-16,1 1 0 0,-2-2 0 0,2 0-144 16,-1 0-656-16,0-2-128 0,1 0-32 0,-1 1 0 31,0 0-160-31,0-3-32 0,1 3-16 0,-3-2 0 0,1 1 864 0,-1 2 304 0,-1-2-192 0,0 4 192 0,0-1 128 0,-3 0 112 15,1 3 16-15,-1 0 16 0,-1 0 336 0,0 1 64 16,0 1 16-16,-1 0 0 0,0 3-16 0,0-1 0 16,0 0 0-16,-1 1 0 0,0 2-112 0,0-1-32 15,-1 3 0-15,1-1 0 0,2 0-176 0,-1 0-32 16,0 0-16-16,1 1 0 0,0 0-128 0,1-2-32 16,0 0 0-16,0 2 0 0,2-2-144 0,-1 2 192 15,1-3-192-15,0 2 192 0,0 0-192 0,0 1 0 16,1-3 0-16,-1 0 0 0,0 1 0 0,1-1 0 0,1-2 0 15,-2-2 128-15,1 0-128 0,1 0 0 16,-1-2 144-16,1-2-144 0,0 1 128 0,-1-2-128 16,1 1 160-16,-1-1-160 0,-1 0 128 0,1 0-128 0,0-2 0 0,-1-3 144 15,1 3-144-15,-1-2 0 0,-1-1 0 0,0 1 0 16,-1 0 0-16,-2-1 0 16,0 0 0-16,-2 3 0 0,0-1 0 0,-1 0 0 0,0 3 128 0,-1 0-128 15,0 0 0-15,-2 3 0 0,1 1 0 0,-3 1 0 16,2 1 0-16,-2 1 0 0,1 1 0 0,1 2 0 15,-1-1 0-15,1 2 0 0,0 0 0 0,2-1 0 16,0 1 0-16,1 0 0 0,2-1 0 0,0-1 0 16,2-1 0-16,1 0-176 0,1-1 176 0,0 0-192 15,3-1-1152-15,2 0-224 0,0-2-48 0,1 0-12928 16</inkml:trace>
  <inkml:trace contextRef="#ctx0" brushRef="#br0" timeOffset="1677.22">6120 5661 7359 0,'1'0'656'0,"0"0"-528"0,0 0-128 0,-1 0 0 0,0 0 2144 0,-1 0 400 15,1 0 80-15,0 0 0 0,0 0-144 0,-1-2-48 16,-1 2 0-16,-1-1 0 0,1 1-1152 0,-2 0-256 0,-1 0-32 0,1 0-16 16,0-2-192-16,-1 2-32 0,1 0-16 0,-1 0 0 15,0 0-208-15,2-1-32 0,-1 1-16 0,0-1 0 16,0 1-32-16,2 0-16 15,-1 0 0-15,1 0 0 0,-1 0-96 0,1 1-16 0,1 0 0 0,-1 1 0 16,1 1-48-16,-2 0-16 0,1 1 0 0,-1 3 0 16,1-2 16-16,-1 5 0 0,1-3 0 0,-2 4 0 15,1 1-128-15,1-1-16 0,0 2-128 0,0-1 192 16,1 0-192-16,0 0 0 0,1-2 0 0,0-10 0 16,0 0 0-16,0 0 0 0,0 0 0 0,0 0 0 0,0 0 0 15,32 34 0-15,-24-36 0 0,0 0 0 0,2-3 192 0,-2 0-16 16,1 1 0-16,0-4 0 0,1 2-32 0,-1-2 0 31,-1 1 0-31,1 0 0 0,-1-3-144 0,0 2 0 0,0 0 0 0,-3-2 0 0,2 2 0 0,-2 0 0 16,-2-2 0-16,0 1 0 0,-2 0 0 15,-1 1 0-15,-1-1 0 0,-3 2 0 16,1-1 0-16,-5 4 0 0,2-1 128 0,-4 3-128 16,1-1 0-16,-2 4 0 0,0 1 0 0,1 0 0 15,-1 1 0-15,3 0 0 0,0 0-192 0,1 3 192 31,2-2-704-31,1-1 0 0,2 2-16 0,0-1-10544 0,3 1-2096 0</inkml:trace>
  <inkml:trace contextRef="#ctx0" brushRef="#br0" timeOffset="2151.76">6500 5632 911 0,'-3'0'0'0,"0"-2"0"16,0 2 0-16,1 2 0 0,1-2 1328 0,-2 0 176 16,-1 1 32-16,-5 1 16 0,-2-2 0 0,-2 3 0 15,1-1 0-15,1 0 0 0,0 0-144 0,1 1-16 16,1-1-16-16,1 1 0 0,1 0-48 0,-1 0-16 15,1 0 0-15,1 2 0 0,2-3 160 0,0 1 48 16,0 1 0-16,1-1 0 0,2-1-496 0,-1 0-80 16,1 1-32-16,1-1 0 0,2-1-400 0,-1 1-64 0,0-2-32 15,2 2 0-15,3-2 16 0,-2 0 0 0,3 1 0 16,-1 0 0-16,1 1 96 0,0-1 32 0,-7-1 0 0,0 0 0 16,0 0-400-16,40 17-160 0,-40-17 128 0,0 0-128 15,0 0 0-15,35 30 0 0,-35-30 0 0,0 0 0 16,0 0 0-16,0 0 0 0,16 40 0 0,-17-32 0 15,-2-1 0-15,-1 2 0 0,-2 1 0 0,-1-3 0 16,-1 2 0-16,-3 1 0 0,1-4 144 0,0 2-144 16,0-3 240-16,-1 2-32 0,-1-5 0 0,0 1 0 15,2 1-16-15,0-4-16 0,0 3 0 0,1-3 0 0,1-2-176 16,1 1 0-16,1-1 0 0,2-3 0 0,3 3 0 0,0-3 0 16,1 0 0-16,1 1 0 15,2-3-1152-15,2 2-192 0,0 0-64 0,3-1-13744 16</inkml:trace>
  <inkml:trace contextRef="#ctx0" brushRef="#br0" timeOffset="2503.25">6554 5783 5519 0,'3'-1'496'0,"-1"-1"-496"0,0-1 0 0,0 3 0 16,-1-2 2336-16,0 2 368 0,1-2 80 0,1 1 16 15,1-2-16-15,3-1 0 0,1 0 0 0,2 0 0 16,-1 1-1664-16,1-2-336 0,-1 2-64 0,1 1-16 15,1 0 704-15,-1-1 144 0,2-2 32 0,-1 2 0 32,0 0-1584-32,0 0-528 0,0-2 0 0,1-1 0 0,-2 0 528 0,0 2 192 0,-1-4 0 0,0 4 0 15,-2-3 64-15,0 0 0 0,-3 2 0 0,0-2 0 16,-1 2 208-16,-2-2 48 0,-2 0 16 0,-1 0 0 16,-3-1 64-16,-2 2 16 0,-2-1 0 0,-1 4 0 15,0-1-160-15,-3 3-16 0,-2 1-16 0,-1 3 0 16,1 1-272-16,0 4-144 0,1-1 160 0,2 2-160 0,2 1 160 0,-1 0-160 15,-1 6 160-15,1 0-160 0,2 1 224 0,1 3-48 16,1 0-16-16,3-1 0 0,1 0-160 0,2-2 192 16,1-17-192-16,0 0 192 0,11 36-192 0,-11-36 0 15,0 0 0-15,0 0 128 0,48 18-128 0,-48-18 0 16,34-4 0-16,-14-1-12080 16,3 0-2400-16</inkml:trace>
  <inkml:trace contextRef="#ctx0" brushRef="#br0" timeOffset="5030">7392 5614 11967 0,'3'-8'1072'16,"0"4"-864"-16,0 0-208 0,-2 3 0 16,0 1 992-16,0-3 160 0,2 0 16 0,1-3 16 15,2-1 800-15,-1 2 144 0,0 0 48 0,-2 3 0 16,-2 2-768-16,-1 5-128 0,-1 2-48 0,-1 3 0 0,-2 4-400 0,-2 0-64 15,1-1-32-15,-2 2 0 0,1 2-400 0,-4 2-80 16,-1 0 0-16,-1 0-16 0,1-2-32 0,1-1 0 16,1-6 0-16,1-1 0 0,2-1 112 0,1-4 32 15,2-2 0-15,1-2 0 0,1-1-64 0,0-2-16 16,2-2 0-16,0 0 0 0,1-2-144 0,-1 1-128 16,3-2 192-16,0-2-192 0,-1 1 128 0,2-3-128 15,2-1 0-15,-1 0 0 0,2-3 0 0,2 1 0 0,0-2 0 0,1 2 0 16,0 0 0-16,0 1 0 0,0 2 0 0,1 1 0 15,-2 2 0-15,0 1 0 0,1 2 0 0,0 0 0 16,-1 3 0-16,1 0 0 0,-2 3 0 0,-1 0 0 16,0 3 176-16,-2 0-176 0,0 1 160 0,-6-4-160 15,0 0 128-15,0 0-128 0,0 0 0 0,0 0 144 16,16 42-144-16,-17-34 0 0,-1 4 0 0,-2 0 128 16,-1 2-128-16,-1 0 0 0,0-2 0 0,1-2 128 15,-2 1-128-15,1 1 0 0,-3 0 0 0,1-1 0 16,1-1 0-16,0-2 0 0,1-1 0 0,1 0 0 15,2-3 0-15,1-1 0 0,1-1 0 0,1-2 0 16,2 0 0-16,1-5 0 0,1 1 0 0,1-4 0 0,3-3 0 0,1-1 0 16,1-2 0-16,0 1 0 0,1-1 0 0,2 0 0 15,1-2 0-15,1-1 0 0,1 0-160 0,-2 3 160 16,-1 2 0-16,-2 0-144 0,-1 5 144 0,0-1 0 16,-1 2 0-16,-2 1-128 0,-1 3 128 0,-1 2 0 15,-3 0 0-15,0 2 0 0,0-1 0 0,-1 3 0 16,0 1 0-16,-1-1 0 0,-1 1 0 0,0 2 0 15,-1 1 0-15,-1-2 128 0,2 2-128 0,-2-1 0 16,0 2 0-16,0 1 128 0,0-3-128 0,1 0 0 0,-2 3 0 0,1-3 0 16,0 1 0-16,1 0 0 0,-1-3 0 0,1 3 0 15,1-2 0-15,0 1 0 16,0 0 0-16,0-1 0 0,1 0 0 0,-1 0 0 0,1 0 0 0,0 1 0 16,1-2 0-16,-1 2 0 0,1-2 0 15,0-1 0 1,2 1-560-16,0-2-16 0,0-1-16 0,2-2-14768 0</inkml:trace>
  <inkml:trace contextRef="#ctx0" brushRef="#br0" timeOffset="5851.42">7776 5652 12895 0,'-1'0'576'0,"1"2"112"0,0-1-560 0,0 0-128 16,1-1 0-16,-1 0 0 0,0 2 1584 0,1-1 272 15,0 4 64-15,1-2 16 16,1 3 400-16,1-1 80 0,0-3 16 0,2 1 0 0,0-1-864 0,3-4-160 15,0 1-48-15,2-3 0 0,-1-1-592 0,1 0-112 16,0-1-16-16,2-1-16 0,-1-1-464 0,-1-2-160 16,0 1 0-16,-1-1 144 0,-2 1-144 0,-1 2 0 15,-2-1 0-15,-1 0 0 16,-1 0 0-16,-1 1 0 0,-2 1 0 0,-3 1 0 0,0 1 0 0,-2 2 0 0,-2 2 0 0,-2 0 0 16,1 0 0-16,-3 3 0 15,-1 2 0-15,-1 1 0 0,1 2 0 0,0-1 0 0,0 2 0 0,1 2 0 16,0 0 0-16,0 3 0 0,1-2 0 0,1 2 0 15,2 0 128-15,-1 0-128 0,3 0 0 0,0 1 128 16,1-4 128-16,3 1 0 0,1-2 16 0,1-3 0 16,-1-7-144-16,0 0-128 0,0 0 144 0,0 0-144 15,38 12 0-15,-27-15 128 0,1 0-128 0,1-3 0 0,-2 1 0 16,2-1 0-16,2 0 0 0,-1-3 0 31,0 3-336-31,-1 0-64 0,0-1-16 0,-1 2 0 0,0 0-1696 0,-1 1-320 0,0 2-80 0,-1-3-16 16,1 3-432-16,-2-1-96 0,1 3-16 0,-2-2 0 15,1 2 864-15,-1-3 160 0,-1 3 48 0,1-2 0 0,-2 0 1296 0,1 1 272 16,-1-1 48-16,0 0 16 0,-1 0 1840 0,1-1 384 16,-2-2 64-16,1 1 0 15,1-1 432-15,-1-1 80 0,2-2 0 16,-3 1 16-16,2-1-432 0,0 1-96 0,0-4 0 0,0 1-16 0,0-2-576 0,-1 2-112 16,-2-1-32-1,0 1 0-15,-1-2-480 0,-2 3-80 0,-2 0-32 0,-1 4 0 16,0 0-208-16,-3 3-64 0,0 2 0 0,-3 2 0 0,-1 3 0 0,0 2 0 0,0 0 0 0,-2 2 0 15,1 1-320-15,0 1 128 16,2 1-128-16,1 0 0 0,1 0 0 0,1 0 0 0,0 2 0 0,1 0 0 16,2-4 0-16,0 2 0 0,0-2 0 0,2-1 0 15,0 0 0-15,2-1 0 0,0-1 0 0,2 0 0 16,0-3 0-16,0-1 0 16,3 0 0-16,-1-1 0 0,-1-2 0 0,2-2 0 0,0-1 0 0,2-2 0 15,0 1 0-15,-1-2 0 0,1 2 0 0,-1-5 0 16,2 2 0-16,-2-2-128 0,2-2 128 0,0 2 0 15,-2-1-432-15,1 1 0 16,-3-1 0-16,1 3 0 0,-2-1 224 16,0 0 32-16,0 3 16 0,-2 0 0 0,-1 0 160 0,-1 2 0 0,0 0 0 0,0 2 0 0,0 1 0 0,-1 0 128 31,-1 0-128-31,0 3 128 0,0-1-128 0,-1 1 192 0,1 2-64 16,1 0 0-16,0 1 64 0,0 1 32 0,0 3 0 0,0-3 0 0,2 2-16 0,0-1 0 15,-1-8 0-15,0 0 0 0,0 0-32 0,0 0-16 31,0 0 0-31,22 40 0 0,-22-40-160 0,0 0 0 16,0 0 144-16,0 0-144 0,37 14 0 0,-30-14 0 16,2-2 0-16,-1-1 0 0,0-1-128 0,-1 1 0 15,1-4 0-15,1 0-11408 16,-1-1-2288-16</inkml:trace>
  <inkml:trace contextRef="#ctx0" brushRef="#br0" timeOffset="6498.66">8375 5545 15663 0,'-2'-2'688'0,"1"1"144"15,1-1-656-15,-1 2-176 0,1-1 0 0,0 0 0 0,0 1 1392 0,0-2 240 16,0 0 48-16,1 1 16 0,-1-2-256 0,-1 3-48 16,1 0-16-16,-2 0 0 0,1 3-816 0,-1-2-176 15,0 3-16-15,0 0-16 0,0 4-32 0,-1-3-16 16,-1 4 0-16,1 0 0 0,-1-2-160 0,0 4-16 15,1 0-128-15,0-2 192 16,1 3 0-16,0-3 0 0,0 0 0 0,1-1 0 0,0 1 256 0,1-1 64 16,0-8 0-16,0 0 0 0,0 0-96 0,0 0-16 15,0 0 0-15,0 0 0 0,0 0-224 0,0 0-48 16,42 14-128-16,-37-19 192 0,2 1-192 0,-1-1 0 16,1 0 128-16,0-2-128 0,1-3 0 0,-1 3 0 15,1-1 0-15,-3-1 0 0,2 3-320 0,-2-2-16 16,1 2 0-16,-1 0 0 15,0 0-976-15,0 1-192 0,-1 0-32 0,0 0-16 16,0 0-16-16,-1 1 0 0,0 0 0 0,0-1 0 0,1 2 608 16,-1-4 128-16,0 1 32 0,1 0 0 0,0-1 480 0,-2-2 80 0,1 2 32 0,0-1 0 15,0 4 496-15,-1-3 96 0,-1 4 32 0,-1-1 0 16,1 1 672-16,-1 0 144 0,0 3 32 0,-1 0 0 16,1 0-48-16,-2 3 0 0,0-1 0 0,0 1 0 15,-1 1-240-15,1 1-48 0,0 1-16 0,-1 0 0 0,0 0-192 16,1 0-32-16,1-1-16 0,-1 1 0 0,0 2-160 0,2-3-16 15,-1 2-16-15,0-3 0 16,1 1-192-16,0 0-32 0,0-3-16 0,1 1 0 0,0 1-112 0,-1-3-128 16,1 2 176-16,1-2-176 0,-1 1 224 0,1-1-64 15,0 1-16-15,-1-2 0 0,1 0 128 0,-1 0 32 16,0 2 0-16,1-2 0 0,-1 0-80 0,1-2-16 16,-1 2 0-16,0 0 0 0,0 0-64 0,0 0-16 15,0 0 0-15,-1 0 0 0,1 2-128 16,-1-2 0-16,0 3 0 0,0-1 128 0,0 0-128 0,0 0 0 15,-1 2 0-15,1 0 0 0,1 0 0 0,-1-1 0 16,0 0 0-16,1 1 0 0,0-4 0 0,-1 3 0 0,3-2 0 16,0 2 0-16,0-3 0 0,1-2 0 0,1 1 0 0,1-1 0 31,-1 0-352-31,3-2-96 0,-1-1-32 0,1 1-16736 0</inkml:trace>
  <inkml:trace contextRef="#ctx0" brushRef="#br0" timeOffset="6927.51">8663 5552 9215 0,'-1'-2'400'0,"1"0"96"0,0 2-496 0,0-1 0 16,0 1 0-16,0 0 0 0,0 0 2240 0,0 0 336 15,0-2 80-15,1 2 16 0,1 0 16 0,0-2 0 16,0 1 0-16,2-1 0 0,2 0-1136 0,-1 0-208 16,2-1-64-16,0 0 0 0,2 0-512 0,-2 2-128 15,0-3 0-15,0 3-16 16,-1 1-304-16,1 0-48 0,-2 3-16 0,0-1 0 0,-1 2-48 0,-1 1-16 16,-3-5 0-16,0 0 0 0,0 0-192 0,6 36 0 0,-7-24 0 0,-1-1 0 15,1-1 0-15,-2 2 0 0,-1 0 0 0,-1-3 0 16,2-1 0-16,-1 1 0 0,-1-2 0 0,1-1 0 15,-1 0 0-15,1-3 0 0,1 1 128 0,1-4-128 16,1 0 368-16,1 0 16 0,1-5 16 0,1 0 0 16,0-1 32-16,3-2 0 0,1-4 0 0,2 0 0 15,0-1-240-15,1 0-64 0,2-3 0 16,0 0 0-16,0 1-128 0,0 1 0 16,-1 2 0-16,0 0 0 0,2 1 0 0,-3 3 0 0,0 1 0 0,0 1 0 15,-2 1-208-15,-1 2 16 0,1 0 16 0,-2 3 0 16,-2 0-1360-16,0 1-256 0,-1 3-64 0,-1 1-13968 15</inkml:trace>
  <inkml:trace contextRef="#ctx0" brushRef="#br0" timeOffset="7291.72">8925 5586 16575 0,'1'0'1472'0,"0"0"-1168"15,-1 2-304-15,0-2 0 16,0 0 1808-16,0 0 304 0,1 0 64 0,1 0 16 0,1 0 160 0,0 0 16 15,1 0 16-15,2 0 0 0,1 0-1344 0,1 0-272 0,1-2-48 16,0 1-16-16,2-1-352 16,0-1-80-16,0 1-16 0,-1 0 0 0,-1-3-256 0,0 2 0 0,1-1 0 0,-2-1 0 15,-1 0 0-15,-2 1 0 0,-1-1 0 16,-2-1 0-16,-1 1 0 0,-1-1 0 16,-2 2-128-16,-1 1 128 0,-1-1 0 0,-1 1 0 0,-2 2 0 0,0 0 0 31,-2 1 0-31,0 1 0 0,-1 0 128 0,0 4-128 0,0-2 0 0,0 1 128 0,1 1-128 0,0 2 0 31,0 0 224-31,2 0-64 0,0 3-16 0,1 1 0 0,0-3 240 0,2 3 64 0,-2 3 0 0,2-2 0 0,1 0 0 0,1-1 0 16,2-11 0-16,0 0 0 0,0 0-256 15,9 39-32 1,-9-39-16-16,0 0 0 0,0 0-144 0,0 0 0 16,40 24 0-16,-40-24 0 0,0 0 0 0,33 1 0 15,-21-2 0-15,1-1-12128 16,-1 1-2416-16</inkml:trace>
  <inkml:trace contextRef="#ctx0" brushRef="#br0" timeOffset="10689.8">9134 5602 6447 0,'0'-2'576'0,"0"1"-576"15,1 0 0-15,-1 1 0 0,0 0 1424 0,0-1 176 16,1 1 48-16,0-3 0 0,1 1 960 0,0 0 192 16,-1-3 32-16,1 3 16 0,0-1-960 0,0-1-192 15,0 2-32-15,0-1-16 0,-1 0-752 0,0 1-128 16,-1 0-48-16,0-2 0 0,0 1-256 0,-2 0-48 15,-1-1-16-15,-1 1 0 0,0-1 48 0,-2 1 16 16,-1 2 0-16,-2-2 0 0,2 2-80 0,-2 0-32 0,0 1 0 0,0-1 0 16,0 2-224-16,-2 0-128 0,3 2 128 0,-1-2-128 15,0 2 0-15,1 0 0 0,1-1 0 0,-1 3 128 16,3-5-128-16,-1 4 0 0,0 0 0 0,-1 0 0 16,2 0 0-16,-2 1 0 0,3 0 0 0,-2 0 0 15,3 0 0-15,-1 1 0 0,1 2 0 0,0 1 0 16,-1 1 0-16,1 1 0 0,2 2 0 0,-1 0 0 15,0 0 0-15,2-13 0 0,0 0 0 0,3 37 128 16,-3-37-128-16,0 0 176 0,0 0-176 0,0 0 192 16,0 0-192-16,0 0 0 0,35 31 0 0,-27-33 0 15,2-3 0-15,-1-1 240 0,0 0-64 0,0-1-16 0,0 0-160 16,-1-2 192-16,1 0-192 0,1-1 192 0,-1 0-192 0,-1-2 0 16,1 1 0-16,-2 1 0 0,-1-1 0 0,-1 1 0 15,1 0 0-15,-3 3 0 0,0 0 0 0,-1 0 0 16,-1 2 0-16,0 1 0 0,-1 1 0 0,0 0 0 15,0 1 0-15,-1 2 0 0,1 0 0 0,-1 0 0 16,1 2 0-16,-1-1 0 0,0 1 0 0,1 1 128 16,-1 1-128-16,1 1 0 0,1 0 240 0,-1-1-48 15,1 1 0-15,1 0 0 0,-1 0-16 0,1 2-16 16,0-1 0-16,-1 0 0 0,-1-6 48 0,0 0 16 0,0 0 0 0,0 0 0 16,0 0-96-1,22 40 0-15,-22-40-128 0,0 0 192 0,0 0-192 0,0 0 0 0,0 0 128 0,0 0-128 16,36 22 0-16,-30-23 0 0,-1 1 0 0,2-4 0 15,0 1-736 1,1-4-96-16,2-2 0 0,1-1-16016 0</inkml:trace>
  <inkml:trace contextRef="#ctx0" brushRef="#br0" timeOffset="11132.27">9414 5297 6447 0,'0'-5'576'0,"0"4"-576"0,0-1 0 0,-1 0 0 0,1 4 2544 16,-1-2 400-16,-1 3 64 0,1 1 32 15,-2 3-336-15,-2 2-64 0,-2 5-16 0,-2 6 0 0,-2 1-1104 0,0 5-240 16,-1 3-32-16,0-1-16 0,0 1-48 0,0 1-16 16,0 1 0-16,1-3 0 0,1 1-336 0,-1 0-80 15,2 1-16-15,1-1 0 0,2-3-480 0,2-3-112 16,4-23-16-16,-1 34 0 0,1-34-128 0,0 0 0 16,0 0 0-16,0 0 0 0,0 0 0 0,0 0 0 15,34 12 0-15,-26-22 0 0,2-2 0 0,-2-2 0 0,2-2 0 16,-2-1 0-16,2 0-192 0,-2-2 48 15,0-2 0-15,1-1 0 16,-1 4-16-16,0-1 0 0,-2 4 0 0,0 3 0 0,0 0 160 0,1 4 0 0,-2 2 0 0,1 2 0 16,-1 0 0-16,0 3 0 0,0 3 0 15,1 1 0 1,-1-1 160-16,-1 3 16 0,-4-5 0 0,0 0 0 0,0 0 96 0,12 36 32 0,-12-36 0 0,0 0 0 16,4 47-128-16,-4-47-32 0,-1 26 0 0,1-26 0 15,-4 24-144 1,1-12 0-16,-3 2 0 0,0 0 0 0,-2-1 0 0,-1-2 0 0,0-1 128 0,-2 1-128 15,-2-4 0 1,1 1 0-16,-2-2 0 0,1-1 0 0,0-4 0 0,1 1 0 0,0-4 0 16,2-1 0-16,2 0 0 0,1-1 0 15,2-3 0-15,0 2 0 0,2-3-320 0,3-1-112 0,1 2-16 0,3 0-11072 32,1 0-2208-32</inkml:trace>
  <inkml:trace contextRef="#ctx0" brushRef="#br0" timeOffset="11432.53">9649 5417 12895 0,'4'-10'576'0,"0"1"112"0,0 2-560 0,-2 2-128 0,-1 1 0 0,-1 3 0 16,0 1 1504-16,1-2 272 0,0-1 48 0,-1-1 16 15,0 2 0-15,-1-1 0 0,-2 4 0 0,0 3 0 16,-2 3-448-16,0 2-96 0,-2 2-16 0,0 2 0 16,0 4-64-16,-1 2 0 0,1 0-16 0,-2 2 0 15,2 0-544-15,-1 0-96 0,-1 1-32 0,2 0 0 16,1-2-16-16,1 0 0 0,0-2 0 0,0 2 0 0,3 1-304 16,0-2-64-16,2-19-16 0,0 33 0 0,0-33-128 0,0 0 0 15,6 35 0-15,-6-35 0 0,0 0 0 0,0 0 0 16,0 0 0-16,0 0 0 15,0 0-880-15,0 0-96 0,0 0-32 0,0 0-15392 16</inkml:trace>
  <inkml:trace contextRef="#ctx0" brushRef="#br0" timeOffset="11797.42">9717 5661 2751 0,'1'0'256'0,"0"0"-256"0,1 1 0 0,-1-1 0 15,0 2 4208-15,1-2 784 0,1 0 176 0,0 0 16 16,4 2-1600-16,-7-2-320 0,0 0-64 0,30 2 0 16,-30-2-1968-16,0 0-384 0,32 3-80 0,-32-3 0 15,0 0-400-15,32-1-80 0,-32 1-16 0,21-4 0 16,-12 2 16-16,0-1 0 0,2-2 0 0,-2-1 0 0,-1 0-288 0,1 0 0 16,-3 0 0-16,-1 0 0 15,-1-2 0-15,-1 2 0 0,-1-2 0 0,-1 2 0 0,-1-2 0 0,-1 1 0 16,-3-2 0-16,-1 3 0 0,-2 0 128 0,0 0-128 15,-2 2 0-15,0 4 0 0,1-2 240 0,-1 4-64 16,1 0-16-16,1 1 0 0,0 2 192 0,1 1 32 16,-1 2 16-16,1 4 0 0,-1 0-80 0,2 4 0 15,1-4-16-15,0 1 0 0,1 2-48 0,3-15-16 16,-4 36 0-16,4-36 0 0,3 33-48 0,-3-33-16 16,0 0 0-16,17 38 0 0,-17-38-176 15,0 0 0-15,0 0 0 0,44 26 0 0,-44-26 0 0,28 0 0 0,-11-3-160 0,2-3 160 31,0-1-1344-31,1 0-192 0</inkml:trace>
  <inkml:trace contextRef="#ctx0" brushRef="#br0" timeOffset="14575.01">10486 5577 19343 0,'3'-1'1728'0,"0"-2"-1392"0,-1 1-336 0,-1 2 0 15,0 0 720-15,0 0 80 0,2-3 16 0,2 1 0 16,0 2 384-16,1-2 80 0,0 2 0 0,-3 1 16 16,1 2-672-16,-1 0-144 0,-1 2-32 0,0 2 0 15,0 0-80-15,-2-7-32 0,0 0 0 0,0 0 0 16,5 42-336-16,-5-42 0 0,-1 26 0 0,1-26 0 0,-1 35 0 0,1-35 0 15,-3 32 0-15,3-32 0 0,-1 27 0 0,1-27 0 16,0 0 0-16,0 0 0 0,3 32 0 16,-2-30 0-16,2 1 0 0,0-5 0 0,-1 1 0 0,2-3 144 15,1-1 0-15,0-2 0 0,1-2 736 0,0-1 144 16,2-2 16-16,0-1 16 0,0 0-160 0,1-3-16 16,-1 1-16-16,0-1 0 0,1-1-224 0,-2 0-64 15,2 1 0-15,-2-1 0 0,-1 1-224 0,0 2-48 16,0 1-16-16,-2 2 0 0,0 1-288 0,0 2 160 15,-2 2-160-15,1 1 128 0,-1 1-128 0,-1 2 0 0,0 2 0 16,0 0-176 0,0 3-976-16,-1 0-192 0,2 0-32 0,-1 4-15072 0</inkml:trace>
  <inkml:trace contextRef="#ctx0" brushRef="#br0" timeOffset="15048.22">10816 5629 5519 0,'3'0'496'0,"0"-1"-496"0,0 1 0 0,-1-2 0 15,-1 2 2224-15,0-2 336 0,0 1 80 0,2-1 16 16,1 0-112-16,0-1-32 0,3-2 0 0,0-2 0 0,1 0-1056 16,-3 0-224-16,1 0-32 0,-1-2-16 0,0 1-432 15,-2-2-96-15,0 2-16 0,-2 0 0 0,-3 1-128 0,-1 2-16 16,-2 1-16-16,0 2 0 0,-4 1-144 0,1 4-16 16,-2 0-16-16,-1 3 0 0,-1 3-160 0,1-1-16 15,-1 1-128-15,2 1 192 0,-1 4-192 0,1 0 0 16,2 0 0-16,1 1 0 0,2 0 0 0,0-1 0 15,2-1 0-15,1 1 0 0,2-14 0 0,0 0 0 16,4 34 0-16,-4-34 144 0,0 0 0 0,0 0 0 16,0 0 0-16,0 0 0 0,35 15 128 0,-26-18 32 15,1-3 0-15,-1 0 0 0,0-1 16 0,0 0 16 0,1-1 0 0,-1-1 0 16,0-1-192-16,1-1-144 0,-2 1 192 16,-1-2-192-16,-1 2 0 0,0 1 0 0,-3-2 0 15,-1 3 0-15,0 1 128 0,-2 1-128 0,0 3 0 0,0 0 0 16,-1 3 0-16,0 0 0 0,-1 3 0 0,0 0 0 15,0 3 0-15,0 0 0 0,-1 2 0 0,1 0 0 16,0 1 0-16,0 3 0 0,2-12 0 0,0 0 0 16,0 40 128-16,0-40-128 0,0 0 144 0,7 38-144 15,-7-38 192-15,0 0-64 0,0 0-128 0,0 0 192 16,0 0-64-16,39 24-128 0,-30-26 176 0,-1-1-176 16,3-2 240-16,-1-2-64 0,1 0-16 15,-1-3 0-15,1 1-160 0,0 0 0 0,-2-1 0 0,-2 0 128 31,1 2-1088-31,-1 0-240 0,0-4-32 0,2 2-14848 0</inkml:trace>
  <inkml:trace contextRef="#ctx0" brushRef="#br0" timeOffset="15460.3">11068 5539 7359 0,'0'-1'656'0,"0"-2"-528"0,1 3-128 0,0-1 0 0,-1 1 1536 0,1-1 256 16,0-1 64-16,1-1 16 0,2-1 592 0,1-1 112 0,0-1 32 0,1 0 0 15,0 1-640-15,2 1-128 0,-1-1-32 0,0 2 0 16,0 1-304-16,0 0-64 0,2 2-16 0,-2 2 0 16,1-1-576-16,-8-1-112 0,0 0-32 0,0 0 0 15,0 0-384-15,27 37-64 0,-27-37-32 0,0 0 0 31,6 34-96-31,-6-34-128 0,0 0 176 0,-1 38-176 0,-2-25 128 0,1-4-128 0,0 3 0 0,-1-3 0 16,0-1 0-16,1-1 128 16,0-1-128-16,0-1 0 0,1-2 192 0,-1 0-64 15,1-1 0-15,0-1-128 0,0-1 320 0,1-1-32 0,-1 1-16 0,1-2 0 16,1-1-112-16,-1 0-32 16,1 0 0-16,1-3 0 0,1 0-128 0,0-2 128 15,3-1-128-15,0-3 128 0,3 0-128 0,0-2 0 16,1 0 0-16,1-3 0 0,1 3 0 0,0-4 0 15,1 3 0-15,-1-2 0 0,0 5-160 0,0 0-112 16,-2 1-32-16,-2 2 0 16,-1 3-1872-16,-1 0-368 0,-1 1-80 0,-1 2-7664 0,0 2-1536 0</inkml:trace>
  <inkml:trace contextRef="#ctx0" brushRef="#br0" timeOffset="15634.19">11402 5414 7999 0,'5'-3'176'0,"-2"0"32"0,1 2 16 0,-2-1 0 0,-1 2-224 0,0 0 0 0,0 0 0 0,1 0 0 15,2 0 3648-15,0 2 672 0,0 1 144 0,1-1 16 16,-5-2-1488-16,0 0-304 0,0 0-64 0,0 0-16 16,14 38-1184-16,-14-38-224 0,0 0-48 0,0 0-16 15,0 0-848-15,9 40-160 0,-8-34-128 0,1 0 144 16,-1-1-512-16,0 0-96 0,0-3-32 0,-1 3-15888 16</inkml:trace>
  <inkml:trace contextRef="#ctx0" brushRef="#br0" timeOffset="15807.64">11416 5564 11967 0,'0'-2'528'0,"-1"0"112"0,0 2-512 0,0 0-128 15,0 2 0-15,0-2 0 0,0 2 1664 0,-1 2 320 0,-1 1 48 0,-1 3 16 16,-2 3 816-16,1 1 160 0,-1 2 48 0,0 0 0 16,0 1-1392-16,0 0-272 0,1 1-48 0,0-2-16 15,1 0-672-15,4-14-144 0,-4 26-16 0,4-26-16 16,0 0-496-16,0 0 0 0,0 0 0 0,0 0 0 31,0 0-544-31,0 0-160 0,0 0-16 0,34 19-14976 0</inkml:trace>
  <inkml:trace contextRef="#ctx0" brushRef="#br0" timeOffset="16281.68">11639 5638 20271 0,'2'2'896'0,"0"-2"192"0,0 0-880 0,-1-2-208 15,0 1 0-15,0 1 0 0,1-2 2160 0,2-1 384 16,1-1 80-16,4-3 0 0,0 0-1168 0,-1-3-240 16,2 0-64-16,-3 1 0 0,0-2-848 0,-2 1-176 15,0 0-128-15,-1-2 144 0,-1 1 208 0,-2 1 32 16,0-1 16-16,-3 2 0 0,-1 3-272 16,0 1-128-16,-2 1 128 0,0 4-128 0,-1 2 0 0,-1 0-256 15,1 1 48-15,-1 4 0 0,-2 0 64 0,1 2 16 16,-2 3 0-16,0 0 0 0,1 2 128 0,0 0 176 15,0 1-48-15,0 0 0 0,2 1-128 0,-1 0 192 0,1 1-192 0,0 2 192 16,2-2-32-16,1 1 0 0,4-18 0 16,0 0 0-16,2 31-160 0,-2-31 192 0,0 0-192 0,0 0 192 15,0 0-192-15,35 3 160 0,-23-8-160 16,0-5 160-16,-1 3 16 0,1-2 0 0,1-2 0 0,1-2 0 16,-2 1-448-16,1 0-96 0,1-2-16 0,-2-2 0 15,1 1-256 1,-1 1-64-16,-3 2-16 0,-2 3 0 0,0 1 528 0,-3 2 192 0,0 3 0 0,-2-1-144 15,-1 3 144-15,-1 1 0 0,0 2 0 0,-2 2 128 16,1 2 272-16,-2 1 64 0,1 1 16 0,-2 2 0 16,1 1 128-16,0 1 32 0,3-12 0 0,0 0 0 15,-3 30-320-15,3-30-64 0,0 0-16 0,0 0 0 0,0 0-240 0,13 36 144 16,-13-36-144-16,0 0 128 0,0 0-128 0,0 0 0 16,0 0 0-16,36 7 0 15,-30-11-1296-15,1-1-144 0,1-2-32 0,0-2-14080 16</inkml:trace>
  <inkml:trace contextRef="#ctx0" brushRef="#br0" timeOffset="16741">12030 5246 11967 0,'1'-4'1072'0,"0"1"-864"16,0 1-208-16,-1 2 0 0,0 0 2752 0,-1 0 496 0,1 0 96 0,0 0 32 16,-2 2-672-16,0 3-128 0,-2 4-16 0,-1 1-16 15,0 6-1472-15,-2 1-304 0,0 5-48 0,-1 3-16 16,1 2-112-16,0-1-16 0,1 3-16 0,0-2 0 15,2 0-64-15,0-2-16 0,0-1 0 0,4-24 0 16,-3 40-224-16,3-40-64 0,0 36 0 0,0-36 0 16,0 0-192-16,1 40 0 0,-1-40 128 0,0 0-128 15,0 0 0-15,0 0 0 0,4 36 0 0,-2-36 0 16,-1 2 0-16,1-4 0 0,0 0 0 0,0-1 0 0,-1-2 208 0,1-1-48 16,1-2-16-16,-1-1 0 0,2-1-144 15,0-1 0-15,1-1 0 0,0 0 128 0,2 0-128 0,-1 0 0 31,2 0 0-31,-1 1 0 0,1 3 0 0,-2 1 0 0,1 1 0 0,-1 2 0 0,0 2 0 0,-1 1 0 16,1 2 0-16,-1 1 0 0,-5-2 0 0,0 0 0 16,0 0 0-16,0 0 0 0,0 0 0 0,9 41 0 15,-11-32 0-15,0 1 0 0,0-1 0 0,-1 1 0 16,1 0 0-16,-2 0 0 0,2-2 0 0,-1-3 0 16,1 2 0-16,0-2 0 15,-1-3 0-15,0 1 0 0,-1 0 0 16,1-1 0-16,-2 0 0 0,0-2 0 0,1 0 0 0,-2 0 0 0,1-2 0 0,-1 0 0 0,0 1 0 0,0-2 0 15,0 1 0-15,2 1 0 0,0 0 0 0,-1 1 0 16,2-2 0-16,0 2 0 0,0 0 0 0,1 0 0 47,1-2-1408-47,1 2-176 0</inkml:trace>
  <inkml:trace contextRef="#ctx0" brushRef="#br0" timeOffset="16995">12270 5344 11055 0,'-2'-1'976'0,"1"-1"-784"15,0 2-192-15,0 0 0 0,0 0 2944 0,1 0 528 16,0 0 112-16,-1 2 32 0,0-2-1520 0,-1 1-304 16,1 1-64-16,0-1-16 0,-1 0-1168 0,0 1-224 15,1-1-64-15,-1 3 0 0,1-1 320 0,0 1 48 16,1 4 16-16,-1-2 0 0,1-6 112 0,0 0 16 15,0 35 16-15,0-35 0 0,-2 37-528 0,2-37-128 0,-3 40 0 16,3-40-128-16,-4 36 240 0,4-36-64 0,-4 38-16 0,4-38 0 16,-2 40 64-16,2-40 16 0,-1 31 0 15,1-31 0-15,0 0-240 0,2 34 0 0,-2-34 0 0,0 0 0 16,0 0 0-16,0 0-160 0,0 0 32 0,0 0-11104 16,0 0-2208-16</inkml:trace>
  <inkml:trace contextRef="#ctx0" brushRef="#br0" timeOffset="17391.47">12368 5509 5519 0,'-1'3'496'0,"0"-2"-496"0,0 0 0 0,0 1 0 0,1-2 2176 0,-1 3 352 16,1-1 64-16,-1 1 16 0,0 1 32 0,1 2 16 16,-1 2 0-16,1 0 0 0,1-2-752 0,0 0-160 15,3-3-16-15,2 0-16 0,1-2-208 0,2-1-32 16,2 0-16-16,0-3 0 0,2 1-496 15,1-3-80-15,1 0-32 0,0-2 0 16,0 0-560-16,-1 0-112 0,0 0-32 0,-1-3 0 0,-1 1-144 0,-2 0 160 0,-2-1-160 0,0 0 160 16,-3 1-160-16,0 0 192 0,-2 1-192 0,-1 1 192 15,-2 2-192-15,-3 1 128 0,-2 0-128 0,-1 3 128 16,-2 1-128 0,-3 3 0-16,-1 1 0 0,-3 1 0 0,0 4 0 0,-1-1 0 0,-1 1 0 0,0 0 0 15,3 1-128-15,1-2 128 0,2-2 0 0,0 4 0 16,3-3 0-16,-1 2 0 0,2 1 0 0,2-1 0 15,2-4 0-15,1 2 0 0,1 2 128 0,1-9-128 16,0 0 240-16,0 0-48 0,0 0 0 0,0 0 0 16,35 32 0-16,-35-32 0 0,26 4 0 0,-11-4 0 15,-15 0-192-15,33 0 128 0,-18-1-128 0,0 0 0 0,1-3 0 0,-1 0 0 16,1 0 0-16,-3-1 0 16,1 0-1840-16,-2 1-256 0</inkml:trace>
  <inkml:trace contextRef="#ctx0" brushRef="#br0" timeOffset="17817.4">12799 5417 7359 0,'5'-5'320'0,"-2"4"80"0,-1 0-400 0,0-2 0 0,0 3 0 0,-1 0 0 15,0-2 2528-15,1 2 416 0,1-3 96 0,0 1 16 16,1 1 352-16,-1 0 80 15,-1-1 16-15,0 2 0 16,-2 0-1200-16,0-2-256 0,0 2-32 0,-1 0-16 0,-1 0-1104 0,-1 0-208 0,0 2-48 0,-1-2-16 16,0 2-448-16,-1 0-176 15,0 1 128-15,-1 1-128 0,1 0 0 0,0 2 128 0,-2 1-128 0,1 0 0 16,0 0 192-16,0 3-64 0,1-1 0 0,2 0 0 16,1-1 0-16,1-1 0 0,2 0 0 15,1-3 0-15,1 2-128 0,-3-6 0 0,0 0 144 0,0 0-144 0,0 0 0 0,35 23 144 16,-35-23-144-16,0 0 0 0,0 0 192 0,36 19-192 15,-36-19 192-15,0 0-192 16,0 0 192-16,36 25-192 16,-36-25 192-16,0 0-192 0,0 0 144 0,0 0-144 0,0 0 0 0,30 33 144 0,-28-29-144 0,-1 0 192 15,-2-1-192-15,-1 0 192 0,0 1-64 0,-4-2-128 32,-1 3 192-32,-4 0-64 0,-1-3 0 0,-1 3 0 0,2-3 0 15,-4 1 0-15,-3-1-128 0,-3 3 0 0,-3-2 144 0,0 1-144 0,4-2 0 0,0 1 0 16,4-1 0-16,0-2-19648 15</inkml:trace>
  <inkml:trace contextRef="#ctx0" brushRef="#br0" timeOffset="19812.28">13186 5361 7359 0,'0'-6'656'0,"1"2"-528"0,0 1-128 0,0 2 0 15,-1 0 640-15,0-1 80 0,0 1 32 0,0 1 0 16,1-2 576-16,-1-1 112 0,1 0 32 0,-2 2 0 15,1-1-208-15,-1 2-48 0,0 0 0 0,0 0 0 16,1 2-112-16,0-1-16 0,0 2-16 0,0 0 0 16,1 0-48-16,1 0-16 0,0 0 0 0,0 0 0 0,1-1-336 0,2 1-64 15,0-1-16-15,2-2 0 0,0 0-96 16,2 0-32-16,1-2 0 0,0-1 0 0,1-1 48 0,-1 1 16 16,1-1 0-16,0-1 0 0,-2 2-96 0,-1-1-32 15,0 1 0-15,-1-2 0 0,0 3-96 0,-2-3-32 16,-1 3 0-16,0 0 0 0,-3 1-272 0,0 1 0 15,-1-2 128-15,0 4-128 0,-1-2 0 0,-1 1 0 16,-1 1 0-16,-1 1 0 0,0 1 128 0,0-1-128 16,-1 1 0-16,1 1 0 0,1-1 0 0,-1 1 0 0,1-2 128 0,0 1-128 15,2-1 0-15,-1 2 128 0,1-2-128 0,0 0 0 16,0 3 176-16,0-2-176 0,1 1 160 0,1 2-160 16,-1 0 192-16,0-7-64 0,0 0-128 0,3 35 192 15,-3-35-16-15,3 36-16 0,-3-36 0 0,5 40 0 16,-5-40-160-16,4 38 160 0,-4-38-160 0,3 46 160 15,-3-46-160-15,1 41 0 0,-1-41 0 0,2 39 0 16,-2-39 0-16,3 38 0 0,-3-38 128 0,0 0-128 16,7 43 0-16,-7-43 160 0,0 0-160 0,0 0 160 0,5 37 272 0,-5-31 48 15,-1-2 16-15,-2 1 0 0,1-2-144 16,-2-1-32-16,-2 0 0 0,0 0 0 16,-2-1-112-16,-2-1-16 0,-3 2-16 0,-2-2 0 0,-2 0-16 0,-5 2 0 15,-2 1 0-15,-3-1 0 0,0 3-160 0,-2 2 0 16,-2 0 144-16,0 2-144 0,-1 2 0 0,0 0 0 15,1 1 0-15,2 2-18736 0</inkml:trace>
  <inkml:trace contextRef="#ctx0" brushRef="#br0" timeOffset="33392.57">13738 5542 9215 0,'-4'0'816'0,"1"0"-656"15,2 0-160-15,0 0 0 0,1 0 832 0,-1 0 144 16,-2 1 32-16,-2-1 0 0,0 2 368 0,0-2 80 16,0 2 16-16,3-1 0 0,0 1-144 0,1 0-32 15,2 0 0-15,1-1 0 0,2 0-208 0,3 0-32 16,1 1-16-16,2-4 0 0,3 1-112 0,2-1-32 0,1 0 0 0,0 0 0 15,1-1-32-15,2-2-16 0,0 2 0 0,0-1 0 16,-1 2-464-16,-1-1-80 0,-2 1-32 0,-1 0 0 16,-1 0-272-16,-1 0 0 0,-2 1 128 0,0 1-128 15,-1-2 0-15,-1 2 0 0,-2-2 0 0,0 1 0 16,-2 2 0-16,-2-1-144 0,-1 2 144 0,-2 0-128 16,0-1-2112-16,-2 3-400 0</inkml:trace>
  <inkml:trace contextRef="#ctx0" brushRef="#br0" timeOffset="33659.97">13919 5457 3679 0,'1'-7'320'31,"-1"2"-320"-31,0 3 0 0,1-1 0 0,-1 3 960 0,1-2 128 0,0-2 32 0,0-4 0 0,1 1 720 0,0-2 144 16,1 1 16-16,-1 2 16 0,0 3-48 0,1-1-16 15,1 3 0-15,0-1 0 0,1 2-384 0,2 0-80 16,2 0-16-16,0 2 0 0,-9-2-544 0,0 0-112 15,35 5-32-15,-35-5 0 0,0 0-432 0,35 12-96 16,-35-12 0-16,0 0-16 16,0 0-80-16,40 29-16 0,-40-29 0 0,0 0 0 0,0 0-16 0,16 42-128 0,-17-29 192 15,-1-2-64-15,-3-2 0 16,-1 1 0-16,-2 2 0 0,-3-1 0 0,0 1 0 0,-3 0-128 16,-1 0 192-16,-1 0-64 0,1-2-128 0,0-1 0 0,0 0 0 0,0-1 0 15,5-4-256-15,0 1-96 0,4 0-16 0,2-3-13840 16</inkml:trace>
  <inkml:trace contextRef="#ctx0" brushRef="#br0" timeOffset="34565.69">14594 5320 10127 0,'-2'-2'896'0,"1"1"-704"0,1 1-192 0,0 0 0 16,1 0 1248-16,-1 0 224 0,-1 0 32 0,0-2 16 16,0 2 592-16,0-2 112 0,0 1 16 0,-1 1 16 15,0 3-944-15,0-1-192 0,-2 3-32 0,0 3-16 16,1 3-384-16,-3-1-80 0,1 6-16 0,-3 1 0 0,0 2-208 0,-1 4-32 15,-1 1-16-15,0 0 0 16,0-3-160-16,0 0-48 0,1-2 0 0,0 0 0 0,1-2-128 0,1-3 128 16,2-2-128-16,1-3 128 0,1-1 16 0,1-4 0 15,0 1 0-15,2-2 0 0,0-3 80 0,1 0 16 16,0-3 0-16,1 0 0 0,1-1-80 0,-1-3-16 16,1 0 0-16,1-3 0 0,0-1 80 0,1-2 16 15,0-1 0-15,1-1 0 0,0 0-80 0,0-2-16 16,-1 0 0-16,2-1 0 0,-1 1-144 0,1-2 0 15,-1 2 144-15,2 1-144 0,-1 2 0 0,1 1 0 0,1 2 0 0,-1 1 128 16,0 2 240-16,2 0 48 0,0 1 16 0,-1 2 0 16,0 2-16-16,-1 1 0 0,0 2 0 0,1 0 0 15,-9 0-96-15,0 0 0 0,0 0-16 0,0 0 0 16,0 0-176-16,33 38-128 0,-33-38 144 0,0 0-144 16,0 0 0-16,3 39 0 0,-6-28 0 0,-1-2 0 15,1 0 0-15,-3 0 0 0,-1 2 0 16,0-2 0-16,0-2 0 0,-1 1 128 0,1-1-128 0,1 0 0 15,1-3 0-15,0-2 0 0,1 1 0 0,2-2 0 16,0 1 0-16,1-5 0 0,1 3 0 0,2-5 0 0,0 3 0 16,2-5 0-16,2 1 0 0,-1-2 0 0,3-1 0 0,-1-1 0 15,2 0 0-15,1-2 0 0,-1 1 0 16,1-1 0-16,1 0 0 0,-1 0 0 0,2 3 0 0,-2-3 0 16,1 2 0-16,0-2 0 0,1 2 0 0,-1 1 0 15,0 0 0-15,-1 1 0 0,0 2 0 0,-2-1 0 16,0 3 0-16,-1 0 0 0,0 2 0 0,-2 0 0 15,-1 1 0-15,-1 1 0 0,0 3 0 0,-2 0 0 16,0 0 0-16,-1 1 0 0,0 3 0 0,-3 2 0 16,1 0 0-16,-2 3 0 0,-1 0 0 0,0 2 0 15,-1 3 0-15,-1 0 0 0,-1-1 0 0,2 1 0 16,-1 0 0-16,2-1 0 0,0-3 0 0,0-1 0 0,4-1 0 0,-1-5 0 16,1 2 0-16,1-4 0 0,0 1 0 0,1-2 0 15,-1-1 0-15,1 0-128 0,0-1 128 0,-1 1 0 31,2-2-480-31,-1 0-32 0,1 2-16 0,0-2-16464 0</inkml:trace>
  <inkml:trace contextRef="#ctx0" brushRef="#br0" timeOffset="35499.06">14997 5438 10239 0,'1'2'224'0,"0"-2"48"0,0 1 16 0,-1 1 0 0,1-2-288 0,-1 0 0 0,1 0 0 0,-1 2 0 0,2-1 2512 0,0 1 448 16,0 0 96-16,1-2 16 0,2 0-1472 0,-2-2-272 0,1-1-64 0,1 1-16 15,-1-3-672 1,1 3-128-16,1-5-16 0,-2 2-16 0,1 0-80 0,0-2-16 16,-2 2 0-16,0-2 0 15,1 1-192-15,-1 0-128 0,-2-1 160 0,1 2-160 0,0-1 128 0,-1 0-128 0,0 2 0 0,0 0 144 16,0-1-144-16,-1 2 0 0,0 1 144 0,0-1-144 16,1 1 320-16,-2 0-16 0,0 1 0 0,0-1 0 15,0 2-64-15,0 0-16 0,-1-1 0 0,0 1 0 0,1 0-96 0,-1-1-128 16,0 1 176-16,0 0-176 0,0 0 160 0,1 0-160 31,0 0 128-31,0 0-128 0,0 0 208 0,0 0-32 0,1 0-16 0,0 0 0 0,-1 0 32 0,1 0 0 16,0 0 0-16,0 0 0 0,0 0 48 0,0 0 16 15,0 1 0-15,0-1 0 16,1 0-64-16,-1 1-16 0,0-1 0 0,0 0 0 16,0 0-48-16,0 0-128 15,0 2 192-15,-1-2-64 0,1 0-128 0,0 0 128 0,0 1-128 0,0-1 128 16,0 2-128-16,0-2 0 15,0 0 0-15,0-2 0 0,1 1 0 0,-1-1 128 0,1 2-128 0,0-2 0 0,1 2 256 0,-1-2-16 0,0 0-16 0,0 1 0 16,0-1 32-16,0 1 16 16,0 0 0-16,-1 1 0 15,1-1-80-15,-1 1-32 0,1 0 0 0,-1 0 0 16,0 0-160-16,0 0 0 0,-1 0 144 0,1 0-144 16,0 0 0-16,0 0 0 0,0 1 0 0,1-2 0 15,-1 1 0-15,0 0 0 0,1 0 0 0,-1 0 128 16,1 0-128-16,0 0 0 0,0-2 0 0,-1 2 0 15,1 0 0-15,0 0 0 0,0 0 0 0,-1 0 128 16,1 0-128-16,0 0 128 0,-1 0-128 0,1 0 128 0,0 0-128 0,-1 0 176 16,1-2-176-16,-1 2 192 0,1 0-192 0,-1 0 192 15,1 0-192-15,-1 0 192 0,0 0-192 0,0 0 0 16,0 0 0-16,0 0 0 0,0 0 0 0,0 0 0 16,0 0 0-16,0 0 0 0,0 0 0 0,0 0 0 15,0 0 128-15,1 0-128 0,-1 0 0 0,0 0 0 16,0 0 0-16,0 0 0 0,1 0 0 0,-1 0 0 15,0 0 0-15,0 0 0 0,1 0 0 0,-1 0 0 16,-1 0 0-16,1 0 128 0,0 2-128 0,-1-2 0 16,1 0 0-16,-1 2 128 0,1 0 0 0,-2 2 0 15,0 1 0-15,0 1 0 0,-2 1 0 0,1 1 0 0,-1 3 0 0,-1-2 0 16,1 3-128-16,0 0 0 0,-2 2 0 0,2-2 128 16,0 0-128-16,-1 2 0 0,0-2 0 0,0 0 128 15,2 0-128-15,0-4 0 16,0 1 0-16,0-1 0 0,2-2 144 0,0 1-144 0,2-2 160 0,0 0-160 15,1-1 160-15,2-2-160 0,-1 1 160 0,2-3-160 16,1 0 0-16,1 0 128 0,0-3-128 0,3 1 0 16,-1 0 0-16,1-2 0 0,1 0 128 0,1 0-128 15,0-1 0-15,-1 0 0 0,2 1 0 0,-2-3 0 16,-1 2 0-16,-1 0-208 0,-1 1 32 0,-1 1-11920 16,-2 1-2368-16</inkml:trace>
  <inkml:trace contextRef="#ctx0" brushRef="#br0" timeOffset="35720.46">15063 5192 11967 0,'-2'-5'528'0,"1"2"112"0,0 1-512 0,0 2-128 0,1 0 0 15,0 0 0-15,0 0 2176 0,0 0 384 0,0 2 96 0,-1-1 16 16,2 3-416-16,0-1-80 0,1 0 0 0,0 1-16 15,3 1-1328-15,-1 1-272 16,-4-6-48-16,0 0-16 0,0 0-368 0,0 0-128 0,34 30 0 0,-34-30-9152 31,0 0-1952-31</inkml:trace>
  <inkml:trace contextRef="#ctx0" brushRef="#br0" timeOffset="36182.33">15345 5327 4607 0,'4'-3'400'0,"-2"1"-400"16,-1 0 0-16,0-1 0 0,0 3 2624 0,-1-2 432 16,0 2 80-16,1 0 32 0,0 0-80 0,-1-2-16 15,1 4 0-15,-1 0 0 0,0 1-1680 0,-1 1-352 16,0 4-64-16,-1-2-16 0,0 4-384 0,-1 2-96 0,0 0-16 0,0 0 0 16,3-12-192-16,-4 27-32 0,1-13-16 0,3-14 0 15,-4 27-224-15,4-27 128 0,0 0-128 0,-2 32 0 31,2-26 0-31,0-1 0 0,1-2 0 0,0-1 0 0,1-2 0 0,0-2 0 0,1-1 0 0,-1 0 0 16,1 0 0-16,0-2 0 0,0-1 0 0,0 0 0 16,0-2-192-16,1-1 0 0,0-1 16 0,-2 1 0 31,1-1-480-31,0-1-112 0,1 1 0 0,-2 1-16 0,1-3 352 0,1 1 80 0,-1 2 16 0,-1 0 0 16,1 1 336-16,0-1 0 0,1 3 0 0,0-2 0 15,0 2 368-15,0 0 32 0,0 2 16 0,2-3 0 0,0 3 368 0,-1-1 80 16,1 2 16-16,0 0 0 0,1 0-256 0,-2 2-48 15,0-1-16-15,0 1 0 16,0 1-352-16,0 0-64 16,-1 3-16-16,0-2 0 0,-4-1 0 0,0 0-128 15,0 0 192-15,0 0-64 0,0 0 96 0,15 44 16 16,-15-44 0-16,0 0 0 0,0 37-80 0,0-37-16 16,-3 27 0-16,3-27 0 0,-4 24-144 0,4-24 192 15,-3 22-192-15,1-14 192 0,1 0-64 0,1 1-128 0,0-4 192 16,1 0-64-16,0-1-128 0,1 1 0 0,0-3 0 0,0-1 0 31,1-1-832-31,0 2-160 0</inkml:trace>
  <inkml:trace contextRef="#ctx0" brushRef="#br0" timeOffset="36926.12">16083 5370 12895 0,'1'-3'576'0,"0"1"112"0,0 1-560 0,-1 1-128 16,0 0 0-16,0 0 0 0,0 0 1952 0,0 0 352 0,1 0 80 0,-1 0 16 16,1 0 144-16,-1 0 16 0,0 0 16 0,-1 0 0 15,1 1-1440-15,-1 1-304 0,0 1-48 0,-1-1-16 16,0-1-336-16,0 2-80 0,-1 2-16 0,-1 0 0 16,-1 0-176-16,-2 2-32 15,0 0-128-15,-3 0 192 0,0 3-192 0,-1-1 0 0,-1 0 128 0,0 1-128 16,-2-2 0-16,0 1 0 0,0 0 0 0,-3 1 0 15,1-4 0-15,-2 2 0 0,1-4 0 16,-3 1 0-16,1-1-160 0,0-1-32 0,1-2 0 0,3 1 0 16,1-4-400-16,2 1-96 0,1-1-16 0,2-2 0 0,1 1 1344 0,1-3 272 15,2 0 48-15,-1 0 16 0,3-2-768 0,-1 1-208 16,1-1 0-16,1-1 0 0,2 0 128 16,1-1-128-16,2 0 0 0,1 4 128 15,0-2-848-15,2 1-176 0,1 0-48 0,1 3 0 0,0-1 784 0,1 0 160 16,1 0 0-16,2 0 0 0,0 1 0 0,0-3 128 15,3 2-128-15,0-2 0 16,1 1 128-16,0 0-128 0,0-1 0 0,-2-1 144 0,-1 2-144 0,0-2 0 16,-1 0 0-16,0 0 0 0,-3-1 0 0,-2 1 0 15,0 0 0-15,-4-2 0 0,0 2 0 0,-3-1 0 16,-2 1 0-16,-1-1 0 0,-4 0 0 0,-1-1 0 0,-3 3 0 0,-2 0 128 16,-2 2-128-16,-3 1 0 0,0 3 144 0,0-1-144 15,3 2 0-15,1-2 0 0,1 3 0 0,2-1 0 16,3 1 0-16,0-1 0 0,3 2 0 0,1-2 0 15,2 1 0-15,1 1 144 0,2-2-144 0,1 2 0 16,2 1 128-16,1-1-128 0,-1 2 0 0,-4-4 0 16,0 0 768-16,0 0 64 0,35 36 0 0,-35-36 0 15,0 0-272-15,32 37-48 0,-32-37-16 16,0 0 0-16,40 51-224 0,-40-51-32 0,27 38-16 0,-27-38 0 0,24 38-224 0,-24-38 0 16,0 0 0-16,30 50 0 0,-30-50 0 0,0 0 0 15,25 38 0-15,-25-38 0 16,0 0-592-16,0 0-176 0,26 40-16 0,-26-40-15744 15</inkml:trace>
  <inkml:trace contextRef="#ctx0" brushRef="#br0" timeOffset="37604.61">16254 5298 2751 0,'4'-4'256'0,"-2"1"-256"0,0 1 0 0,-1 2 0 15,0 0 1904-15,0 0 336 0,1 0 64 0,1 0 0 16,1 0 704-16,0 2 144 0,-4-2 32 0,0 0 0 31,0 0-1072-31,6 41-192 0,-6-41-64 0,-6 36 0 0,1-13-720 0,0 0-160 16,-2 1-16-16,0-2-16 0,0-3-448 0,1 0-96 0,1-5-16 0,2-2 0 0,0-3-384 0,2-4 128 31,0-1-128-31,0-1 0 0,2-1 0 0,0-4 0 0,1 0 0 0,0-2 0 16,1-2 0-16,2-1 0 15,1-5 0-15,1 0 0 0,1-2 0 0,1-3 0 16,-1-2 0-16,0 1 0 0,1-2-144 0,-1 2 144 16,1-4 0-16,0 1 0 0,0 0 0 0,-1 4 0 15,1 0 0-15,-1 1 0 0,2 2 160 0,0 2 96 16,-1 4 0-16,-2 4 16 0,0 0 336 0,-2 4 64 0,1 4 16 15,-4 0 0-15,-2-4-192 0,0 0-48 0,0 0 0 16,8 48 0-16,-8-48-224 0,-3 34-48 0,3-34-16 0,-5 40 0 16,5-40-160-16,-5 35 0 0,5-35 144 0,-6 31-144 15,4-19 0-15,0-3 144 0,0 0-144 0,0-3 0 16,1-2 128-16,0 1-128 0,1-5 0 0,0 0 0 16,1 0 0-16,1-3 0 0,-1-1 0 0,2-1 0 15,-1-2 0-15,2-3 0 0,1 1 0 0,-1 0 0 16,1-3 0-16,0 1 0 0,-1 0 0 0,2-3 0 15,1 2 0-15,1-2 0 0,0 0 0 0,2-2 0 16,0 1 0-16,2 1 0 0,-1 4 0 0,-1-1 0 0,1 3 0 16,-1 2 0-16,-1 1 0 0,-1 4 0 0,0 1 0 0,-2 0 0 15,-1 2 0-15,0 2 0 0,-5-4 0 0,0 0 0 16,0 0 0-16,0 0 0 0,14 39 240 0,-14-39-64 16,0 0-16-16,-3 33 0 0,3-33-160 0,-4 26 192 15,0-11-192-15,0-1 192 0,0 0-192 0,4-14 0 16,-5 27 144-16,3-18-144 0,2-9 0 0,0 0 128 15,0 0-128-15,0 0 0 0,0 0 0 0,0 0 0 16,0 0 0-16,0 0 0 0,0 0 0 0,35 20 0 16,-27-26 0-16,0-1-192 15,0 0-1584-15,1-2-320 0</inkml:trace>
  <inkml:trace contextRef="#ctx0" brushRef="#br0" timeOffset="38269.91">16757 5368 10127 0,'3'-3'448'0,"0"0"96"0,0 1-544 0,-1 0 0 0,-1-1 0 16,0 1 0-16,1-1 2304 0,1-1 336 0,1-4 80 0,1-4 16 16,3 1-528-16,-2-4-96 0,1-1-32 0,-2 2 0 0,1 0-784 0,-3 2-144 15,-2 1-48-15,0 1 0 0,0 3-224 0,-2 1-48 16,0 2-16-16,-1 2 0 0,-1 0-256 0,-2 2-48 16,0 2-16-16,-1 2 0 0,-1 1-176 0,-2 2-16 15,1 3-16-15,-2-1 0 0,1 5-160 0,-1-2-128 16,0 3 192-16,1 1-192 0,-1 0 160 0,0 2-160 15,1 0 128-15,2-1-128 0,1 0 288 0,1-1-32 16,5-16 0-16,0 0 0 0,-1 34 0 0,1-34 0 16,0 0 0-16,0 0 0 0,0 0-256 0,0 0 0 15,34 23 0-15,-26-25 0 0,2-1 0 0,1-2 0 0,0-2 0 16,0-2 0-16,1 2 0 0,-2-3 0 0,0 0 0 16,-1 1 0-1,-1 2-256-15,-1-5-64 0,-1 2-16 0,0-1 0 0,-3 2-16 0,1 0 0 16,-1-2 0-16,-1-1 0 0,0 3 352 0,-2 3-144 0,1 0 144 0,-1 2 0 15,-1 1 0-15,1 3 0 0,0 2 0 0,0-1 0 16,-1 3 128-16,0 1 48 0,0-1 0 0,0 5 0 16,0 0 144-16,1-9 16 0,0 0 16 0,-1 33 0 15,1-33-96-15,0 0 0 0,0 0-16 0,9 42 0 16,-9-42-80-16,0 0-16 0,0 0 0 0,0 0 0 16,34 26-144-16,-26-25 0 0,0-1 0 0,2-1 0 0,0-3 0 0,0 0 0 15,-1-2 0-15,1 0 0 0,2-2-240 0,-2-1-16 16,1 0-16-16,-1-2 0 15,0 0-960-15,1 1-192 0,-2-2-48 0,-1 3 0 16,-1 1 208-16,0-1 48 0,1-2 0 0,2-1 0 0,-2 0 752 0,0-2 144 16,0 2 48-16,-2 2 0 0,1 1 272 0,-3 4 192 15,0 2-16-15,0 3-16 0,-2 0 992 0,0 3 208 16,0 1 48-16,-1 4 0 0,-1-8-224 0,0 0-32 16,0 0-16-16,0 0 0 0,6 42-640 0,-6-42-128 15,0 0-32-15,9 43 0 0,-9-43-112 0,0 0-32 16,21 45 0-16,-21-45 0 0,0 0-192 0,22 38 176 15,-22-38-176-15,0 0 160 16,0 0-160-16,30 36 0 0,-30-36 0 0,0 0 0 0,0 0 0 0,0 0 0 0,0 0 0 0,0 0 0 16,34 18-336-16,-31-20-48 0,-1 0-16 0,1-1 0 31,0-2-2016-31,0-1-400 0,-1-2-64 0,0 1-32 16,1-1-1008-16,-1-3-208 0</inkml:trace>
  <inkml:trace contextRef="#ctx0" brushRef="#br0" timeOffset="38414.31">17287 5286 6447 0,'9'-38'272'0,"-7"34"80"0,-2 2-352 0,0 2 0 0,0-1 0 0,0 0 0 15,0 0 1984-15,-1 1 320 0,-1 0 64 0,-1 1 0 16,-2 3 688-16,-1 3 128 0,-1 2 16 0,-2 1 16 0,-1 2-800 0,-3 2-176 16,0 0-16-16,-4 2-16 15,-3 4-688-15,-2-1-144 16,-1 2-32-16,0-2 0 0,-1 2-704 0,1-2-128 0,3-2-48 0,1-3 0 0,5 0-304 0,2-4-160 31,0-1 160-31,5-4-160 0,1 0 0 0,4-2-320 16</inkml:trace>
  <inkml:trace contextRef="#ctx0" brushRef="#br0" timeOffset="40673.89">17620 5289 8287 0,'0'0'736'0,"0"0"-592"0,0 0-144 0,0 0 0 16,0 0 1056-16,0-2 176 0,0 1 48 16,0 1 0-16,1-2 512 0,0 0 96 0,0-1 32 0,1-1 0 15,0 1-640-15,2-1-128 0,0-2-32 0,0 2 0 16,1-3-288-16,1 2-48 0,-1-1-16 0,2 0 0 0,1 0-144 0,0 0-48 15,3-1 0-15,-1 2 0 16,2-1 0-16,0 1-16 0,0 2 0 0,0 1 0 0,-1 0 96 16,-2 0 32-16,1 4 0 0,-10-2 0 0,0 0-240 0,0 0-32 15,0 0-16-15,0 0 0 0,29 42-272 0,-29-42-128 16,0 0 0-16,0 40 128 0,0-40-128 0,-5 34 0 16,0-13 0-16,-1-2 0 0,-2 0 0 0,0-2 0 15,0-3 0-15,0 0 0 0,-1-2 0 0,1-2 0 16,1-1 0-16,1-2 0 0,1 0 0 0,0-4 0 15,2-1 144-15,1-2-144 0,1 0 0 0,0-2 0 16,2-1 0-16,1-2 128 0,1-2 16 0,3 0 16 0,1-3 0 0,3-1 0 16,0-3 160-1,2 2 48-15,0-3 0 0,0 1 0 0,1 0-368 0,0 0 144 16,1-3-144-16,0 1 0 0,1-1 0 0,1 3 0 0,-1-2 0 0,0 3 0 16,-1 2 0-16,-1 3 0 0,-2-1 0 0,0 4 0 15,-3 3-384-15,1 0 32 0,-2 4 0 0,-2-1 0 16,-1 2-1936-16,-2 2-384 15</inkml:trace>
  <inkml:trace contextRef="#ctx0" brushRef="#br0" timeOffset="41495.8">18048 5325 6447 0,'4'0'576'0,"-1"0"-576"0,0 0 0 0,-1 0 0 16,0-1 2176-16,-1 1 320 0,3 0 64 0,0-2 0 0,1 2 384 0,4-4 80 31,1-1 16-31,0 1 0 0,0-2-1296 0,-1 1-256 0,1-1-48 0,-3 0-16 0,1-1-800 0,-3 0-176 15,1 0-16-15,-4 0-16 0,0 0-416 0,-2 0 0 16,-1 2 0-16,-1-2 0 0,-3 2 0 0,-1 0 0 16,0 1 0-16,-2 2-176 31,-1 1-192-31,-1 2-32 0,-1 2-16 0,0 1 0 0,1 3 416 0,-1 0 0 0,1 4 0 0,1 1 0 0,1 0 144 0,-1 0 112 0,1 4 32 0,-1 2 0 31,1 0 0-31,1 2 0 0,0-2 0 0,2-1 0 0,5-17 96 0,-5 29 32 0,5-29 0 0,0 0 0 16,0 0-96-16,0 0 0 0,0 0-16 0,20 38 0 15,-20-38-304-15,12-1 0 0,-4-1 0 0,0-3 0 16,2-2 0-16,-1-2 0 0,1 0 0 0,1-2 0 16,-1 0-368-16,1-1 32 0,2-2 0 0,0 1 0 31,-2-1-352-31,0 0-64 0,-1 0-16 0,-1 2 0 0,-1 2 624 0,-1-1 144 0,1-1 0 0,0 3 0 0,-3 1 480 0,1 2 128 16,-1 3 32-16,-3 3 0 0,1 0 64 0,-2 5 32 15,-1-5 0-15,0 0 0 16,0 0-48-16,-5 35-16 0,5-35 0 0,-8 27 0 0,8-27-368 0,-7 33-80 31,7-33-16-31,-6 30 0 0,6-30-208 0,0 0 0 0,0 0 128 0,6 36-128 0,-6-36 0 0,0 0 0 31,0 0 0-31,0 0 0 0,25 0 0 0,-18-5 0 0,1-2 0 0,-1 1 0 0,1-2 0 0,2-1 0 32,0 0 0-32,1-2 0 0,-1 0-352 0,-1 1 32 15,3-2 16-15,-2 0 0 0,0 1-32 0,2-1-16 16,0-3 0-16,0 1 0 0,0 0 352 0,-3 5 0 0,-1 1 0 15,-2 4 0-15,0 2 0 0,-3 2 192 0,-1 2 0 0,-2 2 0 16,-1 1 208-16,-1 2 48 0,-1 3 16 0,-1-1 0 16,0 0-208-16,-1 3-64 0,-1 2 0 0,-3-2 0 15,1 2-192-15,-1-1 0 0,1 1 128 0,1-3-128 16,0-1 0-16,1 0 0 0,0-5 0 0,2 2 0 16,0-4 0-16,0 0 128 0,1-2-128 0,1 1 0 15,0-2 0-15,1-3 0 0,0 1 0 0,2 0 0 16,0-3 0-16,0 0 0 0,1 1 0 0,1-4 0 15,1 2 0-15,1-3 0 0,0-1 0 0,2 0 0 16,-1 1 0-16,1-1-128 0,1 0 128 0,-1 1-160 16,0 2-240-16,0 0-48 15,1 0-16-15,1-1 0 0,0 2 320 0,1-2 144 0,0 4-128 0,-2-1 128 0,1 2 0 0,0 0 0 16,-2 2 0-16,1-2 0 0,-2 2 0 0,0 0 0 16,-1 1 144-16,0 1-144 0,-2 0 320 0,1 2-64 15,-2-2 0-15,0 2 0 0,-1 2-112 0,-2 0-16 16,0 3-128-16,-1 0 192 0,-1 0-192 0,0 2 144 15,-2-1-144-15,-1 2 128 0,1 1-128 0,-2-1 0 16,2 1 0-16,-1-1 0 0,3-2 0 0,3-9 0 16,0 0 0-16,0 0 0 0,-5 24 0 0,7-22 0 0,0-1-192 15,1-2 192 1,2-1-1360-16,1-1-160 0,0-1-16 0,1-1-14816 0</inkml:trace>
  <inkml:trace contextRef="#ctx0" brushRef="#br0" timeOffset="42004.21">18622 5315 911 0,'1'0'0'0,"0"0"0"0,1 0 0 0,0-2 0 15,-1 2 1952-15,0 0 304 0,1-1 64 0,0 1 16 0,2-2 528 0,2 1 96 16,0-2 32-16,1 1 0 0,0-1-800 0,0 2-144 16,-2-1-48-16,1 0 0 15,-1 0-416-15,0-1-96 0,1 1-16 0,-1 0 0 0,0-1-640 0,1 1-144 16,0-1-32-16,-1-1 0 0,1 1-288 0,0-3-64 15,1 1-16-15,-1 0 0 0,0-2 96 0,-1 2 0 16,-1 0 16-16,0-2 0 0,1 0-144 0,-3 0-48 16,1-1 0-16,-2 2 0 0,0-1-208 0,-2 4 144 15,-1-2-144-15,-1 3 128 0,1-1-128 0,-3 3 192 0,-1 0-192 0,-2 3 192 16,1 0-64-16,-3 2 0 0,1-1 0 0,0 3 0 16,0 2-128-16,0-2 0 0,1 3 0 0,1-2 0 15,0 0 0-15,2 2 0 0,1-3 0 0,0-1 0 16,2 0 0-16,2-6 0 15,0 0 0-15,0 0 128 0,0 0-128 0,0 0 0 0,0 0 0 0,0 0 128 16,31 17-128-16,-23-17 0 0,0 0 0 0,-8 0 0 16,0 0 0-16,23 4 0 0,-23-4 128 0,0 0-128 15,0 0 0-15,0 0 0 0,33 26 0 0,-33-26 0 16,0 0 0-16,0 0 0 0,6 48 128 16,-6-48-128-16,-4 30 0 0,4-30 0 0,-8 32 144 0,1-16-144 15,0 1 128-15,-2-1-128 0,0-4 160 0,0 0-160 0,0-2 176 16,-1 0-176-16,3-1 192 0,-1-2-192 0,0 0 192 0,1-3-64 15,-2 1 0-15,1 0-128 0,2-3 128 0,-2 0-128 16,3-2 0-16,-2 0 0 0,3 0 0 0,1-3 0 16,-1 0 0-16,0-2 0 0,2 0 0 0,1-2-176 15,0 1 176-15,2 0-208 16,1-1-1536-16,0 0-304 0,2 0-64 0,0-1-13760 0</inkml:trace>
  <inkml:trace contextRef="#ctx0" brushRef="#br0" timeOffset="42686.11">18897 5329 15663 0,'9'-3'688'0,"-3"2"144"0,-2 0-656 16,0 1-176-16,-1 0 0 0,0 0 0 16,0 0 2272-16,2 0 416 0,-5 0 96 0,20 0 16 0,-20 0-896 0,27 0-176 0,-27 0-48 0,24-2 0 15,-12 2-896-15,-2-2-176 0,0-1-32 0,-1 1-16 0,1-1-304 0,-4 0-48 16,1-1-16-1,-1-1 0-15,0 2-192 0,-1-3 0 0,1-1 0 0,-1 0 0 16,1 0 224-16,-1-3-48 0,-2 1-16 0,1-1 0 0,-2 1-160 0,-1-1 160 31,0 1-160-31,-2 0 160 0,1 1-32 0,-2 1 0 16,-1 2 0-16,0 1 0 0,1-1 336 0,-1 5 64 16,-2 0 16-16,0 2 0 0,0 1-144 0,-2 1-16 15,1 4-16-15,-3 1 0 0,-1 3-96 0,-1 2-16 16,0 0 0-16,1 1 0 0,1-1-48 0,-1 0-16 0,1 5 0 0,1-2 0 15,1-1-64-15,7-16-128 0,-9 31 176 16,9-31-176-16,0 0 128 0,0 0-128 0,4 36 0 0,-4-36 0 16,0 0 0-16,0 0 0 0,0 0 0 15,33 11 0-15,-26-13 0 0,2 0 0 0,1-3 0 0,3-1 0 16,-1 0-144-16,1-1-48 0,1-3 0 0,-1 4 0 31,0-3-1120-31,0 1-224 0,2-2-64 0,1 1 0 0,-1-1-1760 0,1 1-352 0,1 0-80 0,21-10-16 31,-4 3-640-31,-5 3-128 16,-5 1-32-16,-6 3 0 0,-3 4 4464 0,-3-2 880 0,-2 2 176 0,-2 0 48 0,0 0 928 0,-1 1 192 16,-2-1 32-16,1 0 16 0,-1 3 816 0,-1-3 176 15,0 0 16-15,-1 1 16 0,0 1-976 0,-2-2-192 16,0 3-32-16,-2 0-16 0,0-2-832 0,-1 3-160 16,-3 1-48-16,-1 0 0 0,-1 3-256 0,-2-1-48 15,-1 0-16-15,1 3 0 0,0 0-336 0,0-1-80 16,0 4-16-16,1-3 0 0,3 2 16 0,0-1 0 15,1 2 0-15,4-8 0 0,0 0 0 0,0 0 0 16,0 0 0-16,0 0 0 0,10 38-160 0,-10-38 0 0,0 0 0 0,0 0 0 16,0 0 0-16,33 19 0 15,-33-19 0-15,0 0 0 0,0 0 0 0,33 16 128 0,-33-16-128 0,0 0 0 16,0 0 0-16,0 0 128 0,0 0-128 0,0 0 0 16,25 31 0-16,-25-31 0 0,0 0 128 0,-12 16-128 15,5-10 0-15,-2 0 0 0,0-1 0 0,-3 0 0 16,0-1 0-16,-2 0 0 0,-1 0 128 0,-1 0-128 15,1-3 0-15,-1 1 0 0,2-4-160 0,2 2-18112 16</inkml:trace>
  <inkml:trace contextRef="#ctx0" brushRef="#br0" timeOffset="44868.12">20032 5270 9215 0,'2'-2'816'0,"0"-1"-656"0,0-1-160 0,-1 3 0 16,0-1 976-16,0-2 176 15,3-2 16-15,0-3 16 0,0-2 496 0,1 1 112 0,-1 0 0 0,-3 3 16 0,-2 1 48 0,-2 3 0 16,-1 0 0-16,-1 3 0 0,-2 3-608 0,-2-1-112 16,0 2-32-16,-1 2 0 0,1 0-496 0,0 0-96 15,0 3-32-15,-3 0 0 16,2 3-144-16,-1 0-16 0,-1 4-16 0,1 1 0 15,2-3-160-15,0 1-16 0,3-3-128 0,2-1 192 16,4-11-48-16,0 0-16 0,0 0 0 0,0 0 0 0,0 0-128 0,0 0 160 16,0 0-160-16,0 0 160 15,39 24 304-15,-27-31 64 0,2 0 16 0,1-2 0 0,2 0-288 0,-2-2-48 0,1 2-16 0,-4-1 0 16,-1 3-192-16,1-2 0 0,1-1 0 0,-1-1 0 16,0-1 0-1,-4 0 0-15,-1 2 0 0,-2-1 0 16,-2 1-128-16,-3 3 128 0,-2-3 0 0,-3 3 0 0,-1 0 0 0,-3 2 0 15,-1 1 0-15,-2 3 0 0,-1 1 0 0,-1 0 0 0,0 1 0 0,2 3 0 32,1-1 0-32,1-1 144 0,1 3-144 0,0 0 128 0,3 0-128 0,0 2 0 15,2-3 0-15,2 3 0 16,2-2-512-16,0-5-96 0,0 0-16 0,0 0-15344 16</inkml:trace>
  <inkml:trace contextRef="#ctx0" brushRef="#br0" timeOffset="45419.73">20562 5076 15663 0,'2'-8'688'0,"-2"6"144"0,1-3-656 0,-1 1-176 0,1 1 0 0,-2 2 0 16,0-2 880-16,1-2 144 0,-2 0 16 0,-2-5 16 15,-1-2 352-15,-1 3 64 0,-3 2 0 0,1-2 16 16,1 4-432-16,-3 0-96 0,2 2 0 0,0 1-16 15,-2 2-112-15,2 0 0 0,-1 2-16 0,0-2 0 16,0 3-416-16,2-1-80 0,0 1 0 0,3-1-16 16,0 1 128-16,1 1 16 0,1 1 16 0,2-5 0 15,0 0-192-15,0 0-32 0,0 0-16 0,1 48 0 0,-1-48-224 0,0 0 0 16,10 56 0-16,-10-56 0 0,7 45 0 0,-7-45 0 16,5 51 0-16,-5-51 0 0,2 51 0 0,-2-51 0 15,2 55 0-15,-2-55 0 0,1 54 0 0,-1-54 0 16,-1 48 0-16,1-48 0 0,-5 38 0 0,5-38 0 15,-11 31 0-15,11-31 0 0,-15 23 0 0,5-13 128 16,0-1-128-16,-1-3 0 0,0 0 448 0,-1-1 32 16,-1-1 16-16,1-1 0 0,1-1-48 0,-1-2 0 15,0 0 0-15,1-4 0 0,-1 1-256 0,2-2-64 16,1-2-128-16,1-2 192 0,0-3-192 0,4-2-208 16,0-3 32-16,2-1 16 15,1-2-2112-15,3-1-416 0,0 2-96 0,1-2-16 16,0 4-784-16,1 1-176 0,1 1-16 0,0 1-16 15,1 2 1872-15,-1 1 384 0,1 3 80 0,-1 3 16 0,0 3 1712 0,0-1 352 0,0 3 64 0,0 3 16 16,-5-3 2304-16,0 0 480 0,0 0 96 0,0 0 0 16,34 14-864-16,-34-14-176 0,0 0-48 0,31 7 0 15,-31-7-976-15,25 0-208 0,-9 0-32 0,-2-2-16 16,0 0-592-16,0-1-112 0,3-2-32 0,0 1 0 16,1-3-368-16,0 2-160 0,-1-2 128 0,-1 2-128 15,-1-2-224-15,-2 4-128 0,0-1-32 0,-2 1-17152 16</inkml:trace>
  <inkml:trace contextRef="#ctx0" brushRef="#br0" timeOffset="46353.22">20928 5283 18431 0,'5'-1'816'0,"-3"-2"160"0,1 1-784 0,0 0-192 0,-1 1 0 0,-1 1 0 0,1-2 2368 0,1 0 416 0,4-3 96 0,2-2 0 16,1 0-1136-16,0 0-224 0,-1-3-48 0,-2 3-16 15,1-2-1072-15,-3 1-192 0,0 2-64 0,-1-2 0 16,-3 2 64-16,-1 0 16 0,-2 2 0 0,-2-1 0 15,-1 2-208-15,-2 1 0 0,-2 2 0 16,-1 2 0-16,0 1 208 0,0 2-48 0,-1 2-16 0,-1 1 0 16,1 3 64-16,0-1 16 0,-2 4 0 0,1 0 0 0,1 2-48 0,0-2-16 15,2 3 0-15,9-17 0 16,-14 31 32-16,14-31 0 0,0 0 0 0,-5 36 0 0,5-36 0 0,0 0 16 16,0 0 0-16,0 0 0 0,28 28-208 0,-28-28 128 15,19-2-128-15,-10-1 0 0,2-2 128 0,0-1-128 16,1-2 0-16,1-1 144 15,-1-1-384-15,0-3-80 0,0 1 0 0,0 0-16 16,-3 0-176-16,0-2-16 0,-1 0-16 0,1 1 0 0,-3 0 320 16,1 0 64-16,-3 2 16 0,0 2 0 0,-1 3 144 0,-1 1 192 0,-1 3-32 0,-1 0-16 15,0 2 352-15,-1 2 64 0,-1 0 16 0,-1 4 0 16,0 2-128-16,3-8-32 0,0 0 0 0,-9 32 0 16,9-32-128-16,0 0-32 15,-6 42 0-15,6-42 0 0,0 0-128 0,4 40-128 0,-4-40 192 0,0 0-192 16,0 0 128-16,28 34-128 0,-28-34 0 0,0 0 0 31,33 3 0-31,-21-6 0 0,1-2 0 0,0-1 0 0,0-3 0 0,0 0-192 16,0-3 0-16,0 1 0 0,-1-1-656 0,0-2-128 0,0-1-32 0,-1 1 0 15,-1-1-704-15,0 1-144 0,-1-2-16 0,1-3-16 32,-1 0 800-32,0-3 176 0,1 1 16 0,0-2 16 0,0-1 576 0,0-1 112 0,0 3 32 0,-1 5 0 0,-1 3 480 15,-2 4 80-15,-1 3 32 0,-2 4 0 0,0 1 992 0,-2 2 208 16,-1 2 32-16,0-2 16 15,0 0-384-15,0 0-80 0,-11 29 0 0,11-29-16 0,-13 29-496 16,5-13-112 0,-1 3-16-16,-1 2 0 0,-2-1-288 0,0 1-64 0,-1 2-16 0,-1-1 0 15,1 0-48-15,1-2-16 16,0 0 0-16,3-2 0 0,9-18-144 0,-13 31 192 16,13-31-192-16,0 0 192 0,0 0-192 0,1 39 0 15,-1-39 0-15,0 0 0 0,0 0 0 0,0 0 0 0,33 6-192 0,-24-10 192 31,2-3-1152-31,0-1-128 0,1 0 0 0,1-4-16 16,2-1-1520-16,1-3-320 0,2-1-48 0,1-2-16 16,1 0-256-16,0-2-48 0,0-1-16 0,0 3 0 0,-1 2 1024 15,-1-1 192-15,-2 4 32 0,-2-1 16 0,-2 1 2800 0,-1 2 560 0,-3 3 112 0,-2 1 32 16,-3 4 1216-16,-1 2 240 0,-2 2 48 0,-2 0 16 16,-1 2 400-16,-1 0 80 0,-2 1 16 0,0 2 0 15,-1 1-1360-15,-1 4-272 0,-2-2-48 0,0 3-16 16,-2 1-672-16,0 0-144 0,-1 4-32 0,0-1 0 0,1 1-128 0,1 1-16 15,1 2-16-15,2-3 0 0,8-16-272 16,-11 33-48-16,11-33-16 0,0 0 0 0,2 39-224 0,-2-39 176 16,0 0-176-16,0 0 160 0,24 30-160 0,-24-30 0 15,0 0-160-15,29 5-18368 16</inkml:trace>
  <inkml:trace contextRef="#ctx0" brushRef="#br0" timeOffset="47428.74">21945 5012 5519 0,'7'-3'240'0,"-4"0"64"0,1 1-304 0,-1 2 0 0,-1-1 0 0,0 0 0 15,1-1 2064-15,0-1 368 0,5-2 64 0,1 1 0 16,1-4 608-16,-1 2 112 0,0 0 32 0,-3 2 0 16,0 2-752-16,-2-1-160 0,-2 1-32 0,-1 2 0 15,-1 0-768-15,0 0-144 0,0 0-48 0,-12 21 0 0,12-21-800 0,-18 26-160 16,7-9-48-16,-2 6 0 0,-1 3-336 0,-2-1 128 16,0 3-128-16,1-2 0 0,0-2 0 0,2 0 144 15,0 1-144-15,13-25 0 0,-17 41 128 0,17-41-128 16,-5 37 0-16,5-37 0 0,0 0 0 0,9 38 0 15,-9-38 0-15,0 0 0 0,0 0 0 16,29 17 0-16,-19-21 0 0,-1 0 0 0,1-2 0 0,-1-1-176 16,1-3 32-16,-1-1 0 15,0-1-496-15,-1 0-112 0,0-2-16 0,-3-1 0 16,-1 1-1280-16,-1-2-256 0,-2-1-48 0,-3-1-16 16,-2 0-640-16,-2 0-144 0,-3 3-32 0,-3 3 0 15,-1 1 1360-15,-2 4 272 0,-1 2 48 0,-2 4 16 16,1 1 672-16,-2 3 144 0,1 2 32 0,1 0 0 0,0 4 2560 0,3-1 512 15,3 1 96-15,1 0 32 0,2 1 320 0,1-3 64 0,7-7 0 0,0 0 16 16,0 0-1104-16,0 0-240 0,0 0-32 0,0 0-16 16,0 0-352-16,32 33-64 0,-18-33 0 0,4-2-16 15,2 2-560-15,5-3-96 0,1-1-32 0,0 1 0 16,2-2-304-16,-1-2-144 0,-3 0 128 0,0 0-128 0,0-3 0 16,-2 1 0-16,-1 0-144 0,0-1 144 15,-1-3-464-15,-2 2 16 0,0-3 0 0,-1 1 0 16,-1-2-192-16,-2-2-48 0,3-2 0 0,-3 0 0 0,-3 0 368 0,-1 0 64 15,-1 0 0-15,-4 3 16 0,0 1 240 0,-2 2 0 16,-1 3 0-16,-2 2 0 0,0 4 208 0,-2-1 48 16,0 2 0-16,-1 3 0 0,1-2 352 0,-1 4 80 15,2-2 16-15,-1 3 0 0,0-2-320 0,-1 3-64 16,3-4-16-16,0 0 0 16,0 0-176-16,-13 18-128 0,13-18 144 0,-11 20-144 0,11-20 192 0,-13 26-64 0,13-26-128 15,-15 35 192 1,15-35-64-16,-14 45-128 0,14-45 176 0,-13 48-176 0,13-48 144 0,-13 47-144 0,13-47 0 0,-13 45 144 15,13-45-144-15,-9 36 0 0,9-36 0 0,0 0 0 16,-5 42 0-16,5-42 0 0,0 0 0 0,0 0 0 16,0 0 0-16,0 0 0 15,15 38 0-15,-15-38 0 0,11 0 0 0,-4-2 0 0,1 0 0 0,1-3 0 16,2 0 0-16,-1-2 0 0,1 0 0 16,0 0 0-16,-1 0 0 0,0-1-144 0,0 2 144 0,-2-1-208 15,0 3 208-15,-2 1 0 16,0 2 0-16,-3-1-144 0,0 2 144 0,-2 2 0 0,-1-2 0 0,0 0 0 0,0 0 0 0,0 0 0 15,0 0 0-15,-8 31 0 0,8-31 0 16,0 0 128-16,0 0-128 0,0 0 128 0,0 37-128 0,0-37 0 16,0 0 0-16,0 0 0 0,0 0 0 0,27 23 0 15,-27-23 0-15,18 0 0 16,-8-1 0-16,1-1 0 0,1-3 0 0,1 1 0 16,-1-1 0-16,1-1 0 0,0-2 0 0,1 1 0 0,0-3 0 0,0-2 0 15,0 2 0-15,-1-3 0 0,0 1 0 0,-3-1 0 16,0 0 0-16,-4 0 0 15,-1 0 0-15,-3 1 0 0,-1 2 0 16,-2 3 0-16,0 0 0 0,-3 2 0 0,-1 3 0 0,0 0 0 0,-1 2 0 0,1 2 0 0,-1 0 0 0,0 1 128 16,6-3-128-16,-12 13 0 0,12-13 128 0,-12 22-128 15,12-22 128-15,0 0-128 0,-14 39 128 0,14-39-128 32,0 0 144-32,-4 42-144 0,4-42 192 0,0 0-192 0,4 38 128 0,-4-38-128 15,0 0 0-15,0 0 0 16,22 37 0-16,-22-37 0 0,0 0-208 0,0 0-12400 15,29 12-2464-15</inkml:trace>
  <inkml:trace contextRef="#ctx0" brushRef="#br0" timeOffset="48139.63">16041 5922 23951 0,'0'-2'2128'0,"1"0"-1696"15,0 1-432-15,-1 1 0 0,-1 0 0 0,0 0 128 0,1 0-128 0,0 0 0 16,-1 0 0-16,-2 0 0 0,0 3 0 0,-1 1 0 15,1 3 0-15,-1 3 0 0,0 2 0 0,0 4 0 16,4-16 256-16,-7 34 192 0,7-34 16 0,-5 35 16 16,5-35-192-16,0 0-32 0,3 45-16 0,-3-45 0 15,0 0 16-15,0 0 0 16,0 0 0-16,25 35 0 0,-25-35 576 0,0 0 128 16,23 3 32-16,-14-6 0 0,-1-1 128 0,0-1 32 15,2 0 0-15,-2-2 0 0,0 2-352 0,1-1-64 0,-1 0-16 0,1 0 0 16,1-2-224-16,-1-1-48 0,0 2-16 0,0 0 0 15,1-2-32-15,1 0 0 0,1-3 0 0,0-2 0 0,1-1-176 16,-2 0-32-16,0-2-16 0,-1-1 0 0,1-4-176 0,-2 1 192 16,-1-3-192-16,0 1 192 15,-2 3-192-15,1 2 0 0,-2 1 0 0,0 6 0 16,-1 3-352-16,-3 4-48 0,0 4-16 0,-1 3-17648 16</inkml:trace>
  <inkml:trace contextRef="#ctx0" brushRef="#br0" timeOffset="48820.17">16435 6050 26719 0,'5'-7'1184'0,"-1"4"240"0,0-1-1136 0,-2 1-288 16,0-2 0-16,-1 3 0 0,2-2 1600 0,0-2 256 0,2-3 48 0,2-3 16 16,0-2-1024-16,-1 2-192 0,-2-2-32 0,-1 3-16 31,-1 1-144-31,-1 0-48 0,-2 1 0 0,-2 2 0 0,0 0-96 0,-4 4-32 15,1 1 0-15,-4 2 0 0,-2 1-336 0,-1 2 0 0,-2 5 0 0,2-3 0 16,0 4-176-16,-1 0-96 0,0 1-32 0,1 4 0 16,0-2 64-16,3 2 16 0,0 1 0 0,4-1 0 15,1-5 224-15,1 1 0 0,4-10 0 0,0 0 0 16,-3 33 0-16,3-33 0 0,0 0 128 0,0 0-128 16,0 0 448-16,0 0 48 0,31 24 0 0,-21-24 0 0,1-3-64 15,0-2-16-15,0 1 0 0,0-1 0 16,1-2-416-16,0-1 128 0,0 0-128 0,2 0 0 15,-1-4 0-15,0 2 0 0,-1 1 0 0,-2 0 0 16,-1-1 0-16,-4 3 0 0,-1 0 0 0,-1 2 0 16,-1 0 0-16,-1 1 0 0,-2 0 0 0,-1 3 0 15,0 1 0-15,-1 0 0 0,0 3 0 0,0 0 0 0,-1 1 0 0,0 3 0 16,0-2 0-16,1 4 0 16,0 0 0-16,0 1 0 0,1-2 0 0,2-8 0 0,0 0 0 0,0 0 0 0,5 39 0 15,-5-39 0-15,0 0 0 0,0 0 0 0,0 0 0 0,0 0 0 31,35 29 0-31,-35-29 0 0,0 0 0 0,31 0 0 0,-21-3 0 0,1-1 0 0,1-1 0 0,0-2 0 16,0 0 0-16,1 2 0 0,0-5 0 0,2 3 0 31,2-4-672-31,1-1-64 0,0 0-16 0,0 0 0 16,-2 0 0-16,0-1 0 0,-2 1 0 0,0 1 0 0,-2 4 560 0,-2 0 192 0,0 3-144 0,-2 1 144 16,-3 1 640-16,0 2 224 0,-1 0 32 0,-1 3 16 15,-2 1-176-15,0-2-32 0,-1-2-16 0,0 0 0 16,0 0-352-16,0 34-64 0,0-34-16 0,-3 28 0 0,3-28-128 15,-4 30-128 1,4-30 144-16,-3 29-144 0,3-29 0 0,-2 29 128 0,2-29-128 0,0 0 0 0,0 35 0 16,0-35 0-16,0 0 0 0,0 0 0 15,-1 33 0-15,-1-28 0 16,1 0 0-16,-1-3 0 0,0 0 0 0,0-2 0 0,0 0 0 0,0 0 0 16,1-3 0-16,0-2 0 0,1-1 0 0,-1 0 0 0,2-2 0 0,0-2 0 15,2-1 0-15,0 1 0 0,1 1 0 0,0-3-192 31,3-2 48-31,1-3 0 16,2-2-1040-16,2 0-208 0,0 0-32 0,0 3-9952 16,0 4-1984-16</inkml:trace>
  <inkml:trace contextRef="#ctx0" brushRef="#br0" timeOffset="49041.94">16999 5927 14559 0,'3'-3'320'0,"-1"2"64"0,0 0 0 0,0-1 48 0,-1-1-432 0,1 1 0 0,-1 1 0 0,3-1 0 15,4-4 3568-15,1 0 624 0,3-2 128 0,-1 1 32 16,0 1-1856-16,0 1-352 0,0 2-80 0,0 0-16 16,-1 2-960-16,-10 1-208 0,0 0-48 0,28 5 0 0,-28-5-512 0,0 0-96 15,0 0-32-15,0 0 0 0,34 25-192 0,-34-25 0 16,0 0 0-16,0 0 0 16,0 0-336-16,0 0-112 0,14 39-32 0,-16-34 0 15,1 2-2256-15,-2-3-448 0</inkml:trace>
  <inkml:trace contextRef="#ctx0" brushRef="#br0" timeOffset="49183.95">17111 6010 18431 0,'1'3'816'0,"-1"-2"160"0,1 1-784 0,-1 1-192 15,0-2 0-15,0 1 0 0,-1 1 2240 0,0 0 384 0,1-3 96 0,0 0 16 16,-6 26-224-16,6-26-32 0,0 0-16 0,-6 32 0 16,6-32-1360-16,0 0-272 0,0 0-48 0,-3 32-16 15,3-32-608-15,0 0-160 0,0 0 0 0,0 0 0 31,0 0-608-31,0 0-160 0</inkml:trace>
  <inkml:trace contextRef="#ctx0" brushRef="#br0" timeOffset="50136.97">17308 6048 16575 0,'2'0'1472'16,"0"-3"-1168"-16,0 3-304 0,0-2 0 0,-1 0 1856 0,1 1 320 15,1-3 64-15,3-3 16 0,1-3 112 0,2-2 0 16,1 0 16-16,-2-4 0 15,0 1-1392-15,-3 1-288 0,0 2-48 0,-2 0-16 0,0 1 48 0,-2 2 0 16,0 1 0-16,-1 2 0 0,-1 0-320 0,-1 4-64 16,-1 2-16-16,-1 0 0 0,-1 0-288 0,-1 2 0 15,0 3 0-15,-1 0 0 16,0 0 0-16,0 2 0 0,0 0 0 0,0 2 0 0,0 1 128 0,-1-1-128 16,2 3 0-16,-1-3 0 0,2 1 160 0,0 2-160 15,1-3 128-15,0-2-128 0,3 1 128 0,-1-1-128 0,2-7 0 0,0 0 128 16,0 0-128-16,0 0 0 0,0 0 0 0,0 0 0 15,16 40 0-15,-16-40 0 0,0 0 0 0,0 0 0 16,29 5 0-16,-20-5 0 0,0-3 0 0,0 1 0 16,-1-1 0-16,0 0 0 0,-1 0 0 0,2 0 0 15,-1-2 0-15,1-2-224 0,0 2 80 0,-1-3 16 32,1 0-256-32,0-1-64 0,-1 1 0 0,-2-3 0 0,0 1 448 0,-1-2 0 0,-2 2 0 0,0-3-128 0,0 1 304 15,0 2 64-15,-1 1 16 0,-2 1 0 0,2 2 64 16,-2 3 0-16,1 0 16 0,-1 3 0 15,1 0-128-15,0 0-16 16,0 3-16-16,1-1 0 0,0 2-176 0,0-1 0 0,-2-3 0 16,0 0 128-16,0 0-128 0,0 0 0 0,0 0 0 0,0 0 0 0,0 0 0 0,0 0 0 15,35 29 0-15,-29-27 0 0,1-2 0 0,-1-2 0 16,1 0 0-16,-1-1 0 0,2-1-240 0,0-2 32 16,0 0 0-16,2-2 0 15,0 0-752-15,-2 0-160 0,2-4-32 16,0 2 0-16,-1-3-64 15,0 0 0-15,1-1-16 0,0-2 0 0,0 0 416 0,-1 1 96 0,0-2 16 16,0-2 0-16,-1-2 704 0,1-1 160 0,-2 4 32 0,-1-1 0 16,0 4 880-16,-1 1 176 0,-2 3 32 0,0 3 16 0,-1 3 192 0,0 1 48 0,-2 1 0 0,0 2 0 15,0 3-832-15,-2 1-144 0,0 3-48 0,0 1 0 16,-1 0-256-16,3-7-64 0,0 0-16 0,-8 38 0 16,8-38-176-16,-6 36 0 15,6-36 144-15,-8 42-144 16,8-42 0-16,-8 45 0 0,8-45 0 0,-9 46 0 0,9-46 0 0,-8 44 0 15,8-44 0-15,-8 39 128 0,8-39-128 16,-9 36 0-16,9-36 0 0,-8 35 0 0,8-35 0 0,-6 29 0 0,6-29 0 0,0 0 0 16,-5 28 0-16,5-28 0 15,0 0 0-15,0 0 0 0,0 0 0 0,0 0 0 0,0 0 0 0,0 0 0 0,0 0 0 0,0 0 128 32,0 0-128-32,0 0 0 0,22-3 0 0,-18-4 144 15,0-2-144-15,0 0 0 0,2-2 0 0,-1-1 0 16,2 1 0-16,-1-1 0 0,3 0 0 0,-2 0 0 15,2 0 0-15,0 1 0 0,0 1 0 0,-1 0 0 16,0 3 0-16,-1 0 0 0,2 3 0 0,-2 1 0 0,0 3 0 16,-2-2 0-16,-5 2 0 0,0 0 0 0,0 0 0 0,0 0 0 15,0 0 0-15,0 0 0 0,19 46 0 0,-19-46 0 16,0 0 0-16,-5 39 0 0,5-39 0 0,-9 28 0 16,9-28 0-16,-10 24 0 0,2-12 0 15,-1 2 0-15,1-2 0 0,0 0 0 0,0-2 0 0,-1-3 0 16,1 1 0-16,2-4 0 0,-1 1 0 0,1-2 0 15,1-2 0-15,0-2 0 0,3 0 0 0,-1-4 0 16,0-2 0-16,2-1 0 0,1-1 0 0,0 0 0 16,1-1 0-16,2-2 0 0,0 0 0 0,3-2 0 0,1 0-128 0,0 4-48 15,1-1 0-15,2 2 0 16,0 1-1072-16,1 4-224 0,0-2-32 0,-1 3-9904 16,1 0-1984-16</inkml:trace>
  <inkml:trace contextRef="#ctx0" brushRef="#br0" timeOffset="50388.8">17983 5846 11055 0,'10'-14'480'0,"-7"7"112"0,2 0-464 0,-2-1-128 16,-1 2 0-16,0 0 0 0,-1 0 2560 0,2-6 512 0,1-5 80 0,1-4 32 15,-3 2 256-15,-1 4 48 0,-1 1 16 0,-1 5 0 16,-1 4-1680-16,-1 3-336 0,-2 2-64 0,1 4-16 16,-1 4-880-16,-2 1-176 0,7-9-32 0,-13 31-16 15,7-12-176-15,-1 1-128 0,1 3 192 16,6-23-192-16,-8 42 176 0,8-42-176 0,-8 43 160 0,8-43-160 15,-5 43 128-15,5-43-128 0,-6 40 0 0,6-40 0 16,-6 31 0-16,6-31 128 0,-4 33-128 0,4-33 0 16,-4 30 0-16,4-30 0 0,0 0 0 0,0 0 0 15,0 34 0-15,0-34 0 0,0 0 0 0,8-2 0 16,-3-1-240-16,0-3-80 0,1-2-32 0,2-2 0 16,1-3-2240-16,1 0-448 0</inkml:trace>
  <inkml:trace contextRef="#ctx0" brushRef="#br0" timeOffset="50737.14">18095 5879 6447 0,'0'1'576'0,"0"1"-576"16,-1-2 0-16,1 0 0 0,-1 2 3008 0,1-1 512 16,-2 2 80-16,0 5 32 0,2-8 64 0,0 0 16 15,0 0 0-15,0 0 0 0,0 0-1632 0,0 0-320 16,0 0-64-16,0 0-16 0,35 27-976 0,-25-30-192 16,1 0-32-16,0-1-16 0,1 1-272 0,0-4-48 15,-1 2-16-15,0-1 0 0,0 0-128 0,-2-1 0 0,0 0 144 0,-1 0-144 16,-1 0 0-16,-1-2 0 0,0 1 0 0,-1-1 128 31,-1-1-128-31,-1-1 0 0,-1-1 0 0,-2 2 0 0,-2-2 0 0,-1 3 0 0,0-1 0 0,-3 6 0 16,-1-1 0-16,-3 5 0 0,0 2 0 0,-2 3 0 15,0 2 0-15,0 2 0 0,0 1 0 0,1 3 0 16,1 2 0-16,-2 3 0 0,1 1 0 0,1-1 0 16,1 1 0-16,1-3 128 0,3 1-128 0,5-17 0 15,-7 33 192-15,7-33-16 0,0 0-16 0,7 43 0 0,-7-43-160 16,0 0 160-16,0 0-160 0,25 33 160 15,-25-33-160-15,0 0 0 0,32 12 0 0,-32-12 0 0,25-2 0 0,-13-3 0 32,0 2 0-32,-1-3 0 15,2-2-576-15,1 1-64 0,-1-4 0 0,2 1-17472 0</inkml:trace>
  <inkml:trace contextRef="#ctx0" brushRef="#br0" timeOffset="51038.63">18494 5833 26719 0,'2'0'1184'0,"0"0"240"0,0 0-1136 0,-1 0-288 15,0 0 0-15,-1-1 0 16,0 1 1520-16,1 0 240 0,0 0 48 0,0-3 16 0,0 2-304 0,-1 0-64 0,-1-2-16 0,0 3 0 16,0-2-848-16,-2 2-160 15,-1 0-48-15,1 0 0 0,-2 2-128 0,-1-1-48 0,1 1 0 0,-1 3 0 16,2-1-208-16,-1 1 0 0,1 1 0 0,2 1 0 16,2-7 256-16,0 0-32 0,0 0-16 0,-4 37 0 15,4-37-208-15,0 0 176 0,0 0-176 0,12 43 160 31,-12-43-160-31,0 0 160 0,0 0-160 0,24 35 160 0,-24-35-32 0,0 0 0 0,0 0 0 0,0 0 0 16,31 31 0-16,-31-31 0 0,0 0 0 0,0 0 0 16,0 0-128-16,0 0 0 0,0 0 144 0,0 0-144 15,-7 28 0-15,1-23 128 0,-2 0-128 0,-2 0 0 0,-1 0 0 0,-3 1 128 32,-1 0-128-32,-3 0 0 0,1-1 0 0,-4-2 128 0,-2-1-128 0,-1-1 0 0,2-2-176 0,1-1-96 15</inkml:trace>
  <inkml:trace contextRef="#ctx0" brushRef="#br0" timeOffset="55384.81">5165 7370 12895 0,'1'-2'1152'0,"0"1"-928"0,0 0-224 0,-1 1 0 0,1-2 1392 0,-1 1 224 15,2-1 48-15,0-3 16 0,1-1 944 0,1-2 192 16,-2 1 48-16,1 0 0 0,-1-1-784 0,0 4-160 16,-1-3-16-16,-1 1-16 0,0 0-672 0,0 1-144 15,-1 1-32-15,0-1 0 16,-1 2-592-16,0-1-112 16,0 1-16-16,0-1-16 0,-1 1-304 0,-1 1 0 15,0 0 0-15,-1-3 0 0,0 2 0 0,0 1 0 0,-2 0 0 0,0-1 0 0,-1 1 0 0,0 0 0 16,0 1 0-16,-1 1 0 15,2-2 0-15,-1 2 0 0,0 0 0 0,1 0 0 0,-1 0 0 0,3 2 0 0,-2-1 0 0,3 1 0 16,-1 1 128-16,1 1-128 0,0-2 0 0,1 0 0 31,1 2 0-31,-1 0 0 0,1-2 0 0,1 3 0 0,0 0 160 0,1-1-160 16,-1 1 128-16,1 0-128 0,0-1 0 0,0 0 128 0,1 1-128 0,-1-2 0 16,0 2 0-1,1-2 128-15,0-1-128 0,0 0 0 0,0 1 128 0,0 0-128 16,0 1 0-16,0-2 128 0,-1 1-128 15,1 2 192-15,-1-1-192 0,0 3 192 0,0 0-192 0,-1 1 0 16,0 1 0-16,-1 2 128 0,0 2-128 0,0 1 0 16,-2 2 0-16,0 1 0 0,-1 2 0 0,0 0 0 15,0 0 0-15,1 1 0 0,-1 3 0 0,0 0 0 16,0 3 0-16,1-2 0 0,1 0 0 0,1-1 0 16,2-3 0-16,0-20 0 0,2 32 0 0,-2-32 0 15,0 0 0-15,8 34 0 0,-8-34 0 0,0 0 0 16,0 0 0-16,0 0 0 0,0 0 0 0,0 0 0 0,38 28 0 0,-31-28 0 15,1 0 0-15,0 0 0 16,0-1 0-16,1 0 0 0,-1-1 0 0,0 0 0 0,0 1 0 0,-1-1 128 16,1 2 0-16,-2-2 0 0,0 1 0 0,-1-1 0 15,1 0-128-15,-2 0 0 0,2 1 0 0,-1-3 0 16,0 3 0-16,1-2 0 0,-1 0 0 0,2 1-19040 16</inkml:trace>
  <inkml:trace contextRef="#ctx0" brushRef="#br0" timeOffset="56254.91">5693 7349 5519 0,'2'-7'496'0,"-1"5"-496"0,0-3 0 0,0 2 0 15,-1 1 2880-15,0 0 496 0,0 0 80 0,0-4 32 16,0 0-288-16,-1-4-48 0,0 0-16 0,-2-1 0 16,1-1-1392-16,-2 3-272 0,-2-1-64 0,1 0-16 15,-1-1-352-15,0 2-64 0,-1 1-16 0,1-2 0 16,0 4-336-16,2 0-80 0,-2 2-16 0,1 0 0 0,2 1-240 0,0 1-48 15,-1 1-16-15,0 1 0 0,2 0-224 0,-1 1 128 16,1 3-128-16,0-1 0 0,0 1 0 0,0 1 0 16,2 2 0-16,-1 5 0 0,0 0 0 0,1 2 0 15,0 6 0-15,1 3 0 16,0 3 0-16,0 5 0 0,0 0 0 0,-1 2 0 0,1-2 0 0,-1 4 0 16,-1 3 0-16,0 4 0 0,0 6 0 0,-2 2 0 15,1-5 0-15,0-2 0 16,0-8 0-16,1-4 0 0,0-5 0 0,1-4 0 0,0-22 0 0,0 33 0 15,0-33 0-15,-1 23 0 0,0-12 0 0,1-5 0 0,-2 0 0 0,1-3 0 16,-1 0 0-16,0-5 0 16,-1 1 0-16,0-3 0 0,0-1 0 0,-2-2 0 0,0-2 0 0,-2-1 0 31,1-4-864-31,-4 0-272 0,2 1-48 0,-2-3-15712 0</inkml:trace>
  <inkml:trace contextRef="#ctx0" brushRef="#br0" timeOffset="56412.8">5406 7656 11055 0,'2'-1'480'0,"-1"1"112"0,0-2-464 0,0 1-128 16,1 1 0-16,0 0 0 0,0 0 2368 0,3 0 448 0,1-2 80 0,3 0 32 31,-9 2 400-31,27-9 96 0,-12 4 16 0,1 0 0 0,0-2-1712 0,0 0-320 0,1 0-80 0,0-1-16 0,-1 1-624 0,2 0-128 32,-1 1-32-32,-1 0 0 0,1 2-368 0,-2-1-160 15,0 0 128-15,-15 5-128 0,28-4 0 0,-28 4-304 16,0 0 48-16,37-2-17664 15</inkml:trace>
  <inkml:trace contextRef="#ctx0" brushRef="#br0" timeOffset="56806.72">5954 7437 21183 0,'1'-3'1888'0,"0"1"-1504"15,0 0-384-15,-1 2 0 0,0 0 1536 0,0 0 256 0,0-2 32 0,-1 0 16 16,0 1 416-16,-1 1 96 0,-1 3 16 0,1 1 0 15,-2 6-1296-15,0-1-256 0,1 3-48 0,0 3-16 16,1 2-512-16,0 1-112 0,1 1 0 0,0-1-128 16,1-18 0-16,1 36 0 0,-1-36 0 0,6 31 0 15,-6-31 0-15,0 0 0 0,0 0 0 0,0 0 0 16,30 31 0-16,-22-31 0 0,0-5 0 0,0 0 0 16,1-1 0-16,0-3 0 0,0-2 0 0,0-1 0 15,1 0-464-15,-2-2 0 0,0 2 0 0,0-2 0 16,-2 3-304-16,-1-1-64 0,0 0-16 0,-2 0 0 0,0 0 624 0,0 0 224 15,-2 1-144-15,0 2 144 0,0 1 0 0,-1 5 0 16,0 1 0-16,-1 2 128 0,1 2 352 0,-2 1 80 16,0 2 16-16,-1 4 0 0,-1 1 0 0,2 4 16 15,-2 3 0-15,1 1 0 0,0 4-336 0,3-1-64 16,0 0 0-16,0-21-16 0,2 38-176 0,-2-38 160 16,0 0-160-16,15 41 160 0,-15-41-160 0,0 0 0 15,0 0 144-15,0 0-144 0,43 22 0 0,-35-23 0 16,0-4 0-16,1-2 0 15,0 0-960-15,-1-3-176 0</inkml:trace>
  <inkml:trace contextRef="#ctx0" brushRef="#br0" timeOffset="57206.92">6250 7440 11967 0,'-4'-3'528'0,"1"0"112"15,1 1-512-15,0 0-128 0,1 2 0 0,0-2 0 16,1 2 2192-16,-2-2 416 0,0 1 80 0,0-2 0 16,1 0 320-16,0 0 48 0,2 0 16 0,0 1 0 0,2 2-1792 0,1 0-368 15,1 0-64-15,1 2-16 0,-6-2-272 0,0 0-64 16,0 0-16-16,0 0 0 0,43 13-240 0,-43-13-48 16,0 0-16-16,0 0 0 15,0 0-176-15,41 23 0 0,-41-23 0 0,0 0 0 0,0 0 0 0,0 0 0 16,0 0 0-16,26 40 0 0,-25-33 0 0,-1 0 0 15,-2-2 0-15,0 2 0 0,1-2 0 0,-2-1 0 16,-2 1 0-16,1 0 0 0,-1 2 0 0,-2-1 0 16,0 1 0-16,0 1 0 0,0 2 0 0,0-3 0 15,1 2 0-15,2 1 0 0,1 0 144 0,0-1-144 0,2 1 160 16,1-10-160-16,0 0 256 0,0 0-32 0,0 0-16 16,12 35 0-16,-12-35-208 0,0 0 176 0,0 0-176 0,0 0 160 15,0 0-160-15,40 10 0 0,-32-13 0 0,1-1 0 16,-2 1 0-16,0-2 0 0,1 0 0 0,-3 1 0 31,2-3-1056-31,-2 2-192 0,-1 1-32 0,-1-1-16 0,0 1-2192 16,-2-1-432-16</inkml:trace>
  <inkml:trace contextRef="#ctx0" brushRef="#br0" timeOffset="57408.3">6246 7560 7359 0,'-2'0'656'0,"1"0"-528"16,1 0-128-16,0 0 0 0,0 0 2400 15,0 0 448-15,1 2 96 0,-1-2 0 16,1 0 544-16,1 1 96 0,1 1 32 0,1 0 0 16,2-2-1408-16,1 1-288 0,-7-1-48 0,0 0-16 0,0 0-1040 0,35-1-224 15,-35 1-32-15,25-5-16 0,-25 5-384 0,24-4-160 16,-24 4 128-16,25-8-128 0,-13 4 0 0,0 0-256 16,0 1 48-16,-12 3 0 15,20-5-2336-15,-12 3-464 0</inkml:trace>
  <inkml:trace contextRef="#ctx0" brushRef="#br0" timeOffset="57770.27">6507 7449 19343 0,'-1'-3'848'0,"0"3"192"0,1-2-832 0,-1 2-208 0,1 0 0 0,0 0 0 16,0 0 2032-16,1 0 352 15,-1 0 80-15,1-2 16 0,2 2-512 0,-1 0-112 0,3-2 0 16,0 1-16-16,1 1-1136 0,2-2-240 15,0 0-32-15,0 1-16 0,2-1-416 0,0 1 0 0,0 0 128 0,-1 1-128 16,0-2 0-16,-9 2 0 0,0 0 0 0,0 0 0 16,0 0 0-16,37 7 0 0,-33-3 0 0,0-1 0 0,-1 1 0 0,-2 2 0 15,-1 2 0-15,-2 0 0 16,0-1 0-16,-2 0 0 0,1 3 0 0,-3-1 0 0,-1 3 0 0,-1 0 0 31,-1 4 0-31,-1-1 0 0,1-1 0 0,1 1 0 0,1-2 0 0,2 1 0 0,2-2 0 0,2-2 0 16,2-3 0-16,-1-7 0 0,0 0 0 0,0 0 160 15,0 0-160-15,0 0 160 0,38 9-32 0,-38-9-128 16,21-2 192-16,-10-2-64 16,0 1 96-16,0 0 16 0,-1 0 0 0,1-1 0 0,-1 2-240 0,-1-3 0 15,0 3 0-15,-1-2 0 16,-3 1-272-16,0 1-160 0,-1 0-16 0,-1 1-16 16,-1-3-2000-1,-2 3-400-15,-1-1-80 0,-2-1-10272 0</inkml:trace>
  <inkml:trace contextRef="#ctx0" brushRef="#br0" timeOffset="57965.13">6521 7534 1839 0,'-4'-4'160'0,"2"1"-160"0,0 1 0 0,1 1 0 16,2 1 3392-16,-1-2 640 0,1 2 128 0,0 0 16 0,1-1-208 0,1 0-32 16,0 1-16-16,3-2 0 0,1 2-1488 0,2 0-288 15,-9 0-64-15,0 0-16 0,31 0-1088 0,-31 0-208 16,0 0-64-16,42 0 0 0,-42 0-512 0,30 0-192 15,-30 0 144-15,28 0-144 0,-28 0 0 0,25-3 0 16,-25 3 0-16,25-2 0 16,-25 2-896-16,23-5-176 0,-11 1-16 0,-1 1-16096 0</inkml:trace>
  <inkml:trace contextRef="#ctx0" brushRef="#br0" timeOffset="58120.4">6895 7422 6447 0,'1'-2'576'0,"0"1"-576"0,0 0 0 0,0 1 0 16,-1 0 3632-16,0 0 608 0,2-2 128 0,0-1 32 15,1 1-704-15,-1-3-144 0,2 3-32 0,0-1 0 16,-1-1-1888-16,2 1-384 0,0 1-80 0,0 0-16 16,0-1-800-16,0 0-160 0,2 1-48 0,-1 2 0 15,-2 0-720-15,1 0-128 0,-1 1-48 0,-2 1-16112 16</inkml:trace>
  <inkml:trace contextRef="#ctx0" brushRef="#br0" timeOffset="58278.82">6919 7510 14735 0,'-1'5'640'0,"0"-2"160"0,1 1-640 0,0-2-160 16,1-2 0-16,-1 1 0 0,0 1 2400 16,1 0 448-16,-1 1 96 0,2-1 0 0,-1 3 176 0,1 0 16 15,0 1 16-15,-1-2 0 0,0 2-1584 0,1-1-320 16,-1 0-64-16,0 2-16 0,-1-7-848 0,0 0-192 16,0 0-128-16,0 0 192 0,0 0-192 0,12 35 0 15,-10-30-192-15,-2-5-18096 0</inkml:trace>
  <inkml:trace contextRef="#ctx0" brushRef="#br0" timeOffset="58644.23">7493 7155 22111 0,'-1'-3'1968'15,"-2"1"-1584"-15,-1 0-384 16,0 2 0-16,1 2 1616 0,-2-2 240 0,-1 2 64 0,-6-1 0 15,-4 3-832-15,-5 1-176 0,-1 2-16 0,-1 0-16 0,2 3-304 0,0 0-64 16,4 1-16-16,0-1 0 16,3 1 512-16,2 0 96 0,2 0 32 0,0-2 0 15,3 1-448-15,1 1-96 0,1 1-16 0,0 0 0 0,3 2-272 0,2-14-64 16,1 31-16-16,-1-31 0 0,8 38-224 0,-8-38 128 16,10 41-128-16,-10-41 0 15,12 45 0-15,-12-45 0 0,14 52 0 0,-14-52 0 0,15 55 0 0,-15-55 128 16,15 55-128-16,-15-55 0 0,14 52 0 0,-14-52 0 15,13 44 0-15,-13-44 0 0,9 35 0 16,-9-35 0-16,3 31 0 0,-3-31 0 0,-3 24 0 0,0-12 0 16,-2-1 0-16,0-2 0 0,-2 0 0 0,1-2 128 0,-2 0-128 0,-1-1 0 15,-2-1 0-15,-2-1 0 0,-1-1 0 16,-3 0 0-16,-1-3 0 0,-2-2 0 0,2-1 0 0,-1-2 0 31,2-2-1216-31,0-2-272 0</inkml:trace>
  <inkml:trace contextRef="#ctx0" brushRef="#br0" timeOffset="58836.28">7116 7532 25791 0,'3'1'1152'0,"0"0"224"15,-1 1-1104-15,2-1-272 0,-1 1 0 0,0-2 0 0,0 0 2016 0,4 2 352 16,-7-2 64-16,0 0 0 0,44 3-832 0,-44-3-192 31,43-5-16-31,-22 2-16 0,2-3-832 0,-1-2-160 0,0 1-48 0,0-2 0 0,0 1-336 0,-2-1 144 16,1 0-144-16,-2 1 0 31,0 2-976-31,-2 0-304 0</inkml:trace>
  <inkml:trace contextRef="#ctx0" brushRef="#br0" timeOffset="58989.92">7557 7431 8287 0,'2'-6'736'0,"1"1"-592"0,2 1-144 0,-2 1 0 0,-2 1 3392 0,1 0 656 0,0 1 128 0,3-2 32 16,1-1-1264-16,3-3-256 0,1 1-64 0,0 1 0 15,-1 2-1648-15,-1 3-336 0,-8 0-64 0,0 0 0 32,0 0-576-32,0 0-192 0,0 0 0 0,35 10 0 15,-35-10-1824-15,0 0-352 0</inkml:trace>
  <inkml:trace contextRef="#ctx0" brushRef="#br0" timeOffset="59166.51">7626 7469 13823 0,'-1'0'304'0,"0"0"64"0,1 0 16 0,0 1 0 0,0-1-384 16,0 0 0-16,1 0 0 0,-1 2 0 0,1 1 3344 0,0-1 608 16,1 3 112-16,-1-1 32 0,-1 2-1184 0,0 0-224 15,-1 4-64-15,-1 0 0 0,2-10-1408 0,-3 26-304 16,0-11-48-16,-1 0-16 0,0 4-512 0,1-4-96 16,1 0-32-16,2-15 0 0,-1 26-208 0,1-26 144 15,0 0-144-15,0 0 128 0,10 32-128 0,-10-32 0 16,0 0 0-16,0 0 0 15,0 0-912-15,31 0-112 0</inkml:trace>
  <inkml:trace contextRef="#ctx0" brushRef="#br0" timeOffset="59471.4">8081 7492 1839 0,'7'-8'160'0,"-3"4"-160"0,-1-1 0 0,-1 2 0 16,-1 0 1920-16,-1 2 368 0,-1-2 64 0,1-2 16 16,-1-1 880-16,-1-2 176 0,-2-3 32 0,-2 1 16 0,-2 1-656 0,-1 1-128 15,-1 1-16-15,-1 2-16 0,-1 3-944 0,-1 2-192 16,0 2-48-16,-3 3 0 0,2 0-832 0,-1 5-160 16,1-1-32-16,1 5-16 0,2-1-432 0,1 5 128 15,0 1-128-15,3 0 0 0,0 3 160 0,2 2-160 16,1 4 192-16,2-2-192 0,2-26 320 0,5 47-32 15,-5-47-16-15,17 35 0 0,-17-35-144 0,0 0-128 0,40 26 144 0,-40-26-144 16,35 5 0-16,-35-5 0 0,35-5 0 0,-17-1 0 31,0-4-1200-31,2-2-272 0</inkml:trace>
  <inkml:trace contextRef="#ctx0" brushRef="#br0" timeOffset="60110.07">8347 7503 25791 0,'1'1'1152'0,"0"-1"224"0,0 0-1104 0,-1 0-272 0,0 0 0 0,0-1 0 16,0 1 1584-16,0-2 256 0,0 0 48 0,-1-1 16 16,0-1-400-16,-1-1-80 0,0 1-16 0,-1-2 0 0,0-1-672 15,0 2-144-15,-2-3-16 0,0 0-16 16,0 1-224-16,-2-1-32 0,0 1-16 0,-1 0 0 0,1 3-288 0,0-1 0 16,-1 3 128-16,2 2-128 0,-1 2 0 0,2 1 0 15,-1 2 128-15,1 2-128 0,2-1 128 0,-2 6-128 16,1 0 144-16,1 2-144 0,0-1 128 0,0 2-128 15,1 3 0-15,0 0 0 0,2-18 128 0,0 36-128 16,0-36 0-16,0 0 144 0,5 42-144 0,-5-42 0 16,0 0 0-16,0 0 128 15,0 0-128-15,0 0 0 0,33 29 0 0,-27-32 0 0,1-1 0 0,1-1 0 0,-1-2 0 16,2-3 0-16,-1 1 0 0,1-3 0 0,1-2 0 16,-2 2 0-16,0 0 0 0,0 0 0 0,-2 0 0 0,1-2 0 15,-1 2 0-15,-1 1 0 0,-2 1 0 0,0 1 0 16,-1 5 0-16,0 1 0 0,-2 2 0 0,0 2 0 15,0 2 0-15,-1 3 0 16,-1 1 0-16,0 0 0 0,2-7 0 0,-2 22 0 0,0-8 0 0,2-14 0 16,-2 33 176-16,2-33-48 0,3 33-128 0,-3-33 192 15,0 0-64-15,11 40-128 0,-11-40 176 0,0 0-176 16,0 0 128-16,0 0-128 0,37 26 0 0,-37-26 0 16,19-5 0-16,-8 1 0 0,0-5 0 0,0-1 0 0,0-2 0 15,1 0-144-15,0-4 144 0,0 1-192 16,-1 1-160-16,1-2-32 0,-1-1-16 0,1-2 0 15,-2 0-144-15,-1 0-32 0,-2 3 0 0,0-4 0 0,-2 0 352 0,-2-2 64 16,0 0 16-16,-2-1 0 0,0-1 144 0,-1 5 128 16,1 5-128-16,-1 2 176 15,0 5 336-15,-1 4 64 0,1 1 0 0,-1 4 16 0,0 1-144 0,-1 4-48 16,0 0 0-16,0 5 0 16,1 3-240-16,-2 3-160 15,0 4 192-15,0 1-192 0,0 1 128 0,0 4-128 0,-1 3 0 0,0 0 0 0,2 0 160 0,-1-1-160 0,2-1 128 16,1-3-128-16,0-26 128 0,2 43-128 0,-2-43 0 0,0 0 128 15,8 39-128-15,-8-39 0 0,0 0 0 0,0 0 0 16,0 0-384-16,0 0 0 0,21-6 0 0,-17-6 0 31,0 0-1136-31,-2-2-224 0,0 0-48 0,-2-1-14816 0</inkml:trace>
  <inkml:trace contextRef="#ctx0" brushRef="#br0" timeOffset="60291.99">8533 7413 19343 0,'-5'0'848'0,"2"1"192"0,0 1-832 0,1 0-208 0,1-2 0 0,1 1 0 0,0 0 2592 0,-1 2 480 15,-1 1 80-15,2 1 32 16,-1 2-736-16,1-2-144 16,1 0-16-16,1-2-16 0,2 1-1248 0,1-3-256 15,2-1-64-15,0-1 0 0,3-1-256 0,0-1-64 16,2-2-16-16,1 1 0 0,2-3-240 0,0 2-128 16,0-2 160-16,1 0-160 0,1 0 0 0,-1 2 0 15,-2-3 0-15,-1 4 0 16,1-3-336-16,0 2-112 0,-3 0-32 0,0 0-12000 15,-2 2-2384-15</inkml:trace>
  <inkml:trace contextRef="#ctx0" brushRef="#br0" timeOffset="60465.89">8799 7435 29487 0,'7'-3'1296'0,"-3"-1"288"0,0 1-1264 0,0 0-320 0,-2 3 0 0,0-2 0 16,0 1 1568-16,3-2 256 0,2-2 48 0,4 0 16 15,-1-2-1136-15,1 2-240 0,-2 1-32 0,0 1-16 16,-1 1-272-16,-3 1-64 0,0 2-128 0,-2 1 192 16,0-1-656-16,-1 1-144 0,-2 1-32 0,0 0-15760 15</inkml:trace>
  <inkml:trace contextRef="#ctx0" brushRef="#br0" timeOffset="60687.75">8840 7492 11055 0,'-1'2'480'0,"0"-1"112"0,0 0-464 0,0 1-128 16,0-1 0-16,1 1 0 0,-1 0 1824 0,-1-1 352 16,0 3 64-16,-2 3 0 0,0 2 480 0,-2 1 96 0,0 2 0 15,1 1 16-15,-2 2-432 0,1-1-96 0,-1 3 0 0,0 0-16 16,0-1-1120-16,2-1-208 0,0 1-64 0,5-16 0 16,-3 22-512-16,3-22-128 0,0 0 0 0,0 0-16 15,0 0-240-15,0 0 0 0,0 0 128 0,0 0-128 16,0 0 0-16,0 0-288 0,39 4 64 0,-32-13-18160 15</inkml:trace>
  <inkml:trace contextRef="#ctx0" brushRef="#br0" timeOffset="61397.02">8975 7524 3679 0,'1'-2'320'0,"0"1"-320"0,0 0 0 0,0 1 0 15,0-2 3248-15,-1 2 576 0,1 0 112 0,-1-2 32 16,1 1-304-16,0-1-48 0,-1 2-16 0,-1 0 0 0,0 0-1184 15,-1 2-240-15,-1 1-64 0,0 1 0 0,0 1-1104 0,-2 2-240 16,2 3-32-16,-1 2-16 0,1 0-448 0,-2 2-80 16,2 2-32-16,3-16 0 0,-4 34-160 0,4-34 0 15,2 29 0-15,-2-29 0 0,0 0 0 0,0 0 0 16,0 0 0-16,32 34 0 0,-32-34 0 0,0 0 0 16,31-5 0-16,-22 1 0 0,1-4 0 0,0 2 0 0,-1-4 0 0,1 0 0 15,-1-1 0-15,-1 1 0 0,-2-1 0 0,0-1 0 16,0 0 0-16,-3-2 0 0,0 4-144 0,0-2 144 15,-2 0 0-15,-1 1 0 0,-1-1 0 0,-3 0 0 16,-1 0-160-16,-1 1 160 0,-1 3-128 0,-3 1 128 16,1 2 0-16,-1 5 0 0,-1 0 0 0,0 3 0 15,2 2-128-15,1 0 128 0,-1 1-128 16,3 0 128-16,0 0 0 0,2-1 0 0,0-1 0 0,1 1 0 16,1 0 0-16,2-3 0 0,1 1 0 0,2-1 0 15,3-2 0-15,-1 0 0 0,4-3 0 0,0 0 0 0,1 0 0 0,2-2 0 16,1 0 0-16,2-2 0 0,0 0 0 0,1 0 0 15,-2 0 0-15,0 0 0 0,0 2 0 0,-1-2 0 16,-2 2 0-16,1 0-128 0,-1 0 128 0,-1 3 0 16,0-2 0-16,-1 3 0 0,0-1 0 0,-9 2 0 15,0 0 0-15,0 0 0 0,0 0 0 0,0 0 0 16,0 0 128-16,0 0-128 0,35 29 192 0,-35-20-16 16,-1 0-16-16,0 1 0 0,0-1-160 0,-1 1 0 15,-1 1 144-15,1-1-144 0,-2 4 0 0,0-2 144 16,1 0-144-16,-1 0 0 15,1-3 192-15,1-2-192 0,0 1 192 0,1-4-192 0,1-1 192 0,-1-1-64 16,2-1 0-16,0-1-128 0,0-1 0 0,1-2 0 0,1 0 0 0,0-3 0 31,-1 1 0-31,3-2 0 0,0-1 0 0,0-3 0 0,2-1 0 0,1 0 0 0,1-4 0 0,2 2 0 32,-1-3 0-32,1 0 0 0,-1 1 0 0,1 2 0 0,-1 2 0 0,1 0 0 0,-2 5-128 0,-1 1 128 15,1 1 0-15,-3 4-144 16,0 1 144-16,-2 0 0 0,-4 0 0 0,0 0 0 0,0 0 0 0,0 0 0 15,0 0 0-15,14 45 0 0,-14-45 0 0,0 0 0 16,1 40 0 0,-1-40 0-16,-1 29 0 0,1-29 0 0,-2 31 0 0,2-31 144 15,-1 28-144-15,1-28 0 0,0 0 128 0,1 36-128 16,-1-36 0-16,0 0 0 0,0 0 0 0,0 0 0 16,0 0 0-16,0 0 0 0,0 0 0 0,0 0 0 15,0 0-208-15,0 0-12400 16,0 0-2496-16</inkml:trace>
  <inkml:trace contextRef="#ctx0" brushRef="#br0" timeOffset="61829.04">9592 7259 22111 0,'0'1'976'0,"0"-1"208"0,0 0-944 0,0 0-240 0,0 2 0 0,0-2 0 16,1 0 1152-16,0 0 176 0,2-2 32 0,1 2 16 15,0-1-320-15,2-1-64 0,0 1-16 0,1-1 0 16,-7 2 192-16,16-2 48 0,-7 0 0 0,0-1 0 16,-9 3-272-16,21-5-48 0,-10 2-16 0,0-1 0 15,-1 2-672-15,0-3-208 0,0 3 128 0,-1 0-128 16,0-3 240-16,-1 2-16 0,-1 1 0 0,-1 0 0 0,-1-1 80 0,0 1 16 16,-3 0 0-16,-1 2 0 0,1-1-176 0,-2 1-16 15,1 1-128-15,-1 1 192 0,0 0-192 0,0-1 176 16,0 3-176-16,0-2 160 0,0 3-32 0,0-5-128 15,0 0 192-15,0 0-64 0,0 0-128 0,0 0 160 16,7 41-160-16,-7-41 160 0,0 0-160 0,6 40 0 16,-6-40 0-16,3 35 0 15,-3-35 128-15,2 36-128 0,-2-36 0 0,1 38 128 0,-1-38 0 0,0 40-128 16,0-40 192-16,-2 47-64 0,2-47 64 0,-3 44 16 16,0-21 0-16,0 0 0 0,0 1 32 0,3-24 0 15,-7 43 0-15,7-43 0 0,-8 31-48 0,3-19-16 0,-1-3 0 16,-2-2 0-16,1-2 80 0,-1 0 32 0,-2-4 0 0,1-1 0 15,-2-1-80-15,-3-4-16 0,-3 0 0 0,-4-2 0 16,-2-2-384-16</inkml:trace>
  <inkml:trace contextRef="#ctx0" brushRef="#br0" timeOffset="67524.35">6428 10494 23951 0,'-1'0'2128'0,"1"-1"-1696"0,0 1-432 0,0 0 0 15,0 0 752-15,0 0 64 0,0-2 16 0,-1 1 0 16,0 1 800-16,-1-2 160 0,1 0 48 0,-1 0 0 0,1 2-576 15,-2-3-112-15,1 1-32 0,0-1 0 0,0 0-432 0,-1-1-96 16,2-1-16-16,-2 1 0 16,0-3-256-16,-2 2-64 0,2-2-16 0,-4 2 0 15,1-1-240-15,-2 0 176 16,-1 2-176-16,-1-1 160 0,1 2-160 0,-2 0 128 0,0 2-128 0,-1 1 128 0,0 0-128 0,1 0 0 16,-2 2 0-16,2 0 0 0,0 1 0 0,1 0 0 15,0 1 0 1,1 0 0-16,3-1 0 0,-1-1 0 0,2 1 128 0,1-1-128 0,-1 1 0 0,2 1 0 15,1-1 0-15,0-1 128 0,0-2-128 0,1 2 0 0,0-2 144 0,1 1-144 32,-1 0 0-32,1 0 0 0,1 1 0 0,0-1 128 0,-1 1-128 0,1 0 0 0,0 0 128 0,-1 3-128 31,1 0 0-31,-1-1 128 0,0 4-128 0,-1 1 0 16,0 1 0-16,0 4 0 0,0 3 0 0,-1 1 0 15,0 1 0-15,0 2 0 0,0 3 0 0,-1 5 0 16,0-1 0-16,-1 1 0 0,2-3 0 0,-2 0 0 15,2-2 0-15,-2-3 0 0,2 0 0 0,0-2 0 0,0-2 0 16,1-3 0-16,1 0 0 0,2-2 0 0,-2-12 0 0,0 0 0 16,0 0 0-16,14 33 0 0,-14-33 0 0,0 0 0 15,0 0 0-15,0 0 0 0,0 0 0 0,42 3 0 16,-32-8 0-16,-1 0 0 0,2-1 0 0,1-1 0 16,1-1 0-16,0-2 0 0,1 2 0 0,1-2 0 15,1 2 0-15,1 0-12432 16,2-1-2384-16</inkml:trace>
  <inkml:trace contextRef="#ctx0" brushRef="#br0" timeOffset="67840.44">6794 10474 5519 0,'-8'2'240'0,"1"-1"64"0,2 1-304 0,2 0 0 0,1-2 0 0,1 0 0 15,-1 1 1840-15,-1 1 304 0,-2 0 64 0,-1 0 16 0,1 0 480 0,1-1 112 16,1 1 0-16,3-2 16 0,0 1-944 0,1-1-192 16,1 2-32-16,1-2-16 15,2 0-224-15,-1 2-32 0,-4-2-16 0,0 0 0 0,0 0-176 0,0 0-48 16,0 0 0-16,42 12 0 0,-42-12-576 0,0 0-128 15,0 0-32-15,0 0 0 0,0 0-416 0,43 18 0 16,-43-18 0-16,0 0 0 16,0 0-432-16,0 0-160 0</inkml:trace>
  <inkml:trace contextRef="#ctx0" brushRef="#br0" timeOffset="68030.92">6757 10660 6447 0,'-5'4'576'0,"4"-2"-576"0,0 0 0 0,0-1 0 15,0 1 2224-15,1 0 336 0,0-2 64 0,0 3 0 16,0 1 16-16,-1 1 0 0,1 2 0 0,0 0 0 16,0 0-304-16,0 1-64 0,0 1-16 0,0 0 0 15,-1 1-896-15,1 2-176 0,-1 0-32 0,0 0-16 16,-1 0-768-16,0 0-160 0,-1 2-16 0,-1 0-16 16,-1 0-176-16,2-2 0 0,0 0 0 15,0-5 0-15,1 2 0 0,0-1 0 0,2-2-144 0,0-1 144 16,1 0-1472-16,1-5-256 0</inkml:trace>
  <inkml:trace contextRef="#ctx0" brushRef="#br0" timeOffset="68456.7">7027 10604 21183 0,'2'0'1888'0,"0"1"-1504"15,-1 1-384-15,0-2 0 0,-1 2 1360 16,1 1 208-16,-1 1 32 0,0-4 16 0,0 0-160 0,3 31-48 0,-5-14 0 0,-1-1 0 15,-1 1-432-15,-3 2-80 0,2-3-32 0,-2 1 0 16,1 0-96-16,-2-2-32 16,2 0 0-16,0-2 0 0,2-2-384 0,-1-1-80 15,1-1-16-15,1-4 0 0,1-1-256 0,-1-1 0 16,2-2 0-16,0-2 0 0,1-2 0 0,0 0 0 0,1-3 0 0,0-1 0 16,0 0 0-16,1-2 0 0,1-1 0 0,-1-2 0 15,2 0 0-15,1 0 0 0,-1-2 0 0,3 0 0 16,0 1 0-16,1 0 0 0,-1 1 0 0,1 0-144 15,1 1 144-15,0 1 0 0,0 0 0 0,1 1 0 0,-2-1 0 16,1 1 0-16,1 2 0 0,-1 0 0 16,-1 3 0-16,-8 4 0 0,0 0 0 0,0 0 0 0,33-3 256 0,-33 3 128 15,0 0 16-15,0 0 16 0,0 0-240 0,26 31-48 16,-26-31-128-16,2 26 192 0,-2-26-64 0,-1 30 0 16,0-15-128-16,-2-1 192 0,-1 0-64 0,0-2-128 15,0 0 176-15,-1-3-176 0,2 0 160 0,1-1-160 16,-1-1 128-16,0 0-128 0,1-4 0 0,-1 1 0 15,2-1 128-15,0-3-128 0,0 2 0 0,1-4-224 16,0 2 48-16,2-3-18064 0</inkml:trace>
  <inkml:trace contextRef="#ctx0" brushRef="#br0" timeOffset="69182.75">7500 10512 5519 0,'6'-5'496'0,"-3"-2"-496"0,1 3 0 0,-1 1 0 16,-1 0 3904-16,-1 1 672 0,-1 1 144 0,2-2 16 0,2-5-1360 0,0 1-288 16,-1 0-48-16,-3 0-16 0,0 2-1296 0,-3 1-272 15,-2 1-48-15,0 1-16 0,-3 0-656 16,0 1-128-16,-1 2-32 0,-1 1 0 0,0-2-320 0,0 2-80 16,0 1-16-16,0 1 0 0,2 1-160 0,1 0 0 15,0 0 0-15,1 2 128 0,0 0-128 0,1 2 0 16,2 1 0-16,-1 2 0 0,2 2 0 0,0 2 0 15,2-16 0-15,3 36 0 0,-3-36 0 0,7 43 0 16,-7-43 0-16,8 52 0 0,-8-52 0 0,7 53 0 16,-4-23 0-16,-1-2 0 0,0 3 0 0,-2 0 0 0,-1 0 0 15,0-2 0-15,-1 0 0 0,-1-4 0 0,1-1 0 16,-1-5 0-16,0-2 0 0,-2-1 0 0,1-4 0 0,-1-3 0 16,1 1 0-16,-1-3 0 0,-1-3 0 0,2-2 0 15,-2-1 0-15,0-2 0 0,2-2 0 0,-2-2-176 31,1-3-1248-31,-2-1-256 0,3-1-48 0,-1-4-14784 0</inkml:trace>
  <inkml:trace contextRef="#ctx0" brushRef="#br0" timeOffset="69371.7">7306 10716 14735 0,'-2'-10'640'0,"1"7"160"0,0 0-640 0,1 2-160 0,0-1 0 0,0 2 0 0,0 0 2384 0,0 2 448 16,1-1 96-16,2 3 16 0,-3-4-176 0,0 0-16 15,0 0-16-15,0 0 0 0,0 0-928 0,41 24-176 16,-41-24-32-16,0 0-16 0,36-5-848 15,-36 5-160-15,28-9-48 0,-13 1 0 0,-1 2-240 0,0-2-48 16,-1 1-16-16,0-2 0 0,0 1-224 0,-1 0 0 16,1 1 128-16,0-1-128 0,-1 1 0 0,0 2 0 15,-1-1 0-15,1 0 0 0,-2 1-288 0,0 1-48 16,0-1-16-16,-3 2-18704 0</inkml:trace>
  <inkml:trace contextRef="#ctx0" brushRef="#br0" timeOffset="69830.11">7669 10683 5519 0,'-3'2'496'0,"0"-2"-496"16,1 1 0-16,1-1 0 0,1 2 1472 0,0-2 192 0,-2 3 32 0,-2 0 16 15,0 2 1472-15,1 0 288 0,3 2 64 0,0-2 16 16,0-5-352-16,0 0-80 0,0 0-16 0,0 0 0 0,0 0-1440 0,47 16-272 16,-47-16-64-16,0 0-16 15,42-6-864-15,-42 6-160 0,28-8-32 0,-28 8-16 0,27-11-96 16,-15 6-16-16,0-2 0 0,0 0 0 0,-1-1-128 0,0-1 160 16,-2 0-160-16,0 0 160 0,-1-1-160 0,-3 2 0 15,1 0 0-15,-2-1 0 0,-1 3 0 0,-2-4 0 16,0 3 0-16,-3 0 0 0,-1 0 0 0,-1 2 0 15,-3-2 0-15,0 2 0 0,-2 3 0 0,-2 0 0 16,0 2 0-16,-2 2 0 0,0 0-192 0,-2 5 0 16,3 1-16-16,0 3 0 0,2 1 80 0,0 1 128 15,2 0-208-15,0 1 80 0,2 1 128 0,0 1 0 16,1 1 0-16,2-1 0 0,1-1 0 0,1 1 0 0,1-1 0 0,0-15 0 16,4 23 128-16,-4-23 16 0,0 0 0 0,0 0 0 15,0 0 48-15,34 33 16 0,-34-33 0 0,0 0 0 16,36 0-208-16,-36 0 0 0,28-9 128 0,-28 9-128 15,29-11 0-15,-13 5-208 0,-2-1 32 0,0-2 16 32,0 1-1712-32,-1-1-352 0</inkml:trace>
  <inkml:trace contextRef="#ctx0" brushRef="#br0" timeOffset="70170.95">8030 10630 18431 0,'0'-2'816'0,"-1"2"160"0,1 0-784 0,-1 0-192 16,1 0 0-16,0 0 0 0,0 0 1760 0,0 0 304 15,0 0 64-15,1 0 16 0,0-1-64 0,1 0-16 32,1 1 0-32,0-2 0 0,1 2-864 0,0-2-176 0,-4 2-48 0,0 0 0 0,0 0-528 0,28-6-96 15,-28 6-32-15,0 0 0 0,0 0-320 0,33-1 0 16,-33 1 0-16,0 0 0 0,0 0 0 16,0 0 0-16,37 23 0 15,-37-23 0-15,0 0 0 0,0 0 0 0,13 35 0 0,-13-35 0 0,0 22 0 0,-2-11-128 16,-1 1 128-16,0 0 0 15,-1-2 0-15,-2-1 0 0,1 0 0 0,1-1 0 0,-1-4 0 0,1 1 0 0,3-2 0 0,-1-3 0 32,1-2 336-32,0-1 0 0,2-2 0 0,0-2 0 0,2-4 112 0,2-1 0 0,1-2 16 0,2-1 0 31,-1 0-240-31,3-3-48 0,0-1-16 0,1 0 0 0,0-3-160 0,0 3 0 0,1 0 0 0,0 1 128 16,1 3-128-1,-2 1 0-15,1 5-160 0,-2 1 160 16,0 2-992-16,-2 3-96 0,-1 1-32 0,-7 2-16160 15</inkml:trace>
  <inkml:trace contextRef="#ctx0" brushRef="#br0" timeOffset="70480.92">8319 10635 12895 0,'0'0'576'0,"0"0"112"0,0 0-560 0,0 0-128 16,0 0 0-16,0 0 0 0,0 0 2848 0,0 0 544 16,0 0 96-16,0 0 32 0,0 0-336 0,34 25-64 15,-34-25-16-15,0 0 0 0,26-6-1760 0,-17 2-368 16,1-1-64-16,-1 0-16 0,2 0-624 0,-1-2-128 0,1 0-16 0,0 1-128 15,-1-2 0-15,-1 1 0 0,0-1 0 0,-1 2 0 16,-1-2 0-16,0 2 0 0,-3 0 0 0,1 0-144 16,-3 0-176-16,-1 2-16 0,-1-1-16 0,-2 0 0 15,-1 2 64-15,-2-1 16 0,-2 0 0 0,-1 1 0 16,-2 2 144-16,1 0 128 0,-2 3-192 0,0 0 192 16,-1 6-144-16,0-1 144 0,1 4 0 0,1 1-144 15,1 3 144-15,1-1 256 0,0 3-64 0,3 1-16 16,-1 0 272-16,2 2 64 0,0 0 16 0,2-2 0 15,2-18-128-15,3 29-16 0,-3-29-16 0,0 0 0 16,0 0-160-16,0 0-16 0,31 33-16 0,-31-33 0 0,0 0-176 0,35-2 0 16,-22-3 0-16,2-2 0 0,0-2-224 0,1-1-32 15,1-1 0-15,-1 1-11968 16,-3-1-2384-16</inkml:trace>
  <inkml:trace contextRef="#ctx0" brushRef="#br0" timeOffset="70897.28">8730 10507 15263 0,'4'-4'320'0,"-1"1"80"0,0 2 16 0,-2 0 32 0,0 2-448 0,0-1 0 16,-1 1 0-16,1-1 0 0,0 2 3920 0,0 3 704 16,-1 0 144-16,0 0 32 0,0 2-2352 0,-2 2-464 15,0 1-80-15,-1 1-32 0,0 1-1088 0,0 1-208 0,-1 3-64 0,0-2 0 16,-1 3-320-16,0-3-64 16,-2 2 0-16,2-3-128 0,-1 1 0 0,0-2 0 15,1 0 0-15,0-2 0 0,0-3 0 0,1-1 0 0,1-1 0 0,1 0 0 16,0-3 0-16,1-2 0 15,1 0 0-15,1-2 0 0,1-3 0 0,0 0 0 0,1-2 0 0,2-4 0 16,0 1 0-16,2-2 0 0,-1-2 0 0,0 0 0 16,1 2 0-16,1-3 0 0,-1-1 0 0,1 1 0 15,-1 3 0-15,1-4-176 0,1 3 176 0,0 0-160 16,-1 1 160-16,2 2 0 0,-1 1 0 0,0 2-128 0,1-2 128 16,-2 4 0-16,2 0 0 0,-1 0 0 0,-9 5 0 0,0 0 0 15,0 0 0-15,31 0 0 0,-31 0 0 0,0 0 0 16,0 0 0-16,0 0 0 0,27 40 0 0,-27-40 0 15,4 29 128-15,-5-14-128 0,0 1 0 0,-2 0 144 16,-1 1-144-16,0-2 0 0,-1 1 128 0,0-3-128 16,1 0 0-16,1-3 0 0,1-3 0 0,0 0 0 0,2-3 0 0,0-1 0 31,1-1-384-15,1-4-192-16,2 0-48 0,0-1-17184 0</inkml:trace>
  <inkml:trace contextRef="#ctx0" brushRef="#br0" timeOffset="71193.53">9141 10563 9215 0,'0'1'400'0,"0"-1"96"16,0 0-496-16,0 0 0 0,0 0 0 0,0 0 0 0,0 0 2832 16,0-1 480-1,0 0 80-15,1-1 32 0,-1 0 224 0,0-1 32 0,1 0 16 0,-1 1 0 16,0 0-1728-16,-1-1-352 0,1 1-64 0,-2-1-16 0,0 1-992 0,-1 2-208 15,-1 0-32-15,0 0-16 16,-2 2-112-16,0 1-32 0,-2 0 0 0,1 2 0 16,-2 2-144-16,0 1 0 0,0 2 144 0,-1 0-144 0,1 2 0 0,0 2 128 15,2 0-128-15,-1 0 0 16,1 5 128-16,1-2-128 0,2 1 128 0,0-1-128 0,4-17 176 0,-3 29-48 16,3-29 0-16,0 0 0 0,8 33-128 0,-8-33 128 0,0 0-128 0,0 0 128 31,0 0-128-31,38 26 0 0,-38-26 0 0,0 0 0 0,35-3 0 15,-35 3 0-15,26-11 0 0,-12 4 0 16,1-3-432-16,-1-2-64 0,1 0-16 0,-1 0-18112 0</inkml:trace>
  <inkml:trace contextRef="#ctx0" brushRef="#br0" timeOffset="71545.73">9284 10642 8287 0,'-1'3'736'0,"0"-1"-592"0,1-1-144 0,0 1 0 0,0-2 3424 0,0 2 656 15,0-2 128-15,1 1 16 0,-1-1-896 16,0 0-176-16,0 0-32 0,0 0-16 0,0 0-1360 0,0 0-272 16,0 0-48-16,38 9-16 0,-38-9-816 0,0 0-160 15,29-5-48-15,-29 5 0 0,23-5-256 0,-23 5-128 16,23-10 128-16,-23 10-128 0,20-12 0 0,-12 6 0 16,1 0 0-16,-3 0 0 0,0-2 0 0,-3 2 0 15,1 0 0-15,-2 0 0 0,-1 1 0 0,-2 0 0 16,-1-2 0-16,-1 2-176 0,0 1 16 0,-3-2 0 15,-1 4 0-15,-3 0 0 0,-1 0 160 0,-1 0-128 16,0 2 128-16,-1 4-128 0,-1-2-48 0,2 4 0 0,1 2 0 0,2 2 0 16,0 2 304-16,1 0 48 0,2 0 16 0,-1 2 0 15,3 0 128-15,0 2 48 0,1-1 0 0,1 2 0 16,2-17 128-16,3 28 16 0,-3-28 16 0,0 0 0 16,15 34-192-16,-15-34-32 0,0 0-16 0,0 0 0 15,42 21-160-15,-42-21-128 0,0 0 144 0,43 2-144 0,-43-2 0 16,32-9 0-16,-32 9 0 0,36-15-13344 15,-18 6-2576-15</inkml:trace>
  <inkml:trace contextRef="#ctx0" brushRef="#br0" timeOffset="73131.42">9985 10581 16575 0,'3'-5'1472'0,"0"-2"-1168"0,0 4-304 0,-2 3 0 15,0-2 1824-15,0 1 304 0,1-2 64 0,2-3 16 16,1 0 272-16,-1-2 48 0,0 5 16 0,-2 2 0 15,-1 2-1088-15,-1 3-224 0,-2 5-32 0,-1 3-16 16,0 2-608-16,-3 2-112 0,0 6-16 0,-2-1-16 16,1 3-304-16,-2 2-128 0,0-2 0 0,1-1 128 15,-1-1-128-15,2-5 0 0,1-1 0 0,2-4 0 16,1-2 0-16,1-3 0 0,2-3 0 0,0-4 0 0,2 0 0 16,0-1 0-16,1-2 0 0,-1-5 0 0,3 1 0 0,1-4 0 15,0-1 0-15,1-2 0 0,2-1 0 0,0-4 0 16,0 1-128-16,1-2 128 15,-2 1-672-15,0-1-64 0,1 0-16 0,-2 1 0 16,0 0 112-16,0 0 32 0,0 0 0 0,0 2 0 0,-1 2 608 0,1 0 0 16,0 1 0-16,1 4 0 0,-2 1 368 0,1 5 144 15,-2 3 16-15,-5 1 16 0,0 0 224 0,0 0 32 0,0 0 16 16,0 0 0-16,29 45-336 0,-29-45-64 0,6 35-16 16,-6-35 0-16,3 49-256 0,-4-23-144 0,0 1 160 15,0-3-160-15,-3 0 128 0,1-6-128 0,0-1 0 0,1-2 144 16,1-4-144-16,-1-3 0 0,1-1 0 0,1-3 0 15,-1-2 0-15,1-4 0 16,1 1 0-16,1-2 0 0,0-4 0 0,0-1 0 0,3-3 0 0,0-1 0 16,2-3 0-16,0-1-272 0,2-3 64 0,0 0 16 15,0 0-336-15,1-3-64 0,0 2-16 16,-1-1 0-16,2-1 384 0,-1 1 80 0,2 1 16 0,0 1 0 16,1 2 128-16,0 3 224 0,-1 3-48 0,-2 6-16 15,0 0 320-15,-10 5 64 0,0 0 16 0,0 0 0 0,0 0-176 0,42 22-16 16,-42-22-16-16,0 0 0 0,13 47-160 0,-13-47-16 15,4 48-16-15,-3-20 0 0,-2 0-160 0,-1 0 128 16,-2 1-128-16,0-2 128 0,0-2-128 0,1-6 128 16,0 0-128-16,3-19 128 0,-1 26-128 0,1-26 0 15,0 0 0-15,0 0 0 0,0 0 0 0,0 0-256 16,0 0 48-16,0 0-18720 0</inkml:trace>
  <inkml:trace contextRef="#ctx0" brushRef="#br0" timeOffset="73760.17">10637 10697 911 0,'-2'2'0'0,"0"-2"0"0,1 0 0 0,0 0 0 16,1 0 3136-16,0 0 528 0,0 0 112 0,0 1 32 0,-1-1-928 0,0 2-176 15,0-2-32-15,0 1-16 0,1-1-176 16,0 0-48-16,-2 3 0 0,2-3 0 0,0 1-384 16,0-1-96-1,0 0-16-15,0 0 0 0,0 0-1232 0,8-5-240 0,-5 2-48 0,-1 1-16 0,2-3-224 0,-1 1-48 16,1-1-128-16,-2 0 192 0,1 0-192 0,0-2 0 16,0 1 0-16,-1 0 0 0,0 0 0 0,-1 0 0 15,1 2 0-15,-2-1 0 16,1 0 0-16,-2 3 0 0,1-2 0 0,-2 1 0 0,0 0 0 0,0 1 0 15,-1-2 0-15,-1 3 0 16,0-1 0-16,1 0 0 0,-2 1 0 0,0-1 0 0,1 2 0 0,-1 0 0 0,1 0 0 0,-1 2 0 16,1 1 0-16,0 0 0 0,3 1 0 0,-1-3 0 15,1 2 0-15,1-2 0 0,1 1 0 0,-1-2 0 16,0 0 0-16,0 0 144 0,0 0-144 0,0 0 128 16,0 0 64-16,0 0 16 0,35 6 0 0,-35-6 0 15,0 0-64-15,20-6-16 16,-12 3 0-16,-2-1 0 15,1 0-128-15,-1-2 0 0,1 2 0 0,-3-3 128 16,1 2-128-16,0 0 0 0,-2-2 0 0,-1 2 0 16,0 0 0-16,-1-1 0 0,-1 0 0 0,-1 2 0 0,0-1 0 15,-2 0 0-15,1 1 0 0,-3 1 0 0,-1-1 0 16,0 3 0-16,-3-1 0 0,-1 1 0 0,1 1 0 0,-2 1 0 16,0 1 0-16,1 3 0 0,-1 0-144 0,0 5 144 15,1-1 0-15,0 3 0 0,1 2 0 0,-1 1 0 16,2 3 0-16,0 4 0 0,0 1 0 0,2 1 0 15,0 0 0-15,2-3 0 0,0-1 0 0,1 0 0 16,3-20 0-16,0 38 0 0,0-38 0 0,6 32 176 16,-6-32-48-16,0 0-128 0,0 0 0 0,27 37 0 15,-27-37 0-15,0 0 0 0,0 0 0 0,41-2 0 0,-29-3 0 16,1-4 0 0,0-1-608-16,-1-2-32 0,1 0 0 0,0-2 0 15,-1 0-1472-15,0-1-288 0</inkml:trace>
  <inkml:trace contextRef="#ctx0" brushRef="#br0" timeOffset="74203.74">10596 10726 8287 0,'-2'-2'736'0,"0"-1"-592"0,1 2-144 0,0-1 0 15,1 1 1216-15,0 0 224 0,0-1 32 0,-1-1 16 16,1-2 928-16,-1 1 176 0,0-1 32 0,0 0 16 16,1 1-160-16,-1 1-48 0,1 3 0 0,1-3 0 15,0 1-576-15,1 2-128 0,-2 0-32 0,0 0 0 0,16-7-928 0,-16 7-192 16,19-9-48-16,-19 9 0 15,25-12-384-15,-12 3-144 0,1 2 0 0,0-2-11760 16,1 0-2448-16</inkml:trace>
  <inkml:trace contextRef="#ctx0" brushRef="#br0" timeOffset="74634.17">10999 10615 7359 0,'-3'-1'656'0,"1"-1"-528"15,2-1-128-15,-1 1 0 0,1 0 2624 0,0 1 480 0,0-1 96 0,0 0 32 16,0-5 384-16,-1 2 80 0,1-5 16 0,-1 3 0 0,0-1-1792 0,0 0-368 16,-1 3-64-16,-1-2-16 0,1 2-624 0,-2 1-128 15,-1-1-16-15,1 2-16 0,-1 1-384 0,0 0-80 16,0 2-16-16,-2 0 0 0,1 2-208 0,-2 2 176 31,1 1-176-31,-2 2 160 0,0-1-160 0,0 3 0 16,1 2 144-16,-2 1-144 0,3 3 0 0,0 2 0 0,2 1 0 15,0 4 128-15,2-3-128 0,3-19 0 0,0 42 0 0,0-42 0 16,3 34 0-16,-3-34 0 0,0 0 128 0,17 42-128 0,-17-42 0 16,0 0 0-16,32 24 0 0,-32-24 128 0,31 2-128 0,-31-2 0 0,36-11 0 15,-16 1 0 1,0-2-320-16,1-5-64 0,0-2-32 0,-1-2-17680 0</inkml:trace>
  <inkml:trace contextRef="#ctx0" brushRef="#br0" timeOffset="74994.98">11224 10301 15663 0,'-2'2'1392'0,"0"-1"-1120"0,1 1-272 0,1 0 0 31,-1 0 2336-31,0 3 416 0,-1 2 64 0,-1 5 32 16,-2 7-224-16,-1 5-64 0,1 5 0 0,-1 3 0 0,0 2-1152 0,0 1-256 16,1 6-32-16,-1 0-16 0,-1 0-352 0,2-3-80 15,1-6-16-15,1-2 0 0,2-2-288 0,1-2-64 16,-1-2-16-16,1-24 0 0,2 41-288 0,-2-41 0 15,0 0 0-15,0 0 0 0,12 33 0 0,-8-33 0 16,1-5 0-16,1-2 0 0,1-5 0 0,0-2-256 16,2-3 80-16,-2-1 16 0,2-1-32 0,0-1 0 15,0 0 0-15,-1-1 0 0,2-1 192 0,-1 3 0 16,0-1-144-16,0 4 144 0,1 2 0 0,-2 3 0 0,0 2 0 0,1 5 0 16,-9 4 0-16,0 0 0 0,0 0 176 15,0 0-176-15,0 0 368 0,0 0-32 0,35 26 0 0,-35-26 0 16,6 29-128-16,-6-29-16 0,5 33-16 0,-5-33 0 15,3 28-176-15,-3-28 0 0,0 0 0 0,4 36 0 16,-4-36 0-16,0 0 0 0,0 0 0 0,0 0 0 16,15 30 0-16,-15-30 0 0,0 0 0 0,0 0 0 15,0 0-512 1,23-11-96-16,-15 4-16 0,-1-1-17936 0</inkml:trace>
  <inkml:trace contextRef="#ctx0" brushRef="#br0" timeOffset="75404.95">11568 10707 17503 0,'-2'-1'768'0,"1"-1"176"0,1 2-752 0,0-2-192 16,0 0 0-16,0 1 0 0,1-3 2048 0,0 0 384 15,1-4 80-15,-1-2 16 0,2-2-352 0,0-1-64 16,-1 0 0-16,0 2-16 0,-1 1-800 0,0 0-144 16,-1 3-48-16,0 0 0 0,-1 1-528 0,-1 3-128 15,0 3 0-15,-2 0-16 0,0 0-176 0,-2 5-16 16,-1-1-16-16,-2 3 0 0,0 3-32 0,-1 1 0 15,0 1 0-15,-1 3 0 0,1 2-64 0,-1 1-128 0,1 2 176 0,0 0-176 16,1 0 128-16,1-2-128 0,1 2 0 0,2-4 0 16,1 1 160-16,4-17-160 0,-2 23 128 0,2-23-128 15,0 0 192-15,0 0-64 0,0 0 0 0,0 0 0 16,0 0-128-16,37 10 0 0,-26-17 0 0,0-2 128 16,0 0-128-16,0-2 0 0,0-1 0 0,1-2 0 15,-1 0-160-15,-1 0-16 16,1 2 0-16,-3-2 0 0,-1 2-48 0,-1 0-16 0,-2 2 0 0,-1 4 0 15,-3 1 48-15,1 2 16 0,-1 3 0 0,-1 1 0 16,0 3 176-16,-2 2 0 0,0 2 0 0,-1-1 0 16,2 3 128-16,-1 0 64 0,0 1 16 0,3-11 0 15,-2 24 32-15,2-24 0 0,0 0 0 0,3 29 0 0,-3-29-16 0,0 0 0 16,0 0 0-16,0 0 0 0,31 23-224 0,-31-23 176 16,0 0-176-16,33-5 160 0,-33 5-160 15,25-14-224-15,-11 7 48 0,-1-2-18768 16</inkml:trace>
  <inkml:trace contextRef="#ctx0" brushRef="#br0" timeOffset="75971.03">11861 10624 19343 0,'1'-8'1728'0,"0"4"-1392"0,-1 1-336 0,1 1 0 0,0 0 2208 0,-1-1 368 16,2-1 80-16,-1-2 16 0,2-3 64 0,-1 2 16 15,-1 0 0-15,-1 5 0 0,0 4-1664 0,-1 1-336 16,-1 4-64-16,-1 4-16 0,0 4-384 0,0 2-80 31,-3 3-16-31,0 2 0 0,0 2-192 0,0-3 0 0,-2 0 0 0,1-2 0 0,0-1 0 0,3-3 0 16,-1-3 0-16,0-2 0 0,2-3 0 0,2 0 0 16,1-7 0-16,0 0 0 0,-1 2 0 0,2-4 0 15,0-3 0-15,2-2 0 0,2-5 0 0,0 0 0 16,2-2 0-16,1 0 0 0,1-7 0 0,0 2-128 15,-1 0 128-15,2 0-208 0,-1-1 208 0,-1 0-144 16,1 0 144-16,0 1-128 0,-1 5 128 0,0 0 0 0,1 5 0 16,-1 0 0-1,1 4 0-15,-9 5 0 0,0 0 0 0,0 0 0 0,0 0 0 0,0 0 256 0,32 23-64 0,-32-23-16 16,5 31 0-16,-5-31 0 0,1 38 0 0,-3-17 0 16,-1 0-176-16,-1 1 0 0,0-1 144 0,-2-2-144 15,0 0 0-15,0 0 128 16,0-5-128-16,1 0 0 0,1-2 0 0,0-2 0 0,2-5 0 0,0 0 0 15,1-1 0-15,0-4 0 0,1 0 0 16,0-2 0-16,2-5 0 0,1 2 0 0,0-5 0 0,2-2 0 16,1 0-512-1,2-2-112-15</inkml:trace>
  <inkml:trace contextRef="#ctx0" brushRef="#br0" timeOffset="76177.03">12155 10462 3679 0,'2'-4'320'0,"-1"2"-320"31,1 1 0-31,0-2 0 0,-1 2 5088 0,1 0 944 0,0 1 192 0,1 0 48 0,-3 0-1888 0,0 0-368 16,28-2-80-16,-28 2-16 0,0 0-2688 0,32 0-528 16,-32 0-128-16,0 0 0 15,0 0-400-15,36 5-176 0,-36-5 160 0,0 0-160 16,0 0 0-16,0 0-256 0,0 0 16 0,0 0-12272 0,34 20-2464 0</inkml:trace>
  <inkml:trace contextRef="#ctx0" brushRef="#br0" timeOffset="76350.33">12202 10640 19343 0,'-3'2'848'16,"1"1"192"-16,2-3-832 0,0 0-208 0,0 0 0 0,0 0 0 15,0 0 2688-15,-4 12 512 0,4-12 80 0,0 0 32 16,-6 34-608-16,6-34-112 0,-4 29-32 0,4-29 0 0,-6 29-1520 15,6-29-304-15,-4 29-64 0,4-29-16 0,-1 24-400 0,1-24-96 16,0 0-16-16,0 0 0 0,5 30-144 0,-5-30 0 16,0 0-192-16,0 0-12624 15,0 0-2528-15</inkml:trace>
  <inkml:trace contextRef="#ctx0" brushRef="#br0" timeOffset="76717.97">12451 10609 25791 0,'0'0'1152'0,"0"0"224"0,0 0-1104 0,0 0-272 16,13-7 0-16,-13 7 0 0,2-2 2112 0,-2 2 352 0,6-5 80 0,-2 0 16 16,-2 1-848-16,-1 1-176 0,-1-1-16 0,-2 1-16 15,-1 3-784-15,-2-4-144 0,0 3-48 0,-1 1 0 16,-1 0-240-16,-1 0-48 0,-2 3-16 0,-1-1 0 16,-1 1-224-16,1 2 0 0,-1 1 0 0,1 1 0 15,2 0 0-15,0 1 128 0,0 4-128 0,0-1 0 16,2 2 144-16,0 1-16 0,3 0 0 0,4-14 0 15,-4 23 0-15,4-23-128 0,0 0 192 0,0 0-64 16,16 33-128-16,-16-33 0 0,0 0 0 0,0 0 128 16,40 12-128-16,-40-12 0 0,0 0 0 0,35 3 0 0,-35-3 0 0,0 0 0 15,31 7 128-15,-31-7-128 0,0 0 0 0,0 0 0 16,0 0 0-16,0 0 0 0,34 21 0 0,-34-21 0 16,0 0 0-16,0 0 0 0,-10 22 0 0,6-17 0 15,-3 1 0-15,0-1 0 0,-3 1 0 0,-1 0 0 16,-1 0 0-16,-1 0 0 0,0-1 0 0,0-2 0 15,2-2 0-15,2-1 0 0,1 0 0 0,0-2 0 16,2 0-128-16,0-3 128 16,3 0-656-16,1-2-64 0,3 0-16 0,1-3-18144 0</inkml:trace>
  <inkml:trace contextRef="#ctx0" brushRef="#br0" timeOffset="77332.5">12608 10621 26719 0,'0'0'1184'0,"0"0"240"0,0 0-1136 0,-1 0-288 0,1 0 0 0,0 0 0 16,0 0 2288-16,0 0 400 0,0 0 64 0,-4 22 32 15,4-22-1216-15,-6 25-240 0,6-25-48 0,-6 27-16 16,6-27-624-16,-4 28-128 0,4-28-32 0,-5 26 0 0,5-26-224 16,-3 24-64-16,3-24 0 0,-3 19 0 15,3-19-192-15,0 0 0 0,-4 24 0 0,4-24 0 16,0 0 0-16,0 0 0 0,0 0 0 0,0 0 0 0,0 0 0 0,0 0 0 15,2-3 0-15,-1-4 0 0,2-2-192 0,-1 0-48 16,1-1 0-16,2-2 0 0,0 0-16 0,1 0 0 16,-1-4 0-16,3 1 0 0,-1-1 32 0,2 1 0 15,0-1 0-15,-1 2 0 0,2 2 80 16,-1 2 16-16,0 3 0 0,-1 1 0 0,-8 6 128 0,0 0 0 16,25-6 0-16,-25 6 0 0,0 0 0 0,0 0 256 15,0 0-64-15,0 0-16 0,0 0 160 0,29 31 48 16,-29-31 0-16,0 0 0 0,1 33-112 0,-1-33-16 0,-4 26 0 15,4-26 0-15,-8 24-80 0,3-12-32 0,5-12 0 0,-8 23 0 16,8-23-16-16,-7 18 0 0,7-18 0 0,0 0 0 16,-4 18-128-16,4-18 0 0,0 0 0 0,0 0 128 15,0 0 720-15,4-6 144 0,-2 0 32 0,1-1 0 16,1-2-832-16,1-3-192 0,-1 0 0 0,3-1 0 16,-1 0 0-16,2-4 0 0,0 0 0 0,1 0 0 15,2-1-1088 1,0 2-96-16,1 1-32 0,-1 3 0 0,0 1 832 0,-1 4 144 0,-10 7 48 0,21-12 0 15,-21 12 192-15,0 0 0 0,24-5 0 0,-24 5-144 16,0 0 144-16,0 0 0 0,0 0 0 0,0 0 0 0,31 20 0 0,-31-20 0 16,0 0 0-16,0 0 128 0,9 32 48 0,-9-32 16 15,0 0 0-15,-2 31 0 0,2-31-64 0,-4 26 0 16,4-26 0-16,-8 28 0 0,8-28 0 0,-11 29-128 16,11-29 192-16,-9 29-64 15,9-29 80-15,-8 28 16 0,8-28 0 0,-4 26 0 0,4-26-96 0,0 0 0 16,0 0-128-16,3 27 192 0,-3-27-192 0,0 0 0 15,0 0 0-15,0 0 0 16,0 0-352-16,19-11-64 0,-14 4-16 0,0 0-19520 0</inkml:trace>
  <inkml:trace contextRef="#ctx0" brushRef="#br0" timeOffset="77931.63">13086 10410 20271 0,'-5'-2'896'0,"3"-1"192"0,0 3-880 0,2-2-208 0,-1 0 0 0,1 1 0 0,0 1 1984 0,0-2 368 16,0 0 64-16,0 0 16 0,1-1 16 0,0 1 16 16,-1 2 0-16,0 0 0 15,0 0-1120-15,0 0-240 0,0 0-32 0,0 0-16 0,39 11-464 0,-39-11-80 0,0 0-32 0,36 8 0 16,-36-8-320-1,0 0-160-15,42 4 160 0,-42-4-160 0,0 0 128 0,41 1-128 0,-41-1 0 0,0 0 0 16,35-4 0-16,-35 4 0 0,0 0 0 0,20-6 0 16,-20 6 0-16,0 0 0 0,0 0 0 0,0 0 0 15,6-7 0-15,-6 7 0 16,-4 2 0-16,-1 0 0 16,0 1 0-16,0 2 0 0,-2 0 0 0,1 4 0 15,-1-1 0-15,1 3 0 0,-1 0 0 0,2 1 0 16,0 0 0-16,5-12 0 0,-6 32 0 0,6-32 0 15,-4 37 128-15,4-37-128 0,0 41 0 0,0-41 0 16,5 42 160-16,-5-42-160 0,8 41 160 0,-8-41-160 0,12 40 192 0,-12-40-64 16,11 33-128-16,-11-33 192 0,11 29-32 0,-11-29-16 15,0 0 0-15,13 40 0 0,-13-40 0 0,0 0 0 16,8 37 0-16,-8-37 0 0,0 0-144 0,-4 30 192 16,4-30-192-16,-9 13 192 0,9-13-64 0,-12 8-128 15,1-6 192-15,-1 0-64 0,-2-2-128 0,-1 0 192 16,-6-2-192-16,-2-1 192 0,-4-1-192 0,-4-3 0 15,-6 0 0-15,0-3-20752 0</inkml:trace>
  <inkml:trace contextRef="#ctx0" brushRef="#br0" timeOffset="79900.05">11167 11826 27647 0,'1'-2'2448'0,"0"1"-1952"0,0 1-496 0,-1 0 0 15,0 0 1552-15,-1-2 224 0,1 2 32 0,0-3 16 16,-1 1-256-16,-1-2-48 0,-1 1-16 0,0 0 0 16,-2-1-896-16,-1 0-176 0,0 0-48 0,-2 0 0 15,-1 0-224-15,-1 1-160 0,-2-2 192 0,0 3-192 16,-1-1 128-16,-1 1-128 0,-1-1 0 0,0 3 0 15,1 0 0-15,0 3 0 0,1-1 0 0,1 1 0 16,0 1 144-16,3 1-144 0,1 2 0 0,0-2 144 16,3 2-144-16,1 0 0 0,0 0 0 0,2-1 128 0,0 0-128 0,0-1 128 15,1 0-128-15,1-5 128 16,0 0 0-16,0 0-128 0,0 0 192 0,0 0-64 0,1 21 32 0,-1-18 0 16,0-3 0-16,0 0 0 0,0 0-160 0,0 0 192 15,-2 24-192-15,2-24 192 0,-3 20-192 0,1-7 128 16,0 5-128-16,-1-1 128 0,1 0-128 0,-2 4 0 15,1 5 0-15,-1 2 0 0,0 1 0 0,0 0 0 16,2-1 0-16,-1-4 0 0,3-1 0 0,0-23 0 16,1 38 0-16,-1-38 0 0,0 0 0 0,12 36 0 15,-12-36 0-15,0 0 0 0,0 0 0 0,35 21 0 16,-35-21 0-16,0 0 0 0,40-2 0 0,-40 2 0 0,30-10 0 16,-30 10 0-16,29-10-384 0,-29 10 0 0,28-8 0 15,-28 8-12240-15,27-6-2464 16</inkml:trace>
  <inkml:trace contextRef="#ctx0" brushRef="#br0" timeOffset="81065.14">11445 11925 17503 0,'-1'-2'1552'0,"1"0"-1232"0,0 1-320 0,0 1 0 0,0 0 1808 0,-1 0 304 31,1 0 64-31,-1-2 16 0,0 2 320 0,-1-2 64 15,0 2 16-15,0 2 0 0,0 0-1104 0,-1 4-208 16,1 0-64-16,-1 5 0 0,-1 2-592 0,0 3-128 0,2 1-32 0,-2 2 0 16,0 3-320-16,0 2-144 0,0 1 128 0,-1 1-128 15,1 0 128-15,0 1-128 0,0-3 0 0,0 1 128 0,1-4-128 0,0-4 128 16,3-17-128 0,-4 31 128-16,4-31-128 0,-2 21 0 0,2-21 0 0,0 0 0 0,0 0 0 15,0 0 0-15,0 0 0 0,0 0 0 0,0 0-160 0,0 0-16 0,0 0 0 16,0 0 0-1,17-14-1712-15,-14 2-352 0,1-4-64 0,0 1 0 16,0-3-960-16,-1-2-192 0,-1-1-48 0,-1-2 0 16,0-1 16-16,-2 0 0 0,1 2 0 0,-1 1 0 15,1 2 2224-15,-2 1 448 0,2 3 96 0,-1 3 16 0,0 4 1856 0,1 0 368 0,0 3 80 16,1 3 0-16,0 0 960 0,1 2 176 16,-1 0 32-16,2-1 16 0,-1 1-144 0,-2 0-16 15,0 0-16-15,0 0 0 16,0 0-864-16,42 3-160 0,-42-3-48 0,0 0 0 15,41-5-720-15,-41 5-160 0,37-3-16 0,-37 3-16 0,37 0-368 0,-37 0-80 16,0 0-16-16,46 10 0 0,-46-10-160 0,0 0 0 16,38 21 0-16,-38-21 0 0,0 0 0 0,19 31 0 15,-19-31 0-15,2 22 0 0,-5-10 0 0,-2 2 0 16,-2-2 0-16,-3 2 0 0,-1 0 160 0,-2 0 0 16,-1 0 0-16,0 0 0 0,-1 1 16 0,-1-3 0 15,1 0 0-15,-1-1 0 0,2 1-48 0,0-2 0 16,0-1 0-16,3-2 0 0,1 1-128 0,4-2 0 0,1-1 0 15,3 0 0 1,2-5-1008-16,0 0-128 0</inkml:trace>
  <inkml:trace contextRef="#ctx0" brushRef="#br0" timeOffset="81415.09">11793 12195 26719 0,'0'0'1184'0,"0"0"240"16,0 0-1136-16,0 0-288 0,0 0 0 0,0 0 0 15,0 0 2048-15,32-4 336 0,-32 4 80 0,25-10 16 0,-10 3-848 0,1-2-160 16,-1 2-48-16,-1-2 0 0,-1 1-912 0,-1-1-176 16,0 1-32-16,-1-3-16 15,1 3-288-15,-2-3 128 0,1 1-128 0,-3-2 0 0,-1 3 0 0,-1 2 0 16,-2-3 0-16,-3 3 0 0,-1 0 0 0,-1-1 0 16,-3 2 0-16,-2-2 0 0,-1 4-192 0,-1 1 48 15,-2 1 16-15,-1 2 0 0,-1 0 128 0,-2 5-208 16,-1 0 80-16,-1 4 128 15,0 1-176-15,-1 1 176 0,3 1-128 0,1 0 128 0,1 3 0 0,2 1 0 16,2 0 0-16,1 1 176 0,3 0 160 0,0 1 48 0,4-18 0 0,-2 35 0 16,2-35-64-16,5 29-16 0,-5-29 0 15,0 0 0-15,0 0-112 0,27 31 0 0,-27-31-16 0,0 0 0 16,39-1-176-16,-39 1 0 0,34-10 144 0,-17 0-144 16,2 1 0-16,-1 0 0 0,-2-1-192 0,2 0 64 31,-1 0-848-31,1 1-176 0,0 0-16 0,-1-1-17136 15</inkml:trace>
  <inkml:trace contextRef="#ctx0" brushRef="#br0" timeOffset="84980.1">12451 11906 23951 0,'0'-1'2128'0,"-1"0"-1696"15,1 1-432-15,-1-3 0 0,1 3 1488 0,-3-2 224 16,-1 0 32-16,-2-2 16 0,-4-1 32 0,-1-1 0 15,0 2 0-15,-1-1 0 0,1 2-800 0,1 1-160 16,0 2-16-16,2 0-16 0,1 2-336 0,0 1-64 16,2 2-16-16,-1 2 0 0,1 0-144 0,-1 0-48 15,-1 5 0-15,-1 2 0 0,0 3-192 0,0 1 0 0,2 2 128 0,-1 6-128 16,1 4 0-16,1 5 0 16,2 4 128-16,1 2-128 0,3-1 128 0,0-3-128 0,3-1 176 0,1-2-176 15,-1-2 176-15,2 0-176 0,1-2 160 0,-7-30-160 16,13 53 0-16,-13-53 0 0,10 42 0 0,-10-42 0 15,3 31 0-15,-3-31 0 0,-6 24 0 0,6-24 0 16,-16 21 0-16,4-12 0 0,-2 1 0 0,-2-1 0 16,1-2-336-1,-4-1-64-15,0 0-16 0,-4-3 0 0,1 0-688 16,0-4-144-16,0-2-32 0,1-1-10080 0,4-5-2016 0</inkml:trace>
  <inkml:trace contextRef="#ctx0" brushRef="#br0" timeOffset="85186.16">12166 12169 17503 0,'0'0'1552'0,"0"0"-1232"16,0 0-320-16,0 0 0 0,0 0 2240 0,0 0 400 15,0 0 80-15,0 0 16 0,31 3 432 0,-31-3 96 16,0 0 0-16,37-5 16 0,-37 5-1920 0,28-9-384 16,-28 9-80-16,32-10 0 0,-32 10-352 0,29-10-64 15,-29 10-16-15,30-7 0 0,-30 7-336 0,28-8-128 16,-28 8 0-16,26-8 144 0,-26 8-144 0,25-9-224 0,-25 9 48 0,21-9-19296 15</inkml:trace>
  <inkml:trace contextRef="#ctx0" brushRef="#br0" timeOffset="85611.13">12596 12003 19343 0,'-3'-7'848'0,"2"5"192"16,0-2-832-16,1 1-208 0,0 3 0 0,-2-2 0 0,2 2 2192 0,-2-1 400 16,2 1 80-16,-5 0 16 0,2 1-1264 0,3-1-240 15,-9 16-48-15,9-16-16 0,-9 29-608 0,9-29-128 16,-9 42-32-16,9-42 0 0,-6 54-176 0,5-27-48 16,1-27 0-16,2 50 0 0,-2-50-128 0,6 37 160 15,-6-37-160-15,0 0 160 0,0 0-32 0,28 29-128 16,-28-29 192-16,21-5-64 0,-11-2-128 0,2-2 0 15,0-5 0-15,1 0 128 16,-1-1-128-16,1-2 128 0,-1-2-128 0,-1 0 128 0,-1 1-128 0,0 1-144 16,-2-1 144-16,-1 1-208 0,-3 2 208 0,-1 1 0 0,-1 2 0 0,-3 0 0 15,0 1 560-15,-1 3 48 0,-1 1 16 0,1 2 0 16,-1 4 144-16,-1 1 16 0,4 0 16 0,0 0 0 16,-8 15-384-16,8-15-80 0,0 0-16 0,-7 32 0 15,7-32-96-15,-2 30-32 0,2-30 0 0,2 40 0 16,-2-40-192-16,7 40 144 0,-7-40-144 0,10 34 128 15,-10-34-128-15,0 0 0 0,22 33 144 0,-22-33-144 16,0 0 0-16,0 0 0 0,34 19 0 0,-34-19 0 16,0 0-528-16,21-4-128 0</inkml:trace>
  <inkml:trace contextRef="#ctx0" brushRef="#br0" timeOffset="85930.75">12894 11939 24879 0,'0'0'1088'0,"0"0"256"0,0 0-1088 0,0 0-256 16,0 0 0-16,0 0 0 0,0 0 2256 0,0 0 400 16,0 0 80-16,1 29 16 15,-1-29-1088-15,0 0-192 0,0 0-64 0,31 21 0 0,-31-21-800 0,0 0-160 16,38 3-48-16,-38-3 0 0,29-3-64 0,-29 3-16 16,28 0 0-16,-28 0 0 0,0 0-192 0,32 3-128 0,-32-3 160 0,0 0-160 31,0 0 0-31,30 26 0 0,-30-26 0 0,0 0 0 15,3 36 0-15,-3-36 0 0,-8 32 0 0,2-13 0 0,-2-1 0 0,-3 2 0 0,0-1 0 0,0 3 0 16,0-3 0-16,-1 0 0 16,3-1 0-16,0-4 0 0,9-14 0 0,-7 22 0 0,7-22 0 0,0 0 0 31,0 0 0-31,0 0 0 0,0 0 0 0,0 0 0 16,39 2 0-16,-26-11 0 0,2 2 0 0,0-4 0 0,1 1 0 0,0 0 0 15,-1 1 0-15,-1 1 0 0,0-1-256 0,-14 9-32 16,22-12-16-16,-22 12 0 15,14-11-1136-15,-14 11-224 0,0 0-64 0,3-6-14992 16</inkml:trace>
  <inkml:trace contextRef="#ctx0" brushRef="#br0" timeOffset="86157.47">12890 12126 9215 0,'0'0'816'0,"-3"-2"-656"15,3 2-160-15,0 0 0 0,0 0 3072 0,0 0 592 16,0 0 112-16,0 0 32 0,0 0 192 0,0 0 32 15,29 2 16-15,-29-2 0 0,0 0-2336 0,0 0-480 0,40 8-80 0,-40-8-32 16,29-2-576-16,-29 2-112 0,30-5-32 16,-30 5 0-16,33-7-240 0,-17-1-160 15,-1 2 192-15,0-2-192 0,0-1 0 0,-2 2 0 0,0-1 0 0,0-1 0 32,-1 2-448-32,-1-2-160 0,1 2-32 0,-2-1-17936 15</inkml:trace>
  <inkml:trace contextRef="#ctx0" brushRef="#br0" timeOffset="86489.34">13270 11965 9215 0,'0'0'816'0,"0"0"-656"0,0 0-160 0,0 0 0 0,0 0 3808 0,0 0 736 0,0 0 128 0,0 0 48 0,0 0-928 0,0 0-176 16,0 0-32-16,0 0-16 0,35-1-2304 0,-35 1-464 16,0 0-96-16,26-8 0 0,-26 8-384 0,21-7-80 15,-21 7-16-15,21-9 0 0,-21 9-96 0,21-6 0 16,-21 6-128-16,0 0 192 0,0 0-192 0,26 0 0 15,-26 0 0-15,0 0 0 0,0 0 0 0,0 0 0 0,5 36 0 16,-5-36 0-16,-9 33 0 0,1-14 0 0,-1 3 0 0,-2 2 0 16,-1 2 0-16,-3 2-160 0,0 0 160 0,1 1-192 15,2-3-32-15,3-2-16 16,3-3 0-16,6-21 0 0,-7 33 240 0,7-33 0 0,0 0 0 0,0 0-144 16,14 33 144-16,-14-33 0 0,0 0 0 0,31 0 0 15,-31 0 0-15,28-9 256 0,-28 9-64 0,30-17-16 16,-12 6 16-16,-2 1 16 0,-1-1 0 0,0 1 0 15,0-1-208-15,-3 0 0 0,-1 0 0 0,-2 3 0 16,-2 0-320 0,-2 0-128-16,-4 1 0 0,-2 2-16 0,-2-1-1584 15,-3 2-304-15,0-1-64 0,-3 1-8288 0,-1 0-1664 0</inkml:trace>
  <inkml:trace contextRef="#ctx0" brushRef="#br0" timeOffset="86643.05">13281 12131 2751 0,'-3'0'256'0,"3"0"-256"0,0 0 0 0,0 0 0 0,-6 1 3280 0,0 2 624 16,-4 0 112-16,-1 2 16 0,2 2 704 0,9-7 128 15,0 0 16-15,0 0 16 16,0 0-2528-16,0 0-512 0,20 32-112 0,-20-32-16 0,28 2-1040 16,-28-2-224-16,34-3-32 0,-34 3-16 0,38-8-144 0,-19 2-16 15,1-1-16-15,-1-2 0 0,0 1-240 16,-3 0 0-16,0-1 128 0,-2 0-128 16,1 0-288-16,-1-1-96 0,1-2-32 0,-2 3-18576 0</inkml:trace>
  <inkml:trace contextRef="#ctx0" brushRef="#br0" timeOffset="86814.91">13645 11984 24879 0,'0'0'2208'0,"0"0"-1760"0,0 0-448 0,0 0 0 15,0 0 2384-15,0 0 400 0,17-6 80 0,-17 6 16 16,0 0-1040-16,24-10-208 0,-24 10-32 0,20-8-16 16,-20 8-1072-16,0 0-192 0,25-6-64 0,-25 6 0 0,0 0-256 0,0 0 0 15,24-3 0-15,-24 3 0 16,0 0-432-16,0 0-80 0,0 0-32 0,0 0-11520 15,0 0-2304-15</inkml:trace>
  <inkml:trace contextRef="#ctx0" brushRef="#br0" timeOffset="86957.44">13703 12022 1839 0,'0'0'160'0,"0"0"-160"0,0 0 0 0,0 0 0 16,0 0 3360-16,0 0 640 0,0 0 128 0,-10 26 32 0,10-26 320 0,-6 29 80 16,6-29 16-16,-5 33 0 0,5-33-2128 0,-5 36-416 15,5-36-96-15,-3 30-16 0,3-30-1152 0,0 0-256 0,1 36-32 16,-1-36-16-16,0 0-336 0,0 0-128 0,0 0 0 0,0 0 144 31,0 0-496-31,34 0-96 0,-24-10-32 0,1-2-17728 16</inkml:trace>
  <inkml:trace contextRef="#ctx0" brushRef="#br0" timeOffset="87257.73">14073 11862 22111 0,'0'0'1968'0,"0"0"-1584"0,5-8-384 0,-5 8 0 16,0 0 2544-16,-2-4 416 0,1 1 96 0,-1-2 16 15,-1-2-1088-15,-3 0-224 0,-2 0-32 0,0 2-16 0,-3 3-1040 0,2-1-208 16,-1 3-32-16,1 1-16 16,-1 3-112-1,2-2-32-15,1 4 0 0,-1 0 0 0,8-6-144 0,-13 14-128 0,13-14 144 0,-9 22-144 16,9-22 0-16,-5 26 0 16,5-26 0-16,-1 34 0 0,1-34 0 0,3 37 0 15,-3-37 0-15,7 53 0 0,-3-21 192 0,2 2-64 16,1-1-128-16,2 2 192 0,-1-1 64 0,0-2 16 15,1 0 0-15,-2-2 0 0,-1-1-272 0,-6-29 0 16,9 52 128-16,-9-52-128 0,3 50 0 0,-5-22 0 16,-1-1 0-16,-2-1 0 0,1-3 0 0,-3-2 0 0,0-2 0 0,-2-4 0 15,-2-3 0-15,0-3-176 0,-1-2 176 0,-2-5-208 32,-1-1-432-32,-1-4-64 0,-3 1-32 0,1-3-17696 0</inkml:trace>
  <inkml:trace contextRef="#ctx0" brushRef="#br0" timeOffset="87436.81">13781 12097 17503 0,'0'0'1552'16,"15"-8"-1232"-16,-15 8-320 0,0 0 0 15,0 0 3072-15,0 0 576 0,29-1 96 0,-29 1 32 16,44-3-960-16,-16 2-176 0,3-1-32 0,-3 0-16 0,-1 1-1696 0,-3-1-320 16,0-1-80-16,-3-1-16 15,-21 4-224-15,38-10-32 0,-20 6-16 0,-2-4 0 16,-2 2-208-16,1-2 0 0,-1 1 0 0,-1 0 0 15,0 0-544-15,-1 0-160 0,-12 7-16 0,18-10-17616 0</inkml:trace>
  <inkml:trace contextRef="#ctx0" brushRef="#br0" timeOffset="87624.58">14237 11972 13823 0,'5'-6'608'0,"0"1"128"0,-5 5-592 0,0 0-144 0,10-7 0 0,-10 7 0 16,0 0 2448-16,0 0 464 0,20-8 96 0,-20 8 0 15,23-6-304-15,-23 6-64 0,0 0-16 0,33 0 0 16,-33 0-1120-16,0 0-224 0,0 0-64 0,34 14 0 16,-34-14-688-16,0 0-144 0,0 0-16 0,0 0-16 15,0 0-352-15,31 18-192 0,-31-18 32 0,0 0-11536 16,0 0-2304-16</inkml:trace>
  <inkml:trace contextRef="#ctx0" brushRef="#br0" timeOffset="87782.65">14346 12020 21183 0,'0'0'944'0,"0"0"192"0,0 0-912 0,-6 24-224 0,6-24 0 0,0 0 0 0,0 0 2368 0,0 0 448 16,-4 24 64-16,4-24 32 0,-4 30-384 0,4-30-80 15,-2 33-16-15,2-33 0 0,1 29-1360 0,-1-29-288 16,0 0-48-16,3 34-16 0,-3-34-400 0,0 0-96 16,0 0-16-16,7 32 0 0,-7-32-208 15,0 0 0-15,0 0-144 0,0 0-12784 16,0 0-2560-16</inkml:trace>
  <inkml:trace contextRef="#ctx0" brushRef="#br0" timeOffset="88478.37">14623 12011 19343 0,'0'0'1728'0,"3"-5"-1392"16,-2 2-336-16,-1 3 0 0,0 0 2304 0,3-5 384 15,0 1 64-15,0-3 32 0,1-3 64 0,1 1 16 16,-1-1 0-16,0 3 0 0,-2 0-1776 0,-1 2-368 16,-1 0-64-16,-2 3-16 0,-2 1-224 0,-1 1-48 15,-3 1-16-15,-1 1 0 0,-1 3-192 0,-2 2-32 0,-1 3-128 0,-2-1 192 16,0 3-192-16,-1 3 0 0,2 1 128 0,-2 1-128 16,2 2 0-16,2 0 0 0,1 2 0 0,2-2 0 15,9-19 0-15,-11 35 0 0,11-35 0 0,-3 34 0 16,3-34 0-16,0 0 0 0,16 31 0 0,-16-31 0 15,0 0 0-15,36 9 0 0,-36-9 0 0,36-5 0 16,-36 5 0-16,39-11 0 0,-21 3 0 0,2 1 0 16,-1-2-512-1,1-1-64-15,0 0 0 0,0 1 0 0,-1 1-1776 0,-1-1-352 0,-2 3-80 0,-1-2-12896 16</inkml:trace>
  <inkml:trace contextRef="#ctx0" brushRef="#br0" timeOffset="89094.32">14819 12077 7887 0,'-1'-5'160'0,"1"5"32"0,-1-2 16 0,1 2 48 0,0 0-256 0,0 0 0 15,2-7 0-15,-1 3 0 0,2-4 2496 0,0-4 464 16,1-2 96-16,0-1 16 0,0 0-752 0,-1 0-144 16,1-1-16-16,-1 1-16 0,0 1-144 0,-1 2-16 15,-2 3-16-15,0 1 0 0,0 2-544 0,-2 2-96 16,2 4-32-16,-7 1 0 0,7-1-528 0,-9 9-128 16,9-9 0-16,-15 19-16 0,15-19-320 0,-18 24-64 15,8-10-16-15,0 1 0 0,0 1-224 0,0 0 144 16,0 2-144-16,0 0 128 0,1 1-128 0,1-2 0 0,-1-1 0 0,9-16 0 15,-10 28 0-15,10-28 0 0,0 0 0 0,0 0 0 16,2 32 0-16,-2-32 0 0,0 0 0 0,0 0 0 16,29-3 0-16,-18-3 0 0,1-2 0 15,0-1 0-15,1 0 0 0,-1-2 0 0,1 0 0 0,-2-1 0 16,1 0 0-16,-3 0-176 0,2 0 48 0,-4 1 0 16,-1 1 128-16,-1-1-128 0,-1 1 128 0,-1 3-128 15,-2 2 128-15,-1 2 0 0,0 3 0 0,0 0 0 16,0 0 0-16,-9 7 0 0,9-7 0 0,-9 15 0 15,9-15 192-15,-11 21-16 0,11-21-16 0,-10 26 0 16,10-26-32-16,-9 29 0 0,9-29 0 0,-4 28 0 0,4-28-128 16,0 0 192-16,6 33-192 0,-6-33 192 0,0 0-192 0,0 0 192 15,28 14-192-15,-28-14 192 16,21-5-192-16,-21 5 0 0,27-14 0 0,-13 3 128 0,2 1-128 0,0-2 0 16,-1 0 0-16,1-2 0 0,-1-2-304 0,1 3-32 15,-1-3-16-15,0 3 0 16,0 0-144-16,0-1-16 0,-1 0-16 0,0 0 0 15,-1 1 80-15,-2-1 0 0,0-2 16 0,-3 1 0 0,-1 0 240 0,-2-3 32 16,-1 1 16-16,-2-1 0 0,0 1 144 0,-2 0 0 16,0 3 160-16,-1 2-160 0,0 5 544 0,-1 0 16 0,2 7 0 0,-3-4 0 15,3 4-144-15,0 0-32 0,0 0 0 0,-9 23 0 16,9-23-128-16,-4 27-48 0,4-27 0 0,-1 32 0 16,1-32-80-16,-1 36 0 0,1-36-128 0,-1 47 192 15,1-47-192-15,1 53 144 0,-1-53-144 0,0 54 128 16,0-54 16-16,0 51 0 0,0-51 0 0,0 46 0 15,0-46-144-15,3 31 0 16,-3-31 0-16,0 0 128 0,0 0-336 0,0 0-80 0,14 29-16 0,-14-29 0 16,4-8-1296-16,-2-1-256 0</inkml:trace>
  <inkml:trace contextRef="#ctx0" brushRef="#br0" timeOffset="89299.41">15022 11901 24879 0,'0'0'2208'0,"-7"10"-1760"15,7-10-448-15,0 0 0 0,0 0 2128 0,0 0 352 16,0 0 64-16,0 0 16 0,0 0-464 16,8 38-96-16,-8-38-16 0,0 0 0 0,26 23-912 0,-26-23-192 15,0 0-48-15,40 6 0 0,-40-6-336 16,31-8-80-16,-31 8-16 0,31-12 0 0,-14 3-400 0,0 2 0 16,-2-3 128-16,1 0-128 0,-16 10-224 0,28-14-80 0,-28 14-16 0,25-12 0 31,-25 12-704-31,24-9-160 0,-24 9-32 0,20-7-17376 0</inkml:trace>
  <inkml:trace contextRef="#ctx0" brushRef="#br0" timeOffset="89506.34">15390 11932 19343 0,'0'0'1728'0,"0"0"-1392"16,0 0-336-16,0 0 0 15,0 0 1968-15,0 0 320 0,0 0 64 0,0 0 16 0,0 0 608 0,0 0 128 31,0 0 32-31,28 10 0 0,-28-10-1984 0,0 0-400 0,0 0-80 0,0 0-16 0,30-2-448 0,-30 2-80 32,0 0-128-32,18-8 176 0,-18 8-432 0,0 0-64 0,16-9-32 0,-16 9 0 31,0 0-1456-31,0 0-304 0,18-7-48 0,-18 7-16 16,0 0-640-16,0 0-128 0,0 0-16 0,0 0-8624 0</inkml:trace>
  <inkml:trace contextRef="#ctx0" brushRef="#br0" timeOffset="89743.34">15352 12062 17503 0,'0'0'1552'0,"0"0"-1232"0,0 0-320 0,0 0 0 16,0 0 2320-16,0 0 416 0,0 0 80 0,0 0 0 15,1 29 272-15,-1-29 48 0,-4 26 16 0,4-26 0 16,-10 38-1792-16,10-38-352 0,-13 40-80 0,13-40-16 15,-15 43-320-15,15-43-64 0,-12 38-16 0,12-38 0 0,-6 28-256 0,6-28-64 16,0 0-16-16,0 0 0 16,5 32-304-16,-5-32-64 0,0 0-16 0,18-6-12944 15,-18 6-2592-15</inkml:trace>
  <inkml:trace contextRef="#ctx0" brushRef="#br0" timeOffset="90390.56">15575 12056 10127 0,'0'0'896'0,"0"0"-704"15,0 0-192-15,5-8 0 0,-5 8 3696 0,0 0 704 0,0 0 144 0,0 0 16 16,0 0-1248-16,0 0-256 0,-14 22-48 0,14-22-16 16,-14 26-1552-16,14-26-304 0,-15 33-64 0,15-33-16 15,-12 40-448-15,12-40-96 0,-5 36 0 0,5-36-16 16,0 0-112-16,7 35-32 0,-7-35 0 0,0 0 0 16,0 0-224-16,28 23-128 0,-28-23 128 0,0 0-128 15,27-5 0-15,-27 5 0 0,21-10 0 0,-21 10 0 16,20-19 0-16,-10 9 0 0,0-2-192 0,-1-1 64 15,-1 0-80-15,0-1-16 0,-2 2 0 0,0-2 0 16,-3 2 32-16,-1 0 0 0,-2 1 0 0,-2 1 0 16,-1-1 64-16,-4 1 128 0,1 2-208 0,-4 1 80 0,-2 0 128 0,-1 3 0 15,-1 3 0-15,-1 4 0 0,1 2 0 0,0 1 0 16,2 2-144-16,1 2 144 0,0-1 0 0,11-9 0 16,-16 19 192-16,16-19-64 0,0 0 96 0,-11 18 16 15,11-18 0-15,0 0 0 0,0 0-112 0,0 0 0 16,0 0-128-16,29 0 192 0,-29 0-192 0,22-11 176 15,-9 4-176-15,0-1 160 16,1 0-160-16,0 0 0 0,1-1 0 0,1 1 0 0,0 0 0 0,0 0-192 16,0 1 32-16,0 0 16 0,-16 7 0 0,29-9 0 15,-29 9 0-15,30-4 0 0,-30 4 144 0,26 3 0 16,-26-3 0-16,0 0-128 0,37 14 128 0,-37-14 0 0,0 0 0 0,24 21 0 16,-24-21 0-16,0 0 0 0,11 34 0 15,-11-34 0-15,0 0 0 0,-1 40 0 0,1-40 0 16,-6 29 0-16,6-29 0 0,-6 28 128 0,6-28-128 0,-10 24 0 15,10-24 128-15,0 0-128 0,-12 24 128 0,12-24-128 16,0 0 144-16,0 0-144 0,0 0 192 0,0 0-192 16,0 0 128-16,-3-7-128 0,3 7 0 0,9-18 0 15,-2 7 0-15,1-1 0 0,1-5 0 0,2 1 0 16,0-3 0-16,1 0-144 0,-1-2 16 0,0 2 0 16,-1-1-160-16,-1 2-32 0,0-1 0 0,-2 4 0 15,0 3 160-15,0 3 32 0,-7 9 0 0,12-9 0 0,-12 9 128 0,0 0 0 16,0 0 0-1,0 0 0-15,0 0 224 0,15 35 32 0,-15-35 0 0,2 31 0 0,-2-31-16 0,2 36 0 16,-2-36 0-16,1 35 0 0,-1-35-96 0,0 35-16 16,0-35 0-16,2 32 0 0,-2-32-128 0,0 0 192 15,9 28-192-15,-9-28 192 0,0 0-192 16,0 0 0-16,0 0 0 0,0 0 0 16,22-2-512-16,-22 2-96 0,7-17-16 0,-1 6-18384 15</inkml:trace>
  <inkml:trace contextRef="#ctx0" brushRef="#br0" timeOffset="90818.54">16260 11842 17503 0,'0'0'1552'0,"0"0"-1232"0,0 0-320 0,0 0 0 16,0 0 1072-16,0 0 144 0,0 0 48 0,0 0 0 15,0 0 1872-15,-9 20 384 0,9-20 80 0,0 0 16 16,0 0-1520-16,0 0-304 0,0 0-64 0,0 0-16 15,31 8-1056-15,-31-8-208 16,0 0-32-16,31-4-16 0,-31 4-144 0,24-2-48 0,-24 2 0 0,24-5 0 16,-24 5-16-16,24-3-16 0,-24 3 0 0,27-1 0 0,-27 1-176 0,27 0 192 15,-27 0-192-15,24 1 192 16,-24-1-192-16,0 0 192 0,30 5-192 0,-30-5 192 0,0 0-192 0,0 0 128 16,0 0-128-16,25 9 128 0,-25-9-128 0,0 0 0 15,0 0 0-15,0 0 0 16,0 0 0-16,0 0 0 0,4 29 128 0,-4-29-128 0,0 0 160 0,-1 35 0 15,1-35 0-15,-2 31 0 0,2-31 32 0,-1 42 16 16,1-42 0-16,-3 58 0 0,2-25 80 0,-1 1 16 16,1 1 0-16,0-2 0 0,1-4-96 0,0 0-16 15,3-1 0-15,-3-28 0 0,4 52 0 16,-4-52 0-16,5 44 0 0,-5-44 0 0,4 38-192 0,-4-38 0 16,1 29 128-16,-1-29-128 0,0 0 0 0,-4 26 0 0,4-26 0 0,0 0 0 15,-20 9 0-15,20-9 128 0,-23-3-128 0,6-3 0 16,-5-1 0-16,-6-3 0 0,-5-4 0 0,-11-2-21792 15</inkml:trace>
</inkml:ink>
</file>

<file path=ppt/ink/ink1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71.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5:41:26.285"/>
    </inkml:context>
    <inkml:brush xml:id="br0">
      <inkml:brushProperty name="width" value="0.05292" units="cm"/>
      <inkml:brushProperty name="height" value="0.05292" units="cm"/>
      <inkml:brushProperty name="color" value="#FF0000"/>
    </inkml:brush>
  </inkml:definitions>
  <inkml:trace contextRef="#ctx0" brushRef="#br0">3844 7432 17503 0,'0'-2'1552'0,"0"-2"-1232"0,0 3-320 0,0-1 0 16,0 1 1104-16,0-1 176 0,-1 0 16 0,1-3 16 15,0-2 80-15,-1 0 16 0,1 1 0 0,1 0 0 16,-1 1-160-16,1 1-32 0,0 1 0 0,-1 1 0 0,1 0-400 0,-1 1-96 31,0 1-16-31,-1 0 0 0,1 0-304 0,-2 1-64 16,1 1-16-16,-1 3 0 0,1-3-144 0,-1 5-48 0,-1 0 0 0,0 4 0 0,0 0-128 0,2 0 160 31,-3 4-160-31,2 1 160 0,-1 1-160 0,0 3 0 0,1 3 0 0,-1 3 0 16,0 2 0-16,-1 1 128 0,2-1-128 0,0-1 0 0,0-2 256 0,2-4-48 15,-1-1 0-15,1-4 0 0,0-2-16 0,0 0-16 16,0-3 0-16,0-2 0 0,1-3-176 0,-1 0 0 16,2-2 0-16,-1-1 128 0,0-1-128 15,0 0 0-15,1-4 144 0,1-1-144 0,0-1 144 0,1-1-144 0,-1-4 192 0,2-1-192 16,0 0 288-16,-1-2-48 15,2-2-16-15,-1-1 0 0,1 0-224 0,-1-2 0 0,1 0 0 0,0 2 0 16,-2 0 0-16,2-2 0 0,-1 2 0 0,0 1 0 31,0 0 0-31,-1 3 0 0,0 1 0 0,1-2 0 0,-1 3 0 0,0-1 0 16,0 5 0-16,-2 0 0 0,1 2 0 0,0 2 0 0,-1-1 0 0,-1 2 0 0,0 0 0 16,0 2 0-16,0 0 0 0,-1 1 0 15,0 2 0 1,0-1 0-16,0 3 0 0,0 0 0 0,0-1 0 0,1 2 0 15,-1 2 0-15,1 0 0 0,1-1 0 0,-1 0 0 16,-1-9 0-16,0 0 0 0,7 36 0 0,-7-36 0 16,0 0 0-16,10 34 0 0,-10-34 0 0,0 0 0 15,0 0 0-15,16 37 0 0,-16-37 0 0,0 0-128 16,0 0 128-16,0 0 0 0,0 0 0 0,0 0 0 16,0 0 0-16,0 0 0 0,0 0 0 0,38 17 0 15,-35-21 0-15,1 0 0 0,-1 0 192 0,0-3 0 0,0 0 0 16,0-1 0-16,1-1 64 0,-1 2 0 0,-2-3 0 0,2-1 0 15,1 1-256-15,-1 1 176 0,-1-3-176 0,1 0 160 16,1 0-160-16,-1 0 0 0,0-2 0 0,1 2 0 16,0 0 0-16,0 0 0 0,0 0 0 0,0 1 0 15,1-1 0-15,-1 3 0 0,0 0 0 0,0 1 0 16,-2 3 0-16,1 0-176 0,0 1 16 0,0 1 0 16,0 2-1696-16,0 0-352 15</inkml:trace>
  <inkml:trace contextRef="#ctx0" brushRef="#br0" timeOffset="409.26">4222 7504 9215 0,'0'-3'400'0,"0"0"96"0,1 1-496 0,-1 1 0 15,0 0 0-15,0 1 0 0,0 0 1488 0,0-2 208 16,0 2 32-16,-1-3 16 0,0 1 176 0,-1 1 16 0,1 1 16 0,-1 3 0 15,0 0-848-15,-1-1-160 0,2 2-48 0,-1 1 0 16,0 0-448-16,-1 0-112 0,0 2-16 0,1 2 0 16,-1-1 80-16,1 3 16 0,0 1 0 0,0 2 0 15,1 0 32-15,0-1 0 0,1-13 0 0,0 30 0 16,0-30-80-16,3 27-16 0,-3-27 0 0,0 0 0 16,0 0-80-16,15 35-16 0,-15-35 0 0,0 0 0 15,0 0 64-15,0 0 16 0,0 0 0 0,34 0 0 16,-27-6 272-16,-1-2 48 0,1 1 16 0,-1-3 0 15,0 1-208-15,0-1-32 0,0-2-16 0,0 1 0 16,0-1-416-16,-2-2 128 0,0 2-128 0,-1-2 0 0,0 2 0 0,-2 2 0 16,-1-2 0-16,-1 0 0 0,-1 0 0 0,-2 3 0 15,0 2 128-15,-2 0-128 0,-1 4 0 0,-2 2 0 16,0 2 0-16,-2 1 0 16,1 2 0-16,-1 1 0 0,3-2 0 0,0 2 0 0,-1 2 0 0,2-1 0 15,0 0 0-15,2 1 0 0,1-2 0 0,2-2 0 16,1 1 0-16,2-1-11136 15,2-1-2176-15</inkml:trace>
  <inkml:trace contextRef="#ctx0" brushRef="#br0" timeOffset="5202.72">4565 7498 13823 0,'-2'0'1216'0,"0"0"-960"16,0 1-256-16,2 1 0 15,-1-2 0-15,0 2 0 0,-1 1-144 0,-4-1 144 16,0 5 400-16,-1 0 176 0,0 3 48 0,-1-1 0 0,3 1 432 0,-2 1 96 16,2-1 0-16,1 2 16 0,0-2 96 0,0 1 16 0,2-1 0 0,0 1 0 15,1-1-48-15,-1 2 0 16,2-2 0-16,0 1 0 15,1-1-32-15,-1-10-16 0,0 0 0 0,0 0 0 0,13 40-608 0,-13-40-112 16,0 0-16-16,0 0-16 16,0 0-304-16,0 0-128 0,44 27 0 0,-32-31 128 0,1-2 0 0,-1-4 0 15,1-3 0-15,0-2 0 0,-1-2 320 16,-2 0 48-16,0 1 16 0,-1-3 0 0,-1 2-384 16,-2 2-128-16,0 0 0 0,-3 0 0 0,-2 1 0 15,-2 2 0-15,-1 1 0 0,-3 3 0 0,-1 2 0 0,-3 3 0 16,-2 0 0-16,-1 1 0 0,0 4 0 0,-1 1 0 15,1 2 0-15,-1 1 0 0,3 2 0 0,0-1 0 16,2 1 0-16,2 1 0 0,1-3 0 0,1 2-192 16,3-1 192-16,1 0-16576 15</inkml:trace>
  <inkml:trace contextRef="#ctx0" brushRef="#br0" timeOffset="5817.7">4946 7591 15663 0,'4'-2'688'0,"-3"1"144"0,1 1-656 0,0-2-176 0,-1 2 0 0,0-1 0 16,0 0 2416-16,1 1 448 0,1-2 80 0,0-1 32 16,1-1-560-16,0 1-112 0,-1 3-32 0,-1-2 0 15,0 0-1024-15,0 1-208 0,-1 1-32 0,0-2-16 16,0 2-480-16,-1-2-112 0,1 1-16 0,-2 1 0 0,1-2-224 0,-1 0-160 15,0-2 192-15,-1 0-192 0,0 0 176 0,1-3-176 16,-1 2 160-16,1-2-160 0,-1-2 192 0,-1-1-64 16,0 0-128-16,-1 1 192 15,0 0-64-15,-3 1 0 0,1 4-128 0,-3 1 192 0,1 3-192 0,-1 0 144 16,-1 0-144-16,-1 3 128 0,2 1-128 0,-1 1 0 16,0 4 0-16,-2 1 128 0,1 2-128 0,-1 2 0 15,0 0 0-15,1 3 0 0,0 2 0 0,2 0 0 16,1 0 0-16,1 0 0 0,1 1 0 0,4-4 0 0,1 0 0 15,1-16 0-15,0 0 0 0,10 35 0 0,-10-35 0 0,0 0 0 16,0 0 0-16,40 12 0 0,-40-12 0 0,27-6 0 16,-12 1 0-16,0-2 0 0,2-1 0 0,-2-4 0 15,-1 1 0 1,0-1 128-16,1-3-128 0,-1-1 128 0,0 2 0 0,-2-2-128 0,1-1 192 0,-2 0-64 16,1 3-128-16,-1-5 0 0,0-2 0 15,-1-1 0-15,-1 1 0 0,-1 0 0 0,-3-1 0 0,0-2 0 16,-2 0 0-16,-2-2 0 0,-1 0 0 0,-2-2 0 15,0 2 0-15,0 2 0 16,0 3 0-16,0 0 0 0,1 4 0 0,0 1 0 0,0 4 0 0,0 2 0 16,0 3 0-16,-1 3 0 0,1 1 0 0,-1 0 0 0,0 3 0 0,0 3 0 15,-1 2 0-15,0 0 0 0,1 5 0 0,-2 2 0 16,2 3 0 0,-2 4 0-16,1 3 144 0,0 6-144 0,1 3 160 0,-1 2-160 0,1 0 128 0,-1 1-128 15,1 2 0-15,0-2 0 16,2-2 128-16,-1 0-128 0,2 2 0 0,2-3 144 0,-3-31-144 0,11 54 0 15,-11-54 144-15,14 38-144 0,-14-38 0 0,0 0 0 16,0 0 0-16,33 36-12608 16,-33-36-2560-16</inkml:trace>
  <inkml:trace contextRef="#ctx0" brushRef="#br0" timeOffset="8154.53">3718 8418 7359 0,'-2'0'656'0,"1"0"-528"0,1 0-128 0,-1 0 0 15,1 0 816-15,0 0 128 16,-1 0 16-16,0 0 16 0,1 0 496 0,-1-2 112 0,2 1 16 0,-1 0 0 15,3-2 16-15,0 1 16 0,2-1 0 0,-1 0 0 16,3 0-416-16,-1 0-64 0,3 1-32 0,0-1 0 16,0 1-288-16,1-2-64 0,1 1-16 0,1 0 0 0,0-1 112 0,2-1 32 15,-1 2 0-15,0-1 0 16,0-3-224-16,0 2-32 0,-1 1-16 0,1-2 0 16,-2 2-288-16,-1-1-48 15,0 0-16-15,-2 1 0 0,-1-1-272 0,-2 0 128 0,1 3-128 0,-1-3 0 0,-2 3 0 0,0-1 0 16,-1 3 0-16,-1 0 0 15,-2 0-560-15,-1 2-64 0,-1-1-16 0,-1 2 0 16,-1 2-1936 0,0 1-400-16,-3 1-80 0,0 0-16 15,0 0-64-15,0 1-32 0,0-1 0 0,0 2 0 16,2-2 864-16,-1 0 160 0,2 0 32 0,0-2 16 0,1-3 1392 0,1 1 288 0,0 0 48 0,0-1 16 16,2 0 736-16,0-2 160 0,0 0 32 0,0-2 0 15,1 2 816-15,0-2 160 0,1 1 48 0,-1-1 0 16,0-1 16-16,0 3 16 0,0 0 0 0,0 0 0 15,-1 0-128-15,0 1-32 0,1 1 0 0,-2 3 0 16,-1 1-592-16,0 2-128 0,0 4-32 0,-1 4 0 16,0 3 112-16,-1 0 32 0,2 0 0 0,-1 0 0 15,0 3-304-15,0 1-64 0,0 3-16 0,0 0 0 16,0-2-160-16,2-1-48 0,0 1 0 0,0-1 0 0,1 0-16 16,1-7 0-16,1 0 0 0,-1-16 0 0,0 0-256 0,0 0 0 15,13 38 0-15,-9-35 0 16,0-1-704-16,1-4-32 0</inkml:trace>
  <inkml:trace contextRef="#ctx0" brushRef="#br0" timeOffset="8674.68">4061 8648 2751 0,'6'-2'256'0,"-4"2"-256"0,2 0 0 0,-1 0 0 0,-1 0 2336 0,-1-1 416 0,1 1 96 0,1-1 16 16,2 1-48-16,2-3-16 0,1-1 0 0,-1 1 0 15,1-1-1072-15,-1-4-192 0,0 1-64 0,-1 0 0 16,1-2-544-16,-2 2-112 0,0-3-32 0,-2 0 0 16,1 1-496-16,-2 0-96 0,-2 1-32 0,-1-1 0 15,-1 2 32-15,-1-2 0 0,-2 4 0 0,-1 0 0 16,0 0 96-16,-2 4 32 0,0 2 0 0,-1 1 0 16,0 3-192-16,-1-1-128 0,1 2 192 0,-1 3-192 15,0-1 144-15,1 3-144 0,-1-1 0 0,2 2 144 16,1 2-144-16,0 0 0 0,0 1 0 0,2 1 0 0,0-2 0 0,1 2 0 15,2-1 128-15,0-1-128 0,1 0 0 0,2-4 0 16,1-1 0-16,0-1 0 0,-2-8 0 0,0 0 0 16,0 0 0-16,0 0 0 0,0 0 0 0,0 0 0 15,0 0 0-15,43 11 0 0,-35-15 0 16,1 0 128-16,0-2-128 0,1 1 0 0,0-2 0 0,2 0 0 16,-2 0 0-16,1-2 0 0,0-1 0 0,0 0 0 15,-1 1 0-15,0 0 0 0,-1-2 0 0,-2 2 0 16,0-2 0-16,-2 2 0 0,0 0 0 0,-2 1 0 15,0 3 0-15,-3-2 0 0,0 2 0 0,0 1 0 16,-1 1 0-16,0 1 0 0,0 1 0 0,-1 2 0 16,0 1 0-16,1 3 128 0,-1-1-128 0,1 2 0 0,0 2 0 15,0 0 0-15,1-3 288 0,0 4 32 0,0 1 0 0,1-1 0 16,0-2 80-16,1 1 32 0,0 0 0 0,1 0 0 16,1-4-176-16,0 1-16 0,1 0-16 0,-1-5 0 15,3 2-224-15,-2-2 144 0,2 0-144 0,-1-2 128 16,0 0-128-16,1-1 0 0,-2-2 0 0,2 1 0 31,-2-3-608-31,2 2-48 0,0-4-16 0,0-1-15632 0</inkml:trace>
  <inkml:trace contextRef="#ctx0" brushRef="#br0" timeOffset="9132.04">4436 8324 18431 0,'-1'-3'816'0,"0"3"160"0,1 0-784 0,-1 0-192 15,1 1 0-15,-1 1 0 16,0 0 1552-16,-1 3 272 0,0 4 48 0,-2 2 16 15,-2 6 208-15,0 1 32 0,-2 2 16 0,0 2 0 0,1-1-736 0,-3 1-128 16,2 1-48-16,0 1 0 16,1-2-768-16,0 1-144 0,0-2-48 0,3 2 0 0,-1-3-272 0,3-2 0 15,0-1 128-15,2-2-128 0,1-3 0 0,1-3 0 16,1-2 0-16,1-2 0 0,-4-5 0 0,0 0 0 16,0 0 0-16,0 0 0 15,0 0 0-15,0 0 0 0,39 3 0 0,-33-6 0 0,0-2 0 0,1-2 0 0,-1 1 0 0,-1 0 0 16,1-3-128-16,-2 2-96 0,1-4-16 0,0 0 0 31,-2 0-2384-31,-1-1-496 0,-1 2-80 0,-1-1-32 16,-1 1-608-16,-3 0-112 0,0-1-16 0,-3 2-16 15,0 1 1584-15,-2-2 320 0,-2 1 64 0,-1 2 16 0,0 0 1472 0,0 2 288 0,0 3 64 0,0 2 16 16,1 0 384-16,1 2 80 0,0 0 16 0,2 3 0 16,2 0 1328-16,1 0 272 0,1 2 48 0,2-3 16 15,1 2 736-15,0-1 160 0,2-2 16 0,0 1 16 16,1 0-224-16,3-4-64 0,1 0 0 0,2-2 0 15,2-3-592-15,0 1-128 0,2-2-32 0,0-2 0 0,1-1-1024 16,1 1-208-16,1-1-32 0,0-2-16 0,1 1-352 16,-1 1-80-16,1 0-16 0,0-1 0 0,0 3-144 0,-1 0 0 15,-1-2 0-15,-1 4 0 0,1 0 0 0,-2 0 0 16,-1 1-192-16,-1 1 192 16,-2 3-1920-16,0 0-272 0</inkml:trace>
  <inkml:trace contextRef="#ctx0" brushRef="#br0" timeOffset="9603.87">4626 8535 7359 0,'0'2'656'0,"1"-1"-528"0,0 0-128 0,0-1 0 15,-1 0 1984-15,0-1 384 0,1 1 64 0,0-1 0 16,0 1 912-16,1-2 176 0,2-1 48 0,-1 1 0 16,0-3-1264-16,1 0-256 0,0-1-64 0,0-2 0 15,0 1-1280-15,0-2-256 0,0-1-48 0,-2 1-16 31,0 0-128-31,-1-1-48 0,0 0 0 0,-2 1 0 0,0 2-208 0,-1-1 0 0,-2 4 128 0,0 1-128 16,-1 1 0-16,0 2 0 0,-1 2 0 0,0 1 0 16,-2 4 0-16,1 1 128 0,-1 3-128 0,-2 3 0 15,2 0 0-15,-1 1 0 0,0 1 0 0,1 1 0 16,1-1 0-16,0 1 0 0,1 0 0 0,0 1 0 0,2 1 0 16,1-2 0-1,1-1 0-15,0-3 0 0,2 0 0 0,0-3 0 0,1 0 0 0,1-3 0 0,1-2 0 0,0-3 0 16,2-2 0-16,0 0 0 0,1-4 0 0,1 1 0 15,0-4 0-15,0-1 0 0,3-3 0 0,-1-1 0 32,2-3 0-32,-1 1 0 0,0-2 0 0,0-1 0 0,0 0 0 0,-2 1 0 15,1 2-336 1,-4 0-64-16,1 2-16 0,-3 2 0 0,0 3 208 0,-1 2 32 0,-1 1 16 0,-1 2 0 0,0 4 160 0,-1 0 0 16,-1 0 0-16,0 3 0 0,1 2 0 0,-2 1 144 15,0 1-16-15,1 2-128 0,0-1 352 0,0 2-32 16,1 0-16-16,1 0 0 0,1 0 16 0,0-1 16 0,0-1 0 15,1-1 0 1,1-1-32-16,1-2-16 0,0 0 0 0,2-2 0 0,0-1-288 0,0-1 0 0,0-2 0 16,2-2 0-16,-1 1 0 0,2-3 0 0,-1-3 0 15,0 0-11856-15,1-1-2416 0</inkml:trace>
  <inkml:trace contextRef="#ctx0" brushRef="#br0" timeOffset="10204.74">4885 8452 11967 0,'-3'-3'528'0,"1"1"112"16,1-1-512-16,0 3-128 0,0 0 0 0,0 0 0 15,0 1 2064-15,0 1 384 0,-1 0 80 0,-2 1 16 0,0 1 384 0,1 2 80 16,-1 2 0-16,-1 1 16 0,2 2-1008 0,1-1-208 16,-2 4-32-16,1 0-16 0,-1 2-1136 0,2-1-240 15,-2 3-32-15,1-3-16 0,1-4-336 0,0 1 128 16,0 1-128-16,-1 0 0 0,2-3 0 0,-1-1 0 15,1 1 0-15,1-6 128 0,-1 1-128 0,1-4 0 16,1 1 0-16,1-5 0 0,0 1 0 0,0-3 0 16,1-2 0-16,2-2 0 0,1-2 0 0,0-2 0 15,0-4 0-15,0 1 0 0,0 1 0 0,-1-1 0 0,2-1-144 0,-2 0 144 16,0 0-128-16,1 2 128 16,-1-2-160-16,1 3 160 0,-1 2 0 0,1 3 0 0,-1 1 0 0,0 4 0 15,0 1 0-15,-2 3 0 0,1 0 0 0,-1 5 0 16,1-1 0-16,-4-4 0 0,0 0 144 0,0 0-144 15,7 36 272-15,-7-36-32 0,1 22-16 0,-1-8 0 16,-1 0-96-16,0 0 0 0,0 0-128 0,0-2 192 16,0 2-192-16,-1-2 144 0,2 0-144 0,-2-2 128 15,2-4-128-15,-1 2 0 0,1-3 0 0,0-1 0 16,0-1 0-16,1-2 0 0,0-1 128 0,-1-1-128 16,1-2 0-16,-1-1 0 0,2-1 0 0,0-3 0 15,0 2 0-15,1-4 0 0,1 0 0 0,-2 1 0 0,3-3 0 0,0-1 0 16,0 1 0-16,1-2 0 0,1 1 0 0,1-3 0 15,1 3 0-15,-1-1 0 0,1 0 0 0,-2 3 0 16,1 1 0-16,0 1 0 0,-1 0-128 16,0 1 128-16,0 2 0 0,-1 0 0 0,-1 3 0 0,-1 1 0 15,0 1 0-15,-2 1 0 0,1 1 0 0,-1 1 0 16,0 1 0-16,0 2 0 0,-1-1 0 0,-1 4 0 16,1 1 0-16,-1 0 0 0,1 1 0 0,-1 2 0 15,0 0 0-15,0 0 0 0,0 0 0 0,-1 0 0 16,0 2 176-16,0 0-176 0,0-2 256 0,0 0-32 0,1 0-16 0,0-1 0 15,0-2-80-15,1-1-128 0,0-3 176 0,0 2-176 16,0-5 0-16,0 1 0 0,0-1 0 0,1-2 0 16,0-1 0-16,0-1-224 0,1-2 32 0,-1-1-12224 15,3-2-2464-15</inkml:trace>
  <inkml:trace contextRef="#ctx0" brushRef="#br0" timeOffset="10451.58">5244 8406 11967 0,'0'0'1072'16,"1"-2"-864"-16,-1 2-208 0,0 0 0 0,0 0 2512 0,1 0 464 15,1-1 96-15,0 0 0 0,2-1 352 0,0 2 64 16,2-3 16-16,0 3 0 0,2-2-1744 0,0 2-352 16,1-2-64-16,-2 2 0 15,-7 0-960-15,0 0-176 0,0 0-32 0,33 2-16 0,-33-2-160 0,0 0 0 16,0 0 0-16,0 0 128 0,0 0-128 0,36 5 0 15,-33-3 0-15,0-2 0 16,-2 2-912-16,0 0-112 0,-1 1-32 0,-1 2-16144 0</inkml:trace>
  <inkml:trace contextRef="#ctx0" brushRef="#br0" timeOffset="10616.41">5316 8516 11055 0,'-2'4'480'0,"0"-1"112"0,0 2-464 0,1-3-128 0,0 0 0 0,0 1 0 16,-1 1 1920-16,0 3 352 0,-2 4 80 0,-1 2 16 15,-2 6 576-15,1 0 128 0,-1 1 32 0,0 1 0 16,0 1-784-16,2-2-144 0,0-1-48 0,2-3 0 16,1-1-1392-16,2-5-288 15,0-10-48-15,0 0-16 0,0 0-672 0,0 0-144 0</inkml:trace>
  <inkml:trace contextRef="#ctx0" brushRef="#br0" timeOffset="12324.28">4031 9275 19343 0,'0'-3'1728'16,"0"-2"-1392"-1,1 3-336-15,-1 0 0 0,-1 2 1088 0,1-1 128 16,-2-3 48-16,-1-1 0 0,-1-2 448 0,-1 0 80 0,-2 1 32 0,0 2 0 16,-1-1-560-16,0 3-112 0,-1 1-32 0,-1 0 0 0,1 1-384 0,0 0-80 15,0 2-16-15,-2 1 0 0,1 4-352 0,-1-2-80 16,0 4-16-16,-1 3 0 15,0 2-192-15,-2 2 0 16,1 4 0-16,1-2 0 0,2-1 0 0,-1 4 0 0,2 5 0 0,1 3 0 0,0 3 0 0,4 1 0 31,1 1 0-31,1-4 0 0,3 0 0 0,-1-30 0 0,7 40 0 0,-7-40 0 0,0 0 176 16,0 0 32-16,29 43 16 0,-29-43 0 0,0 0 160 16,0 0 16-16,43 7 16 0,-31-11 0 0,0-1-176 15,1 0-48-15,0-2 0 0,1 0 0 16,0-3-192-16,0-3 0 0,1 2 0 0,0-1 0 0,0 0 0 0,-1 1 0 0,0 1 0 0,0-2 0 31,-1 1 0-31,-1-1 0 0,-1 2-160 0,-1 3 160 16,0 0-800-1,-2 2-80-15,0 0-16 0,-1 2-16048 0</inkml:trace>
  <inkml:trace contextRef="#ctx0" brushRef="#br0" timeOffset="13098.87">4229 9518 14735 0,'1'-2'1312'0,"0"0"-1056"16,0 0-256-16,-1 2 0 0,0-2 1984 0,1 1 352 15,0-3 64-15,0-1 16 0,2-3 32 0,0-1 16 16,0 0 0-16,0-1 0 0,-1 0-1152 0,0 1-224 16,-1 0-64-16,0-1 0 0,-1 3-624 0,-1 0-128 15,-1-2-16-15,0 4-16 0,-2 0-112 0,0 2 0 16,0 0-128-16,-1 2 192 0,-2 1 0 0,-1 1-16 15,1 2 0-15,-2 0 0 0,3 4-176 0,-1-2 160 0,1 3-160 16,-2 1 160-16,1 5-160 0,-1 0 0 16,-1 3 0-16,2 2 0 0,1 0 0 0,2 2 0 0,0-3 0 15,1-1 0-15,2-2 0 0,1-1 0 0,0-2 0 0,0-12 0 16,0 0 0-16,0 0 0 0,0 0 0 0,17 35 0 16,-11-35 0-16,0 0 0 0,1-4 0 0,2 1 0 15,-1-4 0-15,2 0 0 0,0-3 0 0,1-2 0 16,0-2 0-16,-1 0 0 0,0-2 0 0,-1 1 0 15,0 1 0-15,-3 2 0 0,1-2-144 0,-2 3 144 16,0 3 0-16,-1-1-128 0,-1 4 128 0,-1 0 0 0,-1 0 0 0,0 3 0 16,0 0 0-16,-1 2 0 0,-1 2 0 0,1 0 0 15,-1 1 0-15,-1 4 0 0,1 0 0 0,0 2 0 16,-1 1 0-16,0 2 0 0,1 0 0 0,0-1 0 16,1-3 0-16,0 1 0 0,2-2 320 0,-1-1-48 15,2-2 0-15,-2 0 0 0,3-1-80 0,-1-3 0 16,0 0-16-16,-1 0 0 0,2-3-176 0,-1 1 0 15,2-1 0-15,-2-1 0 0,2-1 0 0,-1-1 0 16,-1 1 128-16,1 0-128 0,1 0 0 0,-1 0 0 16,1-2 0-16,1-1 0 15,-2 2-576-15,0-1-64 0,1 0 0 0,-2-1 0 16,2 1-832-16,-1 0-160 0,-1 0-32 0,1-2-16 16,0 1 992-16,-1-1 208 0,1 2 32 0,0-3 16 0,0 1 432 0,1-1 0 0,0 2 0 0,0 0 176 15,1 1 400-15,0 0 64 0,0 2 32 0,0 0 0 16,-1 2 224-16,0 3 64 0,-2 0 0 0,1 3 0 15,0 2-320-15,0 2-48 0,-4-7-16 16,0 0 0-16,9 38-352 0,-9-38-80 0,4 37-16 0,-4-17 0 16,0-2-128-16,-2 2 0 0,0-2 0 0,-1 2 128 15,-1-2-128-15,1 0 0 0,-1-4 0 0,1-3 0 16,0-2 0-16,2-3 160 0,-1 0-160 0,0-3 160 0,1-3 48 16,0 0 16-16,0-2 0 0,0-2 0 0,1-2 32 0,0-3 0 15,0-3 0-15,2 0 0 0,1-2-64 0,0-3-16 16,0-2 0-16,1 3 0 0,0-1-176 0,1-2 0 15,1-3 144-15,1 1-144 0,2 0 0 0,0 0 0 16,0 4 0-16,0 0 128 0,1 4-128 0,-2 3 0 16,0 5 0-16,-1 0 0 15,-2 4-128-15,1 0 0 0,0 3 0 0,-1 1-12048 16,1 2-2416-16</inkml:trace>
  <inkml:trace contextRef="#ctx0" brushRef="#br0" timeOffset="13414.62">4656 9381 9215 0,'0'-5'816'0,"0"1"-656"0,0 1-160 0,0 1 0 15,0 0 1984-15,0 1 384 0,0-3 64 0,0-4 0 16,0 0 400-16,0 0 80 0,0 3 16 0,0 0 0 16,1 3-1248-16,-1 2-240 0,0 5-48 0,0 2-16 15,0 3-656-15,0 1-128 0,-1 4-16 0,1 1-16 16,0 1-256-16,-1 4-48 15,1 3-16-15,0 0 0 0,-1 2 64 0,0 2 16 0,0 0 0 0,1-2 0 0,-1-2-64 0,1 0 0 32,-1 0 0-32,1-3 0 0,-1-2-256 0,0-3 128 0,0 1-128 0,-1-2 0 0,1-1 128 0,0 0-128 15,0-2 0-15,-1-5 0 0,1 0 0 0,-1-3 0 16,1-1 0-16,0-2 0 16,0-2 0-16,0-2 0 0,1-1 0 0,-1-1 0 15,1-4 0-15,0-1 0 0,0-2 0 0,0-2 0 16,1-2-1840-16,1-4-320 0,1-3-64 0,0 0-12688 0</inkml:trace>
  <inkml:trace contextRef="#ctx0" brushRef="#br0" timeOffset="13669.98">4665 9416 10127 0,'-1'-11'448'0,"0"2"96"0,0 1-544 0,1 4 0 0,0 1 0 0,0 3 0 0,0-3 2192 0,0 0 336 0,0-3 64 0,1-2 16 31,1 0 128-31,1 3 16 0,-1-2 16 0,3 2 0 0,1 1-816 0,-1 3-160 0,4-1-48 0,-1 0 0 16,0 4-912-16,2-2-176 0,-10 0-32 0,0 0-16 15,0 0-464-15,39 17-144 0,-39-17 0 0,0 0 0 16,0 0 0-16,35 30 0 0,-35-30 0 0,0 0 0 16,0 0 0-16,0 0 0 15,14 38 0-15,-16-31 0 0,0 0 0 0,-2-1 0 16,1 0 0-16,-3-1 0 0,-1 0 0 0,-3-1 0 16,-1 1 128-16,-1-2-128 0,-1-1 0 0,1 1 0 15,1-1 0-15,2 0 0 0,0 1 0 0,2-3 0 16,1 2-128-16,3-1 128 15,0 0-1664-15,1 1-224 0</inkml:trace>
  <inkml:trace contextRef="#ctx0" brushRef="#br0" timeOffset="14176.91">4887 9474 6447 0,'0'-3'128'0,"0"1"48"0,0 0 0 0,0 1 16 0,0 1-192 0,-1 0 0 0,0 0 0 0,1-2 0 16,-1 2 1632-16,0 0 288 0,-1-1 64 0,1 0 16 16,0 1 96-16,0 1 16 0,0 0 0 0,1-1 0 15,-1 0-288-15,1 2-48 0,-1-2-16 0,1 1 0 16,0 1-224-16,0 0-32 0,1-2-16 0,0 1 0 0,0 1-384 0,0 0-80 16,0-2 0-16,0 2-16 0,1-2-432 0,0 2-96 15,0-2-16-15,1 1 0 0,0 1-304 0,2-2-160 16,-1 0 160-16,2 0-160 0,1 1 0 0,0-2 128 15,0 1-128-15,2-3 0 0,-2 3 0 0,1-3 0 16,1 0 0-16,0-2 0 0,1-2 0 0,-2 2 0 16,1-1 0-16,-1 0 0 0,1-1 0 0,0-2 0 15,-2 2 128-15,-1 1-128 0,-2 0 0 0,0-1 0 0,-1 2 0 16,-1-2 0-16,-2 3 0 0,-1-2 0 0,0 1 0 0,-3 1 0 16,0 1 0-16,-3-1 128 0,1 3-128 0,-2-1 0 15,0 2 0-15,-1 0 0 0,0 2 128 0,1 1-128 16,0-1 0-16,1 3 0 0,1-3 0 0,0 1 0 15,-1 2 0-15,2-1 0 0,-1 3 0 0,2-2 0 16,-2 2 0-16,2 0 0 0,0 0 0 0,0 0 0 16,0 3 0-16,2-3 0 0,-1 2 0 0,1 0 0 15,1 0 0-15,1-1 0 0,0 1 0 0,0-9 0 16,0 0 128-16,0 0-128 0,0 0 0 0,0 0 144 0,23 37 192 0,-23-37 48 16,0 0 0-16,0 0 0 0,0 0-256 0,0 0-128 15,41 12 128-15,-33-12-128 0,-1-2 0 0,0 1 0 16,1-4 0-16,-1 2 0 15,1-1-320-15,0-3-64 0,-1 5-32 0,1-5-17264 16</inkml:trace>
  <inkml:trace contextRef="#ctx0" brushRef="#br0" timeOffset="14856.53">5277 9267 21183 0,'-1'-8'944'0,"1"2"192"0,0 1-912 0,0 3-224 16,0-2 0-16,0 3 0 0,-1-3 1360 0,1 0 240 16,-1-2 32-16,0 0 16 0,0 0 144 0,0 2 48 15,0 3 0-15,0 2 0 0,-1 3-880 0,-1 2-160 16,1 3-32-16,-1 2-16 0,1 1-464 0,0 2-96 16,0 3 0-16,-1-1-16 0,0 4-176 0,1 1 0 15,-1 0 0 1,0 3 128-16,0 0-128 0,0 0 0 0,1-1 0 0,0 0 128 15,0-1 80-15,1-3 16 0,1-19 0 0,1 33 0 0,-1-33 0 0,0 0 0 16,4 36 0-16,-4-36 0 0,0 0-224 0,0 0 0 0,0 0 0 0,0 0 0 31,0 0 0-31,0 0 0 0,0 0 0 0,38 12 0 0,-33-17 0 0,2 0 0 16,-2 0 0-16,1-2 0 0,-1 0 0 0,0 0 0 16,1-2 0-16,-3 2 0 0,0-1 0 0,1-1 0 0,-1 2 0 0,-2-1 0 31,1 2-240-31,-1-2 64 0,0 1 16 0,-1 0 0 0,-1 1-1344 15,-1 0-272-15,0-1-48 0,-3 0-16 16,0 2-640-16,0 0-128 0,-1 1-16 0,-1 0-16 0,-3-1 400 0,1 2 64 0,-2-1 32 0,-1 3 0 16,1-1 912-16,-1 0 176 0,0 2 32 0,0 2 16 31,0-2 144-31,-1 0 32 0,2 2 0 0,1-2 0 0,5 0 832 0,-1 0 240 16,2 0 16-16,-1 0 0 0,2-2 1616 0,1 0 336 15,1 1 64-15,1-2 16 0,3 0 656 0,2 0 144 16,2 0 32-16,1 0 0 0,0 0-272 0,2 1-48 15,2-1-16-15,5 0 0 0,1 1-1552 0,3-3-304 16,1 0-64-16,-1 1-16 0,-4 2-576 0,2-3-112 16,2 1-32-16,0-1 0 0,0 2-128 0,-3 0 0 15,-1 0 0-15,-1 0-18480 0</inkml:trace>
  <inkml:trace contextRef="#ctx0" brushRef="#br0" timeOffset="16296.45">3068 7216 10127 0,'-7'6'896'0,"2"0"-704"0,0-1-192 0,2-3 0 15,1 1 1216-15,-2 1 224 0,-4 6 32 0,-6 2 16 31,-5 5-592-31,0 2-112 0,0-1-16 0,2-4-16 0,3-2-320 0,2-1-64 0,1 0-16 0,2-4 0 32,2 2 496-32,-1 1 112 0,4-1 0 0,-2 1 16 0,2-1 0 0,1 3 0 0,-1 0 0 0,0 2 0 15,2 3-80-15,0-2 0 0,2 3-16 16,0-2 0-16,0-16-416 0,2 35-80 0,-2-35 0 0,0 0-16 0,14 46-208 31,-14-46-32-31,0 0-128 0,0 0 192 0,32 45-192 0,-32-45 0 16,0 0 0-16,0 0 0 0,38 22 0 0,-38-22 0 15,0 0 0-15,0 0 0 0,0 0 0 0,0 0 176 16,40 15-176-16,-37-12 160 0,-1 2 272 0,-1 0 48 16,-1 2 16-16,-2-1 0 0,-1 0-224 0,-1 1-32 15,-2 3-16-15,1-1 0 0,-2-2-48 0,-1 3-16 16,0-1 0-16,-2 0 0 0,2 0-160 0,0-1 0 16,-1-1 144-16,3-1-144 0,-1-1 0 0,1-2 0 15,0 0 0-15,2-3 128 0,0 0-128 0,0-3 0 0,0 1 0 16,2 1 128-16,-1-2 144 0,1 1 48 0,1-1 0 0,0 1 0 15,1 1-16-15,1-1 0 0,0 2 0 0,0-2 0 16,1 2-64-16,0 0-16 0,-1-2 0 0,1 2 0 16,1-1 0-16,-1 1 0 0,1 0 0 0,-1 1 0 15,0 1 16-15,0 0 0 0,0-2 0 0,0 3 0 16,0 1-112-16,-1 1-128 0,0-1 176 0,0 1-176 16,-1 0 128-16,0 2-128 0,0 0 0 0,-1 1 0 15,0 1 0-15,-1 0 0 0,1 1 0 0,-1-1 0 16,1 3 0-16,0 1 0 0,0 3 128 0,-1 0-128 15,2 3 144-15,-2 2-16 0,1 2-128 0,-1 2 192 16,-1 3-192-16,0 1 0 0,0 2 128 0,-2 0-128 0,1 3 0 0,0 3 0 16,-1 3 0-16,0 2 0 0,2 6 0 0,-1 2 0 15,1 0 0-15,-1 0 0 0,2-3 128 0,-1 2 0 16,0 4-128-16,2 2 192 0,1 4-16 0,0-2-16 16,1-3 0-16,0-3 0 0,1-2-160 0,2 1 128 15,0 4-128-15,2-4 128 0,1-7-128 0,1-5 0 16,0-3 0-16,-8-35 0 0,15 54 0 0,-15-54 0 15,17 43 0-15,-17-43 0 0,0 0-176 0</inkml:trace>
  <inkml:trace contextRef="#ctx0" brushRef="#br0" timeOffset="17512.66">2879 9241 5519 0,'-2'-5'496'0,"1"2"-496"0,0 0 0 0,1 2 0 16,0-1 2480-16,0 2 400 0,0 0 64 0,0 0 32 15,0 0-1232-15,0-2-240 16,-1 4-48-16,0 0-16 15,0-1-160-15,0 3-16 0,0 1-16 0,1 0 0 0,0 1-32 0,0 2-16 16,0 4 0-16,0-12 0 0,3 26 80 0,-3-26 0 0,6 35 16 0,-3-13 0 0,0-1-304 0,1 1-64 16,1 4-16-16,0 2 0 0,1 0-208 0,0-2-32 15,-6-26-16-15,15 50 0 0,-15-50-336 0,17 41-64 32,-17-41 0-32,18 33-16 0,-18-33-240 0,0 0 0 15,33 38 0-15,-33-38 0 0,0 0 0 0</inkml:trace>
  <inkml:trace contextRef="#ctx0" brushRef="#br0" timeOffset="18791.91">537 7634 19343 0,'1'-5'1728'0,"0"2"-1392"16,0 0-336-16,-1 2 0 0,0 1 1280 0,0-2 176 15,1-3 32-15,-1 0 16 0,0 0 192 0,-1 0 32 16,0 1 16-16,-2 1 0 0,-1 3-720 0,-1 3-160 15,-2 1-32-15,-1 6 0 0,-2 0-336 0,-2 5-80 0,-3 3-16 0,-1 3 0 16,-2 4-80-16,-1 0 0 0,-1-1-16 0,3-3 0 16,2 0-304-16,3-4 160 0,3-1-160 0,-1 1 128 15,3 2-128-15,1-2 0 0,2-1 144 0,1-2-144 16,2-2 208-16,3 0-16 0,-2-12-16 0,0 0 0 16,0 0-176-16,0 0 0 0,0 0 0 0,48 21 0 15,-33-26 0-15,1 1 128 0,0-5-128 16,-2 4 0-16,0-2 288 0,0 2-32 0,1-2 0 0,-2 3 0 15,0 1-96-15,-2 0-32 0,-2 3 0 16,0 0 0-16,-3 3-128 0,-1 0 0 0,-1 1 0 0,-3 3 0 0,-1 0 0 16,-2 2 0-16,-1 2 0 0,-2 0 0 0,0 1 0 0,-2 0 0 15,1-1 128-15,-2 1-128 0,0 0 0 16,1 0 0-16,-2 0 144 0,3-1-144 0,-1-1 144 0,3-3-144 16,0 0 192-16,1-4-192 0,1-1 128 0,1-1-128 15,2-1 0-15,1-1 0 0,1-4 0 0,1 1 0 16,2-6 0-16,1 1 0 0,0-1 0 0,1-2 0 15,2-2-192-15,0 0 192 16,-1 0-1072-16,1-1-112 0,4 0-32 0,-1 0 0 16,-1 0-592-16,1-3-128 0,1 1-32 0,0 0 0 15,0 0 528-15,-2 1 96 0,-1 2 32 0,-2 0 0 0,1 2 960 0,-3 0 192 16,0 2 160-16,-2 1-208 0,-1 2 208 16,0-1 256-16,-2 4-48 0,0-1-16 0,-1 1 1024 0,-2 1 208 15,0 3 48-15,-1-2 0 0,1 2-176 0,-1 2-16 0,-1 0-16 0,0 1 0 31,-1 2-448-31,1 1-96 0,0 2-16 0,0-1 0 0,0 4-128 0,2 1-16 0,0 0-16 0,0 2 0 16,2 1-256-16,0-1-48 0,-1 0-16 0,2-2 0 16,-2-12-224-16,0 0 128 0,13 38-128 0,-13-38 0 15,0 0 0-15,0 0 128 0,0 0-128 0,0 0 0 16,42 21 0-16,-34-25 0 0,1-4 0 0,0-1 0 0,2-3 0 0,-1-2 0 16,1-3 0-16,-2 1 0 15,0-1 0-15,-1-3 0 0,1 2 0 0,-2-1 0 0,-1 3 0 0,-2-1 0 16,-1 1 0-16,-1 1 0 15,-1 3 0-15,-1 0 0 0,0 3 0 0,0 2 0 0,-1 5 0 0,0-1 0 16,1 3 0-16,-1 3 0 16,0 1 0-16,0 4 0 0,0 1 0 0,1 3 0 0,1 2 0 0,0 0 0 15,1 3 0-15,0-3 0 0,1 2 0 0,-1-3 0 16,0-1 0-16,1 1 0 0,0-1 0 0,-3-12 0 0,0 0 0 16,0 0 0-16,0 0 0 0,0 0 0 0,31 34 0 0,-26-34 0 15,1-2 0-15,-1-1 0 16,1-3 0-16,0 0-11600 15,1-3-2224-15</inkml:trace>
  <inkml:trace contextRef="#ctx0" brushRef="#br0" timeOffset="19174.37">960 7721 4607 0,'-4'-5'400'0,"2"3"-400"0,1 0 0 0,0 0 0 0,0 0 2400 0,1 1 400 15,0-1 80-15,-1-1 0 0,1-1-64 0,0-4 0 16,1 0-16-16,0 0 0 0,2 3-720 0,-1-2-144 16,1 2-16-16,1 0-16 0,-1 1-768 0,2-1-160 15,0 0-16-15,1 1-16 0,1-1-416 0,-2 2-80 16,3 0 0-16,-2 2-16 0,1-1-144 0,-2 2-32 16,2 2 0-16,-7-2 0 0,0 0-256 0,0 0 128 15,0 0-128-15,0 0 0 0,35 34 0 0,-35-34 0 16,0 0 0-16,10 32 0 0,-9-18 0 0,-1-2 0 15,0 0 0-15,-1 0 0 0,-1-2 0 0,0-4 0 0,0 2 0 0,1-4 0 16,-1 1 192-16,0-2-192 0,1-1 192 0,0-2-192 16,0 0 512-16,0-2-16 0,0-1 0 0,0-4 0 15,1 2-304-15,0-3-64 0,1-1-128 0,1-2 192 16,1-1-192-16,0-5 0 0,1 1 128 0,1-1-128 16,0-2 0-16,0 1 144 0,1-1-144 0,-1 2 128 15,2 0-128-15,-1-2 0 0,1 3 0 0,-2 2 0 16,1 4 0-16,0 0 0 0,1 3 0 0,-1 2 0 15,1 2-704-15,-3 2-64 0</inkml:trace>
  <inkml:trace contextRef="#ctx0" brushRef="#br0" timeOffset="19570.02">1305 7330 21183 0,'-1'-12'944'0,"1"3"192"0,0 0-912 0,0 3-224 15,-1 3 0-15,1 2 0 0,-1-1 1920 0,0-3 352 0,0 0 64 16,-1-4 16-16,1 4-576 0,-2-3-112 16,0 5-32-16,0 2 0 0,-1 1-768 0,1 2-160 0,-1 3-16 0,-1 2-16 15,2 5-272-15,-2 0-48 0,1 2-16 0,2 5 0 16,-1-1-144-16,2 2-16 0,1-1-16 0,1 0 0 15,1 0-160-15,-2-19 0 0,6 40 0 0,-6-40 128 16,8 38-128-16,-8-38 0 0,12 46 0 0,-12-46 128 16,17 55-128-16,-17-55 0 0,23 58 0 0,-23-58 0 15,24 52 0-15,-24-52 0 0,20 48 0 0,-20-48 0 16,16 40 0-16,-16-40 0 0,13 35 0 0,-13-35 0 16,10 34 0-16,-10-34 0 0,6 27 128 0,-6-14-128 0,0-1 0 0,-2-3 0 15,0-1 144-15,-2 1-144 0,-1-5 0 0,1-1 144 16,-3-2-144-16,1-1 0 0,-2-1 128 0,-1-2-128 15,-3-1 0-15,-1-3 0 0,-2-2 0 0,0 0 0 16,-1-2 0-16,-2 0-12032 16,1-1-2320-16</inkml:trace>
  <inkml:trace contextRef="#ctx0" brushRef="#br0" timeOffset="19713.97">1142 7738 3679 0,'1'-2'320'0,"-1"0"-320"16,0 1 0-16,1 1 0 0,0-4 2368 0,4-4 416 15,2-3 80-15,5-6 16 0,2 0 1024 0,1-1 192 0,1 1 64 0,-1 2 0 16,0 1-1568-16,0 0-304 0,0 0-64 0,0 2-16 15,1-2-1280-15,-2 2-256 0,1 0-48 0,0 2-16 16,2-1-416-16,-1 1-192 16,0 2 160-16,-2 0-160 15,-1 3-624-15,0 0-208 0</inkml:trace>
  <inkml:trace contextRef="#ctx0" brushRef="#br0" timeOffset="20204.23">1545 7451 10127 0,'1'-4'896'0,"0"1"-704"16,0 3-192-16,-1-2 0 0,1 2 1408 16,-1-2 256-16,1-1 64 0,1-3 0 0,0-2 848 0,1-1 176 15,1 0 48-15,-1 0 0 0,0 0-912 0,0 0-176 16,1 1-48-16,-2 1 0 0,0-1-768 0,0 0-144 16,-1 2-48-16,-2 0 0 0,-1 1-320 0,0 3-64 31,-1 0 0-31,-2 2-16 0,1 2-96 0,-2 2-16 0,0 2 0 0,0 1 0 15,0 2-64-15,0 1 0 0,0 1-128 0,2-1 192 0,-2 4-192 0,2 0 0 0,1 3 0 16,0-1 0-16,1 1 0 0,1-3 0 0,1 1 0 16,0-1 0-1,0-14 0-15,4 26 128 0,-4-26-128 0,0 0 0 0,0 0 0 0,0 0 0 16,23 35 0-16,-16-35 0 0,-1-2 0 0,1-1 0 16,0-1 0-16,0-4 0 0,2 0 0 0,-2-2 0 15,2-1 128-15,-1-2-128 0,-1-1 288 0,1 0-32 0,-3 2-16 0,1-2 0 16,-2 0-240-16,0 1 0 0,-1 2 0 0,-1 0 0 15,-1 2 0 1,-2 0 0-16,0 2 0 0,-1 2 0 0,1 0 0 0,-1 1 128 0,1 4-128 0,0 0 0 0,0 2 0 16,1 3 0-16,0 2 128 0,0 0-128 15,0 3 240-15,0 1 0 16,1 1 0-16,0-1 0 0,-1-11-80 0,0 0-16 16,0 0 0-16,16 37 0 0,-16-37-144 0,0 0 192 15,0 0-192-15,0 0 192 0,0 0-32 0,41 7 0 16,-33-10 0-16,1-3 0 0,-1 0-160 0,1-2 0 15,0 0 0-15,0-2 0 0,-1 1 0 0,1-2 0 16,-2 1 0-16,1 0 0 16,1-1-1280-16,-2 1-256 0,1 1-32 0,0 0-14976 0</inkml:trace>
  <inkml:trace contextRef="#ctx0" brushRef="#br0" timeOffset="20457.15">1878 7268 911 0,'4'-9'0'0,"-3"4"0"0,0 3 0 0,-1 0 0 15,0 2 2656-15,0-2 448 0,0-1 96 0,-1-2 0 16,0-2 368-16,-1 1 64 0,-2 0 16 0,0 2 0 15,1 3-1168-15,-3 2-240 0,2 3-32 0,-2 1-16 16,0 2-864-16,1 2-176 0,-1 1-48 0,0 0 0 16,1 1-464-16,0 2-80 0,0 1-32 0,0 2 0 15,3-2-320-15,-1 3-64 0,2-3-16 0,0 1 0 16,1-1 0-16,0-14 0 0,4 28 0 0,-4-28 0 16,0 0 48-16,12 33 0 0,-12-33 0 0,0 0 0 0,0 0-176 0,0 0 0 15,0 0 144-15,44 22-144 0,-34-25 0 0,1-1 0 16,0-4 0-16,1 1 0 0,-1-2 0 0,0-3 0 15,0 0 0-15,-1-2 0 16,1 2-480-16,-2 0-112 0,-1-1-32 0,0 1 0 16,-2 1-1936-16,0 2-384 0,-1 0-64 0,0 1-11200 15</inkml:trace>
  <inkml:trace contextRef="#ctx0" brushRef="#br0" timeOffset="20818.28">2020 7297 4607 0,'-1'-2'192'0,"0"2"64"0,0 0-256 0,0-1 0 0,1 1 0 0,0 0 0 16,0 0 1984-16,-1 0 368 0,1-2 64 0,-1 2 16 15,2 0 688-15,-1 0 144 0,1-1 16 0,1 0 16 16,1 1-736-16,1 0-160 0,-1 0-32 0,2 0 0 16,1 0-1136-16,1 0-224 0,0-2-48 0,1 2-16 15,0-3-592-15,1-1-112 0,1 1-32 0,-1-4 0 16,0 2-208-16,0-2 0 0,2 0 0 0,-3-3 0 16,0 1 256-16,0 0-64 0,-1-1 0 0,0 0 0 15,-2 1-48-15,-1 0-16 0,-1 1 0 0,-1-1 0 0,-2 2-128 16,0 0 0-16,-1 0 0 0,-2 0 0 0,-2 2 0 0,0-2 0 15,-3 4 128-15,0 1-128 0,-1 0 0 0,-2 2 0 16,-1 0 0-16,-1 4 0 16,2 1 0-16,-1 1 0 0,1 2 0 0,0-1 0 0,2 3 0 0,-1 0 0 15,3 1 0-15,1-1 0 0,1 2 0 0,0 2 0 16,1 0 144-16,3-2-144 0,-1 2 432 0,2 0 16 16,1-1 0-16,-1-13 0 0,0 0-112 0,12 40-16 15,-12-40 0-15,0 0 0 0,0 0-112 0,35 33-16 0,-35-33-16 0,0 0 0 31,40 9-176-31,-40-9 0 0,29-2 0 0,-29 2 0 0,32-5 0 0,-15 0 0 0,1-2 0 0,2 0-12704 16,-2 0-2496-16</inkml:trace>
  <inkml:trace contextRef="#ctx0" brushRef="#br0" timeOffset="21467.44">622 8769 2751 0,'0'0'256'0,"0"-2"-256"15,0 2 0-15,0 0 0 0,0 0 688 0,0 0 80 16,0 0 32-16,0-2 0 0,0 2 448 0,0-1 96 16,0 1 0-16,-1 0 16 0,1-2 496 0,0 2 80 15,0 0 32-15,1-1 0 0,-1 0 240 0,1 1 48 16,0 0 16-16,0-2 0 0,1 0-448 0,1 1-96 16,-1-3 0-16,3 1-16 0,1-1-560 0,0-2-128 0,3 2 0 0,1-4-16 15,2-1-304-15,2-2-64 0,2-3-16 16,3 1 0-16,-1-1-224 0,3-3-32 0,3 1-16 15,0-1 0-15,-3 0-224 0,-1 3-128 0,-2 0 160 0,-2 2-160 16,-2 1 0-16,-3 2 0 0,-1 2 0 0,-3 1 0 16,-1 2-160-16,-3 3-80 0,-1-1-16 0,-2 4-11248 15,-2-1-2256-15</inkml:trace>
  <inkml:trace contextRef="#ctx0" brushRef="#br0" timeOffset="22638.74">778 8516 13823 0,'0'-3'1216'0,"0"-2"-960"16,0 3-256-16,0 0 0 0,-1 2 1280 0,1-2 192 15,0-4 64-15,-1 0 0 0,0-2 336 0,-1 1 80 16,2 3 16-16,0 1 0 0,-1 3-480 0,1 3-80 16,-1 2-32-16,1 2 0 0,0 4-720 0,0 1-144 15,1 5-16-15,0 2-16 0,-1 0-336 0,1 2-144 16,1-1 128-16,-1 3-128 0,1 3 0 0,-1 2 0 0,2 1 0 15,0-2 0-15,-1 0 0 0,2-1 0 0,0-2 0 0,-4-24 0 16,10 34 0-16,-10-34 0 0,0 0 0 0,0 0 0 16,0 0 0-16,0 0 0 0,45 20 0 0,-36-26 128 15,-1-3 400-15,2-4 80 0,0 1 16 0,1-4 0 16,0 2-176-16,-2-3-16 0,1 0-16 0,0 1 0 16,-2 0-416-16,0-1-144 0,1 1 0 0,-2-1-16240 15</inkml:trace>
  <inkml:trace contextRef="#ctx0" brushRef="#br0" timeOffset="22891.27">999 8511 10127 0,'-1'-3'896'16,"0"3"-704"-16,1-2-192 0,0 2 0 0,0 0 1648 0,0 0 288 15,1 0 64-15,0 0 16 0,1 2 976 0,0 1 192 16,1-1 32-16,2 1 16 0,0 1-1184 0,-5-4-256 16,0 0-32-16,0 0-16 0,0 0-832 0,0 0-160 0,41 26-48 15,-41-26 0-15,0 0-320 0,0 0-64 0,0 0 0 0,39 29-16 16,-39-29-304-16,0 0 0 0,0 0 0 0,0 0 0 16,0 0 0-16,0 0-224 0,40 23 32 0,-35-23-16944 15</inkml:trace>
  <inkml:trace contextRef="#ctx0" brushRef="#br0" timeOffset="23143.22">1148 8442 14735 0,'-4'-13'640'0,"3"7"160"0,-1 1-640 0,1 2-160 0,0 2 0 0,1 1 0 16,-1 0 1616-16,0 0 304 0,0 2 48 0,0 3 16 0,-1 4 256 16,2 5 48-16,0 3 16 0,1 2 0 0,2 3-688 0,0 1-128 15,1 4-16-15,1 2-16 0,1 0-528 0,0 5-96 16,2-1-32-16,-1 0 0 0,1 3-384 0,0-1-80 15,0-1-16-15,-1-1 0 0,-1-5-192 0,0-2-128 16,-3-4 160-16,0-1-160 0,-2-1 0 0,-1-4 128 16,0 0-128-16,-1-2 0 0,-1-2 0 0,-1-3 0 15,1 1 0-15,-3-3 0 0,0-2 144 0,-1-4-144 16,-1-1 128-16,-1-1-128 0,-1-1 0 0,0-1 0 16,-2-4 0-16,1 2 0 0,1-2 0 0,-1-3-224 0,-1-1 32 15,2-1-11584 1,3 0-2304-16</inkml:trace>
  <inkml:trace contextRef="#ctx0" brushRef="#br0" timeOffset="23475.13">1311 8526 17503 0,'1'-9'768'15,"-1"5"176"-15,1-1-752 0,0 1-192 0,-1 2 0 0,1-1 0 16,0 1 1376-16,0-2 240 0,1-2 48 0,0-1 16 15,-1 0-208-15,0 0-32 0,1 2-16 0,-1 1 0 16,0 1-320-16,0 3-64 0,-1 0-16 0,1 0 0 0,1 3-192 0,-1 1-32 31,2 1-16-31,-2 0 0 0,2 3-192 0,0 0-32 0,-3-8-16 0,0 0 0 0,12 31-160 0,-12-31-48 16,0 0 0-16,18 45 0 0,-18-45-16 0,11 33 0 16,-11-33 0-16,12 34 0 0,-12-34-192 0,10 32-128 15,-10-32 160-15,0 0-160 16,14 38 0-16,-14-38 0 0,0 0 0 0,0 0 0 0,0 0 0 0,11 34 0 15,-11-32 0-15,0 0 0 0,-1-1 0 0,-1 1 0 16,0-2 0-16,1-2 0 16,0 1-1024-16,-2-3-160 0,1-1-32 0,-1 0 0 15,0-2-2080-15,-1-1-416 0,-2-1-96 0,1-2-4336 0,-1-1-880 0</inkml:trace>
  <inkml:trace contextRef="#ctx0" brushRef="#br0" timeOffset="23743.7">1330 8544 911 0,'-24'-66'0'0,"19"55"0"0,5 10 0 0,-1-1 0 15,1 0 1856-15,-2-3 272 0,0-2 64 0,-2-3 16 16,-1-4 1008-16,2 2 208 0,-2 0 32 0,2 2 16 15,2 3-880-15,1 0-176 0,1 3-48 0,1-2 0 16,2 2-512-16,-1 0-128 0,2-2 0 0,1 2-16 16,0-3-784-16,2 0-160 0,0-1-16 0,0 1-16 15,0 0-368-15,0-2-80 0,2 0-16 0,1 1 0 0,0 1-128 0,1 1-16 16,1 1-128-16,-1 4 192 0,-12 1-192 0,0 0 0 16,0 0 128-16,41 15-128 15,-41-15 0-15,0 0 0 0,20 35 0 0,-20-35 0 0,4 32 0 0,-6-15 0 16,-2 0 0-16,-2 1 0 0,-1 0 0 0,-2-1 0 15,-2-1 0-15,-1-2 0 0,-1 0 0 0,1-3 0 16,2 0 0-16,0-4 0 16,1 0 0-16,-1-2 0 0,2 0 0 0,1-3 0 0,0-2 0 0,2 0 0 15,0-2 0-15,2-1 0 32,2-1-976-32,3 1-240 0</inkml:trace>
  <inkml:trace contextRef="#ctx0" brushRef="#br0" timeOffset="24136.53">1553 8416 19343 0,'0'-2'416'0,"0"0"96"0,1 1 0 0,-1-1 64 0,0 2-576 0,1-2 0 0,0 1 0 0,0 1 0 16,0-2 2928-16,1 0 464 0,1-2 112 0,0 3 16 31,1-1-1360-31,2-1-272 0,-1 1-48 0,2 0-16 0,0 0-1072 0,1 1-224 16,2-1-32-16,-1-1-16 0,1 0-288 0,0 0-48 0,2-3-16 0,-1 2 0 15,-1-3-128-15,-1 0 0 0,1-1 0 0,-1-1 128 32,-1 2-128-32,-1-3 0 0,2 1 0 0,-3-2 0 0,1 1 0 0,-3 0 0 0,0-2 0 0,-1 0 0 15,-2 0 0-15,-1 3 0 0,-2-2 0 0,-2 3 0 0,0 1 0 0,-3 2 0 16,-1 1 0-16,-2 4 0 16,-2 0 0-16,0 3 0 0,-1 1 0 0,0 4 0 0,1 1 0 0,2 0 0 15,2 2 0-15,0-1 0 0,0 4 0 0,2 1 0 16,-1 2 144-16,2 1-144 0,2 1 272 0,0 0-16 15,3 0 0-15,1 0 0 0,1-2 128 0,-2-17 0 32,0 0 16-32,18 43 0 0,-18-43-64 0,0 0-16 15,0 0 0-15,40 26 0 0,-40-26-160 0,0 0-32 0,41-1-128 16,-41 1 192-16,31-7-192 0,-31 7 0 0,29-9 0 16,-13 0 0-16,0 1 0 0,-1-1-192 0,0 0 192 15,2 3-19968-15</inkml:trace>
  <inkml:trace contextRef="#ctx0" brushRef="#br0" timeOffset="25514.54">6588 7432 6447 0,'3'-9'576'0,"-1"2"-576"16,0 2 0-16,-1 2 0 0,0 1 1472 0,1-3 192 16,0-3 48-16,4-7 0 0,0-2 816 0,1-2 160 0,-2 3 48 0,1 2 0 15,-2 4 432-15,-2 2 96 0,-1 4 0 0,0 2 16 16,-1-1-2464-16,1 3-496 0,0 3-112 0,0 0-16 15,-1 3 32-15,-1 0 0 0,0 3 0 0,0 2 0 16,-1 1-224-16,2 2 0 0,0 3 0 0,-2-1 0 16,1 1 0-16,-2 4 0 0,0 5 0 0,0-2 0 15,-1 0 0-15,0 2 0 0,1 2 0 0,0 1 0 16,-1 0 0-16,1-4 0 0,1-4 0 0,0-3 0 16,1-2 0-16,0-4 0 0,0-3 0 0,-1-3 0 15,1 0 0-15,0-3 0 0,0-1 0 0,1-2 0 0,0 0 0 0,0-2 0 16,1-1 0-16,1-2 0 0,2-2 0 0,1-1 0 15,2-1 0-15,0-2 0 0,1 1 304 16,2-4-48-16,1 0 0 0,1-3 0 0,1-1 128 0,0 0 0 16,1 2 16-16,1-3 0 0,2-2-224 0,1-3-48 15,-2 2-128-15,-1 4 192 0,-1-1-192 0,-3 2 0 16,0 3 0-16,-1 0 0 0,-3 2 0 0,0 3 0 16,-4 4 0-16,0 0 0 0,-2 2 0 0,0 3-192 15,-1 3 192-15,-1-1-160 16,1 3-2016-16,-2-1-416 0</inkml:trace>
  <inkml:trace contextRef="#ctx0" brushRef="#br0" timeOffset="25864.5">6839 7489 6447 0,'2'5'272'0,"-1"-4"80"0,0 0-352 0,1 1 0 16,-1-1 0-16,0 1 0 0,1-2 1792 0,0 2 304 0,2-1 48 0,0 1 16 16,3 0 192-16,0 1 32 15,0-1 16-15,2-2 0 0,0-2-784 0,1 1-144 0,1-3-48 0,1-1 0 16,1-1-592-16,0-2-112 0,0-1-16 0,-1 0-16 15,1-2-16-15,0 0 0 0,-2 1 0 0,-2-1 0 16,-1 1-336-16,-1-1-64 0,-1 0-16 0,-2 0 0 0,0 3-48 0,-2-3-16 16,-2 2 0-16,-1 1 0 0,-2-1 112 0,-2 3 16 15,0 0 0-15,-3 1 0 0,0 3-144 0,-2 1-32 16,-1 3 0-16,-2 2 0 0,0 2 16 0,0 4 0 16,0 0 0-16,0 2 0 0,0 1-160 0,1 2 128 15,0-1-128-15,1 2 128 0,2 3-128 0,0 0 160 16,1 0-160-16,3-1 160 0,1-3-160 0,1-1 0 15,2 1 144-15,1-15-144 0,0 0 448 0,7 35 0 0,-7-35 16 0,0 0 0 16,0 0-160-16,0 0-48 0,34 31 0 0,-25-28 0 16,0-3-256-1,0 0 0-15,1-3 0 0,1-1 0 0,1 1 0 0,0-4 0 0,1 1 0 0,-1-2 0 32,0 1-368-32,-1-1-128 0,1-1-16 0,0 0-11040 0,0-1-2208 0</inkml:trace>
  <inkml:trace contextRef="#ctx0" brushRef="#br0" timeOffset="26622.02">7128 7418 9263 0,'1'-2'400'0,"-1"2"112"0,0-2-512 0,1 1 0 15,-1 1 0-15,0-2 0 0,1 2 1696 0,0-2 240 16,1 1 48-16,0-2 64 0,0 0 576 0,1 0 112 15,1-2 16-15,0 3 64 0,0-3-544 0,1 0-96 16,0 1-32-16,1-1 32 0,-1 2-816 0,2-1-160 16,-1-1-48-16,1 0 48 0,0 1-688 0,0 1-144 15,0-1-32-15,0 3 48 16,-1-1-384-16,1 4 0 0,-2 1 0 0,-5-3 0 0,0 0 0 0,0 0 0 16,0 0 0-16,0 0 0 0,22 36-128 0,-21-26-48 15,0 1 0-15,-1 3 48 0,-1-2-32 0,-1 2 0 16,0 0 0-16,-1 0 160 0,1 0-240 0,-1-2 80 0,1 0 16 0,-1-1 144 15,1-2-224 1,0 0 64-16,0-2 16 0,1-3 144 0,1-1-224 0,-1-2 64 16,2-1 16-16,-1 0 144 0,0-1 0 0,0-1 0 0,1-1 0 0,-1-1 192 15,0-1 208-15,1 0 48 0,-1 0 16 0,1-2 0 16,0 1-272-16,0 0-48 0,0 0-16 0,0 0 0 16,1 0-128-16,0 0 0 0,-1 2 144 0,2-1-144 15,-1 0 0-15,0 2 0 0,0-1 0 0,1 0 0 0,-2 1 0 16,1 1 0-16,0 0 0 0,-1-1 0 15,0 1 0-15,0-1 0 0,0 1 0 0,0 0 0 0,-1 2 0 0,0-2 0 16,0 2 0-16,0-1 0 16,0 1 0-16,0 0 0 0,0 0 0 0,0 0 0 0,0 1 0 0,-1-1 0 15,0 2 0-15,-1 0 0 0,1-2 0 0,0 0 0 16,0 2 0-16,0-2 0 0,0 1 0 0,1 1 0 16,-1-2 0-16,1 2 0 0,-1-1 0 15,1-1 0-15,0 2 0 0,0-2 128 16,0 0 16-16,0 0 16 0,0 0 0 0,0 0 0 15,1 0-160-15,-1 0 128 0,0 0-128 0,0 0 128 0,0 0-128 0,1 0 0 0,-1 0 0 0,0 0 0 32,0 0 0-32,0 2 0 0,0-2 0 0,0 0 0 15,0 2 0-15,-1 0 0 0,0 1 0 0,0-1 0 16,0 2 0-16,0-1 0 0,0 2 0 0,-1 0 0 16,1-3 0-16,0 1 0 0,0-1 0 0,0 1 0 15,1-3 0-15,0 0 0 0,0-2 0 0,1 1 0 16,1-4 160-16,0 1-160 0,1-4 192 0,1 1-192 15,0-2 240-15,2-3-64 0,1 0-16 0,1 0 0 16,-1 0-160-16,2-2 0 0,0 0 0 0,0 0 0 0,-1 0 0 16,1 2 0-16,-1 1 0 0,-1 0 0 0,0 2 0 0,-2 2 0 15,1 2 0-15,-2 0 0 0,-1 4 0 0,0 0 0 16,-1-1 0-16,0 2 0 0,0 0 0 0,0 2-192 16,-1-2 64-16,0 1-18240 15</inkml:trace>
  <inkml:trace contextRef="#ctx0" brushRef="#br0" timeOffset="27128.72">7479 7262 10127 0,'0'0'896'0,"-1"-2"-704"16,1 2-192-16,-1 0 0 0,1 0 1920 0,-1 0 368 0,0-1 64 15,0 1 16-15,-1 0 64 0,1 1 0 0,-1 3 16 0,2 0 0 16,0 4-848-16,0 1-160 0,0-9-32 0,0 0-16 15,5 41-368-15,-5-41-80 0,4 35-16 0,-4-35 0 16,4 35-512-16,-4-35-96 0,5 34-32 0,-5-34 0 16,0 0-144-16,9 38-16 0,-9-38-128 0,0 0 192 15,0 0-192-15,0 0 0 0,0 0 0 0,0 0 0 0,0 0 0 16,39 14 0-16,-31-21 0 0,-2-3 0 0,2-1 0 0,0-1-128 16,-1-2 128-16,1 0 0 0,-1-1-144 0,0 0 144 15,-1 1 0-15,1-2-144 0,-2 0 144 0,1-1-192 16,-1 0 192-16,-1 3-192 0,0 2 192 0,-1 0 0 15,-1 2 0-15,1 4 0 0,-1 1 0 0,-1 2 128 16,0 1-128-16,0 4 128 0,-1-1 512 0,0 4 128 16,-1 1 0-16,1 5 16 0,0-11-432 0,-2 29-96 15,1-9 0-15,0 1-16 16,-1 0-240-16,1 3 144 0,0 1-144 0,0 2 128 0,1-1-128 0,-1 0 0 0,1 3 0 0,1-1 0 16,-1 3 128-16,1-3-128 0,0-1 0 0,-1-1 128 15,0-1-128-15,-2-3 0 0,-3-2 144 0,-1-2-144 16,-1-2 352-16,-1-1 0 0,-1-4 0 0,-1-1 0 15,-2-3-96-15,-2-2-32 0,-2-2 0 0,0-1 0 16,-1 0-16-16,-3 1 0 0,-6-1 0 0,-2-2 0 16,0 1-208-16,-3 0 0 0,0-1 128 0,-1-1-128 15,3 0 0-15,3-3-128 0,1 1 128 16,4-2-13072-16,4 1-2496 0</inkml:trace>
  <inkml:trace contextRef="#ctx0" brushRef="#br0" timeOffset="28013.36">8070 7393 8287 0,'2'-3'736'0,"0"-2"-592"15,-1 3-144-15,1 1 0 0,-2 1 1376 0,1-2 240 16,1 0 48-16,-1-3 16 0,2-2 368 0,-1 0 80 15,0 3 16-15,-1 3 0 0,-1-3-624 0,-2 3-128 16,1 1-32-16,-2 1 0 0,1 3-352 0,0-2-80 16,-2 3-16-16,0 1 0 0,1 0-320 0,-2 1-64 15,1 3-16-15,0-1 0 16,-1 3-48-16,0 0-16 0,0 2 0 0,-1 3 0 0,0 1-240 0,0-1-48 0,1 0-16 0,0-1 0 16,-1 1 16-16,3 0 0 0,-1-1 0 15,1-2 0-15,2 0 96 0,0-4 0 0,1-3 16 0,1-1 0 16,-1-3-272-16,1-2 0 0,0 1 0 0,-1-2 0 15,2-2 0-15,0-1 0 0,1-1 0 0,-1-3 0 16,2 2 0-16,1-3 0 16,0-3 0-16,2-1 0 0,-1 2 0 0,1-4 0 0,0 2 0 0,2-4 0 15,-1 1 0-15,0-1 0 0,1 0 0 0,-2 1 0 16,0 1 0-16,0 0-144 0,-1 4 144 0,0-1 0 16,0 3 0-16,-3 1 0 0,1 2 0 0,-2 1 0 15,0 4 0-15,-1-2 0 0,-1 4 0 0,0 0 0 0,-1-1 0 16,-1 2 0-16,0 3 0 0,0-2 128 15,-1 3 16-15,1 0 16 16,-1 1 0-16,0 3 0 0,1-1 208 0,-1 1 32 0,1 1 16 0,1 2 0 0,0-2-416 0,0 0 0 31,1 0 128-31,0 2-128 0,0-14 0 0,3 27 0 16,-3-27 0-16,0 0 0 0,6 35 0 0,-6-35 0 16,0 0 0-16,0 0 0 0,0 0 0 0,0 0 0 15,0 0 0-15,0 0 0 0,0 0 320 0,0 0 48 16,0 0 0-16,39 10 0 0,-35-18 0 0,-1 1 0 0,2-1 0 15,-1-3 0-15,1 0-176 0,0-2-16 0,0-1-16 16,1-1 0-16,1-3 0 0,0-1 0 0,-1 0 0 0,1 0 0 16,-1 3-160-16,-1 0 0 0,1 3 0 0,-3 2 128 15,0 1-128-15,-1 5 0 0,0 3 0 0,-1-1 0 16,-1 3 0-16,1 0 0 0,-1 0 0 0,1 1 0 16,0 3-336-16,-1-3-48 0,0 3-16 0,1-2-11712 15,1 3-2352-15</inkml:trace>
  <inkml:trace contextRef="#ctx0" brushRef="#br0" timeOffset="28424.78">8277 7496 1839 0,'0'7'160'0,"-1"-2"-160"0,1 0 0 0,-1-3 0 0,1 1 1968 0,0-3 352 16,1 2 80-16,-1-2 16 0,1 4 1008 0,1-1 208 16,2 0 32-16,-1 0 16 0,3-2-1136 0,0-2-240 15,0 0-32-15,1-2-16 0,2-2-1040 0,-2 1-224 16,3-1-32-16,-1-2-16 0,0 0-560 0,0 0-96 15,0-3-32-15,-2 3 0 0,1-1-112 0,-2-1-16 16,1 1-128-16,-2 0 192 0,0-1-192 0,-3 1 128 16,1 1-128-16,-3-2 0 0,1 2 128 0,-3-1-128 15,0 4 0-15,0-1 144 0,-2 0-144 0,-1 1 0 0,0 2 144 0,-1 1-144 16,0 4 0-16,-2-1 0 0,2 1 0 0,-3 4 128 16,2-1-128-16,0 2 0 0,-2-1 0 0,2 2 0 15,-1 1 0-15,1 2 0 0,1-3 0 0,1 0 0 16,0 1 0-16,0 3 0 0,0 0 0 0,0-1 128 15,2 1 176-15,1-1 32 16,0-1 16-16,2-2 0 0,1 0 48 0,-1-9 16 0,0 0 0 0,0 0 0 16,0 0-272-16,0 0-144 0,0 0 160 0,26 34-160 15,-26-34 0-15,0 0 0 0,0 0 0 0,0 0 0 0,0 0 0 16,38 7 0-16,-30-7 0 0,1-3 0 0,-1 1 0 0,1 0 0 16,1-1 0-16,-1-2 0 15,0 1-1040-15,0-1-112 0,1-2 0 0,0 0-16 16,0 2-2176-16,0-2-432 0,1 0-96 0,0 0-8224 15</inkml:trace>
  <inkml:trace contextRef="#ctx0" brushRef="#br0" timeOffset="29107.07">8540 7508 7247 0,'14'-9'144'0,"-11"8"48"0,-3 1 0 0,0 0 32 0,1 0-224 0,-1-2 0 15,2 2 0-15,0-2 0 0,1-2 2768 0,0 0 512 16,1-2 112-16,1-1 0 0,-2-1-480 0,1 0-96 0,0 0-32 0,0-2 0 16,-1-1-1120-16,1 1-240 0,-1-4-32 0,0 2-16 15,-2 0-400-15,0-1-80 16,0 2 0-16,-2 0-16 0,1 4-288 0,-2 1-48 0,0 3-16 0,-2 2 0 15,1 1-176-15,-1 1-32 0,-1 2-16 0,-1 2 0 16,0 2-176-16,-2 1-128 0,1 1 192 16,0 0-192-16,-2 3 128 0,2 2-128 0,-1 1 0 0,0 0 0 15,1 3 0-15,-2-2 0 0,3-1 0 16,0-3 0-16,2 2 0 0,-2-2 0 0,2 0 0 16,2-1 0-16,-1-1 0 0,1-5 0 0,1 2 0 0,1-5 0 0,0 1 0 0,1-1 0 15,1-2 0-15,0 0 0 0,0 0 0 0,3-3 0 16,0-1 0-16,0-1 0 0,1 0 0 0,-1 1 0 15,3-3 0-15,-2 2 0 0,2-3 0 16,-2 0 0-16,1 0 0 0,0-1 0 0,0 2 0 0,-2-3 0 16,1 1 0-16,-2 1 0 0,1 0 0 0,0 0 0 15,-3 1 0-15,1-1 0 16,0 2 0-16,-1 1 0 0,0 2 0 0,0 1 0 0,-2 0 0 0,1 0 0 16,0 2 0-16,-1-1 0 0,1 2 0 0,0-1 0 15,-1 2 0-15,0 1 0 0,0 0 0 0,0 2 0 16,0 2 0-16,0 1 0 0,0-8 0 15,0 0 0-15,3 33 0 0,-3-33 0 16,0 0 0-16,0 0 0 0,10 38 0 0,-10-38 0 0,0 0 0 0,0 0 0 0,0 0 0 0,30 33 0 16,-30-33 0-16,0 0 0 0,0 0 0 0,30-4 0 15,-21-1 0-15,-1 0 0 0,2-3 0 0,1-1 0 16,-1 0 0-16,0-2 0 0,-1 0 0 0,0 2 0 16,0-1-480-16,-2-1-160 0,2 1-16 0,-3-2-16 31,1 0-1632-31,-1-2-320 0,2 2-64 0,-3-4 0 15,1-1-288-15,-1-2-48 0,0-2-16 0,-1 0 0 16,-1 1 1280-16,0 2 256 0,0-1 48 0,0 4 16 0,-1 1 1200 0,1 1 240 16,-1 4 0-16,-1 1 0 0,0 2 1680 0,-1 3 240 15,1 2 32-15,-2-1 16 0,1 4 224 0,-2-1 48 16,1 3 16-16,-1 1 0 0,0 3-592 0,0 0-112 16,-1 2-16-16,0 4-16 0,-1 0-704 0,1 0-144 15,-1 3-32-15,0 2 0 0,0-1-128 0,0 0-48 16,0 0 0-16,0 2 0 0,1-2 16 0,-2 3 0 15,1 0 0-15,0-1 0 0,0-1-192 0,0 3-32 16,1 1-16-16,-1-2 0 0,0-1-240 0,1 0 144 0,1-2-144 0,2-18 128 16,-1 32-128-16,1-32 0 0,0 0 0 0,0 0 0 15,0 0 0-15,0 0-144 0,0 0 144 0,0 0-12032 16,0 0-2272-16</inkml:trace>
  <inkml:trace contextRef="#ctx0" brushRef="#br0" timeOffset="29440.05">8985 7366 15663 0,'3'-7'688'0,"-1"4"144"0,1-1-656 0,-2 2-176 15,0 1 0-15,-1-1 0 0,0 2 2624 0,0-3 512 16,0-1 80-16,0-1 32 0,0 0-688 0,-2 1-144 16,0-2-32-16,-1 3 0 15,-1 0-1296-15,-1 1-256 0,1 1-48 0,-2 1-16 0,0 0-384 0,1 0-96 16,-3 1-16-16,1 1 0 0,0 2-272 0,-4 1 0 15,1 2 128-15,0 0-128 0,-1 0 0 0,2 1 0 16,0-2 0-16,1 0 0 0,1 1 0 0,1 2 0 16,0-2 128-16,2-2-128 0,0 0 272 0,0 2 0 15,1-3 0-15,1 1 0 0,0 0 16 0,1-1 0 16,0-1 0-16,2-1 0 0,1 1 32 0,1-1 0 0,1 1 0 0,1 1 0 16,0-1-112-16,0-1-16 0,2 3 0 0,-7-5 0 15,0 0-192-15,0 0 144 0,35 19-144 0,-35-19 128 16,0 0-128-16,0 0 0 0,40 27 0 0,-40-27 0 15,0 0-240-15,0 0-16 0,40 26-16 16,-40-26-18992-16</inkml:trace>
  <inkml:trace contextRef="#ctx0" brushRef="#br0" timeOffset="31164.93">6630 8386 11055 0,'-4'-5'976'0,"2"2"-784"0,0 2-192 0,0 0 0 16,1 1 448-16,0 0 64 0,-1 0 0 0,0 0 0 15,0 0 512-15,-3 0 96 0,0 2 32 0,1 1 0 16,0 4-256-16,0 0-32 0,2 1-16 0,0 4 0 16,2 1-128-16,0 1-16 0,0 3-16 0,0 2 0 15,1-1-272-15,-1 2-48 0,0-1-16 0,0 4 0 0,0-1-32 0,0-1-16 16,0-2 0-16,-1-2 0 0,1 2-112 0,0-4-32 16,0-2 0-16,1 0 0 15,0-2 224-15,1-4 64 0,1 0 0 0,0-5 0 0,0 0 48 0,-1-2 16 16,2 0 0-16,0-3 0 0,0-2 128 0,1-3 16 15,2 1 16-15,-1-5 0 0,2-2 240 0,3-1 48 16,-1-3 16-16,1-4 0 0,2-1-80 0,0 1-32 16,1-1 0-16,0-1 0 0,0 0-448 0,-1 0-96 15,0 1 0-15,-2 2-16 0,-2 1-176 0,-1 4-128 16,0 2 144-16,-4 2-144 0,1 1 0 0,-1 3 128 0,-2 2-128 0,0 3 0 16,-1 2 0-16,-1-1 0 0,0 4 0 0,0-1 0 31,0 3-1664-31,0 1-208 0</inkml:trace>
  <inkml:trace contextRef="#ctx0" brushRef="#br0" timeOffset="31513.84">6829 8546 7359 0,'0'3'656'16,"1"-1"-528"0,0-2-128-16,0 0 0 0,0 0 1472 0,0 0 272 0,1 1 48 0,1 1 16 0,2-2 976 0,2 0 192 15,1-2 32-15,0-1 16 0,1 0-800 0,1-1-176 31,0-1-16-31,1-2-16 0,1 0-816 0,0-2-176 0,0 0-16 0,-2 0-16 16,0-2-512-16,-1 2-96 0,0 1-32 0,-2-1 0 0,-1 0-352 0,-2 0 0 31,1 0 0-31,-3 0 0 0,-1 2 0 0,-1 0 0 16,-2 1 0-16,-1 1 128 0,-2 2-128 0,-1 0 0 16,-2 1 0-16,0 2 0 0,-1 0 0 0,-2 3 0 15,0 1 0-15,-2 2 128 0,1 2-128 0,-2 2 0 0,1 4 0 16,1 0 0-16,-1-1 0 0,1 3 0 0,0-1 0 0,0 0 0 15,1 2 0-15,2-2 0 0,3-1 0 0,-1 0 0 16,3-1 0-16,2 0 0 0,1-1 0 0,1-2 128 16,1-2-128-16,0 1 128 0,-1-9-128 0,0 0 128 15,0 0 144-15,0 0 48 0,0 0 0 0,42 27 0 16,-31-28-128-16,0-2-32 0,1-2 0 0,1 0 0 16,-1 0-160-16,1-3 0 0,1-2 0 0,2 0 0 15,1-1-256-15,0-1-96 0,-1 2-16 0,1-2-16656 16</inkml:trace>
  <inkml:trace contextRef="#ctx0" brushRef="#br0" timeOffset="31866.21">7098 8482 6447 0,'-1'0'576'0,"-1"0"-576"16,1 0 0-16,0-2 0 0,0 2 1728 0,1 0 224 16,0 0 48-16,-1-1 16 0,1 0 400 0,-1-2 80 15,2-1 0-15,0 1 16 0,1-1-384 0,1-1-80 16,0 0 0-16,2 1-16 0,0 1-800 0,1-2-144 0,0 3-48 0,0-3 0 15,2 2-368-15,-2 3-80 0,1-2-16 0,2 2 0 16,-9 0-320-16,0 0-80 0,0 0-16 0,0 0 0 16,33 32-160-16,-33-32 0 15,0 0 0-15,0 0 0 0,12 42 0 0,-11-30 0 16,-2 2 0-16,-1 0 0 0,1-1 0 0,-2-1 0 0,0 1 0 0,-1-3 0 16,1-1 0-16,0-2 0 0,0-2 0 0,0 0 0 15,0-3 0-15,2-2 0 0,-1 0 0 16,2-2 128-16,0-3 32 0,1-2 0 0,0-1 0 0,2-1 0 0,0-2 416 15,2 1 96-15,0-4 16 0,2-1 0 0,1-1-304 16,0-1-48-16,3 1-16 0,-2-4 0 0,1 0-320 0,0 2 144 16,1 0-144-16,-1 1 0 0,-1 5 0 0,0 3 0 15,1 1 0-15,-3 2 0 16,1 1-1232-16,0 3-256 0,-1 1-48 0,0 1-15072 16</inkml:trace>
  <inkml:trace contextRef="#ctx0" brushRef="#br0" timeOffset="32339.8">7386 8424 15663 0,'2'-3'688'0,"-1"1"144"0,0 1-656 0,0-1-176 0,-1 1 0 0,0 1 0 15,0 0 1968-15,0 0 352 0,0 0 80 0,0 0 16 16,0 1-144-16,-2 4-32 0,2 0 0 0,-1 2 0 16,1 2-1152-16,0 1-224 15,0-1-48-15,0-9-16 0,0 0-544 0,4 32-96 0,-4-32-32 0,0 0 0 16,0 0-128-16,0 0 0 0,0 0 0 0,25 35 0 15,-25-35 0-15,0 0 0 0,0 0 0 0,31-5 0 16,-23 0-128-16,2 0 128 0,-1-3-160 16,1-1 160-1,0 0-1568-15,0-2-224 0,0 1-32 0,-2-2-16 0,1 0-224 0,-3-1-48 0,0 0-16 16,-2 1 0-16,1 3 1328 0,-2-3 272 0,-1 0 48 0,0 0 16 0,0 0 992 0,-1 1 208 16,-1 3 32-16,0 1 16 15,-1 0 1024-15,0 3 208 0,0 2 32 0,0 1 16 16,0 2-272-16,0 1-64 0,-1 2-16 0,-1 1 0 15,1 2-688-15,0 1-128 0,-1 3-16 0,1 1-16 0,-1 2-368 0,1 1-80 16,1 3-16-16,0 1 0 0,1-19-208 0,-1 39-64 16,1-39 0-16,2 38 0 15,-2-38-128-15,1 38 0 0,-1-38 0 0,1 40 128 0,-1-22-128 0,-1 1 0 0,-1 3 0 0,-2 1 0 16,-1-1 0-16,-3-3 0 0,1 2 0 0,-2-4 0 16,-1 2 256-16,-2-5-16 15,-1 1-16-15,0-3 0 16,-1-1-48-16,-3-4-16 0,-2 0 0 0,-3-2 0 0,-2 0-160 15,-2-1 0-15,-1 1 0 0,0-3 128 0,3-1-128 16,2-2 0-16,1-1 0 0,4-1 0 16,0-1-160-16,3-4-16 0,0 0 0 0,3-2-12304 15,3 0-2448-15</inkml:trace>
  <inkml:trace contextRef="#ctx0" brushRef="#br0" timeOffset="33248.01">7964 8411 7359 0,'1'-5'656'0,"0"1"-528"0,-1-1-128 0,0 0 0 16,1 3 1808-16,0 2 336 0,0-4 64 0,-1-1 16 15,2 0 544-15,-1-3 112 0,1-1 32 0,-1 2 0 16,-1 2-784-16,0 0-144 15,0 2-48-15,-1 2 0 0,-1 1-656 0,0 2-128 0,-1 3-16 0,0 1-16 16,-1 2-656-16,0 4-128 0,0 2-16 0,-2 3-16 16,1 2-176-16,-1 1-128 0,0 1 192 0,1-1-192 15,-1 2 128-15,1-3-128 0,-1 0 0 0,1-2 0 16,2 1 0-16,-1-3 0 0,0-1 0 0,2-2 0 16,0 2 176-16,0-2-176 0,1-3 160 0,0-2-160 0,1 1 192 0,0-4-48 15,1-2-16-15,0-1 0 0,1-2-128 0,0-1 0 16,-1 0 0-16,2-2 0 0,0-2 0 0,1-1 0 15,-1-2 0-15,2-2 0 0,0-2 0 16,1-1 0-16,2 0 0 0,-1-3 0 0,1-1 0 0,2-2 0 16,-1 1 0-16,-1 0 0 0,2 0 0 0,0 3 0 15,-2-1 0-15,0 2 0 0,0 1 0 16,-2 5 0-16,1 2 0 0,-3 0 0 0,1 4 0 0,-1 1 0 16,-2 2 0-16,0 0 0 0,-2 2 0 0,0 3 0 15,1 0 0-15,-2 2 0 0,0 2 0 16,0 3 0-16,-1 0 0 0,-1 3 0 0,0 1 0 15,1-1 0-15,1 1 0 0,0-2 0 0,-1 2 0 0,1 1 0 0,0 0 0 16,-1-3 0-16,2 2 0 0,0-1 0 0,0-1 0 0,1-2 0 16,1-3 0-16,0-1 0 0,0-2 0 0,-1 0 0 15,1-2 0-15,0-1 0 0,0 1 0 0,0-3 0 32,0 1 0-32,0-2 0 0,0 0 0 0,1-3 0 0,0-1 272 0,1 0 32 0,0-2 0 0,2-1 0 15,-2-2-48-15,3-1-16 0,0-4 0 0,2-1 0 16,-2-1-240-16,2-3 144 0,1 1-144 0,-1-2 128 0,0 0 0 0,0 0-128 15,0 3 192-15,-3 3-64 0,-1 2-128 16,-1 2 0-16,-2 2 0 0,0 4 0 16,-1 0 0-16,-1 2 0 15,0 2 0-15,-1 2 0 0,0 0-640 0,0 0-96 0,1 4-32 0,0-3-16992 16</inkml:trace>
  <inkml:trace contextRef="#ctx0" brushRef="#br0" timeOffset="33625.14">8192 8575 17503 0,'0'7'768'0,"0"-4"176"0,0 1-752 0,1-1-192 0,0-1 0 15,0-2 0-15,0 0 2112 0,0 1 384 0,4 0 64 0,1 1 32 16,1-2-160-16,1 0-16 0,3-3-16 0,0 0 0 16,1-2-1264-16,0-2-256 0,1-1-48 0,0 0-16 15,0 0-448-15,-1-2-96 0,1 1-16 0,-2 0 0 16,0-2-256-16,-2 0 0 0,1-1 0 0,-3 1 0 15,0 1 0-15,-3 1 0 0,-1-1 0 0,-2 0 0 16,0 1 0-16,-3 0 0 0,0-1 0 0,-1 5 0 16,0 0 0-16,-3 3 0 0,0 1 0 0,-2 2 0 0,1 1 0 0,-3 1 0 15,1 2 0-15,-1 0 0 16,0 4 0-16,0 1 0 0,-1-1 0 0,1 3 0 16,0 0 0-16,0 2 0 0,0 1 0 0,0 1 0 0,1-1 0 0,2 0 0 15,-2 2 0-15,3 0 0 0,-1 1 0 0,3-1 0 16,0 0 128-16,1-3-128 0,2-2 256 0,0-2-16 15,2-1 0-15,-1-9 0 0,0 0-48 0,0 0 0 16,0 0 0-16,0 0 0 0,0 0-192 0,39 12 144 16,-29-17-144-16,1 0 128 0,0-3-128 0,1 0 0 15,2 1 0-15,-1-3 0 0,0 1 0 0,0 2 0 16,1-3 0-16,-1 0-176 16,1 2-1568-16,0 0-320 0</inkml:trace>
  <inkml:trace contextRef="#ctx0" brushRef="#br0" timeOffset="34334.62">8545 8532 7359 0,'1'-1'656'0,"0"-2"-528"0,0 1-128 0,0 1 0 15,1-1 2560-15,-1-1 464 0,1-1 112 0,0-4 0 16,3-3 0-16,0-1-16 0,0-3 0 0,0 1 0 16,-1 0-1632-16,0 2-320 15,-1 1-64-15,0 3-16 0,-2 0-240 0,0 2-48 0,-1 1-16 16,-1 1 0-16,0 1-304 0,-2 1-64 0,0 2-16 0,-1 2 0 15,0-1-80-15,-2 3-32 0,1-1 0 0,-1 4 0 16,0-3-144-16,-2 3-16 16,1 0-128-16,-2 3 192 0,1-2-192 0,0 3 0 0,-2-1 0 0,2 1 0 0,0 1 0 0,-1 0 0 15,1 1 0-15,0 0 0 0,0 0 128 0,1-1-128 16,1 1 0-16,1-1 0 0,1-3 144 0,1-2-144 16,2 3 128-16,0-6-128 0,2 1 0 0,1-1 0 15,2-1 0-15,0-3 0 0,-1 0 0 0,2-2 0 0,1 1 0 0,1-3 0 16,0 0 0-16,1 0 0 0,-1-2 0 0,1 1 0 15,0-1-240-15,-1 0-16 0,1 2-16 0,-2-3 0 32,1 2-368-32,-2-2-80 0,3 0-16 0,-3-1 0 0,2-1 288 0,-1 0 64 0,0-1 16 0,-1 0 0 15,1 1 192-15,-2-2 48 0,0 3 0 0,-2-1 0 16,1 4 128-16,-2 0 0 0,-1 1 128 0,-1 3-128 16,0 2 448-16,-1 1 32 0,0 3 0 0,0 0 0 15,-1 4 128-15,0 0 32 0,0 1 0 0,0 1 0 16,2 1-352-16,-1 3-64 0,1 0-16 0,1 1 0 0,0-16-208 15,0 0 128-15,6 38-128 0,-6-38 0 0,0 0 0 0,0 0 0 16,0 0 0-16,0 0 0 0,39 23 0 0,-29-28 0 16,3-4 0-16,-1 0 0 0,3-3 0 0,0-2 0 15,2-3-144-15,0 0 144 16,-1-2-1184 0,0 0-144-16,1 0-16 0,-2-2-16 0,-1-1-688 0,-1 1-128 0,-1 2-16 0,0-2-16 15,1 0 672-15,-3-3 128 0,-1 7 16 0,-2-2 16 0,0-2 832 0,-2 0 160 16,1 0 48-16,-3 4 0 0,0 3 912 0,-2 2 176 15,-1 4 32-15,0 4 16 0,-2 2 1184 0,0 2 256 0,-1 2 32 16,-1 0 16 0,0 3-592-16,-1 2-112 0,0 0-32 0,0 3 0 15,-1 4-832-15,1 0-160 0,0 3-48 0,0 0 0 0,1 4-192 0,0 1-32 0,0 3-16 0,2-1 0 16,-1 2-144-16,1 0-128 0,1 3 144 0,-1-3-144 16,-1 0 144-1,2 0-144-15,-1-3 128 0,0-1-128 0,0 1 0 0,0-3 0 0,1 0 128 0,-1-2-128 16,2-1 0-16,0-4 0 0,0-1 0 0,1-5 0 31,1-2-704-31,0-3-112 0,0-2-16 0,2-4-10608 0,-2 1-2112 0</inkml:trace>
  <inkml:trace contextRef="#ctx0" brushRef="#br0" timeOffset="34623.19">9002 8397 9215 0,'7'-7'400'0,"-2"2"96"0,-1 0-496 16,-1 3 0-1,-2 0 0-15,0 2 0 0,0 0 2928 0,0-2 480 16,1-1 112-16,0 0 0 0,0 1-16 0,-1 1-16 16,-2 1 0-16,-2 0 0 0,2 1-1760 0,-4 1-336 15,-1 1-80-15,0 0-16 0,-1-1-832 0,-1-1-160 16,0 0-48-16,-2 1 0 0,0 1-256 0,-2-1 160 16,0 1-160-16,-1-1 128 0,0 0-128 0,1 1 0 0,0 0 0 0,1 1 0 15,2 0 0-15,1 1 0 0,3-1 128 0,0 0-128 16,1 3 144-16,1-3 0 0,2 2 0 0,0 0 0 15,1 1 112-15,2-2 32 0,-1 0 0 0,-1-5 0 16,0 0 0-16,0 0 0 0,0 0 0 0,26 33 0 16,-26-33-48-16,0 0-16 0,0 0 0 0,44 26 0 15,-44-26-224-15,0 0 176 0,39 16-176 0,-39-16 160 0,0 0-160 0,43 15 0 16,-43-15 0-16,0 0-13040 16,46 12-2640-16</inkml:trace>
  <inkml:trace contextRef="#ctx0" brushRef="#br0" timeOffset="37190.87">7074 9431 23039 0,'5'-5'2048'0,"-2"3"-1648"15,0-2-400-15,-3 3 0 0,1 1 1312 0,1-3 176 16,1 0 48-16,3-3 0 0,1-1 0 0,-1 2 16 16,-2 3 0-16,-2 2 0 0,-1 5-480 0,-2 0-112 15,-2 6 0-15,0 3-16 0,-3 4-528 0,0 2-96 16,0 2-32-16,-1 2 0 0,1 0-288 0,0 1 0 0,2-4 0 16,1-1 0-16,0-4 0 0,2 1 0 0,1-3 0 0,-1-2 0 15,1-1 0-15,0-3 0 0,1-3 0 0,-1-1 0 16,1-1 0-16,0-3 0 15,1 0 0-15,-1-3 0 0,0 1 0 0,0-3 0 16,2 1 0-16,-2-4 0 0,3 1 0 0,0-4 0 16,0 1 0-16,1-2 0 0,2 2 0 0,-3-2 0 0,2 1 0 0,-2 1 0 15,2-1 0-15,-1 1 0 0,-1 3 0 0,0 1 0 16,0 0 0-16,-2 1 0 0,1-1 0 0,-1 3 0 16,0 0 0-16,0 1 0 0,0 0 0 0,-1 0 0 0,0-1 0 15,-1 1 0-15,0 1 0 0,0 1 0 0,0 0 0 0,0 0 0 16,0 0 0-16,-1 0 0 0,0 1 0 0,-1 1 0 15,1 1 0-15,0 0 0 0,-1 0 368 0,0 0-48 16,0-1 0-16,1 1 0 0,0 0-128 0,-1-2-48 16,0 1 0-16,1 1 0 0,0-1-144 15,0 1 128-15,1-3-128 0,-1 1 128 0,0-1-128 0,1-1 128 16,0 1-128-16,0 0 128 16,1 0-128-16,-1-2 0 0,0 0 0 0,1 1 128 0,-1-1-128 0,1 1 0 15,0 1 0-15,0-2 0 0,-1 1 0 0,1 0 0 16,0-1 0-16,0-1 0 0,-1 1 0 0,0 2 0 0,1 0 128 15,-1-2-128-15,0 2 0 0,0 2 0 0,-1-2 0 0,1 0 0 16,-1 0 0-16,1 2 0 16,-1-2 0-16,1 1 0 0,0-1 0 0,-1 0 0 15,1 2 0-15,0-2 0 0,0 0 128 0,0 0-128 0,-1 0 128 0,1 0-128 16,0-2 240-16,1 2-48 0,-1-1 0 0,0 1 0 16,0 0-48-16,0 0-16 0,0 0 0 0,1 0 0 15,-1-2-128-15,0 2 160 0,0 0-160 0,0-2 160 16,1 1-160-16,-1 1 0 0,0 0 144 0,0 1-144 0,0-2 0 15,0 1 0-15,0 0 0 0,0 0 128 0,0 0-128 16,0 0 0-16,0 0 0 0,0 0 0 0,-1 1 0 0,1-1 128 16,-1 0-128-16,1 0 0 0,0-1 160 0,0 2-32 15,-1 1-128-15,1-2 192 0,-1 0-192 0,1 0 128 16,0 0-128-16,0 0 0 0,0 0 0 0,0 0 128 16,0 0-128-16,0 0 0 15,0 0 0-15,0 0 0 0,0 0 0 0,0-2 0 0,0 2 0 0,0 0 0 16,0 0 0-16,0 0 0 15,0-1 0-15,0 1 0 0,0 0 0 0,0 0 0 0,1-2 0 0,0 2 0 16,0 0 0-16,-1 0 0 0,1 0 0 0,0-1 0 0,0 0 0 0,0-1 0 16,0 1 0-16,0-1 0 0,0 2 0 15,0-2 0 1,0 1 0-16,0-1 0 0,0 2 0 0,0-1 0 16,0 0 0-16,1 1 0 0,-1 0 0 0,0-2 0 0,-1 2 128 0,1-2-128 15,0 2 176-15,0 0-176 0,-1 0 224 0,0 0-64 0,0-1-16 0,0 1 0 16,1 0-144-16,-1 0 0 0,0 0 0 0,1 0 128 15,-1-2-128-15,1 2 0 16,1-1 0-16,-1 0 0 0,0 0 0 0,1-1 0 0,-2 0 0 0,1-1 0 31,0-1 0-31,1 1 0 0,0 1 0 0,0-2 0 0,1 0 0 0,-1 0 0 0,-1-1 128 16,1 0-128-16,1 3 0 0,-1-2 0 16,1 1 0-16,-1 0 128 0,1-1-128 0,-1 2 0 15,1-1 0-15,-1 0 128 0,0 1-128 0,0-2 0 16,2 1 0-16,-1-1 128 0,1 1-128 0,-1-2 0 15,0 1 0-15,0 1 0 0,0-1 0 0,-1 1 0 16,0-1 0-16,0 1 0 0,-1 1 0 0,1-3 0 16,-1 2 0-16,0 0 0 0,-1 0 0 0,0 1 0 15,0 1 0-15,-1 1 0 0,2-2 0 0,-2 2 0 16,1 0 0-16,-1 2 0 0,0-2 0 0,0 1 0 0,1 1 0 16,-1 0 0-16,1-2 0 0,0 1 0 0,1 0 0 0,-1-1 0 15,0 0 0-15,0 2 0 0,-1-2 0 0,1 0 0 16,0 0 0-16,0 0 0 0,0 0 0 15,-1 1 0-15,0-1 0 0,1 2 0 0,0-2 0 0,-1 2 0 16,0-2 0-16,0 1 0 0,1 1 0 0,-1 0 0 16,1 0 0-16,-1-1 0 0,1 1 0 0,-1 1 0 15,1 1 0-15,0 0 0 0,0 0 0 0,-1 2 0 16,1 1 0-16,0-1 0 0,0 1 0 0,1 1 0 16,-1 1 0-16,0-1 0 0,1 1 0 0,0 1 0 0,0 2 0 15,-1 0 0-15,1 2 0 0,-1-14 0 0,3 26 0 0,-3-26 0 16,4 28 0-16,-3-16 0 0,-1-12 0 0,0 0 0 15,4 29 0-15,-4-22 0 0,1 1 0 0,-1-2 0 16,2-1 0-16,-1 0 0 0,0-3 0 0,-1 0 0 16,1 1 0-16,-1-3 0 0,1 2 0 0,-1-2 0 15,1-2 0-15,0 2 0 0,0 0 0 0,0 0 0 16,0 0 0-16,0 0 0 0,-1-2 0 0,1 2 0 16,0 0 0-16,0 2 0 0,1-2 0 0,0 0 0 15,1 2 0-15,-2-2 0 0,1 1 0 0,-1 1 0 0,1 0 0 16,0-2 0-16,0 0 0 0,0-2 0 0,1 0 0 0,-2 1 0 15,1-3 0-15,1 1 0 16,0 1 0-16,0-3 0 0,0 0 0 0,0 1 0 0,0-1 0 0,1-4 0 16,-1 1 0-16,2-4 0 0,0 1 0 0,-1-2 0 15,1-3 208-15,-1 2 16 0,1-3 0 0,0 1 0 16,0-1-224-16,1-2 176 0,-1-5-176 0,3-2 160 16,-1 3-160-16,1 1 0 0,0 1 0 0,1 2 0 15,0 2 0-15,-1 3 0 0,0 2 0 0,-1 1 0 16,-2 3 0-16,-1 4 0 0,-1 2-128 0,-2 1 128 15,0 4-752-15,-2-1-80 0,-1 3 0 0,-1 2-12320 16,1-2-2464-16</inkml:trace>
  <inkml:trace contextRef="#ctx0" brushRef="#br0" timeOffset="37568.36">7061 9407 12879 0,'2'-7'0'0,"2"-3"0"16,-1 4 0-16,-1 1-160 0,-1 2 160 0,1-1-160 0,3-7 1312 0,0-6 272 31,4-3 48-31,-2 1 48 0,0 2 944 0,-3 6 192 0,-2 6 32 0,-1 3 48 16,-3 2-768-16,0 4-160 0,0 4-16 0,-3 1 16 15,0 5-816-15,0 3-160 16,-1 4-48-16,0 1 32 0,-1 4-272 0,1 2-48 0,-3 4-16 0,2-3 32 0,0 0-512 15,2-5-160 1,1 0 0-16,1-1 32 0,1-1-80 0,0-3-16 0</inkml:trace>
  <inkml:trace contextRef="#ctx0" brushRef="#br0" timeOffset="38175.44">7524 9500 18431 0,'-5'2'816'0,"4"0"160"16,-1-2-784-16,0 1-192 0,1 0 0 0,0 0 0 0,0 1 1680 0,-1 1 304 0,0 1 48 0,0 1 16 15,-1 0 336-15,2 2 80 0,0 0 16 0,1-3 0 16,0-4-1152-16,0 0-240 0,0 0-32 0,0 0-16 15,0 0-624-15,0 0-128 0,34 29-32 0,-34-29 0 16,0 0-256-16,32-7 128 0,-21 2-128 0,1-4 0 16,1-1 256-16,-1-1-48 0,0 1-16 0,-1-1 0 15,1-1-16-15,-1 0-16 0,0 0 0 0,-3 0 0 16,-1 0-160-16,0 2 0 0,-2-1 0 0,0 1 0 0,-2-1 0 0,-1 1 0 16,-2 0 0-16,-2 3 0 0,-3 1 0 0,0 3 0 15,-3 0 0-15,-1 3 0 0,2 3 0 0,-3 1 0 16,0 4 0-16,-2 1 0 0,-1 5 0 15,-1 1 0-15,-1 3 0 0,1-1 0 0,1 2 0 0,1 0 0 16,1 1 0-16,2 0 0 0,2-1 0 0,-1 0 0 16,3-1 0-16,-1-3 0 0,3-1 0 0,3-2 0 15,0-12 128-15,0 0-128 0,0 0 0 0,0 0 192 16,0 0-192-16,34 34 192 0,-34-34-192 0,0 0 0 16,37-3 0-16,-23-2 0 0,1 1 0 0,0-4 0 0,0 2 0 15,0-2 0-15,1 2-304 0,-2-2-32 0,2-1-16 16,-1 2 0-1,1-1-1872-15,-1-1-368 0,0 3-80 0,-1-2-12400 0</inkml:trace>
  <inkml:trace contextRef="#ctx0" brushRef="#br0" timeOffset="38633.76">7923 9500 6447 0,'1'-2'576'0,"0"1"-576"0,0 1 0 0,-1-2 0 16,1 2 2912-16,-1-2 480 0,1-1 80 0,0 1 32 15,1-5 128-15,0 0 16 0,-1 0 16 0,0 0 0 0,0 1-1680 0,-1 0-352 16,0-2-64-1,-1 1-16-15,-1 0-768 0,0 0-144 0,0 0-48 0,0 0 0 16,-2 2-336-16,0 1-80 0,0 1-16 16,1 1 0-16,-2 1-160 0,-1 2 192 0,0 3-192 0,1-1 192 15,-1-1-192-15,1 5 0 0,-1-1 0 0,-2 3 0 0,1 2 0 0,0 1 0 16,-1 0 0-16,1 2 0 0,0 0 0 0,1 1 0 16,0 0 0-16,2-2 0 15,1 1 0-15,1-2 0 0,2-2 0 0,1-3 0 0,1-2 0 0,1-3 0 0,-3-2 0 16,0 0 0-16,0 0 0 0,0 0 0 15,29-4 0-15,-21-1 0 0,1 0 0 0,0-5 0 0,-1 3 0 0,2-2 0 16,-1-2 0-16,-1 0 0 0,2 2 0 0,-3-1 0 16,1-4-352-16,-1 3 48 0,-2 2 16 0,-2 1 0 15,0 3 144-15,-1 0 144 0,-1 0-208 0,0 3 80 16,-1 2 128-16,-1 0 0 0,-1 2 0 0,0 0 0 16,0 4 128-16,-1-2-128 0,1 1 160 0,-1 1-160 15,1 2 208-15,-1 2-48 0,0 1-16 0,3 1 0 16,-1 0-16-1,0 2-128-15,1-14 192 0,2 31-64 0,-2-31-128 0,0 0 192 0,12 36-192 0,-12-36 192 16,0 0-192-16,0 0 128 0,0 0-128 0,39 23 128 0,-39-23-128 0,0 0 0 16,26-3 0-16,-16-3 0 0,-1-1 0 0,0-3 0 15,2 1 0-15,0-5 0 32,1-3-1184-32,-1 3-224 0,-1-2-32 0,1 1-15392 0</inkml:trace>
  <inkml:trace contextRef="#ctx0" brushRef="#br0" timeOffset="38841.35">8239 9227 13823 0,'6'-12'608'0,"-4"5"128"0,1 2-592 0,-1 0-144 16,-1 5 0-16,-1 0 0 0,1 0 3184 0,-1-2 592 16,1 2 128-16,0 2 32 0,-1 1-864 0,-2 4-160 15,-1 3-32-15,-1 2-16 0,1 4-1744 0,-3 1-352 0,0 4-64 0,-1 3 0 16,-1 2-496-16,0 2-80 0,0 3-128 0,1 0 176 16,1-5-176-16,1 1 0 0,1 0 0 0,2-3 128 15,2 0-128-15,0-24 0 0,1 35 0 0,-1-35 0 31,0 0 0-31,6 31 0 0,-6-31 0 0,0 0 0 16,0 0-144-16,0 0-16 0,0 0 0 0,35 0 0 16,-27-7-2048-16,2-5-416 0,0 0-64 0,0-2-12640 15</inkml:trace>
  <inkml:trace contextRef="#ctx0" brushRef="#br0" timeOffset="39109.86">8397 9386 13823 0,'5'-7'608'0,"-1"3"128"0,0 1-592 0,-2 0-144 16,-1 3 0-16,-1-2 0 0,0 2 2176 0,0 0 416 15,2-3 80-15,-1 1 16 0,0 1 112 0,-1 0 16 16,-1-1 16-16,-2 1 0 0,1 1-1184 0,-3 0-240 16,0 0-64-16,-2 1 0 0,1-1-592 0,-2 0-128 15,0 2-32-15,-2-2 0 0,-1 0-272 0,0 0-48 16,0 1-16-16,1 0 0 0,1 2-64 0,-1 1-32 0,0-1 0 16,0 3 0-16,2 0-16 0,-1 0 0 15,3 2 0-15,0-1 0 0,2 2-16 0,2 1-128 0,0-3 192 0,1 3-64 16,1-10 64-16,0 0 16 15,6 37 0-15,-6-37 0 0,0 0 0 0,19 37 0 0,-19-37 0 0,0 0 0 16,30 29 0-16,-30-29 0 0,0 0 0 0,0 0 0 16,49 20-208-16,-49-20 176 0,0 0-176 0,40 0 160 15,-40 0-160-15,29-7 0 0,-12 3 0 0,3-5-20288 16</inkml:trace>
  <inkml:trace contextRef="#ctx0" brushRef="#br0" timeOffset="41113.08">10160 7394 13823 0,'3'-4'1216'0,"-1"-2"-960"0,0 4-256 0,-1 0 0 16,1 0 768-16,0-1 96 16,3-5 32-16,0-3 0 0,3-1 624 0,1-2 128 0,-3 2 16 0,0 3 16 15,-2 3-32-15,-2 2-16 0,-1 2 0 0,-1 4 0 16,0 3-368-16,0 2-80 16,-2 5-16-16,1 0 0 0,0 5-720 0,-1-2-160 0,0 2-32 0,0 3 0 15,1 1-256-15,0 0 0 0,0 3 0 0,0-4 0 0,0 0 0 0,1-1 0 16,0-19 0-16,1 33 0 15,-1-33 0-15,1 29 0 0,-1-20-160 0,1 1 160 0,0-3 0 0,0-2 0 16,0-4 0-16,0 0 0 0,0-1 0 0,0 0 0 16,0-2 0-16,0 0 0 0,0-1 0 0,1-2 0 15,2 3 0-15,-1-3 0 0,0 1 0 0,0 0 0 16,2 0 0-16,0-3 0 0,-1 3 0 0,2-1 0 16,1 0 0-16,1-4 0 0,-1 2 272 0,0-1 32 15,2-1 0-15,0-1 0 16,2-3 208-16,-1-2 32 0,4 0 16 0,-1-3 0 0,0 1-256 0,-1-2-48 15,-1 5-16-15,-1-3 0 0,-1-2-240 0,-2 3 0 16,-1-1 0-16,-1 0 0 0,-3 1 0 0,-1 2 0 0,1 2-208 16,-1 2 64 15,-1 3-624-31,-1 2-128 0,1 3-32 0,-2 4 0 0,1-1-832 0,0 4-160 0,0 1-48 0,-1 4-11248 0</inkml:trace>
  <inkml:trace contextRef="#ctx0" brushRef="#br0" timeOffset="41468.6">10447 7546 8287 0,'5'0'736'0,"-1"-2"-592"0,-1 0-144 0,0 1 0 0,0 1 2384 0,-1-2 448 0,1 0 96 0,0-1 16 15,4 1 352-15,2-5 80 0,3 0 16 0,1-3 0 16,2 1-1408-16,-2-1-256 0,0 1-64 0,-2-1-16 0,0 0-880 0,-1 1-160 31,0 2-32-31,-1-3-16 0,-2 1-432 0,0 2-128 0,-2-3 0 0,-1 3 0 16,-1 0 0-16,-2 3 0 15,-1-4 0-15,-2 4 0 0,-1-3 0 0,-2 3 0 16,-2 0 0-16,-2 2 0 0,0 0 0 0,-3 1 0 16,-1 4 0-16,0-1 0 0,2 2 0 0,-2 2 0 15,0 3 0-15,-1 1 0 0,3 0 0 0,-1 2 0 0,0 2-160 16,0 2 160-16,1 1 0 0,2 0 0 0,-1 1 0 0,4 1 0 16,0-1 0-16,3-1 0 0,1 0 0 0,1-2 0 15,1-15 0-15,0 0 0 0,0 0 0 0,17 38 0 16,-17-38 144-16,0 0 48 0,0 0 16 0,41 9 0 15,-27-11-32-15,0-1-16 0,2 1 0 0,-1-5 0 16,1 2-160-16,0-4 0 0,0 2 0 0,0-1 128 16,0 1-128-16,-2-2 0 0,1 1 0 0,-1 0 0 15,1 1-1792-15,-1-1-304 0</inkml:trace>
  <inkml:trace contextRef="#ctx0" brushRef="#br0" timeOffset="41820.66">10747 7427 4607 0,'-5'0'400'0,"2"0"-400"16,0 1 0-16,1-1 0 0,1 2 2176 0,0-2 336 16,0 0 80-16,0 0 16 0,-1 0 864 0,0 0 176 15,2 0 48-15,0-2 0 0,0-1-1376 0,3 0-272 0,2-1-48 0,1-3-16 16,3 1-1200-16,0-3-240 0,3 1-48 0,0 0-16 16,2-2-480-16,-1 2 128 0,0 2-128 15,-1-1 0-15,-1 3 224 0,-2 3 0 0,1 1 0 0,-10 0 0 16,0 0 160-16,0 0 16 0,0 0 16 0,31 31 0 15,-31-31-416-15,0 0 0 0,6 38 0 0,-7-24 0 16,-2 3 0-16,-1-1 0 0,1 1 0 0,-2 0 0 16,-1-3 0-16,0 2 0 0,0-3 0 0,2-2 0 15,-1-3 0-15,2-2 0 16,1-3 128-16,1-3-128 0,0 0 432 0,1-3 48 0,1-1 16 0,1-4 0 16,-1 0-176-16,3-2-16 0,1-2-16 0,0-4 0 0,2 1-112 15,0-4-32-15,2 3 0 0,1-3 0 0,-1 2-144 0,2 0 0 16,0-2 144-16,1 3-144 0,0-1 0 0,0 3 0 15,-1 2 0-15,0 1 0 16,-1 3-1024-16,-2 2-112 0,0 2-16 0,-2 1-16320 16</inkml:trace>
  <inkml:trace contextRef="#ctx0" brushRef="#br0" timeOffset="42275.38">11044 7341 3679 0,'0'-1'320'0,"0"-1"-320"15,1 1 0-15,-1-1 0 0,0 2 2624 0,0-2 448 0,0 1 80 0,1-1 32 16,0 1 320-16,1-2 64 0,-1 1 16 15,1 1 0-15,-2 4-1120 0,1 1-224 0,-1 3-32 0,0-7-16 16,0 0-848-16,2 36-192 0,-2-36-16 0,2 28-16 16,-2-28-800-16,0 0-176 0,5 43-16 0,-5-43-128 15,0 0 0-15,0 0 0 0,15 38 0 0,-15-38 0 16,0 0 0-16,0 0 0 0,0 0 0 0,32 1-144 16,-24-7-544-1,0-2-96-15,0-1-32 0,0 0 0 16,1-3-1104-16,-1-2-208 0,-1 2-48 0,1-2-16 0,-2-1 928 15,0 1 192-15,-3 2 48 0,1-1 0 0,-2 0 1280 0,0 1 272 0,-1 1 48 0,-1 0 16 16,-1 3 688-16,0-2 144 0,1 4 32 0,-1 1 0 0,1 2-96 0,-1 3-16 16,1 0 0-16,-1 3 0 0,0 2-480 0,1 2-96 31,-2 4-32-31,2-11 0 0,-2 27-416 0,2-27-64 0,-2 37-32 0,0-18 0 0,0 0-224 0,-1 1 0 16,1 3 128-16,-1-2-128 15,1 3 128-15,-1 0-128 0,-1 3 176 0,0-1-176 16,0 0 144-16,-2 0-144 0,0-3 0 0,-3-2 144 0,1-2-144 0,-2 0 0 15,-1-2 0-15,-1-3 0 0,0 0 208 0,-1-4-32 16,0-1-16-16,-3 0 0 16,-1-4-16-16,-2 0 0 0,-3 0 0 0,-1-3 0 0,3-1-144 0,-1-1 0 0,-1-1 0 15,3-4 0 1,0 3 0-16,2-3 0 0,4-3 0 0,0-1 0 31,1 0-320-31,3 0-80 0,3-3-32 0,2 1-18256 0</inkml:trace>
  <inkml:trace contextRef="#ctx0" brushRef="#br0" timeOffset="42944.27">11640 7329 22111 0,'-2'-6'976'0,"1"1"208"0,0 3-944 0,0-2-240 0,0 3 0 0,0 1 0 16,1 0 1632-16,-1 0 288 0,-2 1 48 0,-1 1 16 16,-1 2-512-16,1 2-80 0,-2 3-32 0,1 2 0 15,0 3-864-15,0 3-176 0,0 2-48 0,0 3 0 16,1 1-272-16,0-2 128 0,0 1-128 0,0-1 0 0,1 0 0 0,0 1 0 16,1-3 0-16,0-5 0 0,2-14 0 0,0 0 0 15,0 0 0-15,0 0 0 0,0 0 0 0,0 0 0 16,0 0 0-16,0 0 0 0,0 0 288 0,35 0 0 15,-27-14 0-15,1-3 0 0,3-1-16 0,0-2 0 16,1 2 0-16,0-4 0 0,-1 1-272 0,0 2 0 16,0-3 0-16,-1 4 0 0,-1-2 0 0,-1 2 0 15,-1 1-128-15,-1 5 128 0,-1 3 0 0,-1 2 0 16,-1 6 0-16,-2 1 0 0,0 1 256 0,-2 3-16 16,0 3 0-16,0 3 0 0,-1-1 176 0,-1 3 32 0,-2 5 16 0,0 0 0 15,1 4-304-15,-2-3-160 0,1 4 160 0,1-3-160 16,-1 2 0-16,0 3 0 0,4-24 0 0,-3 40 0 15,3-40 0-15,4 32 0 0,-4-32 0 0,0 0 0 16,0 0 0-16,0 0 0 0,0 0 0 0,0 0 0 16,0 0 0-16,38 8 0 0,-30-16 0 0,-2-2 0 15,0-1 0-15,2-2 128 0,0-3-128 0,2-3 144 16,0 0 80-16,-1-1 16 0,1 0 0 0,-1 0 0 16,2-1-96-16,-2 2-16 0,0 0 0 0,0 2 0 15,-2 3-128-15,-1 1 160 0,0 3-160 0,-1 5 160 16,-2 0-160-16,0 2 0 0,0 1 0 0,-2 2 0 15,0 0 0-15,0 0 0 0,-1 2-192 0,0 1 192 16,0-1-1696-16,-1 3-224 0</inkml:trace>
  <inkml:trace contextRef="#ctx0" brushRef="#br0" timeOffset="43293.63">11912 7468 8287 0,'2'4'736'0,"-1"-1"-592"15,1-1-144-15,0-2 0 0,0-2 3392 16,0 2 640-16,2 0 128 0,3-2 16 0,3 1-464 15,1-1-80-15,2 0-32 0,1-3 0 0,0-2-2176 0,0 0-432 16,-1 0-96-16,1-3 0 0,-1 3-576 0,1-2-128 0,1-1 0 0,-3 0-16 16,0 1-176-16,-1-3 0 0,-2 3 0 0,-1-2 0 15,0 0 0-15,-3-1 0 0,-1-1 0 0,-3 3 0 32,-1 1 0-32,-2 1 0 0,-1 2 0 0,-3 3 0 0,-1 1 0 0,-3 4 0 0,-2 3 128 0,-2 1-128 31,-1 4 0-31,0 2 0 0,-3 0 0 0,2 0 0 0,2 0 0 0,1-1 0 0,1 4 128 0,0-1-128 0,0 5 0 15,2 0 0 1,0-3 0-16,2 1 0 0,0 0 0 0,3-1 0 0,1-2 0 16,1-2 128-16,2 0-128 0,1-2 160 0,0-10-160 0,0 0 160 0,0 0-160 0,0 0 0 31,0 0 0-31,34 26 128 0,-25-26-128 0,1-3 0 0,2-1 0 0,1 0 0 0,1-2 0 0,1 0 0 16,1 0 0-16,-1-2 0 0,0 2 0 0,0-1 0 15,0 0-224-15,0 0 80 16,-1-1-1760-16,-1 2-336 0,0-2-80 0,-2 4-13344 0</inkml:trace>
  <inkml:trace contextRef="#ctx0" brushRef="#br0" timeOffset="43735.22">12249 7458 10127 0,'2'0'448'0,"-1"0"96"0,1 0-544 0,-1-1 0 0,0 0 0 0,0 1 0 16,1-2 2816-16,-1 0 464 0,3-1 96 0,1-2 16 15,1-2-448-15,1 0-96 0,0-1-16 0,1-1 0 16,-2-2-1168-16,0 1-224 0,-1 0-48 0,-1-1-16 15,-1 2-752-15,-1 1-160 0,-2-2-16 0,0 1-16 16,0 3-160-16,-2 0-16 0,-1 1-16 0,0 3 0 0,0 0-48 0,-1 4-16 16,0-2 0-16,-1 2 0 0,1 3-176 15,-2 1 128-15,1 2-128 0,-1 0 128 0,0 3-128 0,0 1 0 16,-1 0 0-16,0 2 0 0,0 3 0 16,-2-1 0-16,1 3 128 0,-1-2-128 0,0 2 0 0,2-5 0 15,2 0 0-15,2-4 0 0,0 0 0 0,1-3 0 16,2 0 0-16,2-4 0 0,0-2 0 0,0-1 0 15,3 0 0-15,0-4 0 0,-1 1 0 0,2-2 0 16,1-2 0-16,2-1 0 0,-1 0 0 0,1-2 0 16,1-1 0-16,0-1 0 0,-2 2-128 0,0 0 128 15,2 1-160-15,-3-2 160 0,0 3-320 0,-3 1 48 16,1 2 0-16,-1 1 0 0,-2 2 272 0,0 1 0 0,-1 1 0 0,0 3 0 16,-1-1 0-16,0 0 0 0,0 1 0 0,-1 1 0 15,1 1 0-15,0 0 0 0,1 2 0 0,-1 0 0 16,1 0 256-16,0 1-64 0,1-1 0 0,-2-7 0 15,0 0-64-15,0 0 0 16,0 0-128-16,0 0 192 0,0 0-192 0,33 33 0 0,-25-33 0 0,0 0 0 16,1 0 0-16,1-3 0 0,-1-1 0 0,-2 1 0 15,1-1 0-15,-2 1-192 0,1-3 192 0,-1 1-208 16,0-1-1296-16,0-1-256 0,1-1-48 16,-1 0-9040-16,1-2-1808 0</inkml:trace>
  <inkml:trace contextRef="#ctx0" brushRef="#br0" timeOffset="43941.06">12557 7214 15663 0,'2'-14'688'0,"-2"4"144"0,1 4-656 0,-1 3-176 16,0 1 0-16,-1 2 0 0,0 2 2784 0,0-2 528 16,-1 0 96-16,0 3 32 0,-2 3-1072 0,-1 4-224 15,0 4-32-15,-1 3-16 0,0 6-1200 0,-2 4-224 16,3 4-48-16,-3-1-16 0,3 1-160 0,-2-2-16 16,2-1-16-16,1-4 0 0,0-1 16 0,0-1 0 15,2 3 0-15,-1-2 0 0,3-23-304 0,-2 42-128 0,2-42 128 0,-1 37-128 16,1-37 0-16,-1 26 0 0,1-26 0 0,0 0 0 31,0 0-688-31,0 0-112 0,0 0-32 0,0 0 0 0,0 0-2944 16,31-6-608-16</inkml:trace>
  <inkml:trace contextRef="#ctx0" brushRef="#br0" timeOffset="44211.27">12638 7367 1839 0,'7'-12'160'0,"-2"4"-160"0,-1 1 0 0,-3 4 0 15,0 1 3232-15,-1 2 608 0,0 0 128 0,1-2 32 16,0 1 432-16,-1-1 96 0,0 1 16 0,-2 1 0 15,0 1-2288-15,-3 1-448 0,0 1-80 0,0-1-32 0,-2 2-1024 0,0-1-208 32,-1 2-32-32,1-2-16 0,0 1-176 0,-3-2-48 0,2 2 0 0,-1 0 0 15,-1-2-192-15,0 0 144 0,2 3-144 0,0 0 128 0,2-2-128 0,0 2 0 16,2 1 144-16,-1 1-144 0,1 0 192 0,1 1-16 16,0-1-16-16,1 2 0 0,0 3 48 0,2-12 16 15,0 0 0-15,1 34 0 16,-1-34-32-16,0 0-16 0,0 0 0 0,0 0 0 0,29 38-48 0,-29-38 0 15,0 0 0-15,35 8 0 0,-35-8-128 0,28-2 0 0,-11 0 0 0,-1 0-19456 16</inkml:trace>
  <inkml:trace contextRef="#ctx0" brushRef="#br0" timeOffset="46258.82">10517 8432 12895 0,'-1'-4'1152'0,"1"-1"-928"15,1 1-224-15,0 3 0 0,0-1 1280 0,-1 1 224 16,1-3 32-16,0-3 16 0,0 0 496 0,0 0 80 16,1 0 32-16,-1 1 0 0,0 3-624 0,-1 1-128 15,1 2-32-15,-1 4 0 0,0 0-640 0,0 6-128 0,-1 2-32 0,-1 2 0 16,1 5-240-16,-1 2-48 0,2 2-16 0,-1 2 0 15,0-1-272-15,0 2 128 16,-1 2-128-16,0-2 0 0,0-4 128 0,0 1-128 0,1-1 0 0,0-1 0 16,1-5 0-16,0-16 0 0,0 0 0 0,2 31 0 15,0-28 0-15,0-1 0 0,0-2 0 0,1 0 0 16,-1-5 0-16,2 0 0 0,1-4 0 16,0 0 0-16,2-1 160 0,0-4-32 0,2-2 0 0,0-2 0 15,2 0 32-15,0-3 0 0,1 2 0 0,0-1 0 0,2-1-160 0,-1 1 0 16,1 0 0-16,-2 1 0 0,1 3 0 15,-2 3 0-15,-1 2 0 0,-1 3 0 0,-2 4 208 16,-1 1 64-16,-2 3 16 0,-1 1 0 0,-1 3 64 0,0 3 16 16,-2 2 0-16,-1 3 0 0,0 3-112 0,-2 2 0 15,0 1-16-15,1 4 0 0,-2-4-240 0,1 0 128 16,0 2-128-16,1 0 0 0,-1-2 0 0,1 0 128 16,1-2-128-16,0-2 0 0,2-5 0 15,0-2 0-15,2-2 0 0,0-4 0 0,2-1 0 0,1-3 0 0,0-3 0 16,2-3 0-16,0 0 240 0,0-3 0 15,2-2 0-15,1-3 0 0,0-1 32 0,0-2 16 0,2 0 0 0,-1-2 0 16,0 0-160-16,0-1-128 0,-1 2 192 0,-1-1-192 16,0 3 160-16,-2-1-160 0,-1 3 128 0,-2 2-128 15,1 1 0-15,-2 4 0 0,1 1 0 0,-1 2 0 16,-2 4 0-16,1 2 0 0,-1 2 0 0,-1 1 0 16,-1 2-1296-16,-1 2-144 0</inkml:trace>
  <inkml:trace contextRef="#ctx0" brushRef="#br0" timeOffset="46635.87">10965 8557 13823 0,'4'1'1216'0,"-1"-1"-960"15,1 1-256-15,-1 0 0 0,-1-1 2368 0,-1 0 448 16,1 1 64-16,2-1 32 16,2 2 384-16,3-2 80 0,1-2 16 0,0 0 0 0,1 1-1792 0,0-3-336 15,1-1-80-15,-1-1-16 0,0 0-816 0,1-3-160 16,0 1-48-16,0-1 0 0,0 0-144 0,-2-1 0 15,1 0 0-15,0-1 0 16,-1 1 0-16,-4-1 0 0,-1 1 0 0,-1-2 0 0,-2 0-208 0,-2 0-32 16,-1 1 0-16,-3-1 0 31,-2 0-400-31,-1 3-64 0,-2 3-32 0,-2 3 0 0,1 3 272 0,0 1 48 0,-2 6 16 0,0 0 0 0,0 4 208 0,-1 2 32 16,0 1 16-16,0 3 0 0,2 3 144 0,-1 3 128 0,1-2-128 15,-1 0 176-15,2 3 80 0,0-3 32 0,2-2 0 0,1 1 0 31,4 0 240-31,-1-5 48 0,3-1 16 0,1-14 0 0,0 0-192 0,0 0-32 0,12 38-16 0,-12-38 0 16,0 0-352-16,0 0 0 0,35 9 0 0,-23-11 0 0,-1 0 0 0,1-5 0 16,1 2 0-16,0-3 0 31,0 0-368-31,2-1-80 0,1-2-32 0,0 0 0 16,0 1-1696-16,-1 1-320 0,0 1-80 0,-1 1-16 15,0 0-800-15,-2 2-176 0</inkml:trace>
  <inkml:trace contextRef="#ctx0" brushRef="#br0" timeOffset="47056.94">11281 8569 4607 0,'0'0'192'0,"0"0"64"0,0 0-256 0,0 0 0 16,0 0 0-16,0 0 0 0,0 0 1664 0,0 0 272 16,29-3 64-16,-23 0 16 0,3-3 1264 0,-2 0 256 15,0-1 48-15,1 1 16 0,-1-1-784 0,0-1-176 0,0-2-16 0,0 1-16 16,0-1-1168-16,-1-2-224 16,-1 0-64-16,-1-1 0 0,0 1-512 0,-2-1-96 0,-1 2-32 0,-2 1 0 15,1 1-224-15,-1-1-48 0,-2 4-16 0,0 1 0 16,-1 2-32-16,-1 3-16 0,-1 0 0 0,0 5 0 15,-1 2-176-15,-1 3 192 0,-1 1-192 0,-1 4 192 16,1 1-192-16,0 3 0 0,0-1 0 0,2 2 0 16,-1-1 0-16,-1 2 0 0,1-1 0 0,1 1 0 15,1-2 0-15,1 0 0 0,2-3 0 0,3-16 0 16,0 28 0-16,0-28 0 0,0 0 0 0,0 0 0 0,0 0 0 0,0 0 0 16,0 0 0-16,37 8 0 0,-27-16-128 15,0-3 128-15,2-1-160 0,0-3 160 16,-1 1-336-16,1-1 16 0,-2 0 16 0,-1-1 0 0,0 1 112 0,-2 0 0 15,-1 1 16-15,-1 0 0 0,-1 4 176 0,-2-1 0 16,1 5 0-16,-2 0 0 0,0 4 0 0,-1 2 0 16,0 2 128-16,0 0-128 0,-1 3 256 0,0 0 0 15,0 4-16-15,0 1 0 0,0 0-48 0,1-10 0 16,-1 23 0-16,1-23 0 0,1 27-192 0,-1-27 128 16,0 0-128-16,8 34 0 0,-8-34 0 0,0 0 0 15,0 0 0-15,0 0 0 0,0 0 0 0,37 27 0 0,-29-27 0 0,2-2 0 16,1-1 0-16,-1-2-256 0,1-2 48 15,0 0 16 1,2-2-1296-16,0-3-256 0</inkml:trace>
  <inkml:trace contextRef="#ctx0" brushRef="#br0" timeOffset="47278.66">11735 8351 13007 0,'7'-17'272'0,"-2"7"64"0,-2 2 16 0,0 4 32 0,-2 1-384 0,-1 2 0 0,0 0 0 0,0-1 0 15,1-1 4528-15,0 1 816 0,-2-2 160 0,0 6 48 16,-2 0-3024-16,0 5-608 0,-2 2-112 0,0 5-16 0,0 4-1168 0,-1 2-240 15,1 5-32-15,-2 3-16 0,2-2-208 0,0 0-128 16,0-2 128-16,2-1-128 0,-1 0 0 0,1-3 128 16,3-20-128-16,-2 35 0 0,2-35 0 0,1 29 144 15,-1-29-144-15,0 0 0 0,0 0 0 0,0 0 0 16,9 35 0-16,-5-35 0 16,0 0-368-16,0-2-128 0,1 0-16 0,0-3-16 15,1-2-2480-15,2 0-480 0</inkml:trace>
  <inkml:trace contextRef="#ctx0" brushRef="#br0" timeOffset="47510.94">11875 8479 11807 0,'7'-12'256'0,"-1"4"48"0,-2 1 16 0,-1 2 16 0,-1 2-336 0,-1 1 0 0,1 0 0 0,-1-3 0 15,3-1 3920-15,0-2 720 0,-1 2 144 0,-2 2 16 16,-3 0-1856-16,-1 4-384 0,-3 2-80 0,-1 3-16 16,-2-1-1408-16,-2 4-288 0,-1-2-48 0,-1 2-16 15,-1-1-448-15,0 0-80 0,0 0-32 0,-1 0 0 16,-1-2-16-16,1 0-128 0,1-1 192 0,2-3-64 15,3 1 32-15,3-2 0 0,1 0 0 0,3 2 0 16,1-2 48-16,1 1 16 0,1 1 0 0,2 0 0 16,-3-2-96-16,0 0-128 0,0 0 176 0,0 0-176 0,36 19 400 15,-36-19-16-15,0 0-16 0,36 15 0 0,-36-15-176 0,0 0-16 16,41 17-16-16,-41-17 0 0,0 0-160 0,41 16 0 16,-41-16 0-16,0 0-13312 31,44 18-2720-31</inkml:trace>
  <inkml:trace contextRef="#ctx0" brushRef="#br0" timeOffset="49384.2">10279 9457 4607 0,'3'-5'400'0,"1"3"-400"15,-1 0 0-15,-2 2 0 16,0 0 0-16,0-2 0 0,4-1 0 0,2-1 0 0,1-1 0 0,0-1 0 15,2 2 0-15,-2 0 0 0,-2 0 0 0,0 1-160 16,-2 0 160-16,-1 0 0 0,0-1 0 0,-1 1-144 16,1 1 144-16,-2-1 0 0,0 1 1472 0,-1-1 384 15,0 1 64-15,-2 1 0 0,0 0 512 0,-1-1 80 16,1 0 32-16,-1 1 0 0,1-1-816 0,-3 1-144 16,0 1-48-16,0 0 0 15,0 0-208-15,0 0-48 0,-1 3-16 0,0 0 0 0,-1 3-544 0,0 0-96 0,-1 3-32 0,-1 2 0 16,0 1-400-16,-1 2-192 0,0 3 160 15,1 1-160-15,1 2 128 0,0 1-128 0,4 1 0 0,0 0 0 16,2 1 352-16,1-2-32 0,1-2 0 0,0-19 0 16,6 36 176-16,-6-36 16 0,0 0 16 0,0 0 0 15,27 38-144-15,-27-38-16 0,0 0-16 0,32 2 0 16,-18-9-176-16,2-5-48 0,0 0 0 0,2-4 0 16,0-5 192-16,-1 2 48 0,0-1 0 0,0-3 0 15,0-1-368-15,0-2 144 0,-3 2-144 0,-2-2 144 16,-1 1-144-16,-2 3 0 15,-2 0 0-15,-2 1 0 0,-3 0 0 0,-2-1 0 0,-3 2 0 0,-4 2 0 0,0 4 0 16,-4 2 0-16,0 3 0 0,0 4 0 0,-2 4 0 0,0 4 0 31,-2 2 0-31,0 2 0 0,-1 5 0 0,0 2 0 0,0 4 0 0,1 0 0 0,4-4 0 0,0 5 0 16,1-1 0-16,3 0 0 0,2-2-128 0,3-1 128 16,3 0 0-16,-1-15-11616 15,0 0-2272-15</inkml:trace>
  <inkml:trace contextRef="#ctx0" brushRef="#br0" timeOffset="49811.67">10533 9623 23039 0,'-3'0'1024'0,"1"0"192"0,1 2-960 0,0-2-256 0,1 0 0 0,0-2 0 15,-1 2 1872-15,0-3 336 0,0 1 64 0,0-2 16 16,1-2-736-16,0 0-144 0,0-1-16 0,0 0-16 16,3-1-880-16,0 1-176 0,3-2-48 0,-1 1 0 15,3 0-272-15,-1 1 0 0,1 1 0 0,2-1 0 16,-2 5 0-16,1-1 0 0,0 1 0 0,-9 2 0 16,0 0 0-16,0 0 0 0,39 19 0 0,-39-19 0 0,0 0 192 15,0 0-64-15,20 39 0 0,-20-39-128 0,0 0 128 0,5 35-128 16,-6-26 0-16,-1 1 0 0,-1 1 160 15,0-1-160-15,-1-3 128 0,-1 0-128 0,0 0 144 0,0 0-144 16,-1-2 160-16,1 0-160 0,-1-3 240 0,0-2-48 16,2 0-16-16,-2-4 0 0,3-1 80 0,-1 0 32 15,1-3 0-15,2-1 0 0,0 0 32 0,2-3 16 16,1 2 0-16,2-2 0 0,2 0-144 0,2-1-48 16,0 1 0-16,1 0 0 0,1 0-144 0,1 0 0 0,0 1 144 15,-1 1-144-15,0 2 0 0,2 0 0 16,-1 0 0-16,1 1 0 0,0 0 0 0,1-1 0 0,-4 4 0 0,1 0 0 15,-1 1-256-15,1 0-64 0,0 1 0 0,-3 2-17936 16</inkml:trace>
  <inkml:trace contextRef="#ctx0" brushRef="#br0" timeOffset="51063.23">10896 9569 11951 0,'2'2'512'0,"-1"-2"128"0,1 0-512 0,-1 0-128 16,0 0 0-16,-1 0 0 0,0 0 0 0,1 0 0 0,0 0 0 0,1 0 0 15,1 0 0-15,-1-2 0 0,1 1 0 0,-1-1 0 16,-1 2 0-16,-1-2 0 0,0-1 0 0,0 1 0 16,1-1 0-16,0 3 0 0,-1 0 0 0,1-2 0 15,0 1 0-15,0 1 0 0,0 1 0 0,0 1-176 16,0-2 672-16,0 3 128 0,-1-1 16 0,1-1 64 16,0 1 832-16,0 0 160 0,-1-2 32 0,1 3 64 15,0-1-112-15,0 0-16 0,1-2 0 0,-1 0 32 16,0 0 272-16,1 0 48 0,-1 0 16 0,1-2 32 15,-1 2-80-15,1-3 0 0,-1 1-16 0,0 2 32 16,1-2-800-16,-1-1-176 0,0 1-16 0,-1 0 16 0,1 1-704 0,-1 1-128 16,0 0-48-16,0 0 32 0,1 0-176 0,-1 0-256 15,0 0 64-15,1 1 64 0,-1 1-96 0,0 0-16 16,0-2 0-16,0 1 48 0,0 1-64 0,0 0 0 16,-1-2 0-16,1 0 32 0,0 2-32 0,0-2 0 15,0 0 0-15,0 0 48 16,0 0-48-16,0 0 0 0,0 0 0 0,0 0 48 15,0 0 208-15,0 0 0 0,0 0-160 0,0 0 160 0,0-2 0 0,0 2 0 16,0 0 0-16,1 0 0 0,-1 0 0 0,0 0 0 16,0 0 0-16,1 0 0 15,-1 0 0-15,0 0 0 0,0 0 128 0,1 0-128 0,-1 0 0 0,0 0 0 0,0 2 0 0,0-2 0 32,1 1 0-32,0-1 128 0,0 0-128 0,0 0 0 15,-1 2 0-15,0-4 0 0,0 2 0 0,0 0 0 0,1 0 128 0,-1 0-128 0,0-1 0 0,0-1 144 31,0 2-144-31,0-2 192 0,0 2-192 0,1 0 192 0,-1 0-192 0,0-2 0 16,1 2 144-16,-1 0-144 0,1-1 0 16,-1 1 0-16,0 0 0 0,1 0 128 0,-1 0-128 0,1 0 0 0,-1 0 0 0,1 0 0 0,-1 0 0 0,0 0 0 31,-1 0 0-31,1 0 0 0,0 0 0 0,0 0 0 0,0 0 0 0,0-2 0 0,0 2 0 0,0-3 0 16,0 3 0-16,0-2 0 0,0-2 0 0,0 1 0 15,0-2 0-15,0 1 0 0,0-1 0 0,0 0 0 16,0 3 0-16,0-1 0 0,-1-1 0 0,0 1 0 31,0 2 0-31,0 0 0 0,0-1 0 0,0 2 0 16,-1 0 0-16,1 0 0 0,0 2 0 0,-1-2 0 15,0 1 0-15,0 0 0 0,0-1 0 0,0 2 0 0,-1-1 0 0,1 1 0 16,-1 0 0-16,0-2 0 0,0 3 0 0,1-2 0 16,-1 0 0-16,0 1 0 0,0-1 0 0,0 1 0 15,-1 0 0-15,1-1 0 0,-1 1 0 0,1 0 0 16,-1-1 0-16,0 0 0 0,0 2 0 0,-2-1 0 15,1 0 0-15,0 1 0 0,-2 1 0 0,1 1 0 16,-2 0 0-16,2 2 0 0,0-2 0 0,0 0 0 16,0 2 0-16,1 0 0 0,0 0 0 0,1 0 0 15,1 0 0-15,-1 0 0 0,1 1 0 0,1 2 0 16,0 1 0-16,1 1 0 0,0-2 0 0,1 1 0 0,0-11 0 16,0 0 0-16,3 33 0 0,-3-33 0 0,0 0 0 0,0 0 0 15,20 43 0-15,-20-43 0 0,0 0 0 0,0 0 0 16,0 0 0-16,40 16 0 0,-31-18 0 0,-1-3 0 15,3-2 0-15,-2-4 0 0,1 1 0 0,0-1 0 16,-1-2 0-16,1 1 0 0,-1 0 0 0,-1-3 0 16,1 0 0-16,-2-2 0 0,1 3 0 0,-1-3 0 15,0 1 0-15,0-3 0 0,-1 0 0 0,1-3 0 16,-2 1 0-16,0-2-128 0,-1 2-96 0,0-1-16 16,-1 3 0-16,0-5 0 0,0-2-16 0,0 0 0 0,-1 2 0 0,2 0 0 15,-2 5 32-15,1 3 0 0,-1 4 0 0,-2 3 0 16,1 3 224-16,-1 3 0 0,0 2 0 0,-1 2-144 15,1 0 144-15,-2 2 0 0,0 4 0 0,-1 0 0 16,0 0 176-16,0 0-48 0,0 3 0 0,-1 4 0 16,1 1-128-16,1 1 128 0,0-2-128 0,-1 2 128 15,1 8-128-15,-1 4 0 0,0 1 0 0,0 2 128 16,0 0-128-16,1 2 128 0,0-4-128 0,0-1 128 16,2-2 0-16,0-26-128 0,1 41 192 0,-1-41-64 15,4 30-128-15,-4-30 0 0,0 0 0 0,9 36 0 16,-9-36 0-16,0 0 0 0,0 0 0 0,0 0 0 0,0 0 0 0,0 0 0 15,0 0 0-15,40 6 0 16,-31-15-1616-16,0-2-304 0</inkml:trace>
  <inkml:trace contextRef="#ctx0" brushRef="#br0" timeOffset="51224.93">11208 9434 16575 0,'1'0'736'0,"0"0"160"0,0 2-720 0,0-2-176 16,-1 0 0-16,0 0 0 0,1 0 2416 0,1 2 448 15,1-2 80-15,2 2 32 0,-5-2-112 0,0 0-32 0,0 0 0 0,29 0 0 16,-20 0-1680-16,-1-2-352 0,1 2-64 0,0-2-16 16,0-1-592-16,-9 3-128 0,0 0 0 0,25-2 0 31,-25 2-1776-31,0 0-336 0</inkml:trace>
  <inkml:trace contextRef="#ctx0" brushRef="#br0" timeOffset="51411.71">11250 9580 11967 0,'0'0'1072'0,"0"0"-864"16,0 0-208-16,0 0 0 15,0 2 2816-15,0-2 512 0,0 3 96 0,-1 2 32 0,0 0-32 0,-1 5 0 16,-1 1 0-16,0 3 0 0,0-2-2208 0,0 2-432 16,0 0-80-16,0 0-32 0,0-2-544 0,2 0-128 15,-1-1 0-15,1-2 0 0,2-3 0 0,0-1-224 16,0-2 48-16,3-1-17072 15</inkml:trace>
  <inkml:trace contextRef="#ctx0" brushRef="#br0" timeOffset="51853.22">11418 9538 10127 0,'0'0'896'0,"0"0"-704"0,1 0-192 0,-1 2 0 15,0-2 2432-15,-1 0 448 0,1 1 80 0,0 2 32 16,-1 0 432-16,1 4 96 0,-1 1 0 0,1-8 16 15,-2 20-1872-15,2-20-368 0,-3 22-80 0,1-10 0 16,0 2-848-16,-1-2-176 0,2 1-16 0,-2 0-16 16,0 1-160-16,0-2 0 0,0 0 0 0,1-2 0 15,0 1 0-15,1-4 0 0,0-2 0 0,0 0 0 16,1-3 0-16,1 0 0 0,-1-2 128 0,1-2-128 16,2 1 0-16,-2-2 0 15,2-4 0-15,0 0 0 0,1-1 0 0,0-2 0 0,1-3 0 0,1 0 0 16,-1 1 0-16,2-4 0 0,0 0 0 0,1-1 0 0,-1 0 0 0,-1 1 0 15,2-1 0-15,-2 0 0 16,3 1-128-16,-3 2 128 0,2 2 0 0,-1 2 0 0,-1 1 0 0,1 4 0 16,-1 1 0-16,-1 1 0 0,2 0 176 0,-2 0 0 15,1 3 0-15,-1 1 0 16,-5-1 176-16,0 0 32 0,0 0 16 0,0 0 0 0,0 0-208 0,0 0-32 16,32 36-16-16,-32-36 0 0,0 0-144 0,5 33 0 15,-5-33 0-15,0 29 0 0,0-29 0 0,-2 29 0 16,-1-14 0-16,0-3 0 15,0 0 0-15,1 0 0 0,1 0 0 0,-1-2 0 16,1-4 0-16,1-1 0 0,-1 0 0 0,1-3 0 0,1-1-272 0,0-1-96 0,1-1-16 0,0-1-11568 31,1-2-2320-31</inkml:trace>
  <inkml:trace contextRef="#ctx0" brushRef="#br0" timeOffset="52707.86">11697 9605 2751 0,'2'1'256'0,"-1"-1"-256"0,0 0 0 0,-1 0 0 16,1 0 2064-16,0 0 368 0,2 0 80 0,1 0 16 0,1-1 288 15,-5 1 64-15,0 0 16 0,20-6 0 0,-13 2-400 0,-1 1-96 32,2-2-16-32,-2-2 0 0,0 1-720 0,0-2-160 15,-1-1-32-15,-1 2 0 0,-1 1-688 0,-1-2-144 16,0 0-16-16,-1 1-16 0,0 0-96 0,-2-2 0 15,-1 4-16-15,0-3 0 0,1 1-240 0,-1 2-64 16,-1-1 0-16,0-1 0 0,-1 4-192 0,1 1 0 16,-2 0 128-16,0 4-128 0,1 0 0 0,-2 1 0 15,0 4 128-15,-1-1-128 0,0 4 0 0,-1 2 0 0,0 4 0 0,0 1 0 16,1 1 0-16,1 0 0 16,0 2 0-16,1-2 0 0,0 1 0 0,2-3 0 0,0-2 0 0,3-14 0 15,0 26 0-15,0-26 0 0,0 0 0 0,0 0 0 16,0 0 0-16,0 0 0 0,25 34 0 0,-20-34 0 15,2-3 0-15,-1 1 0 0,2-3 0 0,-1-2 0 16,1 0 0-16,1-3 0 0,-1 1 0 0,0 0 0 16,1-3-272-16,-2 0 0 0,1 0 0 0,-1-1 0 15,-1 0 0-15,0 1 0 0,-1-1 0 0,-2 0 0 16,0 3 272-16,0 2-160 0,0 2 160 0,-1 0-128 0,-2 1 128 0,1 4 0 16,-1 2 160-16,0 1-160 0,-1-2 400 0,1 0-16 15,-1 2 0-15,-1 3 0 0,1 3-112 0,1-8-16 16,-2 21-16-16,2-21 0 0,0 0-112 0,0 35 0 15,0-35-128-15,0 0 192 0,3 28-192 0,-3-28 0 16,0 0 128-16,0 0-128 0,0 0 0 0,0 0 0 16,0 0 0-16,15 34 0 0,-14-32 0 0,2-2 0 15,-1 0 0-15,1-2 0 0,-1 0 0 0,0-1 0 0,1 0 0 16,1-1 0-16,0-1 0 0,0-1 0 0,1-2 0 0,1-2 0 31,-1 1-928-31,2-3-80 0,-1 0-16 0,1 0 0 16,0-2-1984-16,-1 0-416 0,2-3-80 0,-2 3-16 15,0 3-496-15,0-1-96 0,-2 0-32 0,2 2 0 16,-2 0 2304-16,-1 3 464 0,1 0 96 0,-2 3 0 0,0 2 2496 0,-2 1 512 0,1 1 80 0,0 0 32 16,0 1 1472-16,-1 3 288 0,0-2 64 0,1 1 16 15,-1 1-656-15,0 1-128 0,1 0-16 0,-1-5-16 16,0 0-1392-16,0 0-256 0,0 0-64 0,0 0-16 0,17 36-704 16,-17-36-144-16,0 0-32 0,0 0 0 0,0 0-112 0,25 33-16 15,-25-33-128-15,0 0 192 0,0 0-192 0,11 38 144 16,-11-38-144-16,0 0 128 15,-3 30-128-15,0-20 0 0,1 0 0 0,-3 1 0 0,-1-2 0 0,2 1 0 16,-2 0 0-16,1-3 0 16,0 1 0-16,1-2 0 0,1-3 0 0,1-1 0 0,0-2 0 0,1 0 0 15,0-3 0-15,1-2 0 0,1 1 144 0,1-4-144 16,1 0 160-16,0-2-160 0,2-1 192 0,1-2-64 16,3-3-128-16,-1-1 192 0,1-2-192 0,2-2 0 15,-1 2 0-15,0-1 0 0,0 2 0 0,0 4 0 16,-1 2 0-16,-1 2 0 0,0 0 0 0,-1 4 0 15,0 0 0-15,-1 3 0 0,0 2 0 0,-2-1 0 0,0 2 0 0,0 0-160 32,-2 0-224-32,1 0-64 0,0 2 0 0,-1-1-17840 0</inkml:trace>
  <inkml:trace contextRef="#ctx0" brushRef="#br0" timeOffset="53201.28">12247 9448 15663 0,'0'0'688'0,"0"0"144"0,0 0-656 0,0 0-176 0,0 0 0 0,0 0 0 16,0 0 2128-16,-1 0 400 0,1 0 80 0,0-3 16 15,-1 3-448-15,0-2-64 0,0 0-32 0,0 1 0 0,1-1-736 0,-1 2-128 16,1 0-48 0,1 0 0-16,-1 0-448 0,0 1-80 0,0 1-32 0,0 3 0 0,0 0-128 15,0-5-32-15,0 0 0 0,1 27 0 16,-1-27-144-16,0 0-48 0,3 40 0 0,-3-40 0 0,1 34-128 0,-1-34-128 15,3 30 144-15,-3-30-144 0,0 0 192 0,7 32-64 16,-7-32-128-16,0 0 192 0,0 0-192 0,0 0 0 0,0 0 0 0,0 0 0 16,0 0 0-16,0 0 0 0,39 6 0 0,-32-14 0 31,0-2-208-31,2-2-48 0,-2-2 0 0,1 2 0 31,-1-2-320-31,0-1-80 0,1-5-16 0,0 0 0 0,0 1 144 0,-1 0 16 0,1 0 16 0,-2 1 0 0,1 0 368 0,-3 4 128 16,1 2 0-16,-2 1-144 15,-1 6 624-15,-1 0 128 0,0 3 32 0,-1 2 0 16,-1 2-16-16,1 0 0 0,-1 2 0 0,0 0 0 16,1 3-304-16,-3 2-64 0,3-9-16 0,-5 22 0 0,2-6-96 0,1 3-16 15,-2 2 0-15,1 3 0 0,-1 3-128 0,1 1 128 16,-1 0-128-16,0 0 128 0,0 1 48 0,1 2 0 16,-2 2 0-16,2-5 0 0,0-4 32 0,0 3 16 15,-2 6 0-15,0 4 0 0,0-1-224 0,-1-6 128 16,0-6-128-16,0-4 0 0,0-3 0 0,-1-4 128 15,-1-1-128-15,-1-5 0 0,0 0 192 0,-4-4 0 16,0 1 0-16,-4-4 0 0,-3 0-192 0,-4-4 144 0,-5 0-144 16,-2-4-13392-1,-1-2-2768-15</inkml:trace>
  <inkml:trace contextRef="#ctx0" brushRef="#br0" timeOffset="55339.65">13848 7385 17503 0,'3'-3'1552'0,"-1"1"-1232"16,-1 2-320-16,-1 0 0 0,0 0 1520 0,0 2 240 15,1-1 48-15,0 1 16 0,0 3-352 0,-2 1-80 16,1 3-16-16,-3 2 0 0,-2 3-816 0,-1 0-176 16,-2 3-16-16,1 2-16 0,-2-1-352 0,0 2 144 15,1-2-144-15,-2 4 0 0,0-3 176 0,1 1-176 0,0-2 160 0,0 1-160 16,3-5 368-16,0-2-32 0,2 0 0 0,1-3 0 16,1-3-160-16,1-2-48 0,1 0 0 0,1-4 0 15,1 0-128-15,1-2 0 0,0-3 0 0,3 1 0 16,1-4 0-16,1-1 0 15,0-2 0-15,2 1 0 0,0-1 0 0,1-2 0 0,1-3-128 0,1-2 128 16,-1 2 0-16,1 0 0 0,-1-1 0 0,2-1 0 16,1 0-160-16,0-1 160 0,-1 3 0 0,0 2-144 0,-1 2 144 0,-1 0 0 15,-1 2 0-15,-2 3 0 0,-2 2 432 16,-1 1 64-16,-2 1 16 0,-2 1 0 0,0 4 192 0,-3-1 32 16,1 2 16-16,-3 3 0 15,2 1-352-15,-3 1-64 0,-1 5-16 0,0 2 0 0,-1 3-128 0,1-1-16 31,1-2-16-31,-1 3 0 0,1 1-160 0,0 0 0 16,0 0 0-16,1-2 0 0,3-17 0 0,-1 30 0 16,1-30 0-16,0 0 0 0,0 0 0 0,0 0 0 0,17 36 0 15,-11-34 0-15,1-4 0 0,1-3 0 0,2-2 0 0,0 0 0 0,2-5 0 0,0-1 160 16,-1 1-16-16,1-1 0 16,1-3 64-16,-1 1 16 0,1 0 0 0,0-3 0 15,1-1-96-15,0-2 0 0,-2 0-128 0,-1 0 192 16,-1 2 0-16,-3-1 0 0,-2 6 0 0,-2 0 0 15,-2 4-64-15,-1 1-128 0,-1 3 176 0,-1 3-176 16,-1 0 0-16,0 3 0 0,-1 3 0 0,0-1 0 16,0 0 0-16,0 3 0 0,1 0 0 0,1-1 0 15,0 4-768-15,1-4-192 0</inkml:trace>
  <inkml:trace contextRef="#ctx0" brushRef="#br0" timeOffset="56225.38">14241 7510 23951 0,'4'5'1056'0,"-1"-4"224"0,0 1-1024 0,-1 0-256 16,0-2 0-16,0 0 0 0,1 0 2272 0,0 0 400 15,2 0 80-15,4 0 0 0,1 0-768 0,1-2-176 16,1-1-16-16,0-1-16 0,2 1-1184 0,-1-2-224 16,0 0-48-16,-1-1-16 0,0 0-304 0,-1 0 160 15,0-2-160-15,-1 1 128 0,-1-1-128 0,-2 0 0 16,1 1 0-16,-3-3 0 0,-1 3 0 0,-1 0 0 15,-1-3 0-15,-2 3 0 0,-2-1 0 0,-2 0 0 16,-2 1 0-16,-1 2 0 0,0 0 0 0,-3 1 0 16,1 2 0-16,-1 2 0 0,0 0 0 0,-1 4 0 0,-1 0-144 0,0 2 144 15,1 1 0-15,0 3 0 0,1 1-128 0,-1 1 128 16,-1 4 0-16,0 1 0 0,1 2 0 0,-1-1 0 16,1 2 0-16,0 1 0 0,1 2 0 0,0-1 0 15,2 0 0-15,2-4 0 0,1-1 0 0,5-17 0 16,-2 28 0-16,2-28 0 0,0 0 0 0,0 0 0 15,0 0 0-15,0 0 0 0,32 31 0 0,-21-33 0 0,2-3 0 16,2-2 0-16,2-2 0 0,0 0 0 16,1 1 0-16,0-4 0 0,1 2 0 0,-2-1 0 0,-1 4 0 0,-1-3 0 15,0 3 0-15,-1 0 0 16,0 0-736 0,-1 2-32-16,-1 0-16 0,-1 0 0 0,-1 3-2464 0,0 0-480 0,-1 0-112 0,-3 0 0 15,1 1-384-15,-1 1-80 0,0-2-16 0,-2 1 0 16,1-1 1984-16,-1 1 400 0,-1-2 80 0,1 0 0 0,0-1 2688 0,0 1 544 15,-2 1 96-15,1-3 32 0,1 0 1280 0,0-1 256 16,0-2 48-16,1 1 16 0,0-2-112 0,0 1-32 16,1-1 0-16,-2 0 0 0,1 1-1088 0,-1 1-208 15,2-2-64-15,0 1 0 0,-2 1-544 0,1 0-112 0,-1 3-32 0,-1-3 0 16,0 2-432-16,0 0-96 0,0-1 0 0,-2 0-16 16,-1 1-144-16,0 3-32 0,0-3 0 0,-2 3 0 15,-2-1-32-15,-1 1-16 0,0 0 0 0,-2 2 0 16,1 0-144-16,-2 1 192 0,0 0-192 0,-2 4 192 15,-1 0-192-15,-1 0 0 0,1 2 0 0,-2 0 128 16,2 4-128-16,0 0 0 0,1 2 0 0,-1 1 0 16,1 1 0-16,-1 2 0 0,4 0 0 15,1-2 0-15,2-1 0 0,3-4 0 0,1-10 0 0,0 0 0 0,0 0 0 0,0 0 0 16,0 0 0-16,31 36 0 0,-24-36 0 0,1 0 0 16,2-3 0-16,0-1 0 0,0 0 0 0,-1-1 0 15,1-1 0-15,0-1 0 0,-1 0 0 0,-1 2 0 16,1-3 0-16,-2 0 0 15,0 1 0-15,-1-3 0 0,0 3 0 0,-2-2 0 0,-1 1 0 0,1 1 0 16,-2 0 0-16,-1 0 0 16,2 2 0-16,-2 1 0 0,1 1 0 0,-2 1 0 0,1 2 0 0,-2 0 0 15,1 2 0-15,-1-1 0 0,0 3 0 0,0 1 0 0,1 3 0 0,0 0 0 16,-1 2 0-16,1-10 0 0,0 0 0 16,1 29 0-16,-1-29 224 0,0 0-32 0,0 0-16 0,0 0 0 15,15 43-176-15,-15-43 160 0,0 0-160 0,0 0 160 16,0 0-160-16,34 23 0 0,-34-23 0 0,0 0 128 15,25 2-128-15,-15-4 0 0,-1-1 0 0,0-2 0 16,1 1 0-16,2-1-176 0,0-1 48 0,-1 0 0 16,-1-1-1536-1,1 0-288-15,2-2-64 0,0-3-14752 0</inkml:trace>
  <inkml:trace contextRef="#ctx0" brushRef="#br0" timeOffset="56432.18">14947 7264 14735 0,'2'-11'640'0,"-1"5"160"0,0-1-640 0,-1 6-160 0,-1 0 0 0,1 1 0 15,0 0 2592-15,-1 0 480 0,0 1 112 0,-1 0 16 0,-1 4-384 0,1 2-80 16,-2 3-16-16,0 2 0 0,0 5-1376 0,-1 1-288 31,0 1-48-31,0 3-16 0,-1 1-576 0,0 0-112 0,-2 4-32 0,3-3 0 0,-1-3-144 0,1 0-128 16,-1 3 192-16,0 2-192 0,1 2 128 0,0-4-128 16,5-24 0-16,-4 43 0 0,4-43 0 0,1 30 0 15,-1-30 0-15,0 0 0 0,0 0 0 0,0 0 0 0,0 0 0 16,0 0 0-1,0 0-1568-15,31 10-272 0,-24-22-48 0,2 0-9088 16,-1-3-1824-16</inkml:trace>
  <inkml:trace contextRef="#ctx0" brushRef="#br0" timeOffset="56736.35">15041 7390 6447 0,'8'-7'272'0,"-4"4"80"0,0 1-352 0,-2-1 0 0,0 1 0 0,-1 2 0 15,0 0 2832-15,1-2 496 0,2 1 112 0,-1 1 16 16,2-2 64-16,0 2 32 0,-2-1 0 0,0 0 0 15,0 1-1760-15,-1 0-368 0,0-2-64 0,-1 1-16 0,0 0-800 0,-1 0-160 16,1 1-48-16,-2-2 0 0,0 1-336 0,-2 1 128 16,-1 0-128-16,-1 0 0 0,1 1 0 0,-4 1 144 15,0 0-144-15,-2 1 0 0,-1 1 176 0,-2 1-176 16,-2 2 160-16,-2 3-160 0,0-1 128 0,-1 3-128 16,0-3 0-16,3 1 144 0,3 0-16 0,3-1 0 15,3-3 0-15,1-2 0 0,2 0 320 0,2-1 48 16,1-2 16-16,1 0 0 0,1-1-224 0,1 0-32 0,1 0-16 15,-1-1 0-15,2 1 80 0,0 0 0 0,2 1 16 0,0-1 0 16,-7 0 32-16,0 0 0 0,0 0 0 0,36 14 0 16,-36-14-176-16,0 0-16 15,0 0-16-15,36 26 0 0,-36-26-160 0,0 0 0 0,35 24 0 0,-35-24 0 16,0 0-336-16,34 24-48 0</inkml:trace>
  <inkml:trace contextRef="#ctx0" brushRef="#br0" timeOffset="58614.53">13749 8440 7359 0,'3'-7'656'0,"-1"2"-528"16,1 1-128-16,-1 3 0 0,-1-1 1136 0,1-1 192 16,2-3 32-16,1-2 16 0,2-3 1024 0,-2 1 208 15,0 3 32-15,-2 2 16 0,-2 2-368 0,-2 3-80 16,-1 1-16-16,-3 4 0 16,1-1-1088-16,-3 3-208 0,0 1-64 0,-2 3 0 0,0 1-256 0,0 4-48 15,-1 1-16-15,-2 2 0 0,2 3-112 0,-1-1-16 16,0 2-16-16,0 2 0 0,1 0-368 0,-1-1 0 15,3-2 0-15,1-1 128 0,1 0-128 0,1-2 128 0,5-19-128 16,-1 35 128-16,1-35 192 0,0 0 32 16,0 0 16-16,0 0 0 0,0 0-368 0,38 27 0 0,-26-32 0 0,0-5 128 15,1 1 208-15,1-3 48 0,0-2 16 0,0 0 0 16,1-3-176-16,1-1-32 0,2-4-16 0,-1-2 0 16,-2 3-176-16,-1 0 0 0,-3 1 0 0,-2 0 0 15,-1 0 0-15,-4 2 0 0,0 0 0 0,-3 2 0 16,-2 0 0-16,-3 2 0 0,0 4 0 0,-3 0 0 15,1 6 0-15,-3 1 0 0,-1 3 0 0,-1 3 0 16,0 1 0-16,0 3 0 0,1 3 0 0,0 1 0 16,1-1 0-16,2 2 0 0,0 0 0 0,3-3 0 15,3 1 0-15,0-3 0 0,3-3 0 0,0 0 0 16,2 0-1088-16,3-3-112 0</inkml:trace>
  <inkml:trace contextRef="#ctx0" brushRef="#br0" timeOffset="59008.67">13982 8502 19343 0,'1'-3'848'0,"0"3"192"0,1-2-832 0,-1 1-208 15,0-1 0-15,0 1 0 0,0 1 2144 0,2-3 384 16,1-2 80-16,2 0 16 0,1-4-464 0,0 2-96 16,0-1-16-16,-1 2 0 0,-1 1-960 0,0 2-208 15,0 1-48-15,-2 0 0 0,1 2-384 0,-1 0-96 0,0 2-16 0,-1 0 0 16,-2-2-336-16,0 0 144 0,0 0-144 0,0 0 0 15,8 38 128-15,-8-38-128 0,0 0 0 0,0 36 0 16,0-36 128-16,-2 26-128 0,0-14 0 0,-1 4 0 16,0 1 0-16,-2 0 0 0,0-1 0 0,0-2 0 15,-2 1 0-15,0 1 0 0,-1-2 0 0,-1-2 0 16,1 0 0-16,0-2 0 0,0 0 0 0,1-4 0 16,1 0 0-16,0-3 128 0,1 0-128 0,0-1 0 15,3-1 128-15,0-1-128 0,1-1 0 0,0-1 0 16,1-3 176-16,2-1-176 0,1 0 160 0,-1-3-160 0,4-3 176 15,1-2-176-15,4-3 192 0,1-2-192 0,1-1 176 0,0-2-176 32,4 0 160-32,0 1-160 0,0 2 0 0,-2 0 0 0,2 2 0 0,0 0 0 0,-2 3 0 0,0 2 0 15,-1 1 0-15,-1 1 0 0,-2 3 0 0,-1 0 0 16,-3 2 0-16,-2 3 0 0,-1 2-192 0,0 0-16 16,-1 0-16-16,-2 1-18144 15</inkml:trace>
  <inkml:trace contextRef="#ctx0" brushRef="#br0" timeOffset="59656.74">14258 8611 5519 0,'0'4'496'0,"0"-4"-496"0,2 3 0 0,-1-3 0 16,0 0 4224-16,0 0 768 0,1 0 128 0,0-2 48 15,3 1-1040-15,1-1-208 0,2-3-32 0,2-1-16 31,1 0-2544-31,1-3-512 0,-2 2-112 0,2-1 0 16,-1-1-512-16,-1 0-192 0,0-1 128 0,-1 0-128 16,0 2 0-16,-3-1 0 0,-1 1 128 0,-1 3-128 15,-2-2 0-15,-1 2 0 0,0 0 0 0,-1 1 0 0,-2 1 0 0,0 1 0 16,-2 0 128-16,-1 2-128 0,-1 2 0 0,-2 0 0 16,0 0 144-16,-1 3-144 0,-1 0 0 0,-2 0 128 15,1 2-128-15,0 0 0 0,-2 2 0 0,1 3 0 16,-1-1 0-16,1 2 128 0,1-1-128 0,0 2 0 15,1 2 0-15,0 1 0 0,1 2 0 0,3-2 0 16,0 0 0-16,1-3 0 0,5-14 128 0,-2 23-128 16,2-23 128-16,0 0-128 0,0 0 0 0,0 0 0 15,0 0 0-15,0 0 128 0,31 33-128 0,-23-35 0 16,3-2 0-16,1-4 0 0,1 1 0 0,0-2 0 16,1-2 0-16,-1 0 0 0,0-1 0 0,0 0 0 15,2-4 0-15,-1 0 0 0,1-1 0 0,-1 0-208 0,0-2 80 0,-2-1 128 16,0-2-208-16,-1 0 80 0,0-1 128 0,0-3-208 15,0-3 32-15,-1 0 16 0,-2 3 0 0,0 1 0 16,-3 4 160-16,0 1 0 0,-2 4-144 0,0 1 144 16,-1 4 0-16,-1 3 0 0,0 2 0 0,-2 3 0 15,1 0 208-15,-2 3 16 0,-1 1 0 0,1 1 0 16,-1 3-32-16,-1-1-16 0,-1 1 0 0,1 2 0 16,-1 0-48-16,1 0-128 0,-1 3 192 0,0-3-64 15,1 2-128-15,-1 1 160 0,0-2-160 0,1 1 160 16,0 2-16-16,0 0 0 0,2 2 0 0,-1 1 0 0,3-14 32 15,-4 36 0-15,4-36 0 0,-5 40 0 0,5-40-176 0,-3 43 160 16,3-43-160-16,-4 41 160 0,4-41-160 0,-3 44 0 16,3-44 144-16,0 37-144 0,0-37 0 0,2 30 0 15,-2-30 0-15,0 0 128 0,0 0-128 0,15 40 0 16,-15-40 0-16,0 0 0 0,0 0 0 0,0 0-208 16,32-5 80-16,-23-2 128 15,1-4-880-15,1-1-48 0,1 0-16 0,-1-3 0 16,0-2-2192-16,2 1-432 0,-1 0-80 0,1-3-10496 0</inkml:trace>
  <inkml:trace contextRef="#ctx0" brushRef="#br0" timeOffset="59835.91">14669 8432 9215 0,'5'-14'400'0,"-5"10"96"0,0 2-496 0,0 2 0 0,0 0 0 0,1-1 0 15,-1 1 2128-15,1-2 336 0,1-1 64 0,-1 0 16 16,2 2 304-16,-1-3 64 16,1 1 16-16,0 0 0 0,2 1-1280 0,0-3-256 0,0 1-48 0,2 0-16 15,-1-1-176-15,1 1-48 0,1 0 0 0,0-1 0 16,-1 3-176-16,-1-1-32 15,2 0-16-15,-2 0 0 0,1 2-400 0,-2 1-80 0,-5 0-16 0,0 0 0 16,0 0-208-16,0 0-48 0,0 0-128 0,0 0 192 16,0 0-192-16,0 0 0 0,0 0 0 0,0 0-12688 15,0 0-2432-15</inkml:trace>
  <inkml:trace contextRef="#ctx0" brushRef="#br0" timeOffset="60052.56">14714 8511 7359 0,'-3'6'656'0,"0"-3"-528"16,1 0-128-16,1-1 0 0,0-1 2000 0,1-1 368 16,0 2 80-16,-1-2 16 0,0 3 1584 0,-1 0 320 15,1 2 64-15,-2 0 16 0,0 2-1904 0,-1-1-384 16,1 3-80-16,-1 0-16 0,-1 0-1376 0,0 3-288 0,-1 2-48 16,0 1-16-16,-1 1-336 0,2-1 0 0,-1-1 0 0,1 0 128 15,5-14-128-15,-4 21 0 0,4-21 0 0,0 0 0 16,0 0-208-16,0 0-64 0,0 0-16 0,0 0-17632 15</inkml:trace>
  <inkml:trace contextRef="#ctx0" brushRef="#br0" timeOffset="60462.26">14872 8508 16575 0,'1'0'1472'0,"0"0"-1168"31,-1 1-304-31,0 1 0 0,-1-2 2672 0,0 2 464 0,1 2 112 0,-2 2 16 0,0 2-448 0,-1 3-64 15,-3 3-32-15,0 2 0 0,-1 1-1632 0,1 0-320 16,-3-1-64-16,2 1 0 0,1-2-480 0,0 1-96 16,0-2 0-16,6-14-128 0,-7 26 128 0,7-26-128 15,-5 19 0-15,5-19 0 0,0 0 0 0,0 0 0 16,0 0 0 0,0 0 0-16,0 0 0 0,0 0 0 0,0 0 0 0,3 0 0 0,0-7 0 0,1-2 0 15,1-1 0-15,0 1 0 0,0-1 0 0,2-4 0 16,1 0 0-16,0-3 0 15,3-2 0-15,1 0 0 0,0-2 0 0,0 2 0 0,0 2 0 0,-1 1 0 16,0 1 0-16,-1 4 0 0,-1 1 0 0,1 3 0 0,-3 1 0 0,1 2 0 16,-3 2 0-16,2-1 0 0,-3 4 0 0,0 1 160 15,0 0 48-15,-4-2 16 16,0 0 0-16,0 0 0 0,0 0-64 0,5 41-16 0,-5-41 0 0,-3 26 0 16,1-12-144-16,-2-1 0 0,0 2 0 0,0 2 0 15,-2-2 0-15,1 1 0 16,-1-2 0-16,0 0 0 0,1-2 0 0,0 0 0 0,1-4 0 0,0-2 0 15,1-1 0-15,1-2 0 0,1-1 0 0,0-5 0 0,2 1 0 0,0-3-304 32,2 1 48-32,2-6-12208 0,-1 1-2448 0</inkml:trace>
  <inkml:trace contextRef="#ctx0" brushRef="#br0" timeOffset="61237.86">15106 8572 19343 0,'1'3'848'0,"-1"-1"192"0,1-1-832 0,-1-1-208 0,2 0 0 0,-2 0 0 0,1 0 1936 0,1-1 352 32,1 1 64-32,1-2 16 0,0-1 0 0,2-1 16 0,0-1 0 0,1-1 0 15,-1-2-1200-15,1 1-240 0,-1-3-48 0,1 1-16 16,-1-1-512-16,-1-1-112 0,0 1 0 0,-3-2-16 16,1 2-112-16,-2 1-128 0,0 2 176 0,-2 0-176 15,-1 2 208-15,-2 3-64 0,1 0-16 0,-4 4 0 16,1 0 16-16,-1 5 0 0,0-2 0 0,-1 3 0 15,-1 0-144-15,2 2 128 0,-3 2-128 0,2-2 128 16,1 4-128-16,-3 0 0 0,1 0 0 0,0 3 128 16,0 2-128-16,-1-1 0 0,2 0 0 0,1 0 0 0,1 1 0 15,6-19 0-15,-6 29 0 0,6-29 128 16,0 0-128-16,0 0 0 0,0 0 144 0,0 0-144 0,0 0 0 0,0 0 0 16,30 26 0-16,-22-31 0 0,0-1 0 0,0-2 0 15,2 1 0-15,-1-3 0 0,0 0 0 0,0-1 0 16,2-1-176-16,1-2 176 0,-2 2-224 0,-1-3 48 15,0 2 16-15,0 1 0 0,-2 2 16 0,-1-1 0 16,-1 3 0-16,-1 1 0 0,-1 2 144 0,-1 1 0 16,-1 2 0-16,-1 1 0 0,0 1 0 0,-1 1 0 15,0 3 0-15,-2-2 0 0,0 3 0 0,-1 1 256 16,1 2-64-16,-1 0-16 0,4-8 0 0,-7 21 0 16,7-21 0-16,-5 19 0 0,5-19-48 0,0 0-128 0,-3 28 192 0,3-28-64 15,0 0-128-15,0 0 128 0,0 0-128 0,0 0 128 16,0 0-128-16,0 0 0 0,0 0 144 0,0 0-144 15,0 0 0-15,0 0 0 0,0 0 0 0,0 0 128 16,0 0-128-16,34 6 0 0,-28-12 0 0,-1-1 0 16,0-3-192-16,2 1-16 0,0-3 0 0,1 0 0 15,1-1-240-15,-1-2-64 16,1 1 0-16,1-1 0 0,0-1 64 0,0-1 0 0,1-2 0 0,0 5 0 16,0 0 448-16,-2 2-144 0,1 0 144 0,-1 2 0 15,0 4 0-15,-2-2 256 0,0 4-48 0,-2 2 0 0,1 1 256 16,-3 2 48-16,-3-1 16 0,0 0 0 0,0 0-112 15,0 0-32-15,0 0 0 0,10 42 0 0,-10-42-192 16,0 0-32-16,-3 38-16 0,3-38 0 0,-6 28-144 0,6-28 0 16,-6 31 0-16,1-17 0 0,1 3 0 0,-3-1 0 15,1 1 0-15,-1 0 0 0,2-3 0 0,0-2 0 16,5-12 0-16,-8 19 0 0,4-12 0 0,1-2 0 16,1-2 0-16,0-1 0 0,0-2 0 0,2-3 0 15,0 0 0-15,0-1 0 0,1-1 0 0,1-3 0 16,2-1 128-16,1-5-128 0,0 0 144 0,3 0 0 15,0-3 0-15,1-2 0 0,1 1-144 0,2-2 0 16,1 2 144-16,0 1-144 0,0 0 0 0,0 3 0 0,-1 2 0 0,-1 2 0 16,-1 2 0-16,-1 0 0 0,0 3 0 0,-1 0 0 15,-3 3 0-15,1 0 0 0,-1 0-128 0,-2-1 128 32,1 1-640-32,0 0-32 0,-1 1-16 0,-1-1-18112 0</inkml:trace>
  <inkml:trace contextRef="#ctx0" brushRef="#br0" timeOffset="61757.81">15564 8435 11967 0,'-3'5'528'0,"2"-3"112"16,0 1-512-16,0-1-128 0,0 0 0 0,0-1 0 0,1 1 2304 0,0 0 416 15,0-2 96-15,0 0 0 0,0 0 592 0,0 0 112 16,0 0 32-16,0 0 0 0,0 0-1808 0,0 0-352 16,0 0-80-16,0 0-16 0,0 0-768 0,0 0-144 15,10 38-48-15,-10-38 0 0,0 0-208 0,0 0-128 16,-2 36 160-16,2-36-160 0,-3 26 256 0,3-26-32 15,-4 27-16-15,4-27 0 0,-2 26-16 0,2-26-16 16,0 0 0-16,0 0 0 0,2 35-176 0,-2-35 128 16,0 0-128-16,0 0 128 0,0 0-128 0,0 0 0 15,0 0 0-15,29-1 0 0,-21-7 0 0,0-3 0 0,1-1-176 16,0-3 176-16,2 0-272 0,-1-1 16 16,1-1 16-16,-1 0 0 0,0 0 240 0,1-2-176 0,-2 1 176 0,-1 1-160 15,0 0 160-15,-1 1 0 0,0-1 0 0,0 3 0 16,-2-1 0-16,-1 4 0 15,0 2 0-15,-1 3 0 0,-1 2 144 0,-2-1 16 0,1 2 0 0,0 3 0 16,-1-2 112-16,1 2 32 0,-1 2 0 0,-1-1 0 16,1-1-128-16,0 0-32 0,0 0 0 0,-4 25 0 15,4-25 912-15,-7 24 176 0,7-24 48 0,-10 38 0 16,3-14-880-16,-1 2-160 0,-1 0-48 0,-1 2 0 16,-1 4-848-16,0-2-176 0,0 2-48 0,-1 0 0 0,1 2 880 0,0-2 0 15,1-3 0 1,1-3 192-16,1 0-192 0,0-4 0 0,1-3 0 0,0-3 0 0,0-4 0 0,7-12 0 15,-12 19 0-15,7-12 0 16,-2-4 0-16,1 1 0 0,-1-4 0 0,0 0 0 0,0 0 0 0,0-2 0 16,-2-1 128-16,1 0-128 0,-1-1 0 0,0-1 0 15,0 1 0-15,3-3 0 0,-1 0 0 0,3-3 0 16,0-2 0-16,3-2 0 16,3-5-544-16,3-2-192 0</inkml:trace>
  <inkml:trace contextRef="#ctx0" brushRef="#br0" timeOffset="63882.3">13670 9460 21183 0,'2'-5'1888'0,"-1"1"-1504"15,-1 1-384-15,0 3 0 0,0 0 1408 0,0-2 224 16,0-1 32-16,-1-1 16 0,1-1-144 0,-2 0-16 16,-1 2-16-1,1 3 0-15,-3 0-720 0,-1 5-144 0,-1 0-16 0,-1 2-16 16,-2 2-368-16,1 3-80 0,1 4-16 0,-1 1 0 15,1 2-144-15,1 0 0 0,0 0 0 0,1 3 128 16,0-3 0-16,2 0 0 0,1-1 0 0,1-4 0 16,1-1 128-16,1-13 0 0,0 0 16 0,0 0 0 15,0 0-272-15,0 0 160 0,0 0-160 0,38 23 128 16,-29-27 128-16,2-4 32 0,1 1 0 0,0-2 0 16,1-3 160-16,1 0 48 0,1-4 0 0,-1 1 0 0,0-2-368 0,-1-1-128 15,-1 1 0-15,-1-2 144 0,-3 3-144 0,0-1 0 16,-4 2 0-16,0 1 0 0,-1 2 0 0,-3 0 0 15,-1 3 0-15,-1 1 0 0,-2 0 0 0,0 3 0 16,-3 0 0-16,-1 1 0 0,-1 3 0 0,-2 1 0 16,0 3 0-16,0-1 0 0,0 3 128 0,-1-1-128 15,-1 4 128-15,1-1-128 0,2 0 0 0,1 0 128 16,2 2-128-16,1-4 0 0,3 0 0 0,1 0 0 16,1 0 0-16,3-1 0 0,1 1 0 0,1-4 0 15,3 0 0-15,1-2 0 16,2 0-624-16,3-2-96 0,0-1-32 0,2-3 0 15,1 2-2832-15,-1 0-560 0,0-2-112 0,-1 3-32 16,0-2 352-16,-1 2 64 0,0-1 16 0,-3 1 0 16,0 1 2144-16,-3 1 432 0,1 0 96 0,-2-1 16 0,-1 3 2128 0,-2-3 448 0,0 3 64 0,0 0 32 15,-1-2 1312-15,1 1 272 0,-1 0 48 0,0-1 16 16,2-1-336-16,-1-2-64 0,1 3 0 0,1-5-16 16,2 2-736-16,-1 1-144 0,1-4-16 0,1 2-16 15,-1 0-816-15,2 2-176 0,-2-1-16 0,0 2-16 16,-2 1-480-16,1 2-112 0,-1 2-16 0,-5-2 0 15,0 0-192-15,0 0 128 0,0 0-128 0,11 48 0 0,-11-48 0 0,-3 38 0 16,-1-19 0-16,-1 2 0 0,-1 3 0 0,-3-3 0 16,2 0 0-16,-2-1 0 15,0-4 0-15,0-2 0 0,-1 1 0 0,1-3 0 0,0-3 0 0,2-1 0 16,1-2 0-16,2-3 0 0,1 1 0 0,0-4 128 16,2 0-128-16,1-4 0 0,-1 3 0 0,2-3 0 15,0-1 0-15,2-2 0 0,0 0 176 16,1-2-16-16,2-1 0 0,1-2 0 0,3-2 0 0,0 0 0 15,2-5 0-15,-1 4 0 0,1 0-160 16,1-3 160-16,4-3-160 0,1-3 160 0,0 5-160 0,0 0 0 0,-2 5 0 16,0-2 128-16,-1 4-128 0,-1 0 0 15,-1 2 0-15,-2 3 0 0,-1 0 0 0,-2 2 0 16,1 1 0-16,-3 3 0 0,1-1-256 0,-3 2 32 0,0 2 0 0,-1-1 0 31,-1 3-1680-31,0-1-336 0</inkml:trace>
  <inkml:trace contextRef="#ctx0" brushRef="#br0" timeOffset="64450.69">14169 9504 6447 0,'1'3'576'0,"0"0"-576"15,0-1 0-15,0-2 0 0,-1 0 2688 0,1 2 448 0,1-1 64 0,-1 2 32 0,-1-3 688 0,0 0 144 16,0 0 32-16,0 0 0 0,0 0-1728 0,31 3-352 16,-25-8-64-16,1 1-16 0,1-4-1232 0,0-1-256 15,0 2-64-15,-1-3 0 0,1 3-224 0,-1-2-160 16,0-2 192-16,-3 0-192 15,1 2 192-15,-2-1-192 16,-1 1 192-16,-1-1-192 0,-1 1 176 0,-1 2-176 0,-2 0 160 0,0 3-160 0,-2 1 128 0,-2 1-128 16,0 2 0-16,-1 2 0 15,1 0 128-15,-1 2-128 0,-5 6 0 0,0 2 0 0,-1 2 0 0,-1 1 0 16,2 4 0-16,0-1 0 0,0 1 0 0,2 2 0 0,0 1 0 0,1-1 0 16,3 1 0-16,0-3 0 0,3-3 0 0,2-2 0 15,2-14 0-15,0 0 0 16,0 0 0-16,0 0 0 15,17 38 0-15,-9-38 0 0,0 0 0 0,2-3 0 0,2-1 0 0,2-4 0 16,0 0 0-16,2-4 0 0,0 1 0 0,1-1 0 16,0 0 0-16,0-2 0 0,-1-1 0 0,-1-2 0 15,-1 1 0-15,-1-1 0 0,0 0 0 0,-1-1 0 0,0-4 0 0,-1 1 0 0,-2 2 0 0,0-5 0 32,1-3 0-32,1-3 0 0,-1-3 0 0,-1 0 0 0,-1 0 0 0,0-3 0 15,-2 3 0-15,1 2 0 16,-3 5 0-16,0 7 0 0,-1 5 0 0,-1 2 0 15,0 3 0-15,-2 2 0 0,0 6 0 0,-2 1 0 16,1 0 0-16,-1 5 0 0,0 0 0 0,-1 2 0 16,1 5 0-16,-2 0 144 0,-1 4-16 0,1 2-128 15,-3 2 192-15,2 2-64 0,-3 3-128 0,1 2 128 16,-1 1-128-16,1 1 128 0,-1-3-128 0,0 2 160 16,0 5-160-16,-2 0 160 0,2-2-160 0,0 2 128 0,0 1-128 15,2-3 128-15,1 0-128 0,2-3 0 0,3-28 0 16,-1 43 0-16,1-43 0 0,4 31 0 0,-4-31 0 0,0 0 0 15,0 0 0-15,0 0 0 0,0 0-160 0,35 16 160 32,-27-21-640-32,1-4-48 0,0 1 0 0,1-3 0 0,-1-1-1360 15,0-2-288-15</inkml:trace>
  <inkml:trace contextRef="#ctx0" brushRef="#br0" timeOffset="64657.06">14556 9365 10127 0,'0'0'896'16,"0"0"-704"-16,0 0-192 0,0 0 0 0,0 0 2992 0,1-1 560 15,-1 1 112-15,1 1 32 16,0-1-176-16,1 0-16 0,2 0-16 0,0-1 0 0,0-1-1632 0,3 0-336 16,-1-1-64-16,3-1-16 15,-1 0-992-15,0 1-192 0,2-2-32 0,-1 0-16 0,0 1-208 0,0 1 0 16,-1 0 0-16,-1 1 0 0,1 2-240 0,-3 0-32 16,1 2-16-16,-2-1 0 15,-2 3-1696-15,0-1-352 0,-1 1-64 0,-1 2-8240 16,-2 0-1648-16</inkml:trace>
  <inkml:trace contextRef="#ctx0" brushRef="#br0" timeOffset="64816.44">14605 9481 3679 0,'0'0'320'0,"0"0"-320"0,0 0 0 0,0 0 0 15,0 0 2576-15,0 0 448 0,0 2 96 0,-1-2 16 16,0 1 736-16,0 3 160 0,0 0 16 0,-2 2 16 16,1 0-1248-16,-2 6-240 0,-1 0-48 0,0 2-16 15,0 3-1488-15,-1 0-320 0,-1 1-48 0,1-1-16 16,0 0-448-16,0-3-192 0,3 0 128 0,0-2-128 15,2-2 0-15,1-10 0 0,0 0 0 0,0 0 0 0,0 0-192 0,0 0-80 16,0 0-16-16,0 0-17696 16</inkml:trace>
  <inkml:trace contextRef="#ctx0" brushRef="#br0" timeOffset="65263.37">14829 9455 23951 0,'3'0'1056'0,"-2"0"224"0,0 0-1024 0,0-1-256 16,0 1 0-16,-1 0 0 0,0 0 2112 0,0 1 352 16,0 3 80-16,-1-1 16 0,0 1-512 0,-2 4-80 15,-1 1-32-15,-1 3 0 0,5-12-1296 0,-10 31-256 16,2-12-48-16,1 2-16 0,-1 0-192 0,1-2-128 0,-1 1 160 0,1-2-160 16,2-3 0-16,0-2 0 0,2-3 0 0,3-10 0 15,0 0 0-15,0 0 0 0,0 0 0 0,0 0 0 16,0 0 0-16,0 0 0 0,0 0 0 0,0 0 0 15,26-7 0-15,-20-5 0 16,0 0 0-16,2-1 0 0,-1 0 0 0,1-3 0 0,0 1 0 0,0-1 0 16,1-3 0-16,-1 0 0 0,2 0 0 0,-2 0 0 15,2 1 0-15,-1 0 0 0,1 2 0 0,-1 2 0 16,-2 2 0-16,-1 2 0 0,2 3 0 0,-1 3 0 0,-1 1 128 16,-1 3-128-16,0 2 0 0,-5-2 144 0,0 0 112 0,0 0 32 15,0 0 0-15,22 36 0 16,-22-36-128-16,0 0-32 0,10 39 0 0,-10-39 0 0,1 32-128 0,-1-32 0 15,0 31 0-15,0-31 0 0,-4 31 0 0,4-31 0 16,-6 28 0-16,6-28 0 0,-5 22 0 0,2-13 0 16,-1 1 0-1,2-4 0-15,0-1 0 0,2-2 0 0,-1-1 0 0,1-2 0 0,0 0 0 0,1 0 0 0,0-2 0 0,2-1 0 16,0-2-192-16,0 1 0 0,1-3-16 0,2 0 0 47,0-3-1008-47,1 3-208 0</inkml:trace>
  <inkml:trace contextRef="#ctx0" brushRef="#br0" timeOffset="66128.3">15116 9559 3679 0,'0'0'160'0,"0"0"32"0,0 0-192 0,0 0 0 0,0 0 0 0,0 0 0 16,0 0 256-16,0 0 16 0,0 0 0 0,0 0 0 0,27 0 688 0,-20-3 144 15,0 0 32-15,-1-2 0 0,2 1 1184 0,-2-2 240 16,1-1 64-16,0 0 0 0,0-1-144 0,-1 1-32 31,1 0 0-31,-2-3 0 0,1 1-752 0,-2-2-160 0,1 2-16 0,0-2-16 16,-2-1-224-16,1 0-64 15,-1 3 0-15,-1-2 0 0,-1 3-640 0,-1-1-128 16,0 4-16-16,-1-2-16 0,-1 4 16 0,-2 1 0 16,-1 2 0-16,1 1 0 0,-3 3-128 0,1 3-32 15,-2 2 0-15,1 3 0 0,-1 3-272 0,-1 1 0 16,0 3 128-16,0 1-128 0,-2 3 0 0,-1 0 0 15,0 2 0-15,0 0 0 0,-1-1 0 0,2-3 0 16,0 1 0-16,3-6 0 0,1-2 0 0,3-2 0 0,4-12 0 0,0 0 0 16,0 0 0-16,0 0 0 0,0 0 0 0,0 0 0 15,0 0 0-15,0 0 0 0,0 0 0 0,33 12 0 16,-24-21 0-16,0 0 0 0,1-1 0 0,0-1 0 16,-1-2 0-16,1-1-192 0,-1 0 16 0,-1-1 16 15,1-1 160-15,-1-1-160 0,0-1 160 0,0 0-160 16,-1 2 160-16,0-1 0 0,0 1 0 0,-1 4 0 15,-1 2 0-15,0 5 0 0,-2 1 0 0,-1 4 0 16,-1 0 176-16,-1 0 16 0,0 0 0 0,0 0 0 0,0 0 16 16,-3 35 16-16,3-35 0 0,-4 27 0 0,4-27-80 0,-6 32-16 15,6-32 0-15,-3 36 0 0,3-36-128 0,-2 34 160 16,2-34-160-16,0 0 160 0,1 37-32 0,-1-37 0 16,0 0 0-16,0 0 0 0,0 0-128 0,0 0 0 15,0 0 0-15,0 0 0 0,0 0 0 0,0 0 0 16,35 19 0-16,-29-23 0 0,1-4 0 0,0-1 0 15,2 0 0-15,0-3 0 0,0 0-144 0,1-2-64 16,1-1-16-16,-2 1 0 16,0 0-320-16,-1-1-64 0,2-2-16 0,-1 2 0 15,0 0-864-15,0 2-176 0,0 1-48 0,-2 2 0 16,1 0 416-16,-2 3 80 0,0 2 0 0,-1 1 16 0,1 1 1200 0,-1-2 0 0,0 3 192 0,0 0-16 16,-1 0 1056-16,1 0 224 0,1 1 32 0,-1-1 16 15,0 1-320-15,-1-1-64 0,2 0-16 0,0 2 0 16,-2-2-528-16,-4 2-128 0,0 0 0 0,0 0-16 15,0 0-224-15,0 0-32 0,0 0-16 0,0 0 0 16,30 38-32-16,-30-38 0 0,0 0 0 0,0 44 0 16,0-44-128-16,-6 36 0 0,2-16 0 0,-2-2 0 15,1 3 0-15,-2-4 0 0,1-1 128 0,-2-1-128 16,2-4 0-16,-1-1 0 0,2 0 0 0,1-4 0 0,0-2 144 0,2-2-144 16,0 0 160-16,2-4-160 0,0 0 256 0,1-2-32 15,0 0-16-15,2-3 0 0,2 0 0 0,-1-4 0 16,3-2 0-16,1 1 0 0,1-2-16 0,1-5-16 15,0 0 0-15,1-3 0 16,0 2-176-16,0-2 0 0,2 0 0 0,-2 1 0 0,2 2 0 0,-1 1 0 16,0 1 0-16,-1 2 0 15,0 1 0-15,-2 3 0 0,0 3 0 0,0 0 0 0,-2 2-128 16,-1 1-16-16,-1 3 0 0,-1 2 0 16,0 0-560-16,-1 2-96 0,-1-1-32 0,1 1-17856 15</inkml:trace>
  <inkml:trace contextRef="#ctx0" brushRef="#br0" timeOffset="66591.13">15713 9448 7359 0,'1'0'656'0,"-1"0"-528"15,0 0-128-15,0 0 0 0,0 0 3440 0,0 0 656 0,1-2 128 0,-1 2 16 16,0 0-1248-16,0 0-256 16,-1 2-48-16,1 0-16 0,-1 0-512 0,0 1-112 0,1-3 0 0,0 0-16 15,-4 28-1232-15,4-28-240 0,-4 31-48 0,4-31-16 16,-6 36-208-16,6-36-32 0,-1 37-16 0,1-37 0 15,0 0-112-15,7 36 0 0,-7-36-128 0,0 0 192 0,0 0-192 0,0 0 0 16,0 0 0 0,39 19 0-16,-31-24 0 0,1-2 0 0,2 2 0 0,-1-3 0 0,2-1 0 0,-1-4-192 15,0 0 192-15,0-3-208 16,0 0 0-16,0-1 0 0,-1 0 0 0,-1-1 0 0,1 0 208 0,-1 1-144 16,-1-1 144-16,-1 1-128 0,0 3 128 0,-2 2 0 0,1-2 0 0,-1 4 0 15,-2 1 0-15,0 2 0 0,-1 5 160 0,-1 0-160 16,-1 4 320-16,0-2-48 0,0 0 0 0,0 0 0 15,-4 26 0-15,4-26 0 0,-7 30 0 0,2-8 0 16,1 2-64-16,-2 4-16 0,-1 8 0 0,-2-3 0 16,0 0-64-16,-1 0 0 0,0 0-128 0,-2 3 192 15,0 2 0-15,0-2 0 16,1-1 0-16,-2 0 0 0,0-1-192 16,1-4 0-16,0-3 128 0,0-6-128 0,3-2 864 0,-2-5 128 15,0-1 32-15,0-2 0 0,1-2-816 0,-1-4-208 16,1 0 0-16,-1-4 0 0,0-1 0 0,-1-3 0 0,0 0 128 0,0-4-128 31,1 0-768-31,-1-2-192 0,0-1-48 16,0-3 0-16,0 0 576 0,0-6 112 0,0-2 32 0,3-5-19680 15</inkml:trace>
  <inkml:trace contextRef="#ctx0" brushRef="#br0" timeOffset="68707.96">16998 7643 5519 0,'0'0'496'0,"1"-2"-496"0,-1 2 0 0,0-2 0 0,0 1 1200 0,1-1 144 16,1 0 16-16,1-3 16 0,0-1 1136 0,1 0 240 15,-1-1 32-15,0 2 16 0,-1 0-592 0,1 1-112 16,-2-1-32-16,0 0 0 0,-1 3-464 0,0-2-80 16,-2 1-32-16,0 1 0 0,0 1-608 0,-1-1-128 15,-1 2-32-15,0 0 0 0,0 0-304 0,-1 0-64 16,-2 0-16-16,0 2 0 0,-1 1-128 0,-1 2-16 16,-1 1-16-16,0-1 0 0,-1 2-176 0,0 3 128 15,-1 2-128-15,-1 0 128 0,1 4-128 0,1 1 0 16,1 3 0-16,1 1 128 0,-1 0-128 0,2 2 128 0,0-1-128 15,2-1 128-15,2-4-128 0,1-1 160 0,3-16-160 0,0 0 160 16,2 36-160-16,-2-36 0 0,0 0 0 0,0 0 0 16,0 0 0-16,0 0 0 0,41 18 0 0,-29-24 0 15,1-2 0-15,2-4 0 0,1 0 0 0,1-2 0 16,2 0 0-16,0-4 0 0,0 0 128 0,-2 1-128 16,-2-1 0-16,-2 1 0 0,-3 2 0 0,-3 0 0 15,-2-1 0-15,-2 3 0 0,-2 0 0 0,-2 1 0 16,-2 2 0-16,-3 0 0 0,0 1 0 0,-2 4 0 15,1 1 0-15,-2 1 0 0,-1 3 0 0,-1 2 0 16,-1 1 0-16,1 1 0 0,0 4 128 0,1-2-128 0,1 2 0 0,1-1 128 16,1 1-128-16,2-1 128 0,0-1-128 0,1 1 0 15,2-2 0-15,0 0 0 0,2 0 0 0,2-2 0 16,2-2 0-16,0 1 0 0,2-2 0 0,1-2 0 16,2 1 0-16,2-2 0 0,1-3-192 0,1 2 48 15,1-5 0-15,0 2 0 16,2-1-1216-16,0-1-240 0,-2 0-64 0,1 1 0 15,0-3 400-15,2 1 80 0,0 0 16 0,-1-1 0 0,-1 1 1296 0,1-2 256 16,-1 2 48-16,-1 1 16 0,-1 0 800 0,-1 1 160 16,-1 0 48-16,-2 3 0 0,-2 2-432 0,-1 1-64 15,0 2-32-15,-2 2 0 0,-4-2-416 0,0 0-96 0,0 0-16 0,2 39 0 16,-2-39-240-16,-8 35-160 0,2-14 192 0,-2 0-192 16,-1 3 128-16,-1 0-128 15,-2-1 0-15,0-2 0 0,1-1 128 0,0-2-128 0,1 0 0 0,1-2 0 16,0-4 0-16,2 0 0 0,0-5 128 0,3 0-128 15,0-3 0-15,1-3 128 0,1 1-128 0,2-2 0 16,0-3 192-16,0 0-192 0,3-3 192 0,1-1-192 16,1-3 192-16,0-1-64 0,2-1 0 0,1-2-128 15,1-1 208-15,1-1-64 0,2-3-16 0,-1 1 0 16,0 3-128-16,1-5 0 16,2 0 0-16,1 0 0 0,-1 2 0 0,1 0 0 0,1 0 0 0,0 1 0 0,-1 5 0 15,-1 0 0-15,0 4 0 0,0 0 0 0,-1 3 0 16,-1 0 0-16,0 3 0 0,-4 2 0 0,0 2 0 0,-8-2 0 15,0 0-160-15,0 0 160 16,0 0-1024-16,0 0-128 0,30 31 0 0,-30-31-16192 16</inkml:trace>
  <inkml:trace contextRef="#ctx0" brushRef="#br0" timeOffset="69306.35">17505 7641 13823 0,'-1'2'608'0,"0"-2"128"0,1 3-592 0,0-1-144 15,0-2 0-15,-1 1 0 0,1 0 2112 0,0 2 400 0,1 1 80 0,-1-4 16 16,0 0 784-16,0 0 144 0,0 0 48 0,0 0 0 16,0 0-1936-16,0 0-384 0,33 17-80 0,-26-21-16 15,1 1-704-15,2-2-144 0,-2 0-16 16,1 0-16-16,-1-1-288 0,-1-2 0 0,0 1 128 0,-3-1-128 16,1 0 0-16,-2 1 0 0,-2-1 0 0,-1 2 0 15,0 0 0-15,-2 2 0 0,-2-1 0 0,-1 0 0 16,-2 3 0-16,-2 2 0 0,-2 0 0 0,0 0 0 0,-1 5 128 0,0 2-128 15,-1 0 0-15,-1 2 0 0,1 4 128 0,0 0-128 16,1 4 0-16,0 0 0 0,0 1 0 0,2 2 0 16,-1 1 0-16,1-2 0 0,1 0 0 0,3-4 0 15,6-15 0-15,-7 28 0 0,7-28 0 0,0 0 0 16,0 0 0-16,0 0 0 0,0 0 0 0,0 0 0 16,26 35 0-16,-18-37 0 0,-2 0 0 0,2-2 0 15,1 0 0-15,0-4 0 0,1 0 0 0,1 1 0 16,0-4 0-16,1 0 0 0,-1 0 0 0,1-1 0 15,1-2 0-15,0-1 0 0,1-1 0 16,-1-4 0-16,0 4 0 0,0-6 0 0,1-1 0 0,0-3 0 16,0-3 0-16,1-4 0 0,1 0-256 0,-2-3 32 0,0 1 16 15,-2 0 0-15,-1 1 16 0,-2 6 0 0,0 0 0 0,-4 6 0 16,0 5 192-16,-1 6 0 0,-4 2 0 0,0 4 0 16,0 4 0-16,0 1 192 0,-2 0-48 0,-1 3 0 15,0 0 48-15,-1 3 16 0,1 0 0 0,-2 3 0 16,0 2-32-16,0 1-16 0,-2 0 0 0,2 3 0 15,-1 1-160-15,-1 0 160 0,0 3-160 0,0 2 160 16,-1 1-160-16,2 2 0 0,-1 2 0 0,-2 0 128 16,1 2-128-16,-1 3 0 0,-1 2 0 0,0-1 128 15,-1 2-128-15,1-4 0 0,1-2 0 0,3-5 128 16,1-2-128-16,5-21 0 0,-3 32 0 0,3-32 0 0,0 0 0 0,0 0 0 31,0 0 0-31,0 0 0 0,0 0-352 0,0 0-48 0,34 23-16 0,-24-30 0 16,2-3-1824-16,0-1-352 0,1 1-80 0,1-4-12864 15</inkml:trace>
  <inkml:trace contextRef="#ctx0" brushRef="#br0" timeOffset="69464.78">17829 7518 3679 0,'1'-2'320'0,"-1"1"-320"31,0 1 0-31,0 0 0 0,1-2 2896 0,2-1 512 16,1 1 112-16,0-3 0 0,0 0 752 0,1 2 144 0,-1 2 16 0,1-1 16 0,0 2-1952 0,0 0-384 31,1 2-64-31,-1-2-32 0,2 1-1248 0,-1 0-240 0,2-1-48 0,-1 0-16 15,0 0-304-15,-1 0-160 0,1-1 160 0,0 1-160 16,0-1 0-16,-2 1 0 0,1 0 0 0,-2 0 0 31,-1 1-1616-31,-1 0-224 0,-1 2-32 0,-1 1-14640 0</inkml:trace>
  <inkml:trace contextRef="#ctx0" brushRef="#br0" timeOffset="69655.61">17839 7644 10127 0,'1'0'896'0,"-1"0"-704"0,0 0-192 0,0 0 0 0,0 0 2304 16,0 0 416-16,0 2 96 0,0 0 0 0,-1 0 816 16,1-2 144-16,0 0 48 0,-9 22 0 0,9-22-1680 15,-9 21-336-15,3-7-64 0,-1 0-16 0,0 1-1216 0,1-1-240 16,1-1-48-16,5-13-16 0,-8 23-208 0,5-14 0 16,3-9 0-16,0 0 0 0,0 0 0 0,0 0-160 15,0 0 32-15,0 0-11968 16,0 0-2400-16</inkml:trace>
  <inkml:trace contextRef="#ctx0" brushRef="#br0" timeOffset="70080.07">18009 7624 10127 0,'1'-2'896'0,"0"2"-704"0,0-2-192 16,0 2 0-16,0 0 2832 0,0 0 544 16,0-2 96-16,2 1 32 0,0 1-496 0,0-2-80 0,0 2-32 0,-2 2 0 15,-1 3-1184-15,0-5-240 0,0 0-64 0,0 0 0 16,-8 33-704-16,4-21-128 0,-2 3-48 0,0 1 0 15,-1 0-384-15,0 1-144 0,-1-3 0 0,0 0 144 16,1-2-144-16,1-2 0 0,1-1 0 0,2-1 0 16,0-2 0-16,1-3 0 0,2-1 0 0,1-4 0 15,1 2 0-15,0-5 0 0,2 1 0 0,1-4 0 16,2 1 0-16,1-5 128 0,1 0-128 0,1-2 0 0,2 0 176 0,-1-3-48 16,1 1-128-16,0-1 192 15,0 0-192-15,0-1 0 0,1-2 0 0,-1 2 0 0,0 1 128 0,-1 1-128 16,0 3 0-16,-1 1 144 0,-1 4 16 0,-2 2 0 15,1 2 0-15,-3 4 0 0,0 0 64 0,-1 1 16 16,-4-1 0-16,0 0 0 0,0 0-16 0,0 0 0 16,12 39 0-16,-12-39 0 0,0 0-224 0,-1 45 176 15,1-45-176-15,-6 32 160 0,6-32-160 0,-6 35 0 16,6-35 0-16,-7 33 0 0,7-33 0 0,-7 28 0 16,7-28 0-16,-9 24 0 0,9-24 0 0,-8 19 0 0,4-12 0 15,1 0 0-15,1-5 0 0,0 1 0 0,1-1 0 0,0-2 0 16,2-2 0-16,0 0 0 0,2-1 0 0,-1-1 0 15,2-2-320-15,0 0-64 0,1-2 0 0,1-1 0 32,0 0-544-32,1 0-112 0,0 0-32 0,2 1-16624 0</inkml:trace>
  <inkml:trace contextRef="#ctx0" brushRef="#br0" timeOffset="70869.96">18325 7656 6447 0,'2'0'576'0,"-1"0"-576"0,0 0 0 0,0 0 0 15,0 0 3376-15,1 0 560 0,-1 1 112 0,0-1 32 16,3 0-368-16,0 1-80 0,-4-1-16 0,11-1 0 0,-7 0-1552 0,1 0-304 16,0-1-64-16,0-1-16 0,0 1-1056 0,-1-3-224 15,1 0-32-15,-1 1-16 0,0-3-208 0,0 0-144 16,0-1 192-16,-2 1-192 0,1-2 0 0,-1 1 0 16,0-1 0-16,-2 2 0 15,-1-3 128-15,-1 2-128 0,-1 1 0 0,0 1 0 0,-1 1 160 0,-1 3-160 16,0 1 128-16,-2 2-128 0,1 1 176 0,-2 3-48 15,1 2-128-15,-2 3 192 0,0 0-192 0,-1 4 0 16,0 1 128-16,-1 3-128 0,1 3 0 0,-1 0 0 16,1 1 0-16,2-1 0 0,8-21 128 0,-11 38-128 0,11-38 0 0,0 0 144 15,-3 40-144-15,3-40 0 16,0 0 144-16,0 0-144 0,0 0 0 0,0 0 0 0,0 0 0 0,0 0 0 16,30 29 0-16,-24-34 0 0,2 0 0 0,0-2 0 15,1 0 0-15,0 0-192 0,1-5 64 0,-2 3 0 16,0 2-80-16,0-3-16 0,0 0 0 0,0-4 0 15,1 2 224-15,-2-2 0 0,0 0 0 0,-2 2 0 16,1 0 0-16,-2 3 0 0,-2 2 0 0,0 0 0 16,-1 4 0-16,-1 3 0 15,-1 2 0-15,-1 1 0 0,1 0 176 0,1-3-32 0,0 0 0 0,-9 26 0 16,9-26-16-16,-8 28 0 0,8-28 0 0,-7 24 0 0,7-24-128 0,0 0 0 16,-2 32 144-16,2-32-144 0,0 0 0 0,0 0 0 15,0 0 0-15,0 0 0 0,0 0 0 0,0 0 0 16,0 0 0-16,0 0 0 15,0 0 0-15,33 20 0 0,-28-27 0 0,0 2 0 0,2-3 0 0,-2 2 0 16,3-4 0-16,-2 1 0 0,2 0 0 0,-1-1 0 16,1-2 0-16,2 0 0 15,0-2 0-15,0-3 0 0,2 0 0 0,0 1 0 0,-1 0 0 0,1-1 0 16,0 0 0-16,0 3 0 0,-1 2 0 0,-2 0 0 0,1 3 0 0,-1 4 0 16,-1 0 0-16,-1 1 0 0,-1 3 0 0,-6 1 0 15,0 0 176-15,0 0-48 0,0 0 0 16,0 0 0-16,17 36 0 0,-17-36-128 0,0 0 192 0,1 51-64 15,-1-51-128-15,-3 41 0 0,3-41 0 0,-8 43 128 16,8-43-128-16,-10 41 0 16,10-41 0-16,-10 33 0 0,10-33 0 0,-9 26 0 0,9-26 0 0,0 0 0 31,0 0 0-31,-8 24 0 0,7-22 0 0,1-2 0 0,0-3 0 0,1 1 0 0,0-2 0 0,0-4 0 16,1 1 0-16,1-1 0 15,-1-3 0-15,3-1 0 0,1 0 0 0,1-2 0 0,1-4 0 0,2-2 0 0,0 4 0 16,1-5 0-16,2 2 0 0,0-1 0 0,-2 2 0 0,1 3 0 15,1-2 0-15,-2 6 0 0,-1 1 0 0,0 1 0 16,1 2 0-16,-2 2 0 0,-1 0 0 0,-1 0 0 16,-2 2 0-16,0 2 0 15,1-1-592-15,-3 2-112 0,-2 0 0 0,0 0-18112 16</inkml:trace>
  <inkml:trace contextRef="#ctx0" brushRef="#br0" timeOffset="71312.46">18839 7518 18431 0,'0'0'816'0,"0"0"160"0,0 0-784 0,0 0-192 0,0 0 0 0,0-2 0 16,0 2 1920-16,1-1 352 0,0 1 64 0,2-2 16 15,1-1-16-15,0-1 0 0,-2 1 0 0,1-1 0 16,1 3-928-16,-1-2-192 0,-2 2-48 0,-1 1 0 16,0 0-720-16,0 2-160 0,0-2-32 0,0 0 0 15,0 0-112-15,0 0-16 0,-5 40-128 0,5-40 192 16,-7 36-16-16,7-36-16 0,-9 38 0 0,9-38 0 15,-6 36-16-15,6-36 0 0,0 0 0 0,-2 47 0 16,2-47-144-16,0 0 128 0,0 0-128 0,0 0 128 0,2 35-128 0,-2-35 0 16,0 0 0-16,14 0 0 0,-7-4 0 15,-1-1 0-15,-1-2 0 0,1-3 0 0,0-2 0 16,2 0-144-16,0-1 144 0,-1 0-160 0,3-1 160 0,0-1-208 16,-1 2 80-16,0-1 128 0,2-2-128 0,-2 3 128 15,0-1 0-15,0 0 0 0,0-1 0 0,-2-1 0 16,1 2 0-16,-1 2 0 0,-1 0 320 0,-1 5-32 15,-1 2 0-15,0 1 0 0,-2 1-32 0,-1 3-16 16,0 1 0-16,-1-1 0 0,0 0-112 0,0 0-128 16,0 0 176-16,-6 34-176 0,6-34 176 0,-10 32-176 0,10-32 160 15,-14 47-160-15,6-19 128 0,0 1-128 0,-2 1 0 16,-2 2 0-16,1-2 128 0,-2 1-128 0,-1-2 0 0,1-5 144 16,0-1-144-16,3-4 0 0,10-19 0 0,-16 29 0 15,16-29 0-15,-15 21 0 0,6-14 128 0,2-2-128 16,0-2 0-16,0-2 0 0,0-1 0 0,-3-2 0 15,1-3 0-15,-2-2 0 0,-2 0 0 0,-3-2 0 16,-2-3-336 0,-1 0-160-16,1 1-16 0,4 0-18752 0</inkml:trace>
  <inkml:trace contextRef="#ctx0" brushRef="#br0" timeOffset="73036.56">17230 8390 23039 0,'1'0'2048'0,"-1"0"-1648"0,0-2-400 0,-1 2 0 15,0 0 1088-15,0 0 128 0,-2 0 16 0,-2 0 16 16,-1 0-80-16,-4 0-16 0,-2 2 0 0,-2 1 0 15,0 4-512-15,-2-1-128 0,-1 2 0 0,0 1-16 16,0 1-112-16,-1 2 0 0,1 0-16 0,-1 1 0 16,2 0-96-16,1 0-16 0,3-3 0 0,3 1 0 15,3 0 224-15,2-2 32 0,3-2 16 0,1-7 0 16,0 0-304-16,0 0-64 0,0 0-16 0,32 31 0 16,-32-31-144-16,27 6 0 0,-11-5 0 0,1 1 0 0,0-1 0 0,1 1 208 15,-1 0 0-15,-1 1 0 0,-16-3-64 0,33 6-16 16,-33-6 0-16,0 0 0 15,39 15-128-15,-39-15 160 0,0 0-160 0,0 0 160 0,0 0-160 0,0 0 192 16,0 0-192-16,20 43 192 0,-24-37-64 0,-3 2 0 16,-2-1 0-16,-4 2 0 0,-1 1 16 0,-2-1 0 15,-2-1 0-15,-1 1 0 0,0 1-144 0,-2-4 0 16,0 2 144-16,0-1-144 0,0-2 0 0,3-1 0 16,0-2 0-16,4 1 0 0,3-3 0 0,3 0 0 15,2-2 0-15,3 1 0 0,3-1 0 0,3 0-320 0,3-3 64 16,3 0-17712-16</inkml:trace>
  <inkml:trace contextRef="#ctx0" brushRef="#br0" timeOffset="73560.39">17468 8464 12895 0,'4'-10'1152'0,"-3"5"-928"0,2-2-224 0,-1 3 0 15,-1 1 3392-15,0 0 640 0,1 1 128 0,0-2 32 16,-1-4-1296-16,1 1-256 15,0 0-48-15,-3 0-16 0,0 3-1312 0,-2 3-272 0,-1 1-48 0,-2 3-16 16,1 4-592-16,-2 0-112 0,0 3-32 0,-1 3 0 16,0 2-192-16,-1 4 128 0,0-2-128 0,-2 4 0 0,2-4 0 0,0 4 0 15,0 0 0-15,0-2 0 0,2 1 0 0,-2 0 0 32,1 3 0-32,0-2 0 0,1 0 0 0,7-21 0 0,-5 37 0 0,5-37 0 0,0 0 0 0,0 0 0 15,17 45 0-15,-17-45 0 0,0 0 0 0,36 10 0 16,-23-13 0-16,1-1 0 0,1-3 0 0,0 0 0 15,0-3 0-15,-2 1 0 0,0 0 0 0,-1-1 0 0,-1 0 0 16,-1 0 0-16,0 1 0 16,-2-2-160-16,-1 2 160 0,-2-2-192 15,0 2-640-15,-5-1-128 0,0 1-16 0,-2-1-16 32,-3 3-704-32,-1-2-144 0,-4 1-16 0,0 2-16 0,-3 1 16 0,-1 0 0 0,-2 4 0 0,-2 0 0 15,-1 1 832-15,-2 0 160 0,-2 1 32 0,0 0 16 0,0 1 208 0,-2-2 32 0,0 3 16 0,0 0 0 16,3 1-256-16,2 0-48 0,3-1-16 0,3 2 0 15,4-3 1168-15,1 0 224 0,5-1 64 0,0 1 0 32,4-2 1184-32,1 0 240 0,3-3 48 0,2 1 16 0,3-2 912 0,2 1 176 15,0-2 48-15,1-1 0 0,1 0-1472 0,2 2-304 0,2-4-48 0,2 4-16 0,0-4-656 0,3 4-144 16,0-3-32-16,-1 1 0 0,1 0-288 0,0 1-64 16,-2-1-16-16,0 1 0 0,-2 0-160 15,1 0 0 1,-1-2 0-16,1 2 0 0,-2-2 0 0,-1 2-192 0,0 0 64 0,-2 2-12928 15,-1 0-2560-15</inkml:trace>
  <inkml:trace contextRef="#ctx0" brushRef="#br0" timeOffset="73938.62">17607 8523 19343 0,'-2'0'848'0,"1"0"192"0,0 0-832 0,1 0-208 0,0 0 0 0,0 0 0 16,0 0 2048-16,1-2 352 0,2 1 80 0,0-1 16 15,2 0 16-15,1-3 16 0,0 2 0 0,2-1 0 16,-1-1-1456-16,2 0-304 0,1 1-48 0,-1-1-16 16,1 0-448-16,0 1-112 0,1 1-16 0,-1 0 0 15,-1 1-128-15,0 2 0 0,0 0 0 0,-1 2 0 16,-8-2 0-16,0 0 192 0,0 0-192 0,0 0 192 0,29 36-192 16,-29-36 160-16,0 0-160 0,4 38 160 15,-4-38-160-15,-2 33 0 0,2-33 0 0,-8 34 0 0,8-34 0 0,-7 31 0 16,7-31 0-16,-7 28 0 0,7-28 0 0,0 0 0 15,0 0 0-15,-3 28 0 0,3-23 0 0,0-3 0 16,0-2 128-16,0 0-128 0,1 0 0 0,-1-2 0 16,0-3 0-16,0 1 0 0,2-3 176 0,-1 0 0 15,2-1 0-15,-1-2 0 0,2 1 16 0,0 0 0 16,3-3 0-16,0 0 0 0,1-2-192 0,1 0 192 16,2 0-192-16,0-1 192 0,1 3-192 0,1-2 0 15,-1 2 0-15,1 0 0 0,2 1 0 0,-2 2 0 0,1 1 0 16,-2 2 0-16,0 2-160 0,-1-1-16 0,0 1 0 0,-1 2 0 31,-2-1-880-31,0 1-176 0,0-1-48 0,-2 1-10432 0,1 2-2112 0</inkml:trace>
  <inkml:trace contextRef="#ctx0" brushRef="#br0" timeOffset="74772.96">18023 8518 12895 0,'1'2'576'0,"0"-2"112"15,0 0-560-15,-1-2-128 0,1 2 0 0,-1 0 0 16,1 0 2160-16,0-1 400 0,0 0 64 0,2-2 32 15,-1-2-32-15,0 2 0 0,1-2 0 0,0 1 0 0,-1 1-1136 0,-1 0-224 16,0 0-48-16,-1 1-16 0,0 2-816 0,-1 0-176 16,-1 0-16-16,-1 2-16 0,0 3-176 0,-1-1 0 15,-2 2 0-15,0 0 0 0,1 4 0 0,-2 2 208 16,1 0-48-16,-1 2-16 0,1 0 80 0,0 0 16 16,6-14 0-16,-7 26 0 0,7-26 32 0,0 0 16 15,-3 36 0-15,3-36 0 0,0 0-32 0,0 0-16 16,0 0 0-16,0 0 0 0,31 26-240 0,-23-28 0 15,2 0 0-15,0-4 0 0,1 2 176 0,0-3-16 16,-1 1 0-16,1 0 0 0,1-3-160 0,0-1 160 0,-1 1-160 16,1 0 160-16,-2 1-160 0,-2-1 0 0,-1 2 0 0,0-1 0 15,-1 2 0-15,-3 0 0 0,0 0 0 0,-2 0 0 16,-1 0 0-16,-1 0 0 0,0 0 0 0,-2-1 0 16,-1 2 0-16,-1-3 0 0,-1 0 0 0,1 1 0 15,-3 1 0-15,1-1 128 0,-1 0-128 0,-1 2 0 16,0 1 224-16,1 2-32 0,-1 2-16 15,1 2 0-15,1 2-176 0,-1 1 0 0,3 0 144 0,-1-1-144 16,1 4 0-16,1-1 0 0,1 1 0 0,1 0 128 16,1-1-128-16,1-1 0 0,0-6 0 0,0 0 0 15,0 0 0-15,0 0 0 0,0 0 0 0,0 0 0 16,33 25 0-16,-24-27 0 0,2-1 0 16,0 0 0-16,0-1 0 0,1-1 0 0,0 1 0 0,1-3-128 0,0 2-144 0,0-2-32 15,-1 0 0-15,-1 0 0 0,1 0 32 0,-1 0 0 16,-1 2 0-16,0 0 0 0,0 0 272 0,-2 3 0 15,0 0 0-15,-1-1 0 0,0 3 0 0,-1 0 272 16,-1 0-48-16,-1 1-16 0,1 1 112 0,-3 1 0 16,-2-3 16-16,0 0 0 0,0 0-144 0,0 0-48 15,0 0 0-15,0 0 0 0,9 46-144 0,-9-46 0 16,0 0 0-16,0 0 128 0,-6 36-128 0,6-36 0 16,-6 20 0-16,6-20 0 0,-9 20 0 0,9-20 0 15,-8 19 0-15,8-19 0 0,-7 15 0 0,3-6 0 0,0-4 0 16,1 0 128-16,2-1 0 0,-1-2-128 0,2-2 192 0,1 0-64 15,0-2-128-15,2 0 160 0,0-3-160 0,2-1 160 16,-1-2-160-16,3-2 0 0,1-1 0 0,1-1 0 16,1-3 0-16,1-1 0 0,1-1 0 0,1 1 0 15,-1 1 0-15,0-1 0 0,0 1 0 0,0 1 0 16,1 0 0-16,-1 1 0 0,0 2 0 0,-2 2 0 16,-1 3 0-16,-3 2 0 0,1 2 0 0,-3 2 0 15,1 2 0-15,-5-2 0 0,0 0 0 0,0 0 0 16,0 0 0-16,0 0 0 0,0 0 176 15,20 45-176-15,-20-45 144 0,0 0-144 0,0 0 128 0,4 48-128 0,-4-48 0 16,0 0 0-16,-4 43 0 0,4-43 0 0,0 0 0 0,-7 43 0 16,7-43 0-16,-6 28 0 0,6-28 0 15,0 0 0-15,-8 33 0 0,8-33 0 0,0 0 0 0,0 0 0 16,0 0 0-16,0 0 0 0,0 0 0 0,0 0-144 16,0 0 144-16,0 0-208 15,0 0-976-15,0 0-192 0</inkml:trace>
  <inkml:trace contextRef="#ctx0" brushRef="#br0" timeOffset="75185.06">18609 8580 23951 0,'3'0'1056'0,"-2"0"224"0,1 0-1024 0,-1-2-256 16,0 2 0-16,-1 0 0 16,1 0 1728-16,2-1 304 0,-1 1 48 0,3-2 16 0,2-1 16 0,0 0 0 0,1-2 0 0,2-1 0 15,0 2-1328-15,0-4-256 0,2 1-48 0,0-2-16 16,2 0-272-16,-2-1-64 0,0 1-128 0,-1-1 192 15,-1 0-192-15,-1-2 128 0,0 1-128 0,-2-1 0 32,0 0 192-32,-2 0-64 0,-2 0-128 0,0 3 192 0,-2-1-192 0,-1 1 0 15,-2 4 128-15,-2 1-128 0,-1 1 128 0,-2 3-128 16,-2 3 176-16,-1 0-176 0,-2 3 176 0,-1 1-176 16,0 3 160-16,0 2-160 0,1 2 0 0,2-2 0 15,0 2 0-15,1 0 0 0,9-14 0 0,-15 28 128 16,15-28-128-16,0 0 0 0,-10 37 0 0,10-37 0 15,0 0 0-15,0 0 0 0,0 0 0 0,0 0 128 16,23 32-128-16,-23-32 0 0,0 0 0 0,0 0 128 16,33 15-128-16,-33-15 0 0,0 0 128 0,0 0-128 15,32 32 0-15,-32-32 144 0,0 0-144 0,12 41 0 16,-12-41 0-16,-1 33 0 0,1-33 0 0,-7 39 0 16,7-39 0-16,-17 39 0 0,7-20 128 0,-2-1-128 0,-2 0 0 15,0 1 128-15,-1-4 0 0,0-2-128 0,-2 1 192 0,-1-4-64 16,-1-1 32-16,-4-2 0 0,-3-4 0 0,-2-1 0 15,-4-2-160-15,2-2 0 0,1-3-192 0,3 3-19392 16</inkml:trace>
  <inkml:trace contextRef="#ctx0" brushRef="#br0" timeOffset="76814.14">17077 9263 13823 0,'6'-4'1216'0,"0"1"-960"16,-3 0-256-16,-1 3 0 0,0-2 2240 0,2 1 384 15,2-3 96-15,4-3 16 0,3 0 144 0,0-1 16 16,-2 2 16-16,-3 3 0 0,-3-1-1312 0,-1 1-272 15,-1 3-48-15,-3 0-16 0,-1 0-640 0,-2 2-128 16,-1-1-32-16,-2 3 0 0,-1-1-256 0,-3 1-48 16,0 1-16-16,-1 0 0 0,-2 0-144 0,-1 2 0 15,-1-1 144-15,-1 2-144 0,1 1 0 0,-3-2 128 0,0 3-128 0,1-3 0 16,1 0 0-16,0 3 128 16,1-1-128-16,3 0 0 0,3 1 0 0,2-3 0 0,2 0 0 0,3 0 0 15,0-2 0-15,3 0 0 0,-1-5 0 0,0 0 0 16,0 0 0-16,0 0 0 0,37 21 0 0,-37-21 0 15,0 0 0-15,43 12 0 0,-43-12 0 0,34 13 0 16,-34-13 0-16,0 0 0 0,46 20 0 0,-46-20 0 16,0 0 0-16,33 22 0 0,-33-22 0 0,0 0 0 15,0 0 0-15,0 0 0 0,21 37 0 0,-21-37 0 16,-6 13 0-16,0-6 0 0,0-3 0 0,-3 3 0 16,-1 0 0-16,-3 3 0 0,0-3 0 0,-1-1 0 15,0-2 0-15,0 0 0 0,0-1 0 0,0-3 0 0,1 2 0 0,2-4 0 16,1 0 0-16,1-1 0 0,3 0 0 0,2-1 0 15,2-3 0-15,3 2 0 0,3-2-240 0,2 0-64 16,4-3-16-16,4-1 0 16,3 1-2944-16,4-2-576 0</inkml:trace>
  <inkml:trace contextRef="#ctx0" brushRef="#br0" timeOffset="77303.32">17333 9293 6447 0,'4'-2'576'0,"-2"-1"-576"15,-1 3 0-15,-1 0 0 0,2-2 2960 0,0 0 496 0,5-3 80 0,0-2 32 16,1 2 304-16,-2-3 64 0,-2 2 16 15,-2 3 0-15,-3 1-1888 0,-1 2-368 0,-3 0-80 0,0 3-16 16,-1 2-992-16,-2 1-208 0,-1 2-32 0,0 4-16 16,0 2-160-16,1 1-16 0,-2 3-16 0,2 3 0 15,0 4-160-15,0 0 0 0,1 0 144 0,0 0-144 16,1-1 0-16,0 0 0 0,1 1 0 0,-1-4 0 16,6-21 0-16,-7 35 0 0,7-35 0 0,-4 30 0 15,4-30 0-15,0 0 0 0,0 0 0 0,10 38 0 16,-10-38 0-16,0 0 0 0,0 0 0 0,36 2 0 15,-23-7 0-15,1-1 0 0,1-2 0 0,1-1 0 16,1 0 0-16,-2-1 0 0,-2-2 0 0,0 0 0 16,0 0-320-16,-2-2-16 0,-1 2-16 0,-3-2 0 15,0 2-1152-15,-3 0-224 0,-2 0-64 0,-3 0 0 16,-1 0-688-16,-3 3-144 0,-2 0-16 0,-1 0-16 16,-1 3 256-16,-3-1 48 0,-2 5 16 0,-2 0 0 0,-1 2 1824 0,-1 2 352 15,-2 0 160-15,-1 1-128 0,-2 4 352 0,0-3 80 16,-1 4 16-16,1-1 0 0,-2 2-320 0,2 1 0 15,4-1 128-15,3-2-128 0,3 3 736 0,3-5 96 16,3 0 0-16,2-1 16 0,4-2 1136 0,1 1 208 16,1 1 48-16,3-4 16 0,1 1 432 0,1-2 96 15,4-1 16-15,1-1 0 0,0 1-1328 0,3-2-256 16,1-3-48-16,4 2-16 0,0-3-624 0,1-1-128 0,2 0-16 0,1-1-16 16,2-2-208-16,-2 0-32 0,1 3-128 0,-2-3 192 15,0 3-192-15,-1-1 0 0,-2 1 0 0,-1 2 0 31,-1-1-576-31,1 1-96 0,-1 2-32 0,-3 1-17968 0</inkml:trace>
  <inkml:trace contextRef="#ctx0" brushRef="#br0" timeOffset="77699.87">17488 9439 17503 0,'-1'0'1552'0,"1"0"-1232"15,0 0-320-15,0 0 0 0,0-1 1808 0,0 1 304 16,1-2 64-16,1-1 16 0,1-1 752 15,1 0 128-15,1-2 48 0,1 0 0 0,1 0-1728 0,1-1-352 16,1 0-64-16,0 0-16 0,2 0-672 0,0 2-144 16,1 0-16-16,0 0-128 0,1 1 0 0,-3 1 0 15,0 1 0-15,0 2 0 0,-10 0 128 0,0 0-128 16,0 0 0-16,34 17 0 0,-34-17 128 0,0 0-128 16,0 0 144-16,0 0-144 0,0 0 0 0,26 41 128 15,-26-41-128-15,0 0 0 0,5 39 0 0,-5-39 0 0,0 0 0 16,-5 40 0-1,5-40 0-15,-7 23 0 0,2-12 0 0,1-4 0 0,-1 1 0 0,2-2 0 0,1-3 128 0,-1 0-128 32,2-2 256-32,0-1 0 0,1 0 0 0,0 0 0 15,0-2 16-15,1-1 16 0,1 1 0 0,0-3 0 0,0 1-64 0,3-4-16 0,0 1 0 0,1-2 0 32,1-3-80-32,3 0 0 0,0 0-128 0,2-2 192 0,1-2-192 15,1 1 128-15,1-2-128 0,1 1 0 0,-2-2 0 0,2 3 0 16,-2 0 0-16,-1 4 0 0,-1-1 0 0,-1 3 0 15,0 1 0-15,0 2 0 16,-3 1-704-16,-1 2-16 0,-1 3-16 0,-2 0 0 16,0 2-1696-16,-2 1-352 0</inkml:trace>
  <inkml:trace contextRef="#ctx0" brushRef="#br0" timeOffset="78489.94">17916 9413 8287 0,'2'0'368'0,"-1"0"80"16,0 0-448-16,0-1 0 0,0 1 0 0,-1-2 0 0,1 2 2512 0,0-2 432 0,1-1 64 0,1 0 32 15,0 1 144-15,-2-2 16 0,0 1 16 0,0 0 0 16,-1 3-960-16,-1-2-192 0,-1 2-32 0,0 0-16 16,-1 2-1120-16,-1 1-208 0,0 2-48 0,-1-1-16 15,0 4-432-15,0 1-64 0,5-9-128 0,-10 21 176 16,10-21-176-16,-11 31 0 0,11-31 144 0,-9 33-144 16,9-33 0-16,-5 37 128 0,5-37-128 0,-1 32 0 15,1-32 128-15,0 0-128 0,0 0 128 0,15 38-128 16,-15-38 0-16,0 0 144 0,0 0-144 0,35 5 0 15,-25-9 0-15,1 0 0 0,1-2 0 0,-1-2 0 16,0 1 0-16,-1-2 0 0,2-1 0 0,-2-2 0 0,-1 0 0 16,-1 1 0-16,-1-3 0 0,-1 1 0 0,-1 2 0 0,-2-3 0 15,-1 2-192-15,-1 0 192 0,-1 0 0 0,-3 1 0 16,0 1 0-16,-3 0 0 0,-1 1 0 0,-1 2 0 16,-2 0 0-16,-1 4 0 0,0 3 0 0,-1 2 0 15,1 3 0-15,0 0 0 0,3 2 0 0,-2 0 192 16,1 3-64-16,0-1-128 0,0 1 240 0,2-1-64 15,1 1-16-15,3-3 0 16,0 0-160-16,2-3 160 0,1-4-160 0,0 0 160 0,0 0-160 0,0 0 0 16,0 0 0-16,0 0 0 0,36 8 0 0,-24-13 0 15,1 0 0-15,0-2 0 0,1 0 0 0,0 2 0 0,2-4 0 16,-1 1 0-16,-2 2 0 0,2-4 0 0,0 3 0 16,1 0 0-16,-1-2-128 0,-2 4 128 0,-2-2 0 0,0 4 0 15,-2 1 0-15,0-2 0 0,-3 3 0 0,0 1 0 16,-3-2 0-16,0 4 0 0,0-1 0 0,-1 3 0 15,-2-4 128-15,0 0 32 0,0 0 16 0,0 0 0 16,1 31-48-16,-1-31-128 0,0 0 192 0,-8 29-64 16,8-29-128-16,-7 23 0 0,7-23 0 0,-8 26 0 15,8-26 0-15,-9 24 0 0,9-24 0 0,-9 25 0 16,9-25 0-16,-7 20 0 0,7-20 0 0,0 0 0 0,0 0 0 0,0 0 0 16,0 0 0-16,0 0 0 0,0 0 0 0,0 0 0 15,0 0 0-15,0 0 0 0,0 0 0 0,0 0 0 16,19-5 0-16,-13-2 0 0,1-4 0 0,1-2 0 15,1 1 0-15,0-2 0 0,0 2 0 0,1-2 0 16,1-2 0-16,-1 1 0 0,1-2 0 0,-1 2 0 16,1 0 0-16,-1-1 0 0,2 1 0 0,-2 3 0 15,0 1 128-15,-1 3-128 0,0 1 0 0,-2 2 0 16,0 3 0-16,-3 2 0 0,1 0 128 0,-5 0 0 16,0 0 0-16,0 0 0 0,0 0 96 0,0 0 16 15,14 47 0-15,-14-47 0 0,0 0-240 0,-1 45 176 0,1-45-176 0,-5 36 160 16,5-36-160-16,-4 30 0 0,4-30 144 0,-5 25-144 15,5-25 0-15,0 0 0 0,-3 30 0 0,3-30 128 16,0 0-128-16,0 0 0 0,0 0 0 0,0 0 0 16,0 0 0-16,0 0 0 0,0 0 0 0,0 0 0 15,0 0 0-15,0 0 0 0,28-2-128 0,-23-4 128 32,2-2-912-32,0-1-112 0</inkml:trace>
  <inkml:trace contextRef="#ctx0" brushRef="#br0" timeOffset="78934">18514 9466 23039 0,'2'0'1024'0,"0"0"192"0,0 0-960 0,-2 0-256 15,1 0 0-15,0-2 0 0,0 2 2080 0,1 0 368 0,1-2 80 0,2 0 16 0,0-1-240 0,1 0-32 16,0 0-16-16,1-2 0 0,0 0-1360 0,0 2-288 16,2-2-48-16,-2-2-16 0,2 2-304 0,-1-2-64 15,1 1-16-15,0-2 0 0,0 1-160 0,0-2 0 16,-1 1 0-16,2-3 0 15,-2 1 0-15,0 1 0 0,0-1 0 0,-4-2 0 0,3 2 0 0,-3-1 0 0,-1 1 128 0,-1 2-128 32,-3 0 0-32,-1 3 0 0,0 1 0 0,-3 3 0 0,-1-1 224 0,0 4-32 0,-2 1-16 0,-2 1 0 15,1 4-176-15,-1-2 192 0,-1 3-192 0,0 2 192 32,0 1-192-32,0 2 160 0,1 1-160 0,1-2 160 0,1 1-160 0,2 0 128 15,6-14-128-15,-7 26 128 0,7-26-128 0,0 0 0 0,0 0 0 0,5 41 128 16,-5-41-128-16,0 0 0 15,0 0 0-15,0 0 0 0,28 33 0 16,-28-33 0-16,0 0 0 0,0 0 0 0,32 26 0 0,-32-26 0 0,0 0 0 0,0 0 0 0,27 40 0 0,-27-40 0 31,0 0 0-31,10 39 0 0,-10-39 0 0,0 0 0 16,-1 45 0-16,1-45 0 0,-9 32 0 0,2-17 0 16,-2 4 0-16,-1-3 0 0,-1 1 0 0,-2 0 0 15,-1-2 0-15,-2 0 0 0,0-3 128 0,-5-1 64 16,0 0 0-16,-3-1 0 0,-1-2-64 0,-7 0-128 15,-5-3 192-15,-2-1-64 0,0-1-320 0,4-3-64 16,5-5 0-16,5-1-19776 0</inkml:trace>
  <inkml:trace contextRef="#ctx0" brushRef="#br0" timeOffset="80863.48">20075 7373 17503 0,'5'-3'1552'0,"-1"1"-1232"0,-3 0-320 0,-1 2 0 15,-1-2 1344-15,2-1 192 0,1 0 64 0,0-3 0 16,0-2 544-16,-2-1 112 0,-2 4 32 0,-3 1 0 16,0-1-1072-16,-3 4-192 0,-2 1-64 0,-1 3 0 15,-1 0-400-15,-2 1-96 0,-2 1-16 0,-1 0 0 16,1 2-128-16,-3 0-16 0,0 2-16 0,-2 1 0 0,1 1-80 0,-2 1-16 15,2 3 0-15,0-1 0 0,3-2 16 0,2 2 0 16,2-2 0-16,4 0 0 16,2-1-208-16,7-11 0 0,0 0 128 0,-6 29-128 0,6-29 0 0,0 0 0 15,0 0 0-15,0 0 0 0,29 36 0 16,-29-36 0-16,27 9 0 0,-27-9 0 0,32 10 128 0,-32-10 96 16,33 5 16-16,-33-5 0 0,32 7-80 0,-32-7-16 15,28 7 0-15,-28-7 0 0,0 0-144 0,28 14 0 16,-28-14 0-16,0 0 128 0,0 0-128 0,0 0 0 0,0 0 0 0,0 0 128 15,-6 40-128-15,-3-33 160 0,-2 1-160 0,-3 1 160 16,0-2-160-16,-3 0 192 0,0 2-192 0,1-3 192 16,-1 1-192-16,0 0 0 0,2-3 0 0,2 1 0 15,1 0 0-15,2-3 0 0,4 0 0 0,1-2 0 16,2 0-192-16,3 0-64 0,1 0 0 0,4-2-17840 16</inkml:trace>
  <inkml:trace contextRef="#ctx0" brushRef="#br0" timeOffset="81193.3">20197 7446 14735 0,'7'-7'1312'0,"-2"0"-1056"16,-2 5-256-16,-1 2 0 0,0-2 2368 0,1-1 400 15,4-4 96-15,3-3 16 0,1-1 352 0,0 1 80 16,-2 1 16-16,-5 4 0 0,-2 0-1808 0,-3 4-368 16,-2 2-64-16,-3 4 0 0,-2 2-736 0,-2 3-144 15,-2 1-16-15,-1 4-16 0,-1 1-176 0,0 1 0 16,-2 4 144-16,2-1-144 0,0 0 0 0,2 2 0 15,0-1 0-15,2 0 128 0,0 1-128 0,2-3 0 16,8-19 0-16,-11 37 0 0,11-37 0 0,0 0 0 16,-1 46 0-16,1-46 0 0,0 0 0 0,0 0 0 0,0 0 0 0,30 35 0 15,-22-34 0-15,1-1 0 0,2-1 0 0,2-4 0 16,-1 1 0-16,1-3 0 16,0 2 0-16,0-4 0 0,0 2 0 0,-1-1 0 0,-1 1 0 15,-1-2-128-15,-2 1-224 0,0 0-32 0,-2 1-16 0,-1-1 0 31,-2 1-944-31,-2-3-192 0,-1 3-48 0,-1-2 0 0,-2 1-976 16,-3-1-208-16,-1 2-48 0,-2-2 0 0,-3 4 144 16,-3 0 32-16,-1 2 0 0,-4 1-2992 0,-2 2-608 0</inkml:trace>
  <inkml:trace contextRef="#ctx0" brushRef="#br0" timeOffset="81382.84">19986 7586 9903 0,'0'0'208'0,"-1"0"48"0,0 0 16 0,-1 2 16 0,-2-1-288 0,-1 3 0 16,-4-1 0-16,1 1 0 0,1 1 3280 0,2 0 608 31,4-4 112-31,5-1 32 0,3-1-256 0,3-4-32 0,5-2-16 0,2 2 0 15,2-4-2112-15,2-1-416 0,1 1-96 0,1 0-16 16,-1-1-512-16,-1 0-128 0,1 1 0 0,2 0-16 0,0-1-240 0,1 0-64 16,0 2 0-16,-4 2 0 0,-1 2-128 0,-1-1 0 15,-2 2 0-15,0 1 0 0,-1 2-256 0,-2 0 32 16,0 0 0-16,-2 2 0 16,-1-2-1216-16,-1 3-240 0,-1-3-48 0,-2 2-15584 0</inkml:trace>
  <inkml:trace contextRef="#ctx0" brushRef="#br0" timeOffset="81769.89">20424 7521 911 0,'-3'0'0'0,"0"0"0"0,1 0 0 0,1 0 0 16,0-1 2848-16,1 1 480 0,0 0 112 0,1 0 16 15,0-2 944-15,2 0 192 0,1 1 32 0,0-3 16 16,3 1-2160-16,0-1-432 0,1 1-96 0,1-2-16 15,0 1-944-15,0-1-192 16,2 2-32-16,-2 1-16 0,-1-2-384 0,1 3-80 16,-2 1-16-16,0 0 0 0,-7 0-112 0,0 0-32 15,0 0 0-15,0 0 0 0,24 34-128 0,-24-34 160 0,0 0-160 0,0 45 160 0,0-45-160 0,-6 32 0 16,6-32 0-16,-12 36 0 0,12-36 0 0,-15 33 0 31,15-33 0-31,-14 29 0 0,14-29 0 0,-12 19 0 0,7-12 0 0,3-3 0 0,0-1 0 0,1-2 0 16,0-1 0-16,2-1 0 0,1-2 0 0,1 0 0 15,1-3 0 1,2-1 0-16,0 0 0 0,2-4 0 0,1 1 0 0,2-2 0 0,1-2 224 0,1-1 16 0,1-1 0 0,2-1 0 16,0 1-112-16,-2-1-128 0,2 0 176 15,0 1-176 1,1-3 0-16,0 2 0 0,1 3 0 0,-2 2 0 16,-2 2 0-16,-1 2-144 0,-3 3-16 0,-2 2 0 31,-1 3-976-31,-3-2-192 0,0 4-32 0,-1-2-15984 0</inkml:trace>
  <inkml:trace contextRef="#ctx0" brushRef="#br0" timeOffset="82561.6">20797 7513 9215 0,'4'0'400'0,"-2"0"96"0,0 0-496 15,-1 0 0-15,0 0 0 0,-1 0 0 0,1-2 2144 0,1 1 336 16,2-1 64-16,0 0 16 0,0-3 0 0,0 2 16 16,0-1 0-16,-2-1 0 0,0 2-704 0,-2 0-144 15,0 0-16-15,-2 3-16 0,0-2-608 0,-2 4-128 16,-1 0-32-16,-1 0 0 0,-1 4-512 0,-1 2-96 15,0 2-32-15,-2 0 0 0,1 1 32 0,0 4 0 16,-1 0 0-16,0 0 0 0,10-15-128 0,-14 32 0 16,14-32-16-16,0 0 0 0,-4 40 16 0,4-40 0 15,0 0 0-15,0 0 0 0,0 0-192 0,30 30 0 16,-20-30 0-16,0 0 128 0,2-2-128 0,1-3 0 0,0-2 0 0,1 0 128 16,-1 0-128-16,0-2 192 0,-1 1-192 0,-2-1 192 15,0-1-192-15,0 1 0 0,-4-1 0 0,1 1 0 16,-2-3 0-16,-2 2 0 0,0 1 0 0,-1 0 0 15,-2-2 0-15,-1 0 0 0,-1 2 0 0,-1 0 0 16,-1 0 0-16,-1 1 0 0,-1 3 0 0,1 0 0 16,-3 1 0-16,1 3 0 0,-1 2 128 0,1 1-128 15,-1 1 0-15,0 1 0 0,1 0 0 0,0 2 0 16,2-2 0-16,-1 3 192 0,1-2-192 0,3 2 192 16,2-7-64-16,0 0 0 0,0 0 0 0,0 0 0 0,0 0-128 15,0 0 0-15,0 0 0 0,0 0 0 0,27 26 0 16,-17-28 0-16,0-1 0 0,1 0 0 0,1-1 0 0,1-1 0 15,1-1 0-15,1-1 0 0,2 0 0 0,-1-1-224 16,2-1 80-16,-1 2 16 0,-4-1 128 0,1 1-208 16,0 0 80-16,-1 3 128 0,-1-1 0 0,-1 0 0 15,-2 3 0-15,-3 2 0 0,0 0 0 16,-2 0 0-16,-2 2 0 0,-1 0 128 0,-1-2 128 0,0 0 32 16,0 0 0-16,0 0 0 0,-11 36-144 0,11-36-16 15,-11 21-128-15,11-21 192 0,-14 22-192 0,14-22 0 16,-15 23 0-16,15-23 0 0,-14 24 0 0,14-24 0 0,-12 21 0 0,12-21 0 15,0 0 0-15,-12 19 0 16,12-19 0-16,0 0 0 0,0 0 0 0,0 0 128 0,0 0-128 0,0 0 0 16,0 0 0-16,0 0 0 0,10 0 0 0,-6-6 0 15,2 0 0-15,-1-1 0 0,4-1 0 0,-1-3 0 16,1 0 0-16,1-1 0 0,3 0 0 0,0-3 0 16,1-1 0-16,2 0 0 0,0-1 0 0,0 0 0 15,0 3 0-15,0-2 0 0,0 4 0 0,-3 1 0 16,-2 2 0-16,-2 5 0 0,0-1 0 0,-3 2 0 15,1 2 0-15,-2 1 0 0,1 1 0 0,-6-1 0 0,0 0 256 0,0 0 0 16,0 0 0-16,3 44 0 0,-3-44-256 0,0 0 144 16,-12 52-144-16,12-52 128 0,-13 40-128 0,13-40 0 15,-13 38 0-15,13-38 0 16,-12 35 0-16,12-35 0 0,-8 31 0 0,8-31 0 0,0 0 0 0,0 0 0 16,-4 38 0-16,4-38 0 0,0 0 0 0,0 0 0 15,0 0 0-15,0 0 0 0,0 0 0 0,0 0 0 16,0 0 0-16,21 2 0 0,-18-6-192 0,1-4-32 15,1 2 0-15,0-4-12736 16,1 1-2544-16</inkml:trace>
  <inkml:trace contextRef="#ctx0" brushRef="#br0" timeOffset="83010.69">21399 7530 18431 0,'0'2'1632'0,"0"-2"-1312"0,0 1-320 0,1-1 0 15,-1 0 1520-15,0 1 224 0,1-1 48 0,0 2 16 16,1-2 912-16,-2 0 176 15,0 0 48-15,0 0 0 0,15 5-1088 0,-11-7-224 0,2 2-32 0,1-3-16 16,1 1-960-16,1-2-192 0,0 1-48 0,0-2 0 16,2 1-384-16,0-4 0 0,0 2 128 0,0-2-128 0,-1 1 0 0,1 0 0 15,0-3 0-15,-2 1 0 16,-1 2 0-16,-1-3 0 0,-1 1 0 0,-2-1 0 0,-1 3 0 0,-2 0 0 16,-1 0 0-16,-3 2 0 15,-2 3 0-15,-1-1 0 0,-2 3 0 0,1 1 0 16,-1 1 0-16,-2 3 0 0,1-3 0 0,-1 3 0 15,1 2 0-15,-1-2 0 16,0 4 0-16,1-2 0 0,9-7 0 0,-19 17 128 0,19-17-128 0,-17 19 0 0,17-19 128 0,-14 19-128 16,14-19 128-16,0 0-128 0,-15 21 0 0,15-21 0 15,0 0 128-15,0 0-128 0,0 0 0 0,0 0 0 0,0 0 0 16,0 0 0-16,21 29 0 16,-13-29 0-16,0 0 0 0,1 0 0 0,0 0 0 0,-2 0 0 0,0 0 0 0,-7 0 0 15,0 0 0 1,0 0 0-16,25 24 0 0,-25-24 0 0,0 0 0 0,7 40 0 15,-7-40 0-15,-2 38 0 0,2-38 0 0,-9 40 0 0,9-40 0 0,-15 39 0 16,15-39 160-16,-19 37 48 0,19-37 16 0,-22 33 0 16,22-33 672-16,-20 26 144 0,20-26 32 0,-27 27 0 31,13-14-1616-31,-1-3-320 0,-1-1-64 0,-1-2-16 16,-3-2 816-16,-4-3 128 0,-5-1 0 0,-4-2 128 0,-3-2-128 15,-1-1-192-15,0-1 64 0,0 1-19568 16</inkml:trace>
  <inkml:trace contextRef="#ctx0" brushRef="#br0" timeOffset="84846.82">19724 8429 9215 0,'1'-3'816'0,"0"0"-656"15,0 1-160-15,-1 2 0 0,0 0 1280 0,1-2 208 16,0-1 48-16,1 1 16 0,0-3 1232 0,-1 0 240 16,2 1 48-16,-2 1 16 0,1 1-720 0,0 2-128 15,0 0-48-15,-1 0 0 0,0 2-784 0,-1-2-144 16,0 0-48-16,0 0 0 0,0 0-576 0,0 0-112 16,0 0-16-16,12 41-16 0,-12-41-208 0,0 0-32 15,1 40-16-15,-1-40 0 0,0 0-240 0,0 52 176 16,0-52-176-16,-2 40 160 0,2-40-160 0,-7 43 0 0,7-43 0 15,-9 43 0-15,9-43 0 0,-9 40 0 16,9-40 0-16,-9 33 0 0,9-33 0 0,-7 26 0 0,7-26 0 0,-8 18 0 16,5-10 0-16,0-3 0 0,1-1 0 0,0-1 0 15,1-3 0-15,0 0 0 0,2-3 0 0,0 1 0 16,2-4 0-16,1-2 0 0,0 1 0 0,3-4 0 16,0-1 128-16,2-2-128 0,0-1 0 0,1-2 128 15,0 1-128-15,1-3 160 0,2 0-160 0,-1-2 160 16,2 0-160-16,-1 1 0 0,0 2 0 0,-1 3 0 15,0 0 0-15,-1 1 0 0,-2 2 0 0,-2 3 0 0,0 0 0 16,-2 1 0-16,-1 1 0 0,0 0 0 0,-1 3-336 0,-1-1 0 16,0 0 0-16,1 3 0 15,-1-1-1376-15,0 1-272 0,1-1-48 0,-3 3-13840 16</inkml:trace>
  <inkml:trace contextRef="#ctx0" brushRef="#br0" timeOffset="85228.99">19890 8594 6623 0,'0'0'128'0,"0"0"48"0,0 0 0 0,-1 34 16 0,2-32-192 0,0 0 0 16,1-1 0-16,-2-1 0 0,0 0 3664 0,0 0 688 0,32 13 144 0,-19-13 32 15,4-1-928-15,0-3-176 16,1-3-32-16,0 0-16 0,0 0-1568 0,-3-3-304 0,1 1-64 0,-1 0-16 16,-1-1-832-16,-2 1-160 0,0 0-48 0,-1-1 0 15,-1 0-176-15,0 1-32 0,-1-1-16 0,-2 1 0 16,1-1-160-16,-3 1 0 0,0 0 0 0,-2 1 128 15,-1 1-128-15,-2 0 0 0,-1 0 0 0,-2 2 0 16,-2 0 0-16,1 0 0 0,-4 5 0 0,1 0 0 16,-3 1 0-16,-1 3 0 0,0 3 0 0,-3-1 0 0,0 2 0 15,0 2 0-15,0 2 0 0,-1-2 0 0,0 2 0 16,0 2 0-16,0 0 0 0,0 2 0 0,1-1 0 0,0 2 0 16,1 1 0-16,2-2 0 0,2 1 0 0,3-2 0 15,6-15 0-15,-6 24 0 0,6-24 0 0,0 0 0 16,0 0 0-16,0 0 0 0,0 0 0 15,24 35 0-15,-24-35 0 0,23 2 0 16,-10-2 0-16,0-2 0 0,2-3 0 0,0 3 0 0,1-3 0 0,0 0 0 16,-1-1 128-16,-2 1-128 0,1 0-240 0,-2 0-80 15,0 0 0-15,0-2-18192 0</inkml:trace>
  <inkml:trace contextRef="#ctx0" brushRef="#br0" timeOffset="85588.98">20189 8602 11055 0,'-1'-1'976'0,"1"1"-784"16,0-2-192-16,0 2 0 0,1-1 2048 0,-1 1 384 0,1-2 64 0,0 0 0 15,2-3 896-15,-1 0 192 0,3-1 16 0,0 0 16 16,3 0-1856-16,1-1-368 0,0 2-80 0,2-2-16 16,-1 3-912-16,0 0-176 0,-1 0-32 0,2 1-16 0,-2 2-160 0,-1 0 0 15,0 1 0-15,-8 0 0 0,0 0 224 0,0 0-32 16,0 0-16-16,0 0 0 0,20 39 16 0,-20-39 16 15,0 0 0-15,-4 41 0 0,4-41-208 0,-9 31 0 16,9-31 0-16,-13 31 0 0,13-31 0 0,-12 26 0 16,12-26 0-16,-12 20 0 0,6-12 0 0,1-4 0 15,1 0 0-15,1-3-160 16,1-1 160-16,1-1 0 0,1-1 0 0,1-4 0 0,3 0 128 0,0-4 16 16,2 0 0-16,2-4 0 0,0 0 176 0,1 0 48 15,2-3 0-15,2-1 0 0,0 2-160 0,0-2-16 16,1 1-16-16,1-1 0 0,2-1-176 0,0 2 0 15,-1 1 0-15,-1-1 0 0,-1 5 0 0,-1 1 0 0,-1 3-192 16,-3-1 192 0,0 4-1248-16,-2 1-128 0,-1 3-32 0,-6 1-15744 0</inkml:trace>
  <inkml:trace contextRef="#ctx0" brushRef="#br0" timeOffset="86014.78">20485 8532 10415 0,'0'0'224'15,"0"0"48"-15,0 0 16 0,0 0 16 0,0 0-304 0,0 0 0 0,1 0 0 0,-1 0 0 0,1 0 3264 16,1-1 576-16,0 1 128 0,0 1 32 0,0 1-672 0,-2-2-128 16,0 0-16-16,0 0-16 0,0 0-1600 0,0 0-320 15,4 46-64-15,-4-46-16 0,0 0-816 0,0 0-160 16,1 40-48-16,-1-40 0 0,0 0-144 0,0 0 0 16,0 0 0-16,0 0 0 15,0 0-736-15,33 24-128 0,-25-27-32 0,1-4 0 16,1 0-1216-16,0-2-256 0,1-3-64 0,-1 0 0 15,1-2-80-15,-3 2-32 0,0-2 0 0,0 2 0 16,-2-2 1648-16,0 3 336 0,-1 0 64 0,1 1 16 0,-2-1 2272 0,0 1 464 16,0 2 96-16,-1 0 16 0,-1 1 160 0,-2 2 32 15,0 2 16-15,1 3 0 0,-2 0-976 0,1 0-208 0,0 0-48 16,0 0 0-16,0 0-768 0,0 0-176 0,-11 34-16 16,11-34-16-16,-9 24-112 0,9-24 0 0,-10 32-16 0,10-32 0 15,-11 39-112-15,11-39-128 0,-10 47 176 0,10-47-176 16,-13 46 128-16,13-46-128 0,-12 51 0 0,3-25 0 15,0 0 0-15,-1 1 0 0,-2-1 0 0,0-3 0 16,0-2 0-16,0-1 0 0,0-4 0 0,1-1 0 16,-1-2 0-16,0-1 0 0,0-2 0 0,0-3 0 15,0-2 128-15,-1-3-128 0,1 0 0 0,-3-4 0 16,0 0 128-16,-2-2-128 0,-4-2 0 0,1-1 0 0,-2 0 0 0,-1-2 0 16,2 0 0-16,1-3 0 15,3 0-480-15,3-2-160 0,3-3-16 0,2 1-18000 16</inkml:trace>
  <inkml:trace contextRef="#ctx0" brushRef="#br0" timeOffset="86669.15">21096 8395 23951 0,'4'-2'2128'0,"-3"1"-1696"16,0-1-432-16,-1 2 0 0,-1 0 1648 0,1-2 240 16,1-1 48-16,0-1 16 0,-1 0-80 0,-1-1-16 15,0 1 0-15,-3 1 0 0,-1 2-928 0,0 1-192 0,-1 0-32 0,-1 2-16 16,-1 1-368-16,1 2-80 0,-2-2-16 15,-1 1 0-15,1 3-224 0,-2-2 128 16,0 2-128-16,0 2 0 0,-1 0 128 0,1 1-128 16,-1 0 0-16,1 2 144 15,0 0-144-15,0 2 0 0,1 2 144 0,-1 0-144 0,3-1 0 0,1-1 0 16,7-14 0-16,-9 26 0 0,9-26 0 0,0 0 0 0,0 0 0 0,0 0 0 16,0 0 0-16,18 38 0 0,-10-38 0 0,3 0 0 15,-1-2 0-15,2 1 0 0,0-1-176 0,1 0 176 16,0 2-304-16,-1 0 48 0,-1 1 0 0,-11-1 0 15,0 0 256-15,0 0 0 0,35 18 0 0,-35-18 0 16,0 0 0-16,0 0 0 0,0 0 0 0,5 45 0 16,-5-45 0-16,-12 21 0 0,3-9 192 0,-2-3-48 0,-1 3 0 0,-1-2 0 15,0-2 0-15,0 0 0 16,1 0-16-16,0-3 0 0,0 0 0 0,1-1 0 0,1 0 0 0,1-3 0 16,1 1 0-16,2-2 0 15,0 0-128-15,1-3 0 0,4 1 0 0,0-2 0 16,1-1 0-16,2-2 0 0,2-1-192 0,3-1-12224 15,2 0-2448-15</inkml:trace>
  <inkml:trace contextRef="#ctx0" brushRef="#br0" timeOffset="86980.42">21296 8350 26719 0,'4'-8'1184'0,"-2"6"240"0,0 0-1136 0,-1 0-288 0,0 0 0 0,-1 2 0 15,0 2 1728 1,0-2 272-16,0 0 64 0,0 0 16 0,0 0-352 0,0 0-80 15,-14 40-16-15,14-40 0 16,-18 39-1088-16,6-14-224 0,-1 1-32 0,-2 2-16 0,1 1-144 0,0 0-128 0,1-1 192 0,1-2-192 16,2 0 128-1,10-26-128-15,-15 45 0 0,15-45 0 0,-8 38 128 0,8-38-128 0,0 0 144 0,4 40-144 16,-4-40 192-16,0 0-64 0,0 0-128 0,29 21 192 16,-29-21-192-16,23-2 0 0,-11 0 0 0,0-5 0 0,1 2 0 0,1-5 144 15,0 1-144-15,0 0 128 0,-1-3-128 0,0 1-176 16,0-1 48-16,-3-1 0 0,1 1-64 0,-3 0-16 15,-1 0 0-15,-1-2 0 32,-1 0-176-32,-2 1-16 0,-2 1-16 0,-1-1 0 15,-3 3-848-15,-1 1-160 0,-3 2-48 0,-2 2 0 16,-2 1-1344-16,-3 3-256 0,-4 2-64 0,-3 1-9008 0</inkml:trace>
  <inkml:trace contextRef="#ctx0" brushRef="#br0" timeOffset="87138.22">21064 8596 12895 0,'-17'8'576'0,"12"-6"112"0,3-1-560 0,2-1-128 0,0 1 0 0,0-1 0 15,0 0 2752-15,0 0 512 0,3-1 96 0,2 0 32 16,1-4 256-16,4 2 48 0,3-3 16 0,1-1 0 16,3 0-2384-16,1-1-480 0,3 1-80 0,1-4-32 15,0 2-432-15,1-2-96 0,-2 2-16 0,0-1 0 16,0 1-192-16,-3-1 0 0,1 1 0 0,-2 2 0 16,-1 0-192-16,-3 3-96 0,-1 1-16 0,-2 0-11904 15,-2 1-2384-15</inkml:trace>
  <inkml:trace contextRef="#ctx0" brushRef="#br0" timeOffset="87570.44">21338 8534 17503 0,'-2'0'768'0,"1"0"176"16,1 0-752-16,0 0-192 0,0 0 0 0,1-2 0 0,0 2 2656 0,1-1 496 15,2 0 112-15,1-4 0 0,3 1-720 0,1 0-160 16,1-2-16-16,1 1-16 0,-1 1-1568 0,2-2-304 15,0 2-64-15,1-1-16 0,0 1-208 0,-1 1-32 16,0 1-16-16,-1-1 0 0,0 1 112 0,-1-1 0 16,-1 3 16-16,0-2 0 0,-1 2 16 0,-8 0 0 0,0 0 0 15,0 0 0-15,24 10-80 0,-24-10-16 16,0 0 0-16,0 0 0 0,0 0-192 0,0 0 176 0,12 42-176 0,-12-42 160 16,0 0-160-16,-6 34 0 15,6-34 0-15,0 0 0 0,-13 38 0 0,13-38 0 0,-12 26 0 0,12-26 0 16,-13 23 0-16,13-23-176 0,-14 22 176 0,14-22-128 15,-14 21 128-15,14-21-192 0,-11 13 192 0,11-13-192 16,0 0 192-16,-10 11 0 0,10-11 0 0,0 0 0 16,0 0 0-16,0 0 0 0,2-3 0 0,2-2 0 0,2-1 192 15,1-4-16-15,2 0-16 0,2-2 0 0,1-2-16 0,2-2 0 16,2-1 0-16,2-2 0 0,-1-2-144 0,1 0 128 16,0 1-128-16,-1-1 128 0,1 2-128 0,-2 1 0 15,-1 3 0-15,-3 3 0 0,-1 3 0 0,-3 2 0 16,-1 3 0-16,-2 1 0 0,-1 1-448 0,-2 1 48 15,-2 1 0-15,0 0 0 16,0 0-1088-16,0 0-224 0,0 0-32 0,0 0-15104 0</inkml:trace>
  <inkml:trace contextRef="#ctx0" brushRef="#br0" timeOffset="88340.79">21727 8523 9215 0,'0'2'816'0,"0"-2"-656"16,1 0-160-16,0-2 0 0,0 2 1936 0,0 0 368 0,0-2 64 0,2 1 0 15,1-2 1328-15,2-1 256 16,0 0 48-16,-1 0 16 0,-1 3-1504 0,-1-3-288 0,-1 3-64 0,1-2-16 16,-1 1-1328-16,-1 1-272 0,-1 0-48 0,-1 2-16 15,-2 0-304-15,-1 4-176 0,-3 0 192 0,7-5-192 16,-17 16 160-16,17-16-160 0,-21 24 128 16,21-24-128-16,-23 31 128 0,23-31-128 15,-23 38 0-15,23-38 128 0,-19 35-128 0,19-35 0 0,-11 32 0 0,11-32 128 0,0 0 0 0,0 0-128 16,0 40 192-16,0-40-64 15,0 0-128-15,0 0 0 0,0 0 0 0,27 10 0 0,-20-13 0 0,2 0 0 16,0-3 0-16,0 0 0 0,1-1 0 0,-2-2 0 16,1-1 0-16,-1 1 0 0,-2-2 0 0,0 1 0 15,-1-2 0-15,-1 2 0 0,0 1 0 0,-2 2 0 16,-1-4 0-16,0 0 0 0,0 0 0 0,-3 1 0 16,1 1 0-16,-3 0 0 15,-1 3 0-15,0-1 0 0,-1 3 0 0,0 2 0 0,-1 1 0 0,1 1 0 0,0 0 0 0,0 2 0 16,0 1 0-16,1 1 0 0,0-1 0 0,-1 2 0 15,6-5 0-15,0 0 0 0,0 0 0 0,0 0 0 16,-13 19 0-16,13-19 0 0,0 0 0 0,0 0 0 16,0 0 0-16,0 0 0 15,0 0 0-15,0 0 0 0,23 4-144 0,-15-8 144 16,0 1-192-16,1-1 192 0,2-3-400 16,-2 4 16-16,-1-2 16 0,2-2 0 0,2 1 176 0,0 0 16 0,1-1 16 0,-1 0 0 15,0 2 160-15,-1 0 0 0,-1 1 0 0,-1 2 0 16,0 0 0-16,-3 1 0 0,-1 1 192 0,-1 1-64 0,-4-1 128 0,0 0 48 31,0 0 0-31,0 0 0 0,0 0-80 0,0 0-16 0,-6 42 0 0,6-42 0 16,0 0-208-16,-18 28 128 0,18-28-128 0,-14 22 0 0,14-22 0 0,-19 28 0 15,19-28 0-15,-20 26 0 16,20-26 128-16,-14 22-128 0,14-22 0 0,-15 21 0 0,15-21 0 0,0 0 128 16,0 0-128-16,0 0 0 15,0 0 0-15,0 0 0 0,0 0 0 0,0 0 0 0,0 0 0 0,0 0 0 16,17-9 0-1,-7-1 0-15,1-2 0 0,1-1 0 16,1-2 0-16,1 0 0 0,1-2 0 0,-1 0 0 0,0-1 0 0,1-1 0 0,-1 5 0 0,-1 0 0 0,-2 2 0 0,-1 2 0 31,-2 6 0-31,-3-1 0 0,-1 3 0 0,-2 2 0 16,-2 0 0-16,0 0 0 0,0 0 0 0,0 0 0 16,0 0 0-16,-11 38 224 0,11-38-64 0,-11 26-16 15,11-26-16-15,-14 30-128 0,14-30 192 0,-12 27-64 16,12-27-128-16,-12 28 0 0,12-28 0 0,0 0 0 15,-13 36 0-15,13-36 0 0,0 0 0 0,0 0 0 16,-12 29 0-16,12-29 0 0,0 0 0 0,0 0 0 16,0 0 0-16,0 0 0 0,0 0 0 0,0 0-176 15,0 0-688-15,9-1-144 0</inkml:trace>
  <inkml:trace contextRef="#ctx0" brushRef="#br0" timeOffset="88753.21">21990 8658 16575 0,'3'-2'736'0,"-2"0"160"0,0 1-720 0,1-1-176 16,0 2 0-16,0-2 0 0,0 1 2000 0,3-2 368 16,1-1 80-16,3-3 16 0,2 0 240 0,1 0 48 15,1-2 16-15,-1 1 0 0,0 0-1440 0,-2 0-304 16,0-1-48-16,0 1-16 0,-1 1-384 0,-2-2-64 0,0 2-32 16,-2 2 0-16,1-5-224 0,-2 3-32 0,0 0-16 0,-1 2 0 15,0-3 48-15,-2 2 0 0,0-1 0 0,-2 2 0 16,0 0 0-16,-2 1 16 0,-1 2 0 0,0 1 0 15,1 1-16-15,-3 0-16 16,1 3 0-16,0-1 0 0,-1 1-240 0,2 1 176 16,4-4-176-16,-11 9 160 0,11-9-160 0,0 0 0 0,0 0 0 0,-13 22 0 15,13-22 0-15,0 0 0 0,0 0 0 0,0 0 0 16,-9 33 0-16,9-33 0 0,0 0 0 0,0 0 0 0,0 0 0 16,-5 39 0-16,5-39 0 0,0 0 0 0,0 0 0 0,0 0 0 15,0 44 0-15,0-44 0 0,0 0 0 0,0 0 0 16,1 38 0-16,-1-38 0 0,0 0 0 0,2 36 0 15,-2-36 0-15,0 0 0 16,-4 40 160-16,4-40 0 0,-10 28 0 0,10-28 0 0,-16 29-16 0,16-29 0 16,-24 31 0-16,8-15 0 0,-2-1-144 0,0 1 160 15,-3-4-160-15,2 0 160 16,2-3-160-16,-1-1 0 0,-3-2 0 0,-1-3 128 0,0-1-128 0,-4-2 0 16,-4-2 0-16,-2-1-20400 0</inkml:trace>
  <inkml:trace contextRef="#ctx0" brushRef="#br0" timeOffset="91422.6">19637 9405 12895 0,'4'-10'1152'0,"-1"2"-928"16,0 2-224-16,-1 1 0 0,0 4 1328 0,1-2 208 15,0 0 64-15,1-2 0 0,3-2 640 0,1-2 128 16,1-1 16-16,1-1 16 0,-2 4-480 0,-2 1-80 16,0 0-32-16,-1 3 0 0,-2 1-560 0,-1 0-112 15,0 4-32-15,-1 0 0 0,-1 3-640 0,0-5-128 0,0 0-16 0,-6 28-16 16,6-28-144-16,-6 31-32 0,6-31 0 0,-10 47 0 16,4-23-128-16,0 3 0 0,-1 3 144 0,0-1-144 15,-1 1 0-15,0-1 0 0,1-5 0 0,1-1 0 16,6-23 0-16,-8 34 0 0,8-34 0 0,0 0 0 15,0 0 0-15,-2 28 0 0,3-26 0 0,1-4 0 16,1 0 0-16,3-3 0 0,0-4 0 0,3 0 0 16,2-2 128-16,0-3 48 0,1-2 16 0,-1-1 0 15,1 1 48-15,0-1 16 0,1-2 0 0,1-2 0 0,-1 1-64 0,0 0 0 16,1 0 0-16,-1 1 0 0,-3 2-64 0,1 0-128 16,0 2 176-16,-2 0-176 15,-2 2 0-15,-1 3 0 0,-1 2 0 0,-1 2 0 0,-1 3 0 0,-1 0 0 16,-2 3 0-16,0 0 0 15,-1 1-816-15,-2 3-112 0</inkml:trace>
  <inkml:trace contextRef="#ctx0" brushRef="#br0" timeOffset="91816.86">19861 9561 21183 0,'2'-2'944'0,"0"-1"192"15,1 1-912-15,-1 2-224 0,0-1 0 0,0 0 0 0,2-1 2208 0,2-1 400 0,2 0 80 0,5-3 0 16,3-2-256-16,0 1-48 0,0-1-16 0,-1 2 0 16,-1-1-1456-16,-2 3-288 15,-1-1-64-15,0 2-16 0,-1-2-320 0,-1 1-64 0,-1 1-16 0,-1 1 0 16,-1-2-144-16,0 1 0 0,-2 0 0 0,1-1 0 16,0 1 0-16,-2-2 0 0,-1 1 0 0,0-1 0 15,0-1 0-15,-2 0 0 0,0 1 0 0,-2-2 0 0,0 2 0 0,-1 1 0 16,-1-3 0-16,-2 2 0 15,0 3 0-15,-3-1 0 0,-1-1 0 0,-2 3 0 0,-1 4 0 0,-2-1 0 16,1 3 0-16,-3 0 0 0,1 3 0 0,-1 0 0 16,2 2 0-16,0 1 0 0,2 1 0 0,2 0 0 15,0 2 0-15,2 1 0 0,3-1 0 0,0 0 0 16,6-14 0-16,-4 29 0 0,4-29 0 0,0 0 0 16,0 0 0-16,17 47 0 0,-17-47 192 0,0 0 64 15,0 0 16-15,39 31 0 0,-39-31-112 0,0 0-32 16,34 14 0-16,-34-14 0 0,0 0-128 0,36 7 0 15,-36-7 0-15,22-2 0 0,-12-1 0 0,-1 0 0 0,2 0 0 0,-1-2-12816 16,-1 0-2576-16</inkml:trace>
  <inkml:trace contextRef="#ctx0" brushRef="#br0" timeOffset="92168.54">20144 9493 3679 0,'-1'-3'320'0,"0"2"-320"0,1 0 0 0,0 1 0 15,0-2 3376-15,0 1 592 0,0 0 128 0,0 0 32 16,0 1-288-16,0-3-64 0,3-1-16 0,0 0 0 16,2-1-1568-16,0 1-304 0,3-2-64 0,0 1-16 15,1-2-976-15,2 2-208 0,1-2-48 0,1 2 0 0,-1 1-400 0,-1 0-176 16,-1 3 128-16,-10 1-128 0,0 0 0 0,0 0 0 31,31 12 0-31,-31-12 0 0,0 0 0 0,0 0 0 0,15 45 0 0,-15-45 0 0,0 0 0 0,-3 47 0 31,3-47 0-31,-11 30 0 0,11-30 0 0,-13 27 0 0,6-15 0 0,0 0 0 0,0-5 0 0,1 0 0 16,1-2 0-16,1 0 0 16,1-5 128-16,3 0-128 0,0 0 128 0,0-5-128 15,2 0 256-15,2-1-16 0,0-1-16 0,0-1 0 0,4-2-16 0,0-4 0 0,1 0 0 16,3-3 0-16,0 1-16 0,0-4-16 16,2 0 0-16,-1 0 0 0,2-1-176 0,-1 1 0 0,0 2 0 0,-1-1 0 15,-2 5 0-15,-1 2 0 16,0 2-160-16,-4 6 160 15,1 0-928 1,-3 3-96-16</inkml:trace>
  <inkml:trace contextRef="#ctx0" brushRef="#br0" timeOffset="92687.33">20488 9436 16575 0,'1'-5'736'0,"0"2"160"0,0 1-720 0,-1 0-176 0,1-1 0 0,-1 2 0 0,1 0 2048 0,0-2 368 31,1-1 80-31,0-3 0 0,0 2 576 0,1 0 96 0,-1 3 32 0,-1 2 0 0,1 0-1744 0,-1 3-352 32,-1-3-64-32,0 0-16 0,0 0-592 0,0 0-128 15,3 46-32-15,-3-46 0 0,0 0-272 0,2 43 160 16,-2-43-160-16,0 0 128 0,6 36-128 0,-6-36 0 16,0 0 0-16,0 0 0 0,0 0 0 0,0 0 0 15,0 0 0-15,31 27 0 16,-24-30-576-16,0-1-64 0,2-2 0 0,-1-3 0 15,0 1-1136-15,0-1-224 0,0 0-48 0,0-1-16 16,-1 0 80-16,0 1 0 0,-2 2 16 0,1-3 0 0,-1 1 1456 0,2-3 272 0,-1-2 64 0,1 2 16 16,-2-2 1136-16,1 0 240 0,-1 0 32 0,-1 1 16 15,0 2 448-15,-1 1 80 0,-2 3 32 0,1 3 0 16,-1 1-432-16,-1 1-96 0,-1 4-16 0,0-1 0 16,0 3-704-16,-1 0-128 0,0 4-48 0,-2 1 0 15,4-9-32-15,-8 24-16 0,8-24 0 0,-8 29 0 0,8-29-144 16,-5 30-16-16,5-30-16 0,-5 33 0 0,5-33-176 15,-3 33 0-15,3-33 144 0,-4 35-144 0,4-35 0 0,-7 35 128 16,7-35-128-16,-9 35 0 0,9-35 0 0,-10 33 0 16,10-33 0-16,-12 34 128 0,12-34-128 0,-14 30 0 15,6-14 0-15,-1-1 0 0,0-1 0 0,0 0 0 16,-1-2 0-16,0 2 0 0,-3 1 0 0,0 1 0 16,-2 1 0-16,-1-1 0 0,0 1 0 0,-2-1 144 15,0 1-144-15,-2-2 160 0,3-1-32 0,-2-2-128 16,0-3 192-16,1-2-64 0,1 0-128 0,0-4 0 15,-3-1 0-15,0-4 0 0,-1-1-224 0,1-2-128 0,0-2-32 16,2-2-19088-16</inkml:trace>
  <inkml:trace contextRef="#ctx0" brushRef="#br0" timeOffset="93302.97">21047 9448 12895 0,'4'-6'1152'0,"0"4"-928"15,-1 0-224-15,0 0 0 0,-2 0 1712 0,1 1 288 0,2-1 64 0,1-3 16 16,2 0 1184-16,2-2 256 0,0 0 32 0,-2 0 16 15,-1 2-1456-15,-4 0-272 0,1 2-64 0,-3 0-16 16,-1 0-1056-16,-1 1-192 0,0 1-64 0,-4 1 0 16,0 1-272-16,-3 1-176 15,0 1 192-15,-3 3-192 0,0 0 144 0,-3 3-144 16,-2 0 0-16,-1 5 144 0,0 1-144 0,1 2 0 0,1 0 0 0,2 1 128 16,2-1-128-16,2-1 0 0,2 0 0 0,8-16 0 15,-6 25 0-15,6-25 0 0,0 0 0 0,0 0 0 0,0 0 0 0,0 0 0 16,35 33 0-16,-35-33 0 0,23 3 0 0,-23-3 0 15,24 3 0-15,-24-3 0 0,0 0 0 0,33 8 0 16,-33-8 0-16,0 0 0 0,0 0 0 0,0 0 0 16,30 31 0-16,-30-31 0 0,0 0 0 0,-4 26 0 15,-2-17 0-15,0 1 0 0,-2-3 0 0,-1 2 0 16,-1 1 0-16,-1-3 0 0,-1 2 0 0,0-3 0 16,2 0 0-16,0-1 0 0,-1 0 0 0,1-1 0 15,0-1 0-15,3-1 0 0,1-4 0 0,3 0 0 16,0-1 0-16,2-2 0 15,1-2-576-15,2 0-32 0,3-4-16 0,2-2-11344 0,4-3-2288 16</inkml:trace>
  <inkml:trace contextRef="#ctx0" brushRef="#br0" timeOffset="93602.45">21284 9378 8287 0,'4'-6'736'0,"-1"-1"-592"15,0 3-144-15,-1 3 0 0,0-2 3712 0,-1 3 704 0,1-2 128 0,1-1 48 16,1-1-1168-16,1-3-224 0,0 2-64 0,-2 0 0 15,0 1-1456-15,-3 3-288 0,-1 2-64 0,-3 3-16 16,1 1-848-16,3-5-160 0,-12 21-48 0,12-21 0 16,-17 31-256-16,7-9 0 0,-1 2 128 0,-1 2-128 0,0 2 0 0,1 2 0 15,0 4 0 1,0-3 0-16,2 0 0 0,-1-3 0 0,3-2 0 0,7-26 0 0,-9 40 0 0,9-40 0 16,0 0 0-16,2 40 0 15,-2-40 128-15,0 0-128 0,0 0 0 0,0 0 0 0,31 20 128 0,-22-23-128 16,0 1 0-16,0-3 0 0,3-2 192 0,-1 0-64 31,2-4 0-31,0 0-128 0,1-1 0 0,-1-2 0 0,0 0 0 0,-1 0 0 16,0-2-336-1,-1 1-80-15,0-2-16 0,-2 1 0 0,-2-1-1440 0,-2 3-304 0,0-2-48 0,-4 3-16 16,-1 2-1856-16,-1-1-368 0</inkml:trace>
  <inkml:trace contextRef="#ctx0" brushRef="#br0" timeOffset="93808.57">21252 9518 6095 0,'-57'17'128'0,"45"-14"16"0,8-1 16 0,3-4 32 15,0 2-192-15,-4 2 0 0,-4 0 0 0,-4 3 0 0,-3 0 2800 0,-1 0 512 16,3 0 96-16,3-1 32 0,3-2 400 0,3 1 96 16,4-3 16-16,2 0 0 0,4 0-1344 0,1-3-272 0,4 1-48 0,0 2-16 31,2-4-1344-31,1 1-272 0,2-2-48 0,0 1-16 0,2-2-288 0,1 0-64 16,-1 1-16-16,0-2 0 0,-1-1-224 0,1-1 0 0,-1 0 128 15,1 1-128 1,1 0 0-16,-2 0 0 0,0 1-192 0,-2 0 192 15,-2-1-896-15,-1 2-80 0,0 0-16 0,-2 2-17392 16</inkml:trace>
  <inkml:trace contextRef="#ctx0" brushRef="#br0" timeOffset="94191.14">21360 9506 4607 0,'-4'4'0'0,"0"0"192"0,1-2-48 0,2-2-16 0,1 0-128 0,-1 2 0 15,1-2 0-15,0 0 0 0,0 0 1872 0,0 0 352 16,0 0 64-16,0 0 16 0,0 0 1600 0,0 0 336 0,8-2 64 0,-5-2 16 15,1 1-1552-15,2-2-304 0,-1 1-64 0,3-1-16 16,0-2-1296-16,0-1-256 0,1 0-48 0,-1 0-16 16,1 1-400-16,1-2-96 0,-1 1-16 0,1 1 0 15,0 0-48-15,0 1-16 0,1 0 0 0,-2 2 0 16,0 1 0-16,0 1 0 0,-9 2 0 0,0 0 0 16,0 0 64-16,0 0 16 0,0 0 0 0,29 23 0 15,-29-23-80-15,0 0 0 0,-1 38-16 0,1-38 0 16,-8 36-176-16,8-36 0 0,-14 42 0 0,5-22 0 0,-1 1 0 0,0 0 0 15,-1-1 0-15,1 0 0 0,1-3 0 0,9-17 0 16,-14 26 0-16,14-26 0 0,-9 18 0 0,9-18 0 16,0 0-128-16,0 0 128 0,0 0 0 0,0 0 0 15,0 0 0-15,0 0 0 0,1 1 0 0,3-7 0 16,2-2 0-16,0-2 0 0,2-2 0 0,3-2 0 16,0 0 0-16,1-2 128 0,1-3 0 0,2 0 0 15,-1-3 0-15,2-1 0 0,0 1-128 0,-1 3 0 16,-2 1 0-16,-1 3 0 0,-1 3 0 0,-1 3 0 15,-1-1-160-15,-1 4 160 16,-1 1-672-16,-1 2-32 0,-1 1-16 0,-5 2-18080 16</inkml:trace>
  <inkml:trace contextRef="#ctx0" brushRef="#br0" timeOffset="94983.3">21688 9526 16575 0,'5'-8'736'0,"-2"4"160"0,1-1-720 0,-3 0-176 0,0 3 0 0,0 0 0 16,-1 0 2512-16,1-1 480 0,1-2 80 0,0-1 32 0,0 0-192 16,-2 0-32-16,0 3-16 0,-2 0 0 0,-1 4-1776 0,3-1-368 15,0 0-64-15,-13 14-16 0,13-14-432 0,-14 19-80 16,14-19-128-16,-15 24 176 0,15-24-176 0,-19 33 0 16,19-33 144-16,-19 40-144 0,19-40 144 0,-16 36-144 15,16-36 192-15,-11 35-192 0,11-35 256 0,0 0-48 16,-3 36-16-16,3-36 0 0,0 0-192 0,0 0 0 15,0 0 128-15,0 0-128 0,31 16 0 0,-22-18 0 16,0-3 0-16,1-1 0 0,1 0 128 0,1-3-128 16,1-1 0-16,-1 0 144 0,1-1-144 0,-1 1 0 15,-1-3 0-15,-3 3 0 0,-1 0 0 0,0 0 0 0,-1-3 0 0,0 1 0 16,-1 0 0-16,-4-2 0 0,1 1 0 16,-4 0 0-16,0 3 0 0,-4-1 0 15,-1 3 0-15,-2 3 0 0,-1 3 0 0,-1 0 0 0,0 4 0 0,-1 0 0 16,0 3 0-16,1 0 0 0,1 2 0 0,1 2 0 15,0-2 0-15,9-7 0 16,-15 20 0-16,15-20 0 0,0 0 0 0,-12 26 0 0,12-26 0 0,0 0 0 0,0 0 0 16,0 0 0-1,0 0 0-15,0 0 0 0,33 9 0 0,-22-14 0 0,1 1 0 0,0-3 0 16,1 0 0-16,0-1 0 0,0-1 0 0,0 2 0 0,-3-1-192 0,1 1 16 16,2-2 16-16,0-3 0 0,0 2 160 0,0 1 0 15,-1 0 0-15,-1 1 0 0,-2 2 0 0,0 0 0 16,-1 4 0-16,-2 1 0 0,-6 1 320 15,0 0 0-15,0 0 0 0,0 0 0 0,0 0 0 0,0 0-16 16,0 0 0-16,9 39 0 0,-9-39-304 0,0 0 160 31,-14 34-160-31,14-34 128 0,-13 26-128 0,13-26 0 0,-13 26 0 0,13-26 0 16,-14 23 0-16,14-23 0 0,-12 21 0 0,12-21 0 16,0 0 0-16,-14 20 0 0,14-20 0 0,0 0 0 15,0 0 0-15,0 0 0 0,0 0 0 0,-7 6 0 16,8-9 0-16,0-2 0 0,2 2 0 0,1-2 0 15,1-2 0-15,1-2 0 0,1 0 0 0,2-2 0 16,-1 0 0-16,2-1 0 0,1 0 0 0,2-3 0 16,0 1 0-16,1-2 0 0,0 0 0 0,0 2 0 15,-2 1 0-15,0 4 0 0,-1-1 0 0,0 3 0 16,-3 2 0-16,-2 3 0 0,-1 0 0 0,-5 2 0 0,0 0 0 16,0 0 0-16,0 0 0 0,0 0 0 0,0 0 144 0,2 41 0 15,-2-41 0-15,-7 29 0 0,7-29-144 0,-13 38 160 16,13-38-160-16,-16 41 160 0,16-41-160 0,-16 35 0 15,16-35 0-15,-13 31 0 0,13-31 0 0,0 0 0 16,-9 33 0-16,9-33 0 0,0 0 0 0,0 0 0 16,0 0 0-16,0 0 0 0,0 0-192 0,0 0-80 15,0 0-16-15,0 0 0 16,22 1-768-16,-16-8-160 0</inkml:trace>
  <inkml:trace contextRef="#ctx0" brushRef="#br0" timeOffset="95380.27">22054 9592 2751 0,'0'0'256'0,"0"0"-256"0,0 0 0 0,0 0 0 16,0 0 3728-16,0 0 704 0,0 0 144 0,0 0 32 16,0 0-704-16,0 0-144 0,21 2-32 0,-21-2 0 15,16-4-1360-15,-16 4-288 0,18-5-48 0,-8 2-16 16,0-1-1360-16,0 0-272 0,-1-1-48 0,0 2-16 16,0-4-320-16,0 1 144 0,0 0-144 0,-2-1 0 15,0-2 192-15,-2 2-192 0,0-1 192 0,-1 1-192 0,-2 0 224 0,-1 0-64 16,-1 2-16-16,-2-1 0 0,0 2-144 15,-2 0 192-15,-2 2-192 0,-1-1 192 16,-1 3-48-16,-3 0 0 0,0 1 0 0,-1 3 0 0,2 0-144 0,1-1 0 16,9-3 0-16,-16 12 0 0,16-12 0 0,0 0 128 15,-14 17-128-15,14-17 0 0,0 0 144 0,0 0-144 16,0 0 160-16,0 0-160 0,0 0 128 0,0 0-128 16,9 37 0-16,-9-37 144 0,0 0-144 0,0 0 0 15,0 0 0-15,0 0 0 0,18 39 0 0,-18-39 0 16,0 0 0-16,0 0 0 0,1 49 160 0,-1-49-160 15,-6 33 192-15,6-33-192 0,-10 37 320 0,10-37-64 0,-18 44 0 0,5-18 0 16,-1-2 16-16,-2 0 0 0,0 1 0 0,-1-2 0 16,0-2 48-16,0-3 0 0,1-1 0 0,2-5 0 15,1-1-32-15,0-5 0 0,1 0 0 0,-1-4 0 16,0-2-288-16,-4-2 160 0,-2-5-160 0,0-1 128 16,0-3-352-16,-2-3-80 0</inkml:trace>
</inkml:ink>
</file>

<file path=ppt/ink/ink1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77.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5:43:13.471"/>
    </inkml:context>
    <inkml:brush xml:id="br0">
      <inkml:brushProperty name="width" value="0.05292" units="cm"/>
      <inkml:brushProperty name="height" value="0.05292" units="cm"/>
      <inkml:brushProperty name="color" value="#FF0000"/>
    </inkml:brush>
  </inkml:definitions>
  <inkml:trace contextRef="#ctx0" brushRef="#br0">3650 5915 24879 0,'-1'-7'2208'0,"0"2"-1760"0,2 2-448 0,0 0 0 0,0 2 224 0,-1 1-32 16,1-3-16-16,0 1 0 0,2-1 1520 0,1 1 304 15,0 0 64-15,2 2 16 0,0 4-608 0,-6-4-112 0,0 0-16 0,0 0-16 32,35 53-688-32,-35-53-128 0,19 47-16 0,-19-47-16 0,18 52-192 0,-18-52-32 0,18 52-16 0,-18-52 0 15,19 43-240-15,-19-43 128 0,0 0-128 0,27 41 0 31,-27-41-448-31,0 0-176 0,0 0-32 0,39 3-16688 0</inkml:trace>
  <inkml:trace contextRef="#ctx0" brushRef="#br0" timeOffset="184.46">3952 5827 12895 0,'-1'-3'1152'0,"1"3"-928"0,0 3-224 0,-1-1 0 0,1 2 1680 0,-1 0 304 15,0 5 48-15,-2 5 16 0,-1 6 816 0,-2 8 160 16,-1 5 48-16,-3 2 0 0,1 2-1296 0,-1 2-256 15,-1 2-48-15,-1 2-16 0,1 1-656 0,-1-3-128 16,2-3-32-16,1-3 0 0,0-4-336 0,0-3-80 31,2-3-16-31,-1 0 0 0,1-3-208 0,1-1 0 16,1-4 128-16,1-1-128 0,2-4 0 0,1-2 0 16,2-1-192-16,0-7-11536 15,3 1-2320-15</inkml:trace>
  <inkml:trace contextRef="#ctx0" brushRef="#br0" timeOffset="594.98">4053 6174 28559 0,'0'-3'1264'0,"1"1"272"16,1 1-1232-16,-1 1-304 0,1 0 0 0,-1 0 0 0,3 0 864 15,0-2 112-15,2 2 32 0,2 0 0 0,-8 0-464 0,25-1-96 16,-13 0 0-16,1-2-16 0,0-2-112 0,1 1-32 16,0-5 0-16,1 1 0 15,0-3-80-15,-2 1-16 0,-1-2 0 0,-3 3 0 0,-1 0-192 0,-3 1 0 16,0-2 0-16,-1-1 0 0,-3 2 0 0,-2 1 0 16,-1 1 0-16,-3 1 0 0,-1 0 0 0,-3 1 0 15,0 3 0-15,-1 0 0 0,0 4 0 0,-2 0 224 16,-2 3-64-16,-3 2-16 0,-1 5 144 0,-2 1 32 15,0 2 0-15,0 2 0 0,3 1-192 0,3-1-128 16,2 0 192-16,1 1-192 0,4 0 384 0,1 1-48 0,3-2 0 16,0-1 0-16,3-2 128 0,0-14 32 0,0 0 0 0,0 0 0 15,0 0-224-15,29 36-32 0,-29-36-16 0,0 0 0 16,37 2-96-16,-22-4-128 0,2-1 176 0,1 1-176 16,2-3 128-16,0 1-128 0,0 3 0 0,-1-1 0 15,-2 1 0-15,-1 0-256 0,-1 1 32 0,-1 0-12000 16,-2 0-2384-16</inkml:trace>
  <inkml:trace contextRef="#ctx0" brushRef="#br0" timeOffset="974.75">4576 5982 23039 0,'-2'-1'1024'0,"1"-1"192"0,-1 2-960 0,0 0-256 16,1 0 0-16,0 0 0 0,-1 0 2112 0,-2 2 368 15,-2-1 80-15,-3 3 0 0,0-2-864 0,-1 0-176 16,0-1-48-16,1 1 0 0,0 0-640 0,-1-1-144 16,1 2-32-16,1-2 0 0,1 2-224 0,-1 1-48 15,3 1-16-15,-2-1 0 0,2 2-160 0,0-2-16 16,1 3-16-16,2-2 0 0,0 2-176 0,2-1 192 0,0 2-192 0,0-8 192 16,0 0-192-16,0 0 0 0,0 0 0 0,29 43 128 15,-29-43-128-15,0 0 0 0,35 22 0 0,-35-22 0 16,0 0 0-16,46 21 0 0,-46-21 0 0,0 0 0 15,43 17 0-15,-43-17 0 0,0 0 0 0,0 0 0 16,37 20 0-16,-37-20 0 0,0 0 128 0,0 0-128 16,0 0 0-16,0 0 0 0,0 0 144 0,-4 32-144 15,-3-26 160-15,-6 2-32 0,0-1-128 0,-4 0 192 16,-3 0-64-16,-2 0 0 16,-2 3-128-16,-3-3 192 0,0 2-192 0,3-1 0 0,3-1 0 0,3-2 0 15,5-1 0-15,2 0 0 0,3-3 0 0,1 1 0 16,3 1-624-16,3-3-16 0</inkml:trace>
  <inkml:trace contextRef="#ctx0" brushRef="#br0" timeOffset="2293.73">3795 6686 11967 0,'-4'-1'1072'0,"1"-1"-864"0,3 2-208 0,-1 0 0 0,1 0 1264 0,-1-2 208 16,-1 1 32-16,-1-1 16 0,0 0 368 0,1-3 80 15,3 0 16-15,4 3 0 0,2-3-352 0,5 0-64 16,3 2-16-16,6-1 0 0,3-1-96 0,3 1-32 16,4-1 0-16,4 0 0 0,0 1-352 0,0 1-80 15,3 1-16-15,-3 2 0 0,1 0-592 0,0 0-128 16,-2 0-32-16,-3 0 0 0,-3 0-224 0,-2-3 0 15,0 0 0-15,-2-2-160 16,0-1-256-16,-3 2-48 0,-2-4-16 0,0 1 0 16,-1 2-160-16,-3-1-48 0,-1-1 0 0,-2 2 0 15,-1 0-752-15,-5 2-160 0,-2 0-16 0,-3 2-16 16,-3-1-1696-16,-3 4-352 0</inkml:trace>
  <inkml:trace contextRef="#ctx0" brushRef="#br0" timeOffset="2527.56">3921 6835 10127 0,'-4'2'896'0,"2"-2"-704"16,1 0-192-16,1 0 0 0,1 0 1792 0,-1 0 320 31,0 0 64-31,0 0 0 0,1 0 576 0,2-2 96 16,3 1 32-16,1-2 0 0,3 0-928 0,2-2-176 0,3-1-48 15,3 0 0-15,2-1-384 0,4-1-96 16,4 2-16-16,3-2 0 0,0 1-672 0,3 0-144 0,3 1-32 0,0-2 0 0,-2 3-384 0,0-2 0 15,0 1 128-15,-2 0-128 16,-3 2 0-16,0-1 0 0,-1 0 0 0,1 3 0 0,1-3-256 0,-3 0 0 16,2 1 16-16,-2-4-11584 15,-3 2-2320-15</inkml:trace>
  <inkml:trace contextRef="#ctx0" brushRef="#br0" timeOffset="2843.41">4908 5897 22111 0,'-2'-5'976'0,"1"4"208"0,1-1-944 0,0 1-240 16,0 1 0-16,-1 1 0 0,0 1 2080 0,0-1 368 15,0 4 80-15,-1 1 16 0,-2 4-240 0,-1 3-64 16,2 0 0-16,-2 1 0 0,1 2-1408 0,1-3-272 16,1 1-64-16,0 0-16 0,2-14-480 0,-1 30 128 15,1-30-128-15,0 0-12160 16,4 46-2448-16</inkml:trace>
  <inkml:trace contextRef="#ctx0" brushRef="#br0" timeOffset="3007.83">4913 6415 27647 0,'-1'0'2448'0,"-1"0"-1952"0,2-2-496 0,0 1 0 15,1 1 2240-15,-1-2 368 0,0 1 64 0,0-2 16 16,0 0-1088-16,0-4-192 0,2 2-64 0,-2 0 0 15,3 1-800-15,1 0-160 0,1 0-48 0,-1 2 0 16,2 0-336-16,1 0 0 0,0 2 0 0,0 0-19232 16</inkml:trace>
  <inkml:trace contextRef="#ctx0" brushRef="#br0" timeOffset="7614.96">6169 6122 3679 0,'-4'-1'320'0,"1"1"-320"0,1 0 0 0,0 0 0 0,1 0 2160 0,1-2 352 16,-1 2 80-16,0-1 16 0,0 1-768 0,0-2-160 15,0 1-16-15,0 0-16 0,0-1-272 0,1-1-48 16,1 1-16-16,0-1 0 0,1 1-176 0,0 0-48 16,2-1 0-16,-1 1 0 0,0-1-272 0,1 1-64 15,0 1-16-15,0 0 0 0,0-1-368 0,1 2-80 16,-2 0-16-16,0 0 0 0,-1 2-272 0,1 0 160 15,-1 0-160-15,0 3 128 0,-1-2-128 0,-1 1 0 16,-1 1 0-16,0 0 0 0,-1-1 0 0,-2 2 0 0,0-2 0 0,0 1 0 16,-1 0 0-16,0-2 0 0,-1-1 0 0,0 0 0 15,0 0 0-15,1-4 0 0,1 1 0 0,-1-1 0 16,1 0 0-16,2-3 160 16,-1 1-16-16,1 1 0 0,1-3 128 0,0 2 32 15,1 0 0-15,0-1 0 0,1 0-32 0,0 3 0 0,1 0 0 0,1-1 0 16,-2 1-112-16,2-1-32 0,1 3 0 0,0 0 0 15,-2 0-128-15,1 1 128 0,1 3-128 0,-1-1 128 16,-1 1-128-16,-1-1 128 0,1 4-128 0,-1-3 128 16,-1 1-128-16,-1 0 0 0,0 2 0 0,-1-2 0 15,0-2 0-15,0 1 0 0,-1 1 0 0,0-4 0 16,0 2 208-16,1-3-32 0,-2 3-16 0,1-3 0 0,0 2 32 0,1-2 0 16,0 0 0-16,-1-2 0 15,1 0-192-15,1 1 128 0,1-1-128 0,0-2 128 0,1 1-368 0,2-2-80 16,1 1 0-16,1-1-15552 15</inkml:trace>
  <inkml:trace contextRef="#ctx0" brushRef="#br0" timeOffset="8009.39">6392 5958 20271 0,'-3'-3'896'0,"2"1"192"0,1 1-880 0,0-1-208 0,0 2 0 0,0 0 0 15,1 0 1872-15,2 0 336 0,0-1 64 0,3 0 16 16,3-1-864-16,1-3-160 0,3 2-48 0,1-1 0 16,2 1-736-16,0-4-160 0,2 3-16 0,0-3-16 15,0 2-112-15,-1-3-32 0,0 2 0 0,-2 0 0 16,-1 2-144-16,-2-1 0 0,-1 0 0 0,-2 2 0 0,0-1 0 0,-2 0 0 16,-1 1-176-16,-1 1 176 0,-1 0-240 0,-2 2 48 15,-2 0 0-15,-1 0 0 16,-1 0 192-16,-2 2 240 0,0-1-48 0,-3 2-16 15,0 0-1792-15,-3 0-368 0,1 1-64 0,0 1 0 32,0 0 1296-32,1 1 272 0,1-2 48 0,0 2 16 0,0 1 416 0,-1 0 176 0,2 3-16 0,-2-3 0 0,2 2 496 0,-1 2 112 31,1 1 0-31,-1 1 16 0,3 3 176 0,-1 4 48 0,2-1 0 0,0 2 0 16,1 1 16-16,0 4 0 0,1 3 0 0,-1 1 0 0,1 4-320 15,0-2-64-15,0-3-16 0,-1-5 0 0,2-24-368 0,-2 43-80 0,2-43-16 0,-1 34 0 16,1-34-160-16,0 0 0 0,0 0 0 0,0 0-176 31,0 0-976-31,0 0-208 0,0 0-48 0,37 19-14272 0</inkml:trace>
  <inkml:trace contextRef="#ctx0" brushRef="#br0" timeOffset="8394.53">6804 5795 12895 0,'3'-8'1152'0,"0"4"-928"0,0 1-224 0,-1 3 0 15,-1 0 2256-15,-1 3 416 0,0 0 80 0,0 3 0 0,0-6 112 16,0 0 16-16,0 47 0 0,0-47 0 16,-6 47-1648-16,2-21-320 0,2-2-64 0,-2 2-16 0,1-2-256 0,0 0-64 31,0 6-16-31,0 1 0 0,1 2-112 0,0 1-32 0,0 1 0 0,1-2 0 0,0-4-352 0,1-29 144 31,0 46-144-31,0-46 0 0,0 0 128 0,3 37-128 0,-3-37 0 0,0 0 0 0,0 0 0 16,0 0 0-1,0 0 0-15,0 0 0 0,0 0 0 0,0 0 0 16,0 0 0-16,7 2 0 0,-5-11 0 0,1-3 160 0,1-2-160 16,1-3 128-16,0-1-128 0,1-2 0 15,1 1 144-15,0-2-144 0,1 2 0 0,-1 2 0 0,2 3 0 0,-2 2 0 16,2 2 0-16,0 4 0 0,-2 1 0 0,1 2 0 16,-3 1 0-16,2 2 0 0,-2 2 0 0,-5-2 0 15,0 0 0-15,0 0 0 0,0 0 0 0,0 0 128 16,23 48-128-16,-23-48 0 0,0 0 128 0,1 40-128 15,-1-40 128-15,-3 26-128 0,0-14 128 0,1 0-128 16,0-4 0-16,0 0 128 0,1-2-128 0,1-2 0 16,2-1 0-16,1-3 0 0,2-1 0 0,0-1-17984 15</inkml:trace>
  <inkml:trace contextRef="#ctx0" brushRef="#br0" timeOffset="8758.24">7057 6166 16575 0,'0'-1'736'0,"1"1"160"0,0 0-720 0,-1-1-176 16,0 1 0-16,1 0 0 0,0 0 2048 0,1-2 368 16,3 1 80-16,0-3 0 0,3 1-240 0,0-1-48 15,1-3-16-15,1 2 0 0,0-2-1456 0,-1 2-288 16,1-3-64-16,1 2-16 0,-2-1-32 0,-1 2 0 0,0 0 0 0,-2-1 0 16,1 0 48-16,-3 0 0 0,0 0 0 0,-1 1 0 15,-1-2-144-15,-1 0-32 0,-1 0 0 16,-1-2 0-16,-3-1-208 0,0 0 176 0,-1 2-176 0,-1 2 160 15,0 2-160-15,0 2 0 0,-1 2 0 0,-3 4 0 16,0 1 0-16,-1 2 0 0,0 3 0 0,-1 2 0 16,1 4 0-16,0-2 0 0,2 5 0 0,1-1 0 15,0 2 0-15,2-1 240 0,0 2-64 0,2-3-16 0,2 0 32 16,2-18 0-16,-1 28 0 0,1-28 0 0,0 0 0 0,0 0 16 16,0 0 0-16,0 0 0 0,0 0-208 0,39 24 176 15,-28-27-176-15,1-1 160 0,2-1-160 0,0-2 0 16,1 2 0-16,0-3 0 0,-1 0 0 0,0 3-256 15,1-4 48-15,-1 4 0 16,0-3-1888-16,0 4-368 0,-2-3-80 0,-1 1-12688 0</inkml:trace>
  <inkml:trace contextRef="#ctx0" brushRef="#br0" timeOffset="9072.08">7400 6076 9215 0,'7'-10'400'0,"-2"4"96"0,0 0-496 0,-3 2 0 0,-1 0 0 0,0 3 0 15,0-3 2400-15,1 1 384 16,1-6 80-16,0 0 16 0,0 1 128 0,-2-2 16 15,-1 3 16-15,-1 0 0 0,-2 5-1024 0,0 0-208 0,-2 2-32 0,0 2-16 16,-3 0-992-16,1 3-208 0,-3 2-48 0,1 0 0 16,0 2-256-16,1 0-64 0,0 2-16 0,2-2 0 15,0 0 80-15,1 1 32 16,3 0 0-16,1-4 0 0,1 2-96 0,2-4-32 0,1-1 0 0,2 2 0 16,-5-5-160-16,0 0 0 0,0 0 0 0,33 7 0 15,-33-7 0-15,0 0 0 0,32 8 0 0,-32-8 0 0,0 0 0 0,0 0 0 16,37 21 0-16,-37-21 0 0,0 0 0 15,0 0 0-15,0 0 0 0,22 42 0 0,-22-42 0 0,0 0 0 16,-4 26 0-16,1-16 0 0,-2-4 0 0,0 2 0 16,-3-1 0-16,0 1 0 0,-1-2 0 0,0 0 0 15,-1 0 0-15,1-1 0 16,-2-3 0-16,3 0 0 0,2-1-160 0,-1-1 160 16,3 0-1328-16,1-1-160 0</inkml:trace>
  <inkml:trace contextRef="#ctx0" brushRef="#br0" timeOffset="9418.53">7598 6123 8287 0,'0'1'736'0,"0"1"-592"0,2-2-144 0,-2 1 0 0,0 0 3152 0,1-1 608 0,0 2 112 0,1-1 32 0,2 1-384 0,1 0-64 0,2 1 0 0,1-3-16 31,1 0-2096-31,1-3-432 0,1 1-80 0,0-3 0 0,1 0-496 0,0 0-80 0,0-1-32 15,-1-2 0-15,0 1-32 0,-1 0 0 16,0-2 0-16,-2 2 0 0,-1 0-64 0,-2 0-128 16,0-1 176-16,-2 1-176 0,-3 0 224 0,0 0-64 15,-1 2-16-15,-2-1 0 0,-3 2-144 0,-2 0 0 16,-3 2 0-16,-2 0 0 0,-2 4 0 0,-1 0 0 16,0 2 0-16,2 2 0 0,4-2 0 0,1 3 0 15,-2 1 0-15,0 3 0 0,1 0 0 0,2 2 192 16,1-1-64-16,1 1 0 0,2 1 128 0,4-14 32 15,-3 32 0-15,3-32 0 0,3 33-96 0,-3-33-32 0,0 0 0 0,0 0 0 16,29 45-160-16,-29-45 128 0,0 0-128 0,40 10 128 16,-24-10-128-16,1 0 0 0,2-3 0 0,0-1 0 31,-2-1-320-31,3 0-80 0,-1-1-32 0,2 0-17936 0</inkml:trace>
  <inkml:trace contextRef="#ctx0" brushRef="#br0" timeOffset="10797.8">8316 5649 20271 0,'2'-4'1792'0,"-2"1"-1424"0,0 3-368 0,0 0 0 16,0 0 1552-16,-1 0 240 0,1-1 64 0,-1 0 0 15,-1 1-400-15,-1 0-80 0,1 2-16 0,-2 3 0 16,-1 2-672-16,1 3-144 0,-1 1-32 0,-1 6 0 16,-1 2-48-16,1 4-16 0,-2 4 0 0,1 4 0 15,-1 4-48-15,2-2-16 0,0-1 0 0,1 0 0 16,-1 2-48-16,2-5-16 0,3-2 0 0,1-27 0 15,-1 50-64-15,1-50 0 0,5 43-16 0,-5-43 0 16,0 0-112-16,20 40 0 0,-20-40-128 0,0 0 192 0,0 0-192 0,41 12 176 16,-29-15-176-16,0-1 160 0,0-3-16 0,1 0 0 15,0-3 0-15,0 0 0 0,0 1-144 0,0-3 0 16,1-2 0-16,-1 0 0 16,0-1-1792-16,-1 1-304 0</inkml:trace>
  <inkml:trace contextRef="#ctx0" brushRef="#br0" timeOffset="10974.51">8548 5863 7359 0,'3'-3'656'0,"-1"1"-528"0,0 0-128 0,0-1 0 16,0 3 2000-16,-1-2 368 0,1 1 80 0,2 0 16 15,0 0 800-15,4 0 176 0,0 0 16 0,1 1 16 16,0 0-1536-16,-2 1-304 0,0 2-64 0,0 0-16 16,-7-3-1088-16,0 0-208 15,0 0-64-15,0 0 0 0,0 0-1584 0,0 0-320 0,26 40-64 0,-26-33-11984 16</inkml:trace>
  <inkml:trace contextRef="#ctx0" brushRef="#br0" timeOffset="11082.58">8591 5998 2751 0,'-2'7'256'15,"0"-2"-256"-15,0-1 0 0,0 1 0 0,1 0 2432 0,0-3 448 16,0 3 96-16,-1 2 16 0,-1 5 560 0,-1 1 112 16,0 4 32-16,0-2 0 0,4-15-1520 0,-5 27-320 15,5-27-48-15,0 0-16 0,0 0-1584 0,0 0-208 16</inkml:trace>
  <inkml:trace contextRef="#ctx0" brushRef="#br0" timeOffset="11462.69">8794 5910 15663 0,'0'-2'688'0,"0"2"144"0,1 0-656 0,-2 0-176 0,0 2 0 0,0 0 0 15,0 0 2224-15,-1 4 400 0,-1 3 96 0,-2 3 16 16,-1 5-304-16,-1-1-48 15,0 0-16-15,2 1 0 0,-2 0-1008 0,1-1-208 16,0 1-32-16,2 0-16 0,4-17-640 0,-8 26-128 0,5-16-16 0,3-10-16 16,0 0-304-16,-4 23 0 0,5-20 0 0,0-1 0 15,0-4 0-15,2-1 0 0,0 0 0 0,2-4 0 16,-1-1-160-16,2-2 16 0,0 0 0 16,1-4 0-16,0 2-272 0,0 0-48 0,-1 0-16 0,1-2 0 15,0-1-48-15,1-2-16 0,0 0 0 0,-1 2 0 0,1-2 384 0,-1 5 160 16,1 0-128-16,-2 4 128 0,0 2 0 0,-1 2 0 15,0 2 0-15,-1 2 0 0,-1 4 512 0,-1-2 48 16,1 0 0-16,-1 4 0 0,0 0 160 0,-2-6 48 16,0 0 0-16,1 34 0 15,-1-34-464-15,0 0-96 0,-2 38-16 0,2-38 0 0,-5 27-64 0,5-27-128 16,-5 32 176-16,5-32-176 0,0 0 160 0,-2 38-160 16,2-38 128-16,0 0-128 15,0 0 0-15,0 0-320 0,0 0 48 0,0 0-17600 0</inkml:trace>
  <inkml:trace contextRef="#ctx0" brushRef="#br0" timeOffset="12300.73">9086 5981 11055 0,'-2'1'976'0,"1"1"-784"15,1-2-192-15,0 0 0 0,0 0 1664 0,0 0 272 16,1 0 64-16,0 0 16 0,2 0 992 0,1-3 208 15,3 1 48-15,-1-3 0 0,4 0-1584 0,-1-2-304 16,2 0-64-16,0-2-16 0,2-1-512 0,-2 0-96 16,0-2-32-16,0 3 0 0,-3-2-288 0,0 2-64 15,-1-2-16-15,-2 2 0 0,-1 0-160 0,-1 1-128 16,-1-1 192-16,-3 0-192 0,-1 1 176 0,-2 1-176 16,0-1 160-16,-3 2-160 0,0 3 176 0,-3 0-176 0,1 3 192 0,-2 1-192 15,0 4 144-15,-1 1-144 0,-1 2 0 0,0 1 144 16,1 0-144-16,1 2 128 0,0 1-128 0,2-1 128 15,1 2-128-15,0 0 0 0,3 2 0 0,1-3 0 16,4-12 128-16,0 0-128 0,-2 38 0 0,2-38 128 16,0 0-128-16,0 0 160 0,0 0-160 0,28 40 160 0,-28-40-160 15,0 0 0-15,0 0 0 0,41 16 0 0,-41-16 0 16,0 0 0-16,33 14 0 0,-33-14 0 0,0 0 0 0,0 0 128 16,36 32-128-16,-36-32 0 0,0 0 0 0,0 0 128 15,17 49-128-15,-17-49 0 0,0 0 128 0,-3 41-128 16,-1-27 0-16,-4 0 128 0,-1 2-128 0,-2-2 160 15,-2 1-160-15,-2-1 160 0,-1-1-32 0,-2 0-128 16,-4-1 192-16,2 0-64 0,0-3-128 0,-1 1 192 16,-1-2-192-16,2-2 192 0,4-1-192 0,1-2 0 15,3-1 0-15,3-2 0 0,2-3 0 0,2-2 0 16,3-1 0-16,2-3 0 16,2-4-656-16,4-1-64 0</inkml:trace>
  <inkml:trace contextRef="#ctx0" brushRef="#br0" timeOffset="12789.31">9322 5952 18431 0,'1'-4'816'0,"0"-1"160"0,0 1-784 0,0 1-192 0,0 1 0 0,-1-1 0 16,1 1 1872-16,0-3 336 0,1-4 64 0,0-1 16 16,0-2-480-16,1 1-80 0,-1-1-32 0,-1 2 0 15,0 4-1264-15,0 1-256 0,-2 4-48 0,1 1-128 16,-1 3 192-16,0 2-192 0,0 4 192 0,-1 0-192 15,1 3 256-15,-1 0-48 0,2-12-16 0,-1 33 0 0,1-33-192 0,-1 36 176 16,1-36-176-16,-4 36 160 0,4-36 80 0,0 0 16 16,-2 40 0-16,2-40 0 0,0 0 64 0,0 0 32 15,0 0 0-15,0 0 0 0,0 0-160 0,0 0-48 16,34 26 0-16,-25-33 0 0,0-1-144 0,1-1 0 16,1-3 0-16,2-2 0 0,0-2 0 0,-1 1 0 15,0 1 0-15,-1 0 0 0,-1 0 0 0,-1-1 0 16,-1-1 0-16,0 2 0 0,-3 1 0 0,-2 0 0 15,1 3 0-15,-2 3 0 0,-1 2 0 0,-1 0 0 0,-1 5 0 0,1 0 0 16,-1 3 0-16,-1 2 0 0,0 2 176 0,-1 2-176 16,1 4 384-16,2-13 0 0,-5 32-16 0,5-32 0 15,-4 35 0-15,4-35 0 0,-1 34 0 0,1-34 0 16,0 0-112-16,7 45-32 0,-7-45 0 0,0 0 0 16,0 0-224-16,0 0 144 0,0 0-144 0,35 33 128 15,-27-34-128-15,2 0 0 0,0-4 0 0,0-2 0 16,1 0 0-16,0-3 0 0,0 1 0 0,-1-3 0 15,0 0 0-15,-2 2 0 0,2-3-144 0,-2 1 144 16,0 0-1296-16,0 0-160 16,-2 0-16-16,-2 0-16 0,0-2-1200 0,-2-1-256 0,0 1-32 0,-2-1-9808 15</inkml:trace>
  <inkml:trace contextRef="#ctx0" brushRef="#br0" timeOffset="12947.08">9703 5714 5519 0,'1'0'496'0,"0"2"-496"16,0-2 0-16,-1 0 0 15,1 2 3344-15,-1-2 576 0,2 1 112 0,1 0 32 0,1 1-176 0,0 1-48 16,2 0 0-16,-1-3 0 0,1 2-1808 0,-1-4-368 16,2 2-80-16,-1 0-16 0,1-2-896 0,0 1-176 15,0 1-48-15,0 0 0 0,0 0-448 0,-2 1 128 16,0 1-128-16,0 0 0 0,-2 0-176 0,0 1-80 16,-1 1 0-16,-2 1-17840 15</inkml:trace>
  <inkml:trace contextRef="#ctx0" brushRef="#br0" timeOffset="13088.89">9747 5870 18431 0,'-3'2'816'0,"1"0"160"0,2 1-784 0,-1 0-192 0,0 1 0 0,0-2 0 0,0 3 2320 0,-1 1 432 16,0 5 64-16,-2 3 32 0,4-14-192 0,-5 30-32 0,5-30-16 0,-3 29 0 16,3-29-1552-16,0 0-304 15,0 0-64-15,0 0-16 0,7 38-672 0,-4-33 0 0,2-3 0 0,0-2-17936 16</inkml:trace>
  <inkml:trace contextRef="#ctx0" brushRef="#br0" timeOffset="13483.51">9998 5777 12895 0,'0'-2'1152'0,"0"2"-928"16,0 0-224-16,-1 0 0 15,0 0 2176-15,0 2 384 0,0-2 64 0,-2 3 32 16,-1-1 368-16,0 2 80 0,-2-1 16 0,1 0 0 0,-1 0-1680 0,0-2-336 15,2 1-64-15,-1 1-16 16,1-1-352-16,-2-2-80 16,0 1-16-16,1 1 0 0,-1-1-288 0,2 0-64 0,-1 1-16 15,1-1 0-15,1 3-64 0,1-1-16 0,-1 1 0 0,0 1 0 16,1 1 64-16,0 0 0 0,2-6 0 0,0 0 0 16,0 0-64-16,0 35-128 0,0-35 192 0,0 0-64 15,0 0-128-15,0 0 0 0,0 0 0 0,28 38 128 16,-28-38-128-16,0 0 0 0,29 11 0 0,-29-11 0 15,21 3 0-15,-10-2 0 0,-1-1 0 0,-1 0 0 16,2-1 0-16,-2 1 0 0,1 0 0 0,-2 0 0 16,-1-2 0-16,0 4 0 0,-2-2 0 0,-4 1 0 15,1 1 0-15,-2 0 0 0,-2 2 0 0,-2 0 0 0,-2 3 0 16,-2-1 0-16,-2 2 0 0,-4 1 0 0,0 3 0 0,-4 0 0 16,-1 2 0-16,-2-2 0 0,0 2 0 0,2-2 0 15,5-3 0-15,3-3 0 0,1-2 0 0,4-1 0 16,2-1 0-16,2-4 0 15,3 1-912-15,2-3-112 0</inkml:trace>
  <inkml:trace contextRef="#ctx0" brushRef="#br0" timeOffset="13799.64">10256 5649 24879 0,'0'-5'1088'0,"0"1"256"0,2 1-1088 0,-2 1-256 0,0 0 0 0,-1 2 0 16,1 0 1808-16,0-1 304 0,0 1 64 0,0-2 16 15,-1 2-576-15,0 0-112 0,-1 0-32 0,-1 2 0 16,0 3-1072-16,-1 0-208 0,1 3-64 0,-1 3 0 16,4-11 128-16,-8 26 0 0,8-26 16 0,-11 35 0 15,6-13-272-15,-1 2 0 0,6-24 128 0,-6 52-128 16,6-52 0-16,-7 50 0 0,7-50 0 0,-6 40 0 16,6-40 128-16,-3 36-128 0,3-36 0 0,0 0 0 15,0 0 0-15,19 36 160 0,-19-36-160 0,0 0 128 16,27 5-128-16,-18-8 128 0,0 0-128 0,-1-2 128 0,0 1-128 0,-1-1 0 15,0-2 0-15,-2-1 128 0,0 2-128 0,-1-2 0 16,1-1 0-16,-2 0 0 16,-1-1-544-16,-1 0-32 0,-2-1-16 0,-1 1 0 15,-1-2-1504-15,-2-2-288 0,-1 0-64 0,-1-1-16 16,-1-1-496-16,-2 4-112 0,-1 0 0 0,-3 1-6832 16</inkml:trace>
  <inkml:trace contextRef="#ctx0" brushRef="#br0" timeOffset="13973">10097 5777 1839 0,'-30'18'160'0,"25"-15"-160"16,4-3 0-16,1 0 0 0,-1 1 2352 0,-1 1 432 15,-1 3 96-15,-1-1 0 0,1 1 1344 0,2 0 256 16,3-3 48-16,2-2 16 0,5 0-1504 0,0-2-288 0,5-5-64 0,1 1-16 16,3-3-1392-16,2 0-256 0,2 0-64 0,1-1-16 15,1 0-544-15,0 2-96 0,-1 0-32 0,-2 1 0 16,-1 2-272-16,-1 1 0 0,-2-2 0 0,0 3 0 16,-2 0 0-16,-3-2 0 0,-2 3 0 0,-1 1 0 31,-2-1-896-31,-1 2-128 0</inkml:trace>
  <inkml:trace contextRef="#ctx0" brushRef="#br0" timeOffset="14147.39">10461 5654 27647 0,'5'-2'1216'0,"-2"-1"256"0,0 1-1168 0,-1 2-304 16,0-2 0-16,-1 2 0 0,1-1 1920 0,0 1 320 15,2-2 64-15,3 0 0 0,0-1-864 0,2 1-176 16,-2 0-48-16,1 1 0 0,0 1-912 0,-1 0-304 15,0 1 160-15,-2 1-160 0,0 0 0 0,-1 1-144 16,-1-2 0-16,-1 2 0 16,1 0-1920-16,-3 2-384 0,0-1-80 0,-1 1-12752 15</inkml:trace>
  <inkml:trace contextRef="#ctx0" brushRef="#br0" timeOffset="14299.9">10490 5758 11919 0,'-5'8'256'0,"3"-4"48"0,2-1 16 0,-1-1 32 0,1-2-352 0,0 2 0 0,-1 3 0 0,-1 0 0 16,-2 7 3520-16,4-12 640 0,-5 30 128 0,5-30 32 15,-6 33-1312-15,6-33-256 0,-6 31-48 0,6-31-16 16,0 0-1344-16,-2 41-256 0,2-41-64 0,0 0-16 16,0 0-720-16,6 40-144 0,-6-40-16 0,0 0-128 15,0 0-192-15,0 0-128 0,0 0-48 0,0 0-17568 32</inkml:trace>
  <inkml:trace contextRef="#ctx0" brushRef="#br0" timeOffset="14603.7">10757 5790 15663 0,'5'-1'688'0,"-2"-2"144"0,1 1-656 0,-1 1-176 15,-1 0 0-15,0 1 0 0,-1-2 2624 0,2-1 480 16,3-1 96-16,0-1 32 0,2-2-560 0,-2 2-112 16,0-2-32-16,-2 0 0 15,0-1-1488-15,-2 2-288 0,1 0-64 0,-2 0-16 0,0-2-224 0,-1 2-64 16,-2 0 0-16,-1 2 0 0,-2-1-384 0,-2 0 0 15,-1 3 128-15,-3 2-128 0,2 0 0 0,-1 2 0 16,1 3 0-16,-1 0 0 0,3 2 0 0,0 2 0 0,-1 2 0 0,1 4 0 16,0 2 288-16,1 2 32 0,6-19 0 0,-11 48 0 15,11-48 112-15,-5 47 16 0,5-47 16 0,-1 41 0 16,1-41-16-16,0 0 0 0,10 44 0 0,-10-44 0 16,0 0-256-16,0 0-64 0,34 29-128 0,-34-29 192 15,0 0-192-15,27 7 0 0,-15-9 0 0,-2-1-13344 16,1-2-2672-16</inkml:trace>
  <inkml:trace contextRef="#ctx0" brushRef="#br0" timeOffset="16293.68">11579 5450 16575 0,'3'-9'1472'16,"-3"4"-1168"-16,1 0-304 0,-1 3 0 16,0 2 1344-16,0-1 192 15,1-3 64-15,-1-3 0 0,0 0-96 0,0-1-16 0,-2 2 0 0,-1 3 0 16,0 3-400-16,-1 3-96 0,0 1-16 0,-2 6 0 16,1 5-144-16,0 5-16 15,-1 4-16-15,1 5 0 0,-2 6-176 0,2-2-48 0,0 1 0 0,0 6 0 0,2 5-176 0,-2 5-32 16,2 4-16-16,0-6 0 0,3-3-176 0,0-7-48 31,0-38 0-31,4 59 0 0,-4-59-128 0,0 0 0 0,15 49 0 0,-15-49 0 0,0 0-304 0,0 0-32 31,0 0-16-31,43 10 0 0,-32-17-1072 0,1-5-224 0</inkml:trace>
  <inkml:trace contextRef="#ctx0" brushRef="#br0" timeOffset="16942.13">11762 5756 5519 0,'-1'2'496'0,"0"0"-496"0,0 1 0 0,0-1 0 16,1-1 2112-16,-1 1 336 0,1 0 64 0,0 3 16 15,0-5 544-15,0 0 96 0,0 0 32 0,0 0 0 16,0 0-1488-16,14 38-304 0,-9-38-48 0,4 0-16 16,0-2-608-16,1-1-128 0,2-2-32 0,0-2 0 15,1 1-224-15,-1-2-48 0,1-2-16 0,-1 1 0 16,0 0-288-16,-1-1 0 0,-2 3 128 0,-1-2-128 15,0-1 0-15,-2 1 0 0,0 1 0 0,-2 1 0 16,-1-2 0-16,-2 2 0 0,-1-3 0 0,-2 3 0 0,-2-2 0 16,-2-1 0-16,-2 3 0 0,-1 0 0 0,-1 0 0 0,-1 4 0 15,-1 1 0-15,-1 0-144 0,0 4 144 0,-2 0 0 16,-2 4 0-16,2 2 0 0,2-2 0 0,0 3 0 16,0 0 128-16,0 3-128 0,2 0 192 0,0 2-48 15,1 0 0-15,0 1 0 0,1 2 16 0,0-1 0 16,2 0 0-16,0-1 0 0,4 1-32 0,-1-1-128 15,4-15 192-15,0 0-64 0,-2 32 288 0,2-32 48 16,0 0 16-16,0 0 0 0,0 0 16 0,0 0 0 0,32 36 0 0,-32-36 0 16,0 0-176-16,0 0-16 0,37 11-16 0,-37-11 0 15,21 1-112-15,-10-1-32 0,0 0 0 0,1-1 0 16,0 0-144-16,0-4 0 0,-1 2 144 0,0 0-144 16,-1-2 0-16,-1-1 128 0,1 2-128 0,-3-1 0 15,1-2 0-15,0 0 0 0,-2 2 0 0,2-4 128 16,-2 1-128-16,0 0 0 0,0-2 0 0,-2 2 0 15,-1 1 0-15,-2-2 0 0,0 2 0 0,-1-3 0 16,-1 1 0-16,-1 2 0 0,0-1 0 0,-1 1 0 0,0 0 0 0,1 1 0 16,-2 0 0-16,0 2 0 0,1-1 0 0,0 2 0 15,0 1 0-15,0 1 0 0,0 2 0 0,1 1 0 16,-2 1 0-16,1 2 0 0,1 1 0 0,-1 0 0 16,1 3 0-16,0-2 0 0,1 3 0 0,0-1 0 15,1-9 0-15,0 0 0 0,0 0 0 0,6 35 0 16,-6-35 0-16,0 0 0 15,0 0 0-15,0 0 144 0,0 0-144 0,34 34 160 0,-27-32-160 0,2-2 192 16,-9 0-192-16,0 0 192 0,28 3-192 0,-18-3 0 16,-1 0 0-16,-1-1 0 0,2 1 0 0,-2-3 0 15,1 0 0-15,0-2 0 0,2 2 0 0,-2-4 0 0,1 0 0 16,-2 2 0 0,2-3-1200-16,-3 2-112 0,1 0-32 0,-2 1-15792 0</inkml:trace>
  <inkml:trace contextRef="#ctx0" brushRef="#br0" timeOffset="17558.58">12246 5326 3679 0,'-4'-4'320'16,"0"0"-320"-16,2 3 0 0,0-1 0 0,2 4 2368 0,0-1 416 15,-1 3 80-15,0-1 16 0,-1 6 656 0,2-9 144 0,-7 34 32 0,7-34 0 16,-7 58-1424-16,3-24-288 0,0 1-48 0,-1 0-16 16,0 1-848-16,1 0-160 0,-1-6-32 0,-1 4-16 15,3 1-336-15,-2 1-64 0,2-3-16 0,1 1 0 16,0-4-272-16,2-30-48 16,-1 48-16-16,1-48 0 0,0 0-128 0,0 0 0 0,8 38 0 0,-5-36 0 15,0-2 0-15,-1-5 0 0,1 0 0 0,1-2 0 16,0-2 128-16,0-5-128 15,2-1 128-15,-1-4-128 0,0 3 128 0,0-5-128 0,0 2 128 0,1-3-128 0,-1 1 0 0,1 2 0 16,0 0 128-16,1 2-128 16,0 5 0-16,1 0 0 0,1 3 0 0,0 2 128 0,0 2-128 15,-2 3 0-15,0 2 0 0,2 2 0 0,-9-2 0 0,0 0 0 32,0 0 128-32,27 34-128 0,-27-34 0 0,0 0 0 0,11 45 0 0,-11-45 0 15,0 35 0-15,0-35 0 0,-6 35 0 0,2-20 0 16,-1-1 0-16,0-4 0 0,0 0 0 0,-2-3 0 0,0-1 0 0,0-1 0 15,0-3 0-15,0-1 0 0,-1 1 0 0,0-2 0 0,-1-2 0 16,1 1 0-16,1-1 0 0,-1-1 0 0,4 0 0 0,0 0 0 16,1-3 0-16,2 3 0 0,2-2 0 0,2 2 0 15,1 0-288-15,2-1-96 0,2 1 0 0,1-1-17216 16</inkml:trace>
  <inkml:trace contextRef="#ctx0" brushRef="#br0" timeOffset="18003.52">12548 5711 11055 0,'1'-2'480'0,"-1"1"112"0,1 1-464 0,0 0-128 15,-1 0 0-15,0 0 0 0,0 1 2768 0,1 1 544 16,0-2 96-16,-1 2 32 0,2 1-336 0,1-1-64 16,0 0-16-16,1 0 0 0,-1-1-1712 0,2-1-352 15,1-1-64-15,2 1 0 0,0-2-576 0,1 0-128 16,0 0 0-16,-1-3-16 0,1 2-176 0,-1-1 0 16,0-1 0-16,0-1 0 0,-1 0 0 0,0-1 0 0,-1 0 0 0,0 0 0 15,-3-1 0-15,1 2-176 0,0-4 176 0,-2 1-128 16,-1 2-48-16,-1-3 0 0,-1 1 0 0,-2 1 0 15,-2 0-16-15,0 0 0 0,-1 3 0 0,-1 1 0 16,0 3 192-16,-1 1 0 0,0 1 0 0,1 2 0 16,-1 3 0-16,-1 1 0 0,2 1 0 0,-2 3 0 15,1 1 320-15,1 2 0 0,0-2 0 0,3 3 0 16,-2 3 240-16,1-1 32 0,5-17 16 0,-4 37 0 16,4-37-224-16,0 0-64 0,3 46 0 0,-3-46 0 15,0 0-96-15,0 0-32 0,31 33 0 0,-31-33 0 0,0 0-192 0,36 5 0 16,-23-7 128-16,1-1-128 0,1-2 0 0,-1 0 0 15,0 0 0-15,-2-1 0 0,1-2-176 16,-1 1-16-16,-1 0-16 0,0 0-18176 16</inkml:trace>
  <inkml:trace contextRef="#ctx0" brushRef="#br0" timeOffset="18271.21">13051 5384 14735 0,'-5'-3'640'0,"2"3"160"0,1 0-640 0,0-2-160 0,1 2 0 0,-1 2 0 16,0-2 2112-16,-1 1 400 0,-2 1 80 0,0 0 16 16,-1 0-496-16,0 1-112 0,-1 0-16 0,2-1 0 15,1 2-1312-15,0-1-272 0,1 2-48 0,1 1-16 16,-1 4 480-16,3-10 80 0,0 0 32 0,-6 39 0 16,6-39-160-16,-3 35-16 0,3-35-16 0,-3 42 0 15,3-42-368-15,-3 45-80 0,3-45-16 0,-4 45 0 16,4-45-96-16,-5 46-32 0,5-46 0 0,-3 43 0 15,3-43-144-15,0 0 0 0,8 49 0 16,-8-49 128-16,0 0-352 0,0 0-80 0,0 0-16 0,34 30 0 16,-26-32-2112-16,0 0-448 0</inkml:trace>
  <inkml:trace contextRef="#ctx0" brushRef="#br0" timeOffset="18904.14">13278 5607 10127 0,'2'-3'896'0,"-1"1"-704"0,0-2-192 0,0 3 0 0,0-2 1536 0,-1 3 256 16,0-2 64 0,0 0 16-16,0-2 560 0,0-2 128 0,0 0 0 0,-2 0 16 0,0 2-1104 0,-1-1-208 15,-1 2-48-15,-1 1-16 0,-1 2-64 0,-1 0-16 16,-1 0 0-16,-1 3 0 0,-2 2-336 0,0-2-64 16,-2 3-16-16,0 0 0 0,3-2-304 0,0 3-64 15,1-1-16-15,1 2 0 0,1-1 112 0,2 0 16 16,1 0 0-16,1-2 0 0,2 0-160 0,2 2-32 0,2-5 0 0,1 1 0 15,3 1-256-15,1-4 160 0,0 0-160 0,2 0 128 32,3 0-128-32,1 0 0 0,1 0 0 0,0 0 0 15,2 0 0-15,0 0 0 0,-2 1 0 0,-15-1 0 0,27 6 0 0,-27-6 0 0,0 0 0 0,31 12 0 16,-31-12 0-16,0 0 0 0,0 0 0 0,0 0 0 16,0 0 0-16,0 0 0 0,16 43 0 0,-20-38 0 0,-1 1 0 0,-1 0 0 15,-2 0 128-15,-2-1-128 0,-1 0 128 0,-1 2-128 31,-1-2 192-31,-3-3-64 0,-2 3 0 0,-3-2 0 16,1 1 0-16,1-2 0 0,0 1-128 0,2-1 0 16,4-1 0-16,2-2 0 0,2 1 0 0,2-2 0 15,3-1 0-15,1 1-12448 16,2 0-2448-16</inkml:trace>
  <inkml:trace contextRef="#ctx0" brushRef="#br0" timeOffset="19521.38">13965 5374 15663 0,'2'-7'1392'0,"0"0"-1120"16,0 2-272-16,0 1 0 0,0 3 1424 0,0-2 240 15,1-3 32-15,2-5 16 0,1-2 800 0,0 2 176 16,0 1 16-16,-2 3 16 0,-1 1-1248 0,-3 5-256 15,1 1-64-15,-1 2 0 0,-1 6-496 0,1-8-96 0,-4 26-32 16,4-26 0-16,-8 44-208 0,3-15-64 16,-2 4 0-16,0-2 0 0,0 2-256 0,-1-4 160 0,0 2-160 0,-1-3 128 15,1-4-128-15,0-1 0 16,0 1 0-16,1-3 0 0,1-4 0 0,3-3 0 0,-1-2 128 0,2-3-128 16,0-1 0-16,1-4 0 0,2-2 0 0,-1-1 128 15,2-1 0-15,1-3-128 0,0 1 192 0,1-3-64 16,1-2 0-16,1 0-128 0,2-3 192 0,0-1-64 15,1-1-128-15,2-2 0 0,0-1 0 0,1-1 0 16,1 1 0-16,0 1 0 0,1 2 0 0,0-2 0 16,3 4 0-16,0-1 0 0,-1 2 0 0,-2 1 0 15,-1 4 0-15,0 1 0 0,-1 1 0 0,1 4 0 0,-13-2 0 16,0 0 0-16,0 0 0 0,35 27 0 16,-35-27 0-16,0 0 0 0,0 0 0 0,9 46 0 0,-9-46 0 0,-6 26 0 15,1-9 0-15,-3 0 0 0,0 0 0 0,-2 1 0 16,1-3 0-16,-1-1 0 0,2-4 0 0,2-3 0 15,1 0 0-15,2-5 0 0,1-2 0 0,3 0 0 16,1-4 0-16,1-1 0 16,1 2-800-16,1-4-192 0</inkml:trace>
  <inkml:trace contextRef="#ctx0" brushRef="#br0" timeOffset="20217.24">14355 5641 1839 0,'8'-1'160'0,"-4"1"-160"16,2-2 0-16,-3 1 0 0,0 1 2816 0,-2 0 512 15,0-2 128-15,2 2 0 0,3-3 352 0,0-1 64 0,1 0 16 0,-1-1 0 16,-1 2-1936-16,-1-2-384 0,-2 0-80 0,1-1-16 16,-2 0-448-16,-1 0-112 0,1-2-16 0,-1-1 0 15,-1 2-352-15,0-3-80 0,-1-1-16 0,-1 2 0 16,0 1-256-16,-2 3-48 0,1-2-16 0,0 5 0 16,-1 2 16-16,1 0 0 0,-2 2 0 0,-1 3 0 15,1 2 32-15,-1 1 0 0,0 0 0 16,-1 4 0-16,-1 2-176 0,1 1 0 0,0-1 144 0,0 3-144 15,1 1 0-15,-1 0 0 0,1 2 0 0,1-3 0 0,6-17 0 0,-7 29 0 16,7-29 0 0,0 0 128-16,0 0-128 0,0 0 0 0,0 0 0 15,20 38 0-15,-11-38 0 0,0-3 0 0,1-2 0 0,2-2 0 0,0-1 0 0,1-1 0 16,1-2 0-16,0-1 0 0,-1 0 0 0,-2 3-160 16,-1-1 160-16,2-2-160 0,0-2 160 15,-1 1-128-15,-2 0 128 0,-2 0-128 0,0 2 128 0,-2 2 0 16,-2 2 0-16,-1 2 0 0,-1 2 0 0,-1 3 0 15,0 0 0-15,-1 3 0 0,-1 2 0 0,0 0 0 16,0 2 0-16,0 2 128 0,2-9-128 0,0 0 176 0,-6 29-176 0,6-29 192 16,0 0-192-16,0 0 160 0,2 38-160 15,-2-38 160-15,0 0-160 0,0 0 0 0,0 0 0 0,0 0 128 16,32 21-128-16,-24-21 0 0,0-3 0 0,3-1 128 16,0-4-128-16,1 2 0 0,1-4 0 0,1-3 0 15,0 1 0-15,-1-1 0 16,0 1 0-16,1-1 0 0,-1 0 0 15,-1 0 0-15,0 0 0 0,-1 1 0 0,-2 0 0 0,-1 1 0 0,0 1 0 16,-2-1 0-16,0 3 0 0,-3-1 0 0,1 4 0 0,-3 2 0 0,0 1 0 0,-1 2 0 16,0 5 0-16,0-3 0 0,-1 5 0 0,1-7 0 15,0 0 0-15,0 0 0 16,-4 36 0-16,4-36 0 16,0 0 0-16,-2 43 0 0,2-43 0 0,0 0 0 15,0 45 0-15,0-45 0 0,1 35 0 0,-1-35 0 0,0 0 0 0,11 41 0 0,-11-41 0 16,0 0 0-1,0 0 0-15,0 0 0 0,27 36 0 0,-27-36 0 16,0 0 0-16,18-1 0 0,-10-3 0 0,0-2 0 16,-1 2 128-16,1-4-128 0,-1 0 0 0,1-2 128 15,0 0-128-15,0-2 128 0,2-2 0 0,2-2-128 0,-1-1 192 16,-1 0-64-16,2-2-128 0,-1 0 192 0,1-1-192 0,-1 0 192 16,1 2-192-16,-1 0 0 0,-1 3 0 15,-2 2 0-15,-2 3 0 0,-2 4 0 0,-1 1 0 16,-2 4 0-16,0 2-224 0,-2 4-32 0,-1 1 0 0,0 2-18064 15</inkml:trace>
  <inkml:trace contextRef="#ctx0" brushRef="#br0" timeOffset="20566.21">15004 5637 18431 0,'5'-4'816'0,"0"1"160"15,0-1-784-15,-2 1-192 0,0-1 0 0,-1 3 0 0,1-1 2080 0,2-3 368 16,5-2 80-16,2-3 16 0,1 1-496 0,1-3-80 15,1 3-32-15,-1 1 0 0,-1 2-1200 0,0-1-240 16,-2 2-48-16,-1 1-16 0,-1 0-208 0,-2 1-32 16,0 0-16-16,-2-2 0 0,1 2-176 0,-2-3 0 15,-1 0 0-15,-2 0 0 0,0-2 0 0,-2 1 0 16,-1-4 0-16,-1 2 0 0,-2-1 160 0,-2 3 0 16,-1-1 0-16,-1 4 0 0,0 4 192 0,-3 0 32 15,-1 4 16-15,0 1 0 0,0 4-160 0,0 2-48 16,1 2 0-16,0 1 0 0,2 1-64 0,-1 4 0 0,2 4-128 0,0-2 192 15,1 1 80-15,2-1 16 0,0-2 0 0,6-19 0 16,-5 40 16-16,5-40 0 0,0 0 0 16,12 43 0-16,-12-43-128 0,0 0-32 0,33 19 0 0,-19-19 0 15,3-1-144-15,0-4 0 0,4-1 0 0,0-3 0 32,1 2-400-32,0-4-64 0</inkml:trace>
  <inkml:trace contextRef="#ctx0" brushRef="#br0" timeOffset="22186.33">15852 5629 1839 0,'0'-5'160'0,"1"1"-160"0,0 0 0 0,0 2 0 15,0 2 2944-15,0-2 544 16,0 1 112-16,0-1 32 0,1-3-640 0,0 3-128 0,1-3-32 0,-1-1 0 16,-1 3-688-16,0-2-144 0,0 2-16 0,-1 1-16 15,0-2-464-15,1 1-96 0,1-3 0 0,0 0-16 16,0 1-704-16,1-2-144 0,-1-1-32 0,0 0 0 15,0 1-352-15,-1-1-160 0,-1 1 128 0,0-2-128 16,-1-1 0-16,-1 1 0 0,0-1 0 0,-2 1 0 31,0-1 0-31,-3 3 128 0,0-1-128 0,-2 2 0 0,1 1 192 0,-2 3-32 0,-2 2-16 0,-1 2 0 16,2 0-16-16,-1 4-128 0,-1 0 192 16,0 4-64-16,4-3-128 0,0 3 128 0,1 4-128 0,-1 3 128 0,3-1 736 0,-1 3 144 31,0 2 16-31,-1 1 16 0,2 1-1648 0,-1 1-336 0,7-24-64 0,-6 45-16 0,6-45 848 0,2 37 176 15,-2-37 0-15,0 0 0 0,0 0 0 0,17 44 0 16,-17-44 128-16,0 0-128 0,0 0 0 0,35 7 0 16,-22-12 0-16,0-4 0 0,2 1 0 0,0-4 128 31,2-1-128-31,-1 1 0 0,-1 0 0 0,0 0 0 16,2-5 0-16,1 1 0 0,-3 0 0 0,-3 1 0 0,-1 0 0 15,-4 1 0-15,0 2 0 0,-4 0 0 0,0 3 0 0,-3 0 0 16,0 1 0-16,-1 4 0 0,0 0 0 0,-1 3 0 15,1 2 0-15,0 3 0 0,-1 0 0 0,0 4 0 16,2-8 0-16,0 0 0 0,-5 38 0 0,5-38 0 16,0 33 0-16,0-33 0 0,0 0 0 0,0 0 0 15,15 49 0-15,-15-49 0 0,0 0 128 0,0 0-128 16,38 34 0-16,-38-34 0 0,26 2 0 0,-12-4 0 16,-3 0 0-16,2-3 0 0,3-2 0 0,1-3-18240 15</inkml:trace>
  <inkml:trace contextRef="#ctx0" brushRef="#br0" timeOffset="22771.63">16833 5346 11967 0,'0'-7'1072'0,"0"2"-864"0,1 1-208 0,0 1 0 15,0 0 1584-15,0 1 272 0,0-7 48 0,1-3 16 16,1-2 704-16,0-2 160 0,-1 1 32 0,0 0 0 15,-2 4-1072-15,-1 3-208 0,-1 4-32 0,-1 2-16 16,-2 2-512-16,-2 3-96 0,-1 3-32 0,-1 1 0 16,-2 3-400-16,-1 4-64 0,-1-2-32 0,0 2 0 15,-1 2-160-15,-3 1-16 0,0 3-16 0,-1 0 0 16,0-2-160-16,3-2 0 0,3 0 0 0,2-2 0 0,4-4 0 0,1-1 0 16,3-1 0-16,1-2 0 0,1-1 0 0,2-2 0 15,1 0 0-15,0-2 0 0,1 1 0 0,3-2 0 16,-1 0 0-16,3-2 0 0,0 1-288 0,2-2 64 15,2-2 16-15,1 2 0 0,1-1-64 0,0-1-16 16,-1 2 0-16,0 1 0 0,1 2 48 0,0 2 16 16,-15-2 0-16,28 8 0 15,-28-8 224-15,0 0 0 0,32 18 0 0,-32-18 0 0,0 0 0 0,0 0 0 16,0 0-128-16,17 48 128 0,-19-40 0 0,-1 3 0 0,-3-2 0 0,-1 1 0 16,-2 0 0-16,-2 1 128 0,-1-3-128 0,-2 2 0 15,0-1 208-15,-2 0-64 0,2-2-16 0,-2 0 0 16,-2-2-128-16,1-1 192 0,3-1-192 0,-1-1 192 15,2-4-192-15,2-1 0 0,0 0 0 0,4-2 0 16,2-1 0-16,2 0-176 0,2 0 48 16,3-2 0-16,2 0-1536 0,4 1-320 15</inkml:trace>
  <inkml:trace contextRef="#ctx0" brushRef="#br0" timeOffset="23307.63">16977 5377 2751 0,'-2'-7'128'0,"1"1"16"0,1 0-144 0,-1 1 0 15,1 2 0-15,0 0 0 0,0-1 1216 0,0-3 192 16,0-4 64-16,0-2 0 0,1-1 1104 0,-1-1 240 16,1 2 32-16,0 1 16 0,1 5 656 0,-1 2 144 15,1 1 32-15,1 4 0 16,-1 2-1344-16,0 0-272 0,1 3-48 0,-3-5-16 0,0 0-1152 0,0 0-224 15,19 45-64-15,-19-45 0 0,0 0-288 0,20 55-64 0,-20-55-16 0,17 40 0 16,-17-40-208-16,17 43 144 0,-17-43-144 0,19 38 128 16,-19-38-128-16,0 0 0 0,25 47 0 15,-25-47 0-15,0 0 0 0,0 0 0 0,29 37 0 0,-29-37 0 16,0 0-144-16,0 0-16 0,22 3 0 16,-17-8 0-16,-1 1-1184 15,0-4-224-15,1-1-48 0,-3-3-16 0,2 1-2144 0,-2-3-448 0,-1 1-64 0,-1-3-32 31,0 1 1072-31,0-3 224 0,-1-2 32 0,0-1 16 0,0 0 2720 0,0-3 560 0,0 5 96 0,0 2 32 0,0 3 1488 0,0 2 320 16,0 3 48-16,0 2 16 0,-1 5 336 16,-1 2 80-16,1 2 16 0,-1 0 0 0,2 5-624 0,1-7-128 15,0 0-32-15,-7 36 0 0,7-36-800 0,-5 43-144 16,5-43-48-16,-5 54 0 0,2-23-464 0,-1-2-112 16,2 1 0-16,-2 3-16 0,0-2-128 0,0 2-32 15,0 0 0-15,-2 5 0 0,-1 3-80 0,-2 2-128 16,-1-1 176-16,-1-4-176 0,-1-1 128 0,-2-3-128 15,-1-5 0-15,2-3 0 0,2-7 0 0,-1-3 0 32,2 1 0-32,-2-4 0 0,1 0 0 0,-1-3 0 0,2-4 0 0,-1-1 0 0,0-2 0 0,-1-3 0 15,1-3 0-15,-1-2 0 16,2-1-784-16,-1-2-64 0,0-1-16 0,1-3-16800 0</inkml:trace>
  <inkml:trace contextRef="#ctx0" brushRef="#br0" timeOffset="24271.9">17346 5365 6447 0,'1'-1'576'0,"0"-1"-576"0,0 2 0 0,-1 0 0 15,0 0 752-15,1-1 32 0,0 0 16 0,1-1 0 16,1-3 864-16,-2 2 160 0,2 0 32 0,-1-1 16 16,-1 2 112-16,-1-1 32 0,0 3 0 0,-1 0 0 0,-1 0 64 0,-1 3 16 15,1 0 0-15,-2 3 0 0,-1 0-624 0,0 2-128 16,0 2-32-16,0 2 0 0,0 2-560 0,0 0-112 16,5-14-32-16,-7 31 0 0,7-31-368 0,-6 33-80 15,6-33-16-15,-4 32 0 0,4-32-144 0,-4 28 160 16,4-28-160-16,0 0 160 0,-1 35-160 0,1-35 128 15,0 0-128-15,0 0 128 0,0 0-128 0,0 0 0 16,0 0 0-16,0 0 128 0,0 0-128 0,0 0 0 0,29-5 0 16,-25-6 0-16,2-1 0 0,0 0 0 0,-1-2 0 0,0-1 0 15,-1-1 0-15,1-1 0 0,0-1 0 0,-2 1 0 16,2-2 0-16,-2 1 0 0,1 1 0 0,-2 2 0 16,2 1 0-16,0 2 0 0,0 3 0 0,1 1 0 15,0 4 0-15,-2 1 128 0,1 3-128 0,1 0 0 16,-5 0 128-16,0 0-128 0,0 0 0 0,0 0 128 15,19 47 16-15,-19-47 0 0,5 38 0 0,-5-38 0 16,-1 44-144-16,1-44 0 0,-5 44 0 0,5-44 128 16,-5 34-128-16,5-34 0 0,-6 28 0 0,4-20 0 15,0 0 0-15,1-3 0 0,0-2 0 0,-1-3 0 16,1 0 0-16,1-3 0 0,0-1 0 0,0-1 0 0,1-3 0 16,1 0 0-16,0-2 0 0,2 0 0 0,0-2 0 15,0-2 0-15,2 0 0 0,1-3 0 0,1-2 0 0,0-2 0 16,1 0 0-16,-1-1 0 0,0 6-160 0,0-3 160 15,1 2-208-15,1 1 80 0,1-1-48 0,1 3 0 16,-1 4 0-16,-2 3 0 0,-2 3 176 0,0 1 0 16,0 4 0-16,-7-1 0 0,0 0 0 0,0 0 0 15,0 0 0-15,26 49 128 16,-26-49-128-16,5 35 176 0,-5-35-176 0,-2 41 192 0,2-41-192 0,-5 45 160 16,1-24-160-16,-2-2 160 0,1 0-160 0,0-5 128 0,0 1-128 0,1-5 128 15,1-1-128-15,0 0 0 0,1-5 144 0,1 0-144 16,0-2 0-16,1-2 0 0,0 0 0 0,1-3 0 15,0-2 0-15,1 1 0 0,1-4 0 0,0 0 0 32,2-2-464-32,2-1-64 0,-1-1-16 0,2-1-10944 0,-2-1-2192 0</inkml:trace>
  <inkml:trace contextRef="#ctx0" brushRef="#br0" timeOffset="25331.87">17829 5079 5519 0,'1'-3'496'16,"-1"0"-496"-16,0 0 0 0,0 3 0 16,0 0 1584-16,0-2 208 0,0 1 64 0,0-2 0 0,0-2 1040 0,1 0 224 31,-2 3 32-31,1 0 16 0,0 2-976 0,-2 2-192 0,1-1-32 0,0 2-16 0,-1 5-544 0,2-8-96 16,0 0-32-16,-4 40 0 0,4-40-512 0,-4 38-96 15,4-38-32-15,-6 45 0 0,6-45-320 0,-10 61-64 16,10-61 0-16,-13 57-16 0,5-24-240 0,-3 3 144 15,1 0-144-15,2-6 128 0,0-3-128 0,8-27 0 16,-9 40 0 0,9-40 0-16,0 0 0 0,0 0 0 0,0 0 0 0,0 0 0 15,0 0 0-15,0 0 128 0,0 0-128 0,0 0 0 0,0 0 176 0,30-3-48 16,-23-9-128-16,0-2 192 0,0-1-192 0,0-3 0 0,0 1 128 16,-1 0-128-1,3-1 0-15,-3-1 0 0,2 3 128 16,-1 1-128-16,0 4 0 0,-1 1 0 0,2-2 0 0,2 5 0 0,0 0 0 0,0 2 0 0,0 3 0 15,1 0 0 1,-11 2 0-16,0 0 0 0,0 0 0 0,32 23 0 16,-32-23 176-16,0 0-176 0,0 0 192 0,12 54-192 15,-12-54 0-15,-3 34 0 0,3-34 0 0,-9 34 0 16,3-18 0-16,-2-4 0 0,0 0 0 0,-2-1 0 16,1-4 0-16,0 1 0 0,1-2 0 0,0-3 0 0,1 0 0 15,-1-1 0-15,2-2 0 0,-1-2 0 0,3 1 0 0,-1-3 0 16,1 1-128-16,2 1 128 15,0-3-432-15,2 1 16 0,2 1 0 0,0-2 0 16,4 0-1104-16,1 1-208 0,3-1-64 0,0-1 0 16,2 1-1024-16,2-1-192 0,2 0-64 0,-1 0 0 15,2-2 1184-15,-1 1 224 0,0 1 64 0,-1-2 0 0,-1 2 1248 0,1-1 352 16,-1-3 0-16,1 3-144 0,-1-1 736 0,-1-1 160 16,-1 1 16-16,-2 0 16 0,-3 1 1360 0,1 2 272 15,-4 1 48-15,0-1 16 0,-3 3-656 0,-1 1-128 0,-1 1-32 16,-3 3 0-16,0 2-464 0,-3 1-112 15,-1 2 0-15,-2 1-16 0,0 3-432 0,-2 2-64 0,3 1-32 0,0-1 0 16,1 2-336-16,2-2-64 0,6-14-16 0,-6 26 0 16,6-26-128-16,0 0 0 15,0 0 0-15,0 0 0 0,0 0 0 0,33 29 0 16,-23-31 0-16,2-2 0 0,1-2 0 0,0-2 0 0,2-3-144 0,0 0 144 16,1-2 0-16,-2-1-160 0,0 0 160 0,-2 2-128 15,-1 1 128-15,-2 1 0 0,-1-1 0 0,0 3 0 16,-4-1 0-16,0 2 0 0,-2 1 0 0,-2 2 0 0,-1-1 0 0,-3 1-160 15,0 1 160-15,-3 1 0 16,1 0-144-16,-3 1 144 0,-3 1 0 0,-2 0-144 0,0-2 144 0,-1 2 0 16,1-3-144-16,0 1 144 0,2 0 0 0,1-3 0 15,4 2 0-15,1 0 0 0,1 2 0 0,1-1 0 16,2-1 0-16,1 3 0 0,1 0 0 0,0 0 0 16,1 0 0-16,1 1 0 15,2 1-608-15,1 0 0 0</inkml:trace>
  <inkml:trace contextRef="#ctx0" brushRef="#br0" timeOffset="25775.17">18450 5082 10127 0,'1'-9'896'0,"0"3"-704"16,0 0-192-16,0 2 0 0,-1 3 1888 0,1-1 352 15,-1 1 64-15,1 0 0 0,-1-4 432 0,1 0 80 16,0 3 0-16,-1-2 16 0,-1 4-976 0,0 2-192 16,-3 2-32-16,0 3-16 0,-1 5-496 0,-1 0-96 15,-1 7-32-15,-1 0 0 16,0 4-432-16,-1 4-96 0,-2 1-16 0,3-4 0 0,8-24-208 0,-14 45-48 0,4-17-16 0,0 6 0 16,1-1-32-16,3 0 0 0,6-33 0 0,-2 48 0 15,2-48-144-15,0 0 0 0,12 41 0 0,-12-41 128 16,0 0-128-16,0 0 0 0,0 0 0 0,33 13 0 15,-23-18 0-15,-1 0 0 0,1-2 0 0,0 0 0 32,1 0-896-32,-2-2-176 0,1-1-16 0,0 0-16000 0</inkml:trace>
  <inkml:trace contextRef="#ctx0" brushRef="#br0" timeOffset="25948.03">18609 5134 8287 0,'0'-4'736'0,"1"2"-592"16,0 2-144-16,0-2 0 0,0 4 2800 0,0-2 528 15,0 2 96-15,0 0 32 0,2 3 272 0,-3-5 64 16,0 0 16-16,0 0 0 0,0 0-1808 0,24 35-352 16,-24-35-80-16,0 0-16 0,0 0-1056 0,0 0-224 15,34 30-32-15,-34-30-16 0,0 0-224 0,0 0 0 16,0 0 0-16,0 0-18176 0</inkml:trace>
  <inkml:trace contextRef="#ctx0" brushRef="#br0" timeOffset="26092.62">18617 5343 17503 0,'-4'4'768'0,"2"-3"176"0,0 2-752 0,2-1-192 0,-1 0 0 0,0-2 0 0,0 3 1936 16,0 1 368-16,1-4 64 0,0 0 0 0,-9 26 304 0,9-26 48 0,-8 26 16 0,8-26 0 31,0 0-1520-31,-6 38-288 0,6-38-64 0,0 0-16 16,0 0-608-16,5 39-240 0,-5-39 176 0,0 0-11760 15,0 0-2368-15</inkml:trace>
  <inkml:trace contextRef="#ctx0" brushRef="#br0" timeOffset="26441.68">18943 5358 16575 0,'7'-3'736'0,"-3"1"160"0,-1-1-720 0,1 0-176 16,-1 2 0-16,0-2 0 0,0 1 1840 0,3-3 336 16,3-1 64-16,3-2 0 0,-1-1 16 0,-1 0 0 0,1 2 0 0,-3-1 0 15,-1 3-1040-15,-3 0-192 0,1 0-64 0,-3 1 0 16,-2 0 0-16,-1 3-16 0,-3-3 0 0,-2 3 0 16,0 1-560-16,-1-2-96 0,-3 4-32 0,-1-1 0 15,-1 1-64-15,-3 1-32 0,1 1 0 0,-1 0 0 16,1 2-32-16,-2 1-128 0,1 2 192 0,1 3-64 15,0 0 0-15,1 0 0 0,0 4 0 0,0 0 0 16,2 4 112-16,1-2 16 0,10-18 0 0,-11 39 0 0,11-39-32 16,0 0 0-16,1 48 0 0,-1-48 0 0,0 0-96 0,0 0 0 15,30 37-128-15,-30-37 192 0,27 9-192 0,-10-6 0 16,1-3 0-16,2-2 0 0,0-1 0 0,0-2 0 16,-3 1 0-16,1-4-13088 15,-1 4-2592-15</inkml:trace>
  <inkml:trace contextRef="#ctx0" brushRef="#br0" timeOffset="27848.28">19784 5207 10127 0,'5'-6'896'16,"0"1"-704"-16,-2 1-192 0,-1 2 0 0,-1 1 1152 0,2-4 208 15,3-1 48-15,1-3 0 0,1-4 528 16,0 1 112-16,-4 2 32 0,-2 1 0 0,-4 2-480 0,-2 3-80 15,-4 1-32-15,-2 3 0 0,-2 0-208 0,-4 2-32 16,-1 2-16-16,-3 0 0 0,0 3-400 0,-2-1-64 16,-2 0-32-16,2 1 0 0,2 2-288 0,1-2-48 15,3 0-16-15,2 3 0 0,-1 0 32 0,3 1 0 16,2-1 0-16,3 1 0 0,1 1-96 0,6-12 0 16,-8 27-16-16,8-27 0 0,0 0-304 0,0 0 0 15,12 49 128-15,-12-49-128 0,0 0 0 0,33 29 0 16,-33-29 128-16,29 16-128 0,-29-16 128 0,35 13-128 15,-35-13 144-15,35 11-144 0,-35-11 128 0,30 12-128 0,-30-12 0 16,0 0 144-16,31 14-144 0,-31-14 0 0,0 0 0 0,0 0 0 16,0 0 0-16,0 0 0 0,0 0 128 0,0 0-128 15,0 0 0-15,0 0 0 0,-5 31 0 0,-5-27 128 16,-2 1-128-16,-1-2 160 0,-2 1-160 0,0-1 160 16,-1 2-160-16,0-3 128 0,-2 2-128 0,1-3 128 15,0 3-128-15,1-3 0 0,2 1 0 0,1-1 0 16,2 0-128-16,2 1-64 0,1-2-16 0,1 0-17616 15</inkml:trace>
  <inkml:trace contextRef="#ctx0" brushRef="#br0" timeOffset="28335">18821 5443 7359 0,'0'-3'656'0,"-1"1"-528"16,1 2-128-16,-1 0 0 0,0 0 1104 0,0 0 192 15,-1 0 48-15,0-2 0 0,-2 2 368 0,-1 0 80 16,0 0 0-16,-1 0 16 0,1 2-256 0,2 0-48 16,-1 1-16-16,0 0 0 0,2 1-64 0,1-2-16 15,1 1 0-15,1-1 0 16,-1 1-352-16,4-1-80 0,1-2-16 0,1 0 0 0,4-2-192 0,2-1-64 16,2-4 0-16,4-2 0 0,3-1-224 0,1-1-48 15,0-1-16-15,1 0-11072 16,-1 0-2208-16</inkml:trace>
  <inkml:trace contextRef="#ctx0" brushRef="#br0" timeOffset="31984.63">20018 5251 8287 0,'0'-5'736'0,"0"4"-592"0,0 0-144 0,-1 1 0 0,1 0 0 0,-1 0 0 16,0 0 0-16,1 1 0 0,-2 0 1024 0,-1 1 320 31,-1 1 64-31,0-1 0 0,0 3 128 0,1-3 32 0,-1 0 0 0,2 1 0 0,0 0-96 0,-1-1-32 31,1 0 0-31,0 0 0 0,1-1-576 0,0 1-112 0,-1-2-32 0,2 0 0 0,-1 2 112 0,0-2 32 16,0 0 0-16,0 0 0 15,0 1 0-15,0 1 0 0,0-2 0 0,1 2 0 0,-1-2-16 0,1 3 0 0,1 1 0 0,2 1 0 32,-3-5-32-32,0 0-16 0,0 0 0 0,0 0 0 15,37 19-256-15,-37-19-48 0,30 3-16 0,-13-4 0 0,4-1-288 0,0-3-48 16,0 0-16-16,0-2 0 0,-1 1-128 0,-1-2 0 0,-2 1 0 0,-1-2 0 16,-1-1 0-16,-3 3 0 0,-4 0 0 0,-1-1 0 15,-3 0 0-15,-3 2 0 0,-3 0 0 0,-3 0 0 31,-3 3-368-31,-4 0 48 0,-2 0 16 0,-1 1 0 16,-3 2-240-16,-2 2-48 0,-2 1-16 0,-1 1 0 0,-1 3 448 0,1 1 160 16,1 2 0-16,3 1-144 0,2 1 144 0,3 0 0 15,1 2 0-15,2 2 0 0,3 3 304 0,8-19 32 16,-11 39 16-16,11-39 0 0,0 37 144 0,0-37 16 16,0 0 16-16,20 45 0 0,-20-45-272 0,0 0-64 15,44 28-16-15,-44-28 0 0,39 12-176 0,-18-11 0 16,0-1 0-16,0-3 128 0,0 1-128 0,2-5-256 15,-2 2 64-15,-1-4-11952 16,0 1-2384-16</inkml:trace>
  <inkml:trace contextRef="#ctx0" brushRef="#br0" timeOffset="32379.75">20453 5220 16575 0,'-1'-4'736'0,"1"3"160"0,-1 1-720 0,0-2-176 0,0 2 0 0,1 2 0 15,-1-1 2176-15,-2 2 416 0,-3 3 80 0,0 3 16 16,-3 3-352-16,0 2-64 0,-1 3-16 0,-1 2 0 16,1 0-928-16,-1 0-192 0,2 2-48 0,-1-3 0 0,2 2-640 0,8-20-144 15,-14 31-32-15,14-31 0 16,-10 24-272-16,10-24 0 0,0 0 0 0,0 0 0 16,0 0 0-16,0 0 0 0,0 0 0 0,0 0 0 0,12-5 128 0,-6-6-128 15,1-1 0-15,2-1 0 0,1-3 128 0,1-1-128 16,1-2 0-16,1 2 0 15,-2 1 0-15,2-2 0 0,0 0 0 0,0-2 0 0,0 0 0 16,0 2 0-16,0 0 0 0,-1 2 0 0,0 3 128 0,-1 2-128 16,1 4 0-16,-2 2 0 0,0 3 144 0,-2 2-16 15,-8 0-128-15,0 0 192 0,0 0 64 0,0 0 0 0,28 38 0 0,-28-38 0 16,0 0-128-16,2 50-128 0,-2-50 176 16,-5 45-176-16,5-45 128 0,-11 46-128 0,11-46 0 0,-15 46 0 15,15-46 0-15,-16 39 0 0,16-39 0 0,-14 32 0 16,14-32 0-16,-10 19 0 0,6-14 0 0,1-2 0 15,1-1 0-15,0-4 0 0,2 1 0 0,1-3-12240 16,0-4-2432-16</inkml:trace>
  <inkml:trace contextRef="#ctx0" brushRef="#br0" timeOffset="34263.62">19048 5330 5519 0,'0'0'496'0,"0"0"-496"16,-1 0 0-16,1 0 0 0,0 0 1120 0,-1 0 128 16,0 0 32-16,0 0 0 0,1 0 528 0,-2 0 112 15,1-1 32-15,-1 1 0 0,2-2 64 0,-1 1 16 16,1 0 0-16,0 0 0 0,0-1-432 0,1 2-64 15,0-4-32-15,0 1 0 0,0 0-416 0,0 1-64 0,0 0-32 0,-1-3 0 16,0 3-608-16,0 1-112 0,0-2-16 0,-2 0-16 16,0 1-64-16,-1 1-16 0,-1 1 0 0,0 0 0 15,-1 0 192-15,-1 1 32 0,-1 1 16 0,-1 1 0 16,-1 0-16-16,1 0-16 0,-1 2 0 0,-2-1 0 16,-1 1-64-16,1 0-16 0,0 0 0 0,0 2 0 15,1-3-32-15,1 1-16 0,0-1 0 0,1 0 0 16,0 1-48-16,0 1-16 0,0 2 0 0,1-2 0 15,1 0-176-15,-1 1 128 0,2 2-128 0,0 0 128 0,1-1-128 0,1 3 192 16,3-11-192-16,0 0 192 0,0 0-192 0,0 0 0 16,-2 40 144-16,5-34-144 0,0-2 0 0,1 1 0 15,2-3 0-15,0-1 0 0,2-2 0 0,0-1 0 16,2-3 0-16,1-2 0 0,1 1 0 0,0-4 0 16,1 2 0-16,-1-3-192 15,0-1-528-15,-1 1-112 0,-2 0-32 0,-2 2 0 16,0 2-272-16,-2-1-48 0,0-1-16 0,-1 2 0 15,-2 0 576-15,1 1 112 0,-2 0 32 0,0 1 0 0,-1 3 336 0,0-3 144 0,-1 2-128 0,0 1 128 16,-1 0 0-16,1 2 0 0,-1-2 0 16,-1 2 0-16,0 0 128 0,0 2 16 15,1-2 0-15,-2 0 0 0,1 2 304 0,-2-1 64 0,1 3 16 0,-2-3 0 16,1 3 80-16,-2-2 16 0,2 0 0 0,-1 1 0 16,0 0-144-16,-1 0-32 0,1 0 0 0,-1 0 0 15,1 0-80-15,-2 2-32 0,1-2 0 0,-1 3 0 16,2-2-112-16,-1 1-32 0,1 0 0 0,0-1 0 15,2 1-192-15,-1 0 128 0,0-1-128 0,2 1 0 16,0-2 0-16,0-1 0 0,1 3 0 0,1-3 0 16,1 1 0-16,0-1 0 0,1 0 0 0,0-2 0 15,1 0 0-15,1-2-128 0,1 0 128 0,0-3-160 0,2 0-192 0,0 0-32 16,2-2-16 0,-1 0 0-16,2 0-192 0,1-3-48 0,-2 2 0 15,1 0 0-15,1-2 208 0,-2 1 48 0,0 0 0 16,-1 1 0-16,-2 2 384 0,0 1-128 0,-2 2 128 15,-2 1 0-15,0 0 0 0,-2 1 0 0,-1 1 0 16,-1 1 0-16,-1 1 0 0,0-1 176 0,-2 2-176 0,1 0 192 0,-3 2 144 0,1-1 48 16,-2 2 0-16,1-1 0 0,-1 1 96 15,0-1 32-15,0 2 0 0,1-2 0 0,0-1-32 0,1 1 0 0,0 1 0 0,2-2 0 16,0 0-144-16,1 1-16 0,0-2-16 0,0 2 0 16,0 1-160-16,1 1-16 15,0 0-128-15,0 1 192 16,0 1-64-16,3-9-128 0,0 0 176 0,0 0-176 0,-6 35 160 0,5-27-160 0,1-8 128 0,0 0-128 15,0 0 128-15,0 0-128 16,0 0 128-16,7 40-128 0,-2-35 160 0,0-3-160 0,1 1 192 0,2-1-192 31,1-1 192-31,1-1-192 0,1-1 192 0,1 1-192 0,1-2 192 0,1 0-192 16,-1 1 192-16,0-1-192 0,-1-1 160 0,0 1-160 16,0 1 128-16,-2 0-128 0,1-1 0 0,-3 1 0 15,0 1 128-15,-1 0-128 0,-2-2 0 0,0 2 0 16,-1-2 0-16,-1 2 0 0,-1 0 0 0,1-1 0 15,-1 1 0-15,0 0 0 0,0 0 0 0,-1 0 0 16,0 0 0-16,-1 0 0 0,0 0-320 0,1 0 0 16</inkml:trace>
  <inkml:trace contextRef="#ctx0" brushRef="#br0" timeOffset="35309.83">20935 5210 4607 0,'5'-6'400'0,"-2"1"-400"0,1 2 0 0,-1-1 0 16,0 1 2464-16,-1 3 416 0,1-2 64 0,-1-1 32 0,5-3-256 0,1-2-48 16,1 1-16-16,-3 0 0 15,-1 0-880-15,-2 1-176 0,-3 0-48 0,0 1 0 0,-3 3-336 0,-2-2-80 16,-2 3-16-16,-3-1 0 15,-2 2-288-15,-2 3-48 0,-2 1-16 0,-4 3 0 16,0 0-256-16,-2 3-48 0,0 0-16 0,1 1 0 0,2 1-144 0,2 0-48 31,3-1 0-31,1 1 0 0,3 0-80 0,2 0-32 0,8-12 0 0,0 0 0 0,0 0-144 0,-1 40 128 16,1-40-128-16,0 0 128 0,34 19-128 0,-34-19 0 0,33 8 0 0,-14-4 0 16,0-1 0-16,0-1 0 0,0 1 128 0,-2 1-128 15,-17-4 0-15,28 9 0 0,-28-9 0 0,0 0 0 16,0 0 0-16,0 0-176 0,0 0 176 0,0 0-128 15,0 0 128-15,3 38 0 16,-15-33 0-16,-2 0-128 0,-3 3 128 0,-2-2 0 0,-1 2 0 0,-1-2 0 31,-1 2 0-31,2-2 0 0,1 0 0 0,3-2 0 0,2-2 0 0,2-2 0 0,4 0 0 0,4-2 0 32,2 0-896-32,4-3-128 0</inkml:trace>
  <inkml:trace contextRef="#ctx0" brushRef="#br0" timeOffset="35658.01">20996 5341 15663 0,'2'0'1392'0,"-1"0"-1120"15,1 0-272-15,-1 0 0 0,1 0 1760 0,-2 0 288 16,3 0 64-16,3-2 16 0,2 1 816 0,0-1 176 16,3 0 16-16,2-2 16 0,0 0-1488 0,2 0-288 15,0 2-64-15,2-3-16 0,0 2-672 0,1 0-144 16,0-2-32-16,1 1 0 0,-1 0-304 0,-1-1-144 15,0 0 128-15,-3-1-128 0,0 1 0 0,-2 0 0 0,-1-2 0 0,-3 2 0 16,0-2 0-16,-4 1 0 0,-1 1 0 0,-3-1 0 16,-1 2 0-16,-4 1 0 0,-1-2 0 0,-2 3 0 15,-3 0 0-15,-2 0 0 0,-3 2 0 0,-2 0 0 16,-1 2 0-16,-1 0 0 0,0 3 0 0,-1 0 0 16,2 1 0-16,0 2 0 0,3-1 0 0,0 2 0 15,4 1 192-15,0 0-64 0,2 4 0 0,1 0 0 16,9-14 64-16,-10 28 16 0,10-28 0 0,0 0 0 15,3 43-16-15,-3-43-16 0,0 0 0 0,28 33 0 0,-28-33-48 0,28 17-128 16,-28-17 192-16,35 12-64 0,-35-12-128 0,35 9 0 16,-17-7 0-16,-2-4 0 0,0 2 0 0,-3-2-256 15,-1-1 64-15,-2-1-12560 16,1 1-2528-16</inkml:trace>
  <inkml:trace contextRef="#ctx0" brushRef="#br0" timeOffset="38151.64">21931 5275 15663 0,'0'-3'1392'0,"0"1"-1120"16,0-2-272-16,-1 3 0 0,0 1 1040 0,0-3 160 15,-2-1 16-15,-1 0 16 0,0-2 176 0,-4 0 48 16,-1 3 0-16,0 1 0 0,-2 4 0 0,1 0 0 16,-1 3 0-16,2 2 0 0,0 0-288 0,1 3-48 15,2 2-16-15,-1-2 0 0,7-10-448 0,-7 28-80 16,7-28-32-16,0 0 0 0,-1 42-224 0,1-42-64 16,0 0 0-16,0 0 0 0,28 52 0 0,-28-52-16 15,0 0 0-15,44 24 0 0,-24-21-48 16,-1-1-16-16,2-2 0 0,0-3 0 0,-2-1-176 0,0-4 192 15,0-1-192-15,-1-3 192 0,-2 1-192 0,-2-1 0 16,-2-2 0-16,-2 0 0 0,-4 1 0 0,-1 0 0 0,-4 0 0 0,-4 1-176 16,-2 1-80-16,-3 1 0 0,-2 3-16 0,-2-2 0 15,-5 1 32-15,0 4 16 0,-3-1 0 0,1 2 0 16,0 1 32-16,1 4 0 0,2 1 0 0,1 2 0 16,3-1 192-16,2 4 0 15,2-2 0-15,2 2 0 0,0 1 0 0,3 0 0 0,2-1 0 0,1-8 0 0,0 0 0 0,0 0 0 16,0 0 0-16,25 38 0 15,-25-38-144-15,24 7-48 0,-9-4 0 0,0-1 0 16,1-2-1632-16,0-2-336 0,1 1-64 0,-2-1-16 16,0-1-1216-16,0-1-240 0,-1 1-48 0,-2-2-2256 15,-2 1-448-15</inkml:trace>
  <inkml:trace contextRef="#ctx0" brushRef="#br0" timeOffset="38534.14">22146 5292 5807 0,'26'-27'128'0,"-22"22"16"0,-3 5 16 0,-1 0 16 0,1-2-176 0,2 2 0 31,3-5 0-31,1 0 0 0,3-3 2400 0,3 1 448 0,1-1 96 0,-2 3 0 0,0 3 16 0,-4 0 0 15,0 4 0-15,-3 2 0 16,-2 1-976-16,-3-5-208 0,0 0-48 0,0 0 0 0,-3 38-736 0,3-38-160 0,-9 24-16 0,4-12-16 31,-2 2-320-31,1-2-64 0,-1 0-16 0,0 0 0 16,0-1-176-16,0-1-32 0,1-3-16 0,1 0 0 16,0-2 16-16,0 0 0 0,3-3 0 0,-1-1 0 15,2-1-64-15,0-1 0 0,2-3 0 0,1 1 0 16,0-4-128-16,1-1 0 0,2 0 0 0,1-2 0 15,0-1 0-15,2 0 0 0,0-3 0 0,0 2 0 0,1-2 0 0,1 0 0 16,1 0 0-16,-1 0 0 0,1 4 0 0,-1 0 0 16,1 3 0-16,-3 0 0 0,0 5-144 0,0-1 144 15,-2 3 0-15,1 1 0 0,-2 2 0 0,0 0 0 16,-5-3 0-16,0 0 0 0,0 0 0 0,0 0 0 16,0 0 0-16,24 43 0 0,-24-43 0 0,0 0 0 15,0 0 0-15,0 0 0 0,10 50 0 0,-10-50 0 16,0 0 0-16,0 0 0 0,-4 36 0 0,4-36 0 15,0 0 0-15,-8 23 0 0,5-15 0 0,1-2 0 0,0-1 0 16,0 1 0-16,1-3 0 0,0 2 0 0,1-2 0 16,0-1 0-1,1 0-288-15,1 1-96 0,1-1-32 0,1-2-16656 0</inkml:trace>
  <inkml:trace contextRef="#ctx0" brushRef="#br0" timeOffset="39452.68">22606 5028 14735 0,'-3'-2'1312'0,"2"2"-1056"0,0 0-256 0,0 2 0 0,0 0 960 0,0-1 128 16,1 3 16-16,-2 1 16 16,2 4 1008-16,0-9 208 0,0 0 32 0,-7 45 16 0,7-45-800 0,0 0-176 15,-3 52-16-15,3-52-16 0,0 0-64 0,1 52-16 16,-1-52 0-16,0 0 0 0,4 56-528 0,-4-56-128 15,0 0 0-15,5 54-16 0,-5-54-432 0,0 0-192 16,6 42 160-16,-6-42-160 0,0 0 0 0,0 0 0 16,0 0 0-16,0 0 0 15,22 38 0-15,-17-38 0 0,0-4 0 0,1-1 0 16,0-4-960-16,1 0-64 0,0-2-32 0,1-3 0 16,0 2-1424-16,1-2-272 0,-2 0-64 0,1-3-16 15,0 0 1088-15,-2 0 208 0,2-1 64 0,-2-2 0 0,1 0 1296 0,-2-1 176 0,2 2 224 0,-3 4-48 16,1 3 592-16,-2 3 128 0,0 2 32 0,-1 2 0 15,0 3 672-15,-2 4 144 0,0 1 32 0,-2 3 0 16,2-6-176-16,0 0-16 16,-8 36-16-16,8-36 0 0,-10 38-576 0,10-38-112 0,-10 46-32 0,10-46 0 0,-9 46-432 0,9-46-96 15,-5 43 0-15,5-43-16 16,-1 38-176-16,1-38-128 0,0 0 192 0,6 43-192 0,-6-43 0 0,0 0 0 16,0 0 0-16,0 0 0 0,0 0 0 0,31 33 0 15,-25-33 0-15,2-3 0 0,-2 1 0 0,1 0 0 16,0-3 0-16,0 0 0 15,-1 1-144-15,0-1-48 0,-1-1 0 0,0 1 0 16,-1 0-576-16,-1 0-128 0,0 0-32 0,0-2 0 16,0 2-672-16,-2-1-144 0,0 0-32 0,1-1 0 15,-1 2-32-15,-1 0-16 0,1-1 0 0,0-1 0 32,0 2 208-32,0-2 32 0,1 2 16 0,0-2 0 0,-1 2 848 15,2-4 160-15,1 1 48 0,1-3 0 0,0-1 512 0,1 0 304 0,-1-2-48 0,1 2 0 0,-2 0 624 0,1 0 112 0,-2 2 32 0,0-1 0 16,-1 4 288-16,0-1 64 0,0 1 16 0,-1 2 0 15,0 1-240-15,-2 2-32 0,0 0-16 0,-1 2 0 16,1 2-224-16,0-2-48 0,-1 2-16 0,0 0 0 16,0 0-176-16,0 1-48 0,0-1 0 0,0 3 0 15,1-3-112-15,0 1-32 16,0-1 0-16,-1 1 0 0,2-1 64 0,-1-2 0 16,1 1 0-16,0-1 0 0,0 1-48 0,0-2 0 0,0 1 0 0,1 0 0 0,-1-1-208 15,1 1-32 1,0-2-16-16,0 2 0 0,-1-2-80 0,1 1-128 0,-1 1 176 0,0-2-176 0,1 2 176 0,-1 0-176 15,1 0 160-15,0 0-160 0,0 2 160 0,-1-2-160 16,1 1 160-16,0 1-160 0,0 0 192 0,0 0-64 16,0 0-128-1,0 1 192-15,0-1-48 0,0 2-16 0,0 2 0 0,-1-6 0 0,0 0-128 16,0 0 192-16,0 0-192 0,12 52 192 0,-12-52-192 0,4 43 160 16,-4-43-160-16,6 56 160 15,-6-56-32-15,1 65 0 0,-1-65 0 0,-4 75 0 0,-1-37-128 0,-1 2 160 31,-2 1-160-31,-3-1 160 0,-1 1-160 0,-1-3 0 0,0-3 0 0,-1 0 0 16,0-1 0-16,-1-6 0 0,0-1 128 0,-2-2-128 16,1-1 128-16,-2-2-128 0,-1-4 192 0,3-1-64 15,-1-3 128-15,3-4 0 0,0-2 16 0,0-2 0 16,0-3-80-16,-1-3-32 0,1-3 0 0,-1-4 0 16,1-2-160-16,-2-3 0 0,-2-3 0 0,-1-1 0 15,-2-6 0-15,-2-1-256 0,-3-3 64 0,0-5-19904 16</inkml:trace>
  <inkml:trace contextRef="#ctx0" brushRef="#br0" timeOffset="39821.01">22613 5012 9215 0,'0'-10'816'0,"0"3"-656"0,0 2-160 0,1 1 0 16,0 1 592-16,-1 1 96 0,1 1 16 0,0-2 0 16,0 0 1088-16,1-2 208 0,-1 3 48 0,-1 2 16 0,-1 4-112 0,-2 5-32 15,3-9 0-15,-8 38 0 16,8-38-192-16,-12 62-32 0,5-24-16 0,0 3 0 0,0 2-992 0,1 1-208 16</inkml:trace>
  <inkml:trace contextRef="#ctx0" brushRef="#br0" timeOffset="40830.55">16693 5924 4607 0,'-5'0'400'0,"1"0"-400"0,0 2 0 0,2-2 0 16,1 0 640-16,0 0 32 0,-1 1 16 0,0 1 0 15,-2 0 96-15,0 1 32 0,-2-1 0 0,2 3 0 0,0-2-480 0,0-1-80 16,2 0-32-16,0 0 0 0,2-2 704 0,0 0 144 16,0 2 16-16,0-2 16 0,1 0 656 0,1 0 128 15,1 0 32-15,0 0 0 0,1 0-240 0,1-2-32 16,2 2-16-16,3-1 0 0,1 0-400 0,4 1-80 16,2-2 0-16,4 0-16 0,2 1-288 0,4-1-48 15,4-1-16-15,4 3 0 0,3-2-80 0,5 4 0 16,6 1-16-16,6-1 0 0,3-4-464 0,0-1-96 15,4-3 0-15,6-2-128 0,7-1 0 0,5-1 0 16,3-4 0-16,2 0 0 0,-3 0-144 0,3 1 144 16,3 2-128-16,-3 1 128 0,-4 2 0 0,2 0 0 0,3 3 0 0,-3 0 0 15,-9 0 0-15,0 2 0 0,2 0 128 0,-2 1-128 16,-5 2 128-16,-5-1-128 0,-4 1 160 0,-6 0-160 16,0 0 144-16,-7 0-144 0,-5 0 128 0,-7 1-128 15,-6 1 0-15,-8 2 0 0,-21-4 0 0,0 0-11168 16,0 0-2208-16</inkml:trace>
  <inkml:trace contextRef="#ctx0" brushRef="#br0" timeOffset="41258.51">17060 6133 7359 0,'-10'0'656'0,"1"2"-528"16,5-2-128-16,2 0 0 0,1 0 0 0,-3 0-176 15,-3 1 48-15,-5 1 0 0,-3 0 128 16,0-1 0-16,3 0 160 0,2 1-160 0,3 1 832 0,2-2 64 0,2 1 0 0,1-2 16 16,1 2 1264-16,1-1 240 0,0 0 48 0,2-1 16 15,0 2-480-15,0-1-80 0,1 1-32 0,1-2 0 16,2 2-1040-16,0-2-208 0,3 0-32 0,3-2-16 15,3 2-16-15,5-3 0 0,3 3 0 0,4-2 0 16,3 1 512-16,3-2 80 0,7 1 32 0,5-1 0 16,5 0-352-16,5 1-64 0,5-2-16 0,3 1 0 15,6 1-304-15,1 1-64 0,2-1-16 0,3 0 0 16,4-3-128-16,1 0-16 0,-1-2-16 0,6-2 0 16,4-3-96-16,-1 0 0 0,-7-2-128 0,2 2 192 15,3-2-64-15,2-3-128 0,0 0 176 0,-3 2-176 0,-4 2 128 0,-4 1-128 16,-1 0 0-16,-8 3 0 15,-6-1 0-15,-8 3 0 16,-7 3 0-16,-6 4 0 0,-4 0-912 0,-6 2-96 0</inkml:trace>
  <inkml:trace contextRef="#ctx0" brushRef="#br0" timeOffset="41775.85">19813 5786 9055 0,'-7'3'384'0,"2"0"112"0,1-1-496 0,2-2 0 15,0 1 0-15,0-1 0 0,0 1 1184 0,-1-1 144 16,-1 2 16-16,-3 1 16 0,2-1 480 0,0-2 80 0,1 1 32 15,2-2 0-15,2 1-96 0,2 0 0 0,3-2-16 0,1 0 0 16,4 1-320-16,1-2-64 0,3 2-16 0,2-3 0 16,1 3-368-16,4-1-80 0,3 1-16 0,0 1 0 15,3 0-288-15,2 0-64 0,6 1-16 0,2-1 0 16,3 2-448-16,0-2-160 0,4 0 0 0,-2-2 144 16,-3 1-144-16,4-1 0 0,6 1-192 0,1-2 192 15,1 0-208-15,1 1 80 0,-1 0 128 0,-2 1-208 16,-3-1 64-16,-1-2 16 0,-1-2 0 0,0 2 0 15,0-1 128-15,-4 0-208 0,-4 1 80 0,-3-1 128 0,-5 0-256 16,-5 3 64-16,-5-2 0 0,-5 1 16 16,-5 2-896-16,-6 1-176 0,-6 0-32 0,-6 1-13600 15</inkml:trace>
  <inkml:trace contextRef="#ctx0" brushRef="#br0" timeOffset="42052.07">19928 6024 23951 0,'-28'7'1056'0,"15"-5"224"0,-1 1-1024 0,2-1-256 16,6-2 0-16,2 0 0 0,0 2 1328 0,-4-2 208 16,-3 0 32-16,-2 1 16 0,1-1-176 0,5-1-16 0,2-1-16 0,5 2 0 15,4-2-576-15,2-1-112 0,4 1-32 16,4 0 0-16,3 1 96 0,3-2 16 0,4 2 0 0,2-1 0 16,5 2-480-16,3-2-96 0,5 1 0 0,5-2-16 15,4-1-176-15,5-3 160 0,2 0-160 0,3-1 160 16,4 2 32-16,4-4 16 0,4 1 0 0,-1-1 0 15,-4-1-32-15,3 1-16 0,3 0 0 0,2-1 0 16,-4 1-160-16,-3-1 128 0,-4 1-128 0,-1 0 128 16,-1 3-128-16,-3 0 0 0,0-1 0 0,-5 2 0 0,-3-2 0 15,-6 4 0-15,-7-1 0 16,-3 2 0-16,-4 3-256 0,-4 0-16 0</inkml:trace>
  <inkml:trace contextRef="#ctx0" brushRef="#br0" timeOffset="42557.23">21727 5917 23951 0,'-1'0'2128'0,"1"0"-1696"15,1 0-432-15,0 0 0 0,2-2 1552 0,1 1 240 32,2 0 32-32,6 0 16 0,7-3-368 0,7-1-64 0,6 0 0 0,5 0-16 0,6-2-480 0,4 0-80 15,4 0-32-15,3-2 0 0,0 0-256 0,4 1-48 16,3-1-16-16,0 2 0 0,-6 1-304 0,3-2-176 15,2 0 192-15,1 1-192 0,-2 0 0 0,-2 0 0 16,-2 3 0-16,-3-1 0 0,-5 2-240 0,-4 0-96 0,-5 1-32 0,-5 0 0 31,-7 2-1184-31,-3 0-240 0,-7 0-64 0,-3 0 0 16,-7 1-112 0,-5 0-16-16,-5 4-16 0,-5-2 0 0,-4 2-944 0,-7 1-192 0</inkml:trace>
  <inkml:trace contextRef="#ctx0" brushRef="#br0" timeOffset="42747.49">22305 5922 11055 0,'-76'14'480'0,"46"-9"112"0,12 2-464 0,8-5-128 0,3 0 0 0,-1-1 0 16,-10 6 3168-16,-11 2 608 0,-12 3 128 0,0 0 32 0,8 0-224 0,8-4-32 16,6 1-16-16,10-3 0 15,9-6-2272-15,0 0-464 0,28 10-96 0,-2-10 0 16,8-2-448-16,6-3-96 0,3 2-16 0,8-3 0 16,10 0-64-16,5 0-16 15,3-2 0-15,2-1 0 0,3 0-192 0,3 1 0 16,1 4 128-16,-1-4-128 0,-1-1 0 0,-6 2 0 15,-4 0 0-15,-2 1 0 0,-1 2 0 0,-5-1-208 16,-5 1 64-16,-5-1-18880 0</inkml:trace>
  <inkml:trace contextRef="#ctx0" brushRef="#br0" timeOffset="45827.9">6190 7392 5519 0,'0'0'496'0,"0"0"-496"0,0 0 0 0,0 0 0 0,0 1 1248 0,0 0 160 0,-1-1 16 0,-1 2 16 15,0-2 464-15,0 1 80 16,-1 1 32-16,1-2 0 15,1 0-160-15,0-2-48 0,0 1 0 0,1-1 0 0,0 0 16 0,1 0 0 16,1-3 0-16,0 0 0 0,1 1-816 0,1-2-176 0,0 0-16 0,2 0-16 16,0 0-544-16,-1-2-96 0,2 2-32 0,-2 0 0 15,0 2-128-15,-1 0 0 0,1 3 0 0,-1 1 128 32,-1-2-128-32,-3 4 0 0,2 1 0 0,-2 3 0 0,-1 0 0 0,-1 1 0 15,-1 2 0-15,-2-2 0 0,1 2 0 0,-2-1 0 16,0-1 0-16,0 1 0 0,-1-2-128 0,0 1 128 15,1-2 0-15,-1 2 0 0,2-5 0 0,-1 0 0 16,0-2 160-16,2-2-160 0,0 1 448 0,0-4 0 16,2-1-16-16,0-1 0 0,1 0 16 0,1-3 0 15,1 1 0-15,0 1 0 0,0-1-192 0,2 1-16 16,-1 0-16-16,1 1 0 0,0 2-224 0,0 1 0 16,0-1 0-16,0 3 0 0,0 2 0 0,-2 1 0 0,1 2 0 0,-1 2-11440 31,-1 0-2256-31</inkml:trace>
  <inkml:trace contextRef="#ctx0" brushRef="#br0" timeOffset="46666.53">6667 7148 14735 0,'3'-3'1312'0,"-1"-2"-1056"0,-1 2-256 0,-1 3 0 16,0 0 1568-16,-1-1 256 0,1-1 48 0,1-1 16 16,-1 0 96-16,-1 0 0 0,-1 2 16 0,0 3 0 0,-1 3-704 0,1 1-144 15,-2 5-16-15,0-1-16 16,0 6-400-16,0 0-80 0,-1 6 0 0,0 4-16 0,-2 2-400 0,-1 3-80 16,-1 0-16-16,1-1 0 0,1-3-128 0,-2 1 0 15,3-6 0-15,0-1 0 0,2-5 0 0,2-4 0 16,1-1 0-16,2-3 0 15,0-1 0-15,1-2 0 0,1-2 0 0,0-3 0 0,2-2 0 16,-1-1 0-16,4-4 0 0,0-3 0 0,2 0 256 16,2-4-48-16,1-1 0 0,0-3 0 0,2-1-64 0,1 0-16 0,0-2 0 15,-1-3 0-15,1 3-128 0,-1-2 0 0,-1 1 0 0,0-2 0 16,-1 3 0-16,-1 2 0 0,1 0-144 0,-2 2 144 16,1 1 0-16,-3 4 0 0,-1 0 0 0,-3 5 0 15,0 1 0-15,-2 2 0 0,-1 2 0 0,-2 2 0 16,-1 3 160-16,-1 3-160 0,-1 2 160 0,-2 4-160 15,1 2 256-15,-2 1-32 16,1 3-16-16,-1 2 0 0,2 0-32 0,2-1-16 0,0 3 0 0,2-22 0 16,0 33-160-16,0-33 0 0,0 0 0 0,7 35 0 15,-7-35 0-15,0 0 0 0,0 0 0 0,0 0 0 16,33 2 240-16,-25-8-48 16,-1-1 0-16,1-1 0 15,0-1 80-15,0-2 16 0,0-2 0 0,0 1 0 0,0 0-288 16,-2 0 128-16,2-2-128 0,-2 2 0 15,1 0 128-15,-2-2-128 0,1 0 0 0,-2 1 0 16,1 2 128-16,0-1-128 16,-3-1 0-16,3 5 0 0,-1-3 0 0,-2 2 0 0,1 1 0 0,1-1 0 0,-1 1-368 0,0 4-16 0,0 1-16 0,0 3-17136 15</inkml:trace>
  <inkml:trace contextRef="#ctx0" brushRef="#br0" timeOffset="46841.71">7086 7178 14735 0,'-1'3'640'0,"1"0"160"0,2 1-640 0,-1-4-160 0,0 0 0 0,0 0 0 32,1-2 2432-32,1 2 448 0,1-2 80 0,2 1 32 0,1-4-528 0,1 2-96 0,-1-1-32 0,1-1 0 15,-1 2-1616-15,0 0-320 16,-1-2-64-16,0 2-16 0,0 1-560 0,0 2-112 0,-2 0-32 0,-1 0 0 16,-1 2-1168-16,-1 1-240 0,-1 0-64 0,-2 1 0 31,-1 1-1248-31,-1 2-256 0</inkml:trace>
  <inkml:trace contextRef="#ctx0" brushRef="#br0" timeOffset="47021.34">7077 7278 7359 0,'1'0'320'0,"-1"0"80"0,0 0-400 0,0 0 0 16,1 2 0-16,-1-2 0 0,0 1 2128 0,0 3 352 16,0 1 64-16,-1 0 16 0,0 4 688 0,-1 1 144 15,-1 2 16-15,0-1 16 0,-1-1-1184 0,-2 2-256 16,1 2-32-16,-1-3-16 0,0 2-848 0,0-2-192 15,0 1-16-15,0 0-16 0,2-2-496 0,0-1-112 0,0 0 0 0,2-1-16 16,1-4-240-16,2 1 0 0,0-2 0 16,2-3 0-1,1 0-960-15,1-3-176 0</inkml:trace>
  <inkml:trace contextRef="#ctx0" brushRef="#br0" timeOffset="47220.87">7231 7299 13823 0,'0'3'608'0,"0"-3"128"16,1 2-592-16,-1 0-144 0,1-2 0 0,-1 1 0 0,1 1 2400 16,0 1 448-16,-1-3 96 0,0 0 0 0,0 0-16 0,0 0-16 15,0 0 0-15,42 9 0 0,-30-12-1760 0,1-1-368 16,-1-1-64-16,0 0-16 0,0 0-528 0,0 0-176 16,0 1 0-16,0-3 0 0,-1 4 0 0,-1-1-192 15,0-1 0-15,-1 0 0 16,-1 3-1232-16,0-3-240 0,-1 0-64 0,-2 1-12944 0</inkml:trace>
  <inkml:trace contextRef="#ctx0" brushRef="#br0" timeOffset="47426.44">7439 6991 16575 0,'-3'0'736'0,"0"0"160"0,1 0-720 0,1 1-176 0,-1 1 0 0,1 1 0 15,-1 0 2368-15,-2 5 432 0,-1 4 80 0,-4 4 32 16,0 6-208-16,-1 2-32 0,-1 6-16 0,0 3 0 15,-2 1-1488-15,2 4-288 0,0 4-64 0,0-1-16 16,2-1-384-16,0-5-80 0,2-1-16 0,0-3 0 16,2-2-192-16,1-6-128 0,4-23 128 0,-1 40-128 15,1-40 0-15,0 0-256 0,0 0 32 0,0 0-11776 16,0 0-2352-16</inkml:trace>
  <inkml:trace contextRef="#ctx0" brushRef="#br0" timeOffset="47789.99">7611 6971 25791 0,'2'1'1152'0,"-1"-1"224"0,1 2-1104 0,-2 1-272 15,0 2 0-15,-1-3 0 0,1 3 2080 0,-2 2 352 16,2-7 80-16,-5 28 16 0,5-28-736 0,-6 37-128 16,2-19-48-16,4-18 0 0,-6 36-1040 0,6-36-192 15,-7 38-64-15,3-17 0 0,-1 3-160 0,-1-1-32 16,1 3-128-16,-2 0 192 0,1 4-192 0,-1-3 0 15,1 1 0-15,-1-4 0 0,-1-1 0 0,2-2 0 0,0-1 0 0,1-5 0 16,5-15 0-16,-4 25 0 16,4-25 0-16,0 0 0 0,0 0 0 0,0 0 0 0,0 0 0 0,0 0 0 15,26 0 0-15,-18-9 0 0,2-2 0 0,2-4 0 16,4-2 0-16,0-3 0 0,1 0 0 0,-1 2 0 16,1 0 0-16,-2 4 0 15,0 0 0-15,-2 5 0 0,-2 4 0 0,0 1 0 0,-2 3 0 0,-9 1 0 16,0 0 0-16,0 0 0 0,0 0 0 0,28 36 0 0,-28-36 0 0,0 0 128 15,3 40-128-15,-3-40 0 16,-5 29 0-16,2-15 0 0,1 0 0 0,-1 0 0 0,1-2 0 0,0-2 0 16,2-3 0-16,0-7-12512 15,0 0-2544-15</inkml:trace>
  <inkml:trace contextRef="#ctx0" brushRef="#br0" timeOffset="50125.81">8516 7086 17503 0,'2'-9'1552'0,"1"4"-1232"15,0 2-320-15,-2 1 0 0,-1 2 1056 0,1-3 160 16,2-3 16-16,0-2 16 0,2-1 672 0,-2 2 128 16,-2 0 16-16,-1 4 16 0,0 4-752 0,-3 4-160 15,-1 3-16-15,-1 4-16 0,0 5-528 0,0 2-96 16,1-2-32-16,-3 6 0 0,2 4-256 0,-2 3-48 15,0 3-16-15,-1 1 0 0,0 1 16 0,0-2 0 16,1 1 0-16,0-6 0 0,0-2-176 0,2-2 160 16,0-3-160-16,1-4 160 0,1-1-160 0,2-4 0 15,0 0 0-15,2-5 0 0,0 0 0 0,1-2 0 0,2-3-144 0,1-2 144 16,0 0 0-16,3-2 0 0,1-3 0 16,2-2 0-16,2 0 0 0,2-5 0 0,1 0 176 0,0 0-176 15,0 0 224-15,0-2-64 0,-1 2-16 0,-1 1 0 16,1 1-144-16,-3 1-192 0,0 1 32 0,-1 0 16 31,0 3-1136-31,-3 2-208 0,-2-2-48 0,-2 3-8480 0,-1 0-1696 0</inkml:trace>
  <inkml:trace contextRef="#ctx0" brushRef="#br0" timeOffset="50317.02">8313 7388 13823 0,'-3'2'1216'0,"1"-2"-960"16,2 0-256-16,1 0 0 0,0-2 2544 0,0 2 464 15,1 0 80-15,1-1 32 0,3-1-64 0,2 0-16 16,4-1 0-16,2-1 0 0,1-1-1568 0,2-2-320 16,3-1-64-16,0-1-16 15,3-3-688-15,-1 0-128 0,1 1-16 0,-1-1-16 16,-1 2-224-16,-2-2 0 0,1 2 0 0,-2-1 0 16,1 1-1408-16,0-2-208 0,1 1-48 0,-1-1-9344 15,0 0-1872-15</inkml:trace>
  <inkml:trace contextRef="#ctx0" brushRef="#br0" timeOffset="50697.11">8816 6946 12895 0,'-1'-10'576'0,"0"4"112"0,0-2-560 0,-1 6-128 15,1 2 0-15,1-2 0 0,0 2 2320 0,-2-2 432 0,-1 1 96 0,-2-1 16 16,1 2-128-16,-1 5-32 0,-1 0 0 0,2 6 0 16,0 3-928-16,-1 4-192 0,2 2-48 0,0 2 0 15,0 0-832-15,-1 3-160 0,1 1-32 0,0-5-16 16,0-3-368-16,0 5-128 0,2 3 0 0,-3 3 0 0,1 0 128 0,0 0-128 15,1 3 0 1,1-4 144-16,1-28-144 0,4 42 0 0,-4-42 0 0,0 0 0 0,0 0 0 0,0 0 0 16,22 38 0-16,-16-38 0 0,0-4 0 0,1-1 0 15,0-2 0-15,2-5 128 0,-1 0-128 0,1-2 160 16,1 0-160-16,-2-3 160 0,0 3-160 0,-1-2 0 16,0 3 0-16,0-1 0 0,-2 2 0 0,0 1 0 15,0 4 0-15,-2 2 0 0,1 2 0 0,-2 1 0 16,-1 4 0-16,0 3 0 15,-1 0 0-15,0 4 0 0,-2 1 0 0,2-10 0 0,-3 29 0 0,1-11 0 0,2-18 0 0,-2 40 0 16,2-40 0-16,-1 38 0 16,1-38 0-16,0 0 0 0,7 41 0 0,-7-41 0 0,0 0 0 0,0 0 0 15,0 0 0-15,0 0 0 0,39 29 0 0,-31-30 0 32,1-6-640-32,1 1-128 0,-1-2 0 0,1-2-16640 0</inkml:trace>
  <inkml:trace contextRef="#ctx0" brushRef="#br0" timeOffset="51059.31">9001 7257 13823 0,'-1'2'1216'0,"1"-2"-960"0,0 0-256 0,1 0 0 0,-1 1 2416 0,0-1 432 16,1 2 96-16,1 0 0 0,-2-2 112 0,0 0 16 16,0 0 0-16,0 0 0 0,0 0-1984 0,39 14-384 31,-39-14-64-31,0 0-32 0,35-2-432 0,-23 0-176 0,1-1 128 0,0 0-128 0,-1-1 0 0,0-1 128 15,-2 0-128-15,0 1 0 0,0-1 128 0,-2-1-128 32,-1 2 0-32,-1-3 128 0,-2 3-128 0,0-3 0 0,-1 2 0 0,-2-2 0 15,-1 2 0-15,-2-3 0 0,-3 2 0 0,0-1 0 0,-3 2 0 0,-1-3 0 0,-2 4 0 0,-2 0 0 16,-1 3 0-16,-3 4 0 0,1 1 0 0,-2 4 0 16,3 1-144-16,1 3 144 0,2 2 0 0,3 1 0 15,1 3 0-15,0 4 144 0,2 1 16 0,1-1 0 16,1 1 224-16,4-23 32 0,0 38 16 0,0-38 0 15,0 0-128-15,0 0-32 16,26 38 0-16,-26-38 0 0,0 0-272 0,39 7 0 0,-23-9 128 0,0-1-128 31,0-1 0-31,1-4 0 0,0 2 0 0,-1-4 0 0,-1 1-448 16,0 0-160-16,0 1-32 0,-1-4-17024 0</inkml:trace>
  <inkml:trace contextRef="#ctx0" brushRef="#br0" timeOffset="51267.57">9324 7136 20271 0,'0'0'1792'0,"0"1"-1424"16,1 0-368-16,-1-1 0 15,0 2 2048-15,1-1 320 16,0 3 80-16,1-1 16 0,1-1-80 0,0 1-16 16,2 1 0-16,1-1 0 0,-6-3-1536 0,0 0-304 15,0 0-64-15,30 2-16 0,-21-2-448 0,0 0 0 16,0-2 0-16,0 2 0 15,0 0-672-15,-2 0-128 0,0 0-32 0,-2 2-15744 0</inkml:trace>
  <inkml:trace contextRef="#ctx0" brushRef="#br0" timeOffset="51397.17">9392 7264 14911 0,'0'-2'320'0,"0"2"80"0,1-3 16 0,-1 3 0 0,1 0-416 0,-1 0 0 0,0 0 0 0,0 0 0 16,0 0 3056-16,0 3 528 0,-1-1 96 0,0 2 32 15,0 4-1280-15,-1-1-256 0,0 2-64 0,-1 3 0 0,3-12-1536 16,-3 25-320-16,0-12-64 0,3-13-16 16,0 0-752-16,-1 33-128 0,1-33-48 0,0 0-14736 15</inkml:trace>
  <inkml:trace contextRef="#ctx0" brushRef="#br0" timeOffset="51757.54">9555 7207 16351 0,'-3'2'352'0,"2"-2"80"0,0 1 16 0,1-1 16 0,0 0-464 0,0 0 0 0,1 0 0 0,-1-1 0 16,2 1 3280-16,1 0 560 0,1-2 128 0,1-1 0 15,1 0-2320-15,1 0-480 0,0-2-80 0,0 2-32 16,2-1-432-16,-2 1-96 0,1-1-16 0,1 1 0 16,0 3-64-16,-1 0-32 0,-8 0 0 0,0 0 0 15,0 0-272-15,0 0-144 0,39 33 160 0,-39-33-160 16,0 0 0-16,10 41 0 15,-10-41 0-15,1 33 0 0,-1-33 0 0,-1 37 0 0,1-37-144 0,-7 34 144 16,4-22-144-16,0-3 144 0,0-2-128 0,0-1 128 0,2-2 0 0,0-2 0 16,1 0 0-16,0-4 0 0,2 0 128 0,0-3 64 15,1-2 16-15,0 0 0 0,1-5 384 16,1 0 80-16,1-5 16 0,2 1 0 0,-2-3-288 0,2 0-48 16,2-3-16-16,-1-1 0 0,0 4-144 15,1-3-48-15,3 1 0 0,0-2 0 0,1 1-144 0,0 3 0 16,1 2 0-16,-1 6 0 15,0 2-720-15,-1 3-32 0</inkml:trace>
  <inkml:trace contextRef="#ctx0" brushRef="#br0" timeOffset="52492.72">10423 7209 20271 0,'2'-9'1792'0,"0"1"-1424"15,0 2-368-15,0 3 0 0,-1 1 1344 0,0-3 192 16,2-2 32-16,1-4 16 0,1-2 592 0,1-1 112 0,0 7 16 0,-3 2 16 31,-1 5-928-31,-1 6-192 0,-1 3-48 0,0-9 0 16,-3 30-576-16,0-8-112 0,-3 2-16 0,0 2-16 15,-2 2-272-15,1-2-160 0,-2 0 192 0,2-5-192 0,0-2 144 0,1-2-144 0,1-5 0 0,2-3 144 32,1-2-144-32,2-3 0 0,0-3 0 0,1-2 128 15,1-2-128-15,0-3 0 0,3 0 0 0,0-4 0 16,0 0 0-16,3-4 0 0,1-1 0 0,-1-3 128 16,1-1-128-16,0 0 0 0,-1 0 0 0,0 0 0 15,1 0 0-15,-1 0 0 0,1-4 0 0,1 3 0 0,-3 4 0 0,1-1 0 16,1 3 0-16,-1 0 0 0,1 5 0 0,-1 2 0 15,-1 4 0-15,0 3 0 0,-7 0 0 0,0 0 0 16,0 0 128-16,21 38-128 0,-21-38 0 0,5 36 0 16,-5-36 0-16,-1 47 128 0,-2-19-128 0,-1 2 0 15,0 2 0-15,-2-5 128 0,2-6-128 0,0 0 0 16,1-7 0-16,0-1 0 0,2-5 0 0,0-3 0 16,2-3 0-16,0-1 0 0,1-2 0 0,0-3 0 15,1-3 0-15,0 0 0 0,2-5 0 0,2-2 0 16,0-3 0-16,1-2 0 0,2-3 0 0,-1 1 0 0,1 1 0 15,-1 0 0-15,1 1 0 0,-1-3 0 0,2-1 0 0,0-1 0 16,1-1 0-16,0 3 0 0,0 2 0 0,-1 4 0 16,0 4 0-16,-2 3 0 0,-1 4 0 0,-1 3 0 15,-3 2 0-15,-4 0 0 0,0 0 0 0,0 0 0 16,12 38 0-16,-12-38 0 0,0 30 0 0,0-30 0 16,-3 43 0-16,-2-17 0 0,-1 3 0 0,0-1 128 15,-1 0-128-15,-2-2 0 0,3-2 0 0,0-5 0 16,3-4 0-16,0-5 0 0,1-1 0 0,2-2 0 15,0-3 0-15,2-3 0 0,1-1 0 0,0-3-18336 16</inkml:trace>
  <inkml:trace contextRef="#ctx0" brushRef="#br0" timeOffset="52835.94">10859 7254 18431 0,'1'0'1632'0,"0"0"-1312"15,1 0-320-15,-1-1 0 0,0 1 2224 0,0-1 368 0,1 1 80 0,4-2 16 16,2-1-16-16,2-2 0 0,1 3 0 0,0-2 0 16,0-1-1760-16,0 2-336 15,1-1-80-15,0-1-16 0,1 0-352 0,-1 1-128 0,-1-2 0 0,0 2 144 16,0-4-144-16,-2 2 0 0,-1-2 0 0,-1 1 0 16,-2 0 0-16,0 0 0 0,-2-2 0 0,-1-1 0 15,-2 1 0-15,-2 2 0 0,-1-3 0 0,-2 5 0 16,-1 0 0-16,-3 1 0 0,-2 4 0 0,-3 2 0 15,-1 5 0-15,-3 1 0 0,2 1 0 16,0 3 0-16,-1 2 0 0,1 2 0 0,3 4 0 0,1-1 0 0,2 3 0 0,1 1 0 16,2 0 144-16,3-2-144 0,4-21 240 15,-2 38-32-15,2-38 0 0,0 0 0 0,0 0-32 0,24 39-16 16,-24-39 0-16,0 0 0 0,39 9-160 0,-23-11 0 16,2-3 0-16,1 0 0 0,2-5-208 0,0 1-32 15,0-3 0-15,-2 1-17776 16</inkml:trace>
  <inkml:trace contextRef="#ctx0" brushRef="#br0" timeOffset="53215.09">11150 7174 15663 0,'-1'-5'688'0,"1"2"144"0,1 1-656 0,-1 0-176 0,1 0 0 0,0 2 0 15,0-2 2128-15,0-1 400 0,2 0 80 0,0 1 16 16,2-2 176-16,0 1 32 15,1 0 16-15,0 1 0 0,0 0-2464 0,1 2-384 16,0-2-272-16,0 2 32 0,1-1 368 0,-1 0 64 0,2 0 0 0,0 1 16 16,-1 0-80-16,1-2-128 0,-1 2 176 0,-8 0-176 15,0 0 272-15,0 0-48 0,0 0-16 0,0 0 0 16,34 19 0-16,-34-19 0 0,0 0 0 0,0 0 0 16,3 40-208-16,-6-28 176 0,-2 2-176 0,-2 0 160 15,0 1-160-15,-1 1 192 0,-2-2-192 0,2-2 192 0,0-3 112 0,0-1 16 16,4-3 16-1,0-1 0-15,2-3 176 0,0-2 48 0,2 1 0 0,1-5 0 0,0 1-272 0,2-4-48 16,1-1-16-16,1-2 0 0,2 1-64 0,0-4-16 16,2-1 0-16,1-1 0 15,1 1-144-15,0 0 0 0,2-2 0 0,2 0 0 16,-1-2 0-16,2 2 0 0,1 1 0 0,-2 3 0 31,-2 4-400-31,-2 1-16 0,-1 2 0 0,-2 3 0 0,-1 3-1744 0,-1 0-336 0</inkml:trace>
  <inkml:trace contextRef="#ctx0" brushRef="#br0" timeOffset="54404.29">11535 7093 15663 0,'0'-5'688'0,"0"3"144"0,1 0-656 0,1-3-176 15,-1 2 0-15,-1 3 0 0,1-2 1792 0,1-2 336 16,0 1 64-16,1-3 16 0,1-2-320 0,0 2-64 16,-1 2-16-16,0-1 0 0,-1 5-144 0,0 0-48 15,-1 1 0-15,-1 4 0 0,0 1-464 0,-2 4-112 16,2-10-16-16,-5 22 0 0,5-22-608 0,-8 32-128 15,1-10-32-15,0-1 0 0,0 3-256 0,-2 0 160 16,1 1-160-16,1-1 128 0,1-2-128 0,6-22 0 16,-8 31 144-16,8-31-144 0,0 0 0 0,0 0 0 0,0 0 0 0,0 0 128 15,0 0-128-15,0 0 0 0,0 0 128 0,18-7-128 16,-13-3 128-16,0-4-128 0,0 2 160 0,1-2-160 16,-2-1 0-16,2 1 0 0,-1 0 0 0,1-1 0 15,-2 1 0-15,1 0 0 0,0 0 0 0,-2 0 0 16,1 2 0-16,0 0 0 0,-2 3 0 0,0 4 0 15,-1-2 0-15,-1 4 0 0,0 1 0 0,0 2 0 0,1 0 0 16,-2 2 0-16,1 1 0 0,-1 2 0 0,-1 1 0 0,0-1 0 16,-1 2 0-16,0-2 0 0,2 0 0 0,-1-1 0 15,0 0 0-15,0 1 0 0,0-2 0 0,1 2 0 16,0-2 0-16,0-3 0 0,1 2 0 0,0-2 0 16,0 0 0-16,1 0 0 0,-1 0 0 0,0 0 0 15,1 2 0-15,-1-2 0 0,1 0 0 0,-1 0 0 16,0 0 0-16,1 0 0 0,-1-2 0 0,1 2 0 15,0 0 0-15,-1 0 0 0,1 0 0 16,0-2 0-16,0 2 0 0,0-3 0 0,0 1 0 0,0-1 0 0,0 1 0 0,0 1 0 16,0 0 0-16,0-2 0 0,0 1 0 0,-1-1 0 15,1 3 0-15,-1-2 0 0,1 1 0 0,-1 0 0 16,0 1 0-16,-1 0 0 16,1 0 0-16,0 0 0 0,0 0 0 0,0 0 0 0,0 0 0 0,-1 0 0 15,1 1 0-15,0 0 0 0,0-1 0 0,0 0 0 16,-1 2 0-16,1-2 0 0,0 0 0 0,1 0 0 15,-1 0 0-15,0 0 0 0,0 0 0 0,0 0 0 16,1 0 0-16,0-2 0 0,0 2 0 0,-1-1 0 16,1 0 0-16,0-1 0 0,0-1 0 0,0 1 0 15,1-3 0-15,0 1 0 0,1-1 0 0,0 0 0 16,-1-2 0-16,2 2 0 0,-1 0 0 0,-1-2 0 16,1 5 0-16,-2-3 0 0,0 2 0 0,0 3 0 0,-1-2 0 0,1 2 0 15,-1 0 0-15,0 0 0 0,0 2 0 0,-1-2 0 16,1 0 0-16,0 1 0 0,1-1 0 0,-1-1 0 15,2 1 0-15,0-2 0 0,0 1 0 0,1-2 0 16,1 0 0-16,0-2 0 0,1 2 0 16,1-3 0-16,0 0 0 0,-1 0 0 15,1-1 0-15,0 2 0 0,0 0 0 0,-1 1 0 0,0-1 0 16,0 0 128-16,0 3-128 0,-1 0 0 0,0 2 0 0,-2 0 0 16,2 0 0-16,0 2 0 0,-1 0 192 0,-1 0-48 0,-2-2-16 0,0 0 0 15,0 0-128-15,0 0 160 0,0 0-160 16,15 38 160-16,-15-38-160 0,0 0 0 15,0 0 0-15,0 34 128 0,0-34-128 0,0 0 0 16,-4 22 0-16,3-16 0 0,-1 1 0 0,0-2 0 16,1 0 0-16,-1-2 0 0,0 1 0 0,1-2 0 0,-1 0 128 0,0-1-128 15,1 1 0-15,0-1 0 0,-1 0 0 0,1 2 0 16,-1-3 0-16,1 1 0 0,-1 0 128 16,1 1-128-16,-1-1 0 0,1 3 0 0,-1-1 0 0,0-3 0 15,1 4 0-15,-2 1 0 0,2 0 0 16,-2 0 0-16,3-5 0 0,0 0 0 0,-9 25 0 0,6-17 0 0,-1 1 0 0,1-2 0 15,0 1 0-15,2-2 0 0,0-1 0 0,-1-2 0 16,1 1 0-16,-1-1 0 0,1-1 0 0,1-2 0 16,0 0 0-16,-1 0 0 15,1 0 0-15,0 0 0 0,0 0 0 0,-1-2 0 0,1 2 0 0,0-3 0 32,0 1 0-32,0 1 0 0,0 0 0 0,0-2 0 0,0 3 0 0,0-2 0 0,-1 2 0 0,1-2 0 15,0 2 0-15,0 0 0 0,0 0 0 0,0 0 0 16,0 0 0-16,0 0 0 15,0 0 0-15,1 0 0 0,-1-1 0 0,1 1 0 0,0-2 0 0,0 0 0 0,1 0 0 16,-1-1 0-16,0 1 0 0,0-1 0 0,1 1-128 0,-2-2-18800 31</inkml:trace>
  <inkml:trace contextRef="#ctx0" brushRef="#br0" timeOffset="55966.41">11222 7252 1839 0,'2'-5'0'0,"-2"0"160"0,1 3-160 0,-1 0 0 16,0-1 0-16,0 1 0 0,1-1 192 0,0 0 16 16,0-3 0-16,1-3 0 0,1-2-80 0,0 0-128 0,-1 2 176 0,1 2-176 15,1-1 0-15,0 0 0 0,-1 2 0 0,1 0 0 16,1-2 976-16,-2 2 112 0,2 0 0 0,0 2 64 15,0-3 640-15,3 2 128 0,-1-2 16 0,0 2 48 16,2-2 160-16,-2 2 32 0,0 0 0 0,-1 0 32 16,2 1-928-16,-2-1-176 0,2 0-32 0,-4 1 16 15,1 1 64-15,-1-1 16 0,-3 1 0 0,0 1 48 16,-2 2-48-16,0-2 0 0,0 4 0 0,-3 0 0 16,-1 1-208-16,0 4-64 0,-3-1 0 0,1 3 48 15,-1 2-304-15,-1 1-48 0,-2 3-16 0,1 2 48 16,1-5-368-16,0 5-64 0,0 0 0 0,-2 1 16 0,1 2-208 0,-1-1 144 15,2 0-144-15,1-3 176 0,0-2-176 0,2 0 160 16,0-4-160-16,2 0 192 0,-1-1-192 0,1-3 128 16,1 0-128-16,0-1 128 0,1-3-128 0,0 0 128 15,2-2-128-15,0-2 128 0,0 2-128 0,0-2 0 16,1-3 144-16,0 2-144 0,1-1 0 0,-1-3 144 16,1 2-144-16,-1-2 0 0,0 1 0 0,1-2 0 15,1 1 0-15,-1-1 0 0,1 2 0 0,-1 0 0 16,0 2 0-16,1-3 0 0,0 3 0 0,0-1 0 0,0 0 0 0,0 0 0 15,1 0 0-15,0 0 0 0,0-1 0 0,1 0 0 16,0-1 0-16,1 0 0 16,0 0 0-16,1-2 0 0,0-1 0 0,1 1 0 0,-1-1 0 0,0 1 0 15,0-1 0-15,0 0 0 0,-1 1 0 16,-1 0 0-16,0 1 0 0,0 2 0 0,-1 0 0 0,-2 2 0 16,2-1 0-16,-1 0 0 0,0 2 0 0,-1 0 0 15,0 1 128-15,0 1-128 0,0 1 0 0,0-3 0 16,0 3 0-16,0-2 0 0,-1 2 128 0,2 0-128 15,0 0 0-15,0 0 128 0,1 0-128 0,-2-1 0 16,2 1 128-16,-2-1-128 0,1 1 0 0,-1-2 0 16,1-1 0-16,0 1 0 0,1 0 0 0,-1-1 0 0,0 2 0 0,0-2 0 15,0 0 0-15,0 0 0 0,-2 0 128 0,1 2-128 16,0-1 0-16,-1 2 0 0,0 0 128 0,0-2-128 16,1 2 144-16,-1 2-144 0,0-2 160 0,0 2-160 15,0-1 160-15,0 0-160 0,1 1 144 0,0-1-144 16,0 3 128-16,-1-1-128 0,2-2 0 0,-2 0 0 15,1 1 128-15,0-2-128 0,0 3 0 0,0-3 0 16,0 0 0-16,-1 0 0 0,0 0 0 0,0 0 0 16,-1 0 0-16,0 0 0 0,2 0 0 0,-2-2 0 0,1 4 0 0,-2-2 0 15,1 0 0-15,0-2 0 0,-1 4 0 0,1-2 0 16,-1 2 0-16,0 1 0 16,-1 1 128-16,-1 1-128 0,1 1 0 0,-1 0 0 0,1 3 0 0,-1-3 0 15,0 0 0-15,1-1 0 0,-1 2 0 0,0 3 0 16,-1-1 0-16,0 1 0 0,1-1 128 0,1-1-128 15,0-2 0-15,0 1 0 0,0-2 0 0,0 0 0 16,1 0 0-16,-1-2 0 0,1 0 0 0,-1 0 0 16,1 2 0-16,-1-3 0 0,0 1 0 0,-1 1 0 15,1-1 0-15,1-1 0 0,-2 3 0 0,0 0 0 0,1 1 0 16,-2 0 0-16,2 3 0 0,-2-1 0 16,1 1 0-16,0 0 0 0,3-9 0 0,-5 21 0 0,5-21 0 0,-5 22 0 15,5-22 0-15,0 0 0 0,-4 23 0 0,3-16 0 16,0-2 0-16,0-2 0 0,0 0 0 0,0 0 0 15,1-2 0-15,-1 1 0 0,0-2 0 0,1 0 0 16,-1 0 0-16,0 0 0 16,0 0 0-16,1 0 0 0,-1-2 0 0,1 1 0 0,0-1 0 0,0-2 0 15,1 1 128-15,0-4-128 0,1 2 0 0,1-2 0 16,-1 3 0-16,0-3 0 0,0 2 0 0,1-2 0 16,0 2 128-16,-1 0-128 0,0 0 0 0,-1 1 0 0,2-1 0 15,-1 2 0-15,0-1 0 0,0 1 0 0,1-1 0 16,-2 0 0-16,3 1 0 15,-1-3 0-15,2 2 0 0,-1-3 0 0,0 0 0 0,1-1 0 0,0 2 0 0,0-4 0 16,0 1 0-16,1 2 0 0,-1-1 0 0,0-1 0 16,2 2 0-16,-1-3 0 0,0 1 0 0,-1 2 0 15,1-1 0-15,-1 0 0 0,1 2 0 0,-1 0 0 16,0 1 0-16,-1 1 0 0,0 0 0 0,0 0 0 16,0 1 0-16,1 1 0 0,-2 0 0 0,1-1 0 15,0-1 0-15,-1 1 0 0,2-1 0 0,-1-1 0 16,-1 1 0-16,2-1 0 0,0-1 0 15,0 2 0-15,1-4 0 0,0 2 0 0,-1 0 0 0,0 0 0 0,0-1 0 0,0 2 0 16,-1 0 0-16,0 0 0 16,-1 3 0-16,-1 0 0 0,0 0 0 0,-1 1 0 15,0 1 0-15,0 0 0 0,0 0 0 0,-1 0 0 0,0 0 0 0,0 0 0 16,0 1 128-16,-1-1-128 16,1 1 0-16,0 0 0 15,-1 1 144-15,1-1-144 0,-1 2 144 0,1 0-144 0,-1-1 192 0,0-1-192 16,0 3 144-16,-1-2-144 0,1 0 0 0,-1 2 144 0,1 1-144 0,-2 1 0 15,2 0 144-15,-2 2-144 0,-1-1 0 0,1 3 144 16,0 2-144-16,-2-2 0 16,1 1 944-16,0 3 80 0,-3 3 0 0,1 2 16 15,-2 2-816-15,1 3-224 0,-1 0 0 0,0-1 0 16,1 1 0-16,-1-1 0 0,2-1 0 0,-1-5 0 31,2 2-752-31,5-19-224 0,-9 24-48 0,6-15-16 0,2-2 832 0,1-3 208 0,0-1 0 0,1-3 0 16,-1 0-160-16,3-3 16 0,0 0 0 0,1-3-13024 15,1-1-2592-15</inkml:trace>
  <inkml:trace contextRef="#ctx0" brushRef="#br0" timeOffset="56808.09">11746 6906 5519 0,'1'-5'496'0,"0"2"-496"15,-1 0 0-15,0 2 0 0,0-1 1696 0,0-1 240 16,0-4 48-16,2-2 16 0,0-1 816 0,0-4 144 15,0 2 48-15,0 3 0 0,0-1-272 0,-1 3-48 16,1 0-16-16,0 2 0 0,-1 0-848 0,1 3-160 16,-1-2-48-16,0 3 0 0,0 1-864 0,-1 0-176 15,0 1-48-15,0 3 0 0,-1-1-256 0,-1 4-48 16,0 0-16-16,2-7 0 0,-5 21-64 0,5-21-16 16,-6 28 0-16,6-28 0 0,-8 43-128 0,2-19 192 0,0 7-192 15,-2-3 192-15,1 1-192 0,0-1 160 0,1-5-160 0,-1 1 160 16,0 2-160-16,-1 1 0 0,1 1 0 0,0-4 128 15,7-24-128-15,-10 46 0 0,10-46 0 0,-5 37 0 16,5-37 0-16,0 0 0 16,-2 31 0-16,2-31 0 0,0 0 0 0,0 0 0 0,0 0 0 0,0 0 0 15,0 0 0-15,0 0 0 0,0 0 0 0,16-1 0 16,-14-5 0-16,2-2 0 0,-1-3 0 0,1 1 0 16,-2-2 0-16,2 0 0 0,1-2 0 0,-2 0 0 15,0 2-128-15,1-2 128 0,0 2-160 0,-1-2 160 0,0 4-176 0,1-1 176 16,1-1-192-16,-1 2 192 15,2 0 0-15,-1 3 0 0,1 0 0 0,-1 3 0 0,3 1 0 16,-3 0 0-16,1 1 0 16,0 0 0-16,0 2 0 0,0-2 0 0,1 2 0 0,-1 0 0 0,0 2 0 15,1-2 0-15,-7 0 0 0,0 0 0 0,0 0 0 0,0 0 0 16,0 0 0-16,36 26 0 0,-36-26 0 0,0 0 0 16,0 0 0-16,0 0 0 0,0 0 0 15,5 41 0-15,-5-41 0 16,-6 18 0-16,0-8 0 0,0-2 0 0,-2 1 0 0,0-3 0 0,-1 2 0 0,-2-1 0 15,0 2 0-15,0-1 0 0,-2-1 0 0,0 2 0 16,1-4 0-16,0 2 0 0,3-3 0 0,1 1 0 0,1 0 0 0,1-3 0 16,3 1 0-16,0-1 0 15,1-2 0-15,1 0 0 0,2 0-192 0,2-2 64 0,1-1 128 0,1-3-12512 32,2 0-2384-32</inkml:trace>
  <inkml:trace contextRef="#ctx0" brushRef="#br0" timeOffset="57213.04">11906 7162 16575 0,'-2'0'736'0,"1"0"160"0,1 1-720 0,0-1-176 16,0 0 0-16,0 0 0 0,0 0 2256 0,0 0 432 0,1 1 64 0,1-1 32 0,0 0-336 0,2 0-64 31,-1 0-16-31,2 0 0 0,1 0-1120 0,-1 0-224 0,3 0-64 0,0-2 0 0,0 2-448 0,2-2-80 31,0 0-32-31,0-1 0 0,0 0-400 0,1 1 0 16,-1-2 0-16,2-2 0 0,-1 2 0 0,0-4 0 16,-1 2 0-16,-1-2 0 0,0 1 0 0,-3 0 0 0,1 0 0 0,-4-2 0 15,0 1 0-15,-2 0 0 0,-2 2 0 0,-2-1 0 16,-1 2 0-16,-3 1-176 16,0-1 176-16,-1 2-128 0,-1 1 0 0,-1 2 0 0,-2 3 0 0,1 2 0 15,1-1 128-15,-1 3-208 0,-1 2 80 0,0 1 128 16,0 2-144-16,1 0 144 0,1 1 0 0,1 1 0 15,2-2 0-15,1 1 0 0,1 1 192 0,0 0-48 16,5-14 256-16,-3 31 48 0,3-31 16 0,0 0 0 16,0 0-128-16,19 43-16 0,-19-43-16 0,0 0 0 15,36 14-176-15,-36-14-128 0,30 2 192 0,-16-4-192 16,0 0 0-16,0-2 0 0,-1 0 0 0,-1 1 0 16,-1-2-320-16,-1-1-80 0,0 0-16 15,-1 0-11808-15,-1 0-2368 0</inkml:trace>
  <inkml:trace contextRef="#ctx0" brushRef="#br0" timeOffset="57522.94">12189 7124 12895 0,'-3'1'576'0,"2"0"112"0,0-1-560 0,0 0-128 0,1 0 0 0,0 0 0 16,0 2 2496-16,0-2 480 0,0 0 96 16,0 0 0-16,2-2-832 0,2 1-192 0,1 0-16 0,-1-4-16 15,2 1-1504-15,0 1-288 0,3-2-64 0,-1 0-16 16,0 1-144-16,2-1 0 0,-2 1 0 0,-1 1 0 15,0 3 176-15,-1 0-48 0,-6 0-128 0,0 0 192 16,0 0-48-16,0 0-16 0,0 0 0 0,24 38 0 16,-24-38 0-16,0 0 0 0,-3 36 0 0,3-36 0 0,-8 28-128 15,8-28 160-15,-10 26-160 0,10-26 160 0,-12 24-160 0,7-15 160 16,0-2-160-16,2-2 160 0,1-2 464 16,1-3 80-16,1 0 32 0,1-3 0 0,1-2 208 15,1 1 32-15,2-6 16 0,0 0 0 0,3-3-544 0,1-2-96 16,2-1-32-16,-1-1 0 0,0 1-176 0,1-1-144 15,3-4 192-15,0 0-192 0,1 1 0 0,0 1 0 16,0 0 0-16,0 5 0 16,-1 0-528-16,-1 4-112 0,-4 6-32 0,-1-1-17040 0</inkml:trace>
  <inkml:trace contextRef="#ctx0" brushRef="#br0" timeOffset="58140.48">12617 7068 16575 0,'4'-8'1472'0,"0"-1"-1168"16,1 4-304-16,-2-2 0 0,0 4 1536 0,0 1 256 0,0-2 64 0,1-2 0 15,5-3 928-15,4-5 192 16,0 0 32-16,-2 2 16 0,-2 3-1408 0,-4 2-272 0,0 1-64 0,-3 1-16 31,0 3-688-31,-3 1-144 0,0 1-32 0,-3 1 0 16,0 1-192-16,-3 1-32 0,-1 2-16 0,-2-1 0 16,-1 2-160-16,-1 0 0 0,0-1 0 0,-1 2 128 15,1 3-128-15,0-3 0 0,1 0 0 0,0 0 128 16,0 0-128-16,2 0 128 0,0 0-128 0,2 0 128 15,1-2 0-15,2 2-128 0,1 0 192 0,1 1-64 0,2-8-128 0,0 0 160 16,0 0-160-16,0 0 160 0,0 0-160 0,11 42 0 16,-11-42 0-16,0 0 0 0,0 0 0 0,0 0 0 15,32 36 0-15,-32-36 0 0,0 0 0 0,0 0 0 16,0 0 0-16,30 30 0 0,-30-30 0 0,0 0 0 16,0 0 0-16,0 0 0 0,0 0 0 0,0 0 0 15,0 0 0-15,-4 38 0 0,-3-33 0 0,-2 0 0 16,-1-1 0-16,-3 2 0 0,1-2 0 0,-2 1 0 0,-1 0 0 15,1-3 0-15,0 0 0 0,2-2 0 0,2-1 0 0,1 0 0 16,4-3 0-16,1 1-192 0,1-3 32 0,3 0-12160 16,2-1-2432-1</inkml:trace>
  <inkml:trace contextRef="#ctx0" brushRef="#br0" timeOffset="58567.47">12819 6799 11967 0,'4'-12'1072'0,"-1"5"-864"0,0 2-208 0,-1 1 0 0,-1 1 2304 0,0 2 400 16,0 0 96-16,0-1 16 0,1-1 384 0,1-1 64 16,-1 3 32-16,-2 4 0 15,1 2-1408-15,-2 1-288 0,1-6-48 0,0 0-16 0,-4 34-864 0,4-34-176 16,-7 40-48-16,2-14 0 16,0 2-224-16,-2 4-48 0,1-2-16 0,-2 1 0 0,2-5-160 0,-2 1 128 15,-1 3-128-15,0-2 128 0,1-2-128 0,1-4 0 16,1 2 144-16,1-3-144 0,5-21 0 0,-8 33 0 15,8-33 0-15,-5 28 128 0,5-28-128 0,0 0 0 16,0 0 0-16,-5 24 0 0,4-23 0 0,1-1 0 16,1-1 0-16,-1-1 0 0,2-3 0 0,1-2 0 0,0 0 0 0,1-2 0 15,1-1 0-15,1-2 0 0,2-2 0 0,1 1 0 16,0-2 0-16,2-2 0 0,1 1 0 0,1 1 0 16,1 1 0-16,0 2 0 0,-1 2 0 0,0 1 0 15,-1 4 0-15,0 1 0 0,-1 1 0 0,-3 1 0 16,-8 2 0-16,0 0 0 0,0 0 0 0,0 0 0 15,0 0 0-15,22 38 0 0,-22-38 0 0,0 0 0 16,-3 33 0-16,3-33 0 0,-8 28 0 0,1-13 0 16,0-1 0-16,1 0 0 0,-1-2 0 0,2 0 0 15,0-3 0-15,1-1 0 0,2-4 0 0,2-2 0 0,1-1 0 0,1-4 0 16,3-1 0-16,1-4 0 16,2-1-608-16,2-1-96 0</inkml:trace>
  <inkml:trace contextRef="#ctx0" brushRef="#br0" timeOffset="58728.9">13086 6972 1839 0,'0'0'160'0,"0"0"-160"0,0 2 0 0,0-2 0 0,1 1 4016 0,0-1 768 15,0 2 144-15,0 0 48 0,2 1-768 0,1-1-160 16,-4-2-16-16,0 0-16 0,0 0-2240 0,31 10-448 16,-19-10-96-16,-2 0-16 0,1 0-848 0,-1-2-176 0,-2 2-48 0,1-1 0 31,-2 1-592-31,0-2-128 0,-3 2-32 0,-2 2-16160 0</inkml:trace>
  <inkml:trace contextRef="#ctx0" brushRef="#br0" timeOffset="58886.6">13082 7128 15663 0,'0'1'1392'0,"0"-1"-1120"0,0 0-272 0,0 0 0 16,1 2 2112-16,-1-2 384 0,1 1 64 0,0 1 0 15,1 2 192-15,-2-4 48 0,0 0 0 0,0 0 0 0,0 0-1136 0,3 36-240 16,-3-36-32-16,0 0-16 0,0 0-1024 15,0 0-208-15,5 40-144 0,-5-40 192 16,0 0-672-16,0 0-128 0,0 0-32 0,0 0-16640 16</inkml:trace>
  <inkml:trace contextRef="#ctx0" brushRef="#br0" timeOffset="59133.67">13350 6956 21183 0,'0'2'944'0,"0"-2"192"0,0 0-912 0,0 1-224 0,-1 0 0 0,1 1 0 16,-1 1 2048-16,1-3 352 0,0 0 80 0,0 0 16 0,-8 38-128 0,8-38 0 0,-7 33-16 0,7-33 0 15,-7 41-1248-15,7-41-240 0,-8 49-48 0,3-20-16 16,-1 2-416-16,-1 2-96 0,1 7-16 0,-3 0 0 31,0 3-144-31,0-3-128 0,0-2 144 0,1-4-144 0,2-5 0 0,0-1 0 0,-1 2 0 0,2-3 0 31,5-27 0-31,-8 46 0 0,8-46 0 0,-3 39 0 0,3-39-352 0,-3 33-112 0,3-33-32 0,0 0-11856 32,3-5-2384-32</inkml:trace>
  <inkml:trace contextRef="#ctx0" brushRef="#br0" timeOffset="59391.11">13307 7000 7359 0,'2'-6'656'0,"0"3"-528"15,1 1-128-15,-1 0 0 0,0 1 2768 0,0 1 528 16,0-2 96-16,3 2 32 0,3-4 160 0,3-1 16 16,3 2 16-16,0-1 0 0,1-2-1728 0,0 2-352 0,0-1-64 15,0 1 0-15,-2 1-752 0,2-1-144 0,0 1-16 0,-1 0-16 16,-14 3-160-16,27 3-16 16,-27-3-16-16,0 0 0 0,31 26-192 0,-31-26-32 0,0 0-128 0,11 39 192 15,-11-39-48-15,0 0-16 0,-10 39 0 0,1-22 0 16,-2-1 32-16,-2 1 0 0,-3 0 0 0,0-2 0 15,-1 0-32-15,-4 0-128 0,-3 1 192 0,-1-4-64 16,-1-3-128-16,3-3 0 0,2-3 0 0,3-4-19120 16</inkml:trace>
  <inkml:trace contextRef="#ctx0" brushRef="#br0" timeOffset="61176.77">14387 6775 11967 0,'8'-5'1072'15,"-2"2"-864"-15,-2 0-208 0,-3 1 0 16,1 1 1888-16,0-3 336 0,4-1 64 0,3-3 16 0,3-5 624 0,-1 1 128 16,-2-1 16-16,-3 2 16 0,-2 1-1168 0,-4 3-224 15,-1 0-48-15,-2 2-16 0,-2 1-544 0,0-1-96 16,-3 2-32-16,-1 0 0 0,1 2-544 0,-2 1-112 15,-2 1-32-15,0 0 0 0,0 2-112 0,-1 1-32 16,2 1 0-16,0-1 0 0,2 2-128 0,0 0 0 16,1 2 0-16,2-1 128 0,-1 2-128 0,2 3 0 15,5-12 0-15,-3 31 0 0,3-31 0 0,0 40 0 16,0-40 0-16,5 55 0 0,-5-55 0 0,5 71 0 16,-3-28 0-16,-1-3 0 0,-1 0 0 0,0-6 0 0,0-34 0 15,-1 61 0-15,1-61 0 0,-4 58 0 16,4-58 0-16,-5 49 0 0,5-49-128 0,-7 40 128 0,7-40 0 0,-10 28 0 15,3-17 0-15,1-2 0 0,-1-2 0 0,0-2 0 16,0-1 0-16,-1-2 0 0,0-1 0 0,-1-2 0 16,0-1-272-16,-3 0 16 0,-1-3 0 0,-1-1 0 15,0 0-1600 1,-1-1-304-16,2-3-64 0,0 1-16 0,1-3-1920 0,1-2-400 0</inkml:trace>
  <inkml:trace contextRef="#ctx0" brushRef="#br0" timeOffset="61335.22">14099 7134 4607 0,'20'-53'192'0,"-16"44"64"0,-3 7-256 0,-1 2 0 0,1-3 0 0,3-2 0 0,4-4 2656 0,5-3 480 15,2-4 112-15,3 3 16 0,0 1 816 0,-1 3 160 16,0 5 48-16,-1 1 0 0,-1 3-1680 0,-15 0-336 16,30 2-64-16,-30-2-16 0,31 5-1312 0,-31-5-272 15,30 3-48-15,-30-3-16 0,32 2-320 0,-15-2-64 16,0-2-16-16,1-3 0 0,-2 0-144 0,1 0 0 16,0-2 0-16,-1 3 0 15,-1-2-240-15,-1 3-80 0,-1 0 0 0,-2-2-11968 16,1 3-2400-16</inkml:trace>
  <inkml:trace contextRef="#ctx0" brushRef="#br0" timeOffset="62068.14">14645 6915 4607 0,'1'-4'400'0,"0"1"-400"0,-1 1 0 0,0 0 0 31,0 0 2624-31,1-1 448 0,-1-2 96 0,0-4 16 0,1 1-64 0,0-1-16 0,-1 0 0 0,-1 6 0 16,0 1-800-16,0 2-176 0,-2 2-16 0,0 5-16 15,-1 2-752-15,4-9-160 0,-8 29-32 0,8-29 0 16,-7 38-784-16,7-38-176 0,-7 43-16 0,7-43-16 15,-2 40-160-15,2-40 0 0,0 0 0 0,6 40 128 16,-6-40-128-16,0 0 0 0,0 0 0 0,29 28 0 16,-29-28 0-16,23 1 0 0,-11-6 0 0,1 0 0 15,1-4-320-15,0-1 0 16,-1 1 0-16,1-3 0 0,-1-3-384 0,-1 1-64 0,0 0 0 0,-3 0-16 16,-1-4 272-16,-1 1 64 0,-1 2 16 0,-2-1 0 0,-2 2 432 0,0-1 0 15,-2 4 0-15,-1 1 0 0,0 3 192 0,-1 2-16 16,0 5-16-1,-2 2 0-15,2 3 544 0,-2 0 128 0,0 2 0 0,4-7 16 0,-8 24-192 0,8-24-32 16,-9 35-16-16,9-35 0 0,-7 40-336 0,7-40-64 16,-5 36-16-16,5-36 0 0,0 0-48 0,4 40-16 15,-4-40 0-15,0 0 0 0,0 0-128 0,0 0 0 0,24 36 144 0,-24-36-144 32,0 0 0-32,22 0 0 0,-13-5 0 0,-1-2 0 0,2 0-352 0,0-2-32 0,0-1-16 0,0 0 0 31,-2 1-1536-31,1-2-304 0,1-1-64 0,-1 0-16 15,1-2-1200-15,0-1-256 0,-2 1-32 0,1-1-16 16,1-3 1680-16,-2-1 336 0,-1 2 64 0,1 3 16 0,-2 0 1728 0,0 2 208 0,-1 1 112 0,-1 3 32 16,0 3 2112-16,-1 3 416 0,-2 2 96 0,0 2 16 15,-1-2 32-15,0 0 16 0,0 0 0 0,0 0 0 32,-3 41-1248-32,3-41-240 0,-7 33-48 0,7-33-16 0,-8 38-896 0,8-38-176 0,-9 36-32 0,9-36-16 15,-8 32-144-15,8-32-32 0,-7 26 0 0,7-26 0 0,-6 23-192 0,6-23 128 31,0 0-128-31,0 0 0 0,-5 26 0 0,5-23 0 16,0-3 0-16,1-2 0 0,1 0 0 0,1-3 0 0,0-1 0 0,2-2 0 0,-1 1 0 0,1-3 0 31,0-2 0-31,1 0 0 0,-1-2 0 0,2 0 0 16,-1-2 0-16,3-6 0 0,-1 1 0 0,0-2 0 16,0 1 0-16,0 0 0 0,1 4 0 0,-1 1-128 15,1 3 128-15,-1 4 0 0,0 3 0 0,-2 3 0 0,2 3 0 16,-8 1 0-16,0 0 0 0,0 0 0 0,0 0 0 0,23 33 0 15,-23-33 0-15,0 0 0 0,4 50 0 0,-4-50 0 16,-2 43 0-16,2-43 0 0,-6 46 0 16,6-46 0-16,-9 44 0 0,9-44 0 0,-11 40 0 15,11-40 0-15,-8 30 0 0,8-30 0 0,0 0 0 0,-6 27 0 16,6-27 0-16,0 0-160 0,0 0 160 0,0 0-128 16,0 0-1088-16,21 0-192 0</inkml:trace>
  <inkml:trace contextRef="#ctx0" brushRef="#br0" timeOffset="62371.33">15352 6968 14735 0,'0'-3'1312'0,"0"1"-1056"16,1 1-256-16,0-2 0 0,-1 2 1968 0,0-3 336 16,1 1 64-16,0-2 0 0,1-5 192 0,0-4 48 15,0-2 0-15,0-1 0 0,1-2-1648 0,0 3-336 16,0-1-64-16,1 1-16 0,-2 3-224 0,2 2-64 15,-1 4 0-15,-2 0 0 0,1 4 64 0,-3 2 16 0,1 2 0 0,-3 4 0 16,0 2-32-16,-2 3-16 16,5-10 0-16,-12 29 0 0,4-9 64 0,0 1 16 15,-2 2 0-15,2 2 0 0,1 0-192 0,-1-2-48 0,8-23 0 0,-13 40 0 16,13-40 144-16,-10 38 32 0,10-38 0 0,-6 28 0 16,6-28-48-16,0 0-16 0,0 0 0 0,0 0 0 15,0 0-240-15,28 31 0 0,-18-34 0 0,1 0 0 16,2-3 0-16,1-1-128 0,0 0-16 0,1-3 0 15,2 1-1568 1,0-1-304-16,-2-1-64 0,2 1-14112 0</inkml:trace>
  <inkml:trace contextRef="#ctx0" brushRef="#br0" timeOffset="62616.92">15663 6719 10127 0,'11'-15'448'0,"-6"8"96"0,0 0-544 0,-1 3 0 16,-2 1 0-16,-1 3 0 0,1-2 2496 0,1 1 400 15,0-2 80-15,1 2 16 0,0-1 560 0,-2 4 112 16,-1 2 32-16,-1-4 0 0,0 0-1664 0,0 0-336 15,-10 36-64-15,10-36-16 0,-11 31-992 0,11-31-208 16,-16 40-32-16,7-16-16 0,-2 3-160 0,-1 3-16 16,1 1-16-16,-1 0 0 0,1 1-48 0,4-5-128 15,0-1 192-15,7-26-64 0,-5 40 0 0,5-40-128 0,0 0 192 16,7 41-64-16,-7-41-128 16,0 0 0-16,0 0 0 0,0 0 0 0,36 16 0 0,-27-18 0 0,1-5 0 0,0 0 0 15,0-3-288-15,-1 0 64 0,1-2 16 0,0-2 0 31,0 0-528-31,-3 0-96 0,-1-2-32 0,0-1 0 0,0 0-2240 0,-2-1-448 16,0-2-96-16,-1-1-9920 0</inkml:trace>
  <inkml:trace contextRef="#ctx0" brushRef="#br0" timeOffset="62808.26">15721 6825 7327 0,'-39'3'640'0,"30"-1"-512"0,8-2-128 0,2 0 0 16,-4 0 0-16,-4 2 0 0,-6 4 0 0,-6 5 0 16,-6 3 704-16,-1 3 96 0,1-1 32 0,4 1 32 15,5-3 3040-15,6-4 624 0,5-1 112 0,5-9 32 16,0 0-1952-16,0 0-384 0,0 0-80 0,0 0-16 0,35 2-688 0,-20-8-144 31,0 0-16-31,2-3-16 0,2 2-672 0,-1-2-144 16,1 2-32-16,-2-2 0 0,0 3-336 0,0-2-64 0,0-1 0 15,-1 3-128-15,0-2 0 0,-2 2 0 0,-1 0 0 0,-1 0 0 16,-1 0-400-16,-2 2-96 0,1-1-16 0,-3 0-11728 16,0 3-2352-16</inkml:trace>
  <inkml:trace contextRef="#ctx0" brushRef="#br0" timeOffset="62980.74">15865 6808 19295 0,'6'-2'416'0,"-3"2"96"0,1 0 0 0,-1-1 48 0,0 1-560 0,-1-1 0 0,0 1 0 0,4-2 0 31,2-1 3392-31,3-2 560 0,1 1 112 0,0-1 32 0,-1 0-2080 0,0 1-416 0,-1 1-64 0,-1-2-32 16,1 1-1056-16,-1 1-224 0,-1 1-32 0,1-1-16 31,-2 1-176-31,-7 2 0 0,0 0-192 0,0 0 192 0,0 0-1920 0,0 0-256 0,0 0-48 0,0 0-13200 15</inkml:trace>
  <inkml:trace contextRef="#ctx0" brushRef="#br0" timeOffset="63177.52">15938 6928 911 0,'-1'2'0'0,"1"0"0"15,0-1 0-15,0 0 0 0,0-1 3968 0,-1 2 704 16,1-2 128-16,-1 3 48 0,1-3-944 0,0 0-176 15,-10 23-32-15,10-23-16 0,-12 24-1376 0,12-24-288 16,-12 26-48-16,4-12-16 0,8-14-1008 0,-13 30-208 0,13-30-32 0,-9 30-16 16,9-30-464-16,0 0-96 0,-2 33 0 0,2-33-128 15,0 0 0-15,0 0 0 0,0 0 0 0,0 0 0 32,36 19-1072-32,-24-24-160 0</inkml:trace>
  <inkml:trace contextRef="#ctx0" brushRef="#br0" timeOffset="63933.36">16125 6932 5519 0,'1'-2'496'16,"-1"0"-496"-16,0 2 0 0,-1 2 0 0,1-2 3248 0,-1 2 544 16,0 0 112-16,-2 1 32 0,0 2-160 0,-3 4-48 15,-1 0 0-15,-2 3 0 0,1 2-1760 0,0-2-368 16,0 2-64-16,8-14 0 0,-12 27-768 0,12-27-160 16,0 0-32-16,-5 37 0 0,5-37-352 0,0 0-80 15,0 0-16-15,0 0 0 0,21 34-128 0,-21-34 0 16,16 0 0-16,-7-3 0 0,2-1 0 0,-1-1 0 15,0 0 0-15,2-2 0 0,0-2 0 0,1-1 0 16,-1 1 128-16,-1-3-128 0,-1 2 0 0,-1 0 0 16,0-1 0-16,-2-1 0 0,0 0 0 0,-4-2 0 15,1 0 0-15,-3-1 0 0,0 1 0 0,-3 0 0 16,-1 2 0-16,-1 2 0 0,0 4 0 0,-3-2 0 0,0 4 0 0,-3-1 0 16,0 5 0-16,-1 2 0 0,-2 1 0 0,0 2 0 15,2 4 0-15,0-2 0 0,2 2 0 0,0 1 0 16,3 0 0-16,-1-1 0 0,7-9 0 0,0 0 0 15,-7 26 0-15,7-26 128 0,0 0-128 0,0 0 128 16,0 0-128-16,0 0 0 0,0 0 0 0,33 14 0 16,-23-16 0-16,0-3 0 0,0 1 0 15,2-2 0-15,0 0 0 0,1-2 0 0,1 1 0 0,-1-2 0 16,1-1 0-16,-1 3 0 0,-1-2 0 0,0 1 0 16,0 2 0-16,-2 1 0 0,0 0 0 0,-1 1 0 0,-9 4 0 0,0 0 0 15,20-1 0-15,-20 1 0 0,0 0 0 16,0 0 0-16,0 0 0 0,0 0 0 15,0 0 0-15,22 41 0 0,-22-41 0 0,0 0 0 0,0 0 0 0,0 42 0 16,0-42 0-16,0 0 0 0,-9 37 0 0,9-37 0 16,-8 20 0-16,8-20 0 0,-8 17 0 0,8-17 0 15,-10 14 128-15,7-7-128 0,-1-2 0 0,1-3 0 16,0 1 0-16,1-1 0 0,1-1 160 0,0-2-160 0,0 1 192 16,1-2-192-16,0 1 176 0,1-3-176 0,1 0 160 0,0-2-160 15,1 2 0-15,2-4 128 16,0 0-128-16,1 0 0 0,2-4 0 0,1 0 0 15,0 0 0-15,2-2 0 0,0 0 0 0,0-3 0 0,0 1 0 0,1 1 0 16,-1 1 0-16,0 0 0 0,0 4 0 0,-1 1 0 16,0 2 0-16,-1 3 0 0,-2 1 0 0,0 1 0 15,-7 2 0-15,0 0 0 0,0 0 0 0,0 0 0 16,0 0 0-16,0 0 0 0,24 33 0 0,-24-33 0 16,0 0 0-16,-1 40 0 0,1-40 128 0,-4 33-128 15,4-33 0-15,-6 33 176 0,6-33-176 16,-8 31 160-16,8-31-160 0,0 0 0 0,-9 38 0 0,9-38 0 0,0 0 0 0,0 0 0 15,-3 31 0-15,3-31 0 0,0 0 0 0,0 0 0 16,0 0 0-16,0 0 0 0,0 0 0 0,24 0 0 16,-17-4 0-16,0-4 0 31,1-1-464-31,3-1-80 0,1-2-16 0,1 1-17856 0</inkml:trace>
  <inkml:trace contextRef="#ctx0" brushRef="#br0" timeOffset="64215.66">16757 6846 10127 0,'2'-2'448'0,"-1"1"96"0,0 0-544 0,0 1 0 15,-1 0 0-15,0 0 0 16,0 0 2880-16,0-2 480 0,0 2 96 0,0 0 0 0,0-2-272 0,1 1-64 16,-2-1-16-16,1 1 0 0,-1 1-1520 0,0-2-304 0,-1 0-64 0,1 0-16 15,0 2-544-15,-2-2-96 0,-1 2-32 0,0 0 0 16,0 2-208-16,-2 0-64 16,0-1 0-16,-3 3 0 0,1 1-64 0,-1 1 0 0,0 4-16 0,1-2 0 15,1 3 32-15,7-11 16 0,-10 24 0 0,10-24 0 16,0 0-48-16,1 35-16 0,-1-35 0 0,0 0 0 15,0 0-160-15,28 34 0 0,-28-34 0 0,0 0 128 0,28 16-128 16,-28-16 0 0,0 0 0-16,0 0 0 0,31 14 0 0,-31-14 0 0,0 0 0 0,0 0 0 0,0 0 0 0,0 0 0 15,0 0 0-15,0 0 0 0,-6 31 0 0,-4-25 0 16,-4 0 0-16,-1 0 0 0,0 0 0 0,-2-3 0 31,-5 1 0-31,0-2 0 0,-1 0 0 0,2-2 0 0,3-2 0 0,-1 2-19168 31</inkml:trace>
  <inkml:trace contextRef="#ctx0" brushRef="#br0" timeOffset="67424.12">17015 7099 17503 0,'0'-3'1552'0,"1"0"-1232"0,0 3-320 0,0 0 0 15,0 0 1184-15,0 0 176 0,0-2 48 0,1 1 0 16,0 1 336-16,-1 3 80 0,0 0 16 0,-2 3 0 16,-1 2-1072-16,-2 1-192 0,-2 0-64 0,0 3 0 15,-1 0-384-15,0 0-128 0,0 0 0 0,1-2 0 16,2 0-544-16,0-2-224 0</inkml:trace>
  <inkml:trace contextRef="#ctx0" brushRef="#br0" timeOffset="67886.24">17624 6782 11055 0,'4'-15'480'0,"0"2"112"0,0 3-464 15,-2 4-128-15,1 1 0 0,-2 3 0 0,2 1 1584 0,0-3 288 16,2-3 64-16,2 0 16 0,0 1 256 0,-1 4 48 16,-2 4 16-16,-4-2 0 0,0 0-800 0,0 0-144 15,4 53-48-15,-4-53 0 16,-6 50-368-16,1-22-80 0,0-4 0 0,0 0-16 0,-2 6-432 0,-1 1-96 16,-1 3-16-16,0-2 0 15,1 0-144-15,1-4-128 0,1-2 144 0,6-26-144 0,-6 39 0 0,6-39 0 16,0 0 0-16,0 0 0 0,0 0 0 0,15 38 0 15,-7-39 0-15,0-4 0 0,0 0-320 0,3-2-64 16,-1-2-16-16,1-3-9712 16,0 0-1952-16</inkml:trace>
  <inkml:trace contextRef="#ctx0" brushRef="#br0" timeOffset="68072.24">17536 6986 12959 0,'-16'8'272'0,"6"-4"64"0,1 2 16 0,5-1 32 0,2-2-384 0,2-2 0 0,-1 1 0 0,1 3 0 15,-1 0 2656 1,1-5 464-16,0 0 80 0,0 0 32 0,0 0-1024 0,0 0-208 0,43 21-32 0,-28-26-16 16,5 0-608-16,1-2-128 0,4-2-32 0,2-3 0 15,3 0-544-15,0 0-128 0,1 0 0 0,-1 0-16 0,-2 0-496 0,-1 0-128 16,-3-1-16-16,0 1 0 16,-2 2-2112-16,-3 1-432 0</inkml:trace>
  <inkml:trace contextRef="#ctx0" brushRef="#br0" timeOffset="68675.16">17975 6629 16575 0,'-4'-13'736'0,"2"4"160"0,1 2-720 0,0 0-176 15,0 2 0-15,0 3 0 16,1-1 1600-16,-2-2 304 0,0-1 48 0,-1-1 16 0,0 2 16 0,-1 5 16 0,0 2 0 0,1 6 0 16,3-8-336-16,-8 28-64 15,8-28 0-15,-6 38-16 0,6-38-704 0,-7 49-144 0,7-49-32 0,-6 56 0 16,6-56-352-16,-9 54-80 0,5-24-16 0,-1-1 0 31,0-1 0-31,5-28-16 0,-10 54 0 0,10-54 0 16,-3 43-240-16,3-43 176 0,-2 33-176 0,2-33 160 0,0 0-160 0,0 0 0 15,0 0 0-15,0 0 128 16,14 38-128-16,-7-41 0 0,2-3 0 0,1-1 0 16,3-4 0-16,0 0 0 0,0-3 0 0,0 2 0 15,-1 0 0-15,-1 0 0 0,-1-1 0 0,-1 3 0 0,-1 3 0 16,0 0 0-16,-2 2 0 0,-1 1 0 0,-1 3 0 0,-1 1 0 15,-1 0 0-15,1 1 0 0,-2 3 0 0,-1-4 0 16,0 0 0-16,0 0 0 0,0 0 0 0,4 40 0 16,-4-40 0-16,0 0 0 0,0 0 0 0,3 44 0 15,-3-44 0-15,0 0 0 0,0 0 0 0,18 39 0 16,-18-39 0-16,0 0 0 0,32 15 0 0,-32-15 0 16,26 4 0-16,-10-5 0 0,-1 0 0 0,2-4 0 15,-1 0 0-15,1-1 0 0,0-2 0 0,-1 1 0 0,-1 0 0 16,1 0 0-16,-1 0 0 0,0 0 0 0,-1 0 128 0,0 2-128 15,-2 0 0-15,0-2 0 0,-1 2 0 0,-1 1 0 16,-2-2 0-16,0 2 0 0,0-3-128 16,-2 2 128-16,-2 0-192 0,-2-2 16 0,0 3 16 15,-3-3 0-15,0 2-16 0,-2-2 0 0,-2 2 0 0,-2-3 0 16,-1 2 176-16,-1 1 0 0,-1 0 0 0,-2 3 0 16,-1 0 0-16,1 4 0 0,-1-1 0 0,3 3 0 15,2 3 0-15,0-1 0 0,1 3 0 0,1 0 0 16,6-9 240-16,-11 23-32 0,11-23 0 0,0 0 0 0,-1 40-48 0,1-40-16 15,0 0 0-15,12 38 0 0,-12-38-16 0,0 0-128 16,0 0 192-16,32 36-64 0,-32-36 0 0,0 0-128 16,33 12 192-16,-33-12-64 0,25 2-128 0,-11-4 0 15,-2-1 0-15,2-1 0 16,-1 1-640-16,-1-2-128 0</inkml:trace>
  <inkml:trace contextRef="#ctx0" brushRef="#br0" timeOffset="69133.14">18569 6902 6447 0,'-1'-4'576'0,"1"0"-576"0,1 0 0 0,0-1 0 16,0 2 640-16,-1 1 32 0,2-3 0 0,0-4 0 16,2-1 832-16,0 3 160 0,-1 0 48 0,2 5 0 15,-2 2 1152-15,-3 0 224 0,0 0 48 0,0 0 16 16,0 0-128-16,17 44-16 0,-17-44-16 0,0 0 0 15,11 49-1744-15,-11-49-352 0,0 0-64 0,17 39 0 16,-17-39-608-16,0 0-224 0,0 0 176 0,29 31-176 16,-29-31 0-16,0 0 0 0,0 0 0 0,29 6 0 0,-23-10 0 0,1-1 0 15,-1-1 0-15,2-2 0 16,-2-1-960-16,1 0-128 0,-2-1-16 0,0-2-16 16,-2 0-1104-16,1-2-208 0,0 2-64 0,-1-2 0 15,-1 0 1184-15,1 0 224 16,0-1 64-16,0-1 0 0,-1 1 1024 0,-1 3 256 0,1 3 16 0,0 2 16 0,0 2 848 0,-1 3 160 15,1 2 48-15,-2 0 0 0,0 0 384 0,0 0 64 16,0 0 32-16,6 55 0 0,-6-55-576 0,1 45-112 16,-1-45-32-16,-2 56 0 15,0-27-592-15,-2 1-112 0,0-1-16 0,-1 0-16 0,0-1-32 0,-1 0 0 0,-1-2 0 0,1 0 0 16,-3 0-192-16,0-2-144 0,-1-2 192 0,-1-4-192 16,1 0 128-16,-2-2-128 0,1-2 0 0,-1-1 0 15,1-2 128-15,-2-4-128 0,1 0 144 0,-4-4-144 16,-1 1 0-16,-2-4 0 0,-3-2 0 0,-2-1 0 15,0 0-192-15,3-3-144 0,0-1-32 16,2-3-18448-16</inkml:trace>
  <inkml:trace contextRef="#ctx0" brushRef="#br0" timeOffset="70049.66">19507 6986 10127 0,'1'0'896'0,"0"0"-704"15,0 0-192-15,0 0 0 0,0 0 1120 0,1-2 192 16,0 2 32-16,3-2 16 0,3-1 1168 0,-1-1 224 0,1-1 64 0,1 0 0 16,-1-1-928-16,-2 0-176 0,1-1-48 0,-1 0 0 15,-3 1-720-15,1 0-160 0,-1-1-16 0,-1-2-16 16,-2 4-224-16,-2-3-32 0,-1 2-16 0,-3-1 0 16,0 2-288-16,-2 0-64 0,-2 0-128 0,0 1 192 15,0 1-192-15,-1 1 144 0,1 2-144 0,-2 2 128 16,1 3 64-16,0-1 0 0,0 2 0 0,1 1 0 15,1 3-192-15,-1 1 192 0,3 3-192 0,-1 0 192 16,3 3-192-16,5-17 128 0,-8 33-128 0,8-33 128 16,-5 33-128-16,5-33 160 0,0 0-160 0,2 43 160 15,-2-43-32-15,0 0-128 0,0 0 192 0,0 0-64 16,27 34-128-16,-27-34 0 0,0 0 144 0,27-3-144 0,-16 0 144 16,0-1-144-16,3-4 192 0,0-1-192 0,1-2 176 0,1 1-176 15,1-2 160-15,0-2-160 0,-2 2 0 0,1-2 0 16,-1-1 0-16,-2-2 0 0,-1-1-208 0,-1-1-48 15,-1 0 0-15,-1-3 0 16,-2 1-496-16,-1-2-96 0,-1 1-32 0,-1-2 0 16,0-2-64-16,-2-2-16 0,1-3 0 0,-2 0 0 0,0 3 736 0,-1-3 224 15,0 2 0-15,0 3-160 0,0 3 496 0,0 6 112 16,0 7 0-16,-1 4 16 0,0 1 432 0,-1 4 96 0,0 4 16 16,1 2 0-16,-2 0-272 0,3-5-48 0,-8 29-16 0,8-29 0 15,-5 46-288-15,2-17-48 0,0 3-16 0,0 0 0 16,1 0-176-16,-2 0-144 0,1 1 192 0,0 1-192 15,-1-1 160-15,1 1-160 0,0-2 128 0,2-1-128 16,1-31 128-16,2 59-128 0,-2-59 128 0,3 44-128 16,-3-44 0-16,0 0 0 0,9 41 0 15,-9-41 0-15,0 0 0 0,0 0 0 0,0 0 0 0,35 11 0 32,-27-14-1088-32,1-5-128 0</inkml:trace>
  <inkml:trace contextRef="#ctx0" brushRef="#br0" timeOffset="70428.62">19839 6899 16575 0,'-2'3'1472'0,"1"1"-1168"15,1-3-304-15,0 0 0 0,0 1 1120 0,1-1 160 16,-1-1 48-16,0 0 0 0,0 0 1376 0,0 0 288 16,0 0 48-16,32 25 16 0,-20-25-1312 0,1-3-256 15,2 0-48-15,1-4-16 0,0 2-656 0,1-3-128 16,1 2-16-16,-1-4-16 0,1 0-384 0,-2 1-80 15,0 0-16-15,-2-1 0 0,-2 1-128 0,-2 2 0 16,-1-3 0-16,-3 1 0 0,-1 1 0 0,-3 1 0 16,-1 0 0-16,-4 0 0 0,0 3 0 0,-3 1 0 0,-4 3 0 0,0 0 0 15,-3 2-160-15,-1 3 160 0,0 2 0 0,-2 0-144 16,-1 4 144-16,-1 0-128 16,0 4 128-16,-1 0-128 0,3 2 128 0,0 2 0 0,-1 0 0 15,1 1 0-15,2 1 0 0,3-1 0 0,2-2 0 0,9-18 0 16,-7 28 208-16,7-28-16 0,0 0-16 0,0 0 0 15,0 0-176-15,32 33 192 0,-32-33-192 0,23 0 192 16,-9-3-192-16,2 0 0 0,2-1 0 16,3-3 128-16,0 0-128 0,1-2 0 0,1 1 0 0,-3-1 0 15,1 2-896-15,-3-3-176 0,1 3-16 0,-3-1-15920 16</inkml:trace>
  <inkml:trace contextRef="#ctx0" brushRef="#br0" timeOffset="70809.97">20327 6806 10127 0,'7'-4'448'0,"-5"1"96"0,2-1-544 16,0 1 0-16,-1 3 0 0,-2-2 0 15,2-1 1856-15,1 1 256 0,2-3 48 0,3 0 16 0,-1 0 768 0,-1 1 176 16,-1-1 16-16,-3 3 16 0,-1 0-800 0,-2 1-176 0,-1 1-16 0,-2 0-16 16,0 0-992-16,-1 1-208 0,-2 1-48 0,-1 0 0 15,-1 1-512-15,-1-1-128 0,-1 0 0 0,-1 3-16 16,0-2-64-16,1 1-16 15,-1 3 0-15,1-2 0 0,1 2-160 0,0 0 128 0,2 3-128 0,0-1 128 16,7-9-128-16,-8 19 0 0,8-19 144 0,0 0-144 16,-4 31 0-16,4-31 128 0,0 0-128 0,0 0 0 15,16 40 0-15,-16-40 128 16,0 0-128-16,0 0 0 0,34 31 0 0,-34-31 0 0,0 0 0 0,29 26 0 0,-29-26 0 0,0 0 0 16,0 0 0-16,0 0 0 0,27 38 0 0,-27-38 0 15,0 0 0-15,0 0 0 16,0 0 0-16,0 0 0 15,-8 26 0-15,2-24 0 0,0 1 0 0,-1-1 0 0,0-2 0 0,-2 1 0 0,0 1 0 0,-2-2 0 32,-1 0 0-32,0-3 0 0,-1 1 0 0,1-1 0 0,1-1 0 0,0 0 0 31,4 0-496-31,1 0-64 0</inkml:trace>
  <inkml:trace contextRef="#ctx0" brushRef="#br0" timeOffset="71316.31">20603 6851 10127 0,'2'0'896'0,"0"-2"-704"0,-1 0-192 0,0 1 0 16,0 1 1808-16,1-2 336 0,0 1 64 0,1-2 16 15,3-2 1024-15,-1 1 208 0,0-1 32 0,-1 2 16 16,-1 0-1312-16,-2 0-256 0,1 0-48 0,-1 2-16 16,-1-1-1040-16,-2-1-224 0,1 1-32 0,-2 2-16 15,-2 0-400-15,0 2-160 0,-3 1 128 0,-1 2-128 16,-1-1 0-16,-1 4 0 0,0 1 0 0,-1 0 0 15,0 1 0-15,1 3 0 0,0 0 0 0,1 1 0 0,0 0 0 0,10-14 0 16,-13 29 0-16,13-29 0 0,0 0 0 0,-5 38 0 16,5-38 0-16,0 0 0 0,0 0 0 0,0 0 0 15,32 31 0-15,-32-31 0 0,24-2 0 0,-9 0 0 16,2-1 0-16,0 0 0 0,-2-1 0 0,0-3-144 16,2 2 0-16,0-3-11552 15,-1-1-2304-15</inkml:trace>
  <inkml:trace contextRef="#ctx0" brushRef="#br0" timeOffset="71639.78">20721 6856 14735 0,'-2'-2'640'0,"1"2"160"0,1-2-640 0,1 1-160 0,0 1 0 0,0-2 0 16,1 2 1440-16,2-3 256 0,2-1 48 0,4-4 16 15,4-1-48-15,2-2-16 0,1 1 0 0,0 0 0 16,1 1-656-16,0-1-128 0,-3 3-16 0,1 0-16 15,-2 0 144-15,-1 3 48 0,-3 1 0 0,-10 3 0 16,0 0-432-16,0 0-96 0,0 0-16 0,0 0 0 16,24 40-144-16,-24-40-16 0,-5 30-16 0,5-30 0 15,-11 34-128-15,11-34-32 0,-16 34 0 0,7-15 0 0,0-3-192 16,0 0 0-16,0-1 128 0,9-15-128 16,-13 20 208-16,13-20 0 0,-8 9 0 0,7-7 0 0,1-2 224 0,0-3 32 15,1-2 16-15,2-1 0 0,1-2-240 0,1-4-48 16,3 1-16-16,-1-1 0 15,3-3-176-15,0-1 192 0,1-1-192 0,1 1 192 0,0-1-192 0,0 1 0 16,0-1 0-16,0-2 0 31,1 1-1184-31,-2 3-160 0</inkml:trace>
  <inkml:trace contextRef="#ctx0" brushRef="#br0" timeOffset="71840">21093 6704 5519 0,'8'-2'496'0,"-4"0"-496"0,2 0 0 0,-2 1 0 16,0-1 1088-16,-1-1 112 0,1 1 16 0,6 0 16 0,3-3 944 0,5 0 192 0,3-1 48 0,-3 2 0 16,-1 0 400-16,-3 2 96 15,-14 2 16-15,0 0 0 0,27 7-912 0,-27-7-176 16,0 0-48-16,0 0 0 0,0 0-1200 0,0 0-240 0,10 40-48 0,-10-40-11040 31,0 0-2192-31</inkml:trace>
  <inkml:trace contextRef="#ctx0" brushRef="#br0" timeOffset="72000.44">21192 6799 23951 0,'0'0'1056'0,"0"0"224"0,0 0-1024 0,0 0-256 16,0 0 0-16,0 0 0 0,0 0 1792 0,-10 33 320 16,10-33 48-16,-11 32 16 0,11-32-64 0,-17 44 0 15,17-44 0-15,-11 43 0 0,11-43-1152 0,0 0-256 16,-1 45-32-16,1-45-16 0,0 0-496 0,0 0-160 0,0 0 0 15,0 0 0 1,28 30-384-16,-21-32-176 0</inkml:trace>
  <inkml:trace contextRef="#ctx0" brushRef="#br0" timeOffset="72502.73">21550 6462 24879 0,'4'-6'2208'0,"-2"3"-1760"16,1 1-448-16,-1 1 0 0,-2-1 1024 0,1 2 112 15,0-1 16-15,1 0 16 0,1-1 448 0,1-1 96 16,-4 3 16-16,0 0 0 0,0 0-704 0,0 0-144 16,3 38-32-16,-3-38 0 0,-7 48-224 0,7-48-48 15,-14 63-16-15,6-29 0 0,-2-1-304 0,1 0-64 16,0 0-16-16,-1-2 0 0,1-2-176 0,9-29 192 15,-15 52-192-15,15-52 192 0,-9 43-192 0,9-43 192 16,0 0-192-16,-2 45 192 0,2-45-192 0,0 0 0 16,0 0 0-16,0 0 0 0,0 0 0 0,0 0 0 15,0 0 0-15,0 0 0 0,0 0 0 0,0 0 0 0,0 0 0 16,1 2 0-16,-2-9 0 0,1-3 0 16,0 3 0-16,0-4 0 0,2 3 0 0,0-2 0 0,1 2 0 0,1 0 0 15,0 1 0-15,3-2 0 0,0 1 0 0,2 1 0 16,0 0 0-16,2 2 0 0,2 0-144 0,0 1 144 15,0 2 0-15,0-1 0 0,0 1 0 0,-13 2 0 16,23 2 0-16,-23-2 0 0,20 3 0 0,-20-3 0 16,0 0 0-16,0 0 0 0,30 16 0 0,-30-16 0 15,0 0 0-15,0 0 0 0,0 0 0 0,3 38 0 16,-3-38 0-16,0 0 0 0,-17 24 0 0,8-15 0 0,-1 0 0 0,-2 0-128 16,-1 2 128-16,-1-2 0 0,-1-2 0 0,0 0 0 15,1-2 0-15,2 0 0 0,3 0 0 0,0-5 0 16,4 2 0-16,0-4 0 0,2-1 0 0,2-2-128 15,0 1 128-15,2-4 0 16,1-1-944-16,2 0-80 0</inkml:trace>
  <inkml:trace contextRef="#ctx0" brushRef="#br0" timeOffset="72824.96">21702 6895 20271 0,'0'0'1792'0,"6"-1"-1424"0,-6 1-368 0,6 0 0 15,-6 0 1664-15,0 0 272 0,12-4 48 0,-1 1 16 16,3 0 304-16,1-1 48 0,0-1 16 0,0 0 0 16,-1-1-1392-16,0 0-272 0,-1 2-48 0,1-3-16 15,1 2-176-15,-1-3-32 0,-1-1-16 0,-1 0 0 16,-2-1-288-16,-1-2-128 0,-2 1 0 0,-1-1 128 16,-2 0-128-16,-3-3 0 0,-1 2 0 0,-3 3 0 15,-2 1 0-15,-3 3 0 0,-2 3 0 0,-2 2 128 0,0 2 32 0,-2 2 0 16,-3 3 0-16,0 3 0 15,0 1-160-15,1 4 160 0,0 3-160 0,2 1 160 0,0 4 96 0,1-1 0 16,2 2 16-16,11-23 0 0,-16 43 176 0,16-43 16 16,-3 38 16-16,3-38 0 0,0 0-96 15,14 41-32-15,-14-41 0 0,0 0 0 0,32 21-224 0,-32-21-128 16,26 7 128-16,-26-7-128 0,26 2 0 0,-26-2 0 16,23-1 0-16,-12 0-20032 15</inkml:trace>
  <inkml:trace contextRef="#ctx0" brushRef="#br0" timeOffset="75776.53">6638 8172 23951 0,'2'-7'2128'15,"0"2"-1696"-15,0 1-432 0,-1 1 0 0,0 1 1328 0,1-1 176 16,0-4 32-16,2-5 16 16,1 0 96-16,-1-2 16 0,-2 2 0 0,0 3 0 0,-1 2-672 0,-1 4-128 15,-1 2-32-15,-1 2 0 0,1 2-288 0,0 5-64 16,-2 1-16-16,1 5 0 0,-1 1-256 0,0 5-48 15,1 4-16-15,-1 0 0 16,0 4-144-16,-1 4 160 0,0 5-160 0,-1 3 160 16,-1 0-160-16,2 0 0 0,-1-2 0 0,1-6 0 0,1-4 0 0,1-9 0 15,1-2 0-15,0-5 0 0,2-3 0 0,0-2 0 16,0-3 0-16,1-3 0 0,0-1 0 0,-2-1 0 0,2-2 0 16,0-3 0-16,1 0 0 0,0-2 0 0,0-2 128 15,1-1-128-15,0-1 0 0,0-2 0 0,1-1 0 0,0-2 0 31,0 1 0-31,0 0 0 0,1-1 0 0,-2 2 0 0,2 1 0 16,-2 0 0-16,2 4 0 0,-2 1 0 0,0 1 0 0,1 2 0 16,0 3 0-16,-2 1 0 0,1 2 0 0,0 2 0 15,-1 3 0-15,-3-5 0 0,0 0 0 0,0 0 0 0,12 39 0 0,-12-39 0 16,3 32 0-16,-3-32 0 0,-1 36 0 0,-1-20 0 16,2-16 0-16,-2 29 0 0,0-17 0 0,0 0 0 0,1-4 0 15,0-1 0-15,0-1 128 0,1-1-128 0,0 0 0 0,0-2 0 16,1-2 0-16,1-1 128 15,0-1-128-15,0 0 0 0,0-4 0 0,1 1 0 0,2 0 0 0,0-2 0 16,0 0 0-16,2-2-176 16,0 1-1104-16,0-1-208 0,4 2-48 0,0 0-15200 0</inkml:trace>
  <inkml:trace contextRef="#ctx0" brushRef="#br0" timeOffset="76583.07">6934 8393 4607 0,'2'-3'192'0,"-1"1"64"16,0-1-256-16,0 1 0 0,-1 2 0 0,0-2 0 0,0 1 2400 0,-1 1 432 0,1-2 96 0,-1 1 16 31,-1 0 576-31,0 2 112 0,0 0 16 0,0 2 16 0,0 1-1232 16,-1 1-256-16,2-3-64 0,0 3 0 15,1 0-944-15,1-1-192 0,-1-4-32 0,0 0-16 16,0 0-480-16,0 0-80 0,0 0-32 0,21 38 0 16,-21-38-192-16,0 0-144 0,0 0 192 0,0 0-192 15,38 22 128-15,-38-22-128 0,0 0 0 0,0 0 0 16,31 1 0-16,-23-4 0 0,1-2 0 0,-2-2 0 15,1 0 0-15,-3-2 0 0,1 1 0 0,-3-4 0 0,1 3 0 16,-2 0 0-16,-1 1 0 0,-2-2 0 0,-1 2 0 0,-2 0 0 16,-2 1 0-16,-2 0 0 0,-3-1 0 0,-1 4 0 15,-2-1 0-15,0 1 0 0,-1 3 0 0,-2-1 0 16,-1 2 0-16,0 2 0 0,2 1 0 0,2 2 0 16,2-1 0-16,2 3 0 0,3 1 0 0,0 1 0 15,2-1 0-15,2 1 0 0,2 0 0 0,1-2 0 16,0-7 0-16,0 0 0 0,0 0 0 0,0 0 0 15,0 0 0-15,47 14 0 0,-33-19 0 0,3-1 0 16,-1-2 0-16,2-1 0 0,-2 0 0 0,1-1 0 0,1-2 0 16,1 0 0-16,-2 0 0 0,2-2 0 0,-2 2-160 0,1 0 160 15,0 3-144-15,-2 0 144 0,-2 1-192 16,-2 4 192-16,-1-1 0 0,-2 5-128 0,-9 0 128 0,0 0 0 16,0 0 0-16,0 0 0 0,0 0 0 0,0 0 0 15,0 0 0-15,13 43 0 0,-18-31 0 0,-1 2 0 16,-1 1 0-16,0 0 128 0,-1 5-128 0,1-4 0 15,0 3 160-15,2-2-160 0,0-1 160 0,1-2-160 16,2-2 192-16,2-12-64 0,0 0-128 0,0 0 192 16,0 0-192-16,0 0 144 0,0 0-144 0,0 0 128 15,0 0-128-15,37 5 0 0,-27-14 0 0,1-3 0 16,1-2 0-16,0-1 0 0,1-2 0 0,-2 3 0 0,0 0 0 16,-1 0 0-16,0 0 0 0,-1-2 0 0,0 1 0 0,-2 1 0 15,0 0 0-15,-1 4 0 0,-2 1 0 0,-1 0 0 16,1 3 0-16,-1-1 0 0,0 5 0 0,-2 2 0 15,-1 0 0-15,1 1 0 0,-1 2 0 0,0 2 0 16,0 3 0-16,0-8 0 0,0 0 0 0,1 36 0 16,-1-36 0-16,2 32 0 0,-2-32 0 0,5 38 0 15,-5-38 0-15,5 33 0 0,-5-33 0 0,0 0 0 16,14 38 0-16,-14-38 0 0,0 0 0 0,0 0 0 16,0 0 0-16,32 28 0 0,-32-28 0 0,0 0 0 0,0 0 0 0,24-3 0 15,-18 0 0-15,-2-4 0 0,2 2 0 0,-3-2 0 16,2 0 0-16,0-1 0 0,-2 1 0 0,1-2 0 15,-1 1 0-15,1-1 0 0,-2 0 128 0,1-3-128 16,0 0 0-16,0 0 0 0,0-1 144 0,0 0-144 16,1 1 128-16,-1-1-128 0,1-2 128 0,0-2-128 15,0-2 128-15,0 0-128 0,1 0 128 0,1 3-128 16,-3 2 0-16,1 2 128 0,-1 2-128 0,0 3 0 16,-2 2 0-16,0 4 0 0,-1 1 0 0,0 1 0 15,-1 2-416-15,1 2-48 0</inkml:trace>
  <inkml:trace contextRef="#ctx0" brushRef="#br0" timeOffset="77262.82">7910 8331 14735 0,'0'2'1312'0,"0"-2"-1056"16,1 1-256-16,-1 1 0 0,0-2 1872 0,0 0 320 15,1 2 64-15,1 0 16 0,-1 1 368 0,-1-3 80 16,0 0 16-16,0 0 0 0,0 0-1520 0,0 0-320 16,38 9-48-16,-38-9-16 0,23-5-576 0,-11 0-112 15,1-1-16-15,0-2-128 0,1 1 144 0,-2-2-144 16,0 1 0-16,-2-1 144 0,1 1 0 0,-1-3 0 0,1 1 0 0,-2 1 0 16,-2 0-144-16,-1-2 160 15,-2 1-160-15,-1 2 160 0,-1 0-160 0,-3 0 0 16,-1 3 0-16,-1-2 0 0,-1 2 0 0,-2 1 0 15,-2 1 0-15,-1 3 0 0,-2 0 0 0,0 2 0 0,-1 3 0 0,-2 0 0 16,0 3 144-16,1 1-144 16,-1 0 160-16,0 1-160 0,2 1 128 15,1 1-128-15,1 1 0 0,1 0 0 0,2 1 144 16,-1 1-144-16,3 1 128 0,-1 2-128 0,1 0 304 0,5-18-32 0,-2 33 0 0,2-33 0 16,0 0 32-16,9 38 0 0,-9-38 0 0,0 0 0 0,0 0-144 0,39 24-32 15,-39-24 0-15,30-3 0 0,-14-1-128 0,0-1 0 16,0-3 0-16,0-1 0 15,-2-2 0-15,1 1 0 0,0 0 0 0,-1-1 0 32,-1 2-672-32,0-1-112 0,1-1-32 0,-3 0-10640 15,0 2-2112-15</inkml:trace>
  <inkml:trace contextRef="#ctx0" brushRef="#br0" timeOffset="78070">8355 8301 2751 0,'4'-1'128'0,"-1"-3"16"0,0 3-144 0,-1-1 0 0,0-1 0 0,-1 1 0 16,0 1 1088-16,2-3 176 0,0-1 32 0,2-1 16 15,0-2 656-15,-1 1 128 0,1-1 16 0,-2 2 16 16,-1 0 576-16,-1 0 112 0,1 1 32 0,-1 1 0 16,0-1-528-16,0 0-96 0,0-1-32 0,0 0 0 15,-1 2-1200-15,0-1-240 0,0-1-48 0,-2 0-16 16,0 0-256-16,-1 0-48 0,1-1-16 0,-2 2 0 15,-1 0-128-15,0 1-32 0,-2 0 0 0,1 3 0 0,-2 2-208 0,2 3 0 16,-2 1 0-16,0 2 0 0,1 2 192 0,-2 0-48 16,2 1-16-16,-1 3 0 0,3 0 0 0,-1 1 0 15,3 0 0-15,-2 1 0 0,1 2-128 0,1 1 128 16,1 1-128-16,2-19 128 0,-2 31-128 0,2-31 0 16,0 0 144-16,0 0-144 0,12 34 0 0,-12-34 0 15,0 0 0-15,0 0 128 0,28 0-128 0,-20-6 0 16,2 0 0-16,0-4 0 0,0 1 0 0,0-1 0 15,-1-2 0-15,0 0 0 0,-1 3 0 0,-2-3-160 0,1 2 160 16,-2-2-160-16,0 1 160 0,0 1-128 0,-3 1 128 16,1-1-128-16,-2 4 128 0,0 1 0 0,0 2 0 0,-1 2-128 15,-1 2 128-15,0 1 0 0,0 3 0 0,0 0 0 16,-1 5 0-16,1-1 144 0,-1 0-144 0,2-9 160 16,-2 24 64-16,2-24 16 0,0 0 0 0,2 36 0 15,-2-36-240-15,0 0 176 0,0 0-176 0,0 0 160 16,26 30-160-16,-26-30 0 0,19-2 0 0,-9 0 0 15,2-5 0-15,-1 2 0 0,0-2 0 0,1-2 0 16,1-1-224-16,0 0-80 0,-1-1-16 0,2 1 0 16,0-1-1264-16,-1 1-256 0,0-2-48 0,0 2-16 15,0 1-32-15,-1 0-16 0,-1 0 0 0,0 1 0 16,-2 1 1120-16,1 0 208 0,-3 2 48 0,-1 0 16 0,0-2 560 0,-2 3 192 16,-1 1 0-16,-2-2 0 0,-1 3 848 0,-1-3 176 15,0 2 16-15,-3 0 16 16,0 0 240-16,-1-2 48 0,-1 3 16 0,0-1 0 0,0 3-528 0,0 0-128 15,2 0 0-15,-1 2-16 0,0 3-288 0,2 0-48 16,0 0-16-16,0 3 0 0,1 1-80 0,0 0-32 16,2-9 0-16,0 0 0 0,0 0-160 0,4 37-48 0,-4-37 0 15,0 0 0-15,0 0-208 0,0 0 128 0,29 41-128 0,-29-41 0 16,0 0 0-16,0 0 0 0,0 0 0 16,40 24 0-16,-40-24 0 0,0 0 0 0,0 0 0 0,0 0 0 15,36 21 0-15,-36-21 0 0,0 0 0 0,0 0 0 16,0 0 0-16,0 0 0 0,0 0 0 0,9 38 0 15,-12-31 0-15,-2 0 0 0,-2 0 0 0,0 0 0 16,-1 3 0-16,-3-3 0 0,0 0 0 0,0 0 0 16,0 0 0-16,1-4 0 0,2 0 0 0,1-1 0 15,1 0 0-15,2-2 0 16,2 0 0-16,0-4 0 0,3 1-320 0,1-2-64 0,2 0-16 0,1-3-17520 16</inkml:trace>
  <inkml:trace contextRef="#ctx0" brushRef="#br0" timeOffset="78560.87">8913 8200 15663 0,'1'-2'1392'0,"-1"-3"-1120"15,1 3-272-15,-1-1 0 0,1 3 1920 16,-1-2 336-16,1-2 64 0,1-2 16 0,0-2 192 0,0 0 32 16,-1 1 16-16,2 2 0 0,-1 1-1008 0,0 2-208 0,0 1-32 0,1 1-16 15,0 3-608-15,-3-3-128 0,0 0-32 0,0 0 0 16,0 0-224-16,24 35-32 15,-24-35-16-15,0 0 0 0,18 40-64 0,-18-40-16 0,0 0 0 0,17 38 0 16,-17-38-64-16,0 0 0 0,16 34-128 0,-16-34 192 16,0 0-192-16,0 0 0 15,0 0 0-15,0 0 0 0,35 28 0 0,-31-30 0 0,1-1 0 0,-1-1 0 16,0-1-256-16,1 0 16 0,-1-4 0 0,-1 2 0 16,1-1-1040-1,-1-1-224-15,1-1-32 16,-2-4-16-16,1 2-240 0,0-2-32 0,-1 0-16 0,0 0 0 0,-1 1 1280 0,-1-1 256 0,-2 0 48 0,0 2 16 0,-1 0 240 0,0 1 208 15,0 1-32-15,-1 3-16 0,0-2 800 0,1 5 144 16,1 1 48-16,0 3 0 0,1 2 176 0,-1 0 32 16,1 3 16-16,-1 0 0 0,2-5-608 0,0 0-112 15,-3 26-16-15,3-26-16 0,0 0-288 0,2 40-48 16,-2-40-16-16,5 42 0 16,-5-42-128-16,5 46-16 0,-5-46-128 0,5 47 192 0,-5-47 0 0,4 57-16 15,-4-24 0-15,-1 1 0 0,-2 3-176 0,-1-3 192 31,1-6-192-31,-2 1 192 0,-1-1-192 0,-1-2 160 16,0-3-160-16,-3 1 160 0,-1 0 64 0,-2 0 16 0,0-2 0 16,-2-1 0-16,0 0 80 0,-2-2 0 0,-2 0 16 0,-1-3 0 15,-3 1-192-15,-4-3-144 0,-2 1 192 0,-3-4-192 16,-2-1 0-16,-1-2-272 0,1-2 16 0,2-1-19520 16</inkml:trace>
  <inkml:trace contextRef="#ctx0" brushRef="#br0" timeOffset="80489.38">9896 8018 19343 0,'2'1'1728'0,"1"-1"-1392"0,0 1-336 0,0-1 0 16,-2 2 1600-16,3-2 256 0,3 3 64 0,-7-3 0 16,0 0 320-16,41 10 64 0,-41-10 0 0,36 10 16 15,-36-10-1104-15,33 8-208 0,-33-8-48 0,0 0-16 0,40 12-736 0,-40-12-208 16,0 0 0-16,0 0 128 31,0 0-1728-31,30 33-352 0</inkml:trace>
  <inkml:trace contextRef="#ctx0" brushRef="#br0" timeOffset="80662.89">9992 8191 6447 0,'-3'-5'576'0,"1"3"-576"16,1-1 0-16,1 1 0 0,0 2 2416 0,0 2 368 15,1-2 80-15,-1 3 16 0,1-1 336 0,0 5 80 0,-1-7 16 0,0 0 0 16,1 38-1136-16,-3-20-240 15,1 2-32-15,-1 1-16 0,2-21-944 0,-4 46-192 0,2-25-48 16,0-2 0-16,2-19-512 0,0 31-192 0,0-31 144 0,0 0-144 31,0 0-1168-31,0 0-320 0</inkml:trace>
  <inkml:trace contextRef="#ctx0" brushRef="#br0" timeOffset="80965.42">10302 7982 25791 0,'1'-7'1152'0,"0"3"224"0,-1 1-1104 0,0 3-272 0,0 0 0 0,0 0 0 0,0 3 1696 0,-1 1 288 31,-1 2 48-31,-1 5 16 0,-2 3-560 0,0 2-96 16,-2 6-32-16,0 0 0 0,-1 1-800 0,0 0-176 0,0 1-16 0,0 0-16 0,2 0-160 0,-2-2-16 16,2 1-16-16,0 0 0 0,2-1-160 0,1-3 0 15,3-19 144-15,-2 40-144 16,2-40 0-16,0 0 0 0,12 43 0 0,-12-43 0 15,0 0 0-15,0 0 0 0,33 30 0 0,-33-30 0 0,0 0 0 0,29 0 0 16,-18-3 0-16,-1-3 0 0,0-1 0 0,-1-2 0 0,1-1 0 0,1 1 0 16,-3-1 0-16,0 0 0 0,2-1 0 0,-2 1 128 15,0-1-128-15,0 2 0 0,-2-1 0 0,-1 5-128 32,-1-2-720-32,0 3-144 0,-1-1-32 0,-1 2 0 15,-2 1-1936-15,-2 1-400 16</inkml:trace>
  <inkml:trace contextRef="#ctx0" brushRef="#br0" timeOffset="81130.2">10140 8283 17503 0,'-13'-7'768'0,"5"3"176"15,2-2-752-15,0 4-192 0,4 0 0 0,2 0 0 0,0 2 2592 0,-1-3 480 16,0-2 112-16,2-1 16 0,2 0-416 0,3 0-80 0,3 1-16 0,4 0 0 0,3 1-1552 0,6-1-320 31,3 1-64-31,4-2-16 0,1-1-416 0,3-2-64 16,1 1-32-16,-1 0 0 0,-1 0-224 0,-2 3 0 15,-4 0 0-15,-2 1 0 16,-2 3-352-16,-22 1-160 0</inkml:trace>
  <inkml:trace contextRef="#ctx0" brushRef="#br0" timeOffset="84082.34">11105 8063 11967 0,'-1'0'1072'0,"1"0"-864"0,0 0-208 0,0 0 0 16,1 0 1264-16,0 0 208 0,0 0 32 0,1 2 16 15,1-2 400-15,2 0 64 0,0 0 32 0,2 0 0 16,-1-2-656-16,2 2-128 0,0-2-16 0,0 2-16 0,-8 0-400 16,0 0-80-16,0 0-16 0,0 0 0 0,0 0-704 0,38 22-336 15,-38-22 16-15,0 0-8848 16,0 0-1776-16</inkml:trace>
  <inkml:trace contextRef="#ctx0" brushRef="#br0" timeOffset="84251.87">11135 8248 15663 0,'-2'-2'688'0,"1"0"144"0,1 1-656 0,-1-1-176 0,1 2 0 16,0 0 0-16,1 0 1392 0,-1 2 240 0,0-1 48 0,0 3 16 15,1 1-48-15,-2 2-16 0,1 2 0 16,-1 0 0-16,1-9-832 0,0 0-160 0,0 36-48 0,0-36 0 31,0 0-800-31,3 36-176 0,-3-36-16 0,0 0-12416 0</inkml:trace>
  <inkml:trace contextRef="#ctx0" brushRef="#br0" timeOffset="84615.22">11644 8011 22111 0,'3'-5'976'0,"-1"0"208"15,0 3-944-15,-2-1-240 0,-1 3 0 0,-1 1 0 0,0 1 1584 0,-3 0 272 16,-2 3 48-16,-4 0 16 0,-3 4-768 0,-2 1-160 16,-2 2-32-16,-1 2 0 15,-1-2-224-15,2 2-48 0,-1 0-16 0,2-2 0 16,2 1 128-16,1 0 32 0,3-3 0 0,1 1 0 0,5-4-496 0,1 1-80 16,3-2-32-16,2-1 0 0,-1-5-32 0,0 0-16 15,0 0 0-15,0 0 0 0,39 10-176 0,-25-10 192 16,3 0-192-16,1-3 192 0,2 3-192 0,-1-2 160 15,0 2-160-15,-19 0 160 0,36 2-160 0,-36-2 0 0,33 8 0 0,-33-8 128 16,0 0-128-16,40 18 0 0,-40-18 0 16,0 0 0-16,0 0 0 0,0 0 0 0,36 32 0 0,-36-32 0 15,0 0 0-15,0 0 0 0,0 0 128 0,-2 30-128 16,-4-23 0-16,-2 0 128 0,-2-1-128 0,-2 0 128 16,-1 2 0-16,-4-1-128 0,-2 2 192 0,0 1-64 15,0-3-128-15,2 1 0 0,3-4 0 0,3 0 0 16,4-1 0-16,3-3 0 0,4 0-192 0,3-5-11872 15,2 2-2368-15</inkml:trace>
  <inkml:trace contextRef="#ctx0" brushRef="#br0" timeOffset="84964.71">12329 8044 18431 0,'8'-8'816'0,"-2"4"160"0,-1 0-784 0,-3 1-192 15,0 3 0-15,-1-2 0 0,-1 1 1664 0,1-1 304 16,0-2 48-16,-1-1 16 0,-2 1-1120 0,-2 1-208 16,-3 0-64-16,0 3 0 0,-2 0-352 0,0 3-80 15,1-1-16-15,-2 2 0 0,3 2 1280 0,0 0 240 16,0 2 48-16,1 1 16 16,1 1-624-16,0 1-112 0,2 1-16 0,-1 2-16 0,1-2-640 0,0 3-128 15,3-15-32-15,-3 31 0 0,3-31-208 0,-4 40 0 0,1-19 0 0,0 0 0 31,3-21 0-31,-4 44 128 0,4-44-128 0,-2 46 0 0,2-46 0 0,1 43 144 0,-1-43-144 0,0 0 128 16,10 43-128-16,-10-43 0 0,0 0 144 0,0 0-144 16,0 0 0-16,38 7 0 0,-27-14 0 0,-1-3 0 0,0 1 0 15,2-5 0-15,0 0 0 0,-2-1 0 0,-1 1 0 16,0-2 0-16,-1 1-192 0,-3 1 64 31,-1 0-400-31,-2 2-80 0,-4 1-16 0,-2 1 0 0,-2 2-1216 0,-2 1-240 0,-3 2-48 0,-1 1-7664 16,0 4-1520-16</inkml:trace>
  <inkml:trace contextRef="#ctx0" brushRef="#br0" timeOffset="85138.57">12102 8255 1839 0,'-23'8'160'0,"12"-5"-160"31,6 0 0-31,2-2 0 0,2 1 2112 0,0-2 400 0,-1 2 80 0,-1 0 16 0,-2 3 704 16,3 0 144-16,4-1 16 0,4-3 16 0,-6-1-160 0,25 2-48 0,-8-5 0 0,5-1 0 16,2-3-1568-16,2 0-320 0,3-3-64 0,1-2-16 31,1 0-880-31,-2 0-176 0,1 0-48 0,-2 3 0 0,-1 0-208 0,-3-1 0 0,-1 5 0 0,-1-2 0 31,0 3 0-31,-4 1 0 0,-2 1 0 0,-1-1 0 31,-15 3-848-31,23 0-176 0,-23 0-16 0,0 0-16128 0</inkml:trace>
  <inkml:trace contextRef="#ctx0" brushRef="#br0" timeOffset="85405.5">12563 8188 12895 0,'1'-2'576'0,"-1"0"112"0,0 0-560 0,0 1-128 16,0 1 0-16,0 0 0 0,0 0 2384 0,-1 0 448 15,1 0 96-15,-2 1 16 0,0 1-64 0,0 2-16 16,0 1 0-16,0 2 0 0,-1 1-1184 0,1 1-224 16,0 0-48-16,2-9-16 0,-4 22-768 0,4-22-160 15,0 0-16-15,1 30-16 0,-1-30-272 0,0 0-160 16,0 0 192-16,0 0-192 0,36 24 128 0,-24-25-128 16,1-2 0-16,0-2 0 0,0-4 0 0,3-1 160 15,2-2-160-15,-1-4 128 0,-1 2-128 0,-3-1 0 16,-1 1 144-16,-3 0-144 0,-2 1 0 0,-3 2 0 15,-2-1 0-15,-5 3 128 0,-3 0-128 0,-4 1 0 0,-2 3 128 16,-5 4-128-16,-2 2 0 0,-5 4 0 0,-1 3 0 0,-3 3 0 16,0 3 0-16,0-1 0 0,3 0 0 0,4-1 0 31,4 0-672-31,4-3-96 0</inkml:trace>
  <inkml:trace contextRef="#ctx0" brushRef="#br0" timeOffset="85911.11">13373 8200 23951 0,'9'-12'1056'0,"-3"3"224"16,1 0-1024-16,-3 2-256 0,0 4 0 0,-2 1 0 0,2-3 1296 0,0-2 208 0,4-5 32 0,1-2 16 16,-2 0-560-16,-1 0-112 0,-3 4-32 0,-2 2 0 15,-2 4-208-15,-3 0-32 0,-3 3-16 0,-2 4 0 16,-1 1 160-16,-3 4 16 0,-1 1 16 0,-2 0 0 16,0 5-464-16,-2-2-80 0,0 5-32 0,1-2 0 15,0 3-208-15,2-1 144 0,2 0-144 0,3-1 128 0,3 0 32 0,1 1 0 16,1 2 0-16,5-19 0 0,-1 40 160 0,1-40 16 15,0 0 16-15,18 46 0 0,-18-46-176 0,0 0-48 16,47 23 0-16,-47-23 0 0,45 0-128 0,-21-5 128 16,3-3-128-16,0-2 128 0,0-1-128 0,1-4 0 15,2-2 0-15,-1-2-12192 16,-2 2-2400-16</inkml:trace>
  <inkml:trace contextRef="#ctx0" brushRef="#br0" timeOffset="86225.85">13731 7830 27647 0,'-2'-6'1216'0,"0"1"256"0,2 2-1168 0,-1 1-304 0,1 2 0 0,-1-2 0 15,1 2 1696-15,0 0 288 0,-1-3 48 0,0 3 16 16,0 0-800-16,0 3-160 0,-1 1-16 0,-1 3-16 16,2 3-560-16,-2 1-112 0,3-11-32 0,-6 27 0 15,6-27-96-15,-6 37 0 0,1-13-16 0,0 3 0 16,1 3-240-16,-1 1 176 0,1 2-176 0,0-2 160 15,0-2-160-15,4-29 0 0,-3 54 0 0,3-54 0 16,-1 43 0-16,1-43 0 0,2 33 0 0,-2-33 0 16,0 0 128-16,10 41-128 15,-10-41 128-15,0 0-128 0,0 0 128 0,0 0-128 0,26 35 128 0,-26-35-128 0,0 0 0 0,23 2 0 16,-14-6 128-16,0-1-128 0,1 0 0 0,-1-2 0 16,1-2 0-16,-1 1 0 0,1-1 0 0,2-2 0 15,-1-2 0-15,0 1 0 16,0 0-480-16,-1-2-80 0</inkml:trace>
  <inkml:trace contextRef="#ctx0" brushRef="#br0" timeOffset="86621.21">13888 8191 5519 0,'2'-2'496'0,"-1"1"-496"0,1 1 0 0,-1-2 0 15,0 2 3136-15,-1 0 512 0,2 0 128 0,0 0 0 16,2 0 1040-16,2 2 208 0,-6-2 32 0,0 0 16 16,0 0-3088-16,38 6-640 0,-38-6-112 0,25 2-16 15,-9-4-768-15,-2 1-160 0,-1-1-32 0,0-1 0 16,0-1-256-16,0-3 128 0,-1 2-128 0,0-2 0 16,-1-2 0-16,-1 1 0 15,-1 1 0-15,-2-2 0 0,-1 1 0 0,-2 1 0 0,-3-1 0 0,0 0 0 16,-2 3-144-16,-1-2 144 15,-4 2-128-15,-1 1 128 0,-2 1-224 0,-2 1 32 16,-1 4 16-16,-3 3 0 0,0-1 176 0,-3 4 0 16,-1 2-144-16,0 1 144 0,2-1 0 0,0 3 0 0,3-1 0 0,0 3 0 0,2 1 0 0,1-1 0 31,3-1 0-31,1 2 0 0,1 1 0 0,6-17 0 0,-4 29 0 0,4-29 0 0,0 0 0 0,0 0 208 16,23 37-48-16,-23-37-16 0,0 0-16 0,45 5 0 0,-25-6 0 15,1-5 0-15,2 0-128 0,1-5 160 0,0 2-160 0,0-3 160 16,-1 0-160-1,-2-1 0-15,-1 1 0 0,2-1 0 16,-1 2-496-16,-1-1-16 0,1 2-16 0,-2 0-11840 0,0 2-2368 0</inkml:trace>
  <inkml:trace contextRef="#ctx0" brushRef="#br0" timeOffset="87098.82">14374 8148 12895 0,'0'-2'576'0,"0"-2"112"16,0 3-560-16,0-2-128 0,1 3 0 0,-1-2 0 15,1 1 2304-15,0-2 448 0,2-2 64 0,-2-2 32 16,3-3 224-16,-1 1 64 0,-1-1 0 0,-1 1 0 0,0 1-1392 0,-2-1-272 16,0 1-48-16,-2 2-16 0,-1 1-784 0,0 1-176 15,-3 1-16-15,0 3-16 0,-2 0-288 0,0 1-128 16,1 3 0-16,-2-2 128 0,0 3-128 0,-1 1 0 16,1 0 0-16,-1 3 0 0,2-1 0 0,-1 1 0 15,2 1 0-15,0 1 0 0,-1 1 0 0,2 1 0 16,1 0 0-16,2 1 0 0,-2-2 0 0,6-12 0 15,-5 26 0-15,5-26 0 0,0 0 0 0,0 0 0 16,4 37 128-16,-4-37-128 0,0 0 0 0,0 0 0 0,0 0 0 0,0 0 128 16,36 12-128-16,-26-16 0 0,1-1 0 15,0-3 0-15,-1 0 0 0,1 1 0 0,0-2 0 0,0-1 0 16,1-2 0-16,-3 2 0 0,1-1 0 16,-2 1 0-16,0 1 0 0,-4-1 0 0,-1 3-144 0,-2 0 144 15,0 2 0-15,-2-2 0 0,-2 5 0 0,1-2 0 16,-1 3 0-16,-1 1 0 0,1 1 0 0,0 3 0 15,0-2 0-15,-1 3 0 0,2 0 0 0,2-5 0 16,0 0 0-16,-3 26 0 0,3-26 0 0,0 0 144 16,3 33 0-16,-3-33 0 0,0 0 0 0,0 0 0 0,17 41-144 0,-17-41 0 15,0 0 144-15,0 0-144 0,0 0 0 16,35 23 0-16,-35-23 0 0,0 0 128 0,21-2-128 0,-13-1 0 16,-2-1 0-16,2-4 0 0,-1 1-368 0,1-2 16 15,-1-2 0-15,0 0 0 16,1 0-2080-16,0-1-400 0,2-2-96 0,-2 1-12240 15</inkml:trace>
  <inkml:trace contextRef="#ctx0" brushRef="#br0" timeOffset="87240.31">14571 8025 6447 0,'1'-6'272'0,"-1"3"80"0,0 3-352 0,0 0 0 15,0 0 0-15,0 0 0 0,0 2 1664 0,0-1 272 0,-1 2 48 0,-1 2 16 16,2-5 640-16,0 0 128 0,0 0 32 0,-7 21 0 16,5-16-1904-16,2-5-384 0,0 0-80 0,0 0-16 15,0 0-416-15,-5 19-272 0,4-16 32 0,0-1 16 31,0 1-864-31,0-3-160 0,0 2-32 0,0-2-8288 0</inkml:trace>
  <inkml:trace contextRef="#ctx0" brushRef="#br0" timeOffset="88233.64">14553 8101 6447 0,'-2'-2'576'0,"1"1"-576"15,0-1 0-15,0 2 0 0,0 0 1104 0,1-2 112 0,-1 2 32 0,1-2 0 16,-2 1 1264-16,1-3 256 0,-1 0 48 0,0-1 16 16,0 1-80-16,1 0-32 0,0-1 0 0,1 0 0 15,0 1-640-15,0-1-128 0,1 0-32 16,-1 1 0-1,1 1-928-15,0 1-192 0,-1 2-32 0,1 2-16 0,-1-1-368 0,-1 4-80 0,1-5-16 0,0 0 0 16,-3 29-48-16,3-29-16 0,-4 30 0 0,4-30 0 16,-6 35-224-16,6-35 144 0,-8 40-144 0,8-40 128 15,-9 40-128-15,9-40 0 0,-7 33 144 0,7-33-144 16,-5 27 0-16,5-27 0 0,0 0 0 0,0 0 128 16,0 0-128-16,0 0 0 0,0 0 0 0,0 0 0 15,0 0 0-15,0 0 0 0,33-1 0 0,-26-11 0 0,3-2 0 16,-1-2-128-16,-1-3 128 0,0 2-128 0,-2 1-176 0,0 0-16 15,-2-1-16-15,-1 1 0 0,0-1 48 0,-1 0 16 16,-1 0 0-16,-1 1 0 0,0 1 80 0,-1 1 32 16,0 2 0-16,0 1 0 0,1 3 160 0,-1 4 0 15,0 2 0 1,1 1 0-16,0 4 0 0,0 0 0 0,0-3 0 0,0 0 128 0,0 0 80 0,0 0 32 16,2 37 0-16,-2-37 0 0,0 0-32 0,0 0 0 15,10 40 0-15,-10-40 0 0,0 0-80 0,0 0 0 31,0 0-128-31,0 0 192 0,27 38-192 0,-27-38 144 0,0 0-144 0,0 0 128 0,0 0-128 0,0 0 0 16,0 0 0 0,31 17 128-16,-27-15-128 0,-2-2 0 0,0 3 0 15,-2-1 0-15,0 0 0 0,0 1 0 0,-2 1 0 0,0 1 0 0,0 0 0 0,0 2 0 16,-1-3 0-16,0 2 0 0,1-2 0 0,1 1 0 0,0 0 0 0,0-2 0 31,2 0 0-31,-1 0 0 0,1-2 0 0,1 1 0 16,-1-2-400-16,1-2 32 0,1 1 16 0,-1-2-18032 15</inkml:trace>
  <inkml:trace contextRef="#ctx0" brushRef="#br0" timeOffset="88889.75">14627 8172 911 0,'-1'0'0'0,"-1"0"0"0,1 1 0 0,0-1 0 16,0 0 736-16,0 0 64 0,0 1 16 0,-1-1 0 0,-1 2 656 0,-1 1 128 15,0-1 16-15,-2 1 16 0,2-1 544 0,-1 0 128 16,1-1 0-16,0 1 16 0,0 0-64 0,0-1-16 15,1 1 0-15,-1-2 0 0,0 0-464 0,0 0-112 16,2 0 0-16,-1 0-16 16,0-2-304-16,0 1-64 0,1 1-16 0,1-2 0 0,-1-1-400 0,1 1-80 15,0 0-16-15,0-1 0 0,1-1-256 0,0 0-64 16,1-1-16-16,0-1 0 0,2 0-112 0,-2-2-32 16,3 1 0-16,1-2 0 0,-1 1-48 0,3-1-16 15,-1-2 0-15,3 1 0 0,-1-2-32 0,1 0-16 16,2-1 0-16,0 0 0 0,0 1-176 0,0-1 192 0,1 1-192 0,0-1 192 15,0 3-192-15,-1 1 160 0,1 2-160 0,-2 0 160 16,0 2-160-16,-2 3 0 0,0-1 0 16,-8 3 128-16,0 0-128 0,0 0 0 0,0 0 0 0,0 0 0 15,29 38 0-15,-29-38 0 0,0 0 0 0,0 47 0 16,0-47 0-16,-8 39 0 0,8-39 128 0,-10 37-128 16,4-22 0-16,0 2 0 0,0-3 0 0,0 0 0 15,6-14 0-15,-10 26 0 0,10-26 0 0,-5 19 0 16,5-19 0-16,0 0 0 15,0 0 128-15,0 0-128 0,0 0 0 0,0 0 0 0,2 33 0 0,1-31 0 16,0-2 0-16,2 0 0 0,-1-2 0 0,2 1-19776 16</inkml:trace>
  <inkml:trace contextRef="#ctx0" brushRef="#br0" timeOffset="91013.76">15548 8091 11967 0,'0'0'1072'0,"1"0"-864"16,0 0-208-16,-1 0 0 0,0 0 2112 0,1 0 384 0,0 0 80 0,0 0 16 16,2 0 592-16,-2 0 112 15,1-2 32-15,1 0 0 0,-1 1-1392 0,0-1-272 0,0 0-48 0,0-3-16 16,1 2-880-16,-1-3-176 0,1 1-32 0,0-2-16 16,-1-1-368-16,1 2-128 0,0-4 0 0,-1 3 0 15,0 0 0-15,-1-1 0 0,-1 0 0 0,-1 2 0 0,-1-1 0 0,-1 0 0 16,-2 5 0-16,-1-2 0 0,-3 3 0 0,-1-1 0 15,-2 4 0-15,-2 1 0 0,0 1 0 0,0 3 0 16,-2 0 0-16,0 5-160 0,0 0 160 0,1 2-192 16,2 1 192-1,-1 2-192-15,2 1 192 0,0 1 0 0,2 2 0 0,1 1 0 0,1-1 0 0,-1-2 0 16,3 3 0-16,-1-4 0 0,7-18 0 0,-6 34 0 16,6-34 0-16,0 0 0 0,0 0 0 0,0 0 0 15,20 38 0-15,-11-38 128 0,3-3-128 0,1-4 0 0,0 0 128 0,1-2-128 16,3-3 128-16,1-2-128 15,0 2 128-15,1-3-128 0,-2 2 0 0,0 0 0 0,-1-1 0 0,-2 0 0 32,-2 2 0-32,-3 0 0 0,-1 3 0 0,-3-1 0 15,-2 5-128-15,-1 0 128 0,-1 1-128 0,-1 2 128 16,-1-1 0-16,0 3 0 0,-1 3 0 0,0-1-128 16,-1 0 128-16,1 3 0 0,0 2 0 0,-1 0 0 0,3-7 0 15,0 0 0-15,-3 31 0 0,3-31 0 0,0 0 0 0,3 34 192 16,-3-34-64-16,0 0 0 0,0 0 0 0,20 35 0 15,-20-35 0-15,0 0 0 0,0 0-128 16,40 14 0-16,-40-14 0 0,27-3-18320 16</inkml:trace>
  <inkml:trace contextRef="#ctx0" brushRef="#br0" timeOffset="92753.95">16273 8027 10127 0,'7'-4'896'0,"-2"1"-704"0,-1 2-192 0,-2 0 0 15,0 1 1520-15,1-4 272 0,3 0 48 0,3-2 16 31,2-2 832-31,1 1 192 0,-2-1 16 0,-2 0 16 16,-2 3-960-16,-3 0-192 0,-1 0-32 0,-2 2-16 16,-2 2-496-16,-1-1-112 0,-3 2-16 0,-1 2 0 0,-4 2-464 0,-2 1-112 15,-3 2 0-15,-2 1-16 0,-1 3-272 0,-3-1-48 16,2 1-16-16,1 1 0 0,1 0-160 0,2 0 0 16,3-1 144-16,2-2-144 0,5 0 0 0,1-1 0 15,5-8 0-15,0 0 128 0,0 0-128 0,0 0 0 16,0 0 0-16,0 0 0 0,30 35 0 0,-30-35 0 15,0 0 0-15,41 11 128 0,-41-11-128 0,33 7 0 16,-33-7 128-16,35 5-128 0,-35-5 0 0,31 5 0 0,-31-5 0 0,0 0 128 16,31 7-128-16,-31-7 0 0,0 0 0 0,0 0 128 15,0 0-128-15,0 0 0 0,0 0 0 0,0 0 0 16,-6 28 0-16,-6-23 0 16,-1 2 0-16,-2 0 0 0,-3 3 0 0,1-3 0 15,-1 2 0-15,-1 1 0 0,0-2 0 0,0 3 0 0,2-2 0 0,3 1 0 16,4-3 0-16,1-1 0 0,4-2 0 0,2 0 0 15,3-1 0-15,2-1 0 0,2-4 0 0,4-3 0 32,2-2-960-32,4-3-96 0</inkml:trace>
  <inkml:trace contextRef="#ctx0" brushRef="#br0" timeOffset="93151.41">16516 8049 22111 0,'5'-4'976'0,"-3"1"208"0,0 1-944 0,-1 1-240 16,0-1 0-16,-1 1 0 0,0 0 1920 0,0 1 352 15,0-1 64-15,0 1 16 0,-2 0-432 0,-1 3-96 16,-2 2-16-16,0-1 0 0,-1 3-848 0,0 1-192 16,-1 2-16-16,0 1-16 0,0 1-288 0,7-12-48 15,-11 30-16-15,11-30 0 0,-8 31-224 0,8-31-160 16,-2 31 192-16,2-31-192 0,0 0 144 0,11 43-144 0,-11-43 0 0,0 0 144 16,0 0-144-16,32 31 0 0,-32-31 0 0,22 2 0 15,-8-7 0-15,1-2 0 0,-1 0 0 0,1-5 0 16,1 0-352-16,-1-1 0 0,0 0 0 0,-1-3 0 31,-1 1-864-31,0 1-160 0,-2 0-32 0,-2 0-16 0,-3 0 560 16,-1 0 112-16,0 0 32 0,-3 1 0 0,0 1 576 0,-1 1 144 0,0 1 0 0,-1 5 0 15,-1 0 144-15,0 5 64 0,-1 0 16 0,1 3 0 16,1-3 688-16,0 0 144 0,-8 21 32 0,8-21 0 16,-8 26-192-16,8-26-16 0,-8 31-16 0,8-31 0 0,-9 33-384 0,9-33-80 15,-7 34-16-15,7-34 0 16,-4 26-80-16,4-26-32 0,0 0 0 0,0 0 0 0,3 38-272 15,-3-38 128-15,0 0-128 0,0 0 0 0,0 0 0 0,0 0 0 16,29 2 0-16,-22-7 0 16,0-3-384-16,2-1-64 0,-1-2-32 0,1 1-11920 15,0-4-2384-15</inkml:trace>
  <inkml:trace contextRef="#ctx0" brushRef="#br0" timeOffset="93480.04">16833 8056 9727 0,'0'0'208'0,"0"0"48"0,0 1 16 0,0-1 0 0,0 1-272 0,0-1 0 0,0 0 0 0,0 2 0 15,0-2 3520-15,0 0 640 0,0 0 128 16,0 0 16 0,0 0-1904-16,0 0-384 0,0 0-80 0,17-4-16 0,-11 1-688 0,-1-2-144 15,3 1-16-15,0-4-16 0,0 2-352 0,1-1-64 0,1 2 0 0,-1-2-16 16,1 4-368-16,-2 1-80 0,-8 2-16 0,15-2 0 16,-15 2 64-16,0 0 16 0,0 0 0 0,0 0 0 15,0 0-64-15,25 32-16 16,-25-32 0-16,0 0 0 0,-4 39-160 0,4-39 192 0,-8 28-192 0,8-28 192 15,-13 29-192-15,6-15 192 0,-1-2-192 0,1-3 192 0,2 0-192 0,-1-1 160 16,3-3-160-16,1 0 160 0,1-1 192 0,0-4 32 16,2 0 16-16,0 0 0 0,1-4-32 0,1-2-16 15,2 0 0-15,0-2 0 0,1-1-96 0,1-1-32 16,2-4 0-16,0 0 0 0,1-1-224 0,2-3 144 16,1-1-144-16,2-3 128 0,0 1-128 0,2-3 0 31,-1 5 0-31,0 0 0 0,0 3-368 0,0 2 0 0,-2 2 0 0,1 0-12704 15,-1 1-2544-15</inkml:trace>
  <inkml:trace contextRef="#ctx0" brushRef="#br0" timeOffset="93843.4">17356 7721 14735 0,'5'-19'640'0,"-1"7"160"0,1 1-640 0,-2 2-160 0,1 3 0 0,-1 2 0 15,0 0 1920-15,2-4 368 0,3-5 64 0,3 0 16 0,-3 1 464 0,-3 7 112 16,-3 5 0-16,-2 0 16 16,0 0-1104-16,-6 29-240 0,6-29-32 0,-14 42-16 0,6-18-880 0,-3 2-176 15,1 0-48-15,0 0 0 0,0-2-224 0,0 1-48 16,-1 0-16-16,0-1 0 0,2 2 48 0,0 0 16 16,1-2 0-16,2 2 0 0,0 3-96 0,6-29-16 15,-6 49 0-15,6-49 0 0,-2 47-128 0,2-47 0 16,2 45 0-16,-2-45 0 0,4 45 0 0,-4-45 0 15,7 39 0-15,-7-39 0 0,6 38 0 0,-6-38 0 16,6 40 0-16,-6-40 0 0,1 40 0 0,-1-40 0 16,-6 40 0-16,6-40 0 0,-12 40 0 0,12-40 0 15,-18 43 0-15,7-22 0 0,-1-2 0 0,-1-4-144 16,1-1 144-16,-1-7 0 0,0 0-160 0,1-5 160 0,-1-4-128 16,0-3 128-16,0-2-144 0,0-5 144 0,0 0-160 0,1-4 160 31,0-3-464-31,2-5 0 0,1-5 0 0,0-5 0 15,0 0-1200-15,3 0-256 0</inkml:trace>
  <inkml:trace contextRef="#ctx0" brushRef="#br0" timeOffset="94002.61">17127 8077 1839 0,'2'-3'160'15,"0"3"-160"-15,-2 0 0 0,0 0 0 16,0 0 2720-16,0 0 512 0,18-6 96 0,-4 1 32 16,2 0 400-16,3-2 80 0,-1 1 0 0,-1-2 16 0,-1 3-1728 0,1-4-336 15,0 1-80-15,2 0-16 16,-1-2-448-16,1 2-96 0,-1 0 0 0,1 0-16 0,-1 3-624 0,-2-2-128 15,0 2-32-15,-2 3 0 0,-1-1-352 0,-13 3 0 16,19-4 0-16,-19 4-11584 16,13-3-2368-16</inkml:trace>
  <inkml:trace contextRef="#ctx0" brushRef="#br0" timeOffset="94856.65">17595 7996 13167 0,'0'0'288'0,"0"0"64"0,0 0 16 0,0 0 0 0,0 0-368 0,0 0 0 0,0 0 0 0,0 0 0 16,0 0 0-16,0 0-208 0,0 0 16 0,17-2 64 15,-15 0 1216-15,-2 2 240 0,6-3 48 0,-3 1 32 16,-1-1 1056-16,1 1 208 0,0-2 32 0,1 1 48 15,-1-2 224-15,-1 1 48 0,1-3 16 0,1 0 16 0,0-1-848 16,0-1-160-16,1 0-48 0,-2-1 32 16,-1 0-1184-16,-1 3-224 0,0-2-48 0,-1 2 0 15,-1 2-448-15,-1 1-128 0,-2 1 0 0,-1 3 0 0,1 0 0 0,-1 3 0 16,-2 2-192-16,0 1 192 16,-1 3-288-16,-2 1 32 0,0 0 0 0,0 2 16 0,0 2-16 15,0 1-16-15,0 1 0 0,0 3 16 0,1-1 0 0,0 1-16 16,9-19 0-16,-16 38 16 0,16-38-16 0,-9 29 0 15,9-29 0-15,0 0 16 0,0 0-16 0,0 0-16 16,0 0 0-16,21 31 32 0,-21-31 256 0,16-4-160 16,-7 0 160-16,0-3-128 0,1 0 128 0,1-2 0 0,-1-1 0 0,0 0 0 15,0-1-240-15,-2-3 48 16,2 2 0-16,-2-2 0 0,0 1-48 0,1-1 0 0,-2-1 0 0,1 2 0 16,-2 1 240-16,-2 5 0 0,0 1 0 0,-4 3 0 15,1 1 0-15,-2 2 0 16,1 0 0-16,0 0 0 0,-9 16 144 0,9-16-16 0,-12 22-128 0,12-22 192 15,-13 30 0-15,13-30 0 0,-12 38 0 0,12-38 0 16,-8 36-192-16,8-36 128 0,-3 30-128 0,3-30 0 16,0 0 160-16,0 0-160 0,16 37 160 0,-16-37-160 15,0 0 128-15,0 0-128 0,34 3 0 0,-22-7 0 0,2-3 0 16,-1 0 0-16,2-4 0 0,0 0 0 16,-1-3-560-16,0 0-96 0,-1-3-32 0,0-2 0 15,0 3-2080 1,-1-3-432-16,0 2-64 0,0 1-32 15,-1-1-736-15,1 2-128 0,-1 2-48 0,0 1 0 0,-1 2 1792 0,-1 1 368 0,0 1 64 0,-2 4 0 0,0-3 1984 0,-2 4 576 16,1-1 32-16,-1 1 0 0,-2 1 2000 0,1-1 400 16,0 3 64-16,-2-2 32 0,1 2 144 0,-1-2 16 15,1 0 16-15,-2 1 0 0,-1-1-1024 0,0 2-208 0,-1-2-32 16,-1 1-16-16,0 1-992 0,-1 0-208 16,-1 0-32-16,-2 1-16 0,0 1-368 0,-3 1-80 0,1 1-16 0,-1-1 0 15,0 4-160-15,1-1-128 0,-1 2 144 0,0 1-144 16,9-9 192-16,-15 29-48 0,15-29-16 0,-14 33 0 15,14-33 192-15,-9 35 48 0,9-35 0 0,-1 32 0 16,1-32-192 0,0 0-48-16,4 44 0 0,-4-44 0 0,0 0-128 0,0 0 0 0,19 37 0 0,-19-37 0 31,0 0 0-31,0 0 0 0,0 0 0 0,32 12 0 0,-32-12 0 0,16-4 0 0,-9-1 0 0,2 1 0 16,0-3-224-16,0 0-80 0,1-3-16 0,0 1 0 15,-1 0-656-15,0 0-144 0,0 0-32 0,-2 0 0 31,0 2-1856-31,-2-2-384 0</inkml:trace>
  <inkml:trace contextRef="#ctx0" brushRef="#br0" timeOffset="95219.08">18057 7972 12495 0,'0'0'256'0,"-2"1"64"0,2-1 16 0,0 0 48 0,-1 2-384 0,1-2 0 16,0 0 0-16,0 0 0 0,0 0 4416 0,0 0 800 15,0 0 160-15,0 0 48 0,0 0-2576 0,0 0-512 16,0 0-96-16,28 19-32 0,-28-19-1504 0,0 0-320 0,29 0-48 0,-29 0-16 15,23 0-192-15,-23 0-128 16,24-2 160-16,-24 2-160 0,23-3 160 0,-23 3-160 0,21-5 160 16,-21 5-160-16,20-4 224 0,-20 4-48 0,17-8-16 0,-17 8 0 15,13-6-16-15,-7 3 0 0,0-2 0 0,-3 2 0 16,0-2-144-16,-1-1 192 0,0 0-192 0,-2-2 192 16,1-1-192-16,-2-1 0 0,1-2 0 0,-3 0 0 15,-1-2 0-15,-2-2 0 0,-3 1 0 0,0 1 0 16,-1 1-192-16,2 2 16 0,-1 4 16 0,3 2 0 15,-1 3 32-15,1 4 0 0,-1 3 0 0,1 2 0 16,6-7 128-16,-11 22 176 0,11-22-48 0,-12 33 0 16,12-33 304-16,-12 45 48 0,4-17 16 0,2 3 0 0,0 0-128 0,2 0-32 15,4-31 0-15,1 53 0 0,-1-53 16 0,7 42 0 16,-7-42 0-16,0 0 0 0,20 40-352 0,-20-40 128 16,0 0-128-16,29 24 0 0,-29-24 0 0,0 0 0 15,31 0 0-15,-19-5 0 0,0-2-272 0,0-3-32 16,-1 1 0-16,1-3-20160 15</inkml:trace>
  <inkml:trace contextRef="#ctx0" brushRef="#br0" timeOffset="95503.85">18440 8096 21183 0,'0'0'1888'16,"0"0"-1504"-16,0 0-384 0,0 0 0 16,0 0 2624-16,0 0 464 0,0 0 96 0,0 0 16 0,0 0-640 0,0 0-128 15,28 12-32-15,-28-12 0 16,0 0-1264-16,0 0-256 0,0 0-48 0,0 0-16 0,0 0-48 0,0 0-16 15,0 0 0-15,0 0 0 0,0 0-560 0,0 0-192 16,0 0 144-16,0 0-14096 16,0 0-2816-16</inkml:trace>
  <inkml:trace contextRef="#ctx0" brushRef="#br0" timeOffset="96514.2">6567 8807 10127 0,'-3'-2'896'0,"0"-1"-704"0,2 1-192 0,-1 1 0 15,0 0 1232-15,-2-1 224 16,-1 0 32-16,-5-2 16 0,-2 0 240 0,-2 0 48 0,1 3 16 0,1 1 0 16,2 1-224-16,1 1-48 0,3 1-16 0,2 0 0 15,3 0-48-15,2 0 0 0,1-1 0 0,4-2 0 16,-6 0-208-16,0 0-48 0,32-2-16 0,-18-1 0 15,4-3-400-15,2 0-80 16,3-3-16-16,2 1 0 0,0-1-320 0,3 0-64 0,3-2 0 0,3 0-16 0,3 2-176 31,1 0-128-31,4 1 192 0,-1 1-192 0,-5 2 0 0,2 1 0 16,3-1 0-16,-1 2 0 0,0 3 0 0,-2 0 0 16,2-2 0-16,-1 2 0 0,-5 2 0 0,-1-2 0 15,-1 1 0-15,-3 1 0 0,-3-2 0 0,-26 0 0 16,43 0 0-16,-43 0 0 0,33-3 0 0,-20 1 0 15,-2 0 0-15,-3 0 0 16,-1-1-576-16,-2 0 0 0,-2 1-16 0,-2 0-11184 16,-1 0-2224-16</inkml:trace>
  <inkml:trace contextRef="#ctx0" brushRef="#br0" timeOffset="96796.73">6617 8959 34095 0,'-10'0'1504'0,"3"0"320"16,4-2-1456-16,0 1-368 0,2-1 0 0,1 1 0 0,0 0 256 0,0-1-32 15,0-1 0-15,2-4 0 16,1 2-224-16,2 0 0 0,3-1 0 0,2 0 0 0,0 2 0 0,2-1 128 16,4 1-128-16,2 1 192 0,5 2 768 0,4 0 128 15,2 1 48-15,6-2 0 0,2 1-640 0,2-1-128 16,1-3-32-16,1 1 0 0,3-1-336 0,1 0 128 15,2 1-128-15,4 1 0 0,1 1 128 0,1-1-128 16,0 1 128-16,-1-3-128 0,0 0 0 0,-2 3 0 16,-1-2 0-16,0 3 0 0,-2-1 0 0,-2 2 0 0,-2-3 0 15,-3 1-12096 1,-5 1-2384-16</inkml:trace>
  <inkml:trace contextRef="#ctx0" brushRef="#br0" timeOffset="97306.45">8240 8674 2751 0,'-8'-2'256'0,"2"2"-256"0,2 0 0 0,0-1 0 16,2 1 1472-16,0 1 256 0,0-1 64 0,-1 2 0 15,-2-1 960-15,-3 1 192 0,1 3 32 0,1-3 16 16,-1 3-576-16,3-3-112 0,1 1-32 0,2 0 0 16,2 0-464-16,1-2-80 0,4 1-32 0,1-2 0 15,-7 0-528-15,0 0-96 16,41 3-32-16,-20-4 0 0,3 1-448 0,5-2-80 0,4 2-32 0,2-2 0 16,2-1-224-16,0 3-64 0,0-2 0 0,0 2 0 15,-2 0-192-15,2-2 128 0,3 0-128 0,1-1 0 16,-2 1 0-16,1-1 0 0,-1 1 0 0,-3-3 0 0,-4 0 0 0,-2 3 0 15,-2-3 0-15,-2-1 0 0,-1 1 0 0,-3-1 0 16,-3 2 0-16,-3-1 0 16,-2 0 0-16,-5 1 0 0,-2 1 0 0,-5 1 0 15,-2 0-608-15,-4 2-64 0,-4 1-16 0,-5 2 0 16,-1 0-1712-16,-7 1-352 0</inkml:trace>
  <inkml:trace contextRef="#ctx0" brushRef="#br0" timeOffset="97546.1">8367 8848 15663 0,'-17'4'1392'16,"3"-1"-1120"-16,6-1-272 0,4-1 0 0,2 1 2704 0,-6 0 496 0,-6 2 80 0,-8 4 32 16,-5-1-640-16,2 2-128 0,4-1-32 0,5-2 0 15,5-1-1360-15,4-2-256 0,5-1-64 0,2 1-16 16,3-1-368-16,6 0-64 0,-9-2 0 0,29 5-16 16,-29-5-64-16,53 2-16 0,-18-2 0 0,4 0 0 15,6-2-32-15,2-3 0 16,1-2 0-16,4 0 0 0,5 0-48 0,3-3-16 0,4 3 0 0,3-4 0 15,-3-3 64-15,0 1 16 0,1-3 0 0,-2 1 0 16,1 0-272 0,-3 0 0-16,-2 1 128 0,-7 4-128 0,-4 0 0 0,-4 3 0 0,-2 2 0 0,-3-1-19856 15</inkml:trace>
  <inkml:trace contextRef="#ctx0" brushRef="#br0" timeOffset="102736.78">5117 9442 10127 0,'-2'1'896'0,"0"-1"-704"0,0 0-192 0,1 0 0 15,-1 0 1024-15,-1 0 160 0,0 2 32 0,-3-2 16 16,-2-2 384-16,-1 1 80 0,-4-1 16 0,0 0 0 16,0 0-336-16,1-3-64 0,-1 2-16 0,0-1 0 15,1-1-224-15,1-1-48 0,0 0-16 0,-1-1 0 16,2 3-368-16,-1-2-64 0,-1 2 0 0,0-3-16 0,0 3-32 0,-1-1 0 16,1 2 0-16,-1-2 0 0,1 4-32 0,-1 0-16 15,2-1 0-15,0 1 0 0,2 1-128 0,1-2-32 16,0 2 0-16,1 0 0 0,0-2-16 0,1 1-16 15,0 1 0-15,2-2 0 0,-2 2-112 0,2 0-32 16,1 0 0-16,0 0 0 0,1 2 16 0,0-2 0 16,0 1 0-16,1 1 0 0,0 1-160 0,1 0 128 15,0 1-128-15,0 3 128 0,1-3-128 0,-1 4 0 16,2 1 0-16,-1 3 0 0,-1-12 0 0,3 28 0 16,-2-11 0-16,0-1 0 0,-1 2 0 0,-1 0 0 15,0 1 0-15,-1 0 0 0,0-2 0 0,0 2 0 0,0-3 0 0,-2 1 0 16,0 0 0-16,0 1 0 0,0 2 0 0,-1 0 0 15,0 2 0-15,0-1 0 0,0-2 0 0,2 3 0 16,0 1 0-16,0 1 0 0,2 0 0 0,0 2 0 16,2-2 0-16,1 1 0 0,-2-25 0 0,6 44 0 15,-6-44 0-15,0 0 0 0,21 42 0 0,-21-42 0 16,0 0-128-16,0 0 128 0,51 9 0 0,-34-14 0 16,2-1 0-16,1-2 0 0,3 1 0 0,-1 0 0 15,2 0 0-15,0 2 0 0,1 1 0 0,-1-4 0 16,0 2-896-16,0-2-64 0,0 2-16 0,-1 0-14896 15</inkml:trace>
  <inkml:trace contextRef="#ctx0" brushRef="#br0" timeOffset="103264.85">5267 9448 6447 0,'-7'-3'272'0,"3"0"80"0,0 1-352 0,1 2 0 0,2 0 0 0,1-1 0 16,-1 1 1360-16,1 0 208 0,-2-1 32 0,1 1 16 15,0 0 336-15,0 0 64 0,1 1 16 0,1 0 0 16,1 2-368-16,1 0-80 0,2 1-16 0,0-2 0 15,3 1-432-15,-8-3-96 0,0 0-16 0,0 0 0 16,47 9-608-16,-47-9-128 0,35 0-32 0,-16-2 0 16,0-1-256-16,0-1 0 0,1 0 0 0,-2-1 0 15,-2-1 0-15,-2 2 0 0,0-4 0 0,-1 2 0 0,-1 0-160 0,-2 2 160 16,-2-1-160-16,-2 0 160 16,-1 3-240-16,-2 2 48 0,-2-2 16 0,-2 4 0 15,-3-2-656-15,0 5-128 0,-3 0-16 0,-2-1-16 16,-1 4 400-16,-1-1 80 0,-1 2 0 0,0-2 16 0,0 0 496 0,0 0 0 15,1 0 0-15,1-1 0 0,0 0 0 16,1-3 0-16,2 1 128 0,0-1-128 0,1-1 256 0,2 0-64 16,1-1-16-16,0 1 0 15,1 0 560-15,1 1 112 0,0-1 32 0,0 1 0 0,1 4 0 0,0 0 0 16,1 2 0-16,0 3 0 16,1 2-208-16,-2 0-32 0,1 3-16 0,-1 2 0 0,0-2-400 0,-1 2-80 0,-1 2-16 15,0-2 0-15,-1 2-128 0,2-3 0 16,-1-3 0-16,1-1 0 0,-1 1 0 0,1-1 0 15,1 0 0-15,1-2 0 0,0-2 0 0,1-2 0 16,1-2 0-16,-1-4 0 0,2-2 0 0,1-4-144 0,1-1 144 16,2-5-14832-1</inkml:trace>
  <inkml:trace contextRef="#ctx0" brushRef="#br0" timeOffset="103721.44">5664 9341 14735 0,'0'-5'1312'0,"0"3"-1056"0,1 0-256 0,-1 1 0 16,0 1 1248-16,-1 0 192 16,1 0 32-16,-1 0 16 0,0 0 480 0,-1 0 80 15,0 1 32-15,0 1 0 0,0 0-832 0,-1 0-160 0,1 3-48 0,-1 0 0 0,2 0-336 0,-1 2-80 16,0 2-16-16,2-2 0 16,0 1-240-16,-1 3-48 0,0 4-16 0,0 1 0 15,0 6-304-15,0 1 0 0,-1 3 0 0,-1 1 0 16,1 2 128-16,0-2-128 0,-1-1 0 0,0-2 0 0,0 0 192 0,0 0-192 15,2-3 192-15,-2-1-192 0,1-2 144 0,1-1-144 0,-1-1 0 16,0-2 144-16,1-2-144 0,-2-2 0 0,1-3 0 0,0 0 0 16,0-3 0-16,0-1 0 0,1-1 0 0,0-1 128 15,-1 1-128-15,1-4 0 0,0-1 144 0,1 0-144 16,0 1 448-16,0-3 32 0,2-4 0 0,0-3 0 16,3-2-208-16,1-3-32 15,1 0-16-15,1 1 0 0,3 0-224 0,-1 1 0 0,0 3 0 0,0 1 0 16,1 2 0-16,0 1 0 0,-2 2 0 0,0 3 0 15,-1 2 0-15,0 1 0 0,-1 1 0 0,0 3 0 16,-1-1 0 0,0 2 0-16,-2 1 0 0,0 2 0 0,-1 3 0 0,0-1 0 15,-2 1 0-15,0-1 0 0,-1 0 0 0,0-1 0 0,-1 1 0 0,-1 1 0 16,1-3 0-16,0 1 0 16,0-3 0-16,0-2 0 0,2 0 0 0,-1-4 0 15,2 0 0-15,1-2 0 0,-1-1 0 0,3-1-240 16,0-1 80-16,-1-2-16624 15</inkml:trace>
  <inkml:trace contextRef="#ctx0" brushRef="#br0" timeOffset="104507.37">5879 9656 7359 0,'-3'2'656'0,"1"-1"-528"0,1 1-128 0,0 0 0 16,0-1 1808-16,1 1 336 0,-3 2 64 0,-1 1 16 15,-2 2 816-15,1 1 160 0,0-1 48 0,2 0 0 16,2-3-960-16,1 1-192 0,1-3-48 0,3-1 0 15,3-1-976-15,0-3-208 0,3 0-32 0,1 0-16 16,1-3-464-16,3-1-96 0,0-2 0 0,2 0-16 16,0 1-240-16,-1-4 0 0,1 3 0 0,-2-1 0 15,0 1 0-15,-2-1 0 0,0 0 0 0,-2 1 0 16,-1 0 0-16,-3-1 0 0,-2 3 0 0,-2-2 0 16,-2 2 0-16,-2 2 0 0,-3 0 0 0,-2 0 0 15,-1 1 0-15,-3 1 0 0,-1 1 0 0,-3 4 0 16,0 1 0-16,-2 1 0 0,0 4 128 0,0 1-128 0,1 3 0 15,0-3 0-15,3 3 0 0,2 0 0 16,0-2 0-16,2 1 0 0,3 1 0 0,-1-3 0 0,3 3 224 0,2-1 0 16,1 0 0-16,2-2 0 0,-2-9 48 0,0 0 16 15,0 0 0-15,0 0 0 0,39 36-96 0,-39-36-32 16,0 0 0-16,48 5 0 0,-48-5-160 0,38-2 0 16,-18 1 0-16,-1-1 128 0,2-1-128 0,-3-1 0 15,1-1 0-15,-2-2 0 0,2 0-208 0,-2-3-32 16,-2 2 0-16,-1-1 0 15,0 0-1280-15,-1 0-256 0,-1-2-48 0,-2 0-16 16,1 2-960-16,-3-2-192 0,-1 3-32 0,-3-2-16 16,0 1 432-16,-1-2 96 0,-1 3 16 0,-2-4 0 15,0 2 1216-15,0-1 240 0,0 2 48 0,0 3 16 0,-1 2 2496 0,0 0 496 0,0 3 96 0,-1 1 32 16,0 3 272-16,0-1 48 0,0 2 16 0,0 1 0 16,0 2-400-16,0 3-80 0,1 2-16 0,-1 0 0 15,2 3-352-15,0-2-80 0,1 1-16 0,0-3 0 16,-1-11-816-16,0 0-160 0,8 34-48 0,-8-34 0 15,0 0-352-15,0 0-160 0,0 0 128 0,26 36-128 16,-19-34 0-16,-1-1 0 0,2-1 0 0,-2-1 0 0,2-3 0 16,-1 0 0-16,1-2 0 0,1-1 0 15,-2 0 0-15,0-3-304 0,0 1 48 0,0-3 16 16,0 2-2016-16,-1-1-416 0,1-1-80 0,-2 0 0 16,0 0-48-16,0-2 0 0,-2-1 0 0,-1 1 0 0,-2 0 2192 0,-1 2 432 15,0 0 176-15,0 3-128 0,-1 2 1536 0,-1 2 304 16,1 0 64-16,-1 5 16 0,0 0 80 0,1 3 32 15,-1 2 0-15,0 1 0 0,0 4-656 0,1 2-128 16,-1 1-32-16,1 3 0 0,0 5-432 0,2-21-80 16,0 42-32-16,0-42 0 0,2 46-288 0,-2-46-64 15,6 50-16-15,-6-50 0 0,6 52-176 0,-6-52 128 0,7 61-128 0,-3-28 128 16,0 1-128-16,-2-2 0 0,-2 0 0 16,-2-2 0-16,0-3 0 0,-3-2 0 0,-1-1 128 0,-2-5-128 15,1-2 0-15,-2-3 0 0,-1 0 0 0,-1-2 0 16,-2 0 208-16,-1-5-32 0,-3 0-16 0,-3-2 0 15,-1 0-160-15,-2-3 128 0,-2-2-128 0,-2-2 128 16,1 0-128-16,0-3 0 0,-1 0 0 0,0-6-18304 16</inkml:trace>
  <inkml:trace contextRef="#ctx0" brushRef="#br0" timeOffset="105329.2">7103 9569 13823 0,'-2'-13'608'0,"1"4"128"0,1 2-592 0,0 2-144 0,0 0 0 0,1 3 0 0,0 0 1520 0,0-3 272 31,1-2 48-31,0-2 16 0,0 1 400 0,0 1 96 0,0 5 16 0,-1 3 0 0,0 3-768 0,0 5-128 15,-1 5-48-15,-1 5 0 16,-1 5-624-16,-1 2-128 0,-1 0-32 0,-1 3 0 0,-1 0-464 0,-1 1-176 31,2-2 0-31,-2-2 144 0,3-5-144 0,-1 1 0 0,1-5 0 0,0-1 0 16,3-4 0-16,-1-3 0 16,2-6 0-16,0-1 0 0,1-2 0 0,1-5 0 15,-1 1 128-15,3-6-128 0,0-1 304 0,0-4 16 16,4-1 16-16,-1-7 0 0,3-2-208 0,-1-1-128 15,0 0 160-15,-1 2-160 0,2 0 0 0,-2 1 0 0,0 0 0 16,1 1 0-16,0-2 0 0,-1 5 0 0,2 2 0 0,-1 3 0 16,-1 5 0-16,1 3 0 0,-3 5 0 0,1 1 0 15,-7 0 240-15,0 0 0 0,0 0 0 0,23 38 0 16,-23-38-16-16,6 38 0 0,-6-38 0 0,2 44 0 16,-2-22-224-16,-1 0 0 0,-1-1 128 0,1 0-128 15,-2-4 0-15,0-1 0 0,0-1 0 0,1-3 0 16,0-1 0-16,-1-2 0 0,1-1 0 0,-1-3 0 15,1-1 0-15,0-1 128 0,1-3-128 0,0-2 0 16,-1-4 0-16,2 0 0 0,0 0 0 0,2-3 0 0,0-3 0 0,4-4 0 16,0-1 0-16,1-1 0 0,1-2 0 15,1 1 0-15,1-2 0 0,1-1 0 0,1 2 0 0,0 2 0 16,1 2 0-16,-1 3 0 0,-1 4 0 0,-1 1 0 16,1 2 0-16,-3 4 0 0,0 0 0 0,-1 3 0 15,-2 2 0-15,0 2 0 0,-5-5 0 0,0 0 0 16,0 0 0-16,0 0 0 0,13 38 0 0,-12-29 0 15,-2 1 0-15,0 0 0 0,-1-1 0 0,-1 0 0 16,1 1 0-16,-1 0 0 0,0-1 0 0,0 0 0 16,1 1 0-16,-1-2 0 0,0 1 0 0,0 0 0 0,2-1 0 15,0-2 0-15,1 2 0 0,0-2 0 0,0 2 0 16,1-4 0-16,0 1 0 0,0 0 0 0,2-1 0 0,0 1 0 16,-1-2 0-16,3-1 0 0,0 0 0 0,1-2-11904 15,1 0-2320-15</inkml:trace>
  <inkml:trace contextRef="#ctx0" brushRef="#br0" timeOffset="106109.54">7632 9642 22111 0,'2'-2'976'0,"-1"2"208"0,2-3-944 0,-2 3-240 0,0-2 0 0,0 2 0 0,0-2 1664 15,1-1 272-15,1 1 64 0,3-3 16 0,1-2-608 0,-1 0-112 16,0 0-16-16,1-1-16 15,0 1-608-15,0-2-112 0,0 0-32 0,1-1 0 0,-3 0-256 0,0 1-48 16,-1-3-16-16,-3 3 0 0,-1 2-192 0,0-1 0 16,-3 1 0-16,-1 0 0 0,-1 3 304 0,-2 1-48 15,0 3 0-15,-3 2 0 0,1 3-32 0,-3 5-16 16,-1-1 0-16,-1 5 0 0,1 1-208 0,0 3 144 16,0 2-144-16,2-2 128 0,1 2 0 0,0 1 0 15,-1-1 0-15,3 0 0 0,1 1 80 0,2-6 16 0,2 1 0 0,1-4 0 16,2-12-96-16,0 0 0 0,0 0-128 0,12 35 192 15,-6-32-192-15,0-2 0 0,3-1 0 0,-1-3 0 16,2-1 0-16,1-2 128 0,0-1-128 0,-1-2 0 16,1 2 0-16,-1-3 0 0,1-2 0 0,0 2 0 15,-2-3 0-15,0 1 0 0,-1 2 0 0,-1-2 0 16,-1 1 0-16,-1 1 0 0,-1 0 0 0,-1-1 0 16,-2 2-256-16,1 1 64 0,-2-1 16 0,1 2 0 15,-1 1 176-15,-1 2 0 0,1-1 0 0,-2 3-128 16,2 2 128-16,-2 0 0 0,0 2 0 0,0-2 0 15,1 1 0-15,-1 1 128 0,1 1-128 0,0 0 0 16,0 2 144-16,1-1-144 0,0 4 192 0,0-1-192 0,1 1 304 0,0-1-48 16,0 2-16-16,0-1 0 15,1 0-240-15,0 0 0 0,1-3 128 0,-2 2-128 0,1-3 0 0,-1 1 0 16,1 0 0-16,0-1 0 0,-1-1 0 0,1-3 0 16,0 2 0-16,-1-4 0 0,2 2 0 0,1-3 0 15,0 0 0-15,0 0 0 0,2-5 0 0,-1 1 0 16,4-1 0-16,-2-1 0 0,2 0 0 0,0-3 0 15,0 1 0-15,1-3 0 0,0 2 0 0,1 2 0 16,-1-2 0-16,0 0 0 0,0 3 0 0,0 2 0 16,-2 2 0-16,-1 0 0 0,1 4 0 0,-3 2-128 0,-5-1 128 0,0 0 0 15,0 0 0-15,0 0 0 16,23 41 0-16,-23-41 0 16,2 28 0-16,-2-28 0 0,0 33 0 0,-1-19 0 0,0 3 0 15,0-2 0-15,-2 3 0 0,0-2 0 0,-1-1 0 0,2 0 0 0,-2-1 0 0,1-2 0 16,0-1 0-16,1-4 0 15,1 0 0-15,0-2 0 0,-1-3 0 0,2-2 0 0,0 0 0 0,1-2 0 16,0-3 0-16,1 0 0 0,-1-3 0 0,2-2 0 16,1-1 176-16,0-2-176 0,0-1 192 0,2-3-192 15,-1-2 224-15,1 3-64 0,1-4-16 0,1 4 0 16,0-3-144-16,-1 2 0 0,3 3 0 0,-2 1 0 16,2 0 0-16,-1 3 0 0,0 1 0 0,0 0 0 15,0 2 0-15,0 3 0 0,-1 0 0 0,0-1 0 16,-1 3-320-16,0 0 16 0,-2 0 0 0,2 2-11808 15,1-2-2368 1</inkml:trace>
  <inkml:trace contextRef="#ctx0" brushRef="#br0" timeOffset="106367.66">8319 9258 28559 0,'-2'-5'1264'0,"1"2"272"0,0 1-1232 16,-1 2-304-16,1 0 0 0,0 2 0 0,-2-1 1216 0,-2 4 176 0,-1 1 32 0,-5 4 16 31,0 2-256-31,-2 2-48 0,1 5-16 0,1 0 0 0,1 0-608 0,1 2-112 16,2 3-16-16,1 1-16 15,1 4-144-15,1-2-32 0,1 2 0 0,0 1 0 0,0-2-192 0,0 1 0 0,1 0 0 0,1 0 0 32,0-2 0-32,-1-3 0 0,2-24 0 0,-1 40 0 15,1-40 0-15,1 38 0 0,-1-38 0 0,0 0 0 0,0 0 0 0,9 37 0 16,-6-36 0-16,0-1 0 15,-1-2-320-15,2-3-128 0,0-2 0 0,0-2-11072 16,2 1-2192-16</inkml:trace>
  <inkml:trace contextRef="#ctx0" brushRef="#br0" timeOffset="106642.32">8334 9606 11967 0,'7'-7'528'0,"-3"2"112"0,1-1-512 0,-4 3-128 16,1 3 0-16,-1-3 0 0,0 1 2000 0,1 0 368 15,1-3 80-15,0-2 16 0,0 2 256 0,-1-2 48 16,-1 2 16-16,-1 1 0 0,-1 1-864 0,-2 1-160 15,0-2-32-15,-3 3-16 0,0-1-976 0,-2 0-192 0,-1 1-32 0,0-1-16 16,-3 2-240-16,-1 2-64 16,1-1 0-16,-1 3 0 0,-1 3-48 0,1 1-16 0,-1 3 0 0,1-1 0 15,1-1-128-15,0 3 0 0,3 1 144 0,2-1-144 16,1 1 224-16,3-3-32 0,3-1 0 0,0 0 0 16,1-1-192-16,-1-8 176 15,0 0-176-15,0 0 160 0,0 0-160 0,36 18 0 0,-25-18 0 0,1 0 128 16,1-2 0-16,1 0 0 0,0-2 0 0,0 0 0 15,0 2-128-15,0-2 0 0,-1 1 0 0,-1-1 0 16,-1 1-144-16,1-1-64 16,-2 1-16-16,-1 0-18080 0</inkml:trace>
  <inkml:trace contextRef="#ctx0" brushRef="#br0" timeOffset="107029">8424 9602 23039 0,'1'0'1024'0,"-1"0"192"0,1-2-960 0,-1 2-256 15,0 0 0-15,0 0 0 0,1 0 1808 0,1 0 320 0,1 2 64 0,3-2 16 16,-1 2-608-16,-5-2-112 0,0 0-16 0,0 0-16 16,35 10-688-16,-35-10-128 0,0 0-16 0,38 2-16 15,-25-2-336-15,0-2-64 0,1 0-16 0,-1-2 0 16,0 0-192-16,0-1 0 0,-1-2 0 0,-1 2 0 16,1-2 0-16,-3-2 0 0,0 2 0 0,-1-3 0 15,-3 3 0-15,0-2 0 16,-3 1 0-16,-1 1 0 0,-2 0 0 0,-2 1 0 15,-1 1 0-15,-1 2 0 0,-3 1 0 0,-2 0 0 0,-2 4 0 0,-2 0 0 16,-1 0 0-16,0 3 0 0,1 1 0 0,1 2 0 16,1-1-352-16,1 4 32 0,2 0 16 0,1-1 0 0,0 2 304 15,2-1 0-15,0 1 0 0,2-3 0 0,2 1 0 16,0-1 0-16,3 1 0 16,0-2 144-16,1 0 352 0,-2-8 64 0,0 0 16 0,0 0 0 0,0 0-208 0,37 27-48 15,-37-27 0-15,0 0 0 0,34 2-176 0,-34-2-144 16,26 0 192-16,-13-2-192 15,0 0 0-15,0 1 0 0,0-2 0 0,-1 1 0 16,0 0 0-16,-2 0 0 0,0-1-128 0,-1 1 128 16,-2-1-1504-16,0 1-208 0,0 2-32 15,-1-2-14848-15</inkml:trace>
  <inkml:trace contextRef="#ctx0" brushRef="#br0" timeOffset="107514.33">8883 9576 23951 0,'5'-3'1056'0,"-1"1"224"0,0 0-1024 0,-2 2-256 16,-1 0 0-16,-1 2 0 0,0-2 1952 0,2 0 336 0,0 2 64 0,1-1 16 16,-1 3-448-16,-1-2-64 15,-1 0-32-15,-1-1 0 0,1 1-1088 0,-2 0-224 16,1-2-32-16,0-2-16 0,0-1-336 0,0-1-128 0,0 0 0 0,0-2 144 16,0 0-144-16,-1-2 0 15,0 1 0-15,0 0 0 0,-2-2 0 0,1 2 0 16,-1-1 0-16,-2 1 0 0,2 2 0 0,-1 1 0 0,-1 1 0 0,1 1 0 15,-2 2 0-15,1 2 0 0,-1 1 0 0,1 1 0 0,-1 4 0 0,0-2 0 16,1 4 0-16,0 3 0 16,-1 0 0-16,2 4 0 15,0 0 0-15,0 1 0 0,1-1 0 0,0 2 0 0,1-2 0 0,1 2 0 16,0-1 0-16,2-18 128 0,-1 29-128 0,1-29 0 0,0 0 144 0,0 0-144 0,10 40 160 0,-10-40-160 31,0 0 0-31,0 0 0 0,0 0 0 0,40-5 0 0,-27-7 0 0,1-3 0 16,1 0 0-16,0-4 0 15,1-2 0-15,1-1 0 0,0 1 0 0,-2-3 0 0,1 1 0 0,-2-1 0 0,0 0-208 16,-3-2 64 15,-3 4-448-31,0-1-96 0,-3 0-16 0,-2 1 0 0,-1 1 256 0,-2 2 64 0,-3-1 0 0,0 2 0 16,-2 3 384-16,0 4 192 0,2 2 0 0,-2 3-16 16,0 4 320-16,1 2 64 0,-1 2 16 0,0 1 0 15,2 3-176-15,-1 4-16 0,0 2-16 0,2 2 0 16,-1 1-160-16,3-15-16 0,-3 49-16 0,2-15 0 0,1 3 16 0,0 1 16 15,2 0 0-15,1-5 0 0,-3-33-80 0,11 60 0 16,-11-60-128-16,15 48 192 0,-15-48-192 0,15 38 0 16,-15-38 128-16,0 0-19168 15</inkml:trace>
  <inkml:trace contextRef="#ctx0" brushRef="#br0" timeOffset="109441.72">9719 9547 20271 0,'1'0'1792'0,"0"-2"-1424"15,0 1-368-15,0 1 0 0,0 0 912 0,0 0 112 16,0-2 32-16,1 2 0 0,-1-2 1024 0,3 0 208 15,0-3 32-15,0 0 16 0,-1 1-1008 0,1-2-208 16,0 2-32-16,-1-5-16 0,1 2-544 0,0-2-96 0,1-2-32 0,-2-1 0 16,2-2-272-16,0 2-128 0,-3 0 128 0,1 1-128 15,-1-1 0-15,-2 0 0 0,-2 3 0 16,-1-1 0-16,-1 0 0 0,-3 1 0 0,-1 4 0 0,-1 4 0 16,-3 2 0-16,1 1 0 0,0 6 0 0,-3 1 0 15,-2 4 0-15,-3 5 0 0,1 4 0 0,1 1 0 16,1 1 0-16,2 2 0 0,3 0 0 0,0 0 0 15,2 1-128-15,1-2 128 0,2-1 0 0,1-3 0 16,3-2 0-16,2-19 0 0,0 0 0 0,7 36 0 16,-7-36 0-16,0 0 0 0,0 0 0 0,0 0 0 0,39-3 0 15,-27-6 0-15,2-2 0 0,2-2 0 0,2-4 0 0,-1 1 0 16,-1-2 0-16,0 0 0 0,0 0 0 0,-3 1 0 16,-2 0 0-16,-3 3 0 0,-1 1 0 0,-3 2 0 15,-2 4 0-15,-1 2 0 0,-1 2 0 0,-3 3 0 16,2 1 0-16,-4 4 0 0,1 2 0 0,-1 1 0 15,1 3 0-15,-1 1 0 0,1 3 0 0,0 1 0 16,2 2 0-16,0-3 192 0,2-15 192 0,3 31 64 16,-3-31 0-16,0 0 0 0,14 38-160 0,-14-38-32 15,0 0 0-15,0 0 0 0,43 28-112 0,-43-28-16 0,28 2-128 16,-12-4 192-16,0-2-192 0,0-2 0 0,-2-2 0 0,3 0-12112 16,1-4-2432-1</inkml:trace>
  <inkml:trace contextRef="#ctx0" brushRef="#br0" timeOffset="110076.67">10598 9564 24879 0,'0'0'1088'0,"0"0"256"0,0 0-1088 0,0 0-256 0,0 0 0 0,0 0 0 15,0 0 2192-15,0 0 384 0,0 0 80 0,0 0 16 0,0 0-944 0,16-7-176 16,-14 0-32-16,0-2-16 16,0-1-1040-16,-1 0-208 0,1-2-32 0,-2-2-16 0,-1 0-208 0,-1 2 0 15,-1-2 0-15,-1 2 0 0,0 3 0 0,-1 0 0 0,-1-2 0 0,-2 4 0 16,0 0 0-16,-1 3 0 0,2 1 0 0,-2 1 0 15,-1 4 0-15,0 1 0 16,-1 4 0-16,0 4 0 0,0 0 0 0,1 2 0 16,-1 3 0-16,-1 1 0 0,2 2 0 0,0 3 0 15,1 1 0-15,-1-2 0 0,2 3 0 0,2-2 0 0,-1-4 0 0,3 2 0 16,4-20 0-16,-4 29 0 0,4-29 0 0,0 0 0 16,0 0 0-16,0 0 0 0,0 0 0 0,0 0 0 15,38 23 0-15,-28-31 0 0,2 0 0 0,1-2 0 16,2-2 0-16,0-4 0 0,2-1 0 0,0 0 0 0,1-4 0 0,-3 2 0 15,1-1 0-15,-3 0 0 16,0 0-464-16,-2 0-144 0,-1 2-32 0,-2-2 0 16,-2 2-592-16,1-3-128 0,-2 0-32 0,-1-4 0 15,-1 0 560-15,0 0 128 0,-1-2 0 16,-1-3 16-16,1 3 688 0,-2 1 0 0,1 3 0 0,-1 3 0 0,1 4 960 0,-2 4 192 16,1 1 16-1,-1 3 16-15,0 3-96 0,0 5-32 0,0 0 0 0,-1 2 0 16,1 1-448-16,-1 4-96 0,2-7 0 0,0 0-16 15,-5 38-272-15,5-38-48 0,-1 43-16 0,0-17 0 0,1 2-32 0,0 3 0 16,0-1 0 0,-1 2 0-16,0 0 0 0,0 2 0 0,0-1 0 0,0-1 0 0,1 0 32 0,0-3 0 0,0-29 0 0,2 52 0 31,-2-52-160-31,4 38 0 0,-4-38 0 0,0 0 128 16,12 38-128-16,-12-38 0 0,0 0 0 0,0 0 0 15,0 0-192-15,30 4-32 0,-21-10 0 0,1-2-18672 16</inkml:trace>
  <inkml:trace contextRef="#ctx0" brushRef="#br0" timeOffset="110440.66">10828 9504 8287 0,'-1'2'736'0,"-1"1"-592"0,0 2-144 0,1-3 0 0,0 0 2688 0,1-1 512 16,0 3 112-16,0-1 16 0,0-3 528 0,0 0 112 15,0 0 32-15,0 0 0 0,0 0-2016 0,25 31-384 16,-25-31-96-16,22-3-16 0,-9-1-1008 0,1-1-208 15,3 0-32-15,0-2-16 0,-1 0-224 0,0-1 0 16,-1-1 128-16,-4 2-128 0,-1 2 0 0,0-3 0 16,1-1 0-16,-2 0 0 0,-1 1 0 0,-1-1 0 0,-2 0 0 0,-1 0 0 15,-3-1 0-15,-2 3 0 0,-1 0 0 0,-2 0 0 16,-1 2 0-16,-3 3 0 0,-2 0 0 0,-2 4 0 16,-2 2 0-16,-1 4 0 0,-4 3 0 0,1 2 0 15,1 1 0-15,1 1 0 0,3 2 0 0,1 1 0 16,2 0 0-16,1-1 0 0,2 2 0 0,1-2 0 15,6-17 0-15,-3 28 128 0,3-28-128 0,0 0 192 16,0 0 48-16,17 35 0 0,-17-35 0 0,0 0 0 16,35 11-240-16,-35-11 0 0,29-1 0 0,-11-4 0 15,1-2 0-15,-1 0 0 0,1-2 0 0,-1-3 0 16,1 0-384-16,-2-2-112 16,2 0-16-16,-2 1-17680 0</inkml:trace>
  <inkml:trace contextRef="#ctx0" brushRef="#br0" timeOffset="110897.99">11267 9466 11055 0,'0'0'976'0,"0"0"-784"16,0 0-192-16,0 0 0 0,0 0 2048 0,1 0 352 15,0 0 80-15,0-2 16 0,2 2 512 0,0-2 96 16,2-1 32-16,1-1 0 0,-1 1-1136 0,2-1-208 16,-1-3-64-16,2 2 0 0,-1-2-768 0,0 0-176 0,-1 1-16 0,-1-2-16 15,-1 0-432-15,0-1-64 0,-1 2-32 0,-1-1 0 16,-2-1-80-16,-1 0-16 0,-3 1 0 0,0 2 0 15,-1 1 48-15,-3 2 0 0,-1 3 0 0,-2 0 0 16,-1 2-176-16,-2 4 192 0,-3 0-192 0,1 4 192 16,3-3-192-16,0 2 0 0,-2 3 144 0,2 2-144 15,3-2 0-15,-1 0 0 0,1 3 0 0,1 1 0 16,2-2 0-16,3-2 0 0,0 0 0 16,4-12 0-16,0 0 0 0,0 0 0 0,0 0 0 0,0 0 0 15,0 0 0-15,32 31 0 0,-19-34 0 0,0-2 0 16,3-1 0-16,1-2 0 0,-2 1 0 0,0-2 0 0,0-2 0 15,1 0 0-15,-1 2 0 0,-1 0 0 16,-2 1 0-16,-3 4 0 0,-1 1 0 0,-2 1 0 0,-6 2 0 0,0 0 0 16,0 0 0-16,0 0 0 0,0 0 0 0,7 47 0 15,-13-28 0-15,-1 3 0 0,-2 4 0 0,0 0 0 16,0 3 0-16,-2-1 0 0,1 0 0 0,-1 1 0 16,-1 4 0-16,-1 2 0 0,0-1 144 0,-1 3 16 15,-1-1 0-15,1-3 0 0,1-2 48 0,0-5 16 16,1-4 0-16,-1-4 0 0,2-4 768 0,0-2 160 15,1-2 16-15,-1-5 16 16,0 0-1760 0,-1-3-336-16,1-4-80 0,-1-1-16 0,3-3 640 0,0-2 128 0,2-2 32 0,0-3-12896 0,1 0-2576 15</inkml:trace>
  <inkml:trace contextRef="#ctx0" brushRef="#br0" timeOffset="111292.01">11398 9493 23951 0,'0'0'1056'0,"11"-3"224"16,-6 2-1024-16,-2 0-256 0,0-2 0 0,-1 1 0 15,1 0 928-15,2-2 128 16,5-2 32-16,3-3 0 0,1-2-544 0,-1 0-96 0,0 2-32 0,1 2 0 0,1-3 768 0,1 3 160 16,0 2 16-16,-1 1 16 0,-2 1-288 0,-13 3-64 15,0 0-16-15,30 5 0 0,-30-5-464 0,0 0-96 16,0 0 0-16,26 33-16 0,-26-33-80 0,0 0-16 15,4 44 0-15,-4-44 0 0,-7 35-336 0,2-17 144 16,-2-1-144-16,1 0 0 0,-1-3 128 0,1-2-128 16,0-2 0-16,2-2 0 0,0 0 0 0,0-4 0 15,2-1 0-15,0-3 0 0,1 0 208 0,1-2-64 16,0-2-16-16,1-2 0 16,0-1 128-16,2-3 0 0,-1 4 16 0,1-3 0 0,2-4-16 0,3-4-16 0,1-2 0 0,1-2 0 15,1 0-240-15,1 2 0 0,1 1 0 0,-2 3 0 16,0 0 0-16,0 2 0 0,0 3 0 0,-1 0 0 15,0 3-192-15,-2 2-96 0,-2 1-16 16,1 1 0 0,0 1-272-16,-7 2-64 0,0 0-16 0,0 0 0 15,0 0-1200-15,27 2-256 0,-27-2-32 0,0 0-16 0,0 0-1216 16,0 0-240-16</inkml:trace>
  <inkml:trace contextRef="#ctx0" brushRef="#br0" timeOffset="111639.88">11776 9426 11055 0,'0'0'480'0,"-5"22"112"15,5-20-464-15,0-2-128 0,0 0 0 0,0 0 0 16,0 0 2272-16,0 0 432 0,0 0 96 0,0 0 16 15,0 0 192-15,0 0 32 0,0 0 16 0,0 0 0 16,35 21-1456-16,-26-26-304 16,1 2-48-16,1-1-16 0,0-1-720 0,-1-1-160 0,0 3-32 0,0-2 0 0,1 1-128 0,-1 1-48 15,-2-1 0-15,-8 4 0 0,15-3-16 0,-9 1 0 16,0-1 0-16,-1 1 0 0,-3-1-128 0,1 0 0 16,-2 0 0-16,0 0 0 0,-2 1 0 0,0-3 128 15,-1 0-128-15,-1 0 0 0,0 1 0 0,-2-1 0 16,0-1 0-16,-3 0 0 15,1 1 0-15,-1-1 0 0,2 1 0 0,-1 2 0 0,1 2 128 0,-1 1-128 16,1 1 128-16,-1 2-128 0,1 2 416 0,0 1 0 0,1 0 0 0,0 2 0 31,0 4-32-31,-1 0-16 0,1 5 0 0,5-17 0 16,-9 35-80-16,9-35-16 0,-4 38 0 0,4-38 0 16,-1 39-64-16,1-39-16 0,4 35 0 0,-4-35 0 15,0 0-192-15,0 0 176 0,29 33-176 0,-29-33 160 16,0 0-160-16,33 1 0 0,-21-4 0 0,0-2 0 15,1-2-288-15,1-2-32 0,-1-1-16 0,0 1 0 16,-1-1-1776 0,1-1-368-16</inkml:trace>
  <inkml:trace contextRef="#ctx0" brushRef="#br0" timeOffset="111987.27">12053 9459 15663 0,'-2'1'1392'0,"1"-1"-1120"16,1 0-272-16,0 0 0 0,1 0 2544 0,-1 0 448 15,0-1 80-15,1 1 32 0,1 0-240 0,-1 0-48 16,-1 0-16-16,0 0 0 0,0 0-1536 0,24-5-304 16,-24 5-64-16,0 0-16 0,30-2-464 0,-30 2-96 15,22-2 0-15,-22 2-16 0,25-5-304 0,-13 0 128 16,0 3-128-16,-2-3 0 0,0 0 144 0,0 1-144 0,1-3 0 0,-1 0 144 16,0-1-144-16,-4 1 192 0,1 0-192 0,-2 0 192 15,-2-2-192-15,0-1 0 0,-1 0 0 0,-1 1 0 16,-2 0 0-16,0-1 0 0,-2 1 0 0,-1 2 0 15,0-1 0-15,-2 1 0 16,0 2 0-16,-2 2 0 0,1 2 0 0,-1 2 0 0,0 0 0 0,0 4 0 16,0 2 0-16,-1 3 128 0,-1 4 0 0,1 0 0 15,-2 2 192-15,1 2 48 0,1 3 0 0,-1 2 0 16,1-1-16-16,1 1 0 0,0 2 0 0,1 0 0 16,7-25 0-16,-1 38 0 0,1-38 0 0,0 0 0 15,19 36-208-15,-19-36-144 0,0 0 192 0,38 16-192 0,-38-16 128 16,34-5-128-16,-13-2 0 0,2-4 0 0,2-1 0 0,3-5 0 15,2-3 0-15,5-3-20672 16</inkml:trace>
  <inkml:trace contextRef="#ctx0" brushRef="#br0" timeOffset="113754.17">12788 9378 19343 0,'2'-2'1728'0,"0"0"-1392"0,-1 0-336 0,-1 0 0 15,0 1 1648-15,1-1 256 0,0-1 48 0,0-1 16 16,-1-3 80-16,0 0 0 0,0 0 16 0,-1 2 0 0,-1 0-880 16,-1 2-176-16,0 1-48 0,-1 2 0 0,0 2-464 0,-2 1-112 15,1 0 0-15,-2 3-16 0,0 2-368 0,0 1 128 16,2-2-128-16,-2 5 0 0,1 0 0 0,-1 2 0 16,3 3 0-16,0-1 0 0,4-16 0 0,-2 29 0 15,2-29 0-15,0 0 0 0,9 36 0 0,-9-36 0 16,0 0 0-16,0 0 0 0,33 21 128 0,-33-21 0 15,0 0 0-15,31-3 0 0,-20-3-128 0,2-2 176 16,-1-1-176-16,-1-1 192 0,-1 1 64 0,0-2 32 0,0 0 0 16,-1-1 0-16,-2 0-288 0,0 0 0 0,-3 1 128 15,0-3-128-15,-2 5 0 0,-2 1 0 16,-2-4 0-16,-1 3 0 0,-2 2 0 0,-3-1 0 0,0 2 0 0,-1 1 0 16,-3 2 0-16,1 2 0 0,-1 1 0 15,0 1 0-15,1 2 0 0,1 1 0 0,1 1 0 16,0 0 0-16,4 0 0 0,1-1 0 0,1 1 0 0,2 0 0 15,1-3-256-15,1 1 0 0,2-1 0 0,2 0-17504 16</inkml:trace>
  <inkml:trace contextRef="#ctx0" brushRef="#br0" timeOffset="114133.7">13336 9184 24879 0,'7'-4'2208'0,"-3"-1"-1760"15,-1 0-448-15,-3 4 0 0,0 0 1232 0,0-4 176 16,2-2 16-16,1-5 16 16,-1-2-736-16,-2-3-160 0,-3 0-32 0,-2 1 0 0,-2 2-304 0,-1 2-64 15,-1 0-16-15,-1 0 0 0,0 5 704 0,-1 0 128 16,1 2 16-16,-1 0 16 0,1 3-352 0,-1 2-64 16,0 2 0-16,0 1-16 0,-1 2-208 0,2 1-32 15,0 3-16-15,0 2 0 16,1-1-304-16,0 6 0 0,1 0 128 0,-1 6-128 15,0 2 192-15,2 2 0 0,0 3-16 0,2-1 0 0,2 2 64 0,0 1 16 16,1 0 0-16,2 2 0 0,0 1-256 0,1 3 144 16,1-1-144-16,1 1 128 0,0-1-128 0,0 1 0 0,0-3 0 15,-3-34 0-15,6 57 0 0,-6-57 0 0,3 50 0 16,-3-50 0-16,-2 43 0 0,2-43 0 0,-6 41 0 0,6-41 0 16,-10 34 0-16,2-19 0 0,0-1 0 0,-2-2 0 15,0-2 0-15,-2-1 0 0,0-2 0 0,-2-2 0 16,-1-3 0-16,-1-3 0 0,-2-2 0 0,0-2 0 0,-2-2 0 0,2-3-272 15,0-2 64-15,3-4-17808 16</inkml:trace>
  <inkml:trace contextRef="#ctx0" brushRef="#br0" timeOffset="114308.35">12988 9410 19343 0,'1'-3'1728'0,"0"1"-1392"15,2 0-336-15,-1 1 0 0,0 1 2256 0,-1 0 384 16,1 0 80-16,0-2 16 15,4 2 32-15,1 0 16 0,4-2 0 0,2 0 0 0,-1 1-1696 0,3-3-320 16,3 1-80-16,0 1-16 16,3-2-320-16,-1 0-64 0,0 2-16 0,1 0 0 0,1 0-272 0,2-1 0 15,0 1 0-15,0-1 0 0,-1 0-256 16,-1 0-128-16</inkml:trace>
  <inkml:trace contextRef="#ctx0" brushRef="#br0" timeOffset="114564.01">13793 8952 8287 0,'-2'0'736'0,"0"0"-592"15,2 1-144-15,0-1 0 0,0 1 2784 0,0 1 528 16,-1-1 96-16,-1 4 32 0,1 1 48 0,0 2 16 16,1-8 0-16,0 0 0 0,0 0-1904 0,3 40-384 15,-3-40-80-15,0 0-16 0,0 0-704 0,13 47-144 16,-13-47-16-16,0 0-16 0,0 0-240 0,0 0 0 0,27 38 0 0,-27-38-11264 31,0 0-2304-31</inkml:trace>
  <inkml:trace contextRef="#ctx0" brushRef="#br0" timeOffset="114721.91">13964 8962 23039 0,'1'-8'1024'0,"-1"4"192"0,-1 1-960 0,1 1-256 0,-1 2 0 0,0 2 0 15,0-1 1872-15,-1 3 336 0,0 0 64 0,-3 4 16 16,-1 1-352-16,-1 6-64 0,1 0-16 0,-1 2 0 16,1 1-1024-16,6-18-192 0,-8 35-64 0,8-35 0 0,0 0-448 0,2 41-128 15,-2-41 0-15,0 0-17776 16</inkml:trace>
  <inkml:trace contextRef="#ctx0" brushRef="#br0" timeOffset="115247.61">14124 9400 19343 0,'-3'0'848'0,"1"2"192"0,1-2-832 0,0 1-208 0,1 1 0 0,0 0 0 0,0-2 1472 15,0 3 240-15,0 1 48 0,0-4 16 16,0 0 192-16,0 0 32 0,0 0 16 0,0 0 0 0,0 0-768 0,22 40-160 16,-22-40-16-16,0 0-16 0,36 0-400 0,-21-2-80 15,3-4 0-15,1 0-16 0,-2-3-192 0,2 0-48 16,0-1 0-16,1-2 0 0,-1-1-192 0,-1 0-128 16,-3 0 160-16,-2 1-160 0,-2 1 0 0,-3-1 128 15,-1 3-128-15,-2-3 0 16,-3 3 0-16,-3-1 0 0,-1 3 0 0,-3 0 0 0,-3 0 0 0,0 1 0 15,-2 1 0-15,-1 2 0 0,-2 3 0 0,-2 2 0 0,-1 1 0 0,-1 3 0 32,0 2 0-32,-2 1 0 0,1 1 0 0,0 4 0 0,1 0 0 0,0 0 0 15,4 3 0-15,-1 0 0 0,3 2 144 0,0 0-144 0,3 2 128 0,2-2-128 16,1 0 192-16,5-19-64 0,-1 31 0 0,1-31 0 16,0 0 16-16,15 37 0 0,-15-37 0 0,0 0 0 15,34 22 0-15,-34-22 0 0,36 4 0 0,-14-6 0 16,1 0-144-16,1-5 0 0,0 0 144 0,1-3-144 0,0 0 0 15,-1-1-160-15,-1 1 16 0,-1 1-18512 32</inkml:trace>
  <inkml:trace contextRef="#ctx0" brushRef="#br0" timeOffset="116286.7">14636 9425 9215 0,'0'1'816'0,"1"-1"-656"16,-1 0-160-16,0 0 0 0,0 0 1616 0,1 0 304 16,0 0 48-16,0 0 16 0,2-1 752 0,-1 0 144 15,1-1 48-15,0 0 0 0,1-1-784 0,-1 0-160 16,0-1-16-16,0-1-16 0,1 0-736 0,0 0-160 16,-1-2-32-16,1 0 0 0,-1 0-432 0,0-2-80 15,-1 2-32-15,0-1 0 0,-1 1-240 0,-1 0-48 16,-1 2-16-16,-1-2 0 0,-1 3-176 0,-2-2 0 15,0 2 0-15,-1 0 0 0,-1 3 0 0,-2-1 0 16,0 2 128-16,-2 2-128 0,1 1 0 0,-2 1 0 0,0 2 0 0,-1 2 0 16,1 0 0-16,0 2 0 0,1 1 128 0,3-1-128 15,-1 0 0-15,2 2 0 0,-1 3 0 0,-1 3 0 16,2 1 0-16,0-1 0 0,7-18 0 0,-7 33 0 16,7-33 0-16,0 0 0 0,4 38 0 0,-4-38 128 15,0 0-128-15,0 0 0 0,0 0 0 0,36 19 128 16,-26-22-128-16,1-1 0 0,1-3 0 0,0 0 0 15,0-1 0-15,0-1 0 0,1-2 0 0,0-1 128 16,-1 2-128-16,-1-4 0 0,-1 2 0 0,-1 0 128 16,-1 2-128-16,-2 1 0 0,-1 0 0 0,-2 1 0 0,0 1 0 0,-2 2 0 15,0 1 0-15,-1 2 0 0,-1 2 0 0,0 0 0 16,0 0 0-16,0 0 0 0,0 2 0 0,0 0 0 16,0 3 0-16,-1 0 0 0,1 2 0 0,1-7 0 15,0 0 0-15,0 0 0 0,0 0 160 0,5 34 0 16,-5-34 0-16,0 0 0 0,0 0 16 0,0 0 0 15,0 0 0-15,30 32 0 0,-30-32-32 0,0 0 0 16,31 3 0-16,-31-3 0 0,21-2-144 0,-11 1 0 16,1-4 0-16,0 1 0 15,-2 1-816-15,0-4-192 0</inkml:trace>
  <inkml:trace contextRef="#ctx0" brushRef="#br0" timeOffset="116666.15">15103 9275 10127 0,'4'-5'896'15,"-3"0"-704"-15,1 2-192 0,-2 1 0 0,0 1 2432 0,0 0 448 0,1-4 80 0,-1-1 32 0,0 0-64 0,-3-1-16 16,0 3 0-16,-4 3 0 0,0 2-1440 0,-3 2-304 16,-1 1-48-16,-1 3-16 0,0-1-384 0,-2 3-80 15,-1 4 0-15,0-3-16 0,0 1-176 0,1 1-48 16,1 0 0-16,2-3 0 0,2 1 16 0,1 0 0 15,4-3 0-15,0 0 0 0,2-2-256 0,1 0-160 16,1-5 192-16,0 0-192 0,0 0 128 0,0 0-128 16,0 0 0-16,35 18 0 0,-35-18 0 0,25 5 160 15,-25-5-160-15,30 5 128 0,-30-5-128 0,33 9 0 16,-33-9 0-16,29 9 0 0,-29-9 0 0,0 0 0 16,34 18 0-16,-34-18 0 0,0 0 0 0,0 0 0 0,0 0 0 0,0 0 0 31,13 40 0-31,-19-33 0 0,-1 1 0 0,-3 0 0 0,-1-1 0 0,-2 1 0 15,-2-2 0-15,0 2 0 0,-1-1 0 0,-2-2 0 0,2-2 0 0,-3-2 0 16,2 1 0-16,2-2 0 0,3 1 0 0,1-2 0 16,4-1 0-16,2-2 0 0,3-1 0 0,2-2-18288 15</inkml:trace>
  <inkml:trace contextRef="#ctx0" brushRef="#br0" timeOffset="116903.56">15251 9272 12463 0,'7'-2'1104'0,"-3"-1"-880"0,1-1-224 0,-1 3 0 0,-1-1 0 0,-1 1 0 16,2 0 0-16,3-1 0 0,3-1 2368 0,3-2 512 31,3 3 128-31,-2-3 48 0,0 0-384 0,-1 1-80 15,0 1-16-15,-2-2 48 0,0 2-768 0,0 0-160 16,-1-2-32-16,-1 2 48 0,0 1-976 0,-3-2-192 0,0 1-32 0,-2 3 16 31,1-2-928-31,-3 2-192 0,-1 2-48 0,-2-2-16688 0</inkml:trace>
  <inkml:trace contextRef="#ctx0" brushRef="#br0" timeOffset="117093.66">15350 9362 14559 0,'-1'3'320'0,"1"-1"64"0,0 0 0 0,0-1 48 0,0 3-432 0,-1-4 0 0,1 1 0 0,-1 0 0 15,1 4 3504-15,-2 0 608 0,2-5 128 0,0 0 32 0,0 0-1520 0,-10 33-288 16,5-24-64-16,1 2-16 0,-2 0-1536 0,6-11-304 16,-9 24-64-16,9-24-16 0,-10 23-464 0,10-23 0 15,-7 21 0-15,7-21 0 0,0 0 0 0,0 0 0 16,-4 31 0-16,4-31-17840 15</inkml:trace>
  <inkml:trace contextRef="#ctx0" brushRef="#br0" timeOffset="117647.62">15638 9361 17503 0,'2'-6'1552'0,"0"1"-1232"16,-1 3-320-16,-1 0 0 0,1 0 2288 0,0 1 400 15,-1-4 64-15,2-1 32 0,0-2-112 0,-1 2-32 16,0 2 0-16,-3 4 0 0,-2 4-1456 0,0 4-288 16,-3 4-64-16,-1 2-16 15,-1 4-512-15,-1 2-112 0,-1 3 0 0,0 2-16 0,-1 0-176 0,1 0 0 16,0-1 0-16,2-3 0 0,0-2 144 0,9-19-144 16,-11 30 160-16,11-30-160 0,0 0 128 0,0 0-128 15,0 0 0-15,0 0 0 0,0 0 0 0,0 0 0 16,14-3 0-16,-7-10 0 0,3-3 0 0,0-1 0 0,0-2 0 15,1 2 0-15,-1 0 0 0,1-3 0 0,1 0 0 16,-2 4 0-16,-1-1 0 0,2 0-192 0,2-3 192 0,0 2-160 16,1 2 160-16,-1 0 0 0,-2 6 0 0,0 3 0 15,-3 2 0-15,0 3 128 0,-1 0-128 0,-1 4 176 16,-6-2 144-16,0 0 16 0,0 0 16 0,0 0 0 16,17 40-144-16,-17-40-16 0,0 0-16 0,0 45 0 15,0-45-176-15,-6 40 128 0,6-40-128 16,-8 43 128-16,8-43 1568 0,-11 38 304 0,11-38 64 0,-9 29 16 0,9-29-1664 0,-10 23-416 15,5-13 0-15,1-6 0 0,1-1 0 0,1-1 0 16,1-2 0-16,1-2 0 16,1-1-1152-16,1-3-272 0</inkml:trace>
  <inkml:trace contextRef="#ctx0" brushRef="#br0" timeOffset="118021.03">15909 9424 11967 0,'0'0'1072'0,"1"0"-864"16,0 0-208-16,0 0 0 0,0 0 2800 0,-1 0 512 0,2 0 96 0,0-2 32 16,3 0 32-16,0 1 16 15,4-2 0-15,0-1 0 0,2-1-1952 0,-1 0-400 0,1 1-80 0,1-1-16 16,0 0-672-16,-1 3-144 0,0-3-32 0,0 0 0 16,1 1-192-16,-1-3 0 0,0 2 0 0,0 0 0 15,-3 0 0-15,-1 3 0 0,0-3 0 0,-3 0 0 16,-1 3 0-16,0-3-240 0,-2 1 48 0,-2 1 16 15,0-1-304-15,-3-2-64 0,0 3-16 0,-4 0 0 32,0 0 16-32,-2-1 0 0,-2 1 0 0,-1 3 0 0,1-1 112 0,0 2 32 0,1 2 0 0,0 1 0 15,2 3 400-15,0-1 0 0,0 2 0 0,1 0-128 0,1 1 704 0,-1 3 160 16,8-12 32-16,-11 24 0 0,11-24 32 0,-9 28 16 16,9-28 0-16,-7 33 0 0,7-33-336 0,-2 32-64 15,2-32-16-15,0 0 0 0,0 0-80 0,15 42-32 16,-15-42 0-16,0 0 0 0,0 0-288 0,37 16 160 15,-37-16-160-15,25-2 128 16,-12 0-128-16,0-3 0 0,0 0-192 16,2-2 192-16,1 0-1536 0,1-3-192 0</inkml:trace>
  <inkml:trace contextRef="#ctx0" brushRef="#br0" timeOffset="118377.48">16335 9305 10127 0,'5'-9'448'0,"-1"1"96"0,0 2-544 0,-1 3 0 0,-1-1 0 0,-1 3 0 16,0 1 3136-16,2-2 528 0,0-2 112 0,2 1 0 16,0 0 240-16,-3 3 32 0,1 0 16 0,-3 0 0 15,0 0-2464-15,0 0-480 0,-10 26-96 0,3-16-32 16,-3 4-608-16,-1 0-112 0,-1 1-16 0,-2 1-16 16,1 1-112-16,-1-3-128 0,0 1 176 0,1-1-176 15,0 0 176-15,2-3-176 0,2-1 160 0,9-10-160 0,-11 15 128 0,8-11-128 16,3-4 0-16,0 0 0 0,0 0 0 0,0 0 0 15,0 0 0-15,0 0 0 0,28 3 0 0,-19-6 0 16,1 1 0-16,3-1 0 0,0 0 0 0,0-1 0 16,0 2 0-16,0-1 0 0,-13 3 0 0,25-2 0 15,-25 2 0-15,25 0 0 0,-25 0 0 0,0 0-128 16,27 8 128-16,-27-8 0 0,0 0 0 0,0 0 0 16,0 0 0-16,0 0 0 0,6 40 0 0,-6-40 0 15,-15 16 0-15,5-6 0 0,-1-1 0 0,-3 0 0 0,-2 3 0 16,-2-2 0-16,0 0 0 0,-1-3 0 0,1 0 0 0,2-3 0 15,2-1 0-15,3-1 0 0,2-2 0 0,1-4 0 16,4 1 0-16,2-4 0 0,2 1-144 0,4-2-12688 16,4 1-2528-16</inkml:trace>
  <inkml:trace contextRef="#ctx0" brushRef="#br0" timeOffset="118755.21">16636 9296 25791 0,'6'-8'1152'0,"-2"2"224"0,0-2-1104 16,-2 4-272-16,-2 1 0 0,0 1 0 0,0-1 2080 0,1-3 352 16,0-2 80-16,0-4 16 0,-1 3-976 0,-1 2-192 15,0 2-32-15,-2 1-16 0,-2 4-848 0,-1 4-160 16,-1-1-48-16,-1 3 0 0,-1 3-256 0,-1 2 0 16,1-1 0-16,0 6 0 0,0-2 0 0,0 0 0 15,2 2 128-15,-1-1-128 0,8-15 320 0,-11 28 0 16,11-28 0-16,-5 29 0 15,5-29 160-15,0 0 32 0,0 0 16 0,15 42 0 0,-15-42-320 0,0 0-64 16,34 15-16-16,-34-15 0 0,28 7 0 0,-28-7 0 0,30 7 0 16,-30-7 0-16,30 6-128 0,-30-6 0 0,28 8 0 0,-28-8 0 15,0 0 0-15,31 14 0 0,-31-14 0 0,0 0 0 16,0 0 0-16,0 0 0 0,0 0 0 16,0 0 0-16,0 38 0 0,-8-31 0 0,-2 1 0 0,-3 1 0 15,-2 0 0-15,-4-3 0 0,-1 0 0 0,-1-3 0 16,0-3 0-16,2 0 0 0,0-3 0 0,2 1-176 31,4-3-560-31,2-2-112 0,4 0-32 0,3-4-17984 0</inkml:trace>
  <inkml:trace contextRef="#ctx0" brushRef="#br0" timeOffset="119007.62">16979 8901 11967 0,'1'0'528'0,"-1"0"112"0,0 1-512 0,0-1-128 16,-1 2 0-16,0-1 0 0,-1 3 2384 0,0 1 448 16,-4 5 96-16,-1 1 16 0,-3 6 416 0,0 0 96 15,-1 2 0-15,1-3 16 0,0 3-1536 0,2-5-304 16,8-14-64-16,-10 26-16 0,10-26-1168 0,0 0-224 0,0 0-160 0,0 0 192 15,0 0-368-15,0 0-64 0,0 0-16 0,0 0-17712 16</inkml:trace>
  <inkml:trace contextRef="#ctx0" brushRef="#br0" timeOffset="119134.19">17029 8959 13823 0,'3'-2'608'0,"-2"1"128"16,1 1-592-16,-1 0-144 0,0 0 0 0,-1 1 0 15,0 1 2768-15,-1 1 528 16,1-3 96-16,0 0 32 0,-9 23-480 0,9-23-112 0,-14 26-16 0,5-11 0 0,-2 1-1376 0,1 1-288 15,0-1-48-15,1-1-16 0,9-15-704 0,-12 23-160 16,12-23-32-16,0 0-18240 16</inkml:trace>
  <inkml:trace contextRef="#ctx0" brushRef="#br0" timeOffset="119720.92">17274 9026 13823 0,'-3'0'1216'16,"0"0"-960"0,2 2-256-16,0-2 0 0,0 1 1920 0,-1 0 352 0,-2 1 64 0,-1 1 16 15,-1 2 336-15,0 0 80 0,2 2 16 0,1-3 0 16,3-4-1024-16,0 0-208 16,0 0-32-16,0 0-16 0,0 0-720 0,33 12-144 15,-19-13-16-15,1-2-16 0,2 0-368 0,1-2-80 16,-1 1-16-16,1-3 0 0,-1 4-144 0,0-4 0 15,0 2 144-15,-2 1-144 0,-4-1 128 0,-1 2-128 16,-1-1 128-16,0 2-128 0,-3 1 0 0,0-1 0 16,-3 2 0-16,-1 0 128 0,-2 0-128 0,0 0 0 15,0 0 0-15,0 0 128 0,0 0 0 0,0 0 0 0,0 0 0 0,0 0 0 16,-4 35 0-16,4-35 16 0,0 0 0 0,0 0 0 16,0 0-144-16,-2 34 128 0,2-34-128 0,0 0 128 15,0 0-128-15,2 45 0 0,-2-45 144 0,0 0-144 16,5 54 160-16,-5-54-32 0,3 45-128 0,-3-45 192 15,5 50 16-15,-5-50 0 0,2 50 0 0,-2-50 0 16,2 54 48-16,-2-54 16 0,4 55 0 0,-4-55 0 16,3 53-16-16,-3-53-16 0,3 46 0 0,-3-46 0 15,3 36 64-15,-3-36 16 0,0 0 0 0,0 38 0 16,0-38-96-16,0 0-16 0,-8 24 0 0,2-20 0 16,-1 2-48-16,-3-2-16 0,-2 0 0 0,-3 1 0 0,-3-2-144 0,-1-1 0 15,-3 0 144-15,-1 1-144 0,-4-1 0 0,-5-2 0 16,-6 3 0-16,-5-3-21280 15</inkml:trace>
  <inkml:trace contextRef="#ctx0" brushRef="#br0" timeOffset="131902.97">10690 9894 11055 0,'3'-5'976'0,"0"2"-784"0,-1 1-192 0,-1 0 0 15,0 1 1664-15,-1-1 304 0,3-3 48 0,1-1 16 0,1-2 320 0,-3 3 64 16,0-2 16-16,-2 5 0 0,-2-1-784 0,0 3-160 16,-3 3-16-16,-1-1-16 15,0 3-528-15,-1 2-96 0,-2 0-32 0,1 0 0 0,-1 4-304 0,-1 2-64 16,2 3-16-16,-1 2 0 16,0 5-208-16,0 3-32 15,0 0-16-15,-1 3 0 0,-1 3 32 0,1 2 0 0,-1 0 0 0,0 3 0 16,0 3 0-16,-2 3 0 0,0 2 0 0,-2-1 0 15,-1-2-192-15,2-3 0 0,4-5 0 0,1-6 128 0,1-4-128 0,4-10 0 0,1-2 0 0,2-7-17264 32</inkml:trace>
  <inkml:trace contextRef="#ctx0" brushRef="#br0" timeOffset="132490.2">10690 9867 14735 0,'4'-7'640'0,"-2"2"160"0,1 0-640 0,-2 3-160 0,-1 1 0 0,1 1 0 15,-1-1 1712-15,1 1 304 0,1-4 64 0,-1 1 16 16,0 0 32-16,0 2 16 0,-2 0 0 0,-2 1 0 16,0 0-1056-16,0 2-192 0,-2 0-64 0,1 1 0 15,-2 0-480-15,0-1-96 16,0 0-32-16,-1 1 0 0,0 1 96 0,-1-1 32 0,-2 1 0 0,1 1 0 15,-2 0 32-15,1 0 16 0,0 2 0 0,-3 0 0 16,-1 2-160-16,-3 5-48 0,-1-1 0 0,2 3 0 16,1-1-192-16,1 1 144 0,2-4-144 0,3 0 128 15,1-1-128-15,4-3 0 0,2 1 0 0,2-4 0 16,2 0 0-16,1-5 0 0,3 0-160 0,0-3 160 16,3-2-2112-1,1-2-320-15,1-1-64 0,1-3 0 0,1 0-1504 0,1-1-288 0,1-1-64 0,-1-1-16 16,-1 2 2640-16,-1-2 544 0,0 0 96 0,-2 1 32 15,-1 0 1216-15,0 3 240 0,-2 1 48 0,-1 2 16 0,0 2 1648 16,-1 0 336-16,-2 3 64 0,0 0 16 0,1 2 128 0,0 0 32 16,0 2 0-16,0 0 0 0,1-1-544 0,-1 1-96 15,-4-2-32-15,0 0 0 0,0 0-880 0,0 0-176 16,0 0-48-16,0 0 0 0,29 35-416 0,-29-35-96 16,0 0-16-16,0 0 0 0,14 41-192 15,-14-41-64-15,0 0 0 0,7 47 0 0,-7-47-128 0,2 36 0 0,-2-36 0 16,1 35 128-16,-1-35-128 0,0 36 0 0,0-36 0 0,0 0-18448 31</inkml:trace>
  <inkml:trace contextRef="#ctx0" brushRef="#br0" timeOffset="133276.29">10475 10422 2751 0,'2'-7'256'0,"-1"2"-256"15,0 3 0-15,-1 0 0 0,0 1 1232 0,0-1 208 16,0-3 32-16,1-2 16 0,-1 0 624 0,1 0 112 0,-2 2 16 0,0 3 16 0,0-1-400 0,0 3-64 15,0 1-32 1,1 1 0-16,0 0-192 0,0 0-32 0,0 3-16 0,0-2 0 0,1 1-304 0,-1-1-48 31,1 4-16-31,-1-3 0 0,1 1-704 0,0 0-128 16,0 2-48-16,-1-2 0 0,1 2-272 0,-1-1 0 16,-1 2 0-16,1-3 0 0,-1 3 0 0,-1-2 0 0,-1 1 0 0,0 1 0 0,-1 3 0 0,-2 1 0 15,1 3 0-15,-3 1 0 0,1-2 0 0,-1 1 0 16,0 1 0-16,-1-2 0 0,0 3 0 0,1-2 0 15,0 1 0 1,-2-1 0-16,4 0 0 0,-2-3 0 16,2 0 128-16,0 0-128 0,2-4 192 0,0 0 0 0,1 0-16 0,1-4 0 15,2 1 80-15,-1-2 32 0,1-1 0 0,0 0 0 16,0-2-288-16,1 0 160 0,-1 0-160 0,1-2 128 16,1 2-128-16,-1-2 128 0,0 2-128 0,1-2 128 15,-1 1 64-15,1 1 16 0,-1 0 0 0,0-2 0 0,0 2-48 0,1-2-16 16,0 1 0-16,1 1 0 0,0-2-16 0,-1 0 0 15,2-1 0-15,2-1 0 0,-2 1 224 0,3-1 32 16,1-1 16-16,2-2 0 0,3-1-192 0,2-1-32 16,4-3-16-16,3-1 0 0,2 0-32 0,4-1-128 0,1-1 192 15,0 1-64-15,0 3-128 0,0 1 0 0,-1 1 0 0,0 1 0 16,0 4 0-16,1-1 0 0,1 0 0 0,-2 3 0 16,-1 2 0-16,-27 0 0 0,47 4 0 0,-47-4 0 15,35 13 144-15,-35-13 0 16,0 0 0-16,29 35 0 0,-29-35 0 0,2 36 0 0,-9-15 0 0,-3 0 0 15,-4 3-144-15,-3 0 160 0,-2 2-160 0,-3 0 160 16,-3 0-160-16,1-2 0 16,1-2 0-16,-4 3 0 0</inkml:trace>
  <inkml:trace contextRef="#ctx0" brushRef="#br0" timeOffset="135242.29">8194 11242 20271 0,'2'0'1792'0,"-1"2"-1424"15,1-1-368-15,0 1 0 0,0-2 672 0,1 2 64 16,2 1 16-16,-5-3 0 0,0 0 432 0,44 9 96 16,-44-9 0-16,44-2 16 0,-20-1-16 0,2-1-16 15,0-6 0-15,1-1 0 0,0-1-240 0,0-1-64 16,1 0 0-16,0 0 0 0,-2 0-512 0,-2 3-128 16,-2 1 0-16,-3 1-16 0,-3 4-304 0,-3 1 128 15,-2-2-128-15,-4 3 0 0,-1 2 0 0,-5 0 0 16,-1-1 0-16,-1 2 0 15,-2 1-480-15,-3-1-96 0,-2 3-32 0,-2-1 0 16,-1 1-2336-16,-2-1-448 0,-2 4-112 0,-3-3-16 16,2 4 672-16,-1-4 128 0,0 4 32 0,0-4 0 15,2 1 528-15,2 0 112 0,0-1 32 0,1-1 0 0,1 2 1824 0,3-1 384 0,1 1 64 0,2-2 0 16,1 1 1456-16,1-2 272 0,1 1 64 0,0 2 16 16,0-1 800-16,0 4 144 0,1 1 48 0,-1 0 0 15,1 3-720-15,-1 0-144 0,0 5-16 0,-2 3-16 16,0 1-1024-16,0 2-208 0,-1 3-32 0,-1 0-16 15,0 0-576-15,-1 1-112 0,0 3-32 0,0-4 0 16,-1 0-32-16,1-1 0 0,1 0 0 0,1-3 0 16,0 3-128-16,1-4 128 0,2-1-128 0,2-20 128 0,0 30-128 0,0-30 0 15,0 0 0-15,0 0 0 0,0 0 0 0,0 0 0 16,0 0-176-16,27-7 176 16,-21-6-560-16,-1 0-16 0,-2 4-16 0,1-5 0 15,0-1-1200-15,-2-4-256 0,1 4-32 0,-2-2-16 16,-1 2 960-16,-1 1 192 0,0 2 48 0,-1 1 0 0,1 3 896 0,-1-2 0 15,0 4 240-15,1 1-48 0,1 2 1024 0,1 2 192 16,0 1 64-16,1 0 0 0,0 0 352 0,2 1 80 16,-4-1 16-16,0 0 0 0,0 0-720 0,0 0-144 15,37 12-32-15,-37-12 0 0,0 0-512 0,38-4-128 0,-21 1 0 0,2-2-16 16,0-1-128-16,2 0-32 16,1-1 0-16,-2 0 0 0,1 2-208 0,0-2 0 15,-1 0 0-15,0 0 0 0,-2 0 0 0,0 2 0 16,-1-2 0-16,-2 2 0 0,0-1-176 0,-15 6-80 15,23-6 0-15,-23 6-18176 0</inkml:trace>
  <inkml:trace contextRef="#ctx0" brushRef="#br0" timeOffset="135734.5">8863 11550 23951 0,'1'-2'1056'0,"-1"0"224"0,1 0-1024 0,0-1-256 15,0 1 0-15,-1 1 0 16,1-1 1040-16,0-2 160 0,1-3 16 0,0-1 16 16,-1-1-80-16,1-1 0 0,0 3-16 0,0-2 0 0,0 2 432 0,0 0 96 15,0 2 0-15,-2-2 16 0,1 2-992 0,-1 0-208 0,-1 1-32 0,-2-1-16 16,-2 2-432-16,0 1 0 0,-2 2 0 0,0-2 0 16,-2 2 0-16,1 2 0 0,-1 0 0 0,-2 3 0 15,1 1 0-15,-2 3 0 0,0 2 0 0,-2 3 0 16,1 1 0-16,-1 1 0 0,0 3 0 0,0-1 0 15,2-1 0-15,1 0 0 0,3-2 0 0,0 0 0 16,1 2 0-16,2 0 0 16,2-2 0-16,1-1 0 0,2-14 0 0,0 0 0 0,0 0 0 0,0 0 0 0,0 0 0 0,0 0 0 15,40 19 0-15,-28-26 0 0,0-3 0 0,1-2 0 32,0 0 0-32,-1 0 0 0,-1 0 0 0,1-2 0 15,2-1 0-15,-1-2 0 0,-1-1 0 0,-1 2 0 16,-1 3 0-16,-4 0 0 0,1 1 0 0,-3 0 0 15,-1 5 0-15,-2 0 0 0,0 5 0 0,-2 0 0 16,-1 4 0-16,0 0 0 0,-1 3 0 0,1 2 0 16,-1 1 0-16,0 3 0 0,0-1 0 0,1 3 0 0,1-3 176 0,1 4-176 15,0-14 240-15,2 29-48 0,-2-29-16 16,0 0 0-16,11 36-48 0,-11-36 0 0,0 0 0 0,0 0 0 16,0 0-128-16,33 31 192 0,-33-31-192 0,0 0 192 15,39 2-192-15,-39-2 0 0,27-8 0 0,-14 1 0 16,1 0 0-16,-1-3 0 0,1 1 0 0,-2 0-12368 15,0-1-2432-15</inkml:trace>
  <inkml:trace contextRef="#ctx0" brushRef="#br0" timeOffset="136161.04">9212 11005 25791 0,'-5'5'1152'0,"2"0"224"0,1 2-1104 0,-1-2-272 15,2 2 0-15,-1-3 0 0,0 2 1328 0,-1 5 208 16,-3 8 32-16,0 7 16 0,-3 2-816 0,2 3-144 16,0-2-48-16,2-1 0 0,1 4 96 0,0 0 16 15,3 5 0-15,-1 1 0 0,1 4 0 0,1-3 0 16,-1-1 0-16,0-3 0 0,-1-3-496 16,0-3-192-16,1-3 176 0,1-26-176 0,0 40 128 0,0-40-128 0,2 26 0 0,-2-26 0 15,0 0 128-15,0 0-128 0,0 0 0 0,0 0 144 16,0 0 128-16,0 0 32 0,5-9 0 0,-4-1 0 15,0-4-112-15,0-1 0 0,2-3-16 0,1-2 0 16,1 2-176-16,1-2 0 0,1 4 0 0,0-2 0 16,1 5 0-16,2 1 0 0,0 3 0 0,0 0 0 15,0 4 0-15,-10 5 0 0,0 0 0 0,31 0 0 16,-31 0 0-16,0 0 0 0,0 0 0 0,30 27 0 16,-30-27 0-16,0 0 0 0,8 39 0 0,-8-39 0 0,-2 29 0 15,-2-12 0-15,1 0 0 0,-4 0 0 0,1-2 0 0,-3 0 0 16,0 1 0-16,0-2 0 0,-2-5 0 0,-1-1 0 15,1-1 0-15,0-3 0 0,-1-1 0 0,1-1 0 16,1-4 0-16,0 0 0 0,2-1 0 0,3-2 0 16,0-2-160-16,4 1-17936 15</inkml:trace>
  <inkml:trace contextRef="#ctx0" brushRef="#br0" timeOffset="136705.2">9438 11422 6383 0,'-8'-2'128'0,"3"2"48"0,2 0 0 0,0 0 16 15,1 2-192-15,0-2 0 0,0 1 0 0,-1 1 0 0,-2 3 2032 0,-1-1 368 16,2-1 80-16,1 2 16 16,2-3 464-16,3-2 112 0,2-2 0 0,1-1 16 0,3-2-576 0,2-2-112 31,2 0-32-31,1-3 0 0,2 1-1136 0,-1 0-224 0,3 1-48 0,-1 2-16 0,-1 0-464 0,-15 6-96 31,30-2 0-31,-30 2-16 0,0 0-224 0,37 15-144 0,-37-15 192 0,0 0-192 0,25 37 0 0,-25-37 0 16,7 36 0-1,-7-36 0-15,-2 40 0 0,-2-21 0 0,1 0 0 0,-3 0 0 0,2-4 0 0,-3-1 0 16,1 0 0-16,0-4 0 0,0-1 0 0,2-4 0 16,1-3 0-16,0-2 0 0,1 0 0 0,2-4 160 15,-1-2-160-15,2-5 128 0,1 1-128 0,1-4 0 16,2-3 0-16,0-1 128 16,2-2-128-16,1 0 0 0,0 0 0 0,1-3 0 15,0 1-944-15,1-1-112 0,1 1-32 0,0 0 0 0,1 4-1680 0,-1 1-352 16,1 1-64-16,1 3-16 15,-2 0 1616-15,0 3 320 0,0 3 64 0,-1-1 16 0,-1 4 1824 0,-1 0 352 0,-1 3 80 0,-7 1 16 32,0 0 1088-32,0 0 208 0,0 0 48 0,0 0 16 0,36 12-528 0,-36-12-128 15,0 0 0-15,0 0-16 0,0 0-1008 0,0 0-208 16,26 31-48-16,-26-31 0 0,0 0-352 0,0 0-160 16,0 0 128-16,0 0-128 0,0 0 0 0,0 0 0 15,0 0-192-15,31 26-18272 16</inkml:trace>
  <inkml:trace contextRef="#ctx0" brushRef="#br0" timeOffset="136907.1">9849 11439 17503 0,'-2'1'1552'0,"1"1"-1232"16,0-2-320-16,0 0 0 0,1 2 1792 0,-1-2 320 0,-2 2 48 0,-2 3 16 15,-1 2 704-15,-2 0 160 0,2 2 32 0,-2 1 0 16,3 4-1520-16,-2 0-288 0,2 1-64 0,-1 0-16 15,3 1-864-15,-1 0-192 0,2-1-128 0,2-15 192 16,-1 28-192-16,1-28 0 0,0 0 0 0,0 0 0 16,0 0 0-16,17 33 0 0,-17-33 0 0,0 0-18224 15</inkml:trace>
  <inkml:trace contextRef="#ctx0" brushRef="#br0" timeOffset="137239.91">10210 11474 16575 0,'5'-3'736'0,"-3"2"160"0,2-3-720 0,1 1-176 16,-3 0 0-16,-2 1 0 0,1 0 0 0,1-3-224 16,1-1 48-16,0-3 16 0,-2 0 544 0,-3 2 96 0,-2 2 32 0,-1-2 0 15,-3 5 2144-15,0 0 432 16,-1 0 96-16,-3 2 16 0,0 2-1120 0,-1 0-224 0,-1 2-32 0,0 1-16 15,-3 0-1296-15,1 3-256 16,0 0-48-16,1 2-16 0,0 2 64 0,1 0 0 0,2 0 0 0,1 2 0 16,3-2 112-16,2-2 16 0,1 1 16 0,5-11 0 15,-2 22 16-15,2-22 0 0,0 0 0 0,0 0 0 16,14 40-192-16,-14-40-32 0,0 0-16 0,0 0 0 16,41 33 16-16,-41-33 0 0,0 0 0 0,45 16 0 15,-45-16-64-15,33 5-128 0,-33-5 192 0,35 1-64 16,-35-1-128-16,33-3 0 0,-33 3 0 0,30-6-18736 15</inkml:trace>
  <inkml:trace contextRef="#ctx0" brushRef="#br0" timeOffset="138126.15">10438 11422 11967 0,'-1'-2'1072'0,"0"1"-864"0,0 1-208 0,0 0 0 16,1 0 1344-16,-1-1 208 0,0 1 48 0,-2 0 16 15,-1-2 256-15,1 2 48 0,0 2 16 0,2-2 0 16,-1 2 752-16,2 0 128 0,1 1 48 0,0-1 0 16,-1-2-1968-16,0 0-400 0,0 0-80 0,0 0-16 15,0 0 304-15,38 12 64 0,-38-12 16 0,0 0 0 16,40-2-288-16,-40 2-64 0,33-4-16 0,-33 4 0 16,37-6-224-16,-18 1-64 0,-19 5 0 0,35-6 0 15,-35 6-128-15,28-3 0 0,-28 3 0 0,0 0 0 16,29-3 0-16,-29 3 0 0,0 0-192 0,0 0 192 15,0 0-1184-15,0 0-112 16,0 0-32-16,0 0-15552 0</inkml:trace>
  <inkml:trace contextRef="#ctx0" brushRef="#br0" timeOffset="138331.42">10432 11555 13823 0,'-3'3'608'0,"1"-3"128"0,0 2-592 0,1-1-144 16,2 0 0-16,-1-1 0 0,0 1 2304 0,0 3 448 15,1-1 64-15,1 0 32 0,-2-3 32 0,0 0 0 16,0 0 0-16,0 0 0 0,0 0-1088 0,35 13-224 0,-35-13-32 0,0 0-16 16,34-2-976-16,-34 2-192 0,29-7-32 0,-29 7-16 15,29-5-304-15,-29 5 0 0,29-2 128 0,-29 2-128 16,27-3 0-16,-27 3 0 16,25-3 0-16,-25 3 0 0,0 0-160 0,0 0-32 0,26-2-16 0,-26 2-11840 15,0 0-2368-15</inkml:trace>
  <inkml:trace contextRef="#ctx0" brushRef="#br0" timeOffset="138538.24">10470 11709 6447 0,'-4'4'576'0,"2"-3"-576"0,1 1 0 0,0-2 0 0,1 1 3584 0,0 1 592 16,0-2 128-16,1 0 32 0,1 2-816 0,-2-2-176 15,0 0-16-15,0 0-16 16,0 0-1280-16,0 0-256 0,40 7-48 0,-40-7-16 0,0 0-1040 0,38-2-208 15,-38 2-32-15,31-5-16 0,-31 5-240 0,38-5-48 16,-38 5-128-16,37-6 192 0,-37 6-192 0,38-8 0 16,-20 4 0-16,1-3 0 15,-3 2-576-15,3 0-96 0</inkml:trace>
  <inkml:trace contextRef="#ctx0" brushRef="#br0" timeOffset="138837.79">11101 11075 20271 0,'-1'-3'896'0,"1"1"192"0,0 1-880 0,0 1-208 16,0 0 0-16,-1 1 0 0,0 1 1616 0,0 0 288 15,0 2 48-15,-1 2 16 0,-1 1-496 0,-1 4-80 16,1 1-32-16,0 0 0 0,1 2-464 0,0-2-80 16,2-12-32-16,-2 26 0 0,2-26-512 0,0 0-96 15,6 31-32-15,-6-31-10624 0,0 0-2128 0</inkml:trace>
  <inkml:trace contextRef="#ctx0" brushRef="#br0" timeOffset="139009.43">11262 11032 23039 0,'-1'-3'1024'0,"0"1"192"16,1 2-960-16,-1 0-256 0,0 2 0 0,0-2 0 15,0 3 1536-15,-2 1 272 0,0 3 48 0,-2 5 16 0,-1 2-80 0,1 4-32 16,-1 2 0-16,2-1 0 0,0 0-800 0,2-2-176 0,0 1-16 0,2-18-16 15,2 32-416-15,-2-32-80 16,0 0 0-16,0 0-17760 16</inkml:trace>
  <inkml:trace contextRef="#ctx0" brushRef="#br0" timeOffset="139829.07">11480 11302 22111 0,'0'-5'1968'0,"0"2"-1584"0,0 1-384 0,0 2 0 15,0 0 1600-15,-1 0 224 0,0-1 48 0,-1-2 16 16,-1 2 96-16,-1 1 0 0,2 3 16 0,-3 2 0 15,0 5-992-15,0 2-208 0,0 4-32 0,1 3-16 16,0 2-368-16,0 5-64 0,1-2 0 0,0 1-16 16,-1 1-304-16,0-2 128 15,0 0-128-15,1-5 0 0,3-19 0 0,-6 36 0 0,6-36 0 0,-2 28 0 16,2-28 0-16,0 0 0 0,0 0 0 0,0 0 0 16,0 0 0-16,0 0 0 0,0 0 0 0,0 0 0 15,32 3 0-15,-23-15 0 0,1-3 0 0,1-1 0 16,1-1 0-16,1-2-224 0,0-2 64 0,1-1 16 15,-1 1-576 1,1 0-112-16,-1-1-32 0,-2 2 0 0,1 2 544 0,-1 0 128 0,-1 3 0 0,-2 4 16 16,0 1 448-16,-3 3 96 0,0 4 16 0,-2 1 0 0,-2 4 240 0,0 1 48 15,-2 4 16-15,1-7 0 0,-3 21-304 0,0-6-48 16,-2 1-16-16,2 3 0 0,3-19-192 0,-6 31-128 16,6-31 160-16,-5 38-160 0,3-21 0 0,2-17 128 0,-1 33-128 0,1-33 0 15,0 0 0-15,4 31 0 16,-4-31 0-16,0 0 0 15,0 0 0-15,0 0 128 0,0 0-128 0,38 7 0 0,-27-14 208 0,-1-2 0 16,3-1 0-16,-1-4 0 0,1 0-80 16,0-1 0-16,-1-2-128 0,0-1 192 0,0 0-192 0,-2 0 0 15,1-1 0-15,-2 2 0 0,0 3 0 0,-2 0 128 16,0 0-128-16,-2 4 0 0,0 0 0 0,-1 3 0 16,-2 0 0-16,1 3 0 0,-1-1 0 0,-1 0 0 15,0 3 0-15,-1-3 0 16,0 3-400-16,0-1-80 0</inkml:trace>
  <inkml:trace contextRef="#ctx0" brushRef="#br0" timeOffset="140261.64">12042 11297 24879 0,'1'-2'1088'0,"0"1"256"0,0-1-1088 0,0 0-256 15,-1 2 0-15,0-2 0 0,-1 1 0 0,0-1 0 16,-1 0 0-16,0-1 0 0,-3 3 0 0,0-1 160 15,-1 2-160-15,-1 2 128 0,0 1 512 0,0 1 80 16,0 2 32-16,1 2 0 0,-1 0-144 0,0 4-32 0,0 0 0 0,1 2 0 31,1 2-448-31,0 2-128 0,1 0 0 0,4-19 0 16,-6 35 576-16,6-35 32 0,-2 36 16 0,2-36 0 16,3 34 416-16,-3-34 96 0,0 0 16 0,0 0 0 15,19 38-416-15,-19-38-80 0,0 0-16 0,0 0 0 0,39-1-384 0,-27-6-64 16,1-2-32-16,0 0 0 0,1-3 96 0,-1 0 32 15,0-3 0-15,0 1 0 0,-1-3-288 0,-2-1 160 16,-1-1-160-16,-2 2 128 0,-3 0-128 0,-1 0 0 16,-2 3 0-16,-4 2 0 0,-1-1 0 0,-1 5 0 15,-3-1 0-15,-2 1 0 0,-3 4 0 0,-1 2 0 0,0 0 0 0,-3 4 0 16,1 1 0-16,0 1 0 0,1 3 0 0,2 0 0 16,2 2 0-16,2 1 0 0,1 0 0 0,1-1 0 15,3 0 0-15,4-9 0 0,-4 19 0 0,4-19 0 16,0 0 0-16,0 0 0 0,0 0 0 15,0 0 0-15,29 27-448 0,-29-27-64 0,0 0 0 0,38-3-16944 32</inkml:trace>
  <inkml:trace contextRef="#ctx0" brushRef="#br0" timeOffset="140628.22">12262 11342 17503 0,'13'-7'768'0,"-3"2"176"0,-2 3-752 0,-3-3-192 0,-3 3 0 0,-1 1 0 15,1-1 2800-15,1 0 528 0,1-2 96 0,2 0 32 16,-2 0-880-16,-2 0-160 0,-3 3-48 0,-2-1 0 15,-2 2-1408-15,0 3-272 0,-2 1-64 0,0 0-16 16,-1 2-336-16,0 1-64 0,1 2-16 0,-1 1 0 16,2 1-192-16,0 1 128 0,1 1-128 0,0 3 0 0,5-16 0 0,-6 33 0 15,6-33 0-15,-2 33 0 0,2-33 0 0,0 0 128 16,6 36-128 0,-6-36 0-16,0 0 192 0,0 0-16 0,0 0 0 0,35 18 0 0,-35-18-176 0,19-4 0 15,-8-3 0-15,-1 0 0 0,2-3 0 0,-1 0 0 0,1-1 0 16,-1-1 0-16,-1 0 0 0,1-2 0 0,-1 2 0 0,-1-2 0 31,1 2 0-31,-3-3 0 0,1 1 0 0,-2 2 0 0,-1 0 0 0,-3 1 0 0,-1 2 0 0,-2 0 0 31,0 1 0-31,-4-1 0 0,-2 1 0 0,0 1 0 0,-3 0 0 0,-2 2 0 16,-1 0 0-16,0 3 0 0,-2 4 0 0,1 1 0 16,1 4 0-16,0-2 0 0,0 3 0 0,3 0 0 15,2-3 0-15,0 2 0 0,4 0 0 0,1-2 0 16,3-5 0-16,0 0 0 15,0 0-496-15,0 0-16 0,0 0-16 0,0 0 0 16,0 0-1888-16,31 31-368 0</inkml:trace>
  <inkml:trace contextRef="#ctx0" brushRef="#br0" timeOffset="141160.42">12559 11410 24879 0,'0'0'1088'0,"0"0"256"0,0 0-1088 0,17-4-256 16,-17 4 0-16,0 0 0 0,4-5 2240 0,0 0 384 15,2 1 64-15,2-6 32 0,1 0-864 0,1-3-160 16,-1 3-32-16,-1-4-16 0,0 2-1104 0,-1 0-224 0,-1 0-32 0,0 0-16 31,-2 1-272-31,-1 1 160 0,-3 0-160 0,0 3 128 16,-3 2-128-16,-2 1 0 0,-1 0 0 0,-2 4 0 16,-1 2-176-16,-1 1-16 0,-1 3 0 0,-2 0 0 15,1 3-32-15,0 0-16 0,0 2 0 0,1 1 0 16,1 0 240-16,0 2-144 0,1 1 144 0,0 1-128 15,1 1 128-15,1-1 0 0,1 2 0 0,6-18 0 0,-9 34 0 0,9-34 176 16,-3 27-48-16,3-27 0 0,0 0 112 0,0 0 16 16,17 31 0-16,-17-31 0 0,0 0-80 0,0 0-16 15,38 0 0-15,-38 0 0 0,23-10-160 0,-11 1 0 0,1 2 144 16,1-3-144-16,0-3 0 0,0 0 0 0,-1-1 0 0,0 0-128 16,0-1-112-16,-1-2-16 0,0 1 0 0,-1 0 0 15,-3-4-48-15,1 4-16 0,-1-5 0 0,-1 2 0 16,1-3-48-1,-2 1-16-15,-2-2 0 0,0 1 0 0,-1 0 256 0,-2-1 128 16,-2 2-160-16,-1-3 160 0,-1-1 0 0,-1 0 208 16,-1 3-16-16,1 1 0 0,0 3 272 0,1 5 48 15,1 2 16-15,0 4 0 0,2 0-160 0,-1 6-48 16,0-1 0-16,0 2 0 0,1 0-96 0,0 0-32 16,0 0 0-16,-1 38 0 0,1-38-64 0,2 40 0 0,-2-40-128 0,5 55 192 15,-5-55-192-15,5 57 144 0,-2-19-144 0,-1 4 128 16,0 1 64-16,0 1 16 0,-1-1 0 0,1-2 0 15,-1-5 0-15,2-1 0 0,-1-2 0 0,-2-33 0 16,7 53-208-16,-7-53 0 0,8 38 0 0,-8-38 0 16,0 0-304-16,0 0-96 0,0 0-32 0,0 0-19008 15</inkml:trace>
  <inkml:trace contextRef="#ctx0" brushRef="#br0" timeOffset="141498.68">13112 10820 11967 0,'-1'0'1072'0,"0"0"-864"16,0 2-208-16,0-2 0 0,0 3 2592 0,0-1 480 0,0 1 80 0,-2 1 32 15,3-4 256-15,-8 20 48 0,1-6 16 0,-2 2 0 16,2 3-1760-16,-2-1-336 16,-1 2-80-16,1 1-16 0,2-3-800 0,-1-1-176 15,8-17-16-15,-9 25-16 0,9-25-304 0,0 0 0 0,0 0 0 0,-6 21 0 0,6-21-160 0,0 0-96 16,0 0 0-16,10-9-18096 15</inkml:trace>
  <inkml:trace contextRef="#ctx0" brushRef="#br0" timeOffset="141643.03">13155 10848 21359 0,'3'-2'464'0,"-2"1"112"0,0 2 0 0,0-1 32 0,-1 2-480 0,0-2-128 0,0 0 0 0,0 0 0 15,0 0 2944-15,-8 29 576 0,8-29 128 0,-12 33 0 16,2-11-1888-16,0-4-384 0,0 4-80 0,0-5-16 0,0 0-768 0,2-1-176 15,1-4-16-15,7-12-18048 16</inkml:trace>
  <inkml:trace contextRef="#ctx0" brushRef="#br0" timeOffset="143758.5">13506 11311 24879 0,'5'0'2208'0,"-1"-3"-1760"15,-1 3-448-15,-3 0 0 16,1 0 1376-16,0 0 192 0,2-2 32 0,1 0 16 0,2 0 0 0,0-3 0 31,1 2 0-31,-3-1 0 0,1-1-592 0,-1 0-112 0,-1 1-16 16,1-2-16-16,0 2-432 0,0-3-64 0,-1 0-32 0,0-1 0 16,0 2-352-16,-1-2 128 0,-1-1-128 0,-1 2 0 15,0-1 0-15,-3 2 0 0,0 1 0 0,-2-1 0 16,-2 2 0-16,-1-1 0 0,-2 3 0 0,-1 0 128 15,-2 2-128-15,-2 0 0 0,-1 4 0 0,-1 2 0 0,0 3 0 16,3-1 0-16,0 3 0 0,0-1 0 0,1 6 0 0,0-2 0 16,0 3 0-16,3 2 0 0,0-1 0 0,3 0 0 15,0 2 0-15,3 0 0 0,4-20 0 0,-6 38 0 16,6-38 0-16,0 35 0 0,0-35 0 0,0 0 0 0,0 0 0 16,22 38 0-16,-22-38 0 0,0 0 0 0,33-3 0 0,-19-5 0 15,1 0 0-15,0-4 0 0,-2 0 0 0,2 0 0 16,-1-4 0-16,0 0 0 0,-1-1 0 0,-2 2 0 15,-2 1 0 1,0 0 0-16,-3 2 0 0,-2 0 0 0,0 3 0 0,-3 2 0 0,-2 0 0 0,0 3-128 16,-2 1 128-16,0 3 0 0,-1 0 0 0,0 3 0 0,-1 1 0 0,1 3 0 31,-2 0 0-31,1 4 0 0,2-1 0 0,-1 2 0 16,4-12 0-16,-5 28 128 0,5-28-128 0,-1 27 192 15,1-27-64-15,0 0 0 0,0 0-128 0,5 37 176 0,-5-37-176 16,0 0 192-16,0 0-192 0,0 0 192 0,0 0-192 0,0 0 192 15,37 22-192-15,-37-22 0 0,0 0 0 0,21-7 0 16,-21 7 0-16,13-5 0 0,-5-2 0 0,-1 2 0 16,2-2 0-16,-2-2-144 0,2-1 144 0,2 0-208 15,0-2-1136-15,0 1-240 0,0-1-32 0,0 0-16 16,0 0-992-16,0-2-192 0,-1 0-32 0,-1 0-16 16,-1 1 1488-16,1-1 288 0,-1 0 64 0,0 2 16 0,0 0 1744 0,-3 4 352 15,0 2 64-15,-2 2 0 0,-1 4 1024 16,-2 0 192-16,0 3 32 0,-1 3 16 0,-2 1-832 0,0 3-176 0,-1-1-16 15,0 3-16-15,-1 2-832 0,-1 4-160 0,-1 0-48 0,1 3 0 32,0-1-144-32,0 0-16 0,0 0-16 0,1-2 0 15,5-18-16-15,-7 31 0 0,7-31 0 0,-5 24 0 16,5-24-144-16,0 0 0 0,0 0 144 0,-4 23-144 16,4-23 0-16,0 0 0 0,0 0 0 0,0 0 0 0,8-8 0 0,-5 2 0 15,0-3 0-15,2-2 0 0,0 1 0 0,0-5 0 16,1 1 0-16,0-2 0 0,2 1 0 0,0-1 0 15,0-1 0-15,-1 0 0 0,0 1 0 0,2-1 0 16,-1-2 0-16,0 4 0 0,-1 2 0 0,2 1 0 16,1 0 0-16,2 0 0 0,-2 6 0 0,-1 1 0 0,-1 4 0 0,-8 1 0 15,0 0 0-15,0 0 0 0,0 0 0 0,36 29 0 16,-36-29 0-16,0 0 0 16,12 43 0-16,-12-43 0 0,3 36 0 0,-3-36 0 15,1 38 128-15,-1-38-128 0,-3 37 160 0,3-37-32 16,-2 33-128-16,2-33 192 0,0 0-192 0,-1 36 0 0,1-36 0 0,0 0 0 0,0 0 0 0,0 0 0 15,0 0 0 1,0 0 0-16,0 0 0 0,0 0 0 0,0 0 0 0,0 0-12672 16,0 0-2544-16</inkml:trace>
  <inkml:trace contextRef="#ctx0" brushRef="#br0" timeOffset="144553.12">14197 11344 15663 0,'2'0'688'0,"0"-1"144"0,-1 0-656 0,0 1-176 15,1 0 0-15,-1 0 0 0,0 0 2048 0,0-2 384 16,2 2 80-16,-3 0 16 0,0 0 272 0,0 0 48 16,0 0 16-16,0 0 0 0,19-3-1104 0,-16 0-224 15,1 1-32-15,-1 0-16 0,1 0-896 0,0-3-176 16,0 0-32-16,0-2-16 0,1 1-224 0,-1-2-144 0,-2 1 192 0,0-1-192 15,0 2 0-15,-2-2 0 0,0-1 0 0,-2 3 0 16,0 0 0-16,-1-1 0 0,-2 2 0 0,-2-2 0 16,-2 5 0-16,1-3 0 0,0 3 0 0,-3 1 0 15,0 1 0-15,-2 0 0 0,-1 0 0 0,1 3 0 16,0-1 0-16,1 3 0 0,2 0 0 16,0 0 0-16,0 1 0 0,0 2 0 0,1 1 0 0,1 0 0 0,1 1 0 15,2 0 0-15,0-1 0 0,5-9 0 0,-6 24 0 0,6-24 0 16,0 0 0-1,0 40 0-15,0-40 0 0,0 0 0 0,11 48 0 0,-11-48 0 16,0 0 0-16,15 37 128 0,-15-37-128 0,0 0 0 16,0 0 240-16,34 29-64 0,-34-29-16 0,0 0 0 15,29 2-160-15,-29-2 0 0,19-7 144 0,-11 3-144 0,2-4 0 16,-1 2 0-16,0-3 0 0,0-2 0 16,-1 2 0-16,0-3 0 0,2-2 0 0,-2-1 0 15,0 0 0-15,0-2 0 0,-1-2 0 0,1 0 0 0,-1-1 0 16,0-1 0-16,0 0 0 0,-2-3 0 0,1-2-320 0,0 0 32 15,-3-2 0-15,1-1 0 0,-1 1 96 0,-1-1 32 16,-1-1 0-16,0 1 0 0,-1 1 160 0,1 4 0 16,-1 3 0-16,-1 4 0 0,1 3 0 0,-1 4 0 0,0 3 0 0,-1 2 0 15,0 3 192-15,0 4-16 0,0 1-16 0,-2 1 0 16,1 6 16-16,-1 2 0 0,-1 4 0 0,1 6 0 16,1 2-48-16,0 4-128 0,1 5 192 0,1 0-64 15,1 1-128-15,1-2 0 0,0 2 144 0,0-4-144 16,-1-30 208-16,3 56-16 0,-3-56-16 0,4 57 0 15,-4-57-176-15,4 49 0 0,-4-49 144 0,7 38-144 0,-7-38 0 16,0 0 0-16,8 36 0 0,-8-36 0 0,0 0-176 0,0 0-48 16,0 0-16-1,0 0-19008-15</inkml:trace>
  <inkml:trace contextRef="#ctx0" brushRef="#br0" timeOffset="145517.67">14969 11309 15663 0,'2'-1'1392'0,"-1"1"-1120"15,0 0-272-15,0 0 0 0,0 0 2080 0,-1 0 352 16,2 0 80-16,1 0 16 0,-1 0 160 0,-2 0 16 16,0 0 16-16,0 0 0 0,0 0-992 0,0 0-192 15,0 0-32-15,24-3-16 0,-20 2-848 0,0-3-160 16,0-2-32-16,0 0-16 0,2-2-240 0,-2 1-64 15,1-2 0-15,0-1 0 0,-2 0-128 0,0-3 0 0,-1 3 0 0,-2-2 0 16,0 0 0-16,-2 3 0 0,-1-2 0 0,-2 1 0 16,-2 3 0-16,-2 1 0 0,-1 3 0 0,-2 2 0 15,-1 2-224-15,-2 3 80 0,1 5 16 0,-2 1 0 16,2 1 128-16,0 2 0 0,1 3-144 0,0 3 144 16,0 4 0-16,2 1 0 0,-1 4 0 0,3-1 0 15,2 1 0-15,0-2 0 0,3-2 0 0,4-24 0 16,-4 38 0-16,4-38 0 0,0 0 0 0,0 0 0 15,12 36 0-15,-12-36 0 0,0 0 128 0,25-1-128 16,-15-5 160-16,2-2-160 0,1-3 192 0,1-1-192 0,1-1 160 16,-1-1-160-16,0 0 128 0,-1 0-128 0,-2-2 0 15,0 1 0-15,-2-2 0 0,-1 3 0 0,-3 2-256 0,-1 1 32 16,-1 2 0-16,-2 3 0 0,0 2 224 0,-1 1 0 16,-1 3 0-16,1 0-144 0,-1 3 144 0,0-1 0 15,1-2 0-15,0 0 0 0,-1 28 128 0,1-28 0 16,0 0 0-16,5 41 0 0,-5-41 96 0,0 0 32 15,16 43 0-15,-16-43 0 0,0 0-64 0,26 32-16 16,-26-32 0-16,0 0 0 0,35 18-176 0,-35-18 0 16,0 0 0-16,38 4-12704 15,-38-4-2576-15</inkml:trace>
  <inkml:trace contextRef="#ctx0" brushRef="#br0" timeOffset="146001.82">15811 10878 11055 0,'0'-5'976'0,"0"2"-784"15,0 3-192-15,0-2 0 0,0 2 1856 0,-1 0 336 16,0-3 64-16,0-1 16 0,0-1 352 0,-1 0 64 16,0-1 0-16,0 1 16 0,0 2-464 0,1 0-112 15,1 1-16-15,-2 1 0 0,1 0-864 0,-1 2-176 16,1 0-48-16,-2 2 0 0,0 2-608 0,0 3-128 15,-3 2-32-15,0 4 0 0,0 0-128 0,-1 6-128 16,-3 6 192-16,0 5-192 0,-1 4 128 0,-1 3-128 16,1-2 0-16,0 2 0 0,1 0 0 0,0-1 0 15,3 1 0-15,0-4 0 0,5-1 224 0,-1-5-64 16,3-28-16-16,4 46 0 0,-4-46-144 0,0 0 0 16,14 44 144-16,-14-44-144 0,0 0 0 0,0 0 0 15,38 12 0-15,-24-17 0 0,1-3 0 0,2-3 0 0,0-3 0 16,2-2 0-16,2-1-256 0,3-4-80 0,0 1-16 0,0 0 0 31,-6 3-1296-31,2-1-256 0,0 0-48 0,-1-1-14304 0</inkml:trace>
  <inkml:trace contextRef="#ctx0" brushRef="#br0" timeOffset="146176.09">16026 11072 3679 0,'-2'-3'320'16,"0"1"-320"-16,2 0 0 0,0 1 0 15,0 1 2880-15,1 0 512 0,-1-2 112 0,0-2 16 16,1-1 640-16,1 1 128 0,0 1 16 0,3-2 16 0,0 2-1760 0,-5 3-336 15,16-2-80-15,-16 2-16 0,21-5-1200 0,-21 5-240 16,25-5-48-16,-25 5-16 0,25-4-416 0,-25 4-80 16,23-4 0-16,-23 4-128 0,19-4 0 0,-19 4 0 15,0 0-160-15,20-3-12288 16,-20 3-2464-16</inkml:trace>
  <inkml:trace contextRef="#ctx0" brushRef="#br0" timeOffset="146349.95">16105 11183 24879 0,'2'-3'1088'0,"-1"3"256"0,1-2-1088 0,-1 2-256 0,0 0 0 0,-1 0 0 15,1 0 2112-15,-1 0 384 0,0 0 64 0,0 0 0 16,0 0-704-16,0 0-128 0,3 36-48 0,-3-36 0 16,-8 26-1088-16,8-26-208 0,-12 36-64 0,6-18 0 15,-2 0-320-15,8-18 128 0,-13 34-128 0,13-34 0 16,-8 26 0-16,8-26-128 0,0 0 0 0,0 0-18176 15</inkml:trace>
  <inkml:trace contextRef="#ctx0" brushRef="#br0" timeOffset="146667.12">16391 11008 21183 0,'8'-5'944'0,"-4"0"192"0,-4 5-912 0,9-4-224 16,-9 4 0-16,0 0 0 15,0 0 2288-15,0 0 400 0,0 0 96 0,0 0 16 0,0 0-720 0,0 0-144 0,0 0-16 0,0 0-16 16,0 0-896-16,0 0-176 0,9 42-48 0,-18-30 0 16,1 1-480-1,-2 2-112-15,-1 4 0 0,-1 0-16 16,-1 3-176-16,2-3 0 0,-1 3 0 0,4-2 128 0,8-20-128 0,-12 34 0 15,12-34 0-15,-4 31 128 16,4-31-128-16,0 0 192 0,0 0-192 0,0 0 192 0,21 37-192 0,-21-37 0 0,0 0 0 0,22-2 0 16,-22 2-272-16,17-7-48 0,-8 0 0 0,-1 2 0 15,3-3-2288-15,-2-1-464 0</inkml:trace>
  <inkml:trace contextRef="#ctx0" brushRef="#br0" timeOffset="146904.04">16608 10953 32255 0,'1'-3'1424'0,"0"1"304"0,0 2-1392 0,-1 0-336 32,0 0 0-32,0 0 0 0,0 0 1440 0,0 0 224 0,0 0 32 0,0 0 16 0,-9 34-688 0,9-34-144 31,-14 32-32-31,5-12 0 0,0-2-544 0,-1 2-112 16,0 1-32-16,-1-2 0 0,2 0-160 0,-1 1 0 15,3-2 0-15,-1-2 128 0,8-16-128 0,-9 34 0 16,9-34 0-16,-5 37 0 0,5-37 0 0,-1 34 0 0,1-34 0 0,0 0 0 15,4 38 0-15,-4-38 0 0,0 0 128 0,0 0-128 16,0 0 0-16,0 0 0 0,0 0 0 0,0 0 0 16,0 0-320-16,30 16-64 0,-27-22 0 0,-2 0-11888 15,1 2-2384-15</inkml:trace>
  <inkml:trace contextRef="#ctx0" brushRef="#br0" timeOffset="147111.87">16231 11128 21183 0,'0'0'1888'0,"0"0"-1504"16,0 0-384-16,0 0 0 0,0 0 2736 0,0 0 464 15,0 0 112-15,0 0 16 0,40 26-896 0,-40-26-192 16,33 18-16-16,-33-18-16 0,38 13-1200 0,-38-13-240 16,40 4-64-16,-20-5 0 0,2-2-320 0,-2-2-80 15,0-1-16-15,-1-2 0 0,-1 1-288 0,1-2 0 16,-1 1 0-16,-1 0 0 15,1 0-704-15,-2 3-112 0,-1-3-16 0,-1 2-18144 0</inkml:trace>
  <inkml:trace contextRef="#ctx0" brushRef="#br0" timeOffset="147444.26">16659 11200 29487 0,'0'0'1296'0,"0"0"288"0,0 0-1264 0,0 0-320 0,0 0 0 0,0 0 0 15,0 0 1744-15,0 0 304 0,35 4 48 0,-35-4 16 0,31-2-1104 0,-31 2-224 16,35-5-32-16,-17 0-16 0,-1 3-352 0,-1-3-80 16,1 0-16-16,-2 1 0 0,-1-1-288 0,-2 0 0 15,-1 1 128-15,-1-1-128 0,-2-1 0 0,0 0 0 16,-3 1 0-16,0 1 0 0,-5 4 0 0,5-10 0 16,-5 8 0-16,-3-3 0 15,0 0 0-15,-3 1 0 0,-2-1 0 0,-2 2 0 0,0 1 0 0,-4 2 128 16,-4 0-128-16,-1 3 0 0,-3 4 192 15,2 0-192-15,1 4 192 0,2-1-192 0,3 2 128 0,2 0-128 0,3 2 0 0,-1 0 0 16,10-14 320-16,-12 33 0 0,12-33 0 0,-4 33 0 16,4-33 336-16,0 0 80 0,8 44 16 0,-8-44 0 15,0 0-144-15,30 23-32 0,-30-23 0 0,32 2 0 16,-12-4-400-16,-1-3-176 0,1-2 128 0,1 0-128 31,-2-3-368-31,0 1-144 0</inkml:trace>
  <inkml:trace contextRef="#ctx0" brushRef="#br0" timeOffset="149151.68">17417 10809 9215 0,'3'-12'816'0,"-1"5"-656"0,1-1-160 0,-1 2 0 15,-1 3 1088-15,-1 0 176 0,1 1 32 0,0 0 16 0,1-6 1136 0,0 2 240 16,-1-2 32-16,0 4 16 0,-2 2-864 0,0 4-160 16,-1 3-48-16,2-5 0 0,-9 22-512 15,9-22-96-15,-10 32-32 0,10-32 0 0,-10 40-448 0,10-40-112 16,-8 41-16-16,8-41 0 0,-4 38-320 0,4-38-128 15,0 0 0-15,1 41 144 0,-1-41-144 0,0 0 0 16,0 0 0-16,0 0 0 16,0 0-608-16,0 0-96 0</inkml:trace>
  <inkml:trace contextRef="#ctx0" brushRef="#br0" timeOffset="149291.94">17558 10754 16575 0,'0'-2'1472'0,"1"0"-1168"0,0 2-304 16,-1 2 0-16,0 0 1664 0,0-1 288 15,0 2 48-15,0-3 16 0,0 0 192 0,0 0 32 0,-7 46 16 0,7-46 0 16,-10 40-1216-16,10-40-240 0,-10 42-48 0,10-42-16 16,-7 38-480-16,7-38-80 0,0 0-32 0,-1 44-15680 15</inkml:trace>
  <inkml:trace contextRef="#ctx0" brushRef="#br0" timeOffset="150007.82">17597 11248 14735 0,'-2'0'1312'0,"1"0"-1056"0,1 2-256 0,1-2 0 15,0 0 1120-15,1 0 160 0,-1-1 48 0,2 1 0 16,2-1 1232-16,1 0 256 0,4-2 64 0,1 0 0 16,1 0-768-16,1 0-160 0,4-1-32 0,0 1 0 15,3-2-768-15,1 0-176 0,3 1-16 0,-2-3-16 0,2 2-560 0,-4 0-128 16,-1 0 0-16,-4-1-16 0,1 0-240 0,-3 2 0 15,0-3 0-15,-3 2 0 0,-1 0 0 0,0 0-288 16,-2 1 32-16,-2-1-11776 16,-1 2-2368-16</inkml:trace>
  <inkml:trace contextRef="#ctx0" brushRef="#br0" timeOffset="150258.17">17834 11082 11967 0,'-8'-6'528'0,"2"2"112"0,2-1-512 0,0 2-128 0,3 1 0 0,0 1 0 16,0 0 1648-16,0-1 288 0,-2-1 64 0,1 0 16 15,0 1 224-15,0 2 32 0,2 0 16 0,0 0 0 16,0 0-272-16,-4 40-48 16,4-40-16-16,-3 38 0 0,3-38-816 0,-5 48-176 0,5-48-16 0,-8 45-16 15,1-19-400-15,-1 1-80 16,-1 1 0-16,1-4-16 0,0 1-160 0,8-25-16 0,-12 43-16 0,12-43 0 16,-7 29-240-16,7-29 144 0,0 0-144 0,0 0 128 15,0 0-128-15,0 0 0 0,19 35 0 0,-11-37 0 0,3-3 0 0,1-1 0 16,3-2 0-16,1-1 0 15,1 0-160-15,3-2-64 0,-1 2-16 0,2-1 0 16,0 1-2000 0,2-3-416-16</inkml:trace>
  <inkml:trace contextRef="#ctx0" brushRef="#br0" timeOffset="150686.76">18197 11264 18431 0,'0'0'1632'0,"0"0"-1312"15,6-3-320-15,-5 3 0 16,-1 0 2416-16,0 0 400 0,6-4 96 0,-3 1 16 0,4-2-480 0,-1-2-80 0,2 0-32 0,-1-2 0 15,1-1-1248-15,-1 0-240 16,0-1-48-16,-2-1-16 0,2-2-464 0,-3 2-112 16,1-3-16-16,-2 1 0 0,-3 0-192 0,-2 0 0 0,-1 2 0 0,-1 2 0 15,-2 1 0-15,-2 2 0 16,-1 6 0-16,-3 2 0 0,-1 4 0 0,-3 4 0 16,1 2 0-16,-2 2 0 15,1 4 0-15,1 2 0 0,0 0-128 0,1 2 128 0,1 0 0 0,1 0 0 16,0 2 0-16,2 0 0 0,2-2 0 0,8-21 0 0,-10 36 0 0,10-36 0 15,0 0 176-15,1 34-16 0,-1-34 0 0,0 0 0 16,0 0-160-16,27 6 192 0,-17-11-192 0,2-2 192 16,2-2-192-16,0-3 128 0,1 0-128 0,0-2 128 15,0-1-128-15,-2 2 0 16,-2 0 0-16,0-1 0 0,1-2 0 0,-2 1 0 0,-1 1 0 0,-3 0 0 16,0 2 0-16,-2 2-176 15,-2 3 176-15,-1 2-128 0,0 2 128 0,-2 3 0 16,1 0 0-16,0 0 0 0,0 0 0 0,0 0 0 15,-6 34 0-15,6-34 0 0,0 0 192 0,-3 38 0 16,3-38 16-16,0 0 0 0,7 47 0 0,-7-47 0 0,0 0 0 16,15 36 0-16,-15-36-32 0,0 0-16 0,29 22 0 0,-29-22 0 15,24 2-160-15,-24-2 0 0,26-7 0 0,-12 1 0 32,-1-3-448-32,1-2-64 0,0-3 0 0,1 0-12112 0,-1-1-2416 0</inkml:trace>
  <inkml:trace contextRef="#ctx0" brushRef="#br0" timeOffset="150924.14">18571 11061 15199 0,'8'-39'320'0,"-4"25"80"0,-3 4 16 0,0 5 32 0,0 1-448 0,0 0 0 0,1-6 0 0,2-6 0 16,1-7 4272-16,2 0 768 0,-1 4 144 0,0 5 48 0,-1 4-2736 0,-1 5-528 15,-1 3-112-15,-3 2-32 16,0 0-1088-16,0 0-224 0,0 0-32 0,8 47-16 0,-8-47-256 0,-2 37-48 16,2-37-16-16,-7 47 0 0,1-19-144 0,0 0 160 15,-1 6-160-15,-2-2 160 0,0 2-160 0,0-3 0 16,-2 2 0-16,1-2 128 0,1 2-128 15,0-3 0-15,0 0 0 0,3-4 0 0,6-26 0 0,-8 44 0 16,8-44 0-16,0 0 0 0,6 34 0 0,-6-34 0 16,0 0 0-16,0 0 0 0,22-10 0 0,-14-2-272 15,1-1 64-15,0-2 16 16,0-2-1312-16,-2 0-256 0</inkml:trace>
  <inkml:trace contextRef="#ctx0" brushRef="#br0" timeOffset="151128.75">18466 11105 26719 0,'-15'9'1184'0,"7"-4"240"0,2 0-1136 0,1-1-288 0,3-1 0 0,0 0 0 16,2-3 2048-16,0 0 336 0,0 0 80 15,-9 28 16-15,9-28-640 0,0 0-128 0,0 0-32 0,31 23 0 16,-31-23-656-16,39-5-128 0,-14-3-16 0,1 0-16 16,1-4-480-16,-1 2-80 0,1-1-32 0,0-1 0 15,-1 3-272-15,0-1 0 0,-3 3 0 16,-2 1 0-16,-2 1-224 0,-1 1 0 0,0 0 0 0,-18 4 0 15,30-5-784-15,-30 5-144 0,24 0-48 0,-24 0-17552 16</inkml:trace>
  <inkml:trace contextRef="#ctx0" brushRef="#br0" timeOffset="151625.32">18905 11193 31327 0,'0'0'1392'0,"0"0"272"0,0 0-1328 0,0 0-336 15,0 0 0-15,0 0 0 0,0 0 1456 0,0 0 208 0,0 0 64 0,31 2 0 16,-23-5-640-16,2-1-128 0,-2-1-32 0,-1-1 0 16,1 0-608-16,-2-1-112 0,2-3-16 0,-3 1-16 15,-1 0-176-15,-1 1 0 0,-1-1 0 0,-3 2 128 16,0-2-128-16,-2 4 0 0,-1-2 0 0,-1 3 0 16,-1 1 0-16,-1 0 160 0,-2 4-160 0,-1 3 160 15,0-2-160-15,-1 5 0 0,1 3 144 0,-2-1-144 16,3 2 0-16,0 0 0 0,0 3 0 0,-1 0 128 15,10-14-128-15,-16 31 0 0,16-31 0 0,-12 33 0 0,12-33 0 0,-9 33 128 16,9-33-128-16,0 0 0 0,-2 36 224 0,2-36-32 16,0 0 0-16,0 0 0 0,0 0-192 0,0 0 144 15,30 23-144-15,-30-23 128 0,16-6-128 0,-8 0 0 16,1 0 0-16,0-2 0 16,0-1 0-16,0 0 0 0,0 0 0 0,-1-2 0 0,-1 2-448 0,1-2 48 15,-2-1 0-15,1 0 0 0,-2 2 64 0,-1-2 16 16,1 2 0-16,-2 4 0 0,-3-2 320 0,1 6-144 15,-2 0 144-15,1 2 0 16,0 0 0-16,0 0 0 0,0 0 192 0,-12 18-48 0,12-18 96 0,0 0 16 16,-11 35 0-16,11-35 0 0,-5 29 0 0,5-29 0 15,-3 32 0-15,3-32 0 16,0 0 32-16,3 42 16 0,-3-42 0 0,0 0 0 16,0 0-16-16,24 28 0 0,-24-28 0 0,0 0 0 0,30 0-288 0,-17-4 0 0,0-1 0 0,0-2 0 31,0-3-320-31,-1 1-160 15,1-3-32-15,0 0-18880 0</inkml:trace>
  <inkml:trace contextRef="#ctx0" brushRef="#br0" timeOffset="152190.81">19307 11046 23951 0,'0'0'2128'0,"0"0"-1696"16,0 0-432-16,0 0 0 16,0 0 2960-16,0 0 512 0,0 0 112 0,0 0 0 0,0 0-1920 0,0 0-400 31,0 0-80-31,14 44-16 0,-14-44-480 0,-7 36-112 15,7-36 0-15,-12 45-16 0,12-45-80 0,-14 45-16 16,14-45 0-16,-12 48 0 0,12-48-272 0,-11 42-64 16,11-42-128-16,-5 37 192 0,5-37-192 0,-2 29 0 15,2-29 0-15,0 0 0 0,0 0 0 0,4 36 0 16,-4-36 0-16,0 0 0 0,0 0 0 0,19-12 0 16,-13 0 0-16,2-2 0 0,0-1-416 0,0-3 32 0,0 1 0 0,-1-1 0 15,2-1 0-15,-2 2 16 16,1-2 0-16,0 0 0 0,0 0 240 0,0 0 128 0,-2 3-160 15,1 1 160-15,-2 4 0 0,1 1 0 0,-2 1 0 0,1 4 0 16,-5 5 224-16,0 0 32 0,0 0 16 0,0 0 0 16,0 0 48-16,0 0 16 0,0 0 0 0,0 0 0 15,12 40-80-15,-12-40 0 0,-4 29-16 0,4-29 0 16,-6 35-96-16,6-35-16 0,-8 38 0 0,8-38 0 16,-6 31 32-16,6-31 0 0,0 0 0 0,-6 35 0 0,6-35-160 15,0 0 0-15,0 0 0 0,0 0 128 0,0 0-128 0,0 0 0 16,0 0 0-16,0 0 0 0,0 0 0 0,13-11 0 15,-7-1 0-15,0 0 0 0,3-5 0 16,-1 1-224-16,1-3 80 0,3 0 16 16,0-3-304-16,0-1-48 0,0 1-16 0,1 2 0 0,-1 0 192 15,0 3 48-15,0 1 0 0,-1 4 0 0,0 0 256 0,-3 5 0 16,1 2 0-16,-9 5 0 0,0 0 0 0,0 0 0 16,0 0 0-16,0 0 0 0,0 0 0 0,25 28 272 15,-25-28-48-15,0 0-16 0,1 43 16 0,-1-43 0 0,-3 36 0 16,3-36 0-16,-4 40-48 0,4-40-16 0,-6 44 0 15,6-44 0-15,-8 39-32 0,8-39 0 0,-3 31 0 0,3-31 0 16,0 0-128-16,0 0 0 0,-2 31 0 16,2-31 0-16,0 0 0 0,0 0 0 0,0 0 0 0,4-7 0 15,-2 2 0-15,0-4-256 0,0-1 48 0,1 1 0 16,0-3-736 0,-1-2-144-16</inkml:trace>
  <inkml:trace contextRef="#ctx0" brushRef="#br0" timeOffset="152396.54">19815 10974 21183 0,'0'0'1888'0,"6"-4"-1504"0,-6 4-384 0,0 0 0 0,0 0 2816 0,0 0 512 16,0 0 80-16,0 0 32 0,0 0-976 0,23 23-192 15,-23-23-32-15,0 0-16 16,23 26-1072-16,-23-26-224 0,0 0-32 0,0 0-16 0,26 20-560 0,-26-20-96 15,0 0-32-15,0 0 0 0,0 0-352 0,0 0-80 16,0 0-16-16,19-1 0 16,-19 1-1248-1,0 0-256-15</inkml:trace>
  <inkml:trace contextRef="#ctx0" brushRef="#br0" timeOffset="152538.73">19843 11128 22111 0,'0'0'976'0,"0"0"208"0,0 0-944 0,0 0-240 0,0 0 0 0,0 0 0 16,0 0 1920-16,0 0 352 0,0 0 64 15,-3 34 16-15,3-34-16 0,0 0 0 0,-2 42 0 0,2-42 0 16,-4 34-1248-16,4-34-256 0,-6 38-64 0,6-38 0 16,-5 40-464-16,5-40-112 0,-1 33 0 0,1-33-16 15,0 0-176-15,3 36-144 0,-3-36 144 16,0 0-18832-16</inkml:trace>
  <inkml:trace contextRef="#ctx0" brushRef="#br0" timeOffset="152870.93">20277 10626 7359 0,'0'0'656'0,"0"0"-528"0,0 0-128 0,0 0 0 0,0 0 4400 15,0 0 848-15,0 0 160 0,0 0 32 0,0 0-1872 0,2 38-384 0,-2-38-80 0,-5 31-16 16,5-31-1552-16,-9 35-304 0,9-35-64 0,-9 31-16 0,9-31-576 0,0 0-128 16,-12 40-32-16,12-40 0 0,0 0-416 0,0 0 0 31,-10 31 0-31,10-31 0 0,0 0-304 0,0 0-144 0,0 0-16 0,0 0-18512 15</inkml:trace>
  <inkml:trace contextRef="#ctx0" brushRef="#br0" timeOffset="153010.95">20368 10642 33167 0,'0'0'1472'0,"0"0"304"0,0 0-1424 0,0 0-352 15,0 0 0-15,0 0 0 0,0 0 1344 0,0 0 208 16,13 34 48-16,-13-34 0 0,-3 41-704 0,3-41-144 0,-10 50-32 0,10-50 0 15,-17 46-208-15,17-46-32 0,-14 41-16 0,14-41 0 16,-11 29-464-16,11-29 0 0</inkml:trace>
</inkml:ink>
</file>

<file path=ppt/ink/ink1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49.003"/>
    </inkml:context>
    <inkml:brush xml:id="br0">
      <inkml:brushProperty name="width" value="0.025" units="cm"/>
      <inkml:brushProperty name="height" value="0.025" units="cm"/>
      <inkml:brushProperty name="color" value="#BB5B18"/>
      <inkml:brushProperty name="inkEffects" value="bronze"/>
      <inkml:brushProperty name="anchorX" value="0"/>
      <inkml:brushProperty name="anchorY" value="0"/>
      <inkml:brushProperty name="scaleFactor" value="0.5"/>
    </inkml:brush>
  </inkml:definitions>
  <inkml:trace contextRef="#ctx0" brushRef="#br0">15 1 919 0 0,'0'0'0'0'0,"0"0"80"0"0,0 0-93 0 0,-1 1 362 0 0,1-1 321 0 0,-1 1 111 0 0,0 0 260 0 0,0 0-642 0 0,-1 1 150 0 0,0 0 445 0 0,0 0-688 0 0,0 0 2 0 0,0 0 203 0 0</inkml:trace>
</inkml:ink>
</file>

<file path=ppt/ink/ink1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263"/>
    </inkml:context>
    <inkml:brush xml:id="br0">
      <inkml:brushProperty name="width" value="0.025" units="cm"/>
      <inkml:brushProperty name="height" value="0.025" units="cm"/>
      <inkml:brushProperty name="color" value="#BB5B18"/>
      <inkml:brushProperty name="inkEffects" value="bronze"/>
      <inkml:brushProperty name="anchorX" value="1320.70264"/>
      <inkml:brushProperty name="anchorY" value="1269.15466"/>
      <inkml:brushProperty name="scaleFactor" value="0.5"/>
    </inkml:brush>
  </inkml:definitions>
  <inkml:trace contextRef="#ctx0" brushRef="#br0">30 49 1327 0 0,'0'0'0'0'0,"0"0"120"0"0,0-2-140 0 0,1-1 40 0 0,-1 0 335 0 0,2-1 430 0 0,-1-1-530 0 0,1 1 264 0 0,1-2 451 0 0,0-1-431 0 0,-1 1-271 0 0,0 1-68 0 0,-1 2-205 0 0,-3 2 31 0 0,-1 4-324 0 0,-2 1-280 0 0,-2 3 314 0 0,-1 1 287 0 0,0-1-82 0 0,1-1 59 0 0,0-2-4879 0 0</inkml:trace>
</inkml:ink>
</file>

<file path=ppt/ink/ink1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0.192"/>
    </inkml:context>
    <inkml:brush xml:id="br0">
      <inkml:brushProperty name="width" value="0.025" units="cm"/>
      <inkml:brushProperty name="height" value="0.025" units="cm"/>
      <inkml:brushProperty name="color" value="#BB5B18"/>
      <inkml:brushProperty name="inkEffects" value="bronze"/>
      <inkml:brushProperty name="anchorX" value="652.41656"/>
      <inkml:brushProperty name="anchorY" value="620.38525"/>
      <inkml:brushProperty name="scaleFactor" value="0.5"/>
    </inkml:brush>
  </inkml:definitions>
  <inkml:trace contextRef="#ctx0" brushRef="#br0">30 14 455 0 0,'0'0'0'0'0,"-1"-1"184"0"0,0 0 196 0 0,-1 0-261 0 0,1 0 450 0 0,0 0-58 0 0,0 0 49 0 0,0 1 603 0 0,-1-1-271 0 0,1 0 68 0 0,-2 0 456 0 0,1 0-1304 0 0,0 0 734 0 0,0 0-635 0 0,-1 0-116 0 0,1 1-70 0 0,0-1-2 0 0,-1 1-259 0 0</inkml:trace>
</inkml:ink>
</file>

<file path=ppt/ink/ink1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1.791"/>
    </inkml:context>
    <inkml:brush xml:id="br0">
      <inkml:brushProperty name="width" value="0.025" units="cm"/>
      <inkml:brushProperty name="height" value="0.025" units="cm"/>
      <inkml:brushProperty name="color" value="#BB5B18"/>
      <inkml:brushProperty name="inkEffects" value="bronze"/>
      <inkml:brushProperty name="anchorX" value="1985.26807"/>
      <inkml:brushProperty name="anchorY" value="1914.22668"/>
      <inkml:brushProperty name="scaleFactor" value="0.5"/>
    </inkml:brush>
  </inkml:definitions>
  <inkml:trace contextRef="#ctx0" brushRef="#br0">28 0 1839 0 0,'0'0'0'0'0,"0"0"160"0"0,1 1-186 0 0,-1-1 444 0 0,1 0 338 0 0,-1 1-61 0 0,1 1 72 0 0,-2 0-290 0 0,0 2-317 0 0,-2-1-39 0 0,0 0-118 0 0,-1 0 85 0 0,0 0-35 0 0,1-1-63 0 0,-1 0 20 0 0,1-1-206 0 0,0 0 56 0 0,1 0-28 0 0,3 1-2484 0 0,-1-1 1551 0 0,0 0-204 0 0</inkml:trace>
</inkml:ink>
</file>

<file path=ppt/ink/ink1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3-10-23T08:36:52.247"/>
    </inkml:context>
    <inkml:brush xml:id="br0">
      <inkml:brushProperty name="width" value="0.025" units="cm"/>
      <inkml:brushProperty name="height" value="0.025" units="cm"/>
      <inkml:brushProperty name="color" value="#BB5B18"/>
      <inkml:brushProperty name="inkEffects" value="bronze"/>
      <inkml:brushProperty name="anchorX" value="2646.98975"/>
      <inkml:brushProperty name="anchorY" value="2517.01685"/>
      <inkml:brushProperty name="scaleFactor" value="0.5"/>
    </inkml:brush>
  </inkml:definitions>
  <inkml:trace contextRef="#ctx0" brushRef="#br0">10 0 1375 0 0,'0'0'0'0'0,"0"0"128"0"0,1 0-149 0 0,0 0 350 0 0,0 0 283 0 0,1 0-413 0 0,0 0 192 0 0,0 0 350 0 0,0 0-513 0 0,0 1-41 0 0,-1-1-43 0 0,0 0-27 0 0,-2 2-4 0 0,-1-1-131 0 0,0 1 36 0 0,-1 0-139 0 0,0 0-208 0 0,-1 1 229 0 0,0 0 101 0 0,1 0-28 0 0,1 0 27 0 0</inkml:trace>
</inkml:ink>
</file>

<file path=ppt/ink/ink183.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5:56:08.475"/>
    </inkml:context>
    <inkml:brush xml:id="br0">
      <inkml:brushProperty name="width" value="0.05292" units="cm"/>
      <inkml:brushProperty name="height" value="0.05292" units="cm"/>
      <inkml:brushProperty name="color" value="#7030A0"/>
    </inkml:brush>
  </inkml:definitions>
  <inkml:trace contextRef="#ctx0" brushRef="#br0">609 5704 23039 0,'-1'0'2048'0,"0"1"-1648"16,1 0-400-16,0-1 0 0,0 2 240 0,-1 1-48 15,0 0 0-15,-1 5 0 0,0 4 96 0,0 3 16 0,0 4 0 0,1 0 0 16,1-19 48-16,2 42 16 16,-2-42 0-16,5 45 0 0,-5-45 448 0,5 48 80 0,-5-48 32 0,6 54 0 15,-3-23 192-15,-2-2 32 16,1 1 16-16,-2 1 0 0,0-1-352 0,-1-1-80 0,0 0-16 0,0-7 0 15,1-22-528-15,0 36-192 0,0-36 144 0,0 0-144 16,0 0-128-16,0 0-128 0,0 0 0 0</inkml:trace>
  <inkml:trace contextRef="#ctx0" brushRef="#br0" timeOffset="300.5">564 5723 22111 0,'-4'-3'976'0,"2"2"208"16,1 0-944-16,1-1-240 0,1-1 0 0,0 1 0 0,2-1 592 0,1-1 80 15,2-4 16-15,3-3 0 0,3-4 96 0,2 0 32 16,3-3 0-16,2 0 0 0,0 2 16 0,2 1 16 16,0 3 0-16,-1 2 0 0,1 6-64 0,-21 4-16 15,33 0 0-15,-33 0 0 0,0 0-608 0,38 26-160 0,-38-26 0 0,0 0 0 16,20 54 0-16,-19-30 0 0,-2 0 0 0,-5 4 0 15,-2 0 0-15,-4 1 128 0,-4 0-128 0,-2-1 192 16,1-4-64-16,-2-5 0 0,1-1 0 0,-1-1 0 16,0-4 64-16,-1-2 16 0,2-4 0 0,4 0 0 15,1-7-208-15,1-2 0 0,4-3 0 0</inkml:trace>
  <inkml:trace contextRef="#ctx0" brushRef="#br0" timeOffset="688.78">1054 5671 11055 0,'-3'-1'976'15,"0"1"-784"-15,1 0-192 0,1 0 0 0,0 0 1280 0,-1 0 192 0,-1 0 64 0,-3-2 0 16,0 2 832-16,-2-1 192 0,1 0 16 0,1 1 16 16,2 1-464-16,0 0-80 15,1 1-32-15,1 3 0 0,1 2-784 0,1 3-144 16,0-10-48-16,0 0 0 0,9 45-464 0,-9-45-112 15,8 49-16-15,-3-20 0 0,-2 3-272 0,0-2-176 16,0-4 192-16,-2 3-192 0,0 0 224 0,0 0-64 0,-1-2-16 0,0-3 0 0,0-1-144 16,0-23 0-16,0 36 0 0,0-36 0 0,0 22 0 15,1-16 0-15,0-1 0 0,-1-5 0 16,1-2-1200-16,-1-3-112 0,0-5-32 0,0 1-14736 31</inkml:trace>
  <inkml:trace contextRef="#ctx0" brushRef="#br0" timeOffset="964.18">958 5747 3679 0,'-2'-3'320'0,"1"-2"-320"16,0 3 0-16,1 0 0 0,0 2 2160 0,0-3 352 16,0 1 80-16,-1-3 16 0,1-2 288 0,1-2 64 15,2 2 16-15,1 1 0 0,0-2-800 0,3 2-144 16,1-1-48-16,1 0 0 16,0 0-448-16,2 0-80 0,3 0-32 0,3-2 0 15,1 1-464-15,2 1-80 0,0 2-32 0,-20 5 0 16,38-2-496-16,-38 2-96 0,0 0-32 0,51 19 0 15,-51-19-224-15,0 0 0 0,38 35 128 0,-38-35-128 16,21 38 0-16,-21-38 0 0,13 50 0 0,-12-22 0 16,-2 1 0-16,-3 2 0 0,-3-5 0 0,0 0 0 15,-1-2 0-15,-3-3 128 0,-2 3-128 0,-1-3 144 16,-1 1 48-16,-2-1 0 0,1-2 0 0,0-5 0 0,3-1-192 16,0-2 0-16,0-2 0 0,0-2 0 0,1-1 0 15,2-2 0-15,1-3 0 0,1-2 0 0,1-1 0 0,2-3-224 16</inkml:trace>
  <inkml:trace contextRef="#ctx0" brushRef="#br0" timeOffset="1295.13">1388 5924 3679 0,'-6'0'320'0,"2"0"-320"0,1 0 0 0,1 0 0 16,0 0 1760-16,1 0 288 0,0 0 48 0,0 0 16 15,-1 0 64-15,1 0 0 0,0 0 16 0,3-1 0 16,1 0 112-16,1-1 0 0,4-3 16 0,1 2 0 15,3-1-32-15,3-1-16 0,2-2 0 0,2 0 0 16,3 0-864-16,0-1-192 0,1 1-16 0,-2-2-16 0,0 2-800 0,-4 2-144 16,-1-2-48-16,-2 1 0 0,0 0-192 0,-2 1 0 15,0-1 0-15,-2 1 0 0,-1 2-176 0,-2 1-16 16,-1-1-16-16,-3 3-17648 16</inkml:trace>
  <inkml:trace contextRef="#ctx0" brushRef="#br0" timeOffset="2464.92">2025 5654 9215 0,'4'-12'400'0,"-1"3"96"0,0 2-496 0,-1 2 0 0,-1 2 0 0,-1 1 0 16,1 0 2576-16,1-3 432 0,0-2 64 0,1-3 32 0,-1 1-496 0,0 2-112 16,-2-1 0-16,-1 4-16 0,-1 2-560 0,-1 0-96 15,-2 2-32-15,1 2 0 0,-3 2-656 0,0 1-144 16,-2 2-32-16,-1 0 0 15,-1 2-592-15,-1 1-128 0,0 0-32 0,-1 0 0 0,1 1-208 0,-1 1 0 16,-2 2 0-16,1 0 0 16,2 1 0-16,-1 0 0 0,3 2 0 0,0 0 0 0,2 2 0 0,2 3 128 15,2 1-128-15,2-2 0 0,1-1 128 0,1-20 0 16,3 35-128-16,-3-35 192 0,0 0-192 0,16 41 0 16,-16-41 0-16,0 0 0 0,0 0 0 0,40 28 0 15,-40-28 0-15,0 0 0 0,41-2 0 0,-27-1 0 0,-1-4 0 16,1 0 0-16,0 0 0 0,1-5 0 0,0 2 0 15,0-2 0-15,1 1 0 0,-2-1 0 0,1-2 0 0,1 2 0 16,-1 0 0-16,-1-2 0 0,0 2 0 0,-3 1 0 16,0 1 0-16,-3 0 0 0,0 3 0 0,-3 1 0 15,0 0 0-15,-2 1 0 0,-1 1 0 0,-2 1 0 16,0-1 0-16,-1 1 0 16,-1 3 0-16,-1 0 0 0,-1 0 0 0,-1 0 0 0,-1 2 0 0,1 3 0 15,-2-2 0-15,1 1 0 0,-1 1 0 16,0 1 0-16,0 0 0 0,1 1 0 0,0 3 0 0,0-3 0 15,1 2 0-15,1 1 0 0,2 0 0 0,0-1 0 0,2 0 0 16,0 1 0-16,0-10 0 0,0 0 0 0,0 0 0 0,0 0 0 16,0 0 0-16,0 0 0 15,34 31 192-15,-34-31-48 0,20-3-16 0,-8-2 0 0,0 0-128 0,1-3 0 16,0-2 144-16,0-1-144 0,-1-2 0 0,0-1 0 16,-2 2 0-16,-1-2 128 0,-1 2-128 0,0 0 0 15,-2 0 0-15,-1 0 0 0,-2 3 0 0,-3 2 0 16,0 2 0-16,-4 0 0 15,-1 3 0-15,-4 2 0 0,0 0 0 0,-1 1 0 0,-4 3 0 0,-1 1 0 16,0 1 0-16,-1 2 0 0,-1-2 0 0,0 2 0 0,0-1 0 16,1-2 0-16,2 1 0 0,1-1 0 0,2-1 0 0,1-1 0 15,3 0 0-15,1-1 0 0,3-1 0 0,1 1 0 16,1-2 0-16,2 0 0 0,2-2 0 0,0-1 0 16,3 1 0-16,1-1 0 0,3-2 0 0,2-2 0 15,1-2 0-15,2 2 0 0,1-3 0 0,0 0 0 16,1 1 0-16,0 0 0 15,2-2 0-15,-1 0 0 0,0 2 0 0,-1 0 0 0,1 0 0 0,0-2 0 16,-2 4 0-16,-1-1 0 0,0 0 0 0,-2 3 0 16,-2 0 0-16,0 0 0 0,-1 3 0 0,-1 1 0 15,-2 1 0-15,0 1 0 0,-3 2 0 0,1 1 0 0,-2 1 0 16,-1 2 0-16,0 0 0 0,-2 0 0 0,0 0 0 0,0 3 0 16,-1 0 0-16,-1 1 0 15,0-1 0-15,0 1 0 0,0-1 0 0,0 0 0 0,1 0 0 0,0-1 0 16,-1 2 0-16,0-3 0 0,0 1 160 0,0-3-32 15,0 2-128-15,0-3 192 0,0 0-192 0,0 0 128 16,0-2-128-16,0 0 0 0,0-2 128 0,1 1-128 16,0-2 0-16,1-2 0 15,-1-1 0-15,0 1 128 0,1-3-128 0,1 0 0 0,0-2 0 0,1 0 0 32,1-2 0-32,1-1 0 0,0 1 0 0,2-3 0 0,1 0 0 15,1 0 0-15,0 2 0 0,0 1 0 0,0 2 0 16,1-3 0-16,0 2 0 0,1 0 0 0,1-1 0 0,0 2 0 15,0-1 0-15,-1 2 0 0,0 1 0 0,-2 4 0 16,-1-1 0-16,0 4 0 0,-7-2 0 0,0 0 0 16,0 0 0-16,0 0 0 0,0 0 0 0,0 0 0 15,14 44 0-15,-16-33 0 0,-1 3 0 0,-1 1 0 16,1 1 0-16,-2-2 0 0,0 1 0 0,2-1 0 16,-1 0 0-16,0 0 0 0,2-5 0 0,1 1 0 15,0-2 0-15,1-2 0 0,0 0 0 0,2-2 0 0,-1-3 0 16,1-1 0-16,1-1 0 0,1-2-12480 15,1 1-2432-15</inkml:trace>
  <inkml:trace contextRef="#ctx0" brushRef="#br0" timeOffset="2859.73">2858 5400 14735 0,'-2'-4'1312'0,"2"1"-1056"16,-1 1-256-16,-1 2 0 0,1 0 592 0,0 0 64 15,-1 0 16-15,0 2 0 0,-2-1 336 0,-1 3 64 0,-2-2 16 0,0 3 0 16,0 1-208-16,1 2-48 0,0-1 0 0,1 1 0 16,0 1 896-16,1 0 160 0,-1 3 32 0,1 0 16 15,1 2-560-15,0 1-112 0,0 1-32 0,-1 1 0 16,1 2-720-16,-1 2-160 0,0 3-32 0,1-6 0 15,1 2-160-15,-1-2-32 0,1 4-128 0,0-1 192 16,2-21 192-16,2 34 48 0,-2-34 0 0,0 0 0 0,15 35-80 0,-15-35-16 16,0 0 0-16,0 0 0 0,0 0-336 0,41 25 128 15,-41-25-128-15,0 0 0 0,33-6 128 0,-22 0-128 16,0 0 128-16,-1-3-128 16,1-1 128-16,0-2-128 0,1-2 160 0,-2-2-160 0,-3 4 0 0,1 0 0 15,-1 0 0-15,-2-2 0 16,-1 2-912-16,-3 0-128 0,-1 0-32 0,-5 3 0 15,-1 2-1216-15,-1-1-240 0,-3 4-48 0,-2-1-16 16,-1 3-704-16,-2 2-144 0</inkml:trace>
  <inkml:trace contextRef="#ctx0" brushRef="#br0" timeOffset="3049.91">2657 5667 5631 0,'-32'8'128'0,"23"-8"16"0,6 1 16 0,2-1 0 0,1 0-160 0,-1 0 0 0,0-1 0 0,-1-1 0 16,1-1 2368-16,2-1 448 15,3-1 96-15,1-2 16 0,4 0 400 0,3 0 64 0,3-3 32 0,2 3 0 16,0 0-848-16,0-3-160 0,2 2-48 0,1 0 0 15,3-4-1168-15,2 2-240 16,-3 1-64-16,-1 0 0 0,1 1-624 0,-3 0-128 16,-1 1-16-16,-2 1-128 0,0 1 0 0,-2 1 0 15,-2-1 0-15,-2 0 0 0,0 3 0 0,-3-2 0 0,-2 3-240 0,-1-1 80 16,-1 4-1184-16,-2-2-224 0,-2 1-48 0,0 3-9296 16,-2-2-1856-16</inkml:trace>
  <inkml:trace contextRef="#ctx0" brushRef="#br0" timeOffset="3418.83">2931 5577 5519 0,'1'1'240'0,"-1"-1"64"0,1 0-304 0,0 0 0 16,0 0 0-16,-1 0 0 0,1-1 2384 0,1 0 432 16,2-1 64-16,0-1 32 0,3-2 416 0,0-1 64 15,1 0 32-15,-1-1 0 0,2 0-1392 0,0-2-288 16,0 2-48-16,-1-1-16 0,3 1-512 0,-2-1-96 16,1 2-32-16,-1 0 0 0,0 1-384 0,-2 2-80 15,0 0 0-15,-1 1-16 16,1 1-368-16,-2 1-64 0,1 1 0 0,-6-1-128 15,0 0 160-15,0 0-160 0,0 0 128 0,0 0-128 0,23 36 128 0,-23-36-128 0,0 0 128 0,3 40-128 32,-3-40 0-32,0 33 0 0,0-33 0 0,-1 31 0 0,1-31 0 0,-1 24 0 0,1-24 0 0,0 0 0 15,-1 30 0 1,1-22 0-16,-1-3 0 0,0 2 0 0,1-5 0 0,-1 0 0 16,1-2 0-16,-1 0 0 15,1-4 144-15,0-1-144 0,1 0 160 0,0-4-160 0,1-1 256 0,1-4-64 0,-1-1 0 0,2-1 0 0,0 0-64 0,1-3-128 16,-1 0 176-16,1-1-176 0,0 2 128 0,1-1-128 15,0 2 0-15,0 0 0 0,1 1 0 0,0 4 0 16,-2 0 0-16,0 5 0 16,0 0 0-16,-2 4 0 0,0 3 0 0,0 0 0 31,0 3-640-31,-1 2-64 0,-2-5-32 0,0 0-17312 0</inkml:trace>
  <inkml:trace contextRef="#ctx0" brushRef="#br0" timeOffset="3792.32">3333 5521 11967 0,'-1'-2'528'0,"0"-1"112"0,1 3-512 0,-1-2-128 0,0 2 0 0,0 0 0 16,2 0 1808-16,-2 0 336 0,-1-1 64 0,-1 0 16 16,0-1-352-16,-1 1-64 0,1 1-16 0,-1-2 0 15,1 4-480-15,0-2-96 0,1 3-32 0,0-2 0 16,-1 2-48-16,1 2-16 0,-1 2 0 0,1 0 0 0,-2 0-576 0,1 3-112 15,1 0-32-15,0 1 0 16,1 2-176-16,1 0-32 0,0-13-16 0,0 29 0 0,0-29 64 0,0 0 16 16,0 0 0-16,0 0 0 0,23 38-112 15,-23-38-16-15,0 0 0 0,28 0 0 0,-17-5-128 0,1-2 0 16,0-3 144-16,0-1-144 0,-1 1 224 0,-1-2-32 16,1-2 0-16,0 0 0 0,-1-3-192 0,-4 3 0 15,0 0 0-15,-3 0 0 0,-3 0 0 0,-1 2 0 16,-3 2 0-16,-3-2 0 0,-1 5 0 0,-1 1 0 15,-2 3 0-15,-2 0 0 0,-2 6 0 0,-2-1 0 16,0 3 0-16,2 2 0 0,1 0 0 0,-1 2 0 0,2 2 0 16,3-2 0-16,0 0 0 0,4-1 0 15,2-1 0-15,1-1 0 16,3-1-400-16,1 0-80 0,2-3-16 0,2 0-16336 0</inkml:trace>
  <inkml:trace contextRef="#ctx0" brushRef="#br0" timeOffset="4083.05">3571 5240 21183 0,'-1'-3'1888'0,"0"0"-1504"15,1 2-384-15,0 0 0 0,0 1 1472 0,0-2 208 16,-1 0 48-16,0-1 16 0,-1-2 304 0,0 1 48 16,-1-1 16-16,1 2 0 15,0 2-1056-15,-1 0-208 0,0 1-32 0,0 1-16 0,2 0-160 0,-1 4-16 16,-1 1-16-16,0 2 0 0,1 2-224 0,-1 4-64 15,1-2 0-15,0 4 0 0,2-16-192 0,-6 45-128 16,3-14 128-16,-2 2-128 0,-1 4 0 0,0 1 0 16,0 0 0-16,2-3 0 0,0-5 0 0,2-2 0 15,2-28 0-15,1 46 0 0,-1-46 0 0,0 0 0 0,10 35 0 0,-10-35 0 16,0 0 0-16,0 0-160 0,0 0 160 0,0 0-208 31,35 10-992-31,-28-15-192 0,0-4-32 0,1-1-15392 0</inkml:trace>
  <inkml:trace contextRef="#ctx0" brushRef="#br0" timeOffset="4353.22">3685 5277 2751 0,'3'-19'256'0,"0"7"-256"0,-1 2 0 0,0 4 0 0,-1 3 2544 0,-1 3 464 15,0-2 80-15,0-1 32 16,0 1 976-16,0 0 208 0,-2 0 48 0,-1 4 0 0,-1 5-1984 0,-1 2-384 16,-1 5-64-16,0 4-32 15,-1 3-864-15,-1 4-192 0,1 1-16 0,-2 4-16 0,2 1-288 0,0-1-48 16,2-1-16-16,1-1 0 0,2-4-256 0,2-24-48 15,-3 44-16-15,3-44 0 0,0 40-128 0,0-40 0 16,2 34 0-16,-2-34 0 16,0 0 0-16,12 40 0 0,-12-40 0 0,0 0 0 0,0 0 0 0,0 0 0 15,38 29 0-15,-38-29 0 0,0 0 0 0,26-4 0 16,-16-2 0-16,-1-1 0 16,0 0-272-16,0-2 16 0,2-3 0 0,-2 1 0 31,0-1-1504-31,-1-1-288 0,0 3-64 0,-2-2-8576 0,1 1-1728 0</inkml:trace>
  <inkml:trace contextRef="#ctx0" brushRef="#br0" timeOffset="4699.99">3761 5540 8063 0,'-4'2'176'0,"1"-2"32"0,1 3 16 0,0-3 0 0,2 0-224 0,0 2 0 0,0-2 0 0,-1 0 0 0,0 3 2992 0,0-1 544 0,2-2 112 0,0 2 32 0,1-1-400 0,1 0-80 16,2 0 0-16,-5-1-16 0,0 0-1152 15,0 0-240 1,30 0-32-16,-30 0-16 0,22-5-1008 0,-11 3-208 15,0-1-32-15,-1-2-16 0,0 1-304 0,1-1-176 0,-3 0 192 0,1 1-192 0,0-3 192 0,-1 0-192 32,0-1 192-32,0 1-192 0,-1-2 128 0,0-1-128 15,-2 3 0-15,-1-2 0 0,0 1 0 0,-3-1 0 16,-1 2 0-16,0-3 0 0,-3 3 0 0,-1-2 0 16,-2 1 0-16,-1 2 0 0,-2 3 0 0,-1 1 0 15,-3 2 0-15,-2 2 0 0,-1 5 0 0,-1 0 0 16,2 3 0-16,1-1-192 0,2 3-32 0,0 0 0 15,4 0 0-15,1 0 0 0,1-2 224 0,1 4 0 0,1-2 0 0,1 2 0 16,3-14 0-16,0 28 0 0,0-28 0 0,0 0 0 16,14 39 320-16,-14-39-64 0,0 0 0 0,0 0 0 15,33 35-16-15,-33-35-16 0,0 0 0 0,35 12 0 16,-35-12-224-16,0 0 128 0,37-1-128 0,-25-1 0 16,-1-3 0-16,0 1 0 0,1-4 0 0,-1-1-12624 15,2 2-2432-15</inkml:trace>
  <inkml:trace contextRef="#ctx0" brushRef="#br0" timeOffset="5095.99">4011 5481 12895 0,'-3'2'576'0,"1"-2"112"0,1 1-560 0,0-1-128 16,1 0 0-16,0 0 0 0,0 0 2432 0,1-1 464 15,-1 1 96-15,1-2 16 0,1 0-768 0,1-1-128 16,0-1-48-16,1-1 0 0,1 0-688 0,0 0-144 15,0 0-16-15,2 1-16 0,-2-1-144 0,1 2-32 16,-6 3 0-16,0 0 0 0,0 0-528 0,0 0-112 16,0 0-32-16,0 0 0 0,0 0-224 0,29 35-128 15,-29-35 160-15,0 0-160 0,2 34 128 0,-2-34-128 0,1 29 0 0,-1-29 0 16,0 30 0-16,0-30 128 0,0 34-128 0,0-34 0 16,1 33 0-16,-1-33 0 0,0 0 0 0,3 35 0 15,-3-35 0-15,0 0 0 0,0 0 0 0,0 0 0 16,0 0 0-16,0 0 0 0,0 0 0 0,0 0 0 15,0 0 176-15,15-4-176 16,-14-6 192-16,0-2-192 0,0-2 288 0,-1-2-48 0,0 0-16 0,0-2 0 16,1-2-80-16,0 0-16 0,1-1 0 0,1-2 0 0,1 1-128 0,0 0 0 15,2 4 144-15,1 3-144 0,1 3 0 0,0 1 128 16,2 1-128-16,2 3 0 0,-1 2 0 0,0 1 0 16,-11 4 0-16,0 0 128 0,28-3-128 0,-28 3 0 15,0 0 0-15,0 0 0 16,0 0-208-16,27 32 32 0,-27-32 16 0,0 0 0 15,3 39-480-15,-3-39-112 0</inkml:trace>
  <inkml:trace contextRef="#ctx0" brushRef="#br0" timeOffset="5764.2">624 6415 16575 0,'1'0'1472'0,"0"0"-1168"0,0 0-304 0,0 0 0 0,0 0 1024 0,1 0 128 0,0 0 48 0,3-2 0 15,2 2-48-15,1-1 0 0,4-2 0 0,2 0 0 32,2 0 128-32,2-2 32 0,4 1 0 0,3-1 0 15,2 0 112-15,5 1 32 0,3-4 0 0,4 2 0 0,2-2-464 16,2 1-96-16,6 1 0 0,2 0-16 15,4-1-176-15,6 0-48 0,0 0 0 0,6-3 0 0,7-1-336 0,3 1-80 16,1 1-16-16,4-6 0 0,5-2-64 0,6-1-16 16,5-1 0-16,2 0 0 0,-8 0-144 0,7-4 0 15,6 1 0-15,5-3 128 0,3 0-128 0,-10 1 0 16,-18 5 0-16,6 0 0 0,10-2 0 0,3 0 128 16,0-1-128-16,-3 1 0 0,-4 4 240 0,-9 1-48 15,-7 0 0-15,-5 3 0 0,-3-1 0 0,-9 2-16 16,-6 1 0-16,-9 2 0 0,-8 1-176 0,-8 3 0 0,-6 3 0 15,-27 2 0-15,35-5 0 0,-35 5 0 0,0 0 0 0,0 0 0 32,0 0-320-32,1-3-112 0,-12 4-16 0,-2-1 0 15,-1 2-1152-15,-1 0-224 0,-4 1-48 0,-1 1-14848 0</inkml:trace>
  <inkml:trace contextRef="#ctx0" brushRef="#br0" timeOffset="6268.55">955 6666 15663 0,'-2'0'1392'0,"1"0"-1120"0,1 0-272 0,0 0 0 16,0 2 848-16,-1-2 112 0,0 1 32 0,0 1 0 15,-2-1 208-15,0 1 32 0,0 1 16 0,1 0 0 16,0 0-528-16,-1-1-96 15,2 3-32-15,-1-3 0 0,1 1 368 0,1 2 80 0,0-2 16 0,1 0 0 16,1 0-16-16,1 0 0 0,1 0 0 0,0-2 0 16,4 1-336-16,1-1-80 0,3-2-16 0,2 1 0 15,3-2 304-15,3 0 64 16,6-3 16-16,5 0 0 0,7 3-272 0,5-5-48 0,2 2-16 0,7-5 0 0,7-1-144 0,9 1-48 16,8-1 0-16,6-1 0 0,4-3-112 0,8-4-32 15,7 3 0-15,1-6 0 0,-4 2-176 0,3-1-144 16,5-4 192-16,-2 3-192 0,-3-1 128 0,9-1-128 15,7-4 0-15,-1-1 0 0,-2 1 160 0,-3-2-32 16,-2 5 0-16,1-3 0 0,-1 2-128 0,-5-3 0 16,-7 1 144-16,-7 0-144 0,-12 2-192 0</inkml:trace>
</inkml:ink>
</file>

<file path=ppt/ink/ink184.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05:47:18.457"/>
    </inkml:context>
    <inkml:brush xml:id="br0">
      <inkml:brushProperty name="width" value="0.05292" units="cm"/>
      <inkml:brushProperty name="height" value="0.05292" units="cm"/>
      <inkml:brushProperty name="color" value="#002060"/>
    </inkml:brush>
    <inkml:brush xml:id="br1">
      <inkml:brushProperty name="width" value="0.05292" units="cm"/>
      <inkml:brushProperty name="height" value="0.05292" units="cm"/>
      <inkml:brushProperty name="color" value="#FF0000"/>
    </inkml:brush>
    <inkml:brush xml:id="br2">
      <inkml:brushProperty name="width" value="0.05292" units="cm"/>
      <inkml:brushProperty name="height" value="0.05292" units="cm"/>
      <inkml:brushProperty name="color" value="#00B050"/>
    </inkml:brush>
  </inkml:definitions>
  <inkml:trace contextRef="#ctx0" brushRef="#br0">5858 3259 8287 0,'0'-2'736'0,"0"-1"-592"0,0 1-144 0,0 1 0 15,0 0 672-15,0 1 96 0,0-4 32 0,1 0 0 16,-1-2 32-16,1-2 0 0,-1 4 0 0,0-3 0 31,0 4-16-31,0 1 0 0,0-2 0 0,0 3 0 16,1 1 48-16,-1-2 16 0,1 4 0 0,0-2 0 16,0 3-432-16,0-1-64 0,0 0-32 0,-1 3 0 0,1 0-96 0,0 0 0 15,-1 4-16-15,1-2 0 0,-1 3-48 0,0 1 0 16,0-1 0-16,1 2 0 0,-1 2-32 0,0 2-16 15,0-16 0-15,1 34 0 0,-1-34 96 0,0 38 16 16,0-38 0-16,2 53 0 0,1-21 32 0,-1 3 16 16,0 3 0-16,-1 0 0 0,0-2 80 0,0 0 0 15,-1-1 16-15,-1 0 0 0,1 1 0 0,-1 2 0 16,-1 5 0-16,1 0 0 0,1-1-208 0,-1-6-64 0,2-3 0 0,0-4 0 16,-1-5-128-16,0-24 192 0,4 44-192 0,-4-44 192 15,4 37-192-15,-4-37 0 0,7 32 0 0,-7-32 0 16,0 0-304-16,8 43 64 0,-8-43 16 0,0 0-8288 15,7 33-1648-15</inkml:trace>
  <inkml:trace contextRef="#ctx0" brushRef="#br0" timeOffset="1187.93">5894 3222 6447 0,'0'-3'576'16,"0"0"-576"-16,1 3 0 0,-1-2 0 15,1 2 736-15,-1 0 32 0,0-2 16 0,1 0 0 0,1-3 160 0,0 0 16 16,1 3 16-16,0-1 0 0,-1-1-144 0,1 3-48 16,1-1 0-16,0 1 0 0,1 0-128 0,0 1-16 15,0-2-16-15,0 0 0 0,2 1-112 0,-1-1 0 16,1 1-16-16,1-1 0 0,0 0 48 0,2 0 16 16,-1 0 0-16,1-1 0 15,2 1 144-15,0-1 48 0,1 1 0 0,0-1 0 0,1 1-176 0,0-1-16 16,0 3-16-16,-1-2 0 0,0 1-176 0,0 0-48 15,0-1 0-15,0 2 0 0,1 0-80 0,-1 0-32 0,0 0 0 0,0 0 0 16,0-2-80-16,0 2-128 0,0-1 176 0,0 1-176 16,-13 0 256-16,26-2-64 0,-14 0-16 0,2 1 0 15,0-1 336-15,0 0 80 0,1-1 16 0,0 1 0 32,-1-1-240-32,1 1-48 0,-1 0-16 0,2-2 0 0,0 1-112 0,1 0 0 0,-2 1-16 0,-1 0 0 15,1-1-176-15,0-1 160 0,2 1-160 0,0 1 160 16,-1-1-160-16,1-1 0 0,1 1 0 0,0 1 0 15,1-2 0-15,-1 0 128 0,2 1-128 0,-1 0 0 16,1 0 0-16,1-1 0 0,-1 1 128 0,2 1-128 16,-2-1 0-16,0 1 0 0,0-1 144 0,-2 0-144 15,0 0 144-15,1 0-144 0,1 1 192 0,1-1-192 16,1 1 192-16,-2-2-192 0,1 3 192 0,-1-1-192 16,-1 0 128-16,2 1-128 0,-1 1 0 0,1 0 0 0,-21 0 128 0,42 1-128 31,-42-1 0-31,41 2 0 0,-41-2 128 0,38 2-128 0,-18-2 0 0,-1 0 0 0,0-2 0 0,-1 2 128 15,1-2-128-15,0 1 0 0,1-1 160 0,0 0-160 16,-1 2 128-16,1-2-128 0,-1-1 176 0,0 3-48 16,0-2-128-16,0 2 192 0,0 0-192 0,-2 0 176 15,2 0-176-15,-19 0 160 0,33 2-160 0,-17-2 0 0,-16 0 0 16,30 1 0-16,-15-1 0 0,0 0 0 0,0-1 0 0,-1 1 0 31,-1 0 0-31,1-2 0 0,0 1 0 0,1-1 0 0,-1 2 0 0,0 0 0 0,0-1 0 0,-1 0 0 31,0 1 0-31,0-2 0 0,-1 2 0 0,0-2 0 0,-1 2 0 0,0 0 0 0,0 0 128 0,-2 0-128 16,0 2 0-16,-1-2 0 0,-1 0 0 0,1 2 0 16,-3-2 0-16,1 1 0 0,-1 0 0 0,-1-1 0 31,1 2 0-31,-2-1 0 0,0-1 128 0,0 2-128 16,0-1 0-16,-2 1 0 0,1 0 0 0,0-2 0 0,0 2 0 0,-1-2 0 0,0 2 0 0,1 1 0 31,-1-1 0-31,0-1 0 0,0 1 0 0,-1 0 0 0,1 0 0 15,-1 1 0-15,1 0 0 0,-1 1 0 0,0 0 0 0,0 1 0 16,0 0 128-16,1 2-128 0,-1 0 128 0,1-1-128 16,-1-6 192-16,0 0-64 0,0 0 0 0,8 39 0 15,-8-39 0-15,0 0 0 0,9 38-128 0,-9-38 0 16,0 0 0-16,10 48 0 0,-10-48 0 0,7 40 0 16,-7-40 0-16,7 41 0 0,-7-41 0 0,6 47 0 15,-6-47 0-15,2 54 0 0,-1-23 0 0,0 2 0 16,0 0 0-16,-1 2 0 0,1 2 0 0,-1-2 0 15,-1-4 0-15,1 0 128 0,-1-3-128 0,1-1 0 0,0-27 0 16,1 52 0-16,-1-52 0 0,4 56 0 0,-4-56 0 0,5 58 0 16,-5-58 0-16,6 59 0 0,-6-59 0 0,4 59 0 15,-4-32-144-15,0 0 144 0,-1 0 0 0,-1-2 0 32,2-25-1072-32,-5 48-96 0,1-22-32 0,-1 2-14016 0</inkml:trace>
  <inkml:trace contextRef="#ctx0" brushRef="#br0" timeOffset="2422.61">5912 4186 4607 0,'1'-6'400'0,"-1"1"-400"16,0 2 0-16,0 2 0 15,0 0 864-15,-1 1 96 0,1-3 0 0,-2-4 16 0,1 0 0 0,-1-2 0 16,0 1 0-16,-2 2 0 0,1 1-16 0,0 2 0 0,0 2 0 0,-1 0 0 16,1 1-32-16,2 2-16 0,0 0 0 0,0 2 0 15,1 2-304-15,-1 1-64 0,1 0-16 0,0 1 0 16,1 1-48-16,1 0-16 0,-2-9 0 0,0 0 0 15,9 44-272-15,-9-44-48 0,0 0-16 0,15 51 0 16,-15-51 16-16,0 0 0 0,14 45 0 0,-14-45 0 16,0 0 16-16,10 40 0 0,-9-30 0 0,0 0 0 15,0-4-160-15,-1 2 0 0,0-4 144 0,0 1-144 16,-1-2 0-16,1-1 0 16,-1 0 0-16,0-1 0 0,1-1 0 0,0-1 0 0,0 1 0 0,0-2 0 0,0 0 0 15,0-1-128 1,1-1 128-16,0 1 0 0,0-1-128 0,-1 1 128 0,1-1-128 0,0 1 128 15,1 3 0-15,-1-2 0 0,1 0 0 16,-1 2 0-16,2 0 0 0,-1 2 0 0,0 0 0 16,1-2-128-16,0 2 128 0,1 1 0 0,-1 2 0 0,2-3 0 0,0 2 0 0,-1-1 0 15,1 0 128 1,1 1-128-16,2-2 144 0,-1 1-144 0,2-1 192 0,1-2-192 0,1 1 832 0,1-2 48 0,0 1 16 0,2-4 0 31,2 1-128-31,-1 1-32 0,2-3 0 0,-2 0 0 16,-1 1-176-16,1 1-48 0,0-2 0 0,-1 3 0 15,1-2-240-15,0 3-48 0,-1-1-16 0,0 0 0 16,-14 2-16-16,29 0-16 0,-15-1 0 0,-14 1 0 16,28 1 16-16,-28-1 16 0,31 2 0 0,-31-2 0 15,30 0 80-15,-30 0 16 0,31 0 0 0,-14 0 0 16,0-2 16-16,0 1 16 0,0-1 0 0,-1 1 0 16,1-2 32-16,0 0 0 0,0 0 0 0,1-1 0 0,-2 2-96 0,1-1-16 15,1-1 0-15,0 1 0 0,-1 1-96 0,0-1-32 16,2 1 0-16,-3-1 0 0,-16 3-128 0,36-3 0 15,-18 2 144-15,-1-1-144 0,-17 2 0 0,34-5 128 16,-16 3-128-16,-2 0 0 0,1 1 176 0,-1-3-48 16,1 3 0-16,-1-3 0 0,1 1 16 0,0 2 0 15,-1-2 0-15,1 1 0 0,-1 1-144 0,0-2 128 16,1 1-128-16,1 0 128 0,-2 0-128 0,0-1 0 16,2-1 0-16,-1 3 128 0,1-1-128 0,0 0 0 15,-18 2 0-15,32-2 128 0,-32 2-128 0,32-1 0 0,-32 1 0 0,31 0 128 16,-31 0-128-16,28 0 160 0,-28 0-160 0,27-2 160 15,-12 2-160-15,1-3 128 0,-1 1-128 16,2 1 128-16,-1-2-128 0,0 0 0 16,0 1 0-16,2-1 128 0,-1 1-128 0,2-3 0 0,1 1 144 0,-1 1-144 15,-2-1 0-15,0 1 0 0,3 0 0 0,-1 1 128 16,1 0-128-16,-1-2 0 0,1 3 0 0,-2-1 128 16,-2 0-128-16,1 1 0 0,0-1 0 0,1 2 0 15,1-2 0-15,2-1 144 0,-4 1-144 0,2-1 0 16,2 1 176-16,1 0-176 0,-2 0 160 0,-1-1-160 15,-1 0 176-15,1 1-176 0,-1 0 192 0,0 0-192 0,-1 0 160 0,-2 1-160 16,1-1 128-16,-1-1-128 0,-3 1 0 0,-1 2 0 16,-2-1 128-16,0 1-128 0,-2 0 0 0,-1 0 0 15,-1 1 0-15,-2 1-12592 16,-1 1-2512-16</inkml:trace>
  <inkml:trace contextRef="#ctx0" brushRef="#br0" timeOffset="3906.69">6101 3405 9215 0,'-1'-1'816'0,"0"1"-656"0,1 0-160 0,-1 0 0 15,1 0 368-15,-1 1 32 16,-1 0 16-16,0 2 0 0,-1 2 288 0,1 2 64 16,-2 4 16-16,1 1 0 0,0 3 48 0,0 3 16 15,2 1 0-15,0 3 0 0,0 2-160 0,0 0-48 0,1-1 0 0,0-2 0 16,0-2-432-16,1-2-80 0,0-3-128 0,1-6 176 15,0 0-176-15,1-3 0 0,-1-2-160 0,1-2 160 16,-1-1-288-16,-1-1 32 0,1-2 16 0,0-1-7952 16</inkml:trace>
  <inkml:trace contextRef="#ctx0" brushRef="#br0" timeOffset="4191.91">6057 3490 3679 0,'-4'-12'160'0,"1"3"32"0,2 1-192 0,-1 3 0 16,1 3 0-16,1-1 0 15,0 1 976-15,0-1 160 0,0-1 16 0,0-6 16 16,1 1 208-16,1-1 32 0,1 2 16 0,2 0 0 0,1 1-304 0,1 2-64 16,1 0-16-16,2 3 0 0,0-3 96 0,2 1 16 15,1 2 0-15,0 1 0 0,1-1-224 0,-2 2-32 16,0 0-16-16,-2 2 0 0,-3-1-624 0,2 2-128 16,-2 3-128-16,0-2 176 0,-7-4-176 0,0 0 0 0,0 0 0 15,0 0 0-15,10 48 0 0,-14-34 0 0,-2 2-128 0,-3 1 128 16,-1 0 0-16,-3 1 0 0,0 0-144 0,-3 0 144 15,1 1 0-15,-2-2 0 0,2-3-128 0,-1-1 128 16,3-2 0-16,0-2 0 0,3-3 0 0,2-2 0 16,0 0 0-16,3-4 0 0,1 0 0 0,1 0 0 15,2-4 0-15,1 1 0 0,3-1 0 0,1-4 0 16,1 4-1056-16,3-4-160 0</inkml:trace>
  <inkml:trace contextRef="#ctx0" brushRef="#br0" timeOffset="4652.03">6260 3496 7359 0,'-2'-4'320'0,"1"1"80"0,0 1-400 0,0 0 0 0,1 1 0 0,0-1 0 0,0 2 1344 0,0-1 176 16,0-2 32-16,0 0 16 0,0-2-160 0,0 1-48 15,0-1 0-15,0 2 0 0,1 1-224 0,0 0-48 0,0 2-16 16,0 1 0-16,0 2-288 0,-1 0-48 15,1 4-16-15,-1 1 0 0,-1 1-144 0,1 3-16 0,0-12-16 16,1 28 0-16,-1-28-240 0,0 0-48 0,4 40-16 0,-4-40 0 16,0 0-240-16,0 0 0 0,10 38 128 0,-6-32-128 15,-1-3 0-15,1-2 0 0,1-1 0 0,-1-1 0 16,2-3 0-16,-1-1 0 16,2-1 0-16,-1-2 0 0,1-2 0 0,0 1-128 15,0-3 128-15,-1 0 0 0,0 2 0 16,-1-1 0-16,-1 1 0 0,1-3 0 0,-2 1 0 0,-1 0 0 0,1 0 0 0,-2 0 0 15,0 1 0-15,-1 0 0 0,0 4 0 0,0-1 0 0,-1 2 0 0,0 3 0 16,-1 1 0-16,1 2 0 16,-1 3 0-16,1 4 128 0,-1 0-128 0,0 2 0 0,1 3 256 0,0 2 16 15,0 0 0-15,1 1 0 0,0-15 208 0,4 31 32 16,-4-31 16-16,0 0 0 16,11 35-224-16,-11-35-48 0,0 0-16 0,0 0 0 0,0 0-240 0,0 0 144 15,38 21-144-15,-31-23 128 0,1 0-128 16,-1-3 0-16,1 0 0 15,-1-1 0-15,1 0-608 0,-2 0-48 16,1-2-16-16,0 1-12512 0</inkml:trace>
  <inkml:trace contextRef="#ctx0" brushRef="#br0" timeOffset="4988.04">6607 3341 5519 0,'-1'-3'496'0,"0"0"-496"0,0 1 0 0,0 2 0 15,0 0 1392-15,0 0 176 0,-1 0 32 16,0 0 16-16,-2 2 384 0,-2-1 80 0,-1 3 16 0,-2 0 0 31,-1 1-1008-31,0 0-192 0,1 0-32 0,-1 2-16 16,1 0-368-16,1-1-80 0,1 0-16 0,1 1 0 15,1-2 160-15,1 2 32 0,1-2 0 0,1 2 0 0,1-3-32 0,1 1 0 16,2 0 0-16,1-2 0 0,1 1-336 0,0-3-64 16,3 1-16-16,1 0 0 0,1-2-128 0,2 1 0 15,2 0 0-15,-2-1 0 0,-1 2 0 0,0-1 0 16,-10-1 0-16,0 0 0 0,0 0 0 0,43 12 0 15,-43-12-144-15,0 0 144 0,0 0 0 0,0 0 0 16,0 0 0-16,0 0 0 0,0 0 0 0,0 0 0 16,22 37 0-16,-27-32 0 0,1 0 448 0,-3-1 0 15,0 1 0-15,-2-1 0 0,-1-1-64 0,0 2 0 0,0-2-16 0,1 1 0 16,-1-1-368-16,2 0 144 0,1 1-144 0,2-2 0 16,2 0 0-16,1-2 0 0,2 0 0 0,1 0 0 15,2-2-256-15,2 0-128 16,3 0 0-16,2-4-12928 0</inkml:trace>
  <inkml:trace contextRef="#ctx0" brushRef="#br0" timeOffset="5286.39">6796 3342 6447 0,'3'-2'576'16,"-1"-2"-576"-16,-1 3 0 0,-1-1 0 16,1 0 2096-16,-1 1 304 0,1-1 64 0,0-3 16 0,1 0 32 0,0-1 16 15,-1 1 0-15,-1 1 0 0,0 3-1136 0,-1-1-240 16,0 2-32-16,-1 2-16 0,0 0-496 0,0 0-96 15,1 2-32-15,-1 2 0 0,1-1-128 0,0 2-32 16,1 3 0-16,-1-1 0 0,1 0 0 0,0 3-16 16,0-1 0-16,0 1 0 0,0-12-176 0,1 29-128 15,-1-29 192-15,0 34-192 0,0-34 128 0,2 30-128 16,-2-30 0-16,0 0 0 0,5 41 128 0,-5-41-128 16,0 0 0-16,0 0 0 0,8 36 0 0,-5-29 0 0,-2-1 0 0,2-1 0 15,-1-2 0-15,0-2 0 0,1-1 0 0,0-1 0 16,-1 1 0-16,2-5 0 0,0 2-144 0,-1-1 144 31,1-1-848-31,0-2-96 0,0 2-16 0,-3-2 0 16,1 1-1600-16,0 0-336 0,-1 0-64 0,0 0-16 0,0-1 400 15,-2 0 80-15</inkml:trace>
  <inkml:trace contextRef="#ctx0" brushRef="#br0" timeOffset="5492.9">6701 3469 1839 0,'-7'-1'0'0,"3"-1"160"15,1-1-160-15,0 3 0 0,2-2 0 0,0 2 0 0,1-2 1664 0,-1 1 320 16,0-2 48-16,0-1 16 16,1-1 496-16,2-1 96 0,2-1 32 0,1 0 0 15,4-1-176-15,1 1-48 0,3 0 0 0,1-2 0 0,2 4-304 0,2-3-64 16,1 4-16-16,0-1 0 0,1 1-1136 0,-1 1-224 16,1-1-64-16,-1 1 0 0,-1 0-640 0,-2 1 0 15,1 1 0-15,0 0-16560 16</inkml:trace>
  <inkml:trace contextRef="#ctx0" brushRef="#br0" timeOffset="6347.78">6280 3877 2751 0,'1'-11'256'0,"0"5"-256"0,0 0 0 0,-1 4 0 16,-1 0 2416-16,0 2 432 0,1 0 96 0,-1-3 0 15,-1 3-1072-15,-1-2-208 0,-2-1-64 0,-2 3 0 16,-2 1-864-16,0 3-176 0,-2-1-48 0,0 1 0 15,-1 1-208-15,-1 1-48 0,0 2-16 0,-1-3 0 16,-1 3 16-16,2 0 0 16,0-2 0-16,2 0 0 0,1 2 112 0,2-4 16 0,1 1 16 0,1-2 0 15,4 1 176-15,0-2 16 0,2 1 16 0,1-1 0 16,2 1-224-16,0-2-32 0,2 0-16 0,1 2 0 0,1 1-336 0,0-1 128 16,-7-3-128-16,0 0 0 0,0 0 0 0,44 19 128 15,-44-19-128-15,0 0 0 0,0 0 0 0,48 25 128 16,-48-25-128-16,0 0 0 0,0 0 0 0,40 24 128 15,-40-24-128-15,0 0 0 0,0 0 0 0,0 0 128 16,18 38-128-16,-20-31 0 16,-1 0 224-16,-3 3-32 0,-1-2 0 0,-2 1 0 0,-2 2 304 0,-1-1 48 15,3-3 16-15,0 0 0 0,1 0-256 0,-2-2-48 16,1 0-16-16,0 0 0 0,-1-2-240 0,3-2 0 16,0-1 0-16,1 0 0 0,2-2 0 0,2-3 0 15,2 0 0-15,2-1-14144 0</inkml:trace>
  <inkml:trace contextRef="#ctx0" brushRef="#br0" timeOffset="6728.96">6337 4025 12895 0,'1'-2'576'0,"0"1"112"0,0-1-560 0,-1 2-128 0,1 0 0 0,-1 0 0 16,2-1 1920-16,-1 1 368 0,0-1 64 0,1-1 16 15,3 2-288-15,-1-3-48 16,2 1-16-16,1-1 0 0,0 1-1056 0,0 0-224 15,2-3-32-15,-1 0-16 0,1 1-432 0,1-4-96 0,-1 2-16 0,0-2 0 0,0 1-144 0,-1 0 0 16,-1 0 0-16,-1 1 0 0,-2 0 0 0,-1 1 0 16,0-1 0-16,-2 3 0 0,-1 0 0 0,-3 1 0 15,-1-2 0-15,-1 3 0 0,-2 1 0 0,-2 0 0 16,-2 0 0-16,-2 0 0 0,-1 3 0 0,0 1 0 16,1-1 0-16,0 4 0 0,0 0 0 0,0 0 0 15,0 3 0-15,2-1 0 0,2 0 208 0,1 1 16 0,0 3 0 0,4-2 0 16,1-2 352-16,2-1 64 15,2 2 0-15,2-2 16 0,-1-3-160 0,4 0-48 0,-6-5 0 0,0 0 0 16,0 0-256-16,37 11-48 16,-37-11-16-16,30-2 0 0,-15 0-128 0,2-3 0 0,1 0 0 0,-2-1 0 15,1 0 0-15,-1 0 0 16,-1 0 0-16,-2 2 0 0,0-1-448 16,-1 3-64-16,-2-1 0 0,-1 1-10096 0,0 4-2000 0</inkml:trace>
  <inkml:trace contextRef="#ctx0" brushRef="#br0" timeOffset="7187.62">6599 3873 2751 0,'0'0'128'0,"0"-2"16"0,0 2-144 0,0 0 0 15,0 0 0-15,0 0 0 0,0 2 1472 0,0-2 272 16,0 1 48-16,0 2 16 0,-1 0 400 0,0 2 80 16,0 0 16-16,-1 2 0 0,0 0-448 0,-1 0-96 15,0 3-16-15,0 1 0 0,-1-1-416 0,-1 3-96 16,1 0-16-16,-1-1 0 0,1 0-560 0,1-4-112 0,0 1-32 0,0 0 0 16,1-1-320-16,1-2-64 0,1-3 0 0,0-1-128 15,0 0 0-15,2-4 0 0,0 0 0 0,0-1 0 16,1 1 0-16,-1-3 0 0,0-1 0 0,1-2 0 15,-1 2 0-15,1-2 0 0,-1 1 0 0,0-1 0 16,-2-1 0-16,2 2 0 0,0-1 0 0,0-1 0 16,0 2 0-16,0 0 0 0,0 0 0 0,0 0 0 15,1 2 0-15,0-2 0 0,1 0 0 0,0 0 0 0,3 2 0 16,-1-2 0-16,1 0 0 0,0 2 0 0,0 0 448 0,0 1 48 16,0 1 0-16,0 1 0 0,-1 2 0 0,0 0 0 15,0 2 0-15,-2 3 0 0,-4-5-208 0,0 0-32 16,0 0-16-16,0 0 0 0,15 39-240 0,-15-39 128 15,-1 27-128-15,-2-13 0 0,-1 1 176 0,-1-1-176 16,0 0 192-16,1-1-192 0,-1 0 144 0,1-3-144 16,1-1 0-16,2-2 144 0,0 0-144 0,1-4 0 15,1 2 0-15,0-5 0 16,2 0-912-16,0-2-112 0</inkml:trace>
  <inkml:trace contextRef="#ctx0" brushRef="#br0" timeOffset="7678.38">6858 3850 10127 0,'2'-5'896'0,"0"0"-704"0,0 3-192 0,0-2 0 16,-1 3 992-16,-1-1 160 0,0 1 48 0,2-1 0 16,0 0-448-16,1-3-96 0,0 0-16 0,0 1 0 15,-1-1-80-15,0 2-32 0,0 1 0 0,-1 0 0 0,0 2 320 0,0-2 64 16,0 2 16-16,-1 2 0 0,0-2-128 0,-1 0-32 15,0 1 0-15,0 0 0 0,0 1-32 0,-1-1-16 16,0 1 0-16,0 0 0 0,0 1-16 0,-1-1-16 16,0 0 0-16,0 1 0 0,0-1-32 0,-2 1 0 15,-1-1 0-15,0 2 0 0,-1-1 48 0,0 2 0 16,-1-1 0-16,-1 1 0 0,1 0-208 0,0 0-48 16,0 2 0-16,1-3 0 0,1 1-128 0,2-1-16 15,1 0-16-15,1 0 0 0,1 1 64 16,1-3 16-16,2 1 0 0,2 2 0 0,0-2-160 0,-4-3-16 0,0 0-16 0,0 0 0 15,0 0-176-15,42 15 0 0,-42-15 0 0,0 0 0 16,0 0 0-16,43 17 0 0,-43-17 0 0,0 0 0 16,0 0 0-16,36 26 0 0,-36-26 0 0,0 0 0 15,0 0 0-15,0 0 0 0,0 0 0 0,29 32 0 16,-28-28 0-16,0-1 0 0,-2 1 0 0,0-2 0 16,-3 1 0-16,-1 1 0 0,0-1 0 0,-2 0 0 15,-1-1 0-15,-1 2 0 0,-3-1 0 0,1-1 0 16,0-2 0-16,1 1 0 15,0-1 0-15,2 0 0 0,2 0 0 0,1 0 0 0,1 1 0 0,3-1 0 0,2 0-160 16,1-1-64-16,3 0-16 0,2-3-17008 16</inkml:trace>
  <inkml:trace contextRef="#ctx0" brushRef="#br0" timeOffset="8298.73">7102 3894 19343 0,'1'0'848'0,"-1"0"192"0,0 1-832 0,-1 1-208 0,0-2 0 0,0 1 0 0,0 1 1728 0,-1 0 288 16,0 0 64-16,-3 1 16 0,0 4-640 0,-1-3-128 16,0 4-32-16,2-2 0 15,-1 2-464-15,1-1-112 0,3 0-16 0,-1 0 0 0,2 0-192 0,2 0-32 0,-2-7-16 0,0 0 0 16,0 0-112-16,0 0-32 0,0 0 0 0,38 24 0 31,-38-24 48-31,0 0 0 0,36-3 0 0,-24-1 0 0,-1-1-176 0,1-2-16 16,-1 0-16-16,0-2 0 0,0 1-160 0,-1-1 0 0,-2-1 144 0,-1 2-144 31,-1 0 0-31,-1 1 0 0,-2-1 0 0,-1 0 0 0,-1 1 0 16,-1 1 0-16,0-1 0 0,-3 0 128 0,1 0-128 0,-3 0 0 15,0 2 0-15,-2 0 128 0,-1-2-128 0,-2 0 0 16,0 2 0-16,-2 1 0 0,0 1 0 0,1 1 0 16,-1 4 0-16,1 1 128 0,0 1-128 0,2 1 0 15,2 2 0-15,0 0 0 0,3 0 0 0,1-1 0 16,1 0 0-16,2-1 0 0,2 1 0 0,0-3 0 15,0 0 0-15,3 0 0 0,1-1 0 0,1-2 0 16,0 0 0-16,2-3 0 0,-2 1 0 0,3-3 0 16,0 1 0-16,0-2 0 0,-1 2 0 0,1-1 0 0,1-2 0 15,1-2 0-15,-1 2 0 0,0-1 0 0,-1 1 0 0,-1 0 0 16,0 2 0-16,0 0 0 0,-1-1 0 0,2 0 0 16,-3 2 0-16,0 2 0 0,3-3 0 0,-1 2 0 15,-1 1 0-15,1 2 0 0,-1 0 0 0,-1 0 0 16,-1 2 0-16,0 1 0 0,-1 0 0 0,0 1 0 15,-5-4 0-15,0 0 0 0,0 0 0 0,0 0 0 16,0 0 0-16,24 43 0 0,-24-43 0 0,0 0 0 16,0 0 0-16,10 40 0 0,-10-40 0 0,0 0 0 15,4 32 0-15,-4-32 0 0,0 0 0 0,0 27 0 16,0-17 0-16,-2-3 0 0,1-2 0 0,-1-1 0 16,0-2 0-16,0 1 144 0,2-2-144 0,-1-1 160 0,-1 0 144 0,0-1 16 15,1-2 16-15,0 0 0 0,0-2-144 0,0-1-16 16,1-1-16-16,1-2 0 15,1 0-16-15,0 1 0 0,0-1 0 0,1-3 0 0,1-1-144 0,2-2 0 16,0 0 0-16,2-2 0 16,-1 1 0-16,2 0 0 0,1 1 0 0,1-1 0 0,-1 4 0 0,1 2 0 15,-2 2-160-15,1 2-12208 16,-2 3-2448-16</inkml:trace>
  <inkml:trace contextRef="#ctx0" brushRef="#br0" timeOffset="9706.39">8061 3525 1839 0,'-3'0'160'0,"1"0"-160"16,0 0 0-16,0 0 0 0,1 0 768 0,1 0 112 15,-1 0 16-15,-1-2 16 0,0 2 608 0,-1 0 112 16,0-1 32-16,0 1 0 0,0 0 16 0,1-2 16 0,0 2 0 0,1 0 0 15,0 0-320-15,0 0-64 0,0-1-16 0,1 1 0 16,0 1-368-16,0-1-80 0,1 2-16 0,0-2 0 16,1 3-240-16,-1-3-48 0,3 0-16 0,2 0 0 15,-1 0 336-15,2 0 64 0,2 0 16 0,2-2 0 16,1 1 0-16,1-1 0 0,0 2 0 0,2-2 0 16,2 2-304-16,0-3-64 0,2 1-16 0,0-1 0 15,1 1-176-15,1 0-16 0,1 0-16 0,1-1 0 16,0 0-96-16,-1 1 0 0,-1 0-16 0,1 0 0 15,-3 0-112-15,0 1-128 0,-1-1 176 0,0 0-176 0,-2 1 0 0,-1 1 0 16,2-2 0-16,-1 2 0 0,1-2 0 0,-2 2 0 16,0-3 0-16,-1 1 0 0,-1 0 0 0,-1-1 0 15,-2 3 0-15,-1-2 0 16,-2 0 0-16,-1 2 0 0,-3-3 0 0,0 1 0 16,-1 0-256-16,-1-1-176 0,-1 1-16 0,0-1-16016 0</inkml:trace>
  <inkml:trace contextRef="#ctx0" brushRef="#br0" timeOffset="10039.33">8506 3367 8287 0,'-3'-1'736'0,"2"1"-592"0,0 0-144 16,0 0 0-16,1 0 928 0,0 0 160 0,-1 0 16 0,-1-2 16 15,0 2 800-15,0-2 144 0,0 1 48 0,2-1 0 16,0 2-640-16,1-2-112 0,1 1-16 0,1 1-16 15,2-2 48-15,0 1 16 0,1 1 0 0,1-1 0 16,2 1-16-16,1 0 0 0,1 0 0 0,1 1 0 16,0 0-464-16,2 1-80 0,-14-2-32 0,0 0 0 15,43 8-368-15,-43-8-80 0,0 0-16 0,43 12 0 16,-43-12-144-16,0 0-48 0,36 16 0 0,-36-16 0 0,0 0 0 0,0 0 0 16,0 0 0-16,0 0 0 0,33 34 16 0,-33-28 0 15,-1 2 0-15,-3-4 0 16,-1 3-32-16,-2 0 0 0,-2 1 0 0,-2-2 0 0,0 2 0 0,-4 1-128 15,-3-2 192-15,-2 3-64 0,-3-1-128 0,1-1 0 16,3 3 0-16,0-3 0 0,2-2 0 0,4-1 0 16,2 0-192-16,4-3-18064 0</inkml:trace>
  <inkml:trace contextRef="#ctx0" brushRef="#br0" timeOffset="11132.32">8761 3036 3679 0,'0'-4'320'0,"0"1"-320"0,0 1 0 0,-1 2 0 16,1 0 1008-16,-1 0 128 0,1 0 16 0,-1-3 16 0,-1 1-400 0,-1 1-96 15,0 0-16-15,-1 1 0 16,2 0-496-16,0 2-160 0,-1-2 0 0,1 2 0 0,0-1 128 0,1 1-128 16,0-2 0-16,1 2 0 0,0-2 320 0,0 0 16 15,1 0 0-15,0-2 0 0,0 2 368 0,-1 0 64 16,1-2 0-16,0 1 16 0,0 1-144 0,0 0-48 16,-1 0 0-16,0 0 0 0,0 0-32 0,0 0-16 15,1 0 0-15,-1 0 0 0,0 1-16 0,0-1 0 16,0 2 0-16,1-2 0 0,-1 0 48 0,0 2 16 15,0-2 0-15,0 1 0 0,0-1-176 0,1 2-32 16,-1-2-16-16,0 0 0 0,1 2-144 0,-1-2-32 0,-1 0 0 0,1-2 0 16,0 2-64-16,1 0 0 0,-1-2-128 0,0 1 192 15,1 1 48-15,-1-2 0 16,1 0 0-16,-1 1 0 0,0-1-32 0,1 2 0 0,-1-1 0 0,1 0 0 16,0 1-80-16,-1-2 0 0,1 2-128 0,-1 0 192 15,1 0 48-15,-1 0 0 0,1 0 0 0,-1 0 0 16,0 0 80-16,0 0 0 0,0 0 16 0,0 0 0 15,0 0-208-15,-1 0-128 0,1 2 160 0,0-2-160 16,0 0 192-16,-1 0-64 16,1 1-128-16,-1-1 192 0,1 0 64 0,0 0 16 0,0 0 0 0,0 0 0 0,0 0 16 0,0-1 0 15,-1 1 0-15,1 0 0 16,0 0 32-16,1-2 0 0,-1 2 0 0,-1 0 0 0,1-2-96 16,0 1-16-16,0 1 0 0,0 0 0 0,0 0 16 0,0 0 0 15,0 0 0-15,0 0 0 0,-1 0 32 0,1-2 0 16,-1 2 0-16,1 0 0 0,0 0-80 0,-1 2-16 15,1-2 0-15,0 0 0 0,-1 0 16 0,1 0 0 16,0 0 0-16,0 0 0 0,0 0-48 0,0 0-128 16,0 0 192-16,0 0-64 0,0 1-128 0,0 1 160 15,0-2-160-15,0 2 160 0,-1-2-160 0,1 2 0 0,0 0 0 0,1-1 128 16,-1 1-128-16,0 1 128 0,0-1-128 0,1 0 128 16,-1 0-128-16,0 1 128 0,1 2-128 0,-1-2 128 15,1 1-128-15,-1 1 0 16,1 1 0-16,0 0 128 0,0 1-128 0,0 2 0 0,-1-9 0 0,0 0 128 15,0 0 16-15,8 47 0 0,-8-47 0 0,7 38 0 16,-7-38 0-16,5 50 0 0,-5-50 0 0,4 55 0 16,-4-55-144-16,3 54 0 0,-3-28 144 0,1 7-144 0,-1 5 128 15,1 5-128-15,2-1 128 0,-2 4-128 0,2-6 192 16,0-1-48-16,1-4 0 0,-1-2 0 0,-3-33-144 0,8 61 0 16,-8-61 144-16,5 57-144 0,-2-26 0 0,-1 0 0 15,-2-31 0-15,4 59 0 0,-4-59-256 0,3 54 0 16,-3-54-16-16,0 48 0 15,0-48-1600-15,0 38-320 0,-2-19-64 0,0-2-16 16,0-3-1312-16,0-2-256 0</inkml:trace>
  <inkml:trace contextRef="#ctx0" brushRef="#br0" timeOffset="12238.74">8789 2991 4607 0,'-1'0'400'0,"1"-2"-400"16,1 0 0-16,-1 1 0 0,0 1 320 0,-1 0 0 16,1-2-16-16,0 0 0 0,-1-3 64 0,0 0 16 15,1 3 0-15,-1-3 0 0,1 1 320 0,-1 3 80 16,1-1 16-16,0 0 0 0,0 0 160 0,0 2 16 15,0-2 16-15,0 1 0 0,0-1-64 0,0 1-16 16,1 1 0-16,0-2 0 0,0 1-32 0,0 0-16 16,0-1 0-16,1 0 0 0,-1 1-64 0,1-1-16 15,0 2 0-15,-1-2 0 0,1 2 32 0,0 0 0 16,0 0 0-16,0 0 0 0,1 2-32 0,-1-2 0 16,0 2 0-16,0-2 0 0,1 0-272 0,0 1-64 0,0 1-16 0,1-2 0 15,2 0-48-15,-2 0 0 0,3 2 0 0,-1-2 0 16,1 0-64-16,1-2 0 15,0 2-16-15,2 0 0 0,-1 2 32 0,0-2 16 16,2 0 0-16,-2 1 0 0,1 0 32 0,0 1 0 0,0 1 0 0,2 0 0 16,-12-3 16-16,0 0 16 0,35 9 0 0,-35-9 0 15,0 0-128-15,35 9-32 0,-35-9 0 0,0 0 0 16,38 14-96-16,-38-14-32 0,0 0 0 0,38 12 0 16,-38-12-128-16,0 0 128 0,39 12-128 0,-39-12 128 0,0 0-128 15,36 10 0-15,-36-10 144 0,0 0-144 0,38 7 224 16,-38-7-32-16,0 0 0 0,35 9 0 0,-35-9 0 0,0 0 0 15,40 10 0-15,-40-10 0 16,0 0-48-16,42 13-16 0,-42-13 0 0,0 0 0 0,45 13 16 0,-45-13 0 16,33 12 0-16,-33-12 0 0,33 9-144 0,-33-9 128 15,36 12-128-15,-36-12 128 0,36 12-128 0,-36-12 0 16,40 9 0-16,-40-9 0 0,43 10 0 0,-43-10 0 16,48 10 128-16,-48-10-128 0,51 6 0 0,-51-6 160 15,53 8-160-15,-25-4 160 0,-28-4-32 0,56 10 0 16,-56-10 0-16,55 9 0 0,-55-9-128 0,58 13 160 0,-58-13-160 0,59 14 160 15,-26-7-160-15,-1 1 0 0,1 0 144 0,1 1-144 16,-1 0 128-16,2 0-128 0,-1 0 128 0,0 0-128 16,1-2 0-16,-2 0 144 0,0-2-144 0,1 1 0 15,1 0 128-15,1 1-128 16,3 1 0-16,-1-1 0 0,0 2 0 0,-3-2 0 0,-2-2 0 0,-2-1 0 16,-2 1 0-16,0 0 0 0,-1-2 0 0,-28-3 0 15,46 13 0-15,-46-13 0 0,35 15 0 0,-35-15-12672 16,0 0-2544-16</inkml:trace>
  <inkml:trace contextRef="#ctx0" brushRef="#br0" timeOffset="12823.51">8822 3980 10127 0,'-1'-1'896'0,"1"0"-704"0,0 1-192 0,-1 0 0 15,1 0 752-15,0 1 112 0,0-2 32 0,-1 1 0 16,1-3-80-16,0 1-16 0,1 0 0 0,-1-1 0 0,2 3 416 0,-1-2 64 16,1 2 32-16,0 0 0 0,0 0-32 0,1 2-16 0,-1 1 0 0,-1 4 0 31,1 2-352-31,-2-9-64 0,0 0-16 0,6 38 0 15,-6-38-336-15,2 29-80 0,-2-29-16 0,2 38 0 16,-2-38-144-16,1 36-16 0,-1-36-16 0,2 46 0 16,-2-46 32-16,4 46 0 0,-4-46 0 0,6 40 0 15,-6-40-256-15,0 0 144 0,11 45-144 0,-11-45 128 16,0 0-352-16,0 0-80 0,0 0-16 0,0 0-13536 16</inkml:trace>
  <inkml:trace contextRef="#ctx0" brushRef="#br0" timeOffset="13441.29">8846 4340 10127 0,'-2'-4'448'0,"0"2"96"0,1 1-544 0,0-1 0 16,0 2 0-16,1-2 0 0,-1 2 1792 0,0-1 240 16,0 1 48-16,0-2 16 0,0 2-240 0,0-1-32 15,0 2-16-15,1-1 0 0,0 2-576 0,2-2-112 16,0 0-32-16,1 0 0 0,2 0-256 0,-1 0-64 15,3-2-16-15,0 0 0 0,1-2-192 0,0 0-48 16,1 0 0-16,2-1 0 0,-1-2 80 0,1 1 16 0,1-2 0 0,0-1 0 16,1 1-96-16,0 0 0 0,1-1-16 0,-1 0 0 15,0 0-96-15,0-1-16 0,0 3 0 0,0-2 0 16,0-1-176-16,1 3-32 0,0-2-16 0,0-1 0 16,-1 3-160-16,0-2 0 0,-1 1 0 0,0-1 0 15,1 2 0-15,0-3 0 0,1 3 0 0,-1-2 0 16,0 1 0-16,1 2 0 0,1-2 0 0,0 1 0 15,-1 0 0-15,-1 1 0 0,1-1 0 0,1 1 0 16,-1-1 0-16,1 0 0 0,1 0 0 0,0-1 0 0,1 2 0 16,0-2 0-16,2 0 0 0,-1 0 0 0,2-2 0 0,-1 1 0 15,1-2 0-15,0 3 0 0,-1-2 0 16,0 1 0-16,-1 0 0 0,0-1 0 0,2 3 0 0,1-2 0 16,1-3 0-16,1 2 0 0,0 0 0 0,0-1 0 15,0 1 0-15,-1-1 0 0,-1 2 0 0,0-1 0 16,0 2 0-16,2-3 0 0,-1 1 0 0,0-2 0 15,-2 0 0-15,0 3 0 0,0-3 0 0,0 0 0 16,-1 3 0-16,-1-2 0 0,1 0 0 0,-1 2 0 16,1 0 0-16,0 0 0 0,1 0 0 0,-1 1 0 0,1 0 0 0,-1 1 0 15,0 1 0-15,0-2 0 0,0 3 176 16,0-5-176-16,0 4 240 0,-1-2-48 0,1 1-16 0,-1 0 0 16,2 0-176-16,-3 2 0 0,1 1 144 0,0-3-144 15,1 4 0-15,2-4 128 0,0 1-128 0,1 0 0 16,0 1 0-16,0-1 128 15,1 0-128-15,-2 0 0 0,2 0 0 0,-3 0 144 0,1-2-144 0,0-1 0 16,0 2 128-16,-2-1-128 0,1-1 0 0,-1 1 0 16,2-1 0-16,-1 1 0 0,2 0 0 15,-2-2 0-15,0 1 0 0,-2 2 0 0,-1 0 0 0,-4 4 0 0,-2 0 0 16,-5 2 0-16,-3 1 0 0,-4 1-17792 16</inkml:trace>
  <inkml:trace contextRef="#ctx0" brushRef="#br0" timeOffset="15175.66">9052 3385 3679 0,'-3'-7'320'0,"0"2"-320"0,0 2 0 0,1 1 0 15,0 1 2560-15,1 0 448 0,-1 1 96 0,-1 0 16 0,-2-2-1520 0,-1-1-320 31,-1 3-48-31,-1-2-16 0,0 2-192 0,0 2-64 0,1 1 0 0,1 0 0 0,1 3-320 0,0 1-64 16,0 3 0-16,2 2-16 0,-2 2-32 0,0 3 0 0,1 4 0 0,-2 1 0 16,1 3-208-16,-2-1-64 0,1 4 0 0,0-4 0 15,1 0-64-15,-1-3 0 16,1 0-16-16,1-6 0 0,1-1-176 0,0-5 0 16,2-1 0-16,0-1 0 0,1-3 0 0,1-1 0 0,0-1 0 0,0-2 0 15,0-2 0-15,2-1 0 0,-1 1 0 0,0-3 0 16,1-2 0-16,0 0 0 15,1-2 0-15,0-1 0 0,2-2 0 0,-1 0-176 0,-1-2 176 0,1 0-128 32,-1 0-192-32,0-3-48 0,-1 0 0 0,0 1 0 0,0-3 160 0,-2 0 16 15,1-2 16-15,1 2 0 0,1-5 176 0,-1 0 0 0,3 3 128 16,0 2-128 0,-1 2 304-16,2 3-16 0,-1 2 0 0,0 3 0 0,-1 1 544 0,1 4 128 0,-2-1 0 0,0 2 16 15,0 3-240-15,-1-2-48 16,-1 4-16-16,0 1 0 0,0 2-384 0,0 2-80 15,0 0-16-15,-2-7 0 0,0 0 64 0,5 38 0 16,-5-38 0-16,5 34 0 0,-5-34-128 0,4 42-128 16,-4-42 176-16,5 45-176 0,-5-45 128 0,7 41-128 15,-7-41 0-15,6 40 0 0,-6-40 0 0,0 0 0 16,10 45 0-16,-10-45 0 0,0 0 0 0,0 0 0 0,0 0 0 0,13 40 0 16,-12-38 0-16,0 1 0 0,1-1 0 0,-2-2 0 15,1 0 0-15,-2 0 0 0,1-2-192 16,-2-1 192-1,1 1-1136-15,-2-1-128 0,-2 0-16 0,0-1-16 16,-1-1-688-16,-2 1-144 0,-2-3-32 0,-1 2 0 0,0-4 80 16,-3 2 16-16,0-2 0 0,-1 1 0 0,2 3 288 15,0 0 64-15,1-2 16 0,1 3 0 0,2 1 1312 0,1-1 256 0,0 1 128 0,2 3-128 16,2-2 944-16,0 0 192 0,2 1 32 0,0-1 16 16,1 2 288-16,0-3 48 0,0 1 16 0,2 1 0 15,0-2 64-15,1 0 0 0,-1 0 16 0,3 1 0 0,-1 0-16 0,1-2-16 16,1 1 0-16,0 0 0 0,0 1-272 0,1 1-48 15,1 0-16-15,0 1 0 0,-1 1-384 0,1 0-80 16,1 1-16-16,-8-2 0 0,0 0-512 0,0 0-128 16,0 0 0-16,42 20-10176 15,-42-20-2048-15</inkml:trace>
  <inkml:trace contextRef="#ctx0" brushRef="#br0" timeOffset="15866.74">9181 3513 7359 0,'-1'-5'320'0,"1"3"80"0,0-2-400 0,0 1 0 0,1 1 0 0,-1 1 0 15,1 1 1712-15,0-2 256 0,0 0 48 0,1-3 16 16,1 2 160-16,0-1 48 0,-1 1 0 0,0 2 0 15,0 0-512-15,-1 2-112 0,0 1-16 0,-1 2 0 16,1 1-560-16,-2 2-112 0,0 3-32 0,-1-1 0 16,0 3-448-16,0-1-112 0,-1 2-16 0,-1-1 0 0,1 1-144 0,0-3-48 15,2 2 0-15,-2-5 0 16,0-1-128-16,1 0 0 0,1-4 0 0,-1 1 0 0,2-3 128 0,-1 0-128 16,2-2 0-16,-1-1 128 0,2 0 112 0,-1-1 16 15,1-4 0-15,1 0 0 0,1 0-256 0,-2-1 176 16,1 2-176-16,1-3 160 0,0 3-160 0,0-4 0 15,1 1 0-15,1-2 0 0,0 0 0 0,-1-2 0 16,2 3 0-16,-1 0 0 0,0 0 0 0,0 3 0 16,0 1 0-16,0 0 0 0,-1 2 0 0,1 1 0 0,-1 1 0 0,0 1 0 15,-1 0 0-15,-2 4 0 0,0 1 0 0,0 3 128 16,-1 0 224-16,0 2 32 0,-2 2 16 0,0 2 0 16,1-12-224-16,-2 24-48 15,-1-10-128-15,2-1 192 0,-2 0-192 0,0 0 0 0,0-2 0 0,0 1 0 16,2-3 0-16,-1-2 0 0,1 0 0 0,0-2 0 15,1-3 0-15,1 0 0 0,1-2 0 0,0-2 0 16,0 1 0-16,1-2 0 0,1-2 0 0,0 0 0 16,-1 0 0-16,1-3 0 0,1 0 0 0,-1 1 0 0,1-3 0 15,0 0 0-15,0 1 0 0,2-3 0 16,-2 1 0-16,2-1 0 0,-1 2 0 0,0 0 0 0,1 1 0 0,-1 0 0 16,0 1 0-16,1 2 0 0,-3 1 0 0,1 1 0 31,0 1 0-31,-1 0 0 0,1-1 0 0,-1 3 0 0,-1 1 0 0,0 3 0 15,-1-1 0-15,0 1 0 0,0 1 0 0,-1 4 0 0,-1-2 0 0,0 2 0 16,0 1 0-16,-1 1 0 0,0 1 0 0,-1 1 0 16,0-1 0-16,2-11 0 15,-2 23 192-15,2-23-16 0,0 0 0 0,2 30 0 16,-2-30 16-16,0 0 0 0,0 0 0 0,0 0 0 0,13 36-192 0,-13-36 0 0,0 0 0 16,0 0 0-16,0 0 0 0,0 0 0 15,0 0-128-15,27 0 128 16,-23-4-1488-16,1-1-240 0,1 1-32 0,-1 0-13280 0</inkml:trace>
  <inkml:trace contextRef="#ctx0" brushRef="#br0" timeOffset="16437.18">9565 3447 11967 0,'1'-1'528'0,"0"-1"112"15,0 0-512-15,-1 0-128 0,1 2 0 0,-1-2 0 16,1 1 1584-16,-1 1 272 0,1-3 64 0,0 1 16 0,1 0-256 0,-1 0-48 15,0 0-16-15,-1 1 0 0,0 1-528 0,0 0-128 16,-1 1 0-16,0 3-16 0,-1-2-48 0,1 3 0 31,-1 1 0-31,0 2 0 0,0 2-96 0,1 1-32 0,1-11 0 0,-2 26 0 0,2-26-352 0,-2 34-80 16,2-34-16-16,-3 34 0 0,3-34-80 0,-4 35-32 31,4-35 0-31,-2 33 0 0,2-33-80 0,0 0 0 0,0 34-128 0,0-26 192 0,0 1-192 0,1-1 0 16,1-2 0-16,-1-2 0 0,1 1 0 0,-1-2-128 15,1-2 128-15,-1 1 0 16,1-4-192-16,-1 1 192 0,1-2-192 0,-1-2 192 31,1 1-1392-31,-1-1-160 0,-1-1-48 0,1-3 0 16,-2 2-1104-16,0-4-240 0,-1 0-32 0,0-1-16 16,0-2 688-16,-2-1 128 0,0-2 16 0,0 0 16 15,0 0 928-15,-1-1 176 0,0-2 32 0,0 2 16 0,0 3 992 0,1 1 0 0,1 4 192 0,0 1-32 16,1-1 1424-16,1 3 272 0,0 1 64 0,0 0 16 15,2 1-256-15,-1 1-48 0,2 1-16 0,0-1 0 16,2 1-144-16,0-1-16 0,3 1-16 0,-1-2 0 0,2 1 32 16,1-3 0-16,1 2 0 0,1-2 0 15,2 2-448-15,-1 0-96 0,0-2-16 0,0 2 0 0,1-2-400 0,-2 3-64 16,1 1-32-16,-1-1 0 0,-1 3 0 0,-1 1 0 16,0 3 0-16,-3 0 0 0,-6-3-208 0,0 0-32 15,0 0-16-15,0 0 0 0,0 0-160 0,21 42 0 16,-21-35 144-16,-2 2-144 0,-1-1 0 0,-1 1 0 15,-1 0 0-15,-2 1 128 0,-1 0-128 0,-1-1 0 16,-1 0 0-16,-1 1 0 0,1-2 0 0,-1 0 0 16,1 0 0-16,0-2 0 0,2 0-240 0,1-2-112 0,1-1-32 0,2 1 0 31,2 0-992-31,1-3-208 0,1 2-32 0,1 1-13472 0</inkml:trace>
  <inkml:trace contextRef="#ctx0" brushRef="#br0" timeOffset="16916.38">9775 3568 6447 0,'2'0'576'16,"-1"2"-576"-16,0-2 0 0,-1 0 0 0,0 0 1280 0,0 0 160 16,2 1 32-16,-2 0 0 15,2 1 720-15,0 1 160 0,-1-1 16 0,-1 1 16 0,0-1-112 0,0 0-32 16,-1-1 0-16,0 1 0 15,0 0-512-15,0-2-96 0,0 1-32 0,0 1 0 0,0-2-960 0,0 0-208 16,0 2-48-16,0-2 0 0,1 0-112 0,-1-2-16 16,0 2-16-16,1-2 0 0,0 1 96 0,1-1 32 15,0-1 0-15,0 1 0 0,0 0-192 0,1-1-48 0,-1-1 0 0,-1 3 0 16,1-1-128-16,0 1 192 0,1 0-192 0,-2 1 192 16,1 0-192-1,-1 0 128-15,0 0-128 0,0 1 128 0,0 0-128 0,0 2 0 0,-2 1 0 0,0-1 0 16,1 1 0-16,-1-1 0 0,0 2 0 0,0-3 0 15,1 0 0-15,0 0 0 0,0-1 0 0,0 1 0 16,0-2 0-16,1 0 0 0,0 0 0 16,-1-2 0-16,1 1 0 0,0-1 0 15,0 0 0-15,1-2 0 0,0 1 256 0,0-2-16 0,1 1-16 0,0 1 0 16,1-2 64-16,-1 1 16 0,1 1 0 0,-1-2 0 0,0 3-304 0,0 2 128 16,-1-2-128-16,-1 2 0 15,1 0 0-15,-2 2 0 16,0 0 0-16,-1-1 0 0,-1 3 0 0,0 1 0 0,0-1 0 0,-1-1 0 0,0 2 0 0,1-3-144 15,0 3 16-15,1-2-17904 16</inkml:trace>
  <inkml:trace contextRef="#ctx0" brushRef="#br0" timeOffset="18345.06">10883 3399 7359 0,'-1'-2'656'0,"0"2"-528"0,0 0-128 0,1 0 0 16,-1 0 944-16,1-2 144 0,-1 2 48 0,-2-1 0 15,-1 1 176-15,0 0 32 16,-1 0 16-16,0 0 0 0,1 0-16 0,-1 0 0 0,1 1 0 0,1 1 0 16,-1-2-192-16,1 2-64 15,0-2 0-15,0 0 0 0,2 0-256 0,0 1-48 0,-1-1-16 0,1 0 0 16,1-1 112-16,-1 1 16 15,1 0 0-15,0 0 0 0,0-2-128 0,1 2-32 16,-1-2 0-16,1 1 0 0,0 1-240 0,0 0-48 0,0 0-16 0,-1 0 0 0,1 0-192 0,-1 0-48 16,1 0 0-16,0 0 0 0,0 1-64 0,0-1-128 15,0 0 176-15,0 0-176 0,1 0 256 16,-1 0-64-16,1-1-16 0,-1 1 0 0,0 0 160 0,0-2 48 16,0 2 0-16,0 0 0 0,0-1-144 0,0 0-32 15,-1 1 0-15,1 0 0 0,-1 0-80 0,0 0 0 16,0 0-128-16,0 0 192 0,0 0-192 0,1 0 144 15,-1 0-144-15,1 1 128 0,0-1-128 0,0 1 0 16,0-1 0-16,0 2 0 0,0-2 0 0,0 0 0 16,1 1 0-16,0-1 0 15,1 0 0-15,0 0 0 0,-1 0 0 0,0 0 0 0,1 0 0 0,-1 0 0 16,0 0 0-16,0 0 0 16,-1 0 0-16,1 0 0 0,0 0 0 0,0-1 0 0,0 1 0 0,0 0 0 0,-1 0 128 0,1-2-128 15,-1 2 0-15,0 0 0 16,1 0 0-16,-1 0 0 0,0 0 0 0,1 0 0 0,-1 0 144 0,0 2-144 15,1-2 192-15,-1 0-48 0,1 1 0 0,0-1 0 16,1 2-144-16,-1-2 0 0,1 2 144 0,-2-2-144 16,2 0 0-16,0 1 0 0,0-1 0 15,0 2 128-15,0-2-128 0,0 0 0 0,0 0 0 0,1 0 0 16,-1 0 0-16,0 0 128 0,1 0-128 0,-1 0 0 0,1 0 144 0,0 0-144 16,0 0 192-16,-1 0-192 0,1 0 192 0,-1 0-192 15,1 0 192-15,-2 0-192 0,2 0 160 0,0 0-160 16,-1 0 128-16,1 2-128 0,0-2 0 0,0 0 128 15,-1 0-128 1,1 0 0-16,0 0 0 0,-1 0 0 0,1 0 128 0,1 1-128 0,-2-1 0 0,2 0 0 16,-1-1 0-16,0 1 0 0,1 0 0 0,0 0 128 15,0-2-128-15,1 2 0 0,-2-2 0 0,2 1 128 32,0 1-128-32,-1-2 0 0,2 2 144 0,-1-2-144 0,0 1 160 0,-1 1-160 15,1 0 160-15,-1 0-160 0,1-2 160 0,0 2-160 0,0 0 128 0,0 0-128 0,0 0 0 0,1-1 0 16,-1 1 0-16,1-1 128 0,1 1-128 0,-2 0 0 15,2 0 0-15,-1-2 0 0,1 2 0 0,-1 0 0 32,0 0 0-32,2 0 0 0,-1 0 0 0,1 0 0 15,-2 0 0-15,0 0 0 0,2 2 0 0,-2-2 0 16,1 0 0-16,0 0 0 0,0 0 128 0,1 0-128 16,-2 1 0-16,0 0 144 0,2-1-144 0,-2 0 128 15,2 2-128-15,0-2 0 0,-9 0 0 0,0 0 0 0,27 3 0 16,-18-3 0-16,-9 0 0 0,0 0 0 15,27 0 0-15,-18 0 0 0,1 0 0 0,1-2 0 0,2 1 0 0,1-1 0 16,-1 2 0-16,1-2 0 0,-1 0 0 0,2 1 0 16,1-1 0-16,0-1 0 0,-1 1 0 0,2 1 0 15,-1 0 0-15,1-1 0 0,-2 2 0 0,1-2 0 16,-1 1 0-16,-1 1 0 0,1 0 0 0,-2-2 0 16,0 1 0-16,-1 0 0 0,0 0-240 0,-1 1-16 15,0-1-16-15,-1 1-18736 0</inkml:trace>
  <inkml:trace contextRef="#ctx0" brushRef="#br0" timeOffset="19308.52">11631 3255 3679 0,'-5'-3'320'0,"1"1"-320"0,2 0 0 0,0 2 0 15,1 0 1056-15,1 0 144 0,-1-2 16 0,-1 1 16 16,0-1 512-16,-1-1 112 0,1 2 0 0,-1-2 16 16,0 0-288-16,1 1-64 0,1 0-16 0,1 1 0 15,-1-1-416-15,1 2-96 16,1 0-16-16,-1-1 0 0,1 2-208 0,-1-1-64 15,2 0 0-15,-1 2 0 0,0-2 48 0,1 3 0 0,0-1 0 0,1 1 0 0,1 1-32 0,2 1 0 16,-6-5 0-16,0 0 0 0,0 0 160 0,39 19 16 16,-39-19 16-16,31 10 0 0,-31-10-224 0,34 11-48 15,-34-11-16-15,37 10 0 0,-37-10-128 0,37 7-32 32,-37-7 0-32,33 4 0 0,-33-4-144 0,29 6-16 0,-16-4-16 0,-1 0 0 15,-2 1-96-15,-2 1-32 0,0-1 0 0,-4 1 0 0,-1 1-160 0,-2 0 0 16,-3 2 144-16,-1 0-144 15,-5 3 0-15,-1-1 128 0,-1 3-128 0,-2-3 0 16,-1 2 0-16,-3 1 128 0,-2 1-128 0,-1 0 0 16,-2 0 0-16,1 0 0 0,0-1 0 0,0 1 0 15,2-1 0-15,2-3 0 0,2-1 0 0,2 1-18112 16</inkml:trace>
  <inkml:trace contextRef="#ctx0" brushRef="#br0" timeOffset="21024.05">6970 4390 8287 0,'0'-4'736'0,"0"1"-592"0,0 1-144 0,-1 1 0 0,1 0 912 0,0 0 160 16,0-3 16-16,-2-1 16 15,1 0 400-15,-2-2 80 0,1 2 16 0,0 1 0 0,0 2-192 0,1 4-48 0,0 0 0 16,0 3 0-16,-1 4-400 0,1 3-96 0,1 2-16 0,-1 5 0 16,0-4-208-16,1 6-64 15,0 5 0-15,-1 5 0 0,1-1-80 0,-1 6-32 0,1 2 0 0,-1 4 0 16,-1 1-16-16,-1-4-16 0,0-1 0 0,-1-3 0 16,1-2-288-16,-1-5-144 0,2-5 160 0,0-2-160 15,1-1 0-15,1-3 0 0,0-17 0 0,0 0 0 16,6 33 0-16,-3-26-128 15,-1-4 128-15,1-2-208 16,1-1-1296-16,0-1-256 0,-3-1-48 0,2-1-10192 0</inkml:trace>
  <inkml:trace contextRef="#ctx0" brushRef="#br0" timeOffset="21468.39">6831 4886 6447 0,'-7'-14'272'0,"1"4"80"0,3 0-352 0,0 2 0 16,1 4 0-1,1 1 0-15,1 0 1712 0,-2-5 272 0,0-1 48 0,1-3 16 16,-1 1-304-16,1 3-48 0,1 1-16 0,1 2 0 0,0 5 48 0,1 0 16 16,1 2 0-16,1 2 0 0,0 0-400 0,0 1-96 0,-4-5-16 0,0 0 0 15,0 0-496-15,24 35-96 0,-24-35-32 16,0 0 0 0,0 0-64-16,29 48-16 0,-29-48 0 0,0 0 0 0,0 0-144 0,30 44-16 0,-30-44-16 0,0 0 0 15,25 38-224-15,-25-38-128 0,0 0 128 0,0 0-128 16,25 38 0-16,-25-38 0 0,0 0 0 0,0 0 0 15,0 0 0-15,0 0 0 0,0 0 0 0,0 0-128 32,0 0-848-32,0 0-176 0,0 0-16 15,0 0-16-15,0 0-2304 0,0 0-464 0,0 0-80 0,35-4-32 0,-30-6 576 0,-2-2 112 16,1 0 32-16,-1 1 0 0,0 1 2048 0,-1-4 400 0,0-3 96 0,1 1 16 0,0-1 560 0,-1 0 224 16,-1 3-176-16,0 2 176 15,0 1 1120-15,-1 2 320 0,0 3 64 0,0 2 16 0,1-1 816 0,-1 2 160 31,0 3 48-31,-1 1 0 0,1 1-432 0,-2 3-96 16,0-1-16-16,0 4 0 0,-2-1-464 0,1 2-80 16,-1 3-32-16,0-4 0 0,1 3-464 0,0-2-112 15,-1 3-16-15,0-1 0 0,0 0-416 0,2 1-96 16,-1-3 0-16,0 0-16 0,0-1-176 0,1 1-128 16,-2 3 192-16,-1-3-192 0,0 3 128 0,0-1-128 15,0 0 0-15,2-2 0 0,-1 0 0 0</inkml:trace>
  <inkml:trace contextRef="#ctx0" brushRef="#br0" timeOffset="28932.13">6002 5277 4607 0,'-1'-5'400'0,"0"3"-400"0,0 0 0 0,1 0 0 0,-1 1 2656 0,0 1 448 0,0 0 96 0,-1 0 0 16,-1-2-1024-16,-1 1-192 0,-1-1-64 0,-2 2 0 16,2 0-960-16,-2 0-208 0,1 2-48 0,-1-1 0 15,3 1 16-15,-2-1 0 16,1 3 0-16,-3 0 0 0,1 2-16 0,-2 0 0 0,-1 4 0 0,-2-1 0 16,2 3-240-16,-2 0-48 0,-1 0-16 0,-1 2 0 15,-1 3-192-15,-1-3-32 0,2 0-16 0,1-2 0 0,4-2-160 16,2-1 0-16,3-3 144 0,3-2-144 0,3-2 176 0,3-2-48 15,3-3 0-15,3-1 0 0,0-3-128 0,3 0 192 16,4-1-192-16,-1 1 192 0,0-1 144 0,1 2 48 16,1-1 0-16,1 3 0 0,-2 1-384 0,1 3 0 31,-2 0 0-31,-17 0 0 0,0 0 0 0,43 12 0 0,-43-12 0 0,0 0 0 0,0 0 0 0,29 37 0 16,-29-37 0-16,-1 24 0 0,-3-10 0 0,-2-4 0 15,-2 2 0-15,-2-2 0 0,-1 1 0 0,-1-4 0 0,-1 1 0 16,-1-1 128-16,-1 1-128 0,1-2 0 0,2-1 0 15,0-3 0-15,3 0 0 16,1-2 0-16,3 0 0 0,1-4 0 0,3-1 0 16,2 0 0-16,4-2 0 0,1-2 0 15,3 1-656-15,3-3-112 0,2 1 0 16,4-2-14080-16</inkml:trace>
  <inkml:trace contextRef="#ctx0" brushRef="#br0" timeOffset="29296.35">6148 5334 11279 0,'11'-14'240'0,"-6"7"48"0,-3 4 16 0,-1 2 32 31,-1 1-336-31,0-1 0 0,1 1 0 0,0-3 0 0,0 1 2928 16,-2-1 512-16,0 1 96 0,-2 4 32 0,0 1-1328 0,-2 2-256 0,0 2-48 0,0 0-16 0,-1 3-784 0,1 1-176 31,-1 1-16-31,1 0-16 0,1 2-544 0,0-1-128 16,4-13 0-16,-1 25-16 0,1-25-240 0,0 0 144 16,0 0-144-16,0 0 128 0,21 43-128 0,-21-43 0 15,0 0 0-15,0 0 0 0,28 2 0 0,-21-6 0 16,1-1 0-16,0 0 0 0,-1-2 0 0,1 0 0 15,-1-1 0-15,0 0 0 0,2 0 0 0,-2-2 0 16,1 1 0-16,0 0 0 0,-3-1 0 0,0 1 0 0,0 0 0 16,-2 0 0-16,-1 0 0 0,0-2 0 0,-1-1 0 0,0 0 0 15,-1 3 0-15,1-1 0 0,-1 0 0 0,0 1 0 16,1 0 0-16,-1 1 0 0,0 4 0 0,0 1 0 16,0 3 0-16,0 1 0 0,0 3 0 0,0 1 0 15,0 2 0-15,1 1 0 0,-1-8 0 0,0 0 0 16,1 43 0-16,-1-43 0 0,1 38 0 0,-1-38 0 15,1 41 0-15,-1-41 0 0,4 36 0 0,-4-36 0 16,0 0 320-16,0 0-32 0,22 38 0 0,-16-37 0 16,2-1-96-16,-1-3-32 0,1-2 0 0,0-2 0 0,1-3-160 15,-1 0 0-15,1-1 0 0,-1-4-11024 16,0 2-2160-16</inkml:trace>
  <inkml:trace contextRef="#ctx0" brushRef="#br0" timeOffset="29699.85">6419 5282 5519 0,'-4'2'496'0,"1"-2"-496"15,2 2 0-15,0-2 0 0,0 0 1696 0,0 0 240 16,-1 0 48-16,-2 1 16 0,-1 1 1120 0,0-2 208 16,-2 2 64-16,3-2 0 0,0-2-1120 0,1 0-224 0,1 1-32 0,2-3-16 15,2-1-1072-15,1 0-224 0,2-2-32 0,2 0-16 16,1 0-448-16,1 0-80 0,0 0-128 0,-1 3 176 15,0 1-176-15,0 0 0 16,0 3 0-16,1 0 0 0,-2 3-144 0,-7-3 144 0,0 0 0 0,0 0 0 16,0 0 0-16,25 36-128 0,-25-36 128 0,0 0 0 15,9 44 0-15,-9-44 0 0,2 36 0 0,-2-36 0 16,0 33 0-16,0-33-128 0,-2 29 128 0,2-29 0 16,-3 20 0-16,1-12 0 0,-1-4 0 0,1-1 0 15,1-1 0-15,0-4 128 0,0-3-128 0,1 1 0 0,1-4 336 16,0-1-16-16,0 0-16 0,1-1 0 15,1-2 48-15,1-2 16 0,0-3 0 0,3-2 0 0,-1 3-240 0,1-3-128 16,1 0 128-16,0-2-128 0,1 2 0 0,-1 2 0 16,0 3 0-16,2 1 0 15,-2 4-512-15,-1 1-112 16,3 4-16-16,-2-1-15280 0</inkml:trace>
  <inkml:trace contextRef="#ctx0" brushRef="#br0" timeOffset="30040.55">6730 5196 11967 0,'1'-6'528'0,"0"1"112"0,0 2-512 0,-1-1-128 0,0 1 0 0,-1 1 0 16,1 1 1712-16,0-3 304 0,0-3 64 0,-1-3 16 15,0 1-352-15,-1-1-64 16,1 3-16-16,0 0 0 0,0 2-832 0,0 1-160 0,0 3-32 0,-1 1-16 16,1 1-224-16,0 1-32 0,0 1-16 0,0 0 0 15,1 0-48-15,-1 2-16 0,0 2 0 0,1 1 0 16,0-1 272-16,0 2 48 0,0-9 16 0,0 0 0 15,2 38 176-15,-2-38 32 0,0 0 16 0,3 45 0 0,-3-45-192 0,0 0-32 16,5 45-16-16,-5-45 0 0,3 38-336 0,-3-38-64 16,5 40-16-16,-5-40 0 0,4 41-192 0,-4-41 0 15,3 40 128-15,-3-40-128 0,3 35 0 0,-3-35 0 16,0 0 0-16,2 41 0 0,-2-41 0 16,0 0 128-16,-3 29-128 0,1-22 0 0,0 0 0 0,-1-3 144 15,-1 1-144-15,0 0 128 0,-1-3-128 0,-1-2 0 16,0 2 0-16,-3-2 0 0,-1 0 0 0,-1-2 0 15,0 2 0-15,-2 0 0 16,-3 0-192-16,0-2-64 0,-1 2 0 0,0-5-16 31,3 0-3184-31,2-2-640 0,3-5-128 0,1-5-8288 0</inkml:trace>
  <inkml:trace contextRef="#ctx0" brushRef="#br0" timeOffset="30213.66">6557 5334 17503 0,'17'-21'768'0,"-12"16"176"0,-2 2-752 0,-2 3-192 0,-1 0 0 0,2-1 0 15,2 0 1680-15,6-2 304 16,2 1 64-16,2 1 16 15,2 0 240-15,0 1 32 0,1 0 16 0,-2 0 0 16,-15 0-864-16,31 0-160 0,-16 0-48 0,-1 0 0 16,-1 0-688-16,0-2-144 0,1-1-16 0,-1-1-16 0,-1 1-416 0,0-2 0 15,0 0 128-15,-1 1-128 0,-1-1 0 0,-2 0 0 16,1 1-192-16,-3 1 192 16,1 1-1696-16,-3 2-224 0,0 0-32 0,-2 0-13520 0</inkml:trace>
  <inkml:trace contextRef="#ctx0" brushRef="#br0" timeOffset="30960.55">6984 5222 6447 0,'0'-2'576'0,"0"2"-576"16,0 0 0-16,0 0 0 0,-1 0 2096 0,1 0 304 0,-1-1 64 0,1 0 16 16,0 1 80-16,-1-2 32 0,0 1 0 0,1-1 0 15,0 2-1168-15,0-3-224 0,1 1-48 16,0 1-16-16,-1 0-432 0,0-1-96 0,0-1-16 0,0-1 0 15,0 1 48-15,-1-1 16 0,-1 1 0 0,-1-2 0 16,0 3-192-16,-1-1-32 0,-1 1-16 0,-1-1 0 16,0 3-224-16,-2 1-32 0,2 1-16 0,-1 0 0 15,0 3-144-15,1 0 128 0,0 3-128 0,0 1 128 16,3 2-128-16,-2 1 192 0,1 0-192 0,2 2 192 16,-1-2 0-16,3-12 16 0,0 0 0 0,2 35 0 0,-2-35-80 0,0 0-128 15,0 0 176-15,0 0-176 0,0 0 0 0,34 20 0 16,-25-22 0-16,0 1 0 0,-1-3 0 0,1 0 0 15,0-1 0-15,-1-1 0 0,-1 2 128 0,1-3-128 16,0 2 0-16,0-5 0 0,0 3 0 0,-3 0 0 16,0 0 0-16,-1 0 0 0,-1-1 0 0,-2 4 0 15,1-3 0-15,-1 2 0 0,-2 0 0 0,1 3 0 16,-1-1 128-16,0 1-128 0,0 2 0 0,-1 0 0 16,-1 2 0-16,1 3 0 0,-1-2 256 0,1 1-48 15,1 1-16-15,0 1 0 0,0 0 144 0,1 0 32 0,-1 0 0 0,1 1 0 16,1 0-128-16,-1-7-32 0,0 0 0 0,0 0 0 15,0 0 32-15,0 0 0 0,0 0 0 16,32 33 0-16,-24-31-240 0,0-2 128 0,2-3-128 0,1 0 0 16,-1-2 144-16,1 0-144 0,1 0 128 0,-1-3-128 15,1 2 0-15,-1-1 0 0,0-2 0 0,0 2 0 32,0-1-320-32,1 1-128 0,-1 0-48 0,-2 2 0 15,1-2-2256-15,-1 3-464 0,-1-1-96 0,-2 2-16 0,1 1-336 0,-2 0-80 0,-1-1-16 0,0 1 0 16,0 2 1360-16,-2-2 272 0,1 1 48 0,-1-1 16 15,1 0 1264-15,-1-1 256 0,-1 1 48 0,0-3 16 0,0 1 2208 0,1 1 432 16,-1-2 80-16,1-1 32 0,-1 1 416 0,0 0 64 16,-1-2 32-16,0 2 0 0,0 0-256 0,0 0-48 15,-1 1-16-15,0-1 0 0,0 2-848 0,-1 0-160 16,-1 2-48-16,1 1 0 0,-1 0-608 0,-1 2-128 16,-1 0-32-16,1 3 0 0,-2 2-368 15,1-1-80-15,-1 2 0 0,1 2-16 0,-2 0-176 0,2 0 192 16,-1 1-192-16,1 1 192 0,2-1-192 15,-1-1 0-15,1 1 0 0,0 0 0 0,1-4 208 0,0 2-32 16,1 1-16-16,0-1 0 0,1-9 48 0,0 0 16 0,0 0 0 0,0 0 0 16,9 36-224-16,-9-36 128 0,0 0-128 0,0 0 0 15,0 0 0-15,0 0 0 0,32 31 0 16,-32-31 0-16,0 0 0 0,0 0 0 0,34 2 0 0,-25-7 0 31,2 0-896-31,0-1-192 0,-2 0-16 0,-1 0-16304 0</inkml:trace>
  <inkml:trace contextRef="#ctx0" brushRef="#br0" timeOffset="31368.67">7441 5180 1839 0,'-1'0'160'15,"-1"1"-160"-15,1 0 0 0,0-1 0 16,1 0 2176-16,-1 0 384 0,0 2 96 0,0-1 16 0,-1 1 912 0,1 0 192 16,1-1 48-16,-1 1 0 15,2 0-1104-15,0-2-224 0,2-2-32 0,1 2-16 0,0 0-1120 0,2-2-240 16,1 1-32-16,0-1-16 0,2 2-480 0,1-3-112 15,1 1 0-15,0 1-16 0,1 0-224 0,1-2-32 16,-1 1-16-16,-1-1 0 0,0 0-160 0,-1 0 0 16,0-2 0-16,-1 0 128 0,-1 3-128 0,-1-3 0 15,-1 2 0-15,-1 0 0 0,-1-2 0 16,-3 1 0-16,0 0 0 0,-1-1 0 0,-1 0 0 0,-1-1 0 0,-2 0 0 0,-2-2 0 31,0 0 0-31,-3 1 0 0,-1-2 0 0,-1 1 0 0,-2 2 0 0,-2 3 0 0,1 0 0 0,-1 4 0 16,3 3 0-16,1 1 0 0,1 0 0 0,3 3 0 15,1 0 0-15,2-1 0 0,1 4 0 0,1 0 0 16,0-2 224-16,2-9 16 16,0 0 0-16,8 41 0 0,-8-41-48 0,0 0-16 0,24 41 0 0,-24-41 0 15,0 0 80-15,38 27 0 0,-38-27 16 0,0 0 0 16,48 17-112-16,-48-17-32 0,30 5 0 0,-15-5 0 0,1 0-128 16,0-3 0-16,0-2 0 0,0 1 0 0,2-4 0 0,-1 2-272 15,0-2 64-15,-1 4-18704 16</inkml:trace>
  <inkml:trace contextRef="#ctx0" brushRef="#br0" timeOffset="34010.58">7800 5170 11055 0,'2'0'976'0,"1"0"-784"15,0-1-192-15,0 1 0 0,-1 0 768 0,1-1 96 16,3 1 32-16,4-2 0 0,3-1 224 0,3-1 48 0,2 1 16 0,0-2 0 31,0 0-160-31,-1 1-48 0,-1-1 0 0,-1-1 0 0,-1 0-368 0,-3 1-80 16,0-2-16-16,-2 0 0 0,0 0-768 0,-1 0-176 0,-3 2-16 0,-1 0-6352 15,-1 1-1264-15</inkml:trace>
  <inkml:trace contextRef="#ctx0" brushRef="#br0" timeOffset="34662.39">7940 5038 7359 0,'-4'-3'320'0,"1"1"80"16,1 0-400-16,1 1 0 15,0-1 0-15,1 2 0 0,0-2 1344 0,0-1 176 0,0 1 32 0,0-3 16 16,0 0 288-16,1 0 48 15,0 2 16-15,1 0 0 0,0 1-288 0,0 1-48 0,-1 1-16 0,1 1 0 0,-1 3-272 0,0 0-48 16,-1-4-16-16,0 0 0 0,0 0-336 0,9 41-64 16,-9-41 0-16,0 0-16 0,12 50-352 0,-12-50-64 15,0 0-16-15,14 50 0 0,-14-50-96 0,0 0-32 16,17 42 0-16,-17-42 0 0,0 0-256 0,0 0 160 16,0 0-160-16,29 31 128 15,-22-29-128-15,0-2 0 0,0-2 0 0,0-2 0 16,0-1 0-16,0 0 0 0,0-4-144 0,1 1 144 31,-1-1-1840-31,0-3-304 0,-1 0-64 0,1-1-16 16,-3 1-2224-16,1-1-448 0,-1 0-96 0,-3 0 0 0,2-1 2128 0,-2 0 432 0,-1 2 96 0,0-2 16 15,0-1 2320-15,0 1 400 0,-1 0 112 0,1 2 32 16,0 1 1840-16,0 3 368 0,0-2 80 0,0 4 16 0,0 1 144 0,1 4 16 16,0 1 16-16,0 3 0 0,0 2-816 0,0 2-160 15,-1-7-48-15,0 0 0 0,3 35-624 0,-3-35-128 16,1 36-32-16,-1-36 0 0,5 42-512 15,-5-42-96-15,7 36-32 0,-7-36 0 0,0 0-240 0,12 40-48 16,-12-40-16-16,0 0 0 0,0 0-272 0,24 36 0 16,-24-36 0-16,0 0 0 0,0 0 0 0,27 2 0 15,-20-5 0-15,0-3 0 16,1-1-784-16,-1-3-112 0,1-2-32 0,-2 0 0 16,2-1-1632-16,-4 0-320 0,2-1-64 0,-3-1 0 15,-2 0 672-15,0 0 144 0,0 1 16 0,-1-2 16 0,-1 1 1904 0,0-1 368 0,-1-1 80 0,0 0 0 16,1 5 768-16,0 1 128 0,-1 2 48 0,0 1 0 15,1 6 272-15,-1 2 48 0,2 0 16 0,-2 4 0 16,0 5-64-16,-1 2-16 0,3-11 0 0,-6 33 0 16,6-33-400-16,-5 47-80 0,2-16-16 0,-1-2 0 15,3 1-464-15,-1-2-112 0,0-3 0 0,2-25-16 16,-2 56 16-16,1-27 16 0,0 1 0 0,-1-1 0 16,1 0-208-16,1-29-64 0,-2 52 0 0,2-52 0 15,-3 44-128-15,3-44 0 0,-1 35 0 0,1-35 0 0,0 0 0 16,-5 32 0-16,4-25 128 0,-1-4-128 15,0 1 0-15,-1-4 0 0,0 0 144 0,-2-2-144 0,1 0 0 0,-2-2 0 16,1-1 0-16,-2-1 128 0,2-3-352 0,-1-1-64 16,1-1-16-16,2-1-11376 15,2-4-2272-15</inkml:trace>
  <inkml:trace contextRef="#ctx0" brushRef="#br0" timeOffset="35371.53">8342 5092 6447 0,'-2'0'272'0,"0"0"80"0,1 2-352 16,1-2 0-16,-1 0 0 0,1 1 0 0,-1 1 2000 0,0 0 336 16,0-1 64-16,-1 3 16 15,1 0 400-15,1-1 64 0,1 0 32 0,2-1 0 0,0-1-992 0,3-1-208 16,1-1-48-16,0-2 0 0,1 1-512 0,2-3-96 16,1 1-32-16,0-1 0 0,-1 0-672 0,2-2-144 15,-1 2-16-15,1-2-16 0,-1 1 144 0,0 0 48 16,-1-1 0-16,-2 2 0 0,0 0-48 0,-1 1-16 0,0-1 0 0,-1-2 0 15,-1 0-112 1,-2 2-32-16,0-1 0 0,-1 0 0 0,-1 2-160 0,-2-4 192 0,0 2-192 0,-2 0 192 16,0 0-48-16,-1-2 0 0,-1 4 0 15,1-3 0-15,-1 3-144 0,0-2 160 0,0 1-160 0,0 3 160 16,-1 0-160-16,2 0 0 0,0 2 144 0,0 0-144 16,1 2 0-16,-1 0 128 0,1 0-128 0,0 0 0 15,0 2 0 1,0 0 0-16,1 0 0 0,0-1 0 15,1 0 0-15,0 1 0 0,1-2 0 0,1-1 0 0,0 1 0 0,1-2 0 0,0 2 0 0,1-2 0 16,0-2 0-16,-2 2 0 0,2-1 0 0,-1 0 0 0,1 1 0 16,-1-1 0-16,0 1 0 0,-2-2 128 0,1 2-128 0,0 0 0 15,0 0 0-15,0 0 128 0,0 0-128 0,-1 0 144 16,1 0-144-16,-1 0 160 0,1 0-160 0,0 0 0 16,0 0 0-16,0 2 0 15,0-2 0-15,0 1 0 16,0-1 0-16,0 1 0 0,1 0 0 0,-1-1 0 15,0 2 0-15,0-2 0 0,0-2 0 0,0 2 0 16,0-1 0-16,0 1 0 0,-1-1 0 0,0 0 0 16,0 1 0-16,0-2 0 0,-1 2 0 0,0 0 0 15,1-2 0-15,-1 0 0 0,0 1 0 0,0-1 0 0,0 2 0 16,0 0 0-16,0 0 0 0,0 0 0 0,0 0 0 0,0 0 0 16,1 0 0-16,0 0 0 0,0 0 0 0,0 2 0 15,0-2 0-15,0 0 0 0,1 0 0 0,1 0 0 16,0 0 0-16,-1 0-144 0,2 0 144 0,0-2-160 31,-1 0-1360-31,0 1-272 0</inkml:trace>
  <inkml:trace contextRef="#ctx0" brushRef="#br0" timeOffset="35894.66">8381 4962 3679 0,'-3'-2'160'0,"1"1"32"16,1-1-192-16,0 2 0 0,0 0 0 0,1 0 0 0,0 2 960 0,0-2 160 15,-1 0 32-15,0 1 0 0,1 1-224 0,0-2-32 16,0 2-16-16,1-2 0 0,1 0 944 0,-1 0 192 16,0 0 32-16,1-2 16 0,0 2 528 0,0 0 96 0,1-2 32 0,-2 1 0 15,1 1-944-15,-1-2-192 0,0 2-48 0,0 0 0 16,0 0-576-16,-1 0-128 15,0 0-32-15,0 0 0 0,0 2-384 0,0-2-80 0,-1 1-16 0,1 1 0 16,0-2-128-16,0 2-48 0,0-2 0 0,0 2 0 16,0-1-144-16,0 0 0 0,0 2 0 0,0-3 128 15,0 1-128-15,1 1 0 0,-1-2 0 0,0 0 0 16,1 2 0-16,-1-2 128 0,0 0-128 0,0 0 0 16,0 0 144-16,0 1-144 0,0-1 160 0,-1 1-160 15,0 1 336-15,0-1-16 0,0 1-16 0,0 0 0 16,1 1-80-16,-2-1-16 0,0 1 0 0,0 2 0 15,0 0-80-15,0 1-128 0,2-6 176 0,0 0-176 0,-4 26 176 0,4-26-176 16,-1 31 160-16,1-31-160 0,0 40 128 0,0-40-128 16,0 50 0-16,0-50 0 0,-1 52 144 0,1-21-144 15,-1 2 128-15,1-2-128 0,0-31 192 0,3 55-64 16,-3-55 0-16,5 44 0 0,-5-44-128 0,0 0 0 16,11 48 144-16,-11-48-144 0,0 0 0 15,0 0 0-15,0 0 0 0,0 0 0 0,26 33 0 0,-23-35 0 16,0-1 0-16,0-1 0 0,-1-3 0 0,1 0 0 15,1-3 0-15,-1-2 0 16,-1 2-416-16,-1-1-96 0,0-1-32 0,-1 0-11664 0,-1 0-2320 0</inkml:trace>
  <inkml:trace contextRef="#ctx0" brushRef="#br0" timeOffset="36179.57">8347 5041 4767 0,'-3'-6'0'0,"0"1"192"0,1 1-48 0,1 1 16 0,1-1-160 0,-1 3 0 0,1-1 0 0,-1 0 0 16,0-2 2560-16,0-2 496 0,1 0 80 0,0 0 32 0,2 0-1008 0,0 0-208 16,2 0-32-16,3 0-16 0,-1 2-624 0,2-3-112 15,2 2-16-15,0 3-16 0,1-3-80 0,-1 2-16 16,2 1 0-16,0 0 0 16,1-3-112-16,-1 5-32 0,0-2 0 0,-2 2 0 0,-10 0-384 0,0 0-64 15,28 3-32-15,-28-3 0 0,0 0-160 0,0 0-16 16,0 0-16-1,0 0 0-15,29 40-32 0,-29-40-16 0,-3 24 0 0,0-11 0 0,-3 0-48 0,-2 3-128 16,-2-4 192-16,-2 2-64 0,0-2-128 0,-1-2 0 16,1 1 0-16,1-4 0 15,3-2-304-15,0 0-80 0,1-4-32 0,1 0-15808 0</inkml:trace>
  <inkml:trace contextRef="#ctx0" brushRef="#br0" timeOffset="36657.39">8606 5071 7359 0,'0'0'656'0,"0"0"-528"0,1 0-128 0,-1 0 0 0,0 0 2384 16,0 2 448-1,0-2 96-15,0 3 16 0,0-1-64 0,0 0 0 16,0 3 0-16,0 0 0 0,1-3-1952 0,0 3-400 16,1-2-80-16,-2-3 0 0,0 0 112 0,0 0 16 0,0 0 16 0,0 0 0 15,37 8 272-15,-28-10 48 16,2 0 16-16,1-2 0 0,0-2-368 0,0-1-80 0,0 0-16 0,0-2 0 15,0-1-240-15,-2 1-48 0,-1-1-16 0,-1 1 0 16,-1-1-160-16,0-1 0 0,-3 1 0 0,0 0 0 16,-1 3 0-16,-2-2 0 0,-2 1 0 0,-1 0 0 15,-3 0 0-15,-1 1 0 0,-1 0 0 0,-2 2 0 16,-1 0 0-16,-2 2 0 0,-1 2 0 0,-1 2 0 16,0 2 160-16,-1 3-160 0,3 0 192 0,1 4-192 0,0 0 304 0,1 2-48 15,0 4-16-15,4 0 0 0,0 1 128 0,3 2 16 16,3-19 16-16,-2 40 0 15,2-40-144-15,8 34-16 0,-8-34-16 0,0 0 0 0,34 37-48 0,-34-37-16 16,33 15 0-16,-33-15 0 0,35 9-160 0,-35-9 0 16,34 2 0-16,-34-2-18496 0</inkml:trace>
  <inkml:trace contextRef="#ctx0" brushRef="#br0" timeOffset="37506.91">6290 5851 19343 0,'3'-1'1728'0,"0"0"-1392"15,-2 1-336-15,-1 0 0 0,1 1 1280 0,0-1 192 0,1 0 48 0,2 3 0 16,0-2 352-16,-4-1 80 0,0 0 16 16,0 0 0-16,0 0-688 0,0 0-128 15,42 28-16-15,-42-28-16 0,0 0-688 0,0 0-144 16,0 0-32-16,39 18 0 0,-39-18-256 0,0 0-176 15,0 0 32-15,0 0-10688 16,0 0-2144-16</inkml:trace>
  <inkml:trace contextRef="#ctx0" brushRef="#br0" timeOffset="37707.12">6334 5962 15663 0,'-1'2'688'0,"0"-1"144"0,1 1-656 0,0-2-176 0,0 2 0 0,0-2 0 16,0 1 1632-16,0 1 288 0,1 0 64 0,-1 1 16 15,1 2 176-15,0 1 48 0,-1 1 0 16,0 0 0-16,0 1-640 0,-1 1-128 0,1-9-32 0,0 0 0 16,-2 31-880-16,1-22-176 0,1-9-48 0,0 0 0 15,0 0-320-15,0 0 0 0,5 33 0 0,-2-32 0 16,2-1-864-16,1-3-96 16,1-1 0-16,2-5-14512 0</inkml:trace>
  <inkml:trace contextRef="#ctx0" brushRef="#br0" timeOffset="38069.93">6556 5870 8287 0,'0'-2'736'0,"0"1"-592"16,0 1-144-16,0 0 0 0,0 1 2240 0,-1 1 432 15,0 0 80-15,0 0 0 0,-1 4 0 0,-1 2-16 16,0 1 0-16,-1 2 0 16,0 1-1152-16,0 0-240 0,0 2-32 0,1-4-16 0,0 1-480 0,2-2-112 15,0 1 0-15,1-3-16 0,-1 0-416 0,1-2-80 16,1 0 0-16,0-2-16 0,-1-2-176 0,1-1 0 15,0 0 0-15,0-1 0 0,1-2 0 0,0-2 0 16,0 0 0-16,1-2 0 0,-1-2 0 0,2-1 0 16,-1-2 0-16,1 0 0 0,-1 0 0 0,1 0-176 15,0-1 176-15,-1 3-128 0,-1-2 128 0,2 0 0 0,0 1 0 0,-1 1 0 16,2 1 0-16,-1 2 0 0,0 2 0 0,1 2 0 16,1 1 0-16,-2 2 0 0,1 0 0 0,0 2 0 15,-5-2 496-15,0 0 128 0,0 0 16 0,0 0 16 16,0 0-128-16,27 38-16 0,-27-38-16 0,0 0 0 15,0 0-336-15,16 41-160 0,-16-41 160 0,0 0-160 16,8 37 144-16,-8-37-144 0,0 0 128 0,7 34-128 16,-7-34 0-16,0 0 128 0,0 0-128 0,0 0 0 15,5 32 0-15,-5-28 0 0,0 0 0 0,0-3 0 16,0 0 0-16,0-1 0 0,1 0 0 0,-1-2-17872 16</inkml:trace>
  <inkml:trace contextRef="#ctx0" brushRef="#br0" timeOffset="38792.25">7147 5813 26719 0,'-3'0'1184'0,"1"0"240"0,0 0-1136 0,1 0-288 0,1 0 0 0,-1 0 0 16,0 0 0-16,0-2 0 0,-3 2 0 0,0 0 0 31,-1-1-1232-31,-1 1-160 0,-1-2-16 0,3 0-16 16,-1 2-384-16,1-3-80 0,1 1-16 0,-1 0 0 0,1 1 2096 0,1-1 400 0,0 1 96 0,-2 0 16 15,1 1 512-15,-1-2 128 0,2-1 0 0,-2 0 16 16,0 0-208-16,1 0-64 16,-2-4 0-16,0 2 0 0,1 0-352 0,-2-2-80 0,0 0-16 0,-2 0 0 15,2-3 160-15,-2 3 32 0,2-2 0 0,-2-1 0 0,3 5 96 16,-1-2 32-16,1 3 0 0,-1-1 0 0,1 2-288 0,0 3-48 15,0 0-16-15,1 3 0 0,-1 2-416 0,0 1-64 16,0 2-128-16,-1 1 176 0,1 3-176 16,-2 0 0-16,1 2 0 0,-2 0 128 0,0 3-128 15,0-1 0-15,0 2 0 0,0-1 0 0,1-2 0 0,0-1 0 16,1 1 0-16,1-4 0 0,0 1 192 0,1-2-64 16,1 0 0-16,2-1 0 0,0-2 224 0,1-7 32 15,0 0 16-15,0 0 0 0,0 0-208 0,0 0-64 16,31 29 0-16,-31-29 0 0,25-1-128 0,-10-2 0 0,0-2 144 0,0-1-144 15,2-3 0-15,-2 0 144 0,4-3-144 16,-1 0 0-16,-1-3 0 0,1-1 0 0,-1 1 0 0,-1-1 0 16,0-3 0-16,-2 2 0 0,-2-1 0 0,-3 3 0 15,0-2 0-15,-3 3 0 16,0-2 0-16,-3 2 0 0,1-3 0 16,-2 0-192-16,0-1 192 0,-1-1-192 15,-2 2-224-15,-1-2-32 0,0 2-16 0,-2 2 0 16,1 2 464-16,-1 1 0 0,0 3 0 0,0 2 0 0,2 1 0 0,-2 3 0 15,1 2 176-15,0-1-48 0,1 0 176 0,-1 2 32 0,0 0 16 0,1 2 0 16,0-2-80-16,0 2-16 0,1 0 0 0,-1 3 0 0,1 0-64 0,0-1-32 16,0 4 0-16,1 1 0 0,0 0-32 0,0-9-128 15,0 0 192-15,5 46-64 0,-5-46-128 0,4 33 160 16,-4-33-160-16,8 45 160 0,-8-45-32 0,9 42 0 16,-9-42 0-16,9 46 0 0,-9-46-128 0,10 41 0 15,-10-41 144-15,10 37-144 0,-10-37 0 0,0 0 0 16,12 38 0-16,-12-38 128 15,0 0-128-15,0 0 0 0,11 40 0 0,-11-40 0 0,0 0 0 0,0 0 0 16,0 0 0-16,0 0 0 16,0 0-208-16,0 0-16 0,23 36 0 15,-18-39-18400-15</inkml:trace>
  <inkml:trace contextRef="#ctx0" brushRef="#br0" timeOffset="39022.4">7305 5683 8287 0,'-3'-3'736'0,"2"1"-592"0,-1-1-144 0,1 1 0 16,1 2 2576-16,0-2 496 0,0 1 80 0,0-1 32 16,0 1 240-16,1-2 48 0,0-2 16 0,0 2 0 0,1 1-1728 0,0 0-352 15,2 0-64-15,0 2 0 0,-1 2-608 0,2 0-112 16,1 0-32-16,-6-2 0 0,0 0-384 0,0 0-80 15,0 0 0-15,35 19-128 16,-35-19-272-16,0 0-176 0,0 0-16 0,0 0-16672 16</inkml:trace>
  <inkml:trace contextRef="#ctx0" brushRef="#br0" timeOffset="39185.19">7350 5720 9215 0,'-3'2'816'0,"1"-1"-656"16,2 1-160-16,0-1 0 0,0 1 1856 0,-1 0 320 15,0 2 80-15,-2 2 16 0,2 3 1152 0,-3 2 224 16,2 1 64-16,0 2 0 0,0-2-1504 0,0 1-288 0,2-13-64 16,0 25-16-16,0-25-1136 0,0 0-240 0,0 0-32 0,5 35-16 15,-5-35-416-15,0 0 0 0,0 0 0 0,0 0 0 32,0 0-1312-32,0 0-240 0</inkml:trace>
  <inkml:trace contextRef="#ctx0" brushRef="#br0" timeOffset="39533.05">7533 5765 11055 0,'6'-7'480'0,"-2"3"112"0,0-1-464 0,-1 2-128 15,-1 1 0-15,-2 2 0 0,1-2 2240 0,1-1 448 16,0-2 64-16,0-1 32 0,1-2-544 0,-2 1-96 15,0 2-32-15,-2-1 0 0,-1 3-608 0,-2 0-128 16,1 1-32-16,-3 2 0 0,0 2-256 0,-3 1-48 16,1 0-16-16,-1 1 0 0,0 3-576 0,0 0-112 15,1 3-16-15,-1-1-16 0,0 1-176 0,1 2-128 16,1 2 144-16,1 0-144 0,1 0 176 0,2-1-176 16,3-13 192-16,-1 28-192 0,1-28 352 0,0 0-32 0,0 0-16 0,13 38 0 15,-13-38-304-15,0 0 128 0,0 0-128 0,0 0 0 16,37 21 0-16,-37-21 0 15,0 0 0-15,33 0 0 0,-33 0 0 0,23-6-144 0,-12 2 144 16,1-1-192 0,0-1-1584-16,0-2-320 0,1 1-64 0,-1-2-8304 0,0-1-1664 0</inkml:trace>
  <inkml:trace contextRef="#ctx0" brushRef="#br0" timeOffset="39942.61">7706 5780 6447 0,'8'-10'272'0,"-5"8"80"16,-2 0-352-16,-1 2 0 0,-1 0 0 0,1-1 0 0,1-1 1984 0,0-1 336 15,0-1 64-15,0-1 16 0,-1 0 224 0,0 1 64 16,0-1 0-16,-1 0 0 15,-1 3-768-15,1-3-128 0,-1 2-48 0,0-1 0 0,1 0-208 0,-1-1-32 16,0 2-16-16,0-1 0 0,-1 1-528 0,-1-2-96 16,2 4-32-16,-1 0 0 0,0-1-448 0,-1 2-80 15,1 0-32-15,-2 3 0 0,-1 0-144 0,1 3-128 16,-2 3 192-16,1 0-192 0,-2 3 128 0,2 2-128 16,-1 3 0-16,0 2 0 0,2-2 0 0,2 2 0 15,3-19 0-15,-2 33 0 0,2-33 0 0,0 0 0 16,6 34 0-16,-6-34 0 0,0 0 0 0,0 0 0 0,0 0 0 15,37 9 0-15,-28-14 0 0,0 0 0 0,0-2 0 0,2-2 0 16,-1-1 0-16,1-2-144 0,0-2 144 0,-2 0-128 31,1 2-320-31,-4 0-64 0,1 1-16 0,-3 0 0 0,1-1 288 0,-3 1 64 0,-1 1 16 0,-1 1 0 16,0 1 160-16,-2-1 0 16,-1 2 0-16,0 2 0 0,1 0 176 0,0 3-48 0,0 0 0 0,0 3 0 15,0 0 192-15,-1 4 48 0,2 2 0 0,-1 1 0 16,1 1-192-16,1 2-48 0,0-11 0 0,0 26 0 15,0-26-128-15,1 32 160 0,-1-32-160 0,3 32 160 0,-3-32-160 16,0 0 192-16,0 0-192 0,15 39 192 0,-15-39-192 0,0 0 128 16,0 0-128-16,0 0 128 15,0 0-128-15,40 7 0 0,-33-12 0 0,1-1 0 16,0-2-176-16,0-1-16 0,1 0 0 0,-1-2 0 16,0 0-2032-16,1 1-400 0</inkml:trace>
  <inkml:trace contextRef="#ctx0" brushRef="#br0" timeOffset="40288.76">7971 5527 1839 0,'0'-1'160'0,"0"-1"-160"0,0 2 0 0,0 0 0 16,0 0 2448-16,0 0 464 0,-1 0 96 0,0 0 0 15,0 2 672-15,-1-2 128 0,1 1 32 0,-1 0 0 16,0 2-1472-16,0-1-272 15,0 1-64-15,1-1-16 0,0 0-592 0,0 0-112 0,0 1-32 0,1 2 0 16,0-1-624-16,0 1-128 0,-1 2-16 0,1-7-16 16,0 0-240-16,-1 31-64 0,1-31 0 0,-2 29 0 15,2-29-192-15,-1 30 0 0,1-30 0 0,-3 40 0 16,3-40 0-16,-3 48 128 0,2-24-128 0,-1 2 0 16,0 0 0-16,2-26 0 0,-1 40 128 0,1-40-128 0,0 0 0 15,8 38 0-15,-8-38 0 0,0 0 0 0,0 0 0 0,0 0 0 16,0 0 0-16,0 0 0 0,38 16 0 15,-31-20 0 1,-1-3-192-16,1-2 192 0,-2 1-1600 0,1-3-224 0,-2-1-32 0,0-1-14400 16</inkml:trace>
  <inkml:trace contextRef="#ctx0" brushRef="#br0" timeOffset="40480.36">7892 5687 4607 0,'-7'5'400'0,"2"-4"-400"16,2 2 0-16,1-3 0 15,1 1 2000-15,1 1 320 0,0-2 64 0,-1 2 16 0,1-1 1568 0,0 1 320 0,1 0 64 0,1 0 16 16,0-1-1328-16,3 1-272 0,1-2-48 0,0-2-16 16,1 1-1504-16,2-1-304 15,-1 0-64-15,2-1-16 0,2-2-480 16,0 2-80-16,0-2-32 0,0 0 0 0,-1 2-224 0,0-2 0 16,-1 1 0-16,0 1 0 15,0 1-144-15,-2 0-32 0,0 0 0 0,0 2-12272 0,-2 0-2464 0</inkml:trace>
  <inkml:trace contextRef="#ctx0" brushRef="#br0" timeOffset="41163.71">8083 5708 16575 0,'0'0'1472'0,"0"-2"-1168"16,0 2-304-16,0 0 0 16,0 0 2032-16,0 0 336 0,-1 0 80 0,1 0 16 0,-1 0 336 0,0 2 64 31,-1 1 16-31,0 0 0 0,0 3-1616 0,0 4-320 15,2-10-64-15,-3 22-16 0,3-22-512 0,-2 30-96 16,2-30-32-16,-1 31 0 0,1-31-224 0,0 0 144 16,7 40-144-16,-7-40 128 0,0 0-128 0,0 0 0 0,0 0 0 0,33 31 0 15,-33-31 0-15,0 0 0 0,23-5 0 0,-15 0 0 16,1-1 0-16,0-2 128 0,0-1-128 0,-1 0 0 16,0-1 176-16,-2-1-48 0,0-2-128 0,-2 3 192 15,-2-2-192-15,-1 1 0 0,-2-1 0 0,-1 1 0 16,0 1 0-16,-3 0 0 0,-1 0 0 0,-1-1 0 15,-1 2 0-15,-1 1 0 0,1 2 0 0,-2 1 0 16,1 4 0-16,-2 2 0 0,2 1 0 0,1 3 0 16,0-1 0-16,1 1 0 0,0 2 0 0,0 1 0 15,1 0 128-15,2 1-128 0,-1-1 0 0,3 0 0 0,0-1 128 0,2-7-128 16,0 0 0-16,0 0 144 16,0 0-144-16,0 0 0 0,0 0 0 0,0 0 0 0,0 0 0 15,37 9 0-15,-29-14 0 0,1-1 0 0,1 0 0 0,1-1 0 16,0-1 0-16,0-1 0 0,1 0 0 0,0 0 0 15,-1-1 0-15,1 1 0 0,-2 2 0 0,1-1 0 16,0 2 0-16,-2 0 0 0,0 0 0 0,-1 3 0 16,0-1 0-16,-2 3 0 0,-2-1 0 0,0 4 0 15,-4-2 0-15,0 0 0 0,0 0 0 0,0 0 0 16,0 0 0-16,0 0 0 0,11 38 0 0,-11-38 0 0,0 0 0 16,-1 29 0-16,1-29 0 0,0 0 0 0,0 35 0 15,0-35 0-15,0 29 0 0,0-29 0 0,2 28 0 0,-2-28 0 16,0 31 0-16,0-31 0 0,0 0 0 0,0 33 0 15,0-33 0-15,0 0 0 16,0 0 0-16,0 0 0 0,0 0 0 0,0 0 0 0,0 0 0 0,0 0 0 16,0 0 176-16,0 0-48 0,0 0-128 0,14-7 192 15,-12 0-32-15,0-4-16 0,-1 1 0 0,2-2 0 16,0 0-144-16,0 0 0 0,0-2 144 0,1-2-144 0,1 1 0 16,0-2 0-16,-2 3 0 0,2 0 0 0,0 0 0 0,1 2 0 15,0-2 0-15,0 3 0 0,1 3 0 0,-1 3 0 16,1 3 0-16,-3 2 0 15,-4 0 0-15,0 0 0 0,0 0 0 0,0 0 0 0,0 0 0 0,25 35 0 16,-25-35 0-16,0 0 0 0,0 0-192 0,11 34-64 16,-11-34-16-16,0 0-18128 15</inkml:trace>
  <inkml:trace contextRef="#ctx0" brushRef="#br0" timeOffset="43932.67">6135 5149 4607 0,'6'-9'400'0,"-1"1"-400"0,0 2 0 0,-2 0 0 0,0 2 640 0,-1 1 32 15,1-2 16-15,1-3 0 0,3-2 192 0,1-4 32 16,1-1 16-16,0 1 0 0,-3 2 96 0,-1 3 32 16,-1 1 0-16,-2 4 0 0,-2 1 480 0,0 1 112 15,0 2 16-15,-3 0 0 0,0 0-384 0,-2 1-80 16,1 1-16-16,-3 0 0 0,2-2-400 0,-1 1-80 0,-1-1 0 0,-1-1-16 16,1 1-176-16,-2-3-48 0,2 2 0 0,-1-2 0 15,-1 2 48-15,1-2 0 0,0 2 0 0,-2-1 0 16,3-1 192-16,-2 3 32 0,-2 0 16 0,-1 0 0 15,-3 1-144-15,-2 3-32 0,0 0 0 0,-1 4 0 16,-1-1-352-16,0 2-80 0,0 2-16 0,0 1 0 16,0 2-128-16,0-1 0 0,-2 1 0 0,3 0 0 15,0 1 0-15,1-4 0 0,2 1 0 0,0 0 0 16,2-2 0-16,1-1 0 0,1-1 0 0,-1 1 128 16,2-2-128-16,-1-1 192 0,-2 2-192 0,-1-1 192 15,1 1-192-15,0-1 0 0,-2 2 0 0,2 1 128 0,0-1-128 0,0 0 0 16,-3 3 144-16,-1 2-144 0,1 1 0 0,1-1 0 15,-2 3 0-15,1-2 128 0,1 1-128 0,1 1 0 16,1 1 0-16,0-2 0 16,1 2 0-16,1 0 0 0,1-1 0 0,1 0 128 0,-1-1-128 0,2 0 0 15,-1 2 0-15,1-2 0 0,1-3 0 0,0 0 0 16,0-1 0-16,2 0 0 0,-1-2 0 0,0 3 0 16,1-1 0-16,-1 1 0 0,2 0 0 0,0-1 0 15,0 2 0-15,1-2 0 0,0 0 0 0,1-2 0 0,2-10 0 0,-3 25 0 16,2-13 0-16,1-12 0 0,-1 31 0 15,1-31 0-15,-1 31 0 0,1-31 0 0,1 28 0 0,-1-28 128 16,0 0-128-16,2 41 0 0,-2-41 0 0,0 0 0 16,0 0 0-16,4 38 0 0,-4-38 0 0,0 0 0 15,0 0 0-15,0 0 0 0,12 40 0 0,-12-40 0 16,0 0 0-16,0 0 0 0,0 0 0 0,24 43 0 16,-24-43 0-16,0 0 0 0,0 0 0 0,0 0 0 15,34 35 0-15,-34-35 144 0,0 0-144 0,0 0 0 16,35 31 320-16,-35-31-64 0,0 0 0 0,0 0 0 0,42 31-80 0,-42-31-32 15,0 0 0-15,38 20 0 0,-38-20-144 0,0 0 0 16,43 13 0-16,-43-13 128 0,32 7-128 0,-32-7 128 16,37 3-128-16,-37-3 128 0,39 1 80 0,-39-1 16 15,39 0 0-15,-39 0 0 0,39 0-16 0,-39 0 0 16,39 1 0-16,-39-1 0 0,39 2-80 0,-39-2 0 16,37 5-128-16,-37-5 192 0,37 5-192 0,-37-5 0 15,38 4 0-15,-38-4 0 0,39 8 0 0,-39-8 0 16,39 7 0-16,-39-7 0 0,40 7 0 0,-40-7 0 15,39 7 0-15,-39-7 0 0,38 5 0 0,-38-5 0 16,38 2 0-16,-38-2 0 0,37 0 128 0,-37 0-128 16,39-1 0-16,-18 0 0 0,-21 1 256 0,41-2-64 15,-21-1 0-15,1 1 0 0,2 1-64 0,-23 1 0 0,46-1-128 0,-46 1 192 16,46 0-192-16,-46 0 0 0,45 4 128 0,-45-4-128 16,44 3 0-16,-44-3 0 0,46 3 0 0,-46-3 0 15,47 6 0-15,-47-6 0 0,45 6 0 0,-45-6 0 16,45 8 0-16,-45-8 0 0,44 9 0 0,-44-9 0 15,42 6 0-15,-42-6 0 0,42 6 0 0,-42-6 0 16,41 3 0-16,-41-3 0 16,38-2 0-16,-38 2 0 0,39-3 0 0,-18 1 128 0,1 0-128 0,1-1 0 0,-23 3 128 15,41-3 0-15,-41 3-128 0,44 0 192 0,-44 0-192 0,44-2 0 16,-44 2 128-16,43 2-128 0,-43-2 0 0,41 0 0 16,-41 0 0-16,37 1 0 0,-37-1 0 0,36 2 0 15,-36-2 0-15,36 0 0 0,-36 0 0 0,37 0 0 16,-37 0 0-16,38-3 0 15,-38 3 0-15,39-2 0 0,-39 2 0 0,38-2 0 0,-38 2 0 0,41-5 0 16,-41 5 0-16,41-5 0 0,-20 3 0 0,1-3 128 16,-1 1-128-16,-1 1 0 0,1-1 0 0,-1 1 0 15,-20 3 0-15,41-7 0 0,-21 5 0 0,0-1 0 16,0 1 0-16,1-1 0 0,0-1 0 0,-1 1 0 16,0-1 0-16,-1 1 0 0,-19 3 0 0,39-7 0 15,-18 2 0-15,-2 1 0 0,1-1 0 0,-2 0 0 0,3 1 0 16,-2-1 0-16,2 1 0 0,0-2 0 0,-3 2 0 0,-1 0 0 15,4-2 0-15,0 1 0 0,1-2 0 0,1 0 0 16,0 0 0-16,1 1 0 16,-2 0 0-16,0 0 0 0,-1 0 0 0,-2-1 0 0,2 2 0 0,-1-2 0 15,-3 0 0-15,4 0 128 0,2-3-128 0,0 1 0 16,2-2 0 0,0-1 0-16,-1 2 0 0,1 0 0 0,-1-2 0 0,0 3 0 0,0 0 0 0,-1-1 0 15,-1 3 0-15,0 0 0 0,-3-3 0 0,0 4 0 0,0-2 0 16,-2 1 0-16,1 0 0 0,-2-2 0 0,1 4 0 0,-2-3 0 15,0 2 0-15,0 0 0 0,0 0 0 0,-1 1 0 16,0-1 0-16,-1 0 0 0,1-1 0 0,0 0 0 16,0-2 0-16,0 1 0 0,0 1 0 0,-1-2 0 15,2-2 0-15,0 0 0 0,-1 0 0 16,0 1 0 0,0-2 0-16,0 0 0 0,1 0 0 0,-2-2 0 0,-1 2 0 0,-1 1 0 0,1-1 0 0,0 0 0 31,0-2 0-31,-1 2 0 0,0 0 0 0,-2-2 0 0,2 2 0 0,-3 0 0 0,0 0 0 0,0 0 0 0,-1 0 0 15,2 0 0-15,-1-2 0 0,0 0 0 16,0-2 0-16,-1-1 0 16,1 0 0-16,-3 1 0 0,1-1 0 0,-1-2 0 0,1 1 0 0,-3 0 0 0,1 4 0 0,-2 0 0 31,1-2 0-31,-2 1 0 0,0-2 0 0,-1 1 0 16,-1 3 0-16,-1-2 0 0,0 3 0 0,-2 0 0 15,1 0 0-15,-3 0 0 0,0 0 0 0,-1 3 0 16,0-1 0-16,-2 3 0 0,0-2 0 0,-2 2 0 15,0 0 0-15,-2 0 0 0,0-1 0 0,0 1 0 16,1-2 0-16,-1-1 0 0,1 0 0 0,-1 1 0 16,2-2 0-16,-1 2 0 0,2 1 0 0,-1-4 0 0,-1 2 0 0,-1 1 0 15,0-3 0-15,1 5 0 0,2 0 0 0,-2-3 0 16,-1 3 0-16,0 0 0 0,-2 0 0 0,1 0 0 16,0 2 0-16,0-2 0 0,0 3 0 0,0-1 0 15,-1 2 128-15,0-1-128 0,0-1 0 0,0 1 0 16,-1 1 0-16,1-2 0 0,0 2 0 0,0 0 0 15,1-1 0-15,-1 2 0 0,1-1 0 0,0 0 0 16,1 0 0-16,-1 0 0 0,0-2 0 0,1 3 0 16,-1 0 0-16,0-1 0 0,0 1 0 0,0-1 0 0,0 1 0 15,0 0 0-15,-1 2 0 0,1-2 0 0,0 2 0 0,-1-2 0 16,-1 1 0-16,-1 1 0 0,-1 1 0 0,0 1 0 16,1 0 0-16,-2-1 0 0,0 0 0 0,1 1 0 15,-1-1 0-15,1 1 0 0,2-2 0 0,0 2 0 16,0-2 0-16,-1 0 0 0,-1-2 0 0,0 2 0 15,1-2 0-15,-1 1 0 0,0-1 0 0,-1 2 0 16,2 0 0-16,-2 0 0 0,-1 2 0 0,-3 1 0 16,1-1 0-16,-1 3 0 0,1-2 0 0,-1 1 0 0,1 1 0 0,1-1 0 15,1-1 0-15,0 0 0 0,0 0 0 0,0 0 0 16,2 0 0-16,1-1 0 0,1-2 0 0,0 1 0 16,-1 1 0-16,-2-2 0 0,3 2 0 0,-2-2 0 15,0 0 0-15,1 0 0 0,-1-2 0 0,0 2 0 16,1 0 0-16,-2-2 0 0,2 1 0 0,0 1 0 15,-1-2 0-15,2 0 0 0,0 1 0 0,0-1 0 16,0 2 0-16,0-2 0 0,0 2 0 0,-2 0 0 16,2 0 0-16,-1 0 0 0,4 0 0 0,-3 0 0 15,-1 2 0-15,0 0 0 0,2-1 0 16,0 3 0-16,0-1 0 0,-1-1 0 0,1 0 0 0,-1 0 0 0,1 1 0 0,0-2 0 16,0 1 0-16,0 0 0 0,0-1 0 0,1 0 0 15,-1 1 0-15,1-2 0 0,0 0 0 0,2 1 0 16,0-1 0-16,-2 2 0 15,0-2 0-15,0 0 0 0,1 2 0 0,0-2 0 16,-1 1 0-16,-1 1 0 0,3-1 0 0,-1 0 0 0,-2 1 0 0,0-1 0 16,-1 1 0-16,2 0 0 0,0 1 0 0,1-3 0 15,-1 2 0-15,0-1 0 0,0 0 0 0,-1-1 0 16,3 0 0-16,0 0 0 0,-1 0 0 0,0 0 0 0,0 0 0 16,0-1 0-16,-1 1 0 0,0 0 0 0,0 0 0 0,0 0 0 31,-1 1 0-31,1-1 0 0,0 2 0 0,-1 1 0 0,0-1 0 0,-1 1 0 0,1-1 0 0,-1 3 0 15,0-2 0-15,0 1 0 0,1-1 0 0,1 1 0 16,-2 1 0-16,-1-3 0 0,1 1 0 0,0 1 0 16,-1-1 0-16,0-1 0 15,0 0 0-15,-1-1 0 0,-1 1 0 0,-2 0 0 0,1-1 0 0,-3 1 0 16,1 0 0-16,1 0 0 0,-1 0 0 0,-3-1 0 16,0 1 0-16,-4 0 0 0,-2 1 0 0,1-1 144 15,-3 1-144-15,1 1 128 0,-2 1-128 0,2 2 192 16,-2-2-192-16,1 2 192 0,0 0-192 0,-2 1 0 0,0 1 0 0,2 0 0 15,-1 1 0-15,3-3 0 0,2 2 0 16,1-1 0-16,3 1 0 16,0-2 0-16,1 1 0 0,1 0 0 0,1 2 0 0,0-2 0 0,3 3-176 15,0 3-19152 1</inkml:trace>
  <inkml:trace contextRef="#ctx0" brushRef="#br0" timeOffset="46445.66">7097 4748 3679 0,'1'-2'320'0,"-1"-2"-320"0,1 3 0 0,0-1 0 15,0 0 1792-15,-1 1 304 0,0 1 48 0,1-2 16 16,0-2-240-16,0-1-64 0,0 1 0 0,-1-2 0 16,1 1-400-16,-1 1-96 0,-1-1-16 0,0 0 0 15,-1 3-528-15,0 0-112 0,0 1-32 0,0 1 0 16,0 0 96-16,-2 3 0 0,0 1 16 0,1 4 0 15,-2-1-288-15,-1 4-64 0,1 2-16 0,-2 1 0 0,1 0 96 0,-2 5 0 16,-4 3 16-16,1 1 0 0,1-4-272 0,-1 2-64 16,-2 5-16-16,-1 0 0 0,0-1-176 0,0 0 0 31,3-4 0-31,2-3 0 0,1-2 0 0,4-2 0 0,1-7 0 0,4-1-14384 16</inkml:trace>
  <inkml:trace contextRef="#ctx0" brushRef="#br0" timeOffset="46778.77">6824 4836 4607 0,'-4'-10'192'0,"2"3"64"16,0-1-256-16,2 3 0 0,0 2 0 0,-1 1 0 0,1 1 1600 0,-1-3 288 0,0-3 48 0,-1 0 16 0,0-1 368 0,1 1 80 16,0 2 16-16,0 1 0 0,0 2-496 0,0 1-80 31,1-1-32-31,0 2 0 0,0 0-144 16,2 2-16-16,1-1-16 0,0 1 0 0,1 0-592 0,1 1-112 15,0 1-32-15,-1 1 0 0,2 0-304 0,-6-5-64 16,0 0-16-16,0 0 0 0,28 40-128 0,-28-40-16 15,0 0-16-15,15 43 0 0,-15-43-192 0,0 0-32 16,14 50-128-16,-14-50 192 0,13 40-192 0,-13-40 0 16,15 42 0-16,-15-42 0 0,0 0-176 0</inkml:trace>
  <inkml:trace contextRef="#ctx0" brushRef="#br0" timeOffset="47937.34">7009 6415 3679 0,'2'-5'320'0,"-1"1"-320"0,0 1 0 0,0-1 0 16,-1 3 928-16,0 1 112 0,0 0 32 0,0-2 0 0,1 0 624 0,0-1 128 15,0-1 32-15,0 1 0 0,-1-1-128 0,1 1 0 16,0-2-16-16,-1 3 0 0,1 0-256 0,-1-3-48 16,1 2-16-16,-1 1 0 0,1 0-480 0,-1-1-80 15,1-1-32-15,-1 1 0 0,1 1-304 0,-1-2-64 31,1 1-16-31,-1-2 0 0,0 0-48 0,0 0-16 0,0 1 0 0,0-1 0 16,0 0 80-16,0 1 16 0,0 1 0 0,0-1 0 0,0 1-32 0,0 1 0 0,0 0 0 0,1 1 0 31,-1-1-144-31,0 2-16 0,1 0-16 0,-1 0 0 0,-1-2-112 0,1 2 0 0,0 0-128 0,-1 0 192 32,0 0 32-32,1 0 0 0,-1 0 0 0,-1 0 0 0,1 0 160 0,0 0 16 0,-1 2 16 0,1-2 0 31,0 2-176-31,-1-1-48 0,1 1 0 0,0-2 0 0,-1 1-64 0,0 0-128 15,2 1 176-15,-2-1-176 16,0 3 224-16,1-3-64 0,0 3-16 0,0 0 0 16,-1 4-16-16,1-1-128 0,1 2 192 0,-1 3-64 0,1-12-128 0,0 29 192 15,0-29-192-15,3 49 192 0,-1-15-192 0,0 1 0 16,1 6 144-16,-1 1-144 0,1 3 0 0,0-1 128 16,-1 2-128-16,1 0 0 0,-1-1 0 0,2 2 0 15,1 2 0-15,-1-1 128 0,0-5-128 0,1-6 0 16,-2-2 0-16,0-6 0 0,-3-29 0 0,6 55 0 15,-4-29 0-15,-2-26 0 0,2 51 0 0,-2-51 0 16,1 49 0-16,-1-49 0 16,-1 45-384-16,1-45-64 0,-1 42 0 0,-1-18 0 15,0 0-864-15,-1 1-176 0,0 0-48 0,0-4 0 16,1-3-1056-16,-1 0-224 0,0-1-32 0,0 0-5264 0,1-1-1040 0</inkml:trace>
  <inkml:trace contextRef="#ctx0" brushRef="#br0" timeOffset="48363.36">7013 6281 10127 0,'0'-5'896'0,"0"2"-704"0,0 0-192 0,0 1 0 15,0 2 496-15,-1-2 64 0,0 2 16 0,-1-2 0 16,0-1 1072-16,-2 0 208 0,0 1 64 0,-2 2 0 15,0 0-320-15,0 3-48 0,-1 4-16 16,0 0 0-16,0 4-176 0,1 4-32 16,-1 4-16-16,1 2 0 0,-1 0-368 0,1 8-80 0,-1 3-16 0,0 3 0 15,1 2-448-15,0-1-80 0,1-3-32 0,2-4 0 16,2-4-288-16,1-25 0 0,1 31 0 0,2-26 0 16,2-3 0-16,1-4 0 0,2-5 0 0,1-4 0 15,2-4-1424-15,2-4-240 0</inkml:trace>
  <inkml:trace contextRef="#ctx0" brushRef="#br0" timeOffset="48506.4">7044 6382 1839 0,'0'-4'160'0,"0"4"-160"16,0 0 0-16,0-3 0 0,1-2 1376 0,0-7 240 16,-1-1 48-16,2-4 16 0,0 2 1792 0,0 1 368 15,1 7 64-15,-1 4 0 16,0 7-768-16,-2-4-144 0,0 0-48 0,12 41 0 0,-12-41-1184 0,11 48-240 16,-11-48-48-16,15 54-16 0,-15-54-656 0,25 52-128 15,-25-52-32-15,32 48 0 0,-32-48-448 0,36 42-192 16,-36-42 176-16,34 36-176 0,-34-36-208 0,28 31-144 15</inkml:trace>
  <inkml:trace contextRef="#ctx0" brushRef="#br0" timeOffset="50438.58">6201 7798 17503 0,'0'-1'1552'0,"0"1"-1232"16,1 0-320-16,-1 0 0 0,1 0 1344 0,-1-2 192 15,0 2 64-15,1 0 0 0,2-2 112 0,-1 1 16 16,2-1 16-16,-1 2 0 0,3 0-528 0,1 0-96 16,2 0-32-16,-9 0 0 0,0 0-160 0,39 0-32 15,-39 0-16-15,38-4 0 0,-16 1-240 0,1 0-32 16,-1 0-16-16,1 0 0 0,-23 3-352 0,41-5-80 16,-23 0-16-16,-3 3 0 0,-2-3-144 0,-3 2 0 15,-2 1 0-15,-1 0 0 0,-2 0 0 0,-3-1 0 16,0 3 0-16,-2 0 0 15,-1 0-416-15,-2 0-16 0,0 0 0 0,-2 0 0 16,0 1-1984-16,-1-1-400 0,0 2-64 0,0-2-32 16,-1 2 320-16,0-1 64 0,0 0 16 0,-1-1 0 15,1 2 720-15,0-1 160 0,3 1 32 0,-1-2 0 0,1 0 1120 0,2 2 224 0,0-2 64 0,1 0 0 16,0 0 752-16,1 0 144 0,0 3 48 0,0-2 0 16,0 2 928-16,-1 0 192 0,1 4 48 0,-1 0 0 15,-1 2 48-15,0 4 16 0,-1 3 0 0,0 1 0 16,0-3-736-16,-1 3-144 0,0 6-16 0,-3 2-16 15,2 0-560-15,-2 1-96 0,1 0-32 0,0-2 0 0,0-5-64 16,5-2-32-16,1-17 0 0,-1 24 0 0,1-24-288 0,0 0 160 16,0 0-160-16,0 0 128 0,0 0-128 0,0 0 0 15,0 0 0-15,31 4 0 16,-22-12-1312-16,-1-3-144 0</inkml:trace>
  <inkml:trace contextRef="#ctx0" brushRef="#br0" timeOffset="50626.2">6609 7778 14735 0,'1'-2'1312'0,"0"0"-1056"16,0 2-256-16,-1-2 0 0,0 2 1856 0,1-1 304 15,0-1 64-15,2 0 16 0,0-1 688 0,2 1 144 0,-1 0 16 0,2 1 16 16,-1-1-1472-16,1 2-288 0,0 2-64 0,-6-2-16 16,0 0-800-16,0 0-144 0,0 0-48 0,0 0 0 15,39 21-272-15,-39-21 0 0,0 0 0 0,0 0 0 16,0 0 0-16,0 0 0 15,31 35 0-15,-31-35-11712 0,0 0-2304 0</inkml:trace>
  <inkml:trace contextRef="#ctx0" brushRef="#br0" timeOffset="50800.34">6657 7878 11055 0,'-1'1'976'0,"1"0"-784"15,0 1-192-15,0-2 0 0,0 1 1728 0,-1 3 288 16,0 0 64-16,-1 4 16 0,0 2 1728 0,-2 4 336 15,-1 1 80-15,1 2 16 0,0-1-3168 0,-2 2-640 16,3-3-128-16,-1-1-32 0,1-2-96 0,1-2 0 16,1-2-16-16,1-8 0 0,0 0-176 15,0 0 0-15,0 0 0 0,0 0 0 0,29-3 192 0,-20-7 176 16</inkml:trace>
  <inkml:trace contextRef="#ctx0" brushRef="#br0" timeOffset="51370.59">6808 7857 12783 0,'8'-4'272'0,"-5"1"64"0,0 0 16 0,-1 1 16 0,0 2-368 16,-2 0 0-16,1 0 0 0,0 2 0 0,0-2 2960 0,1 3 528 0,0 0 96 0,-1 1 32 16,-1-4-1184-16,0 0-256 0,0 0-32 0,1 26-16 15,-1-26-736-15,0 0-160 0,-2 26-16 0,2-26-16 16,0 0-688-16,-3 31-144 0,3-31-32 0,-1 18 0 16,-1-8-144-16,0-3-16 0,0 0-16 0,0 0 0 15,1-2-160-15,0 0 0 0,0 0 144 0,1-3-144 16,0-1 0-16,0-1 144 0,1-1-144 0,0-1 0 0,0-1 128 0,1-4-128 15,0 2 0 1,1-4 0-16,-1 0 0 0,1 1 0 0,1-1 0 0,1-3 0 16,-1-2 0-16,1 2 0 0,0 0 0 0,0-2 0 15,1 0 0-15,1 0 0 0,-1 2 0 0,2 2 0 0,-2 0 0 0,1 3 0 16,-1 2 0-16,0 1 0 0,-1 2 0 0,-1 2 0 16,1 0 0-16,-5 0 0 0,0 0 0 0,0 0 0 15,0 0 0 1,0 0 0-16,0 0 256 0,24 40-48 0,-24-40-16 0,0 0 0 0,4 28-192 0,-4-28 0 0,0 24 0 0,-1-11 0 15,-1 2 0 1,0-3 0-16,0 2 0 0,-1-2 0 0,1-1 0 0,-1-3 0 0,2-1 0 16,0-4 0-1,0 0 0-15,1-3 0 0,1-1 0 0,0-4 0 0,1 1 0 0,1-4 0 0,-1-1 0 0,3 0 0 16,-1-1 0-16,1-2 0 0,2-2 0 0,-1-2 0 31,3-1 0-31,0-1 0 0,0 0 0 0,-1 1 0 0,2 0 0 0,-2 2 0 16,0 3 0-16,1 0 0 0,-2 2 0 0,1 3 0 0,-3 3 0 0,1 3 0 31,-2 1 0-31,-4 0 0 0,0 0 0 0,0 0 0 0,0 0 0 0,0 0 0 0,18 41 0 0,-18-41 0 16,0 0 0-16,1 37 0 0,-1-37 0 15,-2 29 0-15,-1-12 0 0,0-1 0 16,0 1 0-16,0 0 0 0,1-3 0 0,2-14 0 16,-2 24 128-16,2-24-128 0,0 0 0 0,0 0 0 15,0 0 128-15,0 0-128 0,0 0 0 0,0 0 0 16,0 0 0-16,0 0 0 0,0 0 0 0,0 0 0 15,0 0 0-15,36 2-12112 16,-32-10-2432-16</inkml:trace>
  <inkml:trace contextRef="#ctx0" brushRef="#br0" timeOffset="51782.05">7245 7878 11055 0,'0'0'480'0,"0"0"112"0,1-2-464 0,-1 2-128 0,0 0 0 0,0 0 0 15,0 0 2048-15,1-2 384 0,0 1 64 0,1 1 32 16,0-2 16-16,1 2 0 0,1-2 0 0,0 1 0 16,0 1-992-16,2 0-192 0,-1 0-32 0,-5 0-16 15,0 0-336-15,0 0-64 0,28-2-16 0,-19 2 0 16,-1-2-384-16,0 0-96 0,1-1-16 0,-3 0 0 16,1-1-192-16,1-1-32 0,-1 0-16 0,1-1 0 0,-2 0-160 15,1 2 192-15,-2-3-192 0,0 2 192 0,0-2-192 16,-3 2 0-16,2-2 144 0,-2 0-144 0,-1-1 0 0,-1 2 0 15,-1-2 0-15,-1 2 128 0,-1 0-128 0,0 0 0 16,-1-1 0-16,-2 2 0 0,1 0 0 0,-1-1 0 16,0 1 0-16,0 1 0 0,1 2 0 0,-2 2 128 15,0 2-128-15,-1 1 0 0,1 0 128 0,-2 3-128 16,1 2 160-16,0 1-160 0,0 3 144 0,-1 3-144 16,1 3 128-16,-2 4-128 0,2-1 192 0,1 0-32 0,0 1-16 0,2-1 0 15,0 0 48-15,1 1 16 0,4-22 0 16,1 36 0-16,-1-36-16 0,0 0-16 0,14 34 0 0,-14-34 0 15,0 0-176-15,0 0 0 0,0 0 0 0,39 15 0 16,-31-18 0-16,2 0 0 0,0-2 0 0,0-1 0 16,0 0 0-16,0-2 0 0,-1 3-160 0,-1-2-18656 15</inkml:trace>
  <inkml:trace contextRef="#ctx0" brushRef="#br0" timeOffset="54035.97">7688 7738 12895 0,'1'-2'1152'0,"1"-3"-928"15,-1 2-224-15,0 3 0 0,0-2 2128 0,1 0 384 16,0-5 80-16,1-2 16 0,2-1 368 16,0-4 80-16,-2 4 16 0,1 0 0 15,-2 1-1472-15,-1 2-272 0,0 0-64 0,-1 1-16 16,0 0-672-16,-1 1-128 0,0-1-16 0,-1 1-16 16,-1 2-224-16,0-2-32 0,-1 1-16 0,-1 1 0 15,-1 1-16-15,-1 2 0 0,0 0 0 0,-1 1 0 16,0 2-128-16,-1 3 0 0,-2 1 144 0,0 4-144 15,0 1 0-15,-1 4 0 0,1 4 0 0,2 1 128 16,0 2-128-16,3-1 0 0,0 2 0 0,2 0 0 0,0-1 0 0,1-2 0 16,1-1 0-16,1 1 0 0,0 0 0 0,1-21 0 15,4 43 0-15,-4-43 0 0,0 0 0 0,16 43 0 16,-16-43 0-16,0 0 0 0,0 0 0 0,0 0 0 16,42 23 0-16,-32-27 0 0,1 0 0 0,0-4 0 15,1-1 0-15,1-3 0 0,0 2-208 0,0-4 32 16,1-1 16-16,1-1 0 15,0 1-944-15,0-1-192 0,-1 2-48 0,-2-2 0 16,1 3 368-16,-3 1 64 0,-2 1 16 0,-1-1 0 0,-2 2 432 0,-1 1 80 0,0 4 32 16,-4-2 0-16,1 4 352 0,-1 1 0 0,-1 2 0 0,0 0 0 15,-1 2 288-15,-1 1 128 0,-1 2 32 0,1-2 0 16,-2 3 16-16,0-1 16 0,2 2 0 0,-2 0 0 16,0 1-64-16,2 1-16 0,0 0 0 0,-1 3 0 15,0 0 80-15,2 0 16 0,-1 0 0 0,0-1 0 16,2 2 16-16,1-13 0 0,0 0 0 0,3 37 0 15,-3-37-256-15,0 0-32 0,0 0-16 0,0 0 0 0,0 0-208 0,36 26 0 16,-27-28 0-16,1-3 0 16,-1-1 0-16,1-2 0 0,0-4 0 0,1 0 0 15,0 1 0-15,-2-2 0 0,1-1 0 0,-2 0 0 16,1 0 0-16,-4 0-128 0,1 2 128 0,-3-2-160 16,-1 2 160-16,-3 1-160 0,-1 0 160 0,-1 0-160 0,-3 3 160 0,0 0 0 15,-2 0 0-15,-2 3 0 0,1 1 0 0,-1 3 0 16,0-1 0-16,-1 0 0 0,2 4 0 0,0-2 128 15,0 3-128-15,0 1 0 0,3 0 0 0,-2 2 0 16,3 0 0-16,0 2 128 0,1-3-128 0,1 2 128 0,0 0-128 16,1 0 128-16,1 0-128 0,1 0 176 0,1-2-176 0,0 2 192 15,1-5-192-15,-2-2 0 0,0 0 0 0,0 0 0 16,0 0 0-16,0 0 0 0,41 7 0 0,-30-12 0 16,1 1 0-16,0-1 0 0,2-2 0 0,0 0 0 15,2 0 0-15,-2-3 0 0,1 4 0 0,-1-2 0 16,-1 1 0-16,0 0 0 15,-2 0 0-15,-1 2 0 0,1-2 0 0,-3 2 0 0,-1 0 0 0,-1 0 0 16,-1 3 0-16,-3 0 0 0,1 0 0 0,-2 2 0 0,0 0 0 0,-1 0 0 16,-2 2 0-16,0 0 0 0,0 1 0 0,0 0 0 15,-2 1 0-15,1 0 0 0,1-1 0 0,0 0 0 16,1 1 0-16,-1-1 0 0,0 1 160 0,0-1-160 16,1 0 192-16,0 0-192 15,0 2 224-15,1-5-64 0,0 0-16 0,0 0 0 0,-3 22-144 0,3-22 0 16,0 0 0-16,-2 26 128 0,2-26-128 0,-1 21 128 15,1-21-128-15,-2 26 128 0,2-26-128 0,0 0 0 16,0 31 0-16,0-31 0 0,0 0 0 0,6 31 0 16,-6-31 128-16,0 0-128 0,0 0 0 0,0 0 0 15,0 0 0-15,0 0 0 0,42 12 0 0,-33-20 0 16,2-1 0-16,-1-2 0 0,2-2 0 0,-1-1 0 0,1-2-128 0,-1 1 128 16,-1 1-320-16,0 0 0 15,-1 0 0-15,-2 2 0 16,0-2 32-16,-3 0 16 0,1 2 0 0,-3 0 0 0,-2-2 128 0,-1 4 144 0,0-2-208 0,-2 3 80 15,1 4 128-15,0 0 0 0,-1 2 0 0,0 3 128 16,1 3 128-16,0 0 16 0,0 1 16 0,-1 3 0 16,2 0 16-1,-1 1 0-15,2-8 0 0,-3 19 0 0,3-19-112 0,-1 23-32 0,1-23 0 16,-1 25 0-16,1-25-32 0,0 0-128 0,4 35 192 0,-4-35-64 16,0 0-128-16,0 0 128 0,16 32-128 0,-16-32 128 0,0 0-128 15,0 0 0-15,0 0 0 0,0 0 0 0,35 20-128 0,-29-23-64 16,0-1-16-16,1-1 0 15,0 0-1248-15,0-2-240 0,0-3-48 0,0 1-16 32,1 0-1488-32,-1-3-288 0,2 1-64 0,8-24-16 31,-3 7-544-31,-4 4-96 0,-2 6-32 0,-4 3 0 0,-1 4 3712 0,-1 3 752 16,-1 4 144-16,0 1 16 0,-1 3 1776 0,-1 0 368 15,1 0 64-15,0 1 16 0,-1 1 720 0,-1 1 160 0,-1 1 16 0,2 3 16 16,1-7-1392-16,-7 17-288 0,7-17-48 15,-6 23-16-15,6-23-608 0,-6 26-128 0,2-11-32 16,4-15 0-16,-5 26-416 0,1-13-96 0,1 0 0 0,0-1-16 16,3-12-224-16,-3 23-32 0,3-23-16 0,-3 22 0 15,3-22-160-15,0 0 128 0,-3 23-128 0,3-18 128 16,1-3-128-16,-1-2 0 0,0 2 0 0,1-4 0 16,1 1 0-16,-1-2 0 0,1-4 0 0,0 2 0 15,0-5 0-15,1 3 0 0,1-4 0 0,0-1 0 16,0 0 0-16,1-3 0 0,0-1 0 0,2-1 0 0,-1-1 0 0,0 0 0 15,0 0 0-15,0 1 0 0,0 2 0 0,0 4 0 16,1 1 0-16,-2 3 0 0,2 0 0 0,-3 3 0 16,1 3 0-16,0-1 0 0,-5 2 0 0,0 0 0 15,0 0 0-15,0 0 0 0,0 0 0 0,0 0 0 16,23 38 0-16,-23-38 0 0,0 0 0 0,2 43 0 16,-2-43 0-16,1 33 0 0,-1-33 0 0,-1 30 0 15,1-30 0-15,-2 29 0 0,2-29 0 0,0 26 0 16,0-26 0-16,0 0 0 0,0 0 0 0,0 0 0 15,0 0 0-15,0 0 0 0,0 0-240 0,0 0-80 0,35 9 0 16,-27-22-16 0,2 0-1872-16,1-3-368 0,1-3-80 0,0 0-16 15,1 0-1536-15,0-4-304 0,1 0-64 0,-1-2-16 0</inkml:trace>
  <inkml:trace contextRef="#ctx0" brushRef="#br0" timeOffset="54681.94">8607 7585 9215 0,'35'-79'400'0,"-34"74"96"0,-1 5-496 0,0-2 0 0,1 1 0 0,0 1 0 15,1-2 2496-15,-1 0 416 0,1 2 80 0,-1 0 16 16,-1 2 256-16,-1 3 64 0,-2 2 16 0,0 0 0 15,0 5-1456-15,-2 3-288 0,-1 3-64 0,-1 6-16 16,0 0-752-16,-2 3-160 0,2 0-32 0,0 1 0 16,2-4-160-16,1 0-32 0,1-2-16 0,3-22 0 0,0 40-224 0,0-40-144 15,3 28 192-15,-3-28-192 0,0 0 0 0,0 0 0 16,18 38 0-16,-18-38 0 0,0 0 0 0,0 0 0 16,0 0 0-16,0 0 0 0,29 2 0 15,-25-6 0-15,1-4-128 0,-1 0 128 16,1-2-1072-1,0 0-112-15,-1-2-32 0,1-2 0 0,0 2-528 0,-2-1-112 0,0-1-32 0,0-1 0 16,0 0-544-16,-1-1-96 0,-2 1-32 0,0-1 0 16,-1 2 512-16,-1 2 80 0,0 2 32 0,-2 1 0 15,1 2 1008-15,0 0 208 0,-1 2 32 0,-2 1 16 0,2 3 224 0,-2-1 32 0,0 2 16 0,-2 3 0 16,1 1 976-16,-2 0 208 0,1 1 48 0,1-2 0 16,0 1 672-16,2-1 144 0,-1 2 16 0,2-2 16 15,1 0 464-15,-1-2 96 0,1 2 0 0,0-2 16 16,3 0-336-16,-2-1-80 0,1 0-16 0,1 0 0 15,0-1-496-15,0 0-112 0,2 0 0 0,-1-1-16 16,0 1-464-16,2 1-96 0,-1-2 0 0,1 2-16 16,1 0-368-16,-1 0-80 0,1-1-16 0,1 1 0 15,-1-1-160-15,1 1 0 0,-1-2 144 0,-4 2-144 16,0 0 0-16,17-5 0 0,-10 2 0 0,-3 0 128 0,2 0-128 0,-1 0 0 16,0 0 0-16,-1 0 0 0,-1 0 0 0,0 0 0 15,-1-1 0-15,0 1 0 0,-1 1 0 0,-2-1 0 16,0-2 0-16,-2 3 0 0,0 0 0 15,-1-1 0-15,-1 1 0 0,-1 2 0 0,-2 0 0 0,-1 0 0 16,0 3 0-16,-1 1 0 0,-1-1 0 0,0 4-160 16,-1-2 160-16,1 2 0 15,2-1-208-15,0-1 64 0,3 2 16 0,0-2 0 0,4 0 128 0,-1-1 0 0,2 1 0 0,1-1 0 16,0-4 272-16,0 0-16 0,0 0 0 0,0 0 0 16,0 0 128-16,0 0 32 0,37 4 0 0,-37-4 0 15,21-5-16-15,-9 0 0 0,1 0 0 0,1-2 0 31,0 0-160-31,1-3-48 0,0 1 0 0,-1 2 0 0,-1-2-192 0,-1 4 0 0,1-3 0 0,-1 2 0 16,0-1 0-16,-2 4 0 0,-1-2 0 0,-2 3 0 31,-7 2 0-31,0 0 0 0,0 0 0 0,0 0 0 0,0 0-752 0,0 0-32 0,0 0-16 16,0 0-18208-16</inkml:trace>
  <inkml:trace contextRef="#ctx0" brushRef="#br0" timeOffset="55158.71">8787 7643 12255 0,'-1'0'256'0,"0"1"64"0,1 1 16 0,0-2 32 0,-1 0-368 0,1 2 0 0,0 0 0 0,-2 0 0 16,-1 3 3264-16,3-5 592 0,0 0 112 0,-5 17 32 16,5-17-976-16,0 0-192 0,0 0-32 0,0 0-16 15,0 0-1616-15,0 0-320 0,0 0-64 0,31 2-16 16,-23-6-368-16,1-3-80 0,0 2 0 0,0-2-16 16,-1 2-304-16,1-4 128 0,-1 4-128 0,0-3 0 15,-1 2 128-15,-1-2-128 0,1 1 0 0,-2 0 0 16,-1 2 0-16,-1-2 0 0,-1 3 0 0,-1-3 0 15,-1 4 0-15,-1-2 0 0,-1 0 0 0,-1-1 0 16,0 3-240-16,-4-2 0 0,1 3 0 0,0 0 0 16,-1-1 48-16,-2 3 16 0,2 1 0 0,-2 3 0 0,0 0 176 0,1 2 0 15,-1 0 0-15,1 4-128 0,1 0 128 0,-1 2 0 16,1 2 0-16,0 2 128 0,1 1 96 0,0 2 32 16,2 2 0-16,4-21 0 0,-5 40 64 0,5-40 32 15,4 31 0-15,-4-31 0 0,0 0-160 0,0 0-16 16,29 38-16-16,-29-38 0 0,0 0-160 0,33 8 0 15,-33-8 0-15,24-1 0 0,-10-4 0 0,-1-1 0 0,2-2 0 16,-1-1-176 0,0-1-896-16,-1-1-176 0,0-1-32 0,-1 0-16000 0</inkml:trace>
  <inkml:trace contextRef="#ctx0" brushRef="#br0" timeOffset="55572.32">9004 7574 12895 0,'0'1'1152'0,"0"1"-928"15,0-2-224-15,0 0 0 0,0 2 2112 0,0-2 384 0,0 3 80 0,0-1 16 16,0 0 64-16,0-2 16 0,0 0 0 0,0 0 0 0,0 0-1200 0,0 0-256 16,0 0-32-16,0 0-16 0,0 0-368 0,0 0-80 15,0 0-16-15,0 0 0 16,0 0-320-16,33 22-64 0,-33-22 0 0,0 0-16 0,0 0-16 0,0 0 0 16,0 0 0-16,0 0 0 0,0 0-160 0,30 30-128 15,-30-30 192-15,0 0-192 0,6 38 128 0,-6-38-128 16,0 31 0-16,0-31 0 0,-4 29 0 0,4-29 0 15,-4 26 0-15,4-26 0 0,0 0 0 0,-3 27 0 16,3-27 0-16,0 0 0 0,0 0 0 0,0 0 0 16,0 0 0-16,0 0 0 0,0 0 0 0,0 0 0 15,0 0 0-15,0 0 0 0,0 0 256 0,1-3-64 16,-1-3-16-16,1 0 0 0,0-2-176 0,-1 1 160 0,1-1-160 0,1-1 160 16,1 1-160-16,1-1 128 0,-1-2-128 0,1 2 128 15,1-3-128-15,-1 0 0 0,2 0 0 0,0-2 0 16,0 0 144-16,1-1-144 0,0 1 160 0,1-2-160 15,2-3 192-15,0 2-64 0,1-1-128 0,0 3 192 16,0 1-192-16,0 2 0 16,1 3 0-16,0 3 0 0,-1 2 0 0,-2 2 0 15,-9 2 0-15,0 0 0 0,0 0 0 0,0 0 0 0,0 0 0 0,30 35 0 16,-30-35-432-16,0 0-16 0</inkml:trace>
  <inkml:trace contextRef="#ctx0" brushRef="#br0" timeOffset="56215.45">5679 7584 18431 0,'0'-5'1632'0,"1"1"-1312"0,-1 1-320 0,0 3 0 0,0 0 1248 0,-1-2 176 0,1-1 48 0,0-2 0 16,0-1 192-16,0-2 32 0,0 2 16 0,-1 0 0 16,0 4-416-16,-1 0-80 0,0 2 0 0,-1 2-16 15,1 3-496-15,0 2-112 0,-1 3-16 16,0 4 0-1,0 2-304-15,1 8-64 0,0 7-16 0,0 5 0 16,1 6 32-16,1 3 0 0,0 5 0 0,-1 2 0 16,1 7 64-16,0 3 16 0,0 4 0 0,1-4 0 15,0-7-144-15,1-2-32 0,-1 0 0 0,1-3 0 16,1-5-128-16,1-5 0 0,0-4 0 0,1-5 0 16,-5-31 0-16,11 50 0 0,-11-50 0 0,11 35 0 0,-11-35 0 15,0 0-224-15,14 39 48 0,-14-39-17152 16</inkml:trace>
  <inkml:trace contextRef="#ctx0" brushRef="#br0" timeOffset="58554.7">5782 7559 911 0,'-1'-3'0'0,"0"0"0"15,0 0 0-15,0 3 0 0,0 0 816 0,0 0 80 16,1 0 0-16,-2-2 16 15,0 2 240-15,0 0 32 0,0 0 16 0,0 0 0 0,-1 2-48 0,1-2 0 0,0 0 0 0,1 0 0 16,-1 1-176-16,2 1-32 0,0-2-16 0,0 0 0 31,0 1 16-31,2-1 0 0,-1-1 0 0,1 1 0 0,1 0 0 0,0 0 0 0,-1-2 0 0,2 2 0 16,-1 0-240-16,1 0-32 0,0 0-16 0,1 0 0 31,0 0 32-31,0 2 0 0,1-2 0 0,-1 1 0 0,2 1-144 0,0-2-32 0,2 2 0 0,0-1 0 16,2 0 176-16,-11-1 16 0,0 0 16 0,34 5 0 15,-34-5-256-15,0 0-48 0,36 5-16 0,-36-5 0 16,0 0-112-16,37 2-32 16,-25-2 0-16,-12 0 0 0,26 0 32 0,-13 0 0 0,0-2 0 0,-1 2 0 15,0 0-32 1,-1-2-16-16,0 2 0 0,0-1 0 0,-2 1-32 16,1 1 0-16,-1 1 0 0,-1-2 0 0,-8 0 64 0,0 0 16 0,0 0 0 0,35 4 0 0,-26-3-32 0,-1-1-16 15,1 0 0-15,1 2 0 0,-1-2-240 0,-1 0 0 16,2-2 128-16,-1 2-128 0,1-1 0 0,0-1 144 15,0 0-144-15,2-1 128 0,-1 1 0 0,0-3 0 32,1 3 0-32,-1-3 0 0,0 2 48 0,0-1 0 15,0 0 0-15,1 1 0 0,0 0-176 0,-1 0 160 16,0 0-160-16,-1 2 160 0,-2 1-160 0,2-2 0 0,0 2 0 16,0 2 128-16,0-2-128 0,0 0 0 0,0 0 144 15,-10 0-144-15,0 0 128 0,32 0-128 0,-21-2 128 16,0 2-128-16,0-2 0 0,0 1 0 0,1-1 0 0,1 0 128 15,1-2-128-15,0 1 0 0,1-2 0 0,2 1 0 16,0 1 0-16,0-2 0 0,0 1 0 0,0 1 128 16,-1 0-128-16,-2 1 144 0,2 0-144 0,-1 0 160 15,-1 0-32-15,-14 2-128 0,28-1 192 0,-28 1-64 16,28 0-128-16,-15 0 128 0,-1 0-128 0,0-2 128 16,0 2-128-16,0 0 0 0,0-2 0 0,0 1 0 15,1 1 0-15,1-2 0 0,-2 1 0 0,0 0 0 16,2-1 0-16,0 1 0 0,0 1 0 0,1-2 0 0,-1 2 0 0,2-2 0 15,0 1 0-15,-1 1 0 0,-15 0 0 0,32 0 0 16,-32 0 0-16,33 0 0 0,-33 0 0 0,31 3 0 16,-31-3 0-16,30 0 0 0,-30 0 0 0,29 2 0 15,-14-2 0-15,0-2 0 0,1 2 0 0,-1-2 0 16,-1 1 0-16,0-1 0 0,0 0 0 0,1 0 0 16,3 0 0-16,-1 1 0 0,1-1 0 0,0-1 0 15,-2 1 0-15,2 2 0 0,0-2 0 0,0 2 0 16,-18 0 0-16,36-3 0 0,-20 3 0 0,1-2 0 15,0 0 0-15,-1 1 0 0,0-1 0 0,1-2 0 0,-1 1 0 16,1-2 0-16,0 1 0 0,0-1 0 0,1 0 0 0,0 0 0 16,0 0 0-16,0 1 0 0,-1-1 0 0,2 0 0 15,-1 3 0-15,-1-2 0 0,2 3 0 0,-1-1 0 16,0-1 0-16,1 3 0 16,-19 0 0-16,37-2 0 0,-37 2 0 0,37 0 0 0,-20-1 0 0,1 0 0 15,1-2 0-15,0 1 0 0,0-1 128 0,2-1-128 16,-1-1 0-16,2 1 0 0,0 0 0 0,-1-2 0 15,1 1 0-15,0 1 0 0,0-2 0 0,0 2 0 16,0-1 0-16,-1 0 0 0,0 2 0 0,0-2 0 0,-2 1 0 16,1 1 0-16,-2 0 0 0,1 1 0 0,-2 1 0 0,1-1 0 15,-18 2 0-15,38 0 0 0,-38 0 0 0,35 2 0 16,-35-2 0-16,35 1 0 0,-35-1 0 0,35 2 0 16,-35-2 0-16,34 2 0 0,-34-2 0 0,34-2 0 15,-34 2 0-15,36-3 0 0,-20 1 0 0,1-1 0 16,0-1 0-16,0 1 0 0,-1 1 0 0,0-1 0 15,1 0 0-15,-1 2 0 0,2-3 0 0,0 1 0 16,-1 0 0-16,0 2 0 0,0 0 0 0,-1-1 0 16,1 2 128-16,-17 0-128 0,31 0 160 0,-31 0 0 0,29 0 0 0,-29 0 0 15,0 0-160-15,40 6 0 0,-40-6 0 0,0 0 128 16,37 8-128-16,-37-8 0 0,0 0 0 0,33 7 0 16,-33-7 0-16,0 0 0 0,31 7 0 0,-31-7 0 15,0 0 0-15,29 0 0 0,-29 0 0 0,0 0 0 16,30 0 0-16,-21 0 0 15,-1 0 0-15,1 0 0 0,-9 0 0 0,0 0 0 0,24 0 0 0,-16 0 0 16,-8 0 0-16,0 0 0 0,25 2 0 0,-25-2 0 16,0 0 0-16,0 0 0 0,32 3 128 0,-32-3-128 15,0 0 0-15,0 0 0 0,32 3 0 0,-32-3 0 0,0 0 0 16,0 0 0-16,33 0 0 0,-26-1 0 0,0 1 0 16,0-2 0-16,-1 2 0 0,1-3 0 15,-1 3 0-15,-1-2 0 0,0 2 0 0,-1 0 0 0,0 0 0 0,-1 2 0 16,0-2 0-16,0 0 0 0,0 3 0 0,-3-3 0 15,0 0 0-15,0 0 0 0,0 0 0 0,0 0 0 16,0 0 0-16,0 0 0 0,0 0 0 0,17 35 0 16,-17-35 0-16,0 0 0 0,0 0 0 0,0 0 0 15,4 34 0-15,-4-34 0 0,0 0 0 0,0 0 0 16,1 38 0-16,-1-38 0 16,0 0 0-16,3 35 0 0,-3-35 0 0,0 0 0 0,3 47 0 0,-3-47 0 0,1 41 0 0,-1-41 0 15,2 49 0-15,-1-17 0 16,-1 6 128-16,0 4-128 0,-1 0 0 0,1-3 0 0,-1 1 0 0,1-5 0 15,-1-4 0-15,1 2 0 16,0 2 128-16,-1-1-128 0,0 0 0 0,1-1 0 0,-1-3 0 0,1-30 0 16,-2 52 0-16,2-52 0 0,-2 38 0 15,2-38 0-15,-3 32-384 0,3-32-64 16,-4 28-16-16,4-28-18432 0</inkml:trace>
  <inkml:trace contextRef="#ctx0" brushRef="#br0" timeOffset="60137.36">5719 8504 6447 0,'0'-2'576'0,"0"-1"-576"0,0 0 0 0,0 3 0 16,-1 0 1216-16,1-2 144 0,0 0 32 0,-2-3 0 15,0 0 448-15,0-1 80 0,-1 3 32 0,0 1 0 16,2 2-480-16,-1 2-80 0,0 0-32 0,0 3 0 15,0 2-592-15,1 2-112 0,0 3-16 0,1 3-16 16,0 1-128-16,1 1-32 0,-1-17 0 0,4 31 0 16,-4-31-336-16,5 33-128 0,-5-33 0 0,6 36 0 15,-6-36 0-15,6 35 0 0,-6-35 0 0,5 31 0 16,-5-31 0-16,0 0 0 0,8 36-160 0,-8-36 160 16,0 0-512-16,0 0-32 0,0 0 0 0,0 0 0 15,0 0-1520-15,0 0-304 0,0 0-64 0,0 0-16 16,0 0-144-16,11-3-32 0,-12-6 0 0,0-1 0 15,-1 3 1392-15,1-2 272 0,-1-1 48 0,0 3 16 0,0-4 1712 0,1 3 336 16,0 1 80-16,0 2 16 0,0 3 672 0,1-2 128 16,0 3 16-16,1 1 16 0,-1 1-448 0,1 1-96 15,1 0 0-15,-1 2-16 0,0-1-304 0,2 2-64 16,0-1-16-16,1 1 0 0,-1 1-352 0,-3-6-64 0,0 0-16 16,0 0 0-16,0 0-128 0,0 0-16 0,48 18-16 15,-36-21 0-15,1 1 224 0,1 0 32 0,0-1 16 0,1-2 0 16,0 2 256-16,1-2 48 0,0 0 16 0,-1 2 0 15,1-2-432-15,-1 1-96 0,2 1-16 0,-17 3 0 16,32-2-272-16,-32 2-48 0,31-2-16 0,-31 2 0 16,32 0-64-16,-32 0 0 0,35 2-16 0,-35-2 0 15,36 0-16-15,-36 0 0 0,36 1 0 0,-36-1 0 16,39-1-160-16,-39 1 0 0,44-2 0 0,-44 2 128 16,47-6-128-16,-22 4 0 0,2 0 0 0,0-3 0 15,-1 3 160-15,1-1-160 0,-1 1 192 0,-1 0-192 0,-1-1 240 0,-24 3-64 16,45-5-16-16,-22 2 0 0,-23 3-32 15,46-6-128-15,-20 3 192 0,0 1-64 0,0 0-128 0,-1 0 160 16,-25 2-160-16,51-3 160 0,-51 3-160 0,49 0 0 16,-49 0 0-16,46-5 128 0,-24 3-128 0,2-2 0 15,-1 1 0-15,-1-2 0 0,2 1 0 0,0-1 0 16,1 0 0-16,0 1 0 0,-1 1 0 0,0-2 0 16,2 4 128-16,-2 0-128 0,-24 1 0 0,46-5 0 15,-24 2 0-15,0 1 0 0,-3 0 128 0,1-3-128 16,0 3 0-16,0-3 128 15,2 3 32-15,-2-2 0 0,-1 1 0 0,-1 0 0 0,-18 3-160 0,39-2 0 0,-39 2 0 16,40-4 128-16,-40 4-128 0,42-3 0 16,-42 3 0-16,41-2 0 0,-41 2 0 0,39-1 0 0,-39 1 0 0,40-4 0 15,-20 1 0-15,0-2 0 16,1 2 0-16,0-3 0 0,0 1 0 0,1 1 0 0,-1-1 0 0,0-1 0 16,1 2 0-16,0-3 0 0,0 5 0 0,-1-3 0 15,-21 5 0-15,42-7 0 0,-42 7 128 0,39-7-128 16,-39 7 0-16,35-3 192 0,-35 3-192 0,34-3 192 15,-34 3-192-15,32-3 160 0,-32 3-160 0,32-2 160 0,-32 2-160 16,32-1 0-16,-32 1 0 0,34 0 0 0,-34 0 0 16,32-2 0-16,-32 2 128 0,34-1-128 0,-34 1 0 15,37-2 0-15,-37 2 0 0,38-4 0 0,-38 4 0 0,37-8 0 16,-37 8 0-16,36-7 0 0,-36 7 0 0,36-7 0 16,-36 7 0-16,39-6 0 0,-39 6 0 0,37-6 0 15,-37 6 0-15,40-4 0 0,-40 4 0 0,37-8 0 16,-37 8 0-16,40-6 0 0,-40 6 0 0,39-6 0 15,-39 6 0-15,38-6 0 0,-38 6 0 0,37-5 0 16,-37 5 0-16,35-2 0 0,-35 2 0 0,32-1 0 16,-32 1 0-16,31 0 0 0,-31 0 0 0,38 0 0 15,-38 0 0-15,39 0 0 16,-39 0 0-16,40 1 0 0,-40-1 0 0,39 0 0 16,-39 0 0-16,40-1 0 0,-40 1 0 0,40-4 0 0,-40 4 0 0,36-3 0 0,-36 3 0 0,33-5 0 15,-33 5 0 1,34-9 0-16,-34 9 0 0,31-7 0 15,-16 3 0-15,0 1 0 0,-15 3 0 0,31-6 0 16,-31 6 0-16,29-5 0 0,-29 5 0 0,29-4 0 16,-29 4 0-16,27-2 0 0,-27 2 0 0,26-1 0 15,-26 1 0-15,27-1 0 0,-27 1 0 0,28 0 0 16,-28 0 0-16,25-2 0 0,-25 2 0 0,0 0 0 0,30-3 0 0,-30 3 0 16,16-5 0-16,-10 2 0 0,-6 3 0 0,7-4 0 15,-3 2 0-15,-3 0 0 0,0 1 0 0,-1-1 0 16,0 1 0-16,-1 1 0 0,-1-1 0 0,0 1 0 15,-1 0 0-15,0 0 0 0,1 0-192 0,-2 0-128 16,1 0-32-16,0 0-19216 16</inkml:trace>
  <inkml:trace contextRef="#ctx0" brushRef="#br0" timeOffset="60597.34">9529 8217 15663 0,'-3'5'1392'0,"0"-3"-1120"0,3-2-272 0,0 0 0 15,-2 5 2112-15,0-3 352 0,2-2 80 0,-7 13 16 16,1-2-864-16,6-11-160 0,-11 21-48 0,5-10 0 16,6-11-2912-16,-9 15-592 15,4-10-112-15</inkml:trace>
  <inkml:trace contextRef="#ctx0" brushRef="#br0" timeOffset="63475.15">9431 5353 4607 0,'0'0'400'0,"0"-2"-400"0,1 1 0 0,-1 1 0 15,0 0 944-15,0 0 96 0,0-2 32 0,0 1 0 32,0 0-80-32,-1-2-16 0,0 1 0 0,0-1 0 0,0 3-304 0,-1-2-64 0,0 1-16 0,1 0 0 15,-1 1 208 1,0 0 32-16,0 1 16 0,0-1 0 0,0 1 16 0,0 1 0 0,1-2 0 0,-1 3 0 16,1-1-240-16,0-2-48 0,1 3-16 0,-1-2 0 0,1 0-208 0,0 1-32 31,0-2-16-31,0 1 0 0,0 1 0 0,0-2 0 0,0 0 0 0,1 2 0 0,-1-2 112 0,0 0 32 15,1 0 0-15,-1 0 0 0,0 0-112 0,0-2-16 16,0 2 0-16,0 0 0 0,1 0 80 0,-1 0 16 31,-1 0 0-31,1 0 0 0,0 0-48 0,1 0-16 0,-1 0 0 0,1 0 0 16,0 0-96-16,-1 0-32 16,1 0 0-16,2 2 0 0,0-2 32 0,0 0 0 0,0 0 0 0,1 0 0 15,0 1 96-15,1-1 32 0,-1 0 0 0,2 2 0 16,-1-2-32-16,1 0 0 0,-1 0 0 0,2 0 0 15,-1 0-112-15,1 0-32 0,-1 0 0 0,0 0 0 16,1 0-64-16,0 2-16 0,-1-2 0 0,0 1 0 16,0 0 16-16,0 1 0 0,0-1 0 0,1 1 0 15,-1-2-144-15,1 3 192 0,0-3-192 0,0 2 192 16,-1-2-64-16,1 1 0 0,-1 0 0 0,2-1 0 16,0 0-128-16,0 0 160 0,1 0-160 0,-1 0 160 15,1 0-32-15,-3 0-128 0,-2 0 192 0,1 0-64 0,2 0 0 0,0 0 0 16,3 0 0-16,2 2 0 0,0-2-128 15,1 0 160-15,0 1-160 0,-1 1 160 0,1-2 0 0,0 0 0 16,0 0 0-16,1-2 0 0,0 1 32 0,2-1 16 16,-2 0 0-16,0 2 0 0,1-2-32 0,0-1-16 15,-2 0 0-15,0 1 0 0,-1 1-160 0,1-2 160 16,2 1-160-16,-1-1 160 0,0 1-160 0,0 1 0 16,0-1 0-16,0 0 128 0,0 0-128 0,1 1 0 15,0-3 0-15,1 1 0 0,-2 2 0 0,0 0 0 16,2-1 0-16,-1-1 0 0,0 1 0 0,0 1 0 0,-3 1 0 15,-12 0 0-15,26 1 0 0,-14-1 0 0,1 0 0 0,-1 0 0 16,-12 0 0-16,24 2 0 0,-24-2 0 0,22 0 0 16,-22 0 0-16,21 1 0 0,-10 1 0 0,-1-2 0 15,0 0 0-15,-1 0 0 0,1 0 128 0,-1 0-128 16,2 2 0-16,-2-2 0 0,1 0 0 0,1 0 0 16,-1 0 0-16,2 0 0 0,-2 0 0 0,0 0 0 15,1 0 0-15,1 0 0 0,-1 0 0 0,0 0 0 16,1 0 0-16,-1 0 0 0,0 0 0 0,0 0 0 15,-11 0 0-15,22 0 0 0,-9 0 0 0,0 0 0 16,-13 0 0-16,28 1 0 0,-28-1 0 0,24 1 0 0,-24-1 0 16,24 0 0-16,-11 0 128 0,-1 0-128 0,-1 0 0 0,1 0 0 15,0 0 0-15,0 0 0 0,-1-1 0 0,0 1 128 16,1-1-128-16,0 1 0 0,-1-2 0 0,-2 2 128 16,2 0-128-16,-3 0 0 0,1 0 0 15,0 0 0-15,-1 0 128 0,1 0-128 0,0 0 0 0,0 0 0 16,-2 0 0-16,2 0 0 0,-1 0 0 0,1 0 0 15,0 0 0-15,1 0 0 0,-2 0 0 0,0 0 0 16,1-2 0-16,-1 1 0 0,0-1 0 0,-1 1 0 16,0-1 0-16,0 2 0 0,0-2 0 0,1 0 0 15,-1 0 0-15,0 1 0 0,-1-1 0 0,0 2 0 0,0-3 128 0,1 3-128 16,-1-2 0-16,0 1 0 0,1 0 0 0,-1 1 128 16,-1 0-128-16,0 0 0 15,1-2 0-15,1 2 0 0,0-1 0 0,1 0 0 16,-3 1 0-16,1-1 0 0,0 1 0 0,1-2 0 0,0 2 0 15,0-1 0-15,0 1 0 0,0 0 0 0,-1 0 0 16,1-2 0-16,0 2 0 0,0 0 0 0,1 0 0 0,-1-1 0 16,1 1 0-16,-2-1 0 15,1 1 0-15,0 0 0 0,1-2 0 0,1 2 0 0,0-2 0 0,0 1 0 0,0 1 0 0,0 0 0 16,1-2 0-16,0 2 0 0,0-2 0 0,0 1 0 16,1 1 0-16,0 0 0 15,-1 0 0-15,0-2 0 0,-1 2 0 0,0 0 0 16,0-1 0-16,-1 1 0 0,0-1 0 0,0 1 0 0,-2 0 0 0,0 0 0 15,-1-2 0-15,1 1 0 0,0 1 0 0,-1-2 0 16,0 2 0-16,0-2 0 0,-1 1 0 0,-1 1 0 16,-1 0 0-16,1-2 0 0,0 2 0 0,-1-1 0 15,0 1 0-15,-1-1 0 0,-1 1 0 0,1 0 0 16,-2 1 0-16,0-1 0 0,0 1 0 0,-1-1 0 16,0 2 0-16,-1-2 0 0,1 3 0 0,0-3 0 0,1 2 0 0,-1 1-18448 15</inkml:trace>
  <inkml:trace contextRef="#ctx0" brushRef="#br0" timeOffset="64915.57">11531 5272 5519 0,'1'0'496'0,"-1"-1"-496"15,0 1 0-15,0-1 0 0,0 1 960 0,0 0 112 16,0 0 16-16,1-2 0 0,-1 2 448 0,0-2 80 15,0 1 32-15,0 1 0 0,0-2-560 0,-1 1-128 16,0 1 0-16,1-1-16 0,0 1-400 0,0-1-80 16,-1 1-16-16,1 0 0 0,0 0-176 0,0-2-32 15,0 2-16-15,0 0 0 0,0 0-64 0,0 0-16 16,0 0 0-16,0-2 0 0,0 2-144 0,0 0 0 16,-1-2 144-16,1 1-144 0,0 1 0 0,-1-2 0 0,1 2 0 15,0-3 128-15,0 3 112 0,0-2 16 0,0 0 16 0,0 0 0 16,0 0 272-16,0 1 48 0,0-2 16 0,0 1 0 15,0 0 96-15,0-3 0 0,1 3 16 0,0-3 0 16,0 1-112-16,-1 1-32 0,1-2 0 0,0-1 0 16,-1 1 16-16,1 0 0 0,-1 0 0 0,0 0 0 15,-1 0-144-15,1-2-16 0,-1 1-16 0,0-2 0 16,0 3 32-16,0-2 0 0,-1 0 0 0,1 1 0 16,-1 0-48-16,1-1 0 0,0 0 0 0,1 0 0 0,-1-2-112 15,1 1-32-15,0 0 0 0,0-1 0 0,0 3-112 0,0-2-16 16,0-1-128-16,0-2 192 0,0 3-192 0,0-2 176 15,-1 1-176-15,1-2 160 0,0 2-160 0,-1-2 192 16,1 0-192-16,0 1 192 0,-1-4 0 0,1 2 16 16,2-3 0-16,-1 1 0 15,1 0-32-15,-1 2-16 0,2 0 0 0,0 0 0 0,-1 0-160 0,2-1 160 16,-1 1-160-16,0 0 160 0,0 0-160 0,0 0 0 16,1 1 0-16,-2 1 0 0,0 0 0 0,0 1 0 15,-1-1 0-15,1 1 0 0,-1-1 0 0,-1 1 0 16,1-1 0-16,-1 1 0 0,0-1 0 0,-1 1 0 0,0-1 0 0,0 1 0 15,0-1 0-15,-1-2 0 0,1 0 0 16,1-1 0-16,-1 3 128 0,0-1-128 0,1-1 128 0,1 0-128 16,-1 0 0-16,1-3 128 0,0 2-128 15,0 1 0-15,1 2 0 0,0 0 0 0,0 1 0 0,0-1 0 16,1 1 0-16,-2-1 0 0,0 3 0 0,0-2 0 16,1 1 0-16,0 0 0 0,-1 0 0 0,0 1 0 15,0 0 0-15,-1-2 0 0,0 1 0 0,-1 0 0 16,1 0 0-16,-1 1 0 0,0 0 0 0,1 2 0 15,-1-3 0-15,-1 2 128 0,1-1-128 0,0 2 0 0,1 0 0 16,-1-1 0-16,0 0 0 0,1-1 0 0,-1 0 0 16,1 2 0-16,0-2 0 0,-1 0 0 0,1-1 0 0,0 2 0 15,0-1 128-15,0 2-128 16,0 0 0-16,-1-1 0 0,1 1 0 0,-1 0 0 0,1 2 0 0,-1-1 0 16,1 1 0-16,-1 1 0 0,1-1 0 0,-1 1 0 15,0-2 0-15,1 1 0 0,-1 0 0 0,1 1 0 16,0 0 0-16,0-1 0 15,0-1 0-15,1 3 0 0,-1-2 0 0,0 2 0 0,1-2 0 0,-1 1 0 16,0 2 0-16,0-3 0 0,1 1 0 0,-1 1 0 16,0 0 0-16,1-1 0 0,-1 2 0 0,0-3 0 15,0 1 0-15,0-1 0 0,1 1 0 0,-1-2 0 16,1 3 0-16,0-3 0 0,-1 1 0 0,0 2 0 16,1-2 0-16,-1 1 0 0,0-1 0 0,0 0 0 0,0 1 0 0,0 0 0 15,0-1 0-15,0 1 0 0,-1 0 0 0,0-1 0 16,1 2 0-16,-1 0 0 0,0-2 0 15,0 1 0-15,1 0 0 0,-1 1 0 0,1-1 0 0,0 1 0 0,0 0 0 0,0 1 0 16,0-2 0-16,0-1 0 16,0 0 0-16,0 1 0 15,1 0 0-15,-1-3 0 0,0 1 0 0,-1 1 0 0,0-1 0 0,0 1 0 0,0 0 0 0,-1-1 0 16,1 0 0-16,0 1 0 0,0 0 0 0,0 1 0 16,0 0 0-16,0-1 0 0,-1 1 0 0,1-1 0 15,-1 1 0-15,1 0 0 16,0 0 0-16,1 2 0 0,0-2 0 0,0 1 0 0,0-1 0 15,0 1 0-15,0 2 0 0,0-2 0 0,0 1 0 0,0-1 0 16,1 1 0 0,0-1 0-16,1 1-256 0,0 0-48 0,-1 0 0 0,1 0-11536 0,0 0-2304 15</inkml:trace>
  <inkml:trace contextRef="#ctx0" brushRef="#br0" timeOffset="65553.53">11583 3994 5519 0,'-3'-1'240'0,"-1"0"64"0,1 1-304 0,1 0 0 15,1-2 0-15,0 2 0 0,1 0 864 0,-3 0 112 0,-1-2 32 0,-2 1 0 16,0 1 144-16,-1-2 16 0,0 2 16 0,1 0 0 15,0 0-64-15,0 0-16 0,2 2 0 0,0-2 0 16,0 3-144-16,2-1-48 0,0-1 0 0,-1 0 0 16,2 1-224-16,0-1-48 0,0 1-16 0,1-1 0 15,0 0 16-15,1 0 0 0,0 1 0 0,0-2 0 16,0 1-80-16,0-1-16 0,0 1 0 0,1-1 0 16,-1 0-64-16,0-1-16 0,2 0 0 0,-1 1 0 15,2-3 1024-15,-1 1 208 0,3 0 32 0,1 1 16 16,1-1-1744-16,1 0-160 0,1-3-128 0,1 3-32 0,0-1 704 0,2 1 128 15,0 1 16-15,1 0 16 0,1-1-208 0,2 1-32 16,1-1-16-16,-1 2 0 0,1 0-80 0,0 0-16 16,-1 2 0-16,-1-2 0 0,-1 1-192 0,0 1 128 15,0-1-128-15,0-1 0 0,0 1 144 16,-1-1-144-16,-1 0 128 0,-1 0-128 0,-1 0 320 0,-1-1 0 16,0 1-16-16,0-1 0 0,-1 1-128 0,0 0-32 0,0 0 0 15,-1 0 0-15,-1-2-144 0,1 1 0 16,-1 1 0-16,0-2 128 0,-1 0-128 0,1 1 0 0,0-1 0 15,0 0 0-15,-1 0 0 0,1-1 0 0,-1 1 0 16,0-1 0 0,-1 2-496-16,1-2-16 0,-2 1-16 0,0 1 0 15,-1 1-2736-15,0 0-560 0</inkml:trace>
  <inkml:trace contextRef="#ctx0" brushRef="#br0" timeOffset="65994.39">11943 3833 1839 0,'-2'0'160'0,"1"0"-160"0,1 1 0 0,-1-1 0 15,1 0 1456-15,0 0 256 0,-1 2 48 0,-1-2 16 16,-1 0 560-16,1 2 112 0,-1 0 32 0,1-2 0 16,0 2-896-16,1 1-176 0,0-1-48 0,1-2 0 15,0 3-240-15,1-1-48 0,2 0-16 0,-1-1 0 16,4 1 96-16,0 0 0 0,3 1 16 0,0-1 0 16,0 0 48-16,2 0 16 0,2 1 0 0,1-1 0 15,2-1-464-15,0 1-80 16,1 0-32-16,-2 0 0 0,1 1-400 0,0-1-96 0,0 1-16 0,-16-3 0 0,27 7-144 15,-27-7 160-15,0 0-160 0,32 16 160 0,-32-16-32 0,0 0 0 16,0 0 0-16,0 0 0 0,30 43-128 0,-30-43 128 16,0 0-128-16,0 0 128 0,-4 42-128 0,-2-32 0 15,1 0 144-15,-4 0-144 0,-2 1 176 0,-1-2-48 16,-1 2 0-16,-2-2 0 0,-2 0 112 16,-3 0 16-16,-2 2 0 0,-1-2 0 0,0 0-256 0,1 0 176 15,2 1-176-15,4-5 160 0,4 2-160 0,1-3-144 31</inkml:trace>
  <inkml:trace contextRef="#ctx0" brushRef="#br0" timeOffset="67025.95">12084 3382 12687 0,'-4'3'0'15,"2"-3"0"1,-1 0 0-16,0 0 0 0,1 0 0 0,0 0 0 31,-1 0 0-31,-4-2 0 0</inkml:trace>
  <inkml:trace contextRef="#ctx0" brushRef="#br0" timeOffset="67345.23">11726 3392 6447 0,'-3'-2'576'0,"1"-1"-576"15,0 1 0-15,1 0 0 0,1 1 704 0,-1 1 16 16,-1-3 16-16,-3 0 0 0,1-4-64 0,-2 2-16 16,0-2 0-16,0 3 0 0,2 0 128 0,-1 2 32 0,0-1 0 0,2 3 0 15,1 0 400-15,-1 0 96 0,1 0 16 16,2 0 0-16,0 0 208 0,1 1 64 0,1 1 0 0,0-2 0 16,2 2-400-16,1-2-80 0,1 1-16 0,3-1 0 15,0 0-240-15,2-1-48 0,3-1-16 0,1-1 0 16,3-1 16-16,0 0 0 0,2 1 0 0,-2-2 0 15,1 1-384-15,-1 1-80 0,3-2-16 0,-2 3 0 16,2 0-336-16,-4 0 128 0,0 1-128 0,-1 2 0 16,-2 1 0-16,-1 0 0 0,-1-1 0 0,-1 2 0 15,0 0 0-15,-2-1 0 0,0-1 0 0,-1 1 0 0,-2 0 0 16,0 0 0-16,-1-2 0 0,-3 1-128 16,0 1-384-16,-1-2-64 0,-1 0 0 0,-2 0-14768 15</inkml:trace>
  <inkml:trace contextRef="#ctx0" brushRef="#br0" timeOffset="68446.39">11630 3290 4607 0,'-4'-4'192'0,"0"1"64"16,2 0-256-16,0 0 0 0,0 2 0 0,1 1 0 15,0-2 1136-15,-2-1 176 0,0-2 32 0,-4-1 16 16,1-2 352-16,-3 1 64 0,1 1 16 0,-1 0 0 0,3 4 64 0,-1-1 0 16,2 1 16-16,0 2 0 15,2 2-256-15,0-2-48 0,1 1-16 0,1 1 0 0,1 0-272 0,2 1-48 16,2-1-16-16,-1 0 0 0,3 0-272 0,-1 1-64 15,3-2-16-15,0 1 0 0,2 0-192 0,2-1-32 16,1 0-16-16,2-1 0 0,1 2-240 0,0 1-64 16,2-1 0-16,1 1 0 0,-1-1-112 0,2 1-16 15,0 1-16-15,-2-1 0 0,-2 0 0 0,2-2 0 16,4 2 0-16,0 1 0 0,2-1-48 0,0-1-128 16,0 1 192-16,0 1-64 0,-1 1-128 0,0-3 0 15,-1 3 144-15,-1-2-144 0,0 1 0 0,-3-2 128 0,-1 1-128 0,-2-1 0 16,-2-1 0-16,-2-1 0 0,-3 0 0 0,0 0 128 15,-4-1-128-15,-2 1 0 16,-1 0 0-16,-3 0 0 0,-1 0 0 0,0 0 0 0,-4 0 0 0,1 1 0 16,-3 1 0-16,1-2 0 15,0 2 0-15,-2-2 0 0,2 2 0 0,-2 1 0 0,-1-1 0 0,-2 3 0 16,0-1 0-16,-1 1 0 0,0 0 0 0,0 2 0 16,0-1 0-16,-1 0 0 0,1 0 0 0,-1 0 0 15,0 0 0-15,2-2 0 0,1 0 0 0,0 1 0 16,-1-3 0-16,-1 1 0 0,1-1 0 0,0 1 0 0,1-1 0 0,0 0 0 15,1 0 0-15,0-1 0 0,3 1 0 16,0 0 0-16,0-2 0 0,2 3 0 0,0-1 0 0,2-2 0 16,0 1 0-16,0 0 0 15,2 0 0-15,1 0 0 0,0-1 0 0,2 1 0 16,0-1 0-16,1 0 0 0,1 0 0 0,1 0 0 0,0-1 0 0,2 0 0 16,1 0 0-16,2 0 0 0,1 0 0 0,1-3 0 15,2 1 0-15,4-2 0 0,3-2 0 0,3 0 0 16,2-5 0-16,0 3 0 0,-1 0 0 0,-1 1 0 15,2-4 0-15,-2 3 0 16,-5 2 0-16,-1-1 0 0,0 2 0 0,-4 0 0 0,-2 2 0 0,-4-1 0 0,-2 2 0 0,-2 1-128 16,-4 2 128-16,-2 0 0 0,-2 2 0 0,-3-1 0 15,-3 2 0-15,0 1 0 16,-2 0 0-16,-2 1 0 0,-3 0 0 0,-1 2 0 0,-2 0 0 0,-3 3 0 31,1-1 0-31,2 0 0 0,1 0 0 0,0 2 0 0,-2-1 0 0,0 1 0 0,0 1 0 0,3-3 0 31,1 2 0-31,2-3 0 0,2 0 0 0,3-1 0 0,5-3 0 0,0 1 0 0,4-3 0 0,1-1 0 16,2 1 0-16,2-4 0 0,3 1 0 0,2-3 0 16,1 1 0-16,2-1 0 0,2-4 0 0,0 2 0 0,-1 0 0 15,2 0 0-15,4-2 0 0,2-3 0 0,4 1 0 16,-1-1 0-16,0 2 0 0,-1 0 0 0,0 1 0 0,-3 2 0 16,-1 2 0-16,-3 1 0 0,-3-1 0 0,0 3 0 15,-4 1 0-15,-2 0 0 0,-1 0 0 0,-3 1 0 31,-1 1 0-31,-2 0 0 0,-1 1 0 0,-2-1 0 16,-1 0 0-16,-3 3 0 0,-1-2 0 0,-1 1 0 0,-2 1 0 0,1 1 0 0,0-2 0 0,-3 3 0 16,-3-1 0-16,-4 4 0 0,-3 2 0 15,-2-2 0 1,0 4 0-16,0-2 0 0,3-1 0 0,3-1 0 16,3-1 0-16,4-1 0 0,5-2 0 0,1-1 0 0,3-2 0 15,2-1 0-15,3-2 0 0,4-1 0 0,1-2 0 0,3-2 0 16,4 0 0-16,2-2 0 0,3 0 0 0,-1-3 0 15,1 1 0-15,1 0 0 0,-1 0 0 0,2 0 0 16,0-2 0-16,1 1 0 0,3-1 0 0,-2 1 0 16,-1 0 0-16,-2 3 0 0,-4 2 0 0,-3 1 0 15,-1-1 0-15,-6 3 0 0,-1 2 0 0,-3 2 0 16,-2-2-160-16,-3 3 160 0,-1 1-192 0,-3-1-17920 16</inkml:trace>
  <inkml:trace contextRef="#ctx0" brushRef="#br0" timeOffset="69081.06">11769 3385 3679 0,'-3'0'320'0,"0"0"-320"16,2 0 0-16,0 0 0 0,1 0 976 0,-1-2 128 0,-1 2 32 0,-2-1 0 16,-1-1 560-16,0 1 112 0,0-2 32 0,1 1 0 15,1 1 32-15,0 1 16 0,1-2 0 0,1 1 0 16,2 1-464-16,0-1-80 0,1 1-32 0,3-1 0 15,-1 1-320-15,4 0-64 0,2-1-16 0,2 0 0 16,3-3-80-16,0 1-32 0,3-2 0 0,1 1 0 16,1 1-304-16,1-2-64 0,2 1-16 0,-6 1 0 15,-3 1-416-15,1 0 0 0,1 1-144 0,-1 1-14704 16</inkml:trace>
  <inkml:trace contextRef="#ctx0" brushRef="#br0" timeOffset="73564.82">11955 4049 3679 0,'0'-5'320'0,"-1"3"-320"0,1-1 0 0,-1 1 0 16,1 2 1312-16,0-3 192 0,0 0 32 0,-1-3 16 16,-1-1 480-16,-1-3 80 0,-1 6 32 0,1-4 0 15,1 4-224-15,-2 2-64 0,1-1 0 0,-1 3 0 16,0 1-32-16,0 1-16 0,0 0 0 0,2 0 0 15,-1 3-496-15,0-3-96 0,1 1-32 0,1-1 0 16,1 0-576-16,2 1-112 0,0-3-32 0,2 2 0 16,0-2-16-16,1 0 0 0,1-2 0 0,1 2 0 15,1-3-64-15,2 3 0 0,-1-2-16 0,1 2 0 0,2 0-64 0,1 0-16 16,0 2 0-16,0-2 0 0,0 3-80 0,0-1-16 16,0 1 0-16,0-1 0 0,-13-2-48 0,26 5-16 15,-14-2 0-15,0-1 0 0,0 0-128 0,0-2 128 16,-1 0-128-16,0 0 128 0,0-2-128 0,-2-1 0 15,0 0 0-15,-2 1 0 0,-1 0 0 0,-2 0 0 16,-1 2 0-16,-2-2 0 0,-2 4 0 0,-2-2 0 16,-2 2 0-16,0 0 0 0,-2-2-256 0,1 2-16 15,-2-1-16-15,2 1 0 16,-2-2-1056-16,1-2-192 0,0 2-64 0,-1-2-9408 16,2 1-1872-16</inkml:trace>
  <inkml:trace contextRef="#ctx0" brushRef="#br0" timeOffset="74356.42">11965 3916 4607 0,'-3'-2'400'0,"-2"0"-400"0,2 1 0 0,2 1 0 15,0 0 1376-15,-1 0 192 0,-2-2 32 0,-2 0 16 16,-4 1 400-16,1-1 80 0,1 0 16 0,0 0 0 16,2 2-240-16,1 0-32 0,1 0-16 0,3-2 0 15,-1 2-224-15,2-1-32 0,1 1-16 0,0-2 0 16,1 1-240-16,2-1-48 0,2 2-16 0,0-1 0 15,1 0-352-15,0 1-80 0,2 0-16 0,1-2 0 0,2 2-288 0,0 2-64 16,1-2-16-16,1 1 0 0,-1 0-160 16,0 2-16-16,-13-3-16 0,27 7 0 0,-27-7-240 0,0 0 128 15,35 12-128-15,-25-10 0 0,-1 0 0 0,-1-1 128 16,1 1-128-16,-3-2 0 0,0 0 0 0,-2 0 0 16,-1 0 0-16,-2 0 0 0,0 0 0 0,-1-2 0 15,-1 2 0-15,-1 0 0 0,0 0 0 0,0 0 0 16,-3 2 0-16,0-2 0 15,-1 2 0-15,-1 1 0 0,-1-1 0 0,1 0 0 0,-2 0 0 0,2 3 0 0,0-2 0 16,-1-1 0 0,2 3 0-16,-1 0 0 0,1 1 0 0,0-2 0 0,1 1 0 0,1-2 0 0,0 2 0 0,1-1 0 15,0-1 0-15,2 2-128 0,-1-2 128 0,1 0 0 16,1-2 0-16,0 1 0 0,1 1 0 0,1-3 0 16,0 0 0-16,2 0 0 0,2 0 0 0,-1-2 0 15,3-1 0-15,0 1 0 0,0-2 0 0,3 1 0 16,-1-2 0-16,1 0 0 0,0 3 0 0,0-3 0 15,0 3 0-15,-1 0 0 0,-2 0 0 16,-3 1 0-16,0 1 0 0,-1 0 0 16,-3 3 0-16,-1-1 0 0,-1 0 0 0,-3 3 0 15,-1 0 0-15,-2 2 0 0,-1 0 0 0,-2 0 0 0,0 0 0 0,-1 0 0 16,0 0 0-16,0-1 0 0,1 0 0 0,-1-1 0 16,2 0 0-16,-2-1 0 0,-2 4 0 15,1-4 0-15,1 1 0 0,3 0 0 0,1-4 0 0,1 0 0 0,3 1 0 0,0-2 0 16,2 0 0-16,0 0 0 15,1 0 0-15,2-2 0 0,1 1 0 0,0 0 0 0,2-2-128 0,1 1 128 16,0-3 0-16,2 3 0 0,0-3 0 0,1 0-128 16,0 1 128-16,1-1 0 0,1-1 0 0,-1 1 0 15,-1 0 0-15,2 2 0 0,-2-1 0 0,-1 1 0 0,0 0 0 0,-2 0 0 16,-1 2 0-16,-2-1 0 0,0 1 0 0,-1 0 0 16,-1 2 0-16,-1 0 0 0,-1 1 0 15,-2-1 0 1,1 2 0-16,-3 0 0 0,-1-1 0 0,0 3 0 0,-3-1 0 0,0 4 0 0,-2-3 0 0,-1 3 0 15,-1 0 0-15,-1 1 0 0,0 1 0 0,-1 0 0 16,2 0 0-16,-1 1 0 0,0 1 0 0,1 2 0 16,1-2 0-16,0-2 0 0,3 1 0 0,3-1 0 15,1-5 0-15,3 0 0 0,2-1 0 0,2-3 0 0,3-1 0 16,0-3 0-16,3-2 0 0,1-1 0 0,2-3 0 0,1-2 0 31,-2 4-160-31,2-5 160 0,4 0-944 0,-1-2-96 0,0 0-32 0,-2 2-15440 31</inkml:trace>
  <inkml:trace contextRef="#ctx0" brushRef="#br0" timeOffset="75509.57">12236 3022 3679 0,'-1'-4'320'0,"0"-2"-320"0,1 3 0 0,0 2 0 15,0-1 832-15,0 0 80 0,0-3 32 0,-2 0 0 16,1-5 144-16,-2 1 16 0,1 0 16 0,0 1 0 16,0 4 16-16,1-2 0 0,0 2 0 0,-1 0 0 15,0 1-160-15,1 0-16 0,-1 0-16 0,1 0 0 16,-1 0-176-16,0 0-16 0,2 0-16 0,-1 0 0 15,0 0 96-15,1-2 0 0,0 1 16 0,0-1 0 16,1 0 192-16,-1 1 48 0,1-1 0 0,-1 1 0 16,2 1-256-16,-1 0-32 0,0 3-16 0,-1-2 0 15,1 2-224-15,-1 2-48 0,0 1-16 0,-1-1 0 16,0 2-112-16,1 1 0 0,-1 2-16 0,-1-1 0 0,2 1-48 0,-2 3 0 16,0 1 0-16,1-2 0 0,-1 1-128 0,2-10-48 15,0 0 0-15,-4 35 0 16,4-35-144-16,0 0 0 0,-1 34 0 0,1-34 128 0,0 0 0 0,0 0 0 15,3 42 0-15,-3-42 0 16,0 0 96-16,2 38 16 0,-2-38 0 0,0 0 0 0,-1 42-48 16,1-42 0-16,-2 32 0 0,2-32 0 0,-3 35-32 0,3-35-16 15,-4 35 0-15,4-35 0 0,-5 34 48 0,5-34 0 0,-3 30 0 16,3-30 0-16,-3 34-64 0,3-34-128 16,-2 33 192-16,2-33-64 0,-1 31-128 0,1-31 160 0,0 0-160 15,4 47 160-15,-4-47-160 0,0 0 128 0,6 48-128 0,-6-48 128 16,0 0-128-16,8 47 0 0,-8-47 0 0,0 0 0 15,7 45 0-15,-7-45 0 0,0 0 128 0,3 44-128 16,-3-44 0-16,0 0 0 0,-5 46 0 0,5-46 0 16,-6 31 0-16,6-31 128 0,-6 26-128 0,6-26 0 15,-5 26 0-15,5-26 0 0,-7 26 128 0,7-26-128 16,-5 26 0-16,5-26 0 0,0 0 0 0,-1 32 0 0,1-32 0 16,0 0 192-16,-1 32-192 0,1-32 192 15,0 0-192-15,0 0 128 0,6 44-128 0,-6-44 128 0,0 0-128 0,8 40 0 16,-8-40 0-16,0 0 128 0,6 40-128 0,-6-40 0 15,0 0 0-15,5 40 0 0,-5-40 0 0,0 0 0 16,1 38 0-16,-1-38 0 0,0 0 0 0,1 40 0 16,-1-40 0-16,0 0 0 0,-1 40 0 0,1-40 0 15,0 0 128-15,-3 38-128 0,3-38 0 0,0 0 0 16,-3 36 0-16,3-36 0 0,0 0 0 0,-3 31 0 16,3-31 0-16,0 0 128 0,-2 28-128 15,2-28 160-15,0 0-160 0,-1 31 160 0,1-31-160 0,0 0 0 16,0 36 0-16,0-36 128 0,0 0-128 0,-2 38 0 15,2-38 0-15,-2 27 0 0,2-27 0 0,-2 29 0 16,2-29 128-16,-2 29-128 0,2-29 0 0,0 0 0 0,-1 40 0 0,1-40 0 16,0 0 0-16,2 43 0 0,-2-43 0 0,0 0 0 15,7 48 0-15,-7-48 0 16,4 36 0-16,-4-36 0 0,4 39 0 0,-4-39 0 0,4 39 0 0,-4-39 0 16,1 35 0-16,-1-35 0 0,1 31 0 0,-1-31 0 15,0 0 0-15,2 38 0 0,-2-38 0 0,0 0 0 16,0 31-704-16,0-31 0 0,0 0-16 0,0 0 0 15,-2 28-1472-15,2-28-304 0</inkml:trace>
  <inkml:trace contextRef="#ctx0" brushRef="#br0" timeOffset="77017.95">12229 2958 5519 0,'-1'-2'496'0,"0"0"-496"0,1-1 0 0,0 3 0 16,-1-2 1024-16,1 1 96 0,0-1 32 0,-1 0 0 15,0-3 560-15,0-2 112 0,-1 5 32 0,1-3 0 16,0 3-32-16,0 1 0 0,-1 2 0 0,1 1 0 16,0 0-416-16,1 1-96 0,-1-1-16 0,2 1 0 15,1-1-512-15,-1 1-96 0,1-1-32 0,0 0 0 16,1-2-176-16,1 1-32 0,2-2-16 0,0 1 0 16,1-2 160-16,1-3 48 0,1 2 0 0,1-1 0 0,1-3 0 0,2 2 16 15,0 0 0-15,2-2 0 16,0 2-160-16,0 0-48 0,1 2 0 0,-1-1 0 0,0 2-144 0,-1 2-48 15,1 0 0-15,-1 1 0 0,-1 1-128 0,0 0-128 16,-13-2 192-16,25 4-192 0,-25-4 128 0,0 0-128 16,35 10 0-16,-23-10 0 0,1 2 0 0,-1-2 0 15,0 0 0-15,1 0 0 0,0-2 0 0,0 2 0 16,0 0 0-16,0-2 0 0,2-1 144 0,1 1-144 16,0 0 0-16,0 1 144 0,0-2-144 0,0 2 192 15,0 1-192-15,-1 0 192 0,0 0-192 0,0 0 128 0,0 1-128 16,0 0 128-16,-15-1-128 0,30 5 0 0,-30-5 0 0,30 7 128 15,-30-7-128-15,31 3 0 0,-16 1 0 0,2-4 0 16,0 1 0-16,0 1 0 0,2-2 0 0,0 0 0 16,0 0 0-16,0-3 0 0,4-1 0 0,-2 3 0 15,2-1 0-15,0-2 0 0,2 3 144 0,-1-1-144 16,2 2 0-16,0-2 144 0,-1 1-144 0,0-1 0 16,-1 2 144-16,-2-2-144 0,0 2 0 0,0-2 144 15,-1 2-144-15,-2 0 0 0,0 0 0 0,-1 2 128 0,-3-1-128 16,2 0 0-16,0 1 0 0,0 1 0 15,-17-3 0-15,37 5 0 0,-16-3 0 0,-1 0 0 16,1-2 0-16,0 1 0 0,2 1 0 0,-1-4 0 0,0 1 0 0,0 1 0 16,0-2 0-16,0 2 0 0,-2 0 0 0,0 0 0 15,1-2 0-15,-1 2 0 0,2-2 0 0,-2 2 0 16,1 0 0-16,0 0 0 0,0 0 0 0,-1-1 0 16,2 1 0-16,-1 0 0 0,0-2 0 0,1 0 0 15,-1 1 0-15,0-1 0 0,0 0 0 0,-1 0 0 16,2 0 0-16,0 1 0 0,-1-1 0 0,0 1 0 15,2 1 0-15,-1 0 0 0,0 0 0 16,1-2 0-16,0 2 0 0,-1 0 0 0,0-1 0 0,-1 0 0 0,0-1 0 0,-2 0 0 16,-1 1 0-16,0-1 0 15,-3 0 0-15,1 1 0 0,0-1 0 0,-1 1 0 0,0 0 0 0,-1-1 0 16,0 2 0-16,0-1 0 16,0 1 0-16,0-2 0 0,1 2 0 0,1 0 0 15,-1 0 0-15,-1 0 0 0,1 0 0 0,0 0 0 0,-1 0 0 0,-1 0 0 16,0 0 0-16,-1 0 0 0,0 0 0 15,-1 0 0-15,-1 0 0 0,1 0 0 0,-1 0 0 0,-1 0 0 16,0-2 0-16,1 2 0 0,-1-1 0 0,0 1 0 16,0 0 0-16,0 0 0 0,0 0 0 0,1 0 0 15,0-2 0-15,2 2 0 0,-2-1 0 0,1 0 0 0,-1-1 0 0,1 2 0 16,-1-3 128-16,2 3-128 0,-1-3 0 16,-1 1 0-16,1 2 144 0,-2-2-144 0,2 0 0 0,-2 2 0 15,-1-2 0-15,0 1 128 16,-1 1-128-16,-1 0 0 0,1 0 0 0,-1 0 0 15,0 0 0-15,0 0 0 16,-1 0 0-16,0 0 0 0,-1-2 0 0,1 2 0 0,0-2 0 16,-2 2 0-16,2-1 0 0,0 1 0 0,-2 0 0 0,1-2 0 0,-1 2 0 0,0 0 0 0,-1 0 0 15,0 0 0 1,0 0 0-16,0 0 0 0,0 0 0 0,-2 2 0 16,1 1 0-16,-1-1 0 0,0 1 0 0,-1-1 0 15,1 2 0-15,-1 0 128 0,-1 1-128 0,1-1 0 16,1-4 0-16,0 0 144 0,0 0-144 0,0 0 0 15,0 0 128-15,-4 35-128 0,4-30 0 0,0 2 0 16,0-4 0-16,0 4 0 0,0-7 0 0,0 0 0 16,0 0 0-16,0 0 0 0,0 0 0 0,0 0 0 15,0 0 0-15,19 44 0 0,-19-44 0 0,0 0 0 0,0 0 0 0,0 0 0 16,17 46 0-16,-17-46 0 0,0 0 0 0,7 49 0 16,-7-49 0-16,5 42 0 0,-5-42 0 0,3 58 0 15,-3-58 0-15,0 71 0 0,0-35 0 0,0-1 0 16,-1 3 0-16,-1 0 0 0,1 0 128 0,0 2-128 15,2 5 0-15,0 1 0 0,1 1 0 0,-1 0 0 16,1-2 0-16,-1-6 0 16,0 1-352-16,0-2-128 0</inkml:trace>
  <inkml:trace contextRef="#ctx0" brushRef="#br0" timeOffset="77727.27">12278 4727 4607 0,'-1'-5'400'0,"0"3"-400"15,0-1 0-15,0 2 0 0,0 1 848 0,0 0 96 16,0-3 16-16,-2 0 0 16,-2-1 448-16,1-1 112 0,-1 0 16 0,0 4 0 0,1 0-80 0,0 1-16 15,0 0 0-15,1 0 0 16,1 1-384-16,0 0-80 0,0-1-16 0,2 2 0 0,-1-2-256 0,1 0-48 15,1 1-16-15,0 1 0 0,0 0 64 0,1 1 0 16,0 0 0-16,-2-3 0 0,0 0 16 0,0 0 16 0,0 0 0 0,11 49 0 16,-11-49-64-16,4 35-16 15,-4-35 0-15,4 38 0 0,-4-38-400 0,2 41-96 0,-2-41-16 16,1 40 0-16,-1-40-144 0,1 39-224 16,-1-39 48-16,2 35 16 15,-2-35-1408-15,0 0-288 0,1 37-48 0,-1-37-16 0,0 0-1296 16,0 0-272-16</inkml:trace>
  <inkml:trace contextRef="#ctx0" brushRef="#br0" timeOffset="78299.91">12184 4950 4607 0,'-2'-3'192'0,"0"2"64"0,0 0-256 0,1 1 0 0,0 0 0 0,1 0 0 0,0 0 1568 0,0 0 272 16,1 0 48-16,0 0 16 16,0 0 528-16,2 0 96 0,1 0 32 0,1 0 0 15,1-2-256-15,1 1-32 16,0 1-16-16,2-2 0 0,0 0-848 0,2 0-160 0,2 0-32 0,-1-1-16 15,-1 1-304-15,2-1-64 16,2 1-16-16,2-1 0 0,0 1-176 0,1 2-16 16,0-2-16-16,-1 1 0 0,3 1-288 0,-1-2-64 15,0 2-16-15,0-1 0 0,1 0-240 0,-2-1 0 0,0 2 128 0,0-3-128 16,1 1 0-16,1-1 128 0,3 1-128 0,0 0 0 16,1-3 144-16,1 2-144 0,1-1 128 0,-2 1-128 15,2 1 208-15,0-1-32 0,3 1-16 0,0 0 0 16,0 0-160-16,1-1 192 0,0 1-192 0,0-1 192 15,2-1-192-15,-3 1 128 0,-3-1-128 0,2 1 128 16,2 1-128-16,1 0 192 0,1 0-192 0,1 1 192 16,1-1-192-16,1 1 128 0,-1-1-128 0,1 0 128 15,1-2-128-15,-2 1 0 0,-2 0 144 0,1 0-144 16,-1 0 128-16,2 2-128 0,1 1 128 0,0 0-128 0,2 0 0 0,0 0 144 16,-4-2-144-16,-1 0 0 0,2 1 144 0,-1 1-144 15,-1-2 0-15,-2 4 144 0,0-2-144 0,0 3 0 16,1 0 0-16,0 1 0 0,2-1 0 0,-2-1 0 15,-1 0 0-15,-1-2 0 0,-1 1 0 0,1 1 0 16,-1 0 128-16,1-2-128 0,1 2 0 0,0 0 0 16,2-1 0-16,0 1 0 0,3-2 0 0,-2-2 0 15,0-1 0-15,-3 1 0 0,0 0 0 0,1-1 0 16,3 1 128-16,-2-1-128 0,2 3 0 0,-3 0 0 0,2 1 0 0,-1 1 0 16,-1 0 0-16,-4-1 0 0,-2 1 0 0,1 0 128 15,-2-2-128-15,1 0 0 16,-1 0 0-16,0 0 0 0,-1 0 0 0,0 1 0 0,0-1 0 0,-1 0 0 15,0 0 0-15,-1-1 0 0,0 1 0 0,-1-2 0 16,1-1 0-16,-2 1 0 16,-1-1 0-16,-3 0 0 0,-2 0 0 0,-2 0 0 0,-2 0 0 0,-3 1 0 15,-1 2-720-15,-2-2-32 16</inkml:trace>
  <inkml:trace contextRef="#ctx0" brushRef="#br0" timeOffset="79192.66">15253 3664 7359 0,'-1'0'656'0,"0"0"-528"0,1 0-128 0,0 0 0 0,0 0 1360 15,-1-2 240-15,0 2 64 0,0 0 0 16,-1 0 176-16,-1 0 32 0,1 0 16 0,0 0 0 0,-1 2-288 0,2-2-64 16,-1 0-16-16,0 0 0 0,1 3-368 0,-1-2-80 15,1 1-16-15,0 0 0 0,0 0-272 0,1 0-48 16,-1 3-16-16,1 0 0 0,0-5-48 0,0 0-16 15,0 0 0-15,0 0 0 0,6 48-96 0,-6-48-32 16,0 0 0-16,7 44 0 16,-7-44-144-16,0 0-16 0,12 52-16 0,-12-52 0 0,8 43-64 0,-8-43-16 0,10 43 0 0,-10-43 0 15,9 40-80-15,-9-40 0 16,0 0-16-16,11 55 0 0,-11-55 0 16,0 0 0-16,8 45 0 0,-8-45 0 0,0 0-48 0,4 40 0 0,-4-40 0 0,0 0 0 15,-1 40-128-15,1-40 128 0,0 0-128 0,-5 43 128 16,5-43-128-16,0 0 128 15,-7 48-128-15,7-48 128 0,-5 34-128 0,5-34 192 0,-7 32-192 16,7-32 192-16,-4 33-192 0,4-33 0 0,-6 31 144 0,6-31-144 16,0 0 0-16,-6 38 128 15,6-38-128-15,0 0 0 0,-3 35 128 0,3-35-128 0,0 0 128 0,0 0-128 0,0 38 128 0,0-38-128 32,0 0 160-32,0 0-160 0,2 39 128 0,-2-39-128 0,0 0 0 0,0 0 144 0,5 40-144 0,-5-40 128 31,0 0-128-31,0 0 128 0,9 37-128 0,-9-37 192 15,0 0-192-15,0 0 192 0,0 0-192 0,8 41 0 16,-8-41 144-16,0 0-144 0,0 0 0 0,0 0 0 16,1 38 0-16,-1-38 128 0,0 0-128 0,0 0 0 15,-6 28 0-15,6-28 0 0,0 0 0 0,0 0 0 0,-9 30 0 0,9-30 0 16,0 0 0-16,0 0 0 0,-10 25 0 0,10-25 0 16,0 0 0-16,0 0 0 0,-11 24 0 0,11-24 0 15,-7 9 0-15,7-9 0 0,0 0 0 0,-11 17 0 16,11-17 0-16,-8 14 0 0,8-14 0 0,-8 13 0 15,8-13 0-15,0 0 0 0,-11 17 0 0,11-17 0 16,0 0 0-16,-9 17 0 0,9-17 0 0,0 0 0 16,0 0 0-16,0 0 0 0,0 0 128 0,0 0-128 15,0 0 144-15,0 0-144 0,0 0 192 0,0 0-192 0,4-2 0 16,-2-1 0-16,-1-3 0 0,-1 0-12768 16,0 2-2624-16</inkml:trace>
  <inkml:trace contextRef="#ctx0" brushRef="#br0" timeOffset="80573.74">12737 3341 9215 0,'-3'-3'816'0,"1"1"-656"15,0 1-160-15,1 1 0 0,0 0 1168 0,0 0 208 16,-1 0 32-16,-1-2 16 0,0-1 48 0,-2 1 16 16,2 0 0-16,1 0 0 0,1 1-400 0,2-1-96 15,1 0-16-15,1 1 0 0,2-1-240 0,1 1-48 16,3 0-16-16,3-1 0 0,2-1 448 0,3 1 96 15,3-1 0-15,4 1 16 0,2 0-304 0,2-3-64 16,4 2-16-16,-2-3 0 0,1 0-528 0,-6 2-96 0,-4-1-32 0,-1 0 0 16,-3 3-192-16,-2-2 0 0,-4 3-144 0,-3-1 144 15,-3 2 192-15,-4 0 128 0,-1 0 16 0,-2 2 16 32,-3-1-2768-32,-3 3-544 0,-3-2-112 0,-3 3-9280 0</inkml:trace>
  <inkml:trace contextRef="#ctx0" brushRef="#br0" timeOffset="80964.46">12775 3321 911 0,'-3'0'0'0,"1"2"0"0,2-2 0 0,0 1 0 16,0 1 1840-16,0-2 272 0,0 2 64 0,-2 3 16 0,1 0 480 0,-1 4 80 15,1 1 32-15,0 1 0 0,0-1-768 0,1-10-160 16,0 0-16-16,-1 45-16 0,1-45-720 0,-1 43-144 16,1-43-16-16,0 47-16 0,0-47 576 0,0 50 112 15,0-50 32-15,-1 46 0 16,1-46-2080-16,-1 38-400 0,1-38-96 0,0 0-16 0,3 41 736 0,-3-41 208 15,0 0 0-15,0 0 0 0,0 0-400 0,0 0 32 16,0 0 16-16,0 0 0 16,0 0-1360-16,0 0-272 0,19 3-48 0,-21-13-16 15,0 1-656-15,-3-1-144 0,1 1-32 0,-3-1 0 16,0-1 1664-16,0 1 320 0,2-2 64 0,-2 2 0 0,3 2 1200 0,0 0 224 0,1 3 48 0,1 0 16 16,2 1 1200-16,0 2 224 0,1-1 48 0,1 1 16 15,1 2 96-15,2-3 0 0,1 3 16 0,1 0 0 16,3 0-528-16,1-2-128 15,3 0 0-15,1-1-16 0,2-2-560 0,2 1-128 0,2-1 0 0,0-2-16 16,2 2-336-16,-1-2-64 0,1 2-16 0,-2-2 0 16,-4 5-288-16,0-3-176 0,-1 1 192 0,-2 1-192 0,-1 3 0 15,-3-2 0-15,0-1 0 0,-2 3 0 0,0-2-192 0,-2 2 48 16,-1 2 16-16,-1-2 0 16,-1 1-1280-16,0 1-256 0,0 0-64 0,-1-2-13248 15</inkml:trace>
  <inkml:trace contextRef="#ctx0" brushRef="#br0" timeOffset="81338.71">13133 3475 2751 0,'0'-2'256'0,"0"1"-256"0,0 1 0 0,0 0 0 15,-1 0 2256-15,0 0 416 0,1 0 80 0,-2 1 0 0,1 1 160 0,-2-1 32 16,-2 4 0-16,0 1 0 0,0-1-1008 0,-1 2-192 16,1 4-32-16,-3-1-16 0,3 2-688 0,-2 1-144 0,3 0-32 0,0-1 0 31,3 0-224-31,1-3-48 0,0-9-16 0,0 0 0 0,0 0-320 15,0 0-64-15,0 0-16 0,0 0 0 0,42 27-144 0,-32-30 0 0,1 0 0 0,0-3 0 32,1 0 0-32,0-2 0 0,-1 0 0 0,1-2 0 0,-1 1-176 0,-1 0-16 0,-2-1 0 0,0 1 0 15,-3 2-368-15,-1-1-80 0,0-1 0 16,-2 2-16-16,-1-2 144 0,0 2 16 0,-2 1 16 0,1 0 0 16,-1 1 304-16,1 2 176 0,-1 2-192 0,0 0 192 0,0 1 0 0,0 1 144 15,-1 2 16-15,0 0 0 0,0 2 400 0,-1-1 80 16,2 2 0-16,-1 1 16 0,1 2 64 0,-1-2 16 15,1 0 0-15,1 1 0 0,0-8-224 16,0 0-32-16,0 0-16 0,0 0 0 16,0 0-208-16,14 44-64 0,-14-44 0 0,0 0 0 0,0 0-192 0,0 0 0 15,0 0 0-15,0 0 0 0,38 28 0 0,-32-25 0 32,0-3-128-32,1-2 128 0,0 1-1664 15,0-2-208-15,1 0-48 0,0 0-12768 0</inkml:trace>
  <inkml:trace contextRef="#ctx0" brushRef="#br0" timeOffset="81750.8">13395 3411 2751 0,'-6'2'256'0,"2"-2"-256"0,2 1 0 0,-1-1 0 16,3 2 1920-16,0-2 352 0,-1 0 64 0,0 0 16 15,1 0 848-15,-1 0 160 0,2-2 32 0,2 0 16 16,0 1-1408-16,4-4-272 0,1 1-64 0,2-1-16 15,1 0-864-15,1 0-160 0,1-2-48 0,0 3 0 16,0 1 0-16,-2 0-16 0,0 3 0 0,-1 1 0 0,0 2-160 0,-10-3-16 16,0 0-16-16,0 0 0 0,0 0-368 0,29 37 128 15,-29-37-128-15,0 0 0 0,0 0 0 16,-1 45 0-16,-3-31 0 0,-2 1 128 0,-1-1-128 0,-2 0 0 16,0 1 0-16,-1 1 0 0,-1-2 0 0,-1-2 144 15,-1 1-144-15,0 0 0 0,1-3 176 0,0-1-176 16,2 0 160-16,1-3-160 0,3 0 128 0,2-1-128 15,1-2 0-15,2 1 144 0,2-2-144 0,1 1 128 16,1-3-128-16,1 2 128 0,3-2 0 0,1 0 0 0,2-2 0 16,0 0 0-16,2 1 32 0,-1-2 0 0,1 0 0 15,-1 0 0-15,1 0-160 0,-1-1 0 0,1 0 0 0,-2 1 0 16,1 0-128-16,-3 1 128 0,-1 2-160 0,-1-2 160 31,-1 0-832-31,-2 1-64 0,-1-1 0 0,-2 2-16 0,0-2-1584 0,-3 1-320 16,0-1-64-16,0 0-16 0,0 0-320 0,-2-3-64 15,1 2-16-15,-2-1 0 0,0-1 1296 0,-2 0 256 0</inkml:trace>
  <inkml:trace contextRef="#ctx0" brushRef="#br0" timeOffset="81940.52">13470 3539 3647 0,'0'0'320'0,"-1"0"-320"0,0 0 0 0,-1 0 0 15,-3 0 224-15,-2 0-32 0,-3 0 0 0,-3 0 48 0,-1 0 2592 0,1 1 528 16,3 1 96-16,1 0 64 0,3 0-736 0,2 0-160 16,2 1-16-16,2-3-16 0,4 2-480 0,0-2-112 15,2 0-16-15,3 0 0 16,0-2-800-16,2-1-160 0,3 0-48 0,1-2 0 15,2-1-432-15,1 2-96 0,-1-3 0 0,0 3-16 0,2 0-208 0,-2-1-32 16,1 3-16-16,-2 0 0 0,-1 2-176 0,-2-2 0 16,-1 2 0-16,0 0 0 15,0-2-432-15,-2 1-64 0,0 1-16 0,-1 0-10752 16,-2-2-2176-16</inkml:trace>
  <inkml:trace contextRef="#ctx0" brushRef="#br0" timeOffset="82335.72">13729 3409 6447 0,'0'-5'272'0,"0"0"80"0,0 1-352 0,0 3 0 0,0-1 0 0,0 2 0 16,0 0 2272-16,0 0 384 0,0-2 80 0,1 2 16 16,1-3-112-16,1 3-16 0,1-2 0 0,0 0 0 15,2 1-912-15,0-1-192 0,2 1-48 0,1 0 0 16,2-3-704-16,1 1-160 0,1 0-32 0,1 1 0 16,0-3-144-16,-1 1-48 0,0 1 0 0,-1 1 0 15,-1 0 80-15,-1 1 16 0,-1 2 0 0,-2-1 0 16,0 2-336-16,-3 0-144 0,1 0 128 0,-2 3-128 0,-1-2 0 0,-1 1 0 15,-1 1 0-15,0 1 0 0,-1 2 0 0,-1-3 128 16,-1 2-128-16,1-1 128 0,-2 0 128 0,0 1 0 16,-3 5 16-16,0-2 0 15,-2 2-32-15,-2 2-16 0,1 0 0 0,-1 0 0 0,0-1-224 0,-1 0 0 16,0 1 128-16,1 0-128 0,0-2 0 0,1 0 0 16,3-1 0-16,2-2 0 0,2-1 0 0,1 0 0 15,1-3 0-15,1 2 0 0,2-3 0 0,-1 1 128 16,2-2-128-16,1 0 0 0,2-2 192 0,3 1-64 0,1-2-128 0,0 0 192 15,1 0 0-15,1-2 0 0,2 0 0 0,1 0 0 32,-1-1-192-32,0-2 176 0,-1 3-176 0,-1-2 160 0,-1 1-160 0,-1-2 0 0,0 1-160 0,-1-1 160 31,-2 2-1040-15,-2-1-112-16,-2 1-32 0,-2-1 0 0,-1 0-1312 0,-3 0-256 0,-1-1-48 0,-1 1-6048 0,-4-1-1216 0</inkml:trace>
  <inkml:trace contextRef="#ctx0" brushRef="#br0" timeOffset="82525.96">13739 3502 6447 0,'-15'0'272'0,"6"0"80"0,2 0-352 0,2 0 0 0,4 0 0 0,1-1 0 0,0 1 2576 0,-1 0 448 16,1 0 96-16,0 0 16 0,2 0 192 0,4 0 32 15,1 0 16-15,3 0 0 0,2-2-1424 0,3 1-288 16,0-1-48-16,5 0-16 0,0-2-656 16,3-1-144-1,3 0-32-15,3-2 0 0,1 2-448 0,0-2-80 0,-2 2-32 0,0 0 0 16,-4 0-208-16,1 1 0 15,1-1 0-15,-1-1 0 16,-3 1-656-16,-2 0-32 0,-1 0 0 0,0 0 0 0,0-1-1552 0,-1 0-304 0,-2-1-64 0,-3 0-10992 0</inkml:trace>
  <inkml:trace contextRef="#ctx0" brushRef="#br0" timeOffset="82939.59">14275 3323 5519 0,'-9'-14'240'0,"7"11"64"0,1 1-304 0,1 2 0 0,0-1 0 0,-1 0 0 15,-1-1 1856-15,-1-1 304 0,-1-2 64 0,0 1 16 16,-1-1 528-16,1 2 112 0,0 1 32 0,1 1 0 15,0 1 112-15,1 1 32 0,1 4 0 0,0 0 0 16,0 2-2240-16,0 2-448 0,1-9-96 0,0 0-16 16,0 0 272-16,8 50 48 0,-8-50 16 0,0 0 0 15,18 46-224-15,-18-46-48 0,0 0-16 0,24 38 0 16,-24-38-176-16,0 0-128 0,33 32 144 0,-33-32-144 0,0 0 0 0,36 19 0 16,-25-16 0-16,0-3 0 0,-1 0-336 0,1-5-16 15,-2 2 0-15,1-4 0 16,-2 0-512-16,-1 1-96 0,0 0-32 0,-3-1 0 15,1-2-96-15,-2-1-32 0,0-1 0 0,-1-1 0 0,-2 0 624 0,0-3 128 16,-1 1 32-16,0 0 0 0,-1 0 336 0,-1-2 256 16,1 2-32-16,-1 4-16 0,2 0 608 0,-1 5 112 15,1 1 32-15,-1 3 0 0,1 1 128 0,-1 3 48 0,1 0 0 16,0 3 0-16,0 2-432 0,1-8-64 0,0 0-32 0,-2 40 0 16,2-40-288-16,-2 34-64 0,2-34-16 0,-4 46 0 15,4-46-112-15,-3 48 0 0,3-48-128 0,-4 57 192 16,4-57-64-16,-6 61-128 0,6-61 176 0,-6 52-176 15,6-52 128-15,-10 39-128 0,2-18 0 0,-2-2 0 16,-2-2 0-16,0-1 0 0,-2-2 0 0,2-2 0 16,0-2 0-16,0-1 0 0,-2 0 0 0,-4-1 0 15,-1-1 0-15,-4 1 0 0,-2-2 0 0,-3 0-18384 16</inkml:trace>
  <inkml:trace contextRef="#ctx0" brushRef="#br0" timeOffset="84149.01">12702 4224 7359 0,'2'-2'656'0,"-2"0"-528"16,0-1-128-16,0 3 0 0,0 0 1760 0,-1-2 320 0,0 0 64 0,0-1 16 16,-2-2 464-16,-1 0 80 0,0-1 32 0,-2 1 0 0,0 0-1008 0,-3 0-192 15,2-2-32-15,-1 2-16 0,0 1-608 0,1 1-128 16,-1 1-32-16,0 0 0 0,1 2-464 0,-2 2-80 15,-1 0-32-15,-2 5 0 0,-1 0-144 0,-1 3 0 16,-1 2 0-16,1 2 0 0,0 2 0 0,0 2 0 0,0 3 0 0,2 2 0 16,2 3 0-16,2-2 0 0,2 0 0 15,1-2 128-15,0-2-128 16,5-20 128-16,-4 39-128 0,4-39 128 0,0 0 176 0,2 45 16 0,-2-45 16 16,0 0 0-16,0 0 64 0,25 37 16 0,-25-37 0 0,0 0 0 15,0 0-416-15,41 15 128 16,-28-15-128-16,0-3 0 0,2-4 0 0,1 0 0 0,1-2 0 0,1-5 0 0,1 0 0 15,-5 1 0-15,1 1-144 16,0-2 144 0,-1 0-352-16,-1 0 32 0,-2 2 16 0,-2 2 0 0,-1-1 160 15,-4 3 144-15,1 1-208 0,-3 0 80 0,0 2 128 0,-2 0 0 16,0 3 0-16,-2 0 0 0,1 2 0 0,-1 0 0 16,0 1 0-16,0 2 0 0,0 0 0 0,-2 3 144 15,0 0-144-15,1 1 160 0,0 3 160 0,-2-1 16 16,1 0 16-16,1 3 0 0,1 0 16 0,0 0 0 15,2-2 0-15,0-1 0 0,0-9-80 0,0 0-16 16,0 0 0-16,0 0 0 0,0 0-272 0,0 0 0 0,43 27 0 0,-33-30 0 16,1 0 0-16,-1-3 0 0,-1 1 0 0,2-2 0 15,1-1 0-15,-2-3 0 16,1 1 0-16,-3 1 0 0,-1-1-224 0,-2 0 48 0,-2 1 16 0,-3 0 0 31,-1-1-224-31,-2-2-32 0,-3 2-16 0,-2 1 0 0,-2 0-16 16,-1 1-16-16,0 2 0 0,-3 0 0 0,0 4 160 0,0 2 48 0,-2 2 0 0,0 2 0 15,3 2 256-15,-2 1 0 0,2 0 0 0,2 1 0 16,3-2 0-16,1 2 256 0,2-1-32 0,2-2 0 16,1 0 160-16,3 0 16 0,1 0 16 0,1-2 0 0,2-2-80 15,3 1-16-15,1-2 0 0,2-3 0 0,2 1-48 16,2 0-16-16,-1-3 0 0,1-2 0 0,3 2-256 16,1-4 128-16,0-1-128 0,1-1 0 0,-1 1 0 15,0 1 0-15,-3 1 0 0,0 1 0 0,-2 2 0 0,-1 1 0 16,-2 0 0-16,-1 3 0 0,-2 1 0 0,-2 0 0 15,0 3-144-15,-3 1 144 0,-2 3-128 0,-1 0 128 16,-1 1-128-16,-2 3 128 0,0-1 0 0,-3 1 0 16,1 1 0-16,-2 1-128 0,1 0 128 0,0-3 0 15,1 2 0-15,-1-2 128 0,1-1-128 0,1-2 128 0,1-2-128 0,1 0 128 16,1-3-128-16,1-1 0 0,1-1 0 16,0-1 0-16,2-3 0 0,0 1 0 0,0-2 0 0,2-2 128 15,3 0-128-15,-1-3 0 16,2-2 0-16,2 1 0 0,0-1 0 0,1 0 0 0,0-3 0 0,0 1 0 15,-1 0 0-15,0 1-128 0,-2 2 128 16,0 2 0-16,-1 2 0 0,-1 0-128 0,0 2 128 0,-1 3 0 16,0-1 0-16,-2 3 0 0,-1 0 0 0,0 1-128 15,-1 3 128-15,-1-1 0 0,-1 6 0 0,-1-1 0 16,1-8 0-16,0 0 0 0,-4 37 128 0,4-37-128 0,-4 26 128 0,1-12-128 16,-2 1 128-16,1-1-128 0,0 0 128 0,1-1-128 15,0 0 128-15,2-5-128 0,1-8 0 0,0 0 0 16,0 0 0-16,0 0 0 0,0 0 0 0,0 0-160 15,0 0 16-15,35 13 0 16,-25-21-1200-16,1-2-256 0,3 0-32 0,1-4-13600 0</inkml:trace>
  <inkml:trace contextRef="#ctx0" brushRef="#br0" timeOffset="84591.28">13330 4118 21183 0,'2'-10'944'0,"-2"6"192"0,0 1-912 0,0 0-224 0,0 3 0 0,-1 0 0 16,0 3 2224-16,-2-1 400 0,-1 1 64 0,-2 4 32 15,-1 2-944-15,-2 2-192 16,-1 2-48-16,0 4 0 0,-2 4-800 0,2 0-160 0,1 0-48 0,1 1 0 16,-1 2-256-16,2-2-48 15,1 1-16-15,6-23 0 0,-4 41-208 0,4-41 128 0,0 0-128 0,6 44 0 16,-6-44 0-16,0 0 128 0,0 0-128 0,25 38 0 16,-25-38 0-16,0 0 0 0,0 0 0 0,0 0 0 0,38 25-192 0,-29-24-48 15,-1-1 0-15,-1-2 0 16,2-1-496-16,-2-2-96 0,0-1-32 0,1-2 0 15,-2 1-720-15,0-2-144 0,-1-1-16 0,-2 1-16 16,-1 0-336-16,-2-1-64 0,-2 0-16 0,-1-1 0 16,-4 1 576-16,-1-2 128 0,-2 0 0 0,-2-1 16 15,-3 3 112-15,-3-1 32 0,-3 2 0 0,-3 6 0 16,-1 3-512-16,0 3-96 0,-1 2-32 0,3 2 0 0,6 1 1456 0,2 1 304 16,3-2 48-16,3 1 16 0,2-2 3360 0,2 2 672 0,3-4 144 15,1 1 32 1,3 0-960-16,0-3-192 0,4 0-48 0,1-2 0 0,3-2-816 0,4-2-160 0,2-2-48 0,5 0 0 15,0-4-704-15,2-2-160 0,3 0-32 0,0 0 0 32,1-2-480-32,-2 2-96 0,-3 3-32 0,1-2 0 0,2 3-352 0,-3-2 0 0,-2 4 0 0,-2 0 128 15,-2 2-320-15,-3 0-48 16,1 1-16-16,-2 0 0 16,-2 1-2080-16,-2 2-416 0,-1 0-96 0,-3 2-7088 0,-1-2-1424 0</inkml:trace>
  <inkml:trace contextRef="#ctx0" brushRef="#br0" timeOffset="84922.37">13444 4258 911 0,'-3'3'0'0,"1"-2"0"16,1 1 0-16,1-2 0 0,1 0 2400 0,0 0 400 15,0 0 80-15,1-2 0 0,2 2 288 0,1-2 48 16,3 0 16-16,0-3 0 0,0 1-1184 0,2-1-256 16,1 0-32-16,0 0-16 0,-1 0-848 0,1 2-160 15,-1-1-32-15,1 2-16 0,-1 0-160 0,-1 2-16 16,0 2-16-16,-1 1 0 0,-8-3-336 0,0 0-160 15,0 0 160-15,0 0-160 0,17 41 0 0,-17-41 0 0,-2 30 0 0,2-30 0 16,-8 37 0-16,3-20 0 0,0 1 0 0,-2-3 0 16,1 1 0-16,-2-3 0 0,3-1 0 0,-1-1 0 15,3-2 0-15,0-1 0 0,0-4 0 0,2 1 0 16,0-3 160-16,1-1-16 0,1-1 0 0,1-1 0 16,0-3 320-16,2 0 64 0,-2-1 16 0,3-1 0 15,1-3 192-15,2-3 32 0,1 0 16 0,0-2 0 16,3-1-448-16,0-1-80 0,2-3-32 0,-1-2 0 15,1 0-224-15,-1 4 0 0,-1 0 0 0,0 1 0 16,-3 6-384-16,0 1-32 0,1-1 0 0,-1 1 0 16,-2 4-1696-16,0 0-352 0,0 0-64 0,-1 2-11936 15</inkml:trace>
  <inkml:trace contextRef="#ctx0" brushRef="#br0" timeOffset="85303.73">13793 4281 4767 0,'3'-2'0'0,"-1"0"192"0,0 1-48 0,-1-1 16 0,0 2-160 0,-1 0 0 16,2-2 0-16,1-3 0 0,1 0 2224 0,-1 1 400 0,0-1 96 0,-2 2 16 15,-1-1-544-15,-1 2-96 0,-1 1-32 0,-1 1 0 16,-1 0-352-16,0 3-80 0,-2 0-16 0,0 3 0 16,0 1-864-16,-1 3-176 0,-1 0-48 0,2 3 0 15,-2 2-176-15,1 1-32 0,1 1-16 0,6-17 0 16,-6 29 400-16,6-29 64 15,0 0 32-15,0 0 0 0,0 0-224 0,0 0-32 0,31 38-16 0,-20-36 0 16,-1-2-528-16,1-3 0 0,0 1 0 0,-1-3 0 16,0 0 0-16,2 0 0 0,0-4 0 0,2 0-144 0,-1-2-16 0,-1 0 0 15,0-1 0-15,-3 1 0 16,-2 1-352-16,-2-2-64 0,-2 3 0 0,-1-2-16 16,-2 1 96-16,-2 2 32 0,-2-1 0 0,-1 1 0 0,0 2 272 0,-2 1 192 15,0 2-208-15,-1 1 80 0,-3 2 128 0,0 0 0 16,1 3 0-16,0 2 128 15,-1 1 304-15,1 0 64 0,1 2 16 0,1 0 0 0,0-1-144 0,2 2-32 16,0-2 0-16,3 0 0 0,1 1-336 0,2-3 0 16,1 2 0-16,1-5 128 0,3 0-416 0,1 0-80 15,2-2-16-15,2-2-14272 0</inkml:trace>
  <inkml:trace contextRef="#ctx0" brushRef="#br0" timeOffset="85896.74">14099 4019 2751 0,'2'-13'128'0,"0"4"16"0,1 0-144 0,-2 6 0 0,0 0 0 0,0 1 0 16,1-2 2320-16,-1-2 432 16,3-3 96-16,0-2 16 0,1 1 208 0,-2 0 32 0,0 3 16 0,0 2 0 15,-2 3-944-15,-1 2-192 0,0 0-48 0,-1 5 0 16,-1 2-528-16,-1 0-128 0,-1 5 0 0,4-12-16 0,-10 35-624 0,10-35-128 15,-11 40-32-15,5-18 0 0,-2 3-160 0,1 0-48 16,-2 1 0-16,1 0 0 0,0 0 144 0,0-1 32 16,2 0 0-1,6-25 0-15,-9 45-208 0,9-45-48 16,-3 41 0-16,3-41 0 0,0 0-192 0,4 44 0 0,-4-44 0 16,0 0 0-16,0 0-144 0,0 0-80 0,0 0-16 0,0 0 0 31,27 31-1392-31,-20-36-288 0,0 1-48 0,2-4-16 0,-1-3-864 0,1 1-176 0,0-1-48 0,1-1 0 15,-2 2 480-15,1-4 96 0,1-2 0 0,0-2 16 16,0 3 1024-16,-2 0 208 0,0 1 32 0,0-1 16 0,0-2 656 0,0 0 128 16,-2 0 32-16,2 0 0 15,-1 1 528-15,1-1 112 0,-2 2 32 0,1 3 0 16,-2-1 384-16,0 3 80 0,-1-1 16 0,1 0 0 16,0 2 448-16,-2 2 112 0,1-1 16 0,0 1 0 15,0 2-368-15,-2 1-64 0,0-1-16 0,1 0 0 16,-1 1 224-16,0-1 32 0,0 0 16 0,-2 3 0 15,1-3 176-15,0 2 48 0,-1 0 0 0,-1 0 0 16,0 1-48-16,1-1-16 0,-2 3 0 0,-1-2 0 16,-1 4-352-16,1 0-64 0,-2 3-16 0,-1 2 0 0,0 3-224 0,-1 4-48 15,0 5-16-15,-1-3 0 0,2 1-176 0,-2 4-48 16,-2 6 0-16,1 3 0 0,2-6-96 16,-2 4-32-16,1 2 0 0,1 2 0 0,1 0-32 0,6-32-16 15,-6 58 0-15,6-58 0 0,3 44-208 0,-3-44 128 16,0 0-128-16,14 39 0 0,-14-39 0 0,0 0 0 15,0 0 0-15,32 14 0 16,-21-18-688-16,0-1-80 0,1-5 0 0,1 1-16896 16</inkml:trace>
  <inkml:trace contextRef="#ctx0" brushRef="#br0" timeOffset="86271.03">14384 4196 8287 0,'-5'4'736'0,"-1"1"-592"0,3 0-144 0,1-3 0 15,1-1 2528-15,1 1 480 0,-3 5 80 0,-2 0 32 16,0 2 240-16,0 3 48 0,5-12 16 0,0 0 0 16,0 0-2064-16,0 0-400 0,0 0-96 0,0 0-16 15,37 29-80-15,-24-32-32 0,0 1 0 0,1-3 0 16,0 0-272-16,1 1-48 0,0-3-16 0,-1 0 0 0,1 0-272 0,-3 2-128 16,-1-3 0-16,0 2 128 0,0-2-128 0,-2 1 0 15,-1-1 0-15,0 0 0 0,-3 3 0 0,-1-4 0 16,0 4 0-16,-3-3 0 0,0 0 0 0,-4 0 0 15,-1 1 0-15,-3 1 0 0,-2 1 0 0,-2 1-144 16,-1 2 144-16,-3 2 0 0,0 2-192 0,-2 1 192 16,1 2-192-16,1 0 192 0,1 4-192 0,0-2 192 15,0 5-192-15,2 0 192 0,-1 2 0 0,2 1 0 16,0 2 0-16,1 1 0 0,3 3 288 0,7-21 16 0,-8 36 0 16,8-36 0-16,0 0 0 0,15 40 0 0,-15-40 0 15,0 0 0-15,44 21-304 0,-44-21 160 0,37 4-160 0,-17-5 128 16,0-3-128-16,0-2 0 0,0 2 0 0,0-4 0 31,-1-1-512-31,-1 2-128 0,-1-3-16 0,-2 1-11024 0,1-2-2208 0</inkml:trace>
  <inkml:trace contextRef="#ctx0" brushRef="#br0" timeOffset="86632.35">14676 4201 13823 0,'-2'4'608'0,"1"-4"128"16,0 1-592-16,0 1-144 0,1-2 0 0,0 0 0 0,1 0 1872 0,0 0 352 15,0 0 64-15,1 0 16 16,2 0-656-16,0 0-128 0,0-3-32 0,1 1 0 0,1 0-176 0,-2-1-32 16,2 2-16-16,0 0 0 0,0-1-176 0,-1 2-16 15,1 0-16-15,-1 2 0 0,-5-2-480 0,0 0-112 16,0 0-16-16,0 0 0 0,0 0-208 0,25 43-48 16,-25-43-16-16,0 0 0 0,5 43-176 0,-5-43 0 15,1 34 144-15,-1-34-144 0,1 36 0 0,-1-36 128 16,0 0-128-16,-1 45 0 0,1-45 0 15,0 0 0-15,0 0 0 0,1 36 128 0,0-31-128 0,-1-3 0 0,1-2 0 16,-1 0 0-16,0 0 0 0,1-5 0 0,0 1 128 0,0-1-128 16,1-3 144-16,0-1-144 0,2-3 192 0,0-2-192 15,1-3 256-15,1-3-48 0,0 0-16 0,1-1 0 16,0 0 0-16,2-2-16 0,0 0 0 0,1 0 0 16,2-1-176-16,1 0 0 0,1-1 0 0,-1 4 128 15,-3 6-128-15,0 3 0 16,-1 0 0-16,0 5 0 0,-1 1-256 0,0 3 64 0,-2 3 0 0,0 3 16 15,-2 0-1600 1,-4-3-320-16</inkml:trace>
  <inkml:trace contextRef="#ctx0" brushRef="#br0" timeOffset="88229.63">13631 4857 14735 0,'1'-4'1312'0,"0"1"-1056"0,-1 3-256 0,0-1 0 16,0 1 1216-16,0-1 176 0,1 1 32 0,0-2 16 16,-1-1 528-16,1 1 96 0,-1 2 32 0,1 3 0 15,-1 1-880-15,1 3-160 16,-1-7-32-16,0 0-16 0,0 0-16 0,0 0 0 0,10 55 0 0,-10-55 0 15,6 41-384-15,-6-41-80 16,8 55-16-16,-8-55 0 0,3 76 48 0,-2-37 0 0,-1 1 0 0,0 0 0 0,0-5-272 16,0 3-48-1,0 0-16-15,-1 6 0 0,0 5-224 0,1-4 0 0,1-6 0 0,-1-39 0 16,6 61 0-16,-6-61-192 0,4 54 16 0,-4-54 0 0,2 48-64 0,-2-48-16 31,1 40 0-31,-1-40 0 0,2 38-192 0,-2-38-64 0,0 0 0 0,-2 38-10384 31,2-38-2096-31</inkml:trace>
  <inkml:trace contextRef="#ctx0" brushRef="#br0" timeOffset="88518.01">13553 5410 2751 0,'-3'-3'256'0,"2"1"-256"0,0 0 0 0,1 1 0 16,0 1 1600-16,0 0 256 0,0-2 64 0,0 1 16 16,1 0 1168-16,0-1 224 0,1-1 64 0,1 1 0 0,1 4 272 0,-1-1 64 15,-3-1 16-15,0 0 0 0,0 0-2240 0,25 38-448 16,-25-38-96-16,16 39 0 0,-16-39-304 0,20 41-48 16,-20-41-16-16,19 40 0 0,-19-40-352 0,0 0-80 15,30 52-16-15,-30-52 0 0,0 0-144 0,33 50 0 16,-33-50 0-16,0 0 0 0,29 39 0 0,-29-39 0 15,0 0 0-15,29 38 0 0,-29-38-128 0,0 0-128 16,0 0 0-16,31 27-11888 16,-31-27-2368-16</inkml:trace>
  <inkml:trace contextRef="#ctx0" brushRef="#br0" timeOffset="88723.15">13907 5460 13823 0,'2'-10'304'0,"-1"1"64"0,0 4 16 0,-1 1 0 0,1 3-384 0,-1-1 0 0,0 2 0 0,0-1 0 15,0-1 2784-15,-1 2 480 0,-1 2 112 0,-1 1 16 16,-2 4-896-16,-2 3-192 0,-1 4-16 0,-1 0-16 16,-1 5-720-16,-1 0-144 0,-1 5-16 0,-1 2-16 15,-2 2-768-15,0 3-160 0,1-2-16 0,0 1-16 16,2 1-272-16,-1 0-144 0,3-3 160 0,1-2-160 0,4-3 0 16,5-23 0-16,-6 37 0 0,6-37-18112 15</inkml:trace>
  <inkml:trace contextRef="#ctx0" brushRef="#br0" timeOffset="90857.89">12700 5969 2751 0,'1'-2'256'0,"0"0"-256"0,0 1 0 0,-1 1 0 15,1 0 816-15,-1-2 112 16,0 1 32-16,0-2 0 0,2 0 480 0,-2-2 96 0,0 1 32 0,0 1 0 15,0-2-96-15,0 3 0 16,-1 0-16-16,0-1 0 0,1 1-384 0,-2-1-80 0,0 3-16 0,-1-2 0 16,0 2-144-16,2-1-48 0,-1 0 0 0,0-1 0 15,0 2-256-15,0 0-48 0,-1-2-16 0,1 2 0 16,-1 0-144-16,-1-1-16 0,0 1-16 0,2 0 0 16,-2 0 64-16,0 0 16 0,0 0 0 0,0 0 0 15,-1 0 48-15,1 0 16 0,0 0 0 0,-1 0 0 16,2-2-144-16,-1 1-32 0,0 1 0 0,0-1 0 0,1 0-16 0,-2 1-16 15,1-2 0-15,0 2 0 0,0-2-16 0,-1 2 0 16,2-2 0-16,-2 1 0 0,-1 1-48 0,2-2-16 16,-2 2 0-16,0 0 0 0,0 2-144 0,1-2 0 15,0 1 0-15,-1 1 128 0,1 0-128 0,-2-2 0 16,2 2 0-16,0-2 0 0,1 2 0 0,0-1 0 16,-1 1 0-16,1-2 0 15,1 0 0-15,-1 1 0 0,1-1 0 0,0 0 0 0,1 0 0 0,-1 0 0 0,0-1 0 16,0 1 0-1,1 0 0-15,-1-2 0 0,0 1 0 0,-1 0 0 0,1 1 0 0,0-1 0 0,-1 1 0 0,0 0 128 16,0 1-128-16,0 0 0 0,-1 2 0 0,2-3 0 16,-1 1 0-16,0 1 0 0,1 0 0 0,0-1 0 31,1-1 0-31,0 1 0 0,0-1 0 0,0 2 0 16,1-2 0-16,0 0 0 0,0 0 0 0,0 0 0 0,1 0 0 0,-1 0 0 0,1 0 0 0,0-2 0 15,-1 2 0-15,1 0 0 0,-1 0 0 0,1-1 0 16,-1 0 0-16,0 1 0 0,1 0 0 0,-1 0 0 15,0 0 0-15,0 0 0 0,0 0 0 0,1 0 0 16,-1 0 128-16,1 0-128 0,0 0 0 0,0 0 128 16,0 0 16-16,0 0 0 0,-1 0 0 0,1 0 0 0,0-2 48 15,0 2 0-15,0 0 0 0,0 0 0 0,0 0-32 0,0 0 0 16,0-2 0-16,1 2 0 0,-1 0-160 0,0 0 0 16,0 0 0-16,0 0 0 0,1 0 0 0,0 2-224 15,0-2 32-15,0 0-14880 31</inkml:trace>
  <inkml:trace contextRef="#ctx0" brushRef="#br0" timeOffset="91917.61">12310 5922 911 0,'-4'1'0'0,"0"0"0"0,0 1 0 0,2-2 0 15,1 1 1120-15,0 1 144 0,0-2 16 0,-1 2 16 16,-1-1 240-16,0 1 64 0,0 0 0 0,0 0 0 16,0 1 112-16,1-3 16 0,2 0 16 0,-1 0 0 15,2 0 48-15,1-2 16 0,0 1 0 0,1-1 0 0,1 0-464 0,-1 0-80 16,2-1-32-16,0 1 0 0,0 1 304 0,1-2 64 15,0 0 16-15,1 0 0 16,0 1-1952-16,1-1-400 0,1 1-80 0,0 2-16 0,1-4 832 0,0 3 0 16,2-1 224-16,0 0-48 0,1 1 32 0,0-1 16 15,0 2 0-15,2 0 0 0,1 0 32 0,-1 0 16 16,0 0 0-16,0 0 0 0,-1 0-80 0,-1 0-32 16,1 0 0-16,0 0 0 0,-1 0-32 0,0-1-128 15,0 0 192-15,0 1-64 0,-1 0-128 0,0-2 192 0,-1 2-192 0,1 0 192 16,-1 0-192-16,-2 0 128 0,0 2-128 0,0-2 128 15,-1 1-128-15,0-1 0 0,0 1 144 0,0 1-144 16,-1-2 0-16,2 3 144 0,-1-1-144 0,0-1 0 16,1 1 128-16,-1 0-128 0,1-2 0 0,1 2 0 15,-2-2 0-15,2 1 0 0,1 0 128 0,2-1-128 16,1 0 0-16,0-1 160 0,1 0-160 0,0-1 128 16,-1 0 16-16,2-3 0 0,-1 2 0 0,0 0 0 15,-1-1 48-15,0 2 0 0,-1-3 0 0,1 3 0 0,0-2-32 16,0 1 0-16,1 0 0 0,-2 1 0 0,1 0 16 0,1-1 0 15,-1 1 0-15,0 0 0 16,0 1-176-16,2 1 192 0,-1-2-192 0,-1 2 192 0,1 0-192 0,0 0 0 16,0 0 0-16,-1 0 0 0,1 2 0 0,-1-2 0 15,1 0 128-15,1 0-128 0,-1 0 0 0,-1 0 0 16,-1-2 0-16,0 2 128 0,1-1-128 0,0 0 192 16,-1 1-192-16,0-2 192 0,1 2-64 0,-2-3-128 15,1 3 192-15,-2-3-64 0,0 2-128 0,0 0 160 16,0 0-160-16,1 0 160 0,-1-1-160 15,1 0 160-15,-1 1-160 0,1-1 160 0,-1 2-160 0,0-3 0 16,0 3 0-16,0-2 128 0,0 2-128 0,-2 0 0 16,2 0 0-16,-1 0 0 0,0 0 128 0,0 0-128 0,0 0 0 0,1 0 128 15,-2 0-128-15,1 2 0 16,1-2 0-16,0 0 128 0,1 0-128 0,-2 1 0 0,0-1 0 0,1 2 0 16,1-2 0-16,-1 0 0 15,1 0 0-15,-1 0 0 0,2 0 0 0,-2 0 0 0,0 0 0 0,1 0 0 16,-1 0 0-16,1 0 0 15,1 0 0-15,0 0 0 0,0 2 0 0,0-2 0 0,0 0 0 0,0 1 0 16,1-1 0-16,0 0 0 0,-1 0 128 0,0 0-128 16,2-1 0-16,-2 1 0 0,0-2 144 0,1 0-144 0,0 1 0 0,-1 1 128 15,1-2-128 1,0 0 0-16,-1 0 0 0,1 0 0 0,-1 1 0 0,-1 1 128 16,-1 0-128-16,1 0 0 0,0 0 0 0,1 0 0 15,-1 1 0-15,0 0 0 0,0 2 0 16,0-3 128-16,-12 0-128 0,25 4 0 0,-25-4 0 0,26 5 0 15,-26-5 0-15,29 5 0 0,-13-4 0 0,1-1 0 0,0 0 0 0,2 0 0 16,0-1 0-16,1-1 128 0,-1-1-128 0,3 1 0 0,-1-1 0 0,0-1 0 16,2 1 0-16,-2-1 0 0,0 1 0 0,1 1 0 15,3 2 0 1,0-4 0-16,2 3 0 0,2-3 0 16,0 1 0-16,1 1 128 0,-3-1-128 0,2-1 0 0,-1 3 128 0,-1-1-128 0,1 0 128 0,0 0-128 31,1 0 0-31,2 1 128 0,0-2-128 0,1 1 0 15,-1 1 0-15,0 0 0 0,-1-1 0 0,0 0 128 16,-1 1-128-16,0-1 0 0,-2-1 0 0,-1 1 0 16,-1 0 0-16,-2-1 0 0,-2-1 0 0,0 3 0 0,-4-1 0 0,0 0 0 15,-3 2 0-15,-1-2-12544 16,-2 2-2384-16</inkml:trace>
  <inkml:trace contextRef="#ctx0" brushRef="#br0" timeOffset="93436.02">12338 6019 4607 0,'0'-5'400'0,"0"3"-400"15,1 0 0-15,-1-1 0 0,0 1 752 0,0 2 64 0,0-2 16 0,1 1 0 16,-1-3-384-16,1 1-64 0,-1-2 0 0,0 1-16 0,0-1 0 0,0 3 0 15,0-3 0-15,-1 3 0 16,1 0 192-16,-1 1 32 0,1-1 16 0,-1-1 0 0,0 1 288 0,0 0 48 16,1 0 16-16,-2-1 0 15,1 0 128-15,0 0 16 16,0 0 16-16,-1 0 0 0,1 1-160 0,-1-1-48 0,0 1 0 0,0 0 0 0,0-1-384 0,-1 1-80 16,0-1 0-16,1 1-16 0,0 0-32 0,1 0 0 15,-1 0 0-15,-1 1 0 0,1 1 0 0,0-2 0 31,0 1 0-31,1 1 0 0,-1 1-96 0,-1 1-32 16,0 1 0-16,-1-3 0 0,1 2-16 0,0 0-16 0,-1 0 0 16,1 1 0-16,-2 0 992 0,0 0 208 0,1 0 32 0,-1 0 16 31,0 0-1488-31,-1 1-448 0,-1 0 0 0,1 2-16 0,-1-2 688 0,0 1 144 0,0 0 16 0,1-1 16 16,-1 1-32-16,-2 1-16 0,2 0 0 0,-2 0 0 15,5 0-160-15,-3 1-48 0,1 0 0 0,-2 3 0 16,1 1 48-16,-1 3 0 0,-1 3 0 0,1 0 0 15,0 0-32-15,-1 4 0 0,2 0 0 0,0 0 0 16,2 1 16-16,0-4 0 0,1 2 0 0,4-20 0 16,-4 28-176-16,4-28 0 0,0 0 144 0,0 0-144 15,-1 38 0-15,2-31 0 0,1-2 0 0,0-3 0 16,0 0-384-16,2-1-32 0,0 1-16 0,0-2-10672 16,1 0-2144-16</inkml:trace>
  <inkml:trace contextRef="#ctx0" brushRef="#br0" timeOffset="94493.63">12172 6072 6447 0,'-2'-5'272'0,"0"2"80"0,0 1-352 15,1-1 0-15,0 3 0 0,0-2 0 0,1 2 1056 0,-1 0 144 16,-1-3 16-16,-1 1 16 0,1 0 496 0,-1 0 112 15,-1-1 16-15,0 3 0 0,2 0-64 0,-1 0 0 16,0 1 0-16,0 1 0 0,1 1-384 0,-1 0-64 16,-1 2-32-16,0 0 0 15,2 2-272-15,-1 2-48 0,0-1-16 0,-1 2 0 0,2 1-448 0,2-11-80 16,-6 27-32-16,3-11 0 0,3-16-160 0,-5 34-48 16,5-34 0-16,-5 37 0 0,5-37 112 0,-2 33 32 15,2-33 0-15,-3 28 0 0,3-28-96 0,-2 32-32 16,2-32 0-16,-1 32 0 0,1-32-48 0,-2 30-16 0,2-30 0 15,0 0 0-15,-3 37 16 0,3-37 0 0,0 0 0 16,0 35 0-16,0-35-16 0,0 0 0 0,0 0 0 0,6 44 0 16,-6-44 48-16,0 0 16 0,0 0 0 0,11 46 0 15,-11-46-64-15,0 0-16 0,0 0 0 0,16 47 0 16,-16-47-16-16,0 0-128 0,11 39 192 0,-11-39-64 16,0 0-128-16,4 38 0 0,-4-38 144 0,0 0-144 15,2 38 0-15,-2-38 0 0,0 0 0 16,0 36 0-16,0-36 0 0,0 0 0 0,-1 33 0 0,1-33 0 15,0 0 0-15,0 0 0 0,2 40 0 0,-2-40 0 0,0 0 0 0,0 0 0 32,0 0 0-32,3 35 0 0,-3-30 0 0,0 2 0 0,0-7 0 0,0 0 0 0,0 0 0 0,0 0 0 15,0 0 0-15,0 36 0 0,0-36 0 0,0 0 0 16,0 0 0-16,0 0 0 0,0 34 0 0,0-34 0 16,0 0 0-16,0 0 0 15,0 0 0-15,2 34 0 0,-1-28 0 0,-1-6 128 0,0 0-128 0,0 0 0 16,0 0 0-16,0 0 0 0,0 0 0 0,11 35 0 15,-9-30 0-15,-1-1 0 0,1 1 0 0,0 0 0 16,-2-5 0-16,0 0 0 0,0 0 0 0,0 0 0 16,7 36 0-16,-7-36 0 0,0 0 0 0,0 0 0 0,1 33 0 15,-2-24 0-15,1-9 0 0,0 0 0 0,-2 26 0 0,0-16 0 16,2-10 0-16,0 0 0 0,0 0-144 0,-2 30 144 16,2-25 0-16,0 0-176 0,0-2 176 0,0 1-128 15,1-1 128-15,-1-1 0 0,1 0 0 0,-1 1-128 16,0 0 128-16,0-1 0 0,0 1 0 0,0 0 0 15,0 2 0-15,0-2 0 0,0 1 0 0,0-1 0 16,0 0 0-16,1 1 0 0,-1 0 0 0,0 1 0 16,0-2 0-16,1-1 0 15,-1 1 0-15,1 1 0 0,-1-1 0 0,0 0 0 0,1 0 0 0,0 0 0 16,-1 0 0-16,0-1 0 0,1 0 0 0,0 0 0 16,0 1 0-16,-1-1 0 0,1 1 0 0,0-1 0 0,0 1 0 0,0 1 0 15,0-1 0-15,0 1 0 0,-1-1 0 0,0-3 0 16,0 0 0-16,0 0 0 0,0 0 0 0,0 0 0 15,0 0 0-15,0 0 0 16,6 35 0-16,-6-30 0 0,0 0 0 0,-1-1-128 0,0 1 128 0,1 1 0 16,-1 0 0-16,0 1-128 0,-1-2 128 0,1 2 0 15,0 0 0-15,0-1 0 0,1 0 0 0,0-1 0 16,0-1 0 0,0-4-128-16,0 0 128 0,0 0 0 0,0 0 0 0,0 0 0 0,0 0 0 0,0 0 0 15,0 0 0-15,16 36 0 0,-13-34 0 16,-1-1-160-16,1 1 160 0,0 0-11712 15,1-2-2240-15</inkml:trace>
  <inkml:trace contextRef="#ctx0" brushRef="#br0" timeOffset="95368.82">12166 7404 5519 0,'1'-2'496'0,"0"1"-496"16,0-1 0-16,0 2 0 0,-1 0 848 0,0 0 80 15,1-3 16-15,1 1 0 0,0 0 736 0,1 0 160 0,-1 0 16 0,-1 1 16 16,0 1-880-16,-1 0-176 0,0 0-48 0,0 0 0 15,0 0-16-15,0 1-16 0,1 1 0 0,-1 0 0 16,0 0 304-16,0 0 64 0,0 1 16 0,0-1 0 16,0 1 112-16,0 1 32 0,0-1 0 0,0 2 0 0,0-1-176 15,0 2-48-15,1 0 0 0,0-1 0 0,0 2-352 0,0-2-80 16,0 2-16-16,0-3 0 0,1 1-144 0,0 0-48 31,0 0 0-31,0 0 0 0,2-2 0 0,0 0 0 16,-1 1 0-16,2 0 0 0,0-2-16 0,0 0 0 0,2 1 0 0,-1-1 0 0,2-1-112 0,-1 1-16 15,1 0-16-15,2-2 0 0,-10 0-240 0,0 0 176 16,33 5-176-16,-33-5 160 0,24 2-160 0,-24-2 0 16,28 3 144-16,-28-3-144 15,31 4 0-15,-31-4 128 0,30 5-128 0,-30-5 0 0,32 5 0 0,-32-5 144 0,29 5-144 0,-29-5 0 16,30 7 0-16,-30-7 0 0,0 0 0 16,40 9 0-16,-40-9 0 15,0 0 0-15,35 5 0 0,-35-5 0 0,0 0 0 0,29 4-144 0,-29-4 16 0,0 0-12048 31,0 0-2416-31</inkml:trace>
  <inkml:trace contextRef="#ctx0" brushRef="#br0" timeOffset="96589.22">12570 7546 5983 0,'-1'-2'128'0,"0"2"16"0,0-2 16 0,1 1 32 0,0 1-192 0,0 0 0 0,0 0 0 0,0-2 0 16,-1 2 1984-16,1 0 352 0,0-2 80 0,-1 2 16 16,1 2-208-16,-1-2-48 0,1 2 0 0,0-2 0 15,1 3-544-15,0-1-112 0,-1 0-32 0,3 0 0 16,0 1-608-16,1-2-128 0,1 1-32 0,1 0 0 16,0-1-208-16,2 0-32 0,0-1-16 0,0 0 0 0,2 0-128 0,0 0-16 15,0 0-16-15,1 0 0 16,-1 0 16-16,2-1 16 0,-1 1 0 0,0-1 0 0,-1 1-16 0,0 0 0 15,0 1 0-15,-10-1 0 0,0 0 0 0,29 3-16 16,-29-3 0-16,0 0 0 0,30 3-48 0,-20-3 0 16,-10 0 0-16,0 0 0 0,33 2-96 0,-21-2-32 15,0 0 0-15,0-2 0 0,1 2 0 0,0-2-128 16,0 2 192-16,-1-1-64 0,2 1 32 0,0-2 0 0,2 2 0 0,1-1 0 16,1 1 16-16,-2-1 0 0,1-1 0 15,0 2 0-15,-1-2-48 0,1 1-128 0,1 1 192 0,-3-3-64 16,1 3-128-16,0 0 128 0,1-2-128 0,-1 2 128 15,-1 0-128-15,1-1 128 0,-16 1-128 0,34-1 128 16,-16 1-128-16,-1-2 0 0,-17 2 0 0,31 0 128 16,-14-2-128-16,-2 2 0 0,0-1 0 0,-1 1 0 15,1 0 0-15,-1 0 0 0,-1 0 128 16,1 0-128-16,0 0 0 0,0 0 0 0,-1 0 0 0,0-2 128 16,0 2-128-16,-1 0 0 0,0 0 0 0,-12 0 0 15,24 2 0-15,-24-2 0 0,0 0 0 0,33 3 0 0,-33-3 0 16,0 0 0-16,32 4 0 0,-32-4 0 0,0 0 0 0,30 3 0 15,-30-3 0-15,0 0 0 0,30 5 0 0,-30-5 0 16,0 0 0-16,30 2 0 0,-30-2 0 0,0 0 0 16,28 1 128-16,-28-1-128 0,0 0 0 0,27 1 0 15,-17-1 144-15,0 0-144 0,0 0 128 0,0 0-128 16,1 0 160-16,-11 0-160 0,0 0 144 0,30 2-144 16,-20-2 128-16,-10 0-128 0,0 0 128 0,29 1-128 15,-29-1 0-15,0 0 128 0,32 2-128 0,-32-2 0 16,22 2 0-16,-22-2 0 0,24 0 0 0,-13-2 128 15,-11 2-128-15,23 0 0 0,-23 0 0 0,23 0 0 16,-10 0 0-16,0-2 0 0,-13 2 0 0,29-1 128 0,-14 1-128 0,0-2 0 16,0 2 0-16,0-1 0 0,-15 1 128 15,26-1-128-15,-12 1 0 0,1-2 0 0,-1 0 144 0,1 1-144 16,0-1 128-16,-1 1-128 0,1 1 160 0,0-2-160 16,1 1 160-16,0 0-160 0,1-1 160 0,-2 2-160 15,-1-3 128-15,2 3-128 0,0-2 0 0,0-1 0 16,-1 3 128-16,-1-2-128 0,1 0 0 0,0 2 0 15,0-3 0-15,0 1 0 0,-2 2 0 0,2-3 0 16,0 1 0-16,0 1 128 0,0 0-128 0,0-1 0 16,0 0 0-16,2 1 0 0,0-1 0 0,0-1 0 15,-3 1 0-15,2 2 128 0,1-2-128 0,0-1 0 0,2 1 0 0,-2-1 0 16,0 1 0-16,1 0 0 0,-1 0 0 0,-2-1 0 16,1 0 0-16,-1 0 0 0,0 0 128 0,0 0-128 15,-1-1 0-15,1 1 0 0,0-1 128 16,0 1-128-16,0 0 0 0,-1 1 0 0,0 0 128 0,-1-2-128 15,0 3 0-15,0-1 0 0,1-1 0 0,-1 3 0 16,0-2 0-16,0 2 0 0,1 0 0 0,-1 0 0 16,1 0 0-16,0-2 0 0,-14 2 0 0,26 0 128 15,-13 0-128-15,-1-2 0 0,0 1 0 0,0 1 0 0,0-2 0 16,0 2 0-16,1-3 0 0,-1 1 0 16,0 2 0-16,1-2 0 0,-1 2 0 0,1-3 0 0,-1 1 0 0,0 2 0 15,1 0 0-15,1-2 0 0,-1 2 0 0,0 0 0 31,0 0 0-31,1 0 128 0,0 0-128 0,-14 0 0 0,31 2 0 0,-31-2 0 16,31 5 128-16,-31-5-128 0,34 2 0 0,-34-2 128 0,33 2-128 0,-33-2 0 16,32 0 128-16,-17 0-128 15,0-2 0-15,-1 2 0 0,1-1 0 0,-3 0 0 0,-2-2 0 16,0 1 0-16,-5-1 0 0,0 1-128 16,-3 0 128-16,-3-3-19712 0</inkml:trace>
  <inkml:trace contextRef="#ctx0" brushRef="#br0" timeOffset="97795.09">15439 5818 6447 0,'0'-3'576'0,"-1"1"-576"0,1-1 0 0,0 3 0 15,-1-2 1120-15,0 1 112 0,0-2 32 0,-1-3 0 16,0 2 816-16,-1-4 160 0,2 4 48 16,-1-1 0-16,0 0-608 0,1 3-112 15,0 0-32-15,0 0 0 0,1 1-176 0,1 1-32 0,0 0-16 0,0 0 0 16,0 0-544-16,1 0-96 0,0 0-32 0,-1 1 0 15,2-1-128-15,1 0-48 0,0 0 0 0,0-1 0 0,1 1 112 0,1-2 32 16,1 2 0-16,-1-2 0 0,3 1 80 0,-1 1 16 16,0 0 0-16,2-2 0 0,0 2-144 0,0-1-32 15,0 1 0-15,1-1 0 0,1 1-240 0,0 0-48 16,0 1-16-16,0-1 0 0,-1 1-224 0,-1 1 144 16,0 1-144-16,0 0 128 0,-1 0-128 0,-9-3 0 15,0 0 0-15,0 0 128 0,36 18-128 0,-36-18 0 16,0 0 0-16,0 0 0 0,31 33 0 0,-31-33 0 15,0 0 128-15,0 0-128 0,0 0 0 0,24 42 0 16,-24-42 0-16,0 0 0 0,0 0 0 0,0 0 0 0,24 46 128 0,-24-46-128 31,0 0 0-31,0 0 0 0,0 0 0 0,26 45 0 0,-26-45 0 0,0 0 0 0,0 0 128 16,0 0-128-16,26 47 0 0,-26-47 0 16,0 0 0-16,0 0 0 0,20 45 128 0,-20-45-128 0,0 0 0 15,0 0 128-15,14 44-128 0,-14-44 192 0,0 0-192 0,0 0 192 16,11 41-192-16,-11-41 128 0,0 0-128 0,0 0 128 0,8 49-128 0,-8-49 0 15,0 0 0-15,0 0 0 16,8 47 0-16,-8-47 0 0,0 0 0 0,0 0 0 16,11 42 0-16,-11-42 0 0,0 0 128 0,0 0-128 0,11 40 0 0,-11-40 0 15,0 0 0 1,0 0 0-16,9 40 0 0,-9-40 0 16,0 0 0-16,0 0 128 0,8 43-128 0,-8-43 0 0,0 0 144 15,0 0-144-15,2 43 0 0,-2-43 144 16,0 0-144-16,-3 36 0 0,3-36 128 0,0 0-128 15,-7 41 0-15,7-41 0 0,-7 35 0 0,7-35 0 0,-7 35 0 0,7-35 0 16,-5 29 0-16,5-29 0 0,0 0 0 0,-4 40 0 16,4-40 0-16,0 0 0 0,0 38 0 0,0-38 0 0,0 0 0 0,0 0 0 0,2 43 0 0,-2-43 0 15,0 0 0-15,0 0 0 0,-1 42 0 0,1-42 0 16,0 0 128-16,-4 33-128 0,4-33 0 0,0 0 0 16,-6 34 0-1,6-34 0-15,0 0 0 0,-7 35 0 16,7-35 128-16,0 0-128 0,-9 40 0 0,9-40 0 15,-6 26 0-15,6-26 0 0,-7 27 0 0,7-27 0 16,0 0 0-16,-7 32 0 0,7-32 0 0,0 0 0 16,-6 26 0-16,6-26 0 0,0 0 0 0,-4 29 0 15,4-29 0-15,0 0 0 0,0 0 0 0,-5 35 0 0,4-29 0 0,-1 0 0 16,2-6 0-16,0 0 0 0,-7 27 0 0,7-27 0 16,0 0 0-16,-11 35 0 0,11-35 128 0,-11 25-128 15,5-13 0-15,6-12 0 0,-12 25 0 0,4-13 0 16,1 0 0-16,0 0 0 0,7-12 0 0,-15 26 0 15,6-14 0-15,0 2 0 0,-1-2 0 0,-2 0 0 16,0-1 0-16,-2 1 0 0,-1 0 0 0,-1-2 0 16,1 3 0-16,-3-3 0 0,0 0 0 0,-2-1 0 15,-1-2 0-15,-1 0-19280 0</inkml:trace>
  <inkml:trace contextRef="#ctx0" brushRef="#br0" timeOffset="100134.46">12586 6212 15663 0,'0'-1'1392'0,"0"-2"-1120"0,0 2-272 0,0 1 0 16,1 0 816-16,-1-1 96 0,1 1 32 0,0-2 0 16,-1 2 80-16,0 0 0 0,-1 0 16 0,0 7 0 15,-1 2-192-15,-1 1-32 0,0 6-16 0,-1 1 0 16,-1 1 224-16,1 5 32 0,-1 3 16 0,-1 0 0 16,1-5-480-16,0 1-80 0,0 3-32 0,0-1 0 15,1 0-160-15,4-24-16 0,-3 39-16 0,3-39 0 16,0 0-288-16,0 0 0 15,9 39 0-15,-5-37-144 0,1-2-944 0,2-4-192 0,-1-3-48 0,1 0-11600 16</inkml:trace>
  <inkml:trace contextRef="#ctx0" brushRef="#br0" timeOffset="100448.11">12540 6322 4607 0,'-4'-15'192'0,"1"4"64"0,0 2-256 0,2 3 0 0,1 3 0 16,0 1 0-16,0-1 1680 0,0-2 304 0,0-2 48 0,1-2 16 0,0 1 288 0,1 2 64 0,0 3 16 0,2 0 0 15,-1 1-336-15,3 2-64 0,0 0-16 0,3 0 0 16,1 0-592-16,0 0-128 0,2 0-32 0,1-1 0 16,2 0-800-16,1-2-144 15,0 1-48-15,-2 0 0 0,1 1-128 0,1 1-128 0,-3 1 144 0,1 3-144 32,-14-4 128-32,0 0-128 0,0 0 0 0,42 29 0 15,-42-29 0-15,0 0 0 0,0 0 0 0,16 42 0 16,-16-42 0-16,-2 32 128 0,-2-18-128 0,-2 0 0 15,0 1 128-15,-3 0 0 0,-4 3-128 0,-1 0 192 0,-1 1 80 0,-1-2 16 16,-3-1 0-16,2-1 0 0,0-1 112 16,-1 0 32-16,1-4 0 0,0-1 0 0,4-2-224 0,0-1-32 15,2-3-16-15,1 0 0 0,2-1-160 0,0-4 0 16,4-1 0-16,2-3 0 16,3 0-480-16,1-2-32 0,5 2 0 0,1-3-15504 15</inkml:trace>
  <inkml:trace contextRef="#ctx0" brushRef="#br0" timeOffset="100828.84">12804 6363 7135 0,'-2'-3'144'0,"1"1"48"0,0 0 0 0,1 2 16 0,0-2-208 0,0 1 0 0,0 1 0 0,0-2 0 15,1 0 2592-15,1-1 480 0,1-1 80 0,0-1 32 16,2 2-496-16,1-1-80 0,-1 1-32 0,2-1 0 15,-1 1-832-15,2 2-160 0,-1 0-48 0,1 1 0 16,1 0-624-16,-1 0-128 0,0 1-16 0,-8-1-16 16,0 0-384-16,0 0-80 0,0 0-16 0,31 34 0 15,-31-34-272-15,0 0 0 0,0 0 128 0,9 38-128 16,-9-38 0-16,0 0 0 0,-3 36 0 0,-1-24 0 16,-1-1 0-16,1-2 0 0,-2 0 0 0,1-3 0 0,1 1 0 0,-1-3 0 15,1-1 0-15,1-2 0 0,0-1 0 0,1-1 0 16,0-1 0-16,0 0 0 0,2-2 128 0,0-2-128 15,0 2 0-15,2-4 0 0,0 1 160 0,1-1-32 16,1-2 0-16,2 0 0 0,-1 3-128 0,2-5 192 16,3 0-192-16,1-1 192 0,0 1-192 0,1-1 0 15,1 1 0-15,0 0 0 0,-1 0 0 0,1 3 0 16,-1-2-176-16,0 2 176 16,0 1-752-16,-1 1-64 0,0 0-16 0,-1 2-15152 0</inkml:trace>
  <inkml:trace contextRef="#ctx0" brushRef="#br0" timeOffset="101000.2">13170 6247 19343 0,'7'-1'848'0,"-4"-1"192"0,2 1-832 0,-1 0-208 0,-1-1 0 0,-2 0 0 16,3 1 2368-16,2-4 448 0,3 1 64 0,2-3 32 16,0 3-608-16,-1 1-112 0,-2 1-16 0,-3 2-16 15,1 2-1456-15,-2 2-304 0,-1 1-48 0,-1 0-16 16,-2 2-336-16,0-2 0 0,-2 1-192 0,1 2 64 31,-2 1-1376-31,0-2-272 0,-1 3-48 0,0-3-13408 0</inkml:trace>
  <inkml:trace contextRef="#ctx0" brushRef="#br0" timeOffset="101195.57">13206 6351 1839 0,'1'0'160'0,"-1"0"-160"16,1 2 0-16,-1-2 0 0,0 0 2672 0,-1 0 496 15,0 1 96-15,0 2 32 0,0 0 688 0,-3 3 144 16,0 0 32-16,0 4 0 0,-1-3-1680 0,-1 0-336 15,1 3-64-15,0-1-16 0,0 0-1120 0,0-1-240 16,1 1-32-16,1-3-16 0,2 0-464 16,0-1-192-16,2-1 176 0,0-1-176 15,0-1-304-15,2-2-144 0,1 0-48 0,0 0 0 16,2 0-2336-16,0-4-480 0</inkml:trace>
  <inkml:trace contextRef="#ctx0" brushRef="#br0" timeOffset="101507.06">13343 6325 11055 0,'4'-7'480'0,"0"2"112"0,-1 0-464 0,0 3-128 0,-2 0 0 0,0-1 0 16,1 1 2176-16,0-1 432 0,3-1 80 0,-1-4 0 15,2 4 208-15,-1-1 48 0,-1 0 0 0,-1 3 0 0,0 2-880 0,-1 0-160 16,0 0-48-16,-1 2 0 16,0 3-1040-16,-1 2-224 0,0 0-32 0,-1 3-16 0,1-10-384 0,0 0-160 15,-3 33 128-15,3-33-128 0,0 0 0 0,-5 40 128 16,5-40-128-16,0 0 0 0,-4 40 0 0,4-40 128 15,0 0-128-15,1 36 0 0,-1-36 0 0,0 0 0 16,0 0 0-16,0 0 0 0,0 0 0 0,0 0 0 16,0 0 128-16,35 14-128 0,-29-18 0 0,2-4 160 15,1-1-160-15,-1-3 160 0,0 3-16 0,1-3 0 0,1-2 0 16,0-2 0-16,0 1-16 0,1-2 0 0,-1 1 0 16,0-1 0-16,0 1-128 0,-1 3 0 0,-1 2 0 0,-1 1 128 15,-1 3-128-15,-2 3 0 0,-1 1 0 0,0 3 0 16,0 0-336-16,-1 0 0 15,0 3 0-15,-1-3 0 16,1 3-2368-16,0 0-480 0</inkml:trace>
  <inkml:trace contextRef="#ctx0" brushRef="#br0" timeOffset="101871.42">13621 6332 9215 0,'3'5'400'0,"-2"-3"96"0,0-1-496 0,-1 1 0 0,1 0 0 0,0-2 0 0,0 1 1920 0,0 0 272 0,2 4 64 0,2-3 16 31,-5-2 448-31,0 0 96 0,0 0 0 0,29 10 16 0,-21-10-1136 0,2-2-224 16,1 1-64-16,2-2 0 0,2-1-528 16,0-1-112-16,0 1-32 0,-1-3 0 0,0 2-240 0,-1-2-48 0,0 2-16 0,-1-2 0 0,-1 2-112 0,-2 1-32 15,-1-3 0-15,0 2 0 0,-2-3-16 0,1 2 0 32,-2-2 0-32,1 1 0 0,-3-2 64 0,-1 1 16 0,-1 0 0 0,-1 2 0 0,-2-1-224 0,0 2-128 15,-2 2 128-15,-2 0-128 0,2 0 0 0,-4 3 0 0,1-2 0 0,-4 4 128 16,-1-2-128-16,-3 3 0 0,0 0 0 0,1 0 0 31,3 2 0-31,2-1 0 0,0 0-128 0,1 3 128 16,0-3 0-16,2 4 0 0,-1-2 0 0,0 0-128 15,2 3 128-15,-1 0 0 0,0 1 0 0,3 2 128 16,-1 0 80-16,4-12 32 0,-5 29 0 0,5-29 0 16,0 0 80-16,2 35 32 0,-2-35 0 0,0 0 0 15,0 0-128-15,30 40-32 0,-30-40 0 0,0 0 0 16,39 16-192-16,-39-16 0 0,29 5 0 0,-15-7 0 15,2 1-144-15,0-1-80 0</inkml:trace>
  <inkml:trace contextRef="#ctx0" brushRef="#br0" timeOffset="102615.88">12861 6856 17503 0,'2'-2'1552'0,"-1"2"-1232"0,1-2-320 0,-1 1 0 15,-1 1 1952-15,1 0 336 0,1-2 64 0,0-1 16 16,1 0 32-16,0-2 16 16,-1 1 0-16,0 0 0 0,-2 0-1264 0,-1 1-256 0,0 0-64 0,-2 1 0 15,-2 0-384-15,0-1-96 0,-2 3-16 0,-1-2 0 16,0 2-208-16,-2 0-128 0,-1 2 128 0,0-1-128 16,0 2 0-16,0 1 0 0,-2 3 0 0,-1-1 0 15,0 4 0-15,-1 2 0 0,1 0 0 0,0 1 0 16,1 2 0-16,0 2 0 0,1 3 0 15,0 0 0-15,2-1 0 0,2 1 0 0,0 1 0 0,2-2 0 0,2-3 0 0,1 1 128 16,1 4-128-16,2-21 0 0,-1 36 240 0,1-36-32 16,0 0 0-16,7 42 0 0,-7-42-32 0,0 0-16 15,0 0 0-15,0 0 0 0,39 32-160 0,-28-32 192 16,1-1-192-16,0-4 192 0,3-1-192 0,1-2 160 16,3-4-160-16,0 0 160 0,2-3-160 0,1 0 0 15,-2 0 0-15,1 1 0 16,3 0-640-16,-2-1-144 0</inkml:trace>
  <inkml:trace contextRef="#ctx0" brushRef="#br0" timeOffset="102838.27">13011 6974 10127 0,'-1'1'896'0,"0"-1"-704"0,0-1-192 0,0 1 0 15,1-2 2432-15,-1 2 464 0,0-1 96 0,-1 0 16 16,0-1 320-16,1-1 80 0,0 0 16 0,2 0 0 0,0 0-1616 0,2 0-320 15,1-1-64-15,1 1-16 0,0 1-928 0,3-5-192 16,-2 3-32 0,2-1-16-16,1-1-240 0,0 2 0 0,-1-1 0 0,2-1 0 15,-2 0 0-15,-1 1 0 0,1 1 0 0,-2 1 0 0,1-2-144 0,-4 3-32 32,1 0 0-32,-2 0-17056 0</inkml:trace>
  <inkml:trace contextRef="#ctx0" brushRef="#br0" timeOffset="103139.96">13080 7005 11583 0,'-2'4'512'0,"1"-3"112"0,0 1-496 0,0 1-128 0,0-3 0 0,0 2 0 16,1-2 0-16,-1 0 0 0,-1 3 128 0,1-1-128 16,-1-1 0-16,1 0 0 0,0 2 0 0,0-1 0 0,1 1 0 0,1-3 0 15,0 2 0-15,0-2 0 0,0 0 2000 0,0 0 432 16,-1 2 96-16,0 0 48 16,-1 1 688-16,0-1 144 0,1 3 32 0,-3 0 0 0,1 3-1264 0,-3 0-240 15,0 2-48-15,0-1-16 0,0 1-1232 0,1-1-240 16,1-2-48-16,0 3-16 0,1-5-336 0,1 2 144 15,1-2-144-15,1 2 0 0,1-5 0 0,2-2 0 16,0 0 0-16,1-2-12192 16,1 0-2464-16</inkml:trace>
  <inkml:trace contextRef="#ctx0" brushRef="#br0" timeOffset="103472.77">13154 7035 6447 0,'2'-3'272'0,"-1"0"80"0,1 0-352 0,-1 1 0 0,0 1 0 0,0 0 0 16,0 1 2656-16,2-2 464 0,0-1 80 0,2-2 32 15,1 1-352-15,2-3-80 0,0 2-16 0,1 0 0 16,3-2-1056-16,-1 3-224 0,2 1-32 0,-1-2-16 16,0 3-688-16,-1 2-128 0,-11 0-16 0,0 0-16 15,0 0-464-15,0 0-144 0,35 21 0 0,-35-21 0 16,0 0 0-16,0 0 0 0,0 0 0 0,11 47 0 0,-11-47 0 0,-3 26 0 16,-1-14-144-16,0-2 144 0,0 0-144 0,1-1 144 15,-2-3-160-15,1 0 160 0,1-3 0 0,-1 1 0 16,0-3 0-16,1 0 0 0,2-2 0 0,0 0 0 15,1-4 160-15,1 0-160 0,0 1 336 0,1-4-16 16,2 2 0-16,-1-1 0 16,1 0 272-16,1-1 48 0,1-1 16 0,1 0 0 0,2 0-368 0,2-2-80 15,0-1-16-15,1-2 0 0,0 2-192 0,0 1 0 0,0 1 0 16,0 1 0-16,-1 1-144 0,0-1-32 0,-1 4 0 0,0 0 0 31,-2 0-816-31,-1 1-160 0,-1 2-48 0,1 0-14880 0</inkml:trace>
  <inkml:trace contextRef="#ctx0" brushRef="#br0" timeOffset="104441.17">13601 7003 4607 0,'1'-2'192'15,"0"-1"64"-15,0 1-256 0,-1-2 0 0,0 3 0 0,0-1 0 0,0-1 1984 0,0-1 368 16,0-4 64-16,-1-1 16 15,1 0-768-15,-2-1-128 0,2 1-48 0,-2 4 0 0,0 0-960 0,-1 0-192 16,0 3-32-16,0 2-16 0,-2 0 144 0,0 2 16 16,0 3 16-16,-1 0 0 0,0 0 32 0,-2 3 0 15,1 0 0-15,-1 1 0 0,1 3 336 0,0 0 64 16,1-2 0-16,-1-1 16 16,2 4 64-16,-1 1 16 0,2 2 0 0,0 0 0 15,1-4 0-15,1 0 0 0,2-12 0 0,0 0 0 0,0 0-224 0,8 40-32 16,-8-40-16-16,0 0 0 0,0 0-464 0,0 0-112 15,0 0-16-15,38 27 0 0,-31-27-128 0,2 0 0 0,0-3 0 0,1 1-176 32,0-2-288-32,1-2-64 15,2-1-16-15,2-1 0 0,1-2-992 0,-1 0-208 0,1-2-48 0,0 0 0 0,-1 0-416 0,0-2-96 16,2 0 0-16,-3-2-16 0,0 3 624 0,-2 1 128 0,0 3 32 16,-4 0 0-16,-1 4 1216 0,0 0 320 0,-3 1 0 0,0 1 0 15,-1 0 1216-15,-2 3 368 0,0 0 64 0,-2 0 16 0,0 3 32 16,-2 0 16-16,1 0 0 0,-1 0 0 0,0 2 512 0,0 0 96 15,0-2 32-15,0 4 0 0,1-3-1904 0,-2 2-448 32,0 0 0-32,1 1 0 0,0 0 640 0,0 1 80 0,0-2 16 0,1 3 0 0,1-1-96 0,1-1 0 15,-1-1-16-15,1 0 0 0,0-6-352 0,0 0-64 16,0 0-16-16,0 0 0 0,0 0-192 0,0 0 0 16,0 0 0-16,0 0 0 0,37 26 0 0,-29-28 0 31,1 0 0-31,0-4 0 0,-1 2-160 0,1-1-32 15,1-2 0-15,1 0 0 16,-1 0-400-16,0 0-96 0,-2 0-16 0,1 0 0 16,-2 2 32-16,0-3 0 0,-1 2 0 0,0-2 0 0,-2 2 464 0,1 0 208 0,-1-2-192 0,-1 0 192 15,0-1 0-15,0 2 0 0,-1 1 0 0,0 3 0 16,0 2-128-16,-2 1 128 0,1 0 0 0,-1 0 0 16,0 4 0-16,0-1 0 0,-1 2 0 0,1-1 0 15,0 4 0-15,-2-1 0 0,0 2 160 0,0-1-160 16,0-1 560-16,0 2 0 0,1-1 0 0,0 0 0 15,1-8 272-15,0 0 64 0,0 0 16 0,0 32 0 16,0-32-400-16,0 0-96 0,0 0-16 0,0 0 0 0,0 0-224 16,0 0-48-16,35 30-128 0,-26-30 192 0,2-1-192 0,0-2 0 15,2 0 0-15,-2-2 0 0,1 1 0 0,-2-1 0 16,0-1 0-16,0 0 0 0,0-1-352 0,0 0-16 16,-3 2 0-16,1-2 0 15,0 0-752-15,-1-1-160 0,-1 2-16 0,-1-1-16 16,0 0-256-16,0-1-48 0,-1 1-16 0,1-2 0 15,-1 1 112-15,-1 0 32 0,1 0 0 0,0-2 0 16,0-1 560-16,1 1 112 0,0 3 32 0,-1-2 0 16,1 5-176-16,-2-1-48 0,-1 4 0 0,0-2 0 0,0 3 752 0,-1 0 256 0,1 1-144 0,-2 1 144 15,0 1 1008-15,-1 0 272 0,0 0 64 16,0 2 16-16,-1-2 1520 0,0 1 320 0,2 2 48 0,-2 0 16 16,0 1-2240-16,0-2-432 0,1 2-80 0,-1 0-32 15,0 1 416-15,0-2 96 0,0 2 16 0,0-1 0 16,1 0-480-16,-1 1-80 0,0 1-32 0,0 1 0 15,1-1-224-15,-1 0-64 0,0 0 0 0,-1 1 0 16,1-1-128-16,0 1 0 0,0-3 0 0,2 3 0 16,-1-4 0-16,1-1 0 0,1 0 0 0,-1-3 0 15,1 1 0-15,1-3 0 0,0 0 0 0,2-3 0 16,0 0-736-16,2-3-176 0</inkml:trace>
  <inkml:trace contextRef="#ctx0" brushRef="#br0" timeOffset="104630.09">14186 6759 13823 0,'-4'-2'1216'0,"2"-1"-960"16,1 2-256-16,1 0 0 0,1-1 3408 0,-1 1 640 0,2-1 128 0,-1 2 32 16,2-5-1072-16,1 3-224 0,3-3-32 0,-1 0-16 15,0 3-1888-15,0 0-368 0,0 2-80 0,0 2-16 16,-6-2-256-16,0 0-64 15,0 0-16-15,0 0 0 0,0 0-176 0,26 42 0 0,-26-42 0 0,0 0-18560 16</inkml:trace>
  <inkml:trace contextRef="#ctx0" brushRef="#br0" timeOffset="105039.65">14559 6799 10367 0,'1'-2'224'0,"0"1"48"0,0 0 16 0,-1 0 0 0,0 1-288 0,0 0 0 15,0 0 0-15,0 0 0 0,0 0 3536 0,0-2 656 16,-1 2 128-16,1 0 32 0,-1 0-1456 0,0 0-272 0,0 2-64 0,-1 1-16 15,-1 2-1232-15,0-1-240 16,-1 6-48-16,0-1-16 16,-2 4-528-16,1 3-96 0,-1 0-32 0,-1 4 0 0,-1 1-352 0,1 2 144 0,-1 1-144 0,1-3 0 15,1 0 176-15,6-21-176 0,-9 36 160 0,9-36-160 16,-4 33 176-16,4-33-176 0,0 0 192 0,1 42-192 16,-1-42 128-16,0 0-128 0,0 0 0 0,0 0 0 15,25 39 0-15,-25-39 0 0,0 0 0 0,24 2 0 16,-15-4 0-1,2-3 0-15,2-4 0 0,0-2 0 0,-3 1-320 0,1 0-32 0,0-4 0 0,0 0 0 32,-4-1-1584-32,0 1-320 0,-2 0-64 0,-1-2-8000 0,-3 1-1600 0</inkml:trace>
  <inkml:trace contextRef="#ctx0" brushRef="#br0" timeOffset="105187.64">14378 6944 16575 0,'-9'7'736'0,"4"-2"160"0,1-1-720 0,2-1-176 16,3-1 0-16,1-2 0 15,1 1 3072-15,1 1 576 0,-4-2 112 0,0 0 16 16,43 6-752-16,-18-9-144 0,5-2-48 0,2-1 0 16,3-5-1888-16,0 1-384 0,0 1-80 0,0-1-16 15,0-2-336-15,-2 2-128 16,0 1 0-16,4-2-18672 0</inkml:trace>
  <inkml:trace contextRef="#ctx0" brushRef="#br0" timeOffset="107381">13779 7655 1839 0,'1'-3'160'0,"0"1"-160"15,0 2 0-15,-1-1 0 0,1 0 256 0,-1 1 32 16,2-4 0-16,0 1 0 0,1-2 192 0,-1 0 32 16,0-2 16-16,-1 3 0 0,0 1 304 0,0-1 64 15,0 3 16-15,-1-1 0 0,0 2 560 0,-1-2 128 16,1 2 0-16,0 2 16 0,-1-2-48 0,1 0-16 16,0 0 0-16,0 1 0 0,-1 0-400 0,1 0-96 15,0 0-16-15,0 2 0 0,0-3-256 0,0 1-48 16,0-1-16-16,0 2 0 0,0-2-64 0,0 0-16 15,1 0 0-15,-1 0 0 0,1 2-160 0,-1-2-32 16,0 1-16-16,0 0 0 0,0 1 752 0,0 3 160 0,-1 0 16 0,0 5 16 31,1-10-1376-31,0 0-448 0,-2 38 0 0,2-38 0 0,0 35 720 0,0-35 144 0,0 40 32 0,0-40 0 16,-1 41-112-16,1-41-16 0,0 47 0 0,-1-16 0 16,1 0-80-16,0 4-32 0,0 2 0 0,1-2 0 15,3 0-208-15,-4-35 0 0,9 59 0 0,-9-59 0 16,12 45-384-1,-12-45-192-15,0 0-16 0,17 43-15056 0</inkml:trace>
  <inkml:trace contextRef="#ctx0" brushRef="#br0" timeOffset="107916.63">13643 7970 6447 0,'-2'0'576'0,"0"-2"-576"16,2 2 0-16,0 0 0 0,0 0 1120 0,-1-2 112 31,0 0 32-31,0-1 0 0,0-2 928 0,0 1 192 0,0-1 48 0,1 0 0 16,0 0-192-16,2 0-48 15,0 3 0-15,0 0 0 0,0-1-224 0,1 1-48 0,1 0-16 0,-1 2 0 0,-1 2-608 0,2 1-112 16,-4-3-32-16,0 0 0 0,0 0-496 0,0 0-96 16,24 52-32-16,-24-52 0 0,13 37-288 0,-13-37-64 15,16 45-16-15,-16-45 0 0,18 43-32 0,-18-43 0 16,20 38 0-16,-20-38 0 0,0 0-128 0,32 45 192 0,-32-45-192 15,0 0 192-15,37 37-192 0,-37-37 0 0,0 0 0 0,0 0 0 32,42 27 0-32,-42-27 0 0,0 0 0 0,25 0-12480 0,-16-4-2400 0</inkml:trace>
  <inkml:trace contextRef="#ctx0" brushRef="#br0" timeOffset="108107.69">13959 8025 5519 0,'3'-5'496'0,"-1"3"-496"0,0 0 0 0,-1 0 0 16,-1 2 2256-16,0 0 368 0,-1 1 64 0,0 0 0 0,0 2 1264 0,-3 3 240 15,0 3 48-15,-4 3 16 16,-1 2-1936-16,-1 0-384 0,-2 3-80 0,0 1 0 0,0 2-928 0,0-2-176 16,0 0-48-16,1-1 0 0,2 0-560 0,1-2-144 15,1 0 0-15,3-1-17632 16</inkml:trace>
  <inkml:trace contextRef="#ctx0" brushRef="#br0" timeOffset="109466.11">12624 8592 1839 0,'-7'4'160'0,"1"-2"-160"0,1-1 0 0,3 1 0 0,1-1 2256 0,0 0 432 15,0 0 64-15,-1 1 32 0,-1 0-176 0,0 0-48 16,0 1 0-16,1-1 0 0,0 1-704 0,2-1-160 15,1-2-32-15,1 0 0 0,2-2-416 0,2 0-96 16,1-1 0-16,4-2-16 0,1 1 32 0,1-2 16 16,1 2 0-16,0-3 0 0,3 2-608 0,1 0-128 0,-1-2-32 0,2 3 0 31,-1-3-240-31,1 4-48 0,-2-1-128 0,-1 1 192 0,-1 0-192 0,-1 1 0 0,1 0 0 0,-3-3 0 16,0 0-192-16,-3 3-48 0,0-2 0 0,-3 1 0 15,-2 3-1120-15,-2-2-240 0,-3 4-32 0,-1-2-16 16,-3 2-1488-16,0-2-320 0,-2 3-48 0,-1-1-16 15,-1-1 464-15,-1 0 96 0,0 1 16 0,0-2 0 16,2 1 1760-16,-2-1 352 0,1 0 80 0,2 0 16 0,0 2 896 0,1-2 176 31,0 1 48-31,2 0 0 0,1 0 1328 0,0 1 272 16,0-2 48-16,1 2 16 0,0 0 16 0,0-1 16 16,1 3 0-16,-1-3 0 0,1 1-128 0,0 1-32 15,1 0 0-15,-2 3 0 0,1 0-224 0,-1 4-48 16,0 3-16-16,-1 2 0 0,-1 0-736 0,-1 4-128 0,1 2-48 15,-3 3 0-15,1 0-368 0,-1 4-80 0,0 0-16 0,-1 1 0 16,3-3-128-16,-2-4-128 0,3 1 144 16,0-4-144-16,1-2 0 0,1-3 0 0,2-14 0 0,0 0 0 15,2 31 0-15,-1-25 0 0,0-3-208 0,1 0 64 16,1-3-176-16,0-2-48 0,1-2 0 0,2 0 0 31,-4-3-2960-31,3 0-576 0,-1-1-128 0,0-1-32 0,-2-3 416 0,1 1 64 0</inkml:trace>
  <inkml:trace contextRef="#ctx0" brushRef="#br0" timeOffset="109625.32">12726 8826 47 0,'0'0'0'0,"0"0"0"0,0 0 0 0,-1-1 0 16,0-2 1648-16,-2-2 320 0,1-2 64 0,-1 0 16 0,-1 3 1008 16,2 1 208-16,0 1 32 0,3 2 16 0,2 2-176 0,2 0-16 15,-5-2-16-15,0 0 0 0,0 0-736 16,40 7-128-16,-40-7-48 0,29-2 0 16,-12-1-1232-16,1-1-256 0,-1-2-64 0,0 2 0 0,0-3-384 0,-1 0-96 15,0-1-16-15,0 0 0 0,-2 2-144 0,-1-1 0 16,0 0 0-16,-3 3 0 0,0-2 0 0,-2 3 0 15,1 0-192-15,-2 0-18064 0</inkml:trace>
  <inkml:trace contextRef="#ctx0" brushRef="#br0" timeOffset="110497.61">13113 8764 11967 0,'1'1'1072'0,"-1"-1"-864"0,0 0-208 15,1 0 0-15,-1-1 2464 0,0 1 448 0,1 0 96 0,0-2 0 16,2 1-16-16,1-2-16 0,0-2 0 0,0 0 0 16,2-2-1680-16,-2 0-336 0,1 0-64 0,0 0 0 15,-1-3-608-15,0 1-112 0,0 2-32 0,-2-3 0 16,-1 3-144-16,0 1 0 0,-2 0 0 0,-1 1 0 16,-1 1-128-16,-1 2 128 0,-1 1 0 0,-2 1 0 0,-1 3 0 0,-2 1 0 15,-2 2-144-15,0 3 144 0,-1 2-160 0,1 3 32 16,-1-1 0-16,1 3 0 0,1 1 128 0,1-1-160 15,1 3 160-15,-2 0-160 0,3 1 160 0,1-2 0 16,1 1 0-16,2-2 0 0,3-3 0 0,1-14 128 16,0 0-128-16,0 0 176 0,6 33 144 0,0-30 48 15,0-1 0-15,2-2 0 0,0-4-176 0,1-1-16 16,2 0-16-16,1-5 0 0,1 0-160 0,0-1 0 16,1-1 144-16,-1-2-144 0,0 2 0 15,-2-2 0-15,0 2 0 0,-2 0-128 16,-2 0-288-16,-1 0-48 0,-2 3-16 0,-1 1 0 0,-1 4 64 0,-1-1 16 0,-1 3 0 0,0 0 0 15,0 1 400-15,-1 2 0 0,1 3 0 0,-1-1 0 16,1 0 0-16,-1 1 128 0,0 3 0 0,1-7 0 16,0 0 368-16,0 28 80 0,0-28 0 15,0 0 16-15,2 38-64 0,-2-38-16 0,0 0 0 0,0 0 0 16,10 37-256-16,-10-37-48 0,0 0-16 16,0 0 0-16,0 0-192 0,36 17 144 0,-28-19-144 0,2 0 128 0,0-3-128 0,1-2 0 15,1 0 0-15,0-2 0 16,-1-1-464-16,0-2-80 0,0 0-16 0,0 0 0 15,0 0-2208-15,0 0-448 0,1-1-96 0,-3 3-16 16,1 1 688-16,-2-3 128 0,1 1 16 0,-2 0 16 0,0 2 1728 0,-2 2 352 16,0-1 64-16,-1 2 16 15,0 1 1664-15,-1 0 320 0,0 5 80 0,-2-2 16 0,0 2 416 16,-1 2 64-16,-1 3 32 0,-1 2 0 0,-1 0-512 0,-1 3-96 16,0 3-32-16,-2 2 0 0,1 2-672 0,-1 1-128 0,-1 4-16 0,1-3-16 15,0-2-416-15,1 0-96 16,0-2-16-16,2-3 0 0,0-1-144 0,2-3-128 0,0-1 144 0,1-1-144 31,0-2 0-31,1-2 0 0,-1-2 0 0,2 0 0 0,0-2 0 0,-1-3 0 16,3 0 0-16,0-3 0 0,0 0 0 0,0-2 0 0,1-1 0 0,-1-1 0 31,2 0-256-31,0 0 0 0,-1-2 0 0,2-3 0 0,0 3-128 0,0 0 0 0,0 0-16 0,0-1 0 16,1 4 208-16,-2 1 64 0,1 0 0 0,-2 3 0 15,1 2 128-15,-1 1 0 0,-1 0 0 16,0 1 0-16,1 3 0 15,-3 0 176-15,2 0-176 0,-1 0 192 0,0 2 144 0,0 1 48 16,-3-3 0-16,0 0 0 0,0 0-32 0,0 0 0 16,0 0 0-16,18 36 0 0,-18-36-192 0,0 0-32 15,6 34-128-15,-6-34 192 0,0 0-192 0,3 43 176 16,-3-43-176-16,-3 27 160 0,3-27-160 0,-4 26 0 16,1-17 144-16,-1 1-144 0,2-1 0 0,0-2 0 15,0 0 0-15,0-4 0 0,0 1 0 0,2-1 0 16,-1-3 0-16,2 0-12384 15,0 0-2464-15</inkml:trace>
  <inkml:trace contextRef="#ctx0" brushRef="#br0" timeOffset="111935.77">14038 8717 6447 0,'-2'-4'576'0,"1"1"-576"0,1 2 0 0,0 0 0 0,0-2 1520 0,0 3 192 15,1-2 32-15,0-1 16 16,2-1 1168-16,1-3 224 0,0 0 48 0,-1-3 16 0,2 4-608 0,-1 0-128 16,-1 0-32-16,0 1 0 0,-1 2-784 0,-1 2-176 15,0 1-16-15,-2 1-16 0,0 4-752 0,-1 2-128 16,-1 3-48-16,0 4 0 0,-2 2-272 0,0 6-64 15,0-1-16-15,-2 3 0 0,1 4-176 0,-2-4 0 16,0 2 144-16,1-3-144 0,-2-1 0 0,3-5 0 16,-1 0 0-16,2-1 0 0,0-6 0 0,0-1 0 0,3-1 0 0,0-5 0 15,0-2 0-15,2-1 0 0,0-3 0 0,1-1 128 16,3-4-128-16,-1-1 0 16,2-3 0-16,0-3 0 0,2-1 0 0,0 0 0 0,2-3 0 0,-2 0 0 15,2-1 0-15,0-3 0 16,-1 2 0-16,0-3 0 0,1 3 0 0,-1 2 0 0,1 2 0 0,1 0-128 15,0 3 128-15,0 0 0 16,2 1 0-16,-1 2 0 0,0 2 0 0,0 2 0 0,-2 2 0 0,-1 2 0 16,0 1 0-16,-3 2 144 0,0 2-144 0,-1 3 0 15,-2 0 128-15,-2-5-128 0,0 0 0 0,0 0 0 16,5 42 128-16,-5-42-128 0,-3 34 0 0,0-17 0 0,0 5 0 16,-2-1 0-16,0 2 128 0,1-3-128 0,-1 0 0 0,1-3 160 15,0-3-160-15,0-2 128 16,2-2-128-16,-1-1 0 0,1-2 144 0,0-3-144 15,1-1 0-15,0-3 0 16,0 0 0-16,0 0 128 0,1-2-128 0,0-1 0 0,0 1 0 0,0-3 0 0,2-2 0 0,1 0 0 16,1-2 0-16,1-3 0 15,0 0 0-15,0 0 0 0,2-4 0 0,-1-1 0 0,2 2 0 0,-1-3 0 16,0-2 0-16,2 4-128 0,-2-1 128 0,2 1-192 16,-1-1 192-16,1 3-192 0,0-2 192 0,1 4 0 0,0 0-144 15,0 2 144-15,-1 3 0 0,1 2 0 16,-2 1 0-16,0-1 0 0,1 2 0 0,-2 1 0 0,2 0 0 0,-2 0 0 15,1 1 0-15,-1 1 0 0,-2 0 144 16,0 0-144 0,0 1 0-16,-3 1 144 0,1 0-144 0,-1 3 0 15,-1 0 128-15,0-1-128 0,-1-4 0 0,0 0 0 16,0 0 0-16,0 34 0 0,0-34 0 0,-3 23 0 16,3-23 0-16,-3 31 0 0,3-31 128 0,-4 33-128 15,4-33 0-15,-6 34 160 0,2-16-160 0,4-18 128 16,-5 33-128-16,5-33 0 0,-5 29 0 0,5-29 128 15,0 0-128-15,-3 29 0 0,3-29 0 0,0 0 0 16,0 0 0-16,0 0 0 0,0 32 0 0,0-27 0 0,0 0 0 0,0 0 0 16,1-2 0-16,-1 1 0 0,1 0 0 0,0-1 0 15,0-2 0-15,0 1 0 0,1-2-368 0,1-3 0 16,0 1 0-16,2-1-18032 16</inkml:trace>
  <inkml:trace contextRef="#ctx0" brushRef="#br0" timeOffset="112379.27">14658 8710 911 0,'-2'-1'0'0,"1"1"0"0,0 0 0 0,0 0 0 16,0 0 1440-16,0 0 208 0,-2 0 32 0,1 0 16 15,-3 0 112-15,0 1 32 0,-1-1 0 0,-1 2 0 16,2 1 112-16,0-1 32 0,1 3 0 0,-2-1 0 16,0 2 80-16,2 0 32 0,-2 0 0 0,1 3 0 15,0 0-432-15,0 2-64 0,2 2-32 0,-2-3 0 0,5-10-576 0,-5 23-112 16,5-23-32-16,0 0 0 0,0 31-336 0,0-31-80 16,0 0-16-16,0 0 0 0,0 0-192 0,0 0-32 15,0 0-16-15,30 31 0 16,-23-31-176-16,0-3 192 0,2-3-192 0,2-2 192 0,0-1-64 0,0-1 0 15,1-3 0-15,0-2 0 0,0 0-128 0,-2-1 0 16,0 0 0-16,-1 1 0 0,-2-2 0 0,-2 3 0 16,-1 2 0-16,-1-2 0 0,-2 2 0 0,-2 3 0 15,-1-2 0-15,-1 4 0 0,-3 1 0 0,0 1 0 16,-2 3 0-16,-1 1 0 0,1 2 0 0,-1 4 0 0,1 0 0 0,-1 1 0 16,1 0 0-16,1 3 0 0,-1 0 0 0,2 1 0 15,0 0 0-15,2 1 0 0,1-4 0 0,1 1 0 16,2-8 0-16,0 0 0 0,0 0 0 15,0 0-11872-15,0 0-2320 0</inkml:trace>
  <inkml:trace contextRef="#ctx0" brushRef="#br0" timeOffset="112852.16">14875 8602 20271 0,'3'-4'896'0,"-1"0"192"0,1 2-880 0,-1-1-208 15,-1 3 0-15,-1-2 0 0,1 2 2432 0,0-2 448 16,2 1 96-16,-1-1 16 0,0 2-752 0,0 0-128 15,-1 2-48-15,-2 3 0 16,-1 1-1104-16,-1 1-240 0,3-7-32 0,-6 21-16 0,6-21-480 0,-11 31-192 16,5-13 176-16,-1 2-176 0,1 1 0 0,0 2 0 15,6-23 0-15,-9 45 0 0,9-45 0 0,-5 43 0 16,5-43 0-16,-1 36 0 0,1-36 0 0,0 0 0 0,6 37 0 16,-6-37 0-16,0 0 0 0,0 0 0 0,0 0 0 0,0 0 0 15,32 17 0-15,-26-22 128 16,2 0-128-16,-1-2 0 0,1 0 0 0,-1 0 0 0,1 0 0 0,-2-2 0 15,1 0 0-15,-1 1 0 0,0-4 0 0,-1 2-160 16,0-3-416 0,-2 0-64-16,-1 1-32 0,-1-2 0 0,-2 0-1216 15,-1 0-240-15,0 2-48 0,-3-2-16 0,0 1-768 0,-2 1-160 0,-1 1-16 0,-4 4-16 16,-1 2 528-16,-3 3 128 0,-1 2 0 0,-1 5 16 16,-2 0 704-16,3 2 144 0,3 1 32 0,2 0 0 0,1 2 3568 15,2-1 720-15,1 1 128 0,1-1 48 0,7-9 640 16,0 0 128-16,0 0 16 0,0 0 16 0,0 0-816 0,0 0-160 15,28 33-48-15,-14-35 0 0,1 1-1296 0,1-3-256 16,2-3-48-16,2 0-16 0,-3 0-528 0,2 0-112 16,-1 0-32-16,0-1 0 0,-1 0-208 0,-3 2-144 15,1 2 192-15,-3-3-192 16,0 4 0-16,0-1 0 0,-2 1 0 0,-2-1 0 16,0 3-256-16,-2-1-96 0,0 2-32 0,-2-2 0 15,1 0-1936-15,-2 1-400 0</inkml:trace>
  <inkml:trace contextRef="#ctx0" brushRef="#br0" timeOffset="113183.07">15102 8653 9215 0,'7'-7'400'0,"-4"5"96"0,-1-1-496 0,-1 3 0 0,-1 0 0 0,0-2 0 0,1 2 2368 0,1-3 368 0,0 0 80 0,-1 0 0 15,0 0 192-15,-2 1 16 0,1 4 16 0,-3 1 0 16,-1 0-992-16,-1 3-208 0,0 3-48 0,-1 2 0 16,0 2-704-16,-2 2-160 0,2 3-32 0,-1 1 0 15,2 3-544-15,-1-3-112 0,6-19-32 0,-5 40 0 31,5-40-208-31,2 33 176 0,-2-33-176 0,0 0 160 0,0 0-160 0,21 36 128 16,-21-36-128-16,0 0 128 0,29 5-128 0,-18-8 128 0,0-2-128 0,2-2 128 16,0-2 0-16,1-1-128 0,-1-4 192 0,-1 0-64 0,-1-1-128 0,0-1 0 15,-2 0 144-15,0 1-144 0,-3-2 0 0,-1 1 0 16,-1 0 0-16,-4 1 0 0,0-1 0 0,-3 3 0 16,-2-1 0-16,-1 3 0 0,-4 1 0 15,0 3 0-15,-3 2 0 0,-1 3 0 16,0 2 0-16,0 5 0 15,0 0 0-15,1 4-128 0,1-2 128 0,0 2 0 16,1 3 0-16,2 0 0 0,2 0 0 0,1 0 0 16,1-3 0-16,5-9 0 0,0 0-240 0,0 0 48 15,0 0 0-15,0 0 0 16,0 0-1488-16,0 0-304 0</inkml:trace>
  <inkml:trace contextRef="#ctx0" brushRef="#br0" timeOffset="113674.65">15298 8717 16575 0,'0'-2'736'0,"1"-1"160"0,0 0-720 0,-1 0-176 16,2 0 0-16,-1 1 0 0,1-1 2320 0,1-1 432 16,1-3 96-16,2-1 16 0,1-1 64 0,-1-1 16 15,1 3 0-15,-1 0 0 0,1 2-1616 0,-2 1-320 16,1 1-64-16,-2 3-16 0,2 0-592 0,-6 0-112 15,0 0-32-15,0 0 0 0,0 0-192 0,24 32 128 16,-24-32-128-16,0 0 0 0,10 42 0 0,-10-42 128 16,0 0-128-16,9 47 0 0,-9-47 0 0,3 33 0 0,-3-33 0 0,2 32 0 15,-2-32 0-15,0 0 0 0,-4 40 0 0,4-40 0 16,0 0 0-16,-7 21 0 0,4-18 0 0,-1-1 0 16,3-2 0-16,-2-3 0 0,1-2 0 0,1-1 0 15,2-2 0-15,1-4 0 0,1-2 0 0,2 0 0 16,1-5 128-16,2-2-128 0,2-1 0 0,1-2 0 15,1 3 192-15,1-4-48 0,3-1-16 0,1 2 0 16,1 0-128-16,0 4 0 0,0 2 0 0,-2 4 0 16,0 2 0-16,-2 2 0 0,-2 5-160 0,-2 1 160 15,0 3-896 1,-10 1-96-16</inkml:trace>
  <inkml:trace contextRef="#ctx0" brushRef="#br0" timeOffset="115993.64">12536 8288 1951 0,'-1'0'0'0,"0"0"0"0,0 0 0 0,1 0 176 0,0 0-176 0,-1 0 0 0,0 0 0 0,0 2 0 15,-1-2 192-15,1 0 0 0,-3 1 0 0,0 1 0 16,0 0-192-16,-1-2-192 0,0 1 32 0,0 1 16 0,-1-2-144 0,1 0-32 16,0 0 0-16,0 0 0 15,1 0 480-15,-1 0 96 0,1 0 0 0,1 0 16 0,0 0 592 0,0 0 112 16,0 0 32-16,0 0 0 0,0 0 0 0,-1 0 0 16,0 0 0-16,0 0 0 0,0 0 256 0,0 0 48 15,1 2 16-15,-2-2 0 0,0 1-176 0,1 2-16 16,-2 0-16-16,1-1 0 0,1 2-320 0,-1-1-64 15,1 2-16-15,1-2 0 0,-1 1-96 0,1 1-32 16,1-2 0-16,1 0 0 0,1 0 32 0,0-2 0 16,1 1 0-16,2 0 0 0,1-2 208 0,1 0 64 0,1 0 0 0,1-2 0 15,-2 2-80-15,2-2-16 16,0 1 0-16,1-1 0 0,1 0-400 0,-2 0-80 0,1 0 0 16,1 1-16-16,-2-2-48 0,1 1-16 15,0 2 0-15,-1-2 0 0,1 2-32 0,-2 0 0 16,2 0 0-16,-1 0 0 0,1 0-32 0,-1 0-16 0,0 0 0 0,2 0 0 15,-1 0-160-15,0 0 128 0,-8 0-128 0,0 0 128 16,29 2-128-16,-20-2 0 0,2 0 0 0,0-2 0 16,-1 2 0-16,0 0 0 0,1-2 0 0,0 0 0 15,0 1 0-15,-1-1 0 0,2 2 144 0,-3-3-144 0,1 3 0 16,0 0 0-16,-1-2 0 0,1 2 128 0,-1 0-128 0,0 0 0 16,-1 0 128-16,1 0-128 15,0 0 0-15,-1 0 144 0,0 0-144 0,1 2 0 0,-1-2 0 0,-8 0 0 16,0 0 0-16,27 3 0 0,-27-3 128 0,0 0-128 15,29 2 0-15,-19-2 0 0,0 0 0 0,0 0 0 16,1 0 0-16,-1-2 0 0,0 2 192 0,1-3-64 16,-1 3 0-16,1-2-128 0,1 0 384 0,-1-1-48 15,1 1 0-15,-1 0 0 0,1-1-16 0,0 2-16 16,0-2 0-16,0 0 0 0,1 1-128 0,-1-1-32 0,1 1 0 0,0 1 0 16,0 0-16-16,1-2-128 0,-1 1 192 15,0 2-64-15,1-2-128 0,0 1 0 0,0 1 144 0,0-2-144 16,0 2 0-16,-1 0 0 0,2 0 0 0,-1 0 0 15,2-1 0-15,-1 0 0 0,1 1 0 0,-1-2 0 16,0 0 0-16,0 1 0 0,1-2 0 0,-1 1 0 16,-2 1 0-16,1-2 0 15,0 1 0-15,1-1 0 0,1 1 0 0,-1-1 0 0,1 2 0 0,-2 0 0 16,0 1 0-16,-1 0 0 0,-13 0 0 0,23 0 128 16,-12 0-128-16,-11 0 176 0,0 0-176 0,32 2 192 15,-32-2-16-15,21 2 0 0,-21-2 0 16,0 0 0-16,30 3-176 0,-21-3 192 0,2 0-192 0,-2 0 192 0,-1 0-192 15,2-2 0-15,-1 1 0 0,0 1 0 16,2-2 0-16,-1 2 0 0,2-2 0 0,0 0 0 0,-1 0 0 0,0 1 0 16,0-1 0-16,0 1 0 0,0-1 0 0,-1 2 0 15,1-1 0-15,-2 0 0 0,1 1 0 0,-1 0 0 16,1 1 0-16,0 0 0 0,-10-1 0 0,0 0 0 16,28 3 128-16,-28-3-128 15,0 0 0-15,27 4 0 0,-27-4 0 0,0 0 0 0,28 3 0 0,-18-3 0 16,1-2 0-16,-1 1 0 0,1 0 0 0,0 0 0 15,1-1 0-15,-1 1 0 0,1-2 0 0,0 2 0 0,-1-1 0 0,0-1 0 16,0 1 0-16,-1 0 0 0,1 1 0 0,0-1 0 16,0 2 0-16,-2-1 0 15,2 0 128-15,0 1-128 0,-1 0 0 0,1-2 0 0,1 2 0 0,-2 0 0 16,1 0 0-16,0 0 0 0,0 2 128 0,1-2-128 16,-1 0 0-16,1 1 0 15,-12-1 0-15,27 1 0 0,-11-1 0 0,-1 0 0 0,2-1 0 0,-2 0 0 16,2-1 0-16,-1 1 0 0,1-1 128 0,1-1-128 15,1 0 0-15,-2 0 160 0,2-2-160 0,-2 2 160 16,0 2-160-16,0-2 0 0,0 3 144 0,0-2-144 16,1 2 0-16,-2-1 0 0,2 1 0 0,0 1 0 0,-2 1 0 15,-16-2 0-15,37 3 0 0,-37-3 128 16,38 3-128-16,-38-3 0 0,39 1 0 0,-18 1 0 0,-2-2 0 0,2-3 0 16,-1 3 0-16,1-3 0 0,2 2 0 0,0-3 0 15,1 1 0-15,1-2 0 0,1 3 0 0,1-1 0 16,2-2 0-16,-1 3 0 0,3-2 0 0,1-1 0 15,-2 0 0-15,0 1 0 0,1-2 0 0,-2 2 0 16,0-1 0-16,0 0 0 0,-2 1 0 0,1 1 0 16,0 1 0-16,0-1 0 15,0 3 0-15,-2-2 0 0,0 1 0 0,-2 0 0 0,-2 1-208 0,0-2-16 0,0 1 0 16,-1 1 0 0,-2-2-2176-16,0 0-432 0,0 2-96 0,1-1-16 15,0-1-544-15,1 1-112 0,1 0-32 0,-2-1 0 16,2 0 2144-16,-2-1 416 0,1 1 96 0,-2-1 16 0</inkml:trace>
  <inkml:trace contextRef="#ctx0" brushRef="#br0" timeOffset="116869.68">15801 8150 4607 0,'-2'-2'400'0,"1"0"-400"16,-1 2 0-16,1 0 0 0,1 0 576 0,-2 0 48 15,0-2 0-15,-3 0 0 0,0 1 16 0,-1-2 16 16,0 3 0-16,0-2 0 0,1 2 112 0,-1-1 32 0,1 1 0 0,0 0 0 15,1 1 256-15,0-1 48 0,0 0 16 0,0 0 0 16,0-1 112-16,1 1 32 0,0-1 0 0,-1-1 0 16,3 2 256-16,-1-3 48 0,2 3 16 0,0-2 0 15,0 0-128-15,0 1-32 0,1-1 0 0,0 0 0 16,1 0-304-16,1-1-64 0,1 1-16 0,-2 1 0 16,2-1-272-16,0 0-48 0,0 2-16 0,1-2 0 15,0 2-208-15,0 0-48 0,2 0-16 0,0 0 0 16,3 0-96-16,-1 2-16 0,1-1 0 0,-10-1 0 15,0 0-96-15,37 11-32 0,-37-11 0 0,0 0 0 0,42 21-48 0,-42-21-16 16,0 0 0-16,39 33 0 0,-39-33-128 0,0 0 128 16,34 38-128-16,-34-38 128 0,0 0-128 0,24 36 0 15,-24-36 0-15,0 0 128 0,25 47-128 16,-25-47 0-16,0 0 0 0,23 52 0 0,-23-52 0 16,15 38 0-16,-15-38 0 0,14 39 0 0,-14-39 0 0,11 42 0 15,-11-42 0-15,8 38 0 0,-8-38 0 0,3 40 0 16,-3-40 0-16,-2 45 0 15,2-45-656-15,-5 44-64 0</inkml:trace>
  <inkml:trace contextRef="#ctx0" brushRef="#br0" timeOffset="117747.15">12273 8407 2751 0,'4'-3'256'0,"0"1"-256"0,0-2 0 0,-2 3 0 15,1-1 224-15,-2 0 0 0,1 1 0 0,2-3 0 16,3-1-96-16,1 0-128 0,2-1 176 0,-1 0-176 16,1 0 0-16,-2 0 0 0,1 2 0 0,-2-1 0 15,1 0 560-15,-2 1 208 0,1 1 32 0,-3-1 16 16,0 1-16-16,-1 1 0 0,-1-1 0 0,-1 1 0 16,-1 2 288-16,-2 0 64 0,0 0 16 0,0 0 0 15,-2 0 384-15,1 0 80 0,-3 2 16 0,1-2 0 16,0 1-288-16,0 1-48 0,0-2-16 0,1 0 0 15,-1 0-416-15,2-2-96 0,-1 1-16 0,0 1 0 0,0 0-80 0,2-2-32 16,-2 2 0-16,0-2 0 0,0 1-80 0,-1 1-32 16,0 0 0-16,-1 0 0 0,-2 1-48 0,0 3-16 15,-3 1 0-15,-2 0 0 0,-2 2 16 0,-2 2 0 16,0 3 0-16,-2 3 0 0,0 1-32 0,-1 3 0 16,3 4 0-16,-1 2 0 0,1 1-272 0,2 2-48 15,2-1-16-15,1-1 0 0,2 2 32 0,1-2 0 16,3 0 0-16,2 0 0 0,2-2-160 0,2-24 0 15,3 44 0-15,-3-44-11088 16,8 36-2288-16</inkml:trace>
  <inkml:trace contextRef="#ctx0" brushRef="#br0" timeOffset="118240.62">12159 8493 6447 0,'-3'-6'272'0,"0"1"80"0,1 2-352 0,1 0 0 16,1 0 0-16,-1 1 0 0,1-1 1600 0,-2-1 256 15,0-3 64-15,1-1 0 0,-2 0 352 0,1 2 80 0,-1 3 16 0,0 3 0 16,1 3-496-16,-2 2-80 16,0 2-32-16,0 2 0 0,0 5-752 0,0 3-160 15,0 2-16-15,1 5-16 0,-1-3-288 0,1 1-48 16,0 1-16-16,2 1 0 0,-1 4-224 0,0-1-48 15,1 1-16-15,-1 1 0 0,2 1-176 0,-1 1 128 0,1 0-128 0,0-3 128 16,0 1-128-16,0-29 0 0,3 52 0 0,-3-52 0 16,4 45 0-16,-4-45 0 0,4 46 0 0,-4-46 128 15,3 46-128-15,-3-46 0 0,4 46 0 0,-4-46 0 16,3 42 0-16,-3-42 0 0,2 45 0 0,-2-45 0 16,2 39-256-16,-2-39 64 0,1 35 0 0,-1-35 16 15,0 28-656 1,0-28-128-16,0 0-16 0,-1 31-12704 0</inkml:trace>
  <inkml:trace contextRef="#ctx0" brushRef="#br0" timeOffset="118511.63">12105 9118 2751 0,'0'-4'256'0,"0"1"-256"15,1 1 0-15,-1 2 0 0,0 0 1296 0,0-1 224 0,0-1 32 0,0 0 16 16,0-1 416-16,0-2 64 15,1 3 32-15,-1 0 0 0,0 0-224 0,1 2-64 16,-1 0 0-16,0 2 0 0,0-1-464 0,0 2-112 16,0 2 0-16,0 0-16 0,0 2-112 0,0-7 0 15,0 0-16-15,3 38 0 0,-3-38-496 0,2 38-112 0,-2-16-16 0,0-22 0 16,2 42-320-16,-2-42-128 0,0 40 0 0,0-40 144 16,1 38-144-16,-1-38 0 15,1 36 0-15,-1-36 0 0,1 33 0 0,-1-33-144 0,1 29 144 0,-1-29 0 16,0 0-304-16,4 34 48 0,-4-34 16 0,0 0 0 15,0 0-1472-15,0 0-288 0,0 0-64 0,29 32-9712 16</inkml:trace>
  <inkml:trace contextRef="#ctx0" brushRef="#br0" timeOffset="118793.61">12158 9294 4191 0,'-7'2'0'0,"1"-2"176"0,2 2-48 0,0-2 0 0,2 2-128 0,0-2 0 0,0 3 0 0,-1-1 0 16,-2 4 1968-16,-1 0 352 0,0 1 80 16,1 1 16-16,2 1-240 0,1-1-32 0,2 0-16 0,0-1 0 15,1-1-480-15,0 2-112 0,-1-8 0 0,0 0-16 32,12 36-240-32,-12-36-64 0,0 0 0 0,16 49 0 15,-16-49-272-15,12 35-64 0,-12-35-16 0,10 37 0 16,-10-37-288-16,0 0-64 0,15 44-16 0,-15-44 0 15,0 0-368-15,0 0-128 0,22 35 0 0,-22-35 144 16,0 0-144-16,0 0-176 0,0 0 48 0,0 0 0 16,0 0-1040-16,32-3-208 0,-28-2-32 0,-1 1-12736 15</inkml:trace>
  <inkml:trace contextRef="#ctx0" brushRef="#br0" timeOffset="119036.27">12199 9554 6447 0,'-2'0'272'0,"0"0"80"0,1 0-352 0,0 0 0 16,0 0 0-16,0 0 0 0,1 0 1632 0,-1 2 256 15,-1-1 48-15,0 1 16 0,0 0 528 0,1 1 96 16,1-1 32-16,0 3 0 0,1 0-256 0,-1-5-48 16,0 0-16-16,0 0 0 0,0 0-784 0,14 36-160 0,-14-36-16 15,0 0-16-15,0 0-624 0,0 0-128 0,30 37-32 0,-30-37 0 16,0 0-192-16,0 0-32 16,44 14-16-16,-44-14 0 0,0 0-80 0,41 0-16 15,-41 0 0-15,35-4 0 0,-35 4-192 0,38-3 0 0,-38 3 0 0,40-1 0 16,-40 1 0-16,46-1 0 0,-46 1 0 0,45 0 0 15,-45 0 0-15,42 2 0 0,-42-2-128 0,37-1 128 32,-37 1-736-32,34 1-96 0,-34-1 0 0,0 0-16 0,42 7-1536 15,-42-7-304-15,0 0-64 0,0 0-10560 0</inkml:trace>
  <inkml:trace contextRef="#ctx0" brushRef="#br0" timeOffset="119906.99">12435 9469 911 0,'-2'0'0'0,"0"0"0"0,0 0 0 0,1 2 0 0,0-2 0 0,0 1 0 16,1-1 368-16,-1 2-16 0,0-2 0 0,-2 2 0 15,1 0 544-15,-1 0 96 0,0-1 32 0,1 1 0 16,-1 1 304-16,1-1 64 15,0 2 16-15,0-1 0 0,0-1-96 0,1 1-16 0,0-1 0 0,0 0 0 0,1 0-16 16,0 1 0-16,0 0 0 0,1-1 0 16,0 2-144-16,0 1-48 0,-1-5 0 0,0 0 0 15,0 0-128-15,0 0-48 0,0 0 0 0,33 29 0 0,-33-29-32 0,0 0-16 16,37 16 0-16,-37-16 0 0,0 0-128 0,50 19-32 16,-50-19 0-16,35 8 0 0,-35-8-16 0,34 7-16 15,-34-7 0-15,34 4 0 0,-34-4-192 0,35 3-32 16,-35-3-16-16,39-3 0 0,-39 3 32 0,42-2 16 15,-42 2 0-15,44 0 0 0,-44 0-112 0,51 0-32 16,-24 0 0-16,1-2 0 0,0 2-144 0,0-3-16 16,-2 1-16-16,2-1 0 0,-1 1-160 0,-1 1 192 15,-26 1-192-15,52-1 192 0,-52 1-192 0,53 2 160 0,-53-2-160 0,56 2 160 16,-56-2-160-16,59 5 192 16,-29-5-192-16,0 0 192 0,-2-2-192 0,1-3 128 0,1 3-128 0,-2-1 128 15,-1-1-128-15,2 1 0 16,2 1 0-16,0-2 0 0,2 3 0 0,-2 1 0 15,2 0 0-15,-2 0 0 0,-3 0 0 0,0 0 0 0,1 0 0 0,-29 0 0 16,53 3 0-16,-53-3 0 0,53 2 128 0,-53-2-128 16,59 4 128-16,-59-4 0 0,60 5 0 15,-29-2 0-15,-1-2 0 0,1 0-128 0,-1-1 192 0,-2 0-64 0,-28 0-128 16,56 2 128-16,-25-2-128 0,-1-2 128 0,3 2-128 0,-1-1 0 16,3 0 0-16,0-4 128 15,0 2-128-15,-1-1 0 0,0-1 0 0,-1-2 128 0,-2 5-128 0,1-3 160 16,0 2-160-16,0 0 160 0,0 0-32 0,1 2 0 15,1-1 0-15,-1-1 0 0,-1 1 0 0,-1 1-128 16,0 0 192 0,-2-3-64-16,1 1-128 0,-1 0 128 0,3 3-128 0,0 0 128 0,2-4-128 15,-1 1 0-15,3 3 0 0,-1-2 0 0,-1 0 0 0,0 1 0 0,0-2 0 0,-3 0 0 16,2 0 0-16,-1 1 0 0,1 0 0 0,1-1 0 16,-2 1 0-16,1 0 0 0,-3 1 0 0,-1-1 0 15,0 2 0-15,-3-2 0 0,0 1 0 0,-1-1 0 16,-25 2 896-16,40-2 80 0,-21-2 32 0,-19 4 0 15,33-6-1648 1,-19 4-336-16,-14 2-64 0,23-7-16 0,-14 1 176 0,-1 0 48 16</inkml:trace>
  <inkml:trace contextRef="#ctx0" brushRef="#br0" timeOffset="120508.02">16000 8615 2751 0,'2'-5'256'0,"-1"1"-256"0,1 1 0 0,-1 1 0 0,0 0 880 0,0 1 128 16,1-1 16-16,0 0 16 0,1-2 1264 0,-1-2 240 16,2 2 48-16,-1-1 16 0,-1 2 384 0,0 1 80 15,-2 2 0-15,1 0 16 0,1 2-544 0,-1 1-112 16,-1-3-32-16,0 0 0 16,0 0-1184-16,0 0-256 0,9 47-32 0,-9-47-16 0,0 0-560 0,5 55-112 15,-5-55-32-15,3 45 0 0,-3-45-48 0,2 48-16 16,-2-48 0-16,0 54 0 0,0-54-144 0,-2 50 160 0,2-50-160 0,-5 47 160 15,5-47-160-15,-6 47 0 0,6-47 0 0,-8 43 0 16,8-43 0-16,-10 47 0 0,10-47 0 0,-13 46 0 16,13-46-192-16,-14 40 48 0,14-40 0 0,-15 34 0 31,15-34-224-31,-15 28-32 0,15-28-16 0,-15 23 0 0,6-13 272 0,2-2 144 0,-1-1-160 0,0 1 160 16,1 0 0-16,-1-3 0 0,2 2 0 0,0-4 0 15,3 0-384-15,-1-2 0 0,1 1 16 0,0-2 0 16,2-2-992-16,0-1-208 0,2 1-32 15,0-2-13120-15</inkml:trace>
  <inkml:trace contextRef="#ctx0" brushRef="#br0" timeOffset="120944.57">15970 9130 13823 0,'-1'0'1216'0,"1"0"-960"0,0 2-256 0,-1 0 0 0,1-1 2480 0,-1 3 448 15,1-4 80-15,0 0 32 0,-8 24 176 0,1-7 48 16,1-1 0-16,-2 1 0 15,-1 2-1696-15,1-3-336 0,-1 1-64 0,-1 0-16 0,1-1-768 0,-1 0-176 16,0-1-16-16,0-1-16 0,3-2-176 0,-1 0 0 16,0-1 0-16,0-1 0 0,0 0 0 0,1-1 0 15,1-3 0-15,-1-2 0 0,1-1 0 0,1-1-224 16,-1 0 80-16,2-5 16 16,1-1-832-16,1 0-176 0,2-2-16 0,0-3-16 15,2-1-944-15,0 0-192 0,2-1-48 0,-1 1 0 16,3-1-448-16,-2 1-80 0,2 3-32 0,0 0 0 15,0 2 896-15,0 0 176 0,-1 4 48 0,2 0 0 0,-2 1 1424 0,-5 0 368 0,0 0 0 0,0 0 0 16,0 0 1296-16,0 0 336 0,0 0 64 0,36 17 16 16,-36-17 96-16,0 0 32 0,0 0 0 0,0 0 0 15,0 0-272-15,0 0-48 0,20 42-16 0,-20-42 0 16,0 0-192-16,-9 26-32 16,9-26-16-16,-13 21 0 0,5-11-448 0,0 0-96 0,-1 2-16 0,-3-1 0 0,1-3-320 15,-1 1-80-15,1-2-16 0,-1-1 0 0,0-2 0 0,1 0 0 16,-1-1 0-16,-1-1 0 0,0-2-160 0,-1-2-128 15,0-1 192-15,0-1-192 0,1 1 0 0,0 1 0 16,2-1 0-16,1 1 0 16,2-1-528-16,1 1-64 0,0 0-16 0,2 0-10496 15,0-1-2096-15</inkml:trace>
  <inkml:trace contextRef="#ctx0" brushRef="#br0" timeOffset="121386.82">12319 9614 6447 0,'-10'0'576'0,"3"0"-576"16,2-2 0-16,0 2 0 0,3 0 480 0,0-1-16 16,0-1 0-16,-1-1 0 0,-3 1 1136 0,0-5 240 15,-1 0 32-15,2-1 16 0,2 2-32 0,1-2-16 0,2 2 0 0,0 1 0 16,2 2 16-16,1 1 16 0,3-3 0 0,1 3 0 16,-7 2-128-16,0 0-16 0,42 0-16 0,-42 0 0 15,46 5-208-15,-46-5-32 0,64 6-16 0,-26-5 0 16,3 1-880-16,1 0-192 0,0 1-16 0,-2-1-16 15,-1 0-352-15,2 1 128 0,6-1-128 0,4 3 0 16,3-1 0-16</inkml:trace>
  <inkml:trace contextRef="#ctx0" brushRef="#br0" timeOffset="125360.15">4656 3798 2351 0,'0'-3'0'0,"0"-1"0"0,0 3 144 0,0-1-144 0,0 2 0 0,0 0 0 0,0-2 0 0,0 2 0 16,0-3 768-16,0-1 64 0,0 0 16 0,0-1 0 16,0 1 64-16,0 0 16 0,1-1 0 0,-1 0 0 15,0 1-32-15,0 1 0 0,1-1 0 0,-1 1 0 16,1 1-48-16,-1 0-16 0,1 0 0 0,-1 1 0 16,0 1-304-16,0 0-64 0,0 0-16 0,0 0 0 15,-1 0-304-15,0 1-144 0,0 1 128 0,1 0-128 16,-1 0 0-16,-1-2 0 0,1 2 0 0,-1-1 0 15,0 1 128-15,0-2-128 0,0 2 192 0,1-2-64 0,-2 0 176 0,0 0 16 16,1 0 16-16,-1 0 0 16,2 0 48-16,-2-2 0 0,1 2 0 0,0-2 0 15,-1 2-16-15,0-1 0 0,2 1 0 0,-1 0 0 0,-1 0-128 0,0 0-32 16,0-2 0-16,2 2 0 16,-1 0 16-16,-1 0 0 0,1 0 0 0,0 0 0 0,-1 0-32 0,1 0 0 15,-1 0 0-15,0 0 0 0,-2 0 0 0,1 0 0 16,-2 2 0-16,0-2 0 0,-1 1-64 0,1 1-128 15,-3 0 176-15,0-1-176 0,0 1 272 0,-1 0-48 16,-1 1-16-16,2 1 0 0,1-1 0 0,-1 0 0 16,4 0 0-16,-2 0 0 0,0 2 48 0,0 0 0 0,-1 0 0 15,1 1 0-15,-1 0-64 0,1 0-16 0,-1 2 0 0,1-1 0 16,2 2-176-16,-2-4 160 0,2 2-160 0,2 0 160 16,-2-2-160-16,2 2 192 0,0 0-192 0,1-2 192 15,0 3 64-15,0 0 0 0,0-1 16 0,0 4 0 16,0 0 0-16,1 3 0 0,-1 2 0 0,1 1 0 15,-1 2 48-15,2-19 0 0,-3 40 0 0,3-40 0 16,-2 40 0-16,2-40 0 0,0 36 0 0,0-36 0 16,2 40-144-16,-2-40-32 0,3 46 0 0,-3-46 0 0,5 49-144 15,-5-49 0-15,4 50 144 0,-4-50-144 0,6 50 0 0,-6-50 128 16,5 41-128-16,-5-41 0 0,0 0 0 0,7 54 0 16,-7-54 0-16,0 0 128 15,4 45-128-15,-4-31 0 0,0-14 0 0,-1 32 128 0,1-32-128 0,0 30 0 16,0-30 0-16,-1 35 128 0,1-35-128 0,-3 40 0 15,1-18 0-15,-2-1 0 0,2 0 0 0,-3 1 0 16,0-3 0-16,1 0 0 0,-1-5 0 0,1-1 0 16,0-2 0-16,1-2 0 0,0-4 0 0,0-2 0 15,1 1 0-15,1-4 0 0,0 0 0 0,-1-2 0 0,1-3 0 0,0 0 0 16,1 0 0-16,-1-1-128 0,0-2 128 0,0-1-128 16,0 2 128-16,0-1-192 0,-1 2 192 0,2-4-192 15,-2 1 192-15,1 2 0 0,0 1 0 0,1 0-128 16,0 1 128-16,0 0 0 15,0 3 0-15,0 0-128 0,0 1 128 0,1 1 0 0,0 0 0 0,1 0 0 16,-2 1 0-16,1 1-128 0,1-1 128 0,0 0 0 16,0 1 0-16,1-2 0 0,-1 1 0 0,-1 1 0 15,1-2 0-15,0 2 0 0,0-2 0 0,1 1 128 0,0 1-128 16,-2-2 176-16,2 2-176 0,-1-2 192 16,0 2-32-16,1 0 0 15,-1 1 0-15,-1 2 0 0,1-1-160 0,0 1 0 0,-1 0 144 0,0 0-144 16,1 2 128-16,-1-3-128 0,0 2 128 0,-1 1-128 0,1 3 0 0,-1-1 128 15,0 0-128-15,0 0 0 16,0 1 0-16,-1-1 144 0,0 1-144 16,1-1 0-16,-1 1 160 0,0-1-160 0,1 3 128 0,-1-3-128 0,1 3 224 0,0-12-32 15,0 0-16-15,0 36 0 16,0-36 16-16,0 0 16 0,0 41 0 0,0-41 0 0,-1 28-48 0,1-28-16 16,0 28 0-16,0-28 0 0,-1 44-16 0,1-44 0 0,0 42 0 15,0-42 0 1,2 35-128-16,-2-35 128 0,1 40-128 0,-1-40 128 0,-1 43-128 0,1-43 160 0,1 39-160 0,-1-39 160 31,0 44-32-31,0-44 0 0,2 48 0 0,-2-48 0 0,3 49-128 0,-3-49 128 16,2 53-128-16,-2-53 128 0,2 45-128 0,-2-45 0 15,1 45 0-15,-2-22 0 16,0 3 0-16,-1-1 128 0,2-25-128 0,-1 49 0 0,0-21 144 0,0 1-144 16,0-2 160-16,1 0-160 0,0-27 176 0,1 52-176 15,-1-25 192-15,0-27-192 0,2 47 176 0,-2-47-176 16,3 40 160-16,-3-40-160 0,5 38 0 0,-5-38 0 15,5 43 0-15,-5-43 0 0,4 45 0 0,-4-45 0 16,5 39 0-16,-5-39 0 0,5 33 0 0,-5-33 128 16,3 34-128-16,-3-34 0 0,2 34 0 0,-2-34 176 15,0 33-176-15,0-33 160 0,-3 35-160 0,3-35 192 16,-2 34-192-16,1-20 192 0,1-14-192 0,-1 26 192 16,1-26-192-16,-1 31 192 0,1-31-64 0,-1 36-128 0,1-36 192 15,-2 45-64-15,2-45-128 0,-2 38 0 0,2-38 0 0,-1 32 0 16,1-32 0-16,-2 32 0 0,2-32 128 0,0 26-128 15,0-26 0-15,-1 24 0 0,1-24 0 0,0 0 128 16,0 35-128-16,0-35 128 0,-1 23-128 0,1-23 128 16,-1 26-128-16,1-9 160 0,-1-2-160 0,-1 3 160 15,1 0-160-15,-1 2 0 0,0-1 0 0,1-2 128 16,-1 0-128-16,2-17 0 0,-1 37 0 0,1-37 128 16,2 38-128-16,-2-38 0 0,3 41 0 0,-3-41 128 15,5 49-128-15,-5-49 128 0,4 52-128 0,0-22 128 16,0 1-128-16,-1 2 0 0,2 1 0 0,1 5 128 0,0 6-128 15,1-1 0-15,-1-1 0 0,1-2 128 0,-1-5-128 0,0 4 0 16,1 2 0-16,0 4 0 0,0 3 0 0,0 1 128 16,1 2-128-16,-1-2 0 0,3-1 176 0,3-1-48 15,1-3-128-15,6 5 192 0,5 2 112 0,1 0 16 16,3 0 0-16,-1-9 0 0,1-4-128 0,4-4 0 16,4-3-16-16,2-2 0 0,1-2-176 0,2-5 0 15,3-4 0-15,-3-7 0 0,1-4-320 0,-3-6-64 16</inkml:trace>
  <inkml:trace contextRef="#ctx0" brushRef="#br0" timeOffset="132613.79">15954 2275 2751 0,'0'0'256'0,"-1"0"-256"15,1 0 0-15,0-2 0 0,0 2 672 0,0 0 96 16,0 0 0-16,0-3 16 0,1 1 528 0,-1 1 96 16,0-2 32-16,1 0 0 0,0 0-144 0,-1 1-16 15,1 0-16-15,0 0 0 0,0 0-224 0,0-1-32 16,0 1-16-16,0 1 0 0,1-1-160 0,-1 0-48 15,2 0 0-15,-1 0 0 0,2 1-320 0,-1-1-64 0,1 1-16 0,1-1 0 16,-1 0-128-16,1 2-16 0,0-2-16 0,-2 2 0 16,1 0-224-16,-2 2 144 0,0-2-144 0,-1 2 128 15,0 0-128-15,-2 1 0 0,0 0 0 0,-2 1 0 16,0-1 0-16,-1 2-144 0,-1-1 144 0,0-1 0 16,0 1-288-16,-3 1 48 0,2-3 16 0,-2 3 0 31,1-3-192-31,1 1-32 0,-1-1-16 0,2-2 0 0,0 0 336 0,1 0 128 0,1 0 0 0,2-2-144 15,1 0 144-15,-1 1 0 0,2-3 0 0,-1 1 0 16,2 1 0-16,1-3 0 0,1 1 0 0,0 1 0 16,2-1 128-16,0-1-128 0,0 2 128 0,1-2-128 15,-1 3 0-15,0-3 128 0,-1 3-128 0,1 0 0 0,-2-1 128 0,0 3-128 16,-1 0 128-16,-1 0-128 0,-1 1 0 0,-1 3 144 16,-2-2-144-16,0 1 0 0,-2 1 128 0,0 1-128 15,-2 0 0-15,0 2 0 0,-1-4 0 0,0 4 0 16,-1-3 0-16,1-1 0 0,0 1-192 0,2-1 192 15,-1-1-208-15,2 0 80 0,-1-2 128 0,1 1 0 16,1-1 0-16,2 0 0 0,-1-1 0 0,1 1 0 16,1-2 0-16,1 0 0 15,-1 0 0-15,2-1 192 0,-1 1-64 0,2-1 0 0,0 1 80 0,1 0 32 16,-2-1 0-16,1 0 0 0,2 1-48 0,-2 0-16 0,0 2 0 16,0-2 0-16,0 2-176 0,0 0 160 0,-1 0-160 0,-1 0 160 31,0 2-496-31,0-2-112 0,0 2 0 0,0 0-9664 0</inkml:trace>
  <inkml:trace contextRef="#ctx0" brushRef="#br0" timeOffset="133927.12">16466 2124 4607 0,'1'-2'400'0,"0"1"-400"15,-1-1 0-15,0 2 0 0,1 0 720 0,-1 0 64 16,1-3 16-16,0 1 0 15,0 0 48-15,1-1 16 0,-1-1 0 0,0 3 0 0,-1-1 160 0,0 1 16 16,0 0 16-16,0 1 0 0,0 0-256 0,-1 1-48 16,0 0-16-16,0-1 0 0,0 2-192 0,0 1-32 0,0-1-16 0,-1 1 0 15,-1 1 0-15,1 1 0 0,-1 2 0 0,-2 1 0 16,0 3 112-16,0 2 32 0,-2 3 0 0,0 5 0 16,-2 3 0-16,-1 0 16 15,0 2 0-15,-2 3 0 0,-1 5-144 0,-1 2-48 0,-1 4 0 0,0-1 0 16,0 0-272-16,0-4-64 0,2-3-128 0,0-6 192 15,3-2-192-15,1-3 0 0,2-4 0 0,2-3 0 16,-1-2 0-16,2-2 0 0,2 0-160 0,2-4 160 16,1-4-1088-16,2-1-128 0,1-4-16 0,1-2-9552 15</inkml:trace>
  <inkml:trace contextRef="#ctx0" brushRef="#br0" timeOffset="134322.63">16412 2256 911 0,'3'-12'0'0,"0"3"0"15,-1 4 0-15,-1 3 0 16,0 2 1472-16,0-4 192 0,0-2 64 0,3-5 0 0,1-1 416 0,-1 0 96 16,-1 3 0-16,0 3 16 15,-2 4-320-15,0 4-64 0,-1 3-16 0,-1 3 0 0,0 3-576 0,1-11-112 0,0 0-16 0,-2 43-16 16,2-43-688-16,0 0-144 0,2 55-32 0,-2-55 0 16,6 49-144-16,-6-49-128 0,7 56 144 15,-7-56-144-15,7 56 0 0,-7-56 0 0,6 47 0 0,-6-47 0 16,0 0 128-16,7 50-128 0,-7-50 0 0,0 0 0 15,0 0 0-15,0 0 0 0,2 43 0 0,-4-39 0 32,2 0-768-32,-2-3-64 0,-1 1 0 0,-1-2 0 0,0 0-1264 0,0 0-256 0,-2-2-48 0,0 0-16 15,-1-1 544-15,-1 1 96 0,-1-3 32 0,-2 1 0 16,-2-1 1232-16,0-2 240 0,0-1 48 0,1-1 16 16,-1 0 336-16,0-1 80 0,1 0 16 0,1 1 0 0,2 2 752 0,1 0 160 15,1 1 16-15,3 1 16 0,1 1 416 16,1 2 80-1,3 2 0-15,2 0 16 0,1 0 128 0,3-1 32 0,0 1 0 0,2 0 0 0,3-1-176 0,-1 1-16 16,2-4-16-16,1 1 0 0,0-2-672 0,2 1-128 16,1-2-16-16,0-2-16 15,-1 2-544-15,0-1-96 16,-1 0-32-16,-1 1 0 0,-1 0-672 0,0 2-144 0</inkml:trace>
  <inkml:trace contextRef="#ctx0" brushRef="#br0" timeOffset="134940">16831 2126 6447 0,'0'-2'576'0,"1"0"-576"15,0 1 0-15,-1-1 0 0,0 2 1584 0,0-3 208 16,0 1 32-16,0-3 16 0,1 0 528 0,-1 1 96 16,0 0 32-16,-1 1 0 0,1 1-896 0,-1 1-160 15,0 4-32-15,-1-1-16 0,1 3-336 0,-1 0-64 16,1 3-16-16,-1 1 0 0,2-9-320 0,0 0-64 15,-3 37-16-15,3-37 0 0,0 0-176 0,-5 52-32 16,5-52-16-16,-4 45 0 0,4-45-112 0,-5 49-32 16,5-49 0-16,-9 53 0 0,9-53-64 0,-8 52-16 15,8-52 0-15,-7 44 0 0,7-44-128 0,0 0 0 0,-1 42 0 0,1-42 0 16,0 0 0-16,0 0 0 0,0 0 0 0,0 0 0 16,0 0 0-16,0 0 0 0,0 0 0 0,0 0 0 15,0 0 144-15,6 1-144 0,-4-9 160 0,-2 1-160 16,1 0 160-16,0-1-160 0,-1 0 160 0,0-2-160 15,0 2 0-15,1-1 0 0,-1-1 0 0,1 1 0 16,0-1 0-16,1 1 0 0,1-1 0 0,1 1 0 16,1-2 240-16,2 1-48 0,1-2-16 0,2 2 0 15,0 1 16-15,0 0 16 0,2 1 0 0,-1 2 0 16,1 2-80-16,1 0 0 0,1 2-128 0,0 4 192 16,-14-2 64-16,0 0 16 0,34 16 0 0,-34-16 0 0,0 0-144 15,0 0-128-15,24 48 144 0,-24-48-144 0,0 0 0 0,-1 47 0 16,1-47 0-16,-11 33 0 0,4-16 0 0,-1-3 0 15,-2-1 0-15,1-2 0 0,-1-2 0 0,1-1 0 16,-1-3 0-16,1 0 0 0,2-1 0 0,-2-4 0 16,0 0 0-16,0 0 0 0,-1-4 0 0,1 1 0 15,1 0 0-15,0-3-160 16,2 0-736-16,0 0-160 0,4-2-32 0,1 1-14944 0</inkml:trace>
  <inkml:trace contextRef="#ctx0" brushRef="#br0" timeOffset="135353.56">17088 2399 11055 0,'-4'0'480'0,"1"-1"112"0,1 1-464 0,0 0-128 0,1 0 0 0,1 0 0 16,-1 0 1536-16,-1-2 304 0,-1 2 48 0,0 0 16 15,1 0-576-15,0-1-112 0,2 1-32 0,0 0 0 16,2-1-64-16,2 1-16 0,2 0 0 0,1-2 0 15,3-1-144-15,1 1-16 0,2-3-16 0,1 1 0 16,2-2-352-16,0 2-64 0,-1-4 0 0,-1 2-16 0,-1-1 528 0,0 2 96 16,-2-2 32-16,-1 2 0 31,-3 0-1728-31,-1-2-352 0,-2 3-64 0,0-2-16 0,-3 2 816 0,-1-1 192 0,-2-1 0 0,-1 0 0 0,-2 1 0 0,-3-2 0 16,0 2 0-16,-1-1 0 0,-1 1 0 0,-1 2 208 15,-1 1-32-15,1 2-16 0,-1 0 224 0,0 2 32 16,1 1 16-16,0 2 0 0,1-1-144 0,1 4-32 15,1-1 0-15,0 3 0 0,0 1 64 0,2 1 0 0,-1 2 0 0,7-14 0 16,-8 31 48-16,8-31 16 0,0 0 0 0,2 45 0 16,-2-45 0-16,0 0 16 0,0 0 0 15,29 43 0-15,-29-43-112 0,0 0-32 0,40 13 0 0,-24-15 0 16,-1 2-256-16,0-4 160 0,1-1-160 0,-1 0 128 16,0-2-128-16,-1 1 0 0,1-2 0 0,-1 1 0 15,0-1-1232 1,-2 2-176-16,1 0-48 0,-2 0-14800 0</inkml:trace>
  <inkml:trace contextRef="#ctx0" brushRef="#br0" timeOffset="136332.9">17416 2361 8287 0,'5'-3'368'0,"-4"2"80"0,2 0-448 0,-1-1 0 16,0 0 0-16,0 1 0 16,0-1 1712-16,0-1 256 15,4-1 48-15,0-4 16 0,1 2-112 0,0-4 0 0,-1 3-16 0,-1-2 0 16,-1 1-256-16,-2-1-48 15,-1 2-16-15,-1 0 0 0,-1 2-224 0,-2 0-32 0,0 1-16 0,-2 1 0 0,-1 3-416 0,0-2-64 16,-1 2-32-16,1 2 0 0,-1 0-416 0,0 0-64 16,-1 4-32-16,-1 0 0 0,2 0-288 0,-2 1 0 15,0 4 0-15,0-1 0 16,0 4 0-16,-1-2 0 0,0 2 0 0,3 0 0 0,0-2 144 0,3 0-144 0,4-12 0 0,0 0 144 16,0 0-144-16,0 0 0 0,0 0 0 0,11 42 128 15,-5-39-128-15,2-5 0 0,0 1 0 0,1-1 0 16,2 0 0-16,-1-3 0 15,0 0 0-15,0-1 0 0,0 0 0 0,0 2 0 0,-1-3 0 0,0 0 0 16,-1 2 0-16,0-2 0 16,-2-1 0-16,1 2 0 15,-2-2-176-15,-2 1 176 0,0 0-128 0,-1 1 128 0,-1 0-144 16,0 0 144-16,-1 3-160 0,-1-2 160 0,0 4 0 0,-1 0 0 16,1 1 0-16,-1 1 0 0,0 2 0 0,0 0 0 15,0 2 0-15,1-1 0 0,-1 2 0 16,1 0 0-16,1-6 0 0,0 0 0 0,0 0 144 0,0 0-16 15,0 0-128-15,7 43 192 0,-7-43-64 0,0 0 0 16,0 0-128-16,0 0 192 0,0 0-192 0,35 15 0 16,-27-16 0-16,0-1 0 0,-1 0 0 0,1-1 0 15,1-2 0-15,0 0 0 16,0-1-560-16,1 0-48 0,0 0-16 0,-1-2 0 16,-1 2-1168-16,1-2-224 0,-1 1-48 0,-1 0-16 15,1-2 400-15,-1 2 80 0,0-1 0 0,-1-1 16 0,0 2 960 0,-2-1 192 0,0 2 48 0,-1 0 0 16,0 2 384-16,-2 2 192 0,0 2 0 0,-1-2-16 15,0 2 1008-15,0 2 208 0,0 0 32 0,-1 1 16 16,-1 1 240-16,1 1 48 0,-1 0 16 0,0 2 0 16,-1 0-592-16,1 2-128 0,-1 2-32 0,-1 0 0 15,4-11-352-15,0 0-64 0,-8 31 0 0,8-31-16 16,0 0-192-16,-7 28-48 0,6-21 0 0,0-2 0 16,0 0-192-16,1-1-128 0,0-2 128 0,0-1-128 15,0 1 0-15,0-2 0 0,0-2 0 0,1 1 128 0,1-2-128 16,0 0 0-16,1-2 0 0,1 0 0 0,-1-2 0 15,3 1 0-15,-1-3 0 0,1 1 0 0,0 0-144 0,-1-1 144 16,2 0-160-16,0-1 160 0,1-1 0 0,1-1-144 16,0-1 144-16,0 1 0 0,1 1 0 0,-1 3 0 15,1 0 0-15,-2 2-128 0,1 3 128 0,-3 1 0 16,0 4 0-16,-2-1 0 0,-4-1 0 0,0 0 0 16,0 0 0-16,0 0 0 0,0 0 0 0,0 0 144 15,12 49-144-15,-12-49 0 0,0 0 128 0,-8 36-128 16,8-36 0-16,-7 25 0 0,7-25 128 0,0 0-128 15,-9 29 0-15,7-23 0 0,0 0 128 0,0-1-128 16,1-2 0-16,0-1 0 0,0-1 0 0,0-1 0 0,0-1 0 0,1-1 0 16,0-1 0-16,1-2 0 0,1-1 0 15,1 0 0-15,1 0 0 0,-1-2 0 0,2 1 0 0,0-2 0 16,1 1 0-16,1-1 0 0,2-3 0 0,0 0 0 16,1-2 0-16,0 2-144 0,2-2 144 0,-1 2-128 15,-1 0 128-15,-1 4-192 0,-1 0 192 0,1 3-192 16,-3 3 192-16,0-1 0 0,-1 3 0 0,-1 3 0 15,1-1 0-15,-2 3 0 0,-3-5 0 0,0 0 0 16,0 0 0-16,0 0 144 0,8 40-144 0,-8-40 0 0,0 0 176 0,0 0-176 16,-5 47 160-16,5-47-160 0,0 0 192 0,-7 36-64 15,7-36-128-15,0 0 192 0,0 0-192 0,-5 36 176 16,5-36-176-16,0 0 160 0,0 0-160 0,0 0 0 16,0 0 0-16,0 0 0 15,0 0-1168-15,0 0-176 0</inkml:trace>
  <inkml:trace contextRef="#ctx0" brushRef="#br0" timeOffset="136951.76">18494 2177 12895 0,'0'-1'1152'0,"0"1"-928"0,0-2-224 0,0 2 0 0,-1 0 1344 0,0 0 208 0,0 0 48 0,-2 0 16 16,-2-1 192-16,0 1 48 0,-2 1 0 0,0 1 0 31,-1 0-944-31,0 1-176 0,0 1-32 0,0 1-16 0,2 0 32 0,-1 2 16 15,1 2 0-15,-1-2 0 0,2 4-112 0,0-3-32 0,1 2 0 0,4-10 0 16,0 0-208-16,0 0-32 0,-7 36-16 0,7-36 0 31,0 0-48-31,0 0-16 0,0 0 0 0,0 0 0 0,31 37-144 0,-23-36-128 0,1-1 192 0,1-1-192 32,2-1 192-32,0-3-192 0,0 0 192 0,1-1-192 0,2-2 192 0,-1-1-192 0,0-1 192 15,0-1-192-15,0 1 0 16,-3-3 0-16,-1 2 0 0,-4-1 0 0,-1 1 0 0,-4 1 0 15,-1 1 0-15,-4-2 0 0,-2 0 0 0,-2 2 0 16,-2-1 0-16,-2 1 0 0,-1 1 144 0,-2 0-144 16,1 2 0-16,0 3 144 0,1 3 48 0,1 1 16 15,3 1 0-15,-1 3 0 0,1 0 32 0,2 2 0 16,0 0 0-16,2 0 0 0,2 1-240 0,1 1 0 16,4-4 0-16,2 2 0 15,-4-7-832-15,0 0-144 0</inkml:trace>
  <inkml:trace contextRef="#ctx0" brushRef="#br0" timeOffset="137349.74">18907 2031 6447 0,'9'-9'576'0,"-5"2"-576"0,1 3 0 0,-1-1 0 15,-2 1 1760-15,0 1 240 0,2-3 48 0,0-2 16 16,5-5 496-16,2-4 80 0,-1-2 32 0,-1 1 0 15,-1 3-1008-15,-4-1-192 0,-1 6-32 0,-2 1-16 16,-2 1 288-16,-2 4 48 0,0 1 16 0,-3 3 0 0,-1 1-624 0,-2 3-112 16,-1 1-16-16,1 2-16 0,1-3-608 0,-2 5-112 15,2 0-32-15,-1 2 0 0,1 1-128 0,1 0-128 16,7-12 192-16,-15 33-192 0,15-33 0 0,-12 43 0 16,12-43 0-16,-10 54 0 0,10-54 0 0,-8 59 0 15,8-59 0-15,-5 58 0 0,5-58 0 0,-6 61 0 16,6-61 0-16,-3 55 0 0,3-55 0 0,-3 66 0 15,3-66 0-15,-1 65 0 0,1-65 0 0,3 59 0 0,-3-59 0 16,4 46 0-16,-4-46 0 0,0 0 0 0,7 53 0 0,-7-53 0 16,0 0 0-16,1 40 0 0,-1-40 128 0,0 0-128 15,-10 29 0-15,6-23 0 0,-1 0 0 0,-1-2 0 16,-2-1 0-16,-1-1 0 0,-2 0 0 0,-1-4 0 16,-1 0 0-16,-4-1 0 0,-2-3 0 0,-4-1 0 15,0-1-1536 1,-1-2-224-16,1-1-32 0,2-6-8912 0,2-1-1776 0</inkml:trace>
  <inkml:trace contextRef="#ctx0" brushRef="#br0" timeOffset="137505.96">18643 2264 1839 0,'3'-3'160'0,"-2"0"-160"0,0 3 0 0,-1-1 0 0,4-2 1200 0,5-4 208 15,5-2 32-15,6-3 16 0,2 0 1424 0,2 0 304 16,0 3 48-16,0 4 16 16,1 0 416-16,0 2 96 0,0 0 16 0,1 0 0 15,1 1-1616-15,1-2-320 0,1 1-64 0,-2-2-16 0,-2-1-1184 16,-3 2-256-16,-1-1-32 0,-4 2-11920 15,0 0-2384-15</inkml:trace>
  <inkml:trace contextRef="#ctx0" brushRef="#br0" timeOffset="150255.07">19542 1970 15663 0,'1'-2'1392'0,"0"1"-1120"0,0 1-272 0,0 0 0 15,-1 0 1152-15,1 0 160 0,1 0 32 0,2 0 16 16,0 0 224-16,1 1 32 0,1 1 16 0,0 1 0 16,0 1-784-16,-1 1-144 0,0 1-48 0,-1-1 0 15,-1 2-304-15,0-1-64 0,0 0-16 0,-1 1 0 16,-1 0-272-16,0-2-144 0,-1 0 16 0,0 0-8624 15,-1 0-1712-15</inkml:trace>
  <inkml:trace contextRef="#ctx0" brushRef="#br0" timeOffset="150422.16">19450 2174 10127 0,'3'-2'896'0,"-1"1"-704"15,1 1-192-15,0 0 0 0,-1 0 976 0,0 0 176 16,-1 0 16-16,2 1 16 0,2 1 1056 0,-1 2 192 15,-4-4 64-15,0 0 0 0,0 0-816 0,0 0-144 0,13 43-48 16,-13-43 0-16,0 0-720 0,-12 40-160 0,12-40-32 0,-12 27 0 16,12-27-576-16,-14 30 0 0,14-30 0 0,-13 28 0 31,13-28-1280-31,0 0-256 0</inkml:trace>
  <inkml:trace contextRef="#ctx0" brushRef="#br0" timeOffset="150833.01">19697 2138 10127 0,'2'-5'448'0,"-1"2"96"0,0 3-544 16,0-2 0-16,-1 2 0 0,0 0 0 0,0 2 1888 0,-1 1 272 15,-1 2 48-15,-2 2 16 16,0 2-112-16,-2 3-32 0,6-12 0 0,-12 25 0 0,12-25-784 0,-11 25-144 16,11-25-48-16,-9 24 0 0,9-24-576 0,0 0-112 15,-10 30-32-15,10-30 0 0,0 0-384 0,0 0 0 16,-10 26 0-16,8-23 0 0,0 2 0 0,0-4 0 15,1 0 0-15,-1-1 128 0,0 0-128 0,0-1 192 16,1-2-192-16,0 0 192 0,0-2 16 0,1-2 16 0,0 0 0 16,1-2 0-16,0 2 32 0,1-3 0 15,0-2 0-15,1 0 0 0,1 0-64 0,0 0-16 0,2-2 0 16,0 0 0-16,3 1-16 0,0 0 0 0,1 1 0 0,0 2 0 16,1 1-160-16,2 1 192 0,-2 2-192 0,-1 1 192 15,0 3-64-15,-1 0-128 0,0 2 192 0,-2 2-64 16,0 2-128-16,-7-4 160 0,0 0-160 0,0 0 160 15,0 0-160-15,22 38 0 0,-22-38 0 0,0 0 0 16,0 0 0-16,3 41 128 0,-3-41-128 0,0 0 0 16,0 0 0-16,-11 43 0 0,11-43 0 0,0 0 0 0,-13 24 0 15,8-17 0-15,1 0 0 0,1-3 128 0,1-1-128 0,0 1 0 16,1-1 0-16,0-2 0 31,1 0-704-31,1-1-192 0,2-1-16 0,0 0-13984 0</inkml:trace>
  <inkml:trace contextRef="#ctx0" brushRef="#br0" timeOffset="151195.19">20177 1942 11967 0,'9'-8'1072'0,"-4"3"-864"16,0 0-208-16,-1 1 0 0,-1 1 928 15,-1-1 144-15,0 1 16 0,2-1 16 0,3-4 848 0,0-3 160 0,1 1 48 0,-1-2 0 16,-1 0-880-16,-2 3-160 0,-1 1-32 0,-3 0-16 15,0 3 272-15,-3 2 48 0,-1 1 16 0,0-1 0 16,-3 3-512-16,0 0-112 0,-1 3-16 0,1-1 0 16,0 3-384-16,-2 0-96 15,2 1-16-15,-2 2 0 0,1 1-16 0,0 3-16 0,8-12 0 0,-17 31 0 16,17-31-96-16,-14 36-16 0,14-36 0 0,-16 52 0 16,16-52-128-1,-14 66 192-15,7-28-192 0,1 0 192 0,-1-4-192 0,7-34 128 0,-13 68-128 0,13-68 128 0,-11 65-128 16,11-65 160-16,-9 67-160 0,9-67 160 0,-9 67-160 0,9-67 0 15,-7 62 0-15,7-62 128 0,-10 50-128 0,10-50 0 16,-13 40 0-16,13-40 0 0,-15 35 0 0,15-35 0 16,-15 27-144-16,15-27 144 15,-15 23 0-15,7-11 0 0,-1-5 0 0,0 0 0 16,2-2-576-16,0-3 0 0,0-2 0 0,-1-2-10448 16,0-3-2096-16</inkml:trace>
  <inkml:trace contextRef="#ctx0" brushRef="#br0" timeOffset="151401.89">19915 2168 10127 0,'2'-3'448'0,"-1"0"96"0,1 1-544 0,-1 1 0 15,1-1 0-15,-1 2 0 0,1 0 2096 0,2-2 304 0,4 1 64 0,2-1 16 32,3-2 496-32,2-1 96 0,3 1 32 0,1-2 0 0,2 0-1024 0,0-2-208 0,1 1-32 0,-1-1-16 15,0 0-864-15,-1 0-160 0,-3 1-32 0,-1 0-16 31,-1 2-496-31,-3 0-80 0,-2 1-32 0,0 1 0 0,-3 1-144 0,-1 0 0 0,0 1 0 0,-1 2 0 16,-2 1-320-16,0 0-80 0</inkml:trace>
  <inkml:trace contextRef="#ctx0" brushRef="#br0" timeOffset="151809.24">20304 2078 14735 0,'-1'-2'1312'0,"1"1"-1056"0,0 0-256 0,1 1 0 0,-1-2 1856 0,0 2 304 0,1-2 64 0,1 1 16 0,1-2 224 0,2 1 48 16,2-2 16-16,1-1 0 0,0 2-1712 0,1-1-352 31,0 1-64-31,0-2-16 0,1 3-64 0,0 0 0 16,1 2-16-16,-2 0 0 0,0 1 144 0,1 2 16 15,-3 2 16-15,-7-5 0 0,0 0-144 0,0 0-16 16,22 36-16-16,-22-36 0 0,0 0-176 0,0 0-128 0,3 53 192 0,-3-53-192 15,0 0 0-15,-11 39 0 0,11-39 0 0,-14 24 0 16,7-14 0-16,2-1 0 0,-2-2 0 0,3-2 0 16,0-1 0-16,0-3 0 0,2 1 0 0,0-2 0 15,1-2 128-15,1-1-128 0,2-1 144 0,0-3-144 16,2-1 416-16,2-1-16 0,-1-1 0 0,2-2 0 16,1-2-80-16,0 0 0 0,3 1-16 0,0-4 0 15,1 0-128-15,-1 0-32 0,2-2 0 0,-1 0 0 16,0 5-144-16,-1 0 0 0,0 2 0 0,-1 0 0 15,1 2 0-15,-2 3 0 0,-2 2 0 0,0 1 0 16,-2 2 0-16,-1 2 0 0,0 0 0 0,0 2 0 16,-1 0-752-16,0 0-16 0,0 3-16 0,-3-5-16512 15</inkml:trace>
  <inkml:trace contextRef="#ctx0" brushRef="#br0" timeOffset="152474.12">20738 2057 11055 0,'1'0'976'0,"0"0"-784"0,0 0-192 0,0 0 0 0,0 0 1408 0,-1-2 224 15,2 2 48-15,2-3 16 0,2 1 640 0,0 0 128 16,1-1 32-16,-1 1 0 0,0-1-1712 0,-2 1-336 15,0 0-64-15,-1-2 0 16,0 1-384-16,-3 0 0 0,1 1 0 0,-1-3 0 0,-1 1 0 0,0 1 128 16,-2-1 0-16,-1-1 0 0,-1 2 224 0,0 1 48 15,-1-3 16-15,0 3 0 0,-1 0-96 0,1 2-32 16,-2 2 0-16,2 0 0 0,-1 1-80 0,0 3-16 16,0 2 0-16,-1-1 0 0,0 5-48 0,0 0-16 0,8-12 0 0,-16 33 0 15,16-33 32-15,-12 30 0 0,12-30 0 0,0 0 0 16,-10 39-32-16,10-39 0 0,0 0 0 0,0 0 0 15,0 0-128-15,0 0 0 0,0 0 0 0,0 0 128 16,0 0-128-16,0 0 0 0,0 0 144 0,25 35-144 16,-18-39 128-16,-1 1-128 0,3-3 160 0,0 1-160 15,-1-1 0-15,2-1 0 0,-2 0 0 16,1 0-160-16,0 0 0 0,-1-3 0 0,-1 1 0 0,0 0 0 16,-1-1 160-16,0 1 0 0,-1 2-144 0,-3-1 144 0,1 4 0 0,-1-1 0 15,-1 3 0-15,-1 2 0 0,-1 2 0 0,-1 1 0 16,0 2 0-16,0 1 128 15,-2 3 176-15,0-1 16 0,1 1 16 0,1 0 0 0,2-9 304 0,0 0 64 16,0 0 16-16,0 0 0 0,0 0-128 0,7 44-16 16,-1-40-16-16,3-1 0 0,-2 1-288 0,3-3-48 15,-1 1-16-15,1-2 0 0,0 0-80 0,1-3-128 16,1 1 176-16,0 0-176 0,0-1 0 0,1 1 0 16,-1-1 0-16,-2-2 0 0,0 3-192 0,-1-2-128 15,1 1-48-15,-2 0-16672 0</inkml:trace>
  <inkml:trace contextRef="#ctx0" brushRef="#br0" timeOffset="153041.51">21120 2058 6447 0,'2'0'576'0,"0"0"-576"0,-1-1 0 0,0 1 0 15,-1 0 2176-15,2-2 320 0,2 2 64 0,2-3 0 16,2 1-352-16,2-3-80 15,-1 1-16-15,0 0 0 0,-1-1-1216 0,-2 0-256 0,-1 2-64 0,-2-4 0 16,-1 2 64-16,-1 1 16 0,-2-1 0 0,-1 0 0 0,-2 1-112 0,-1 1-32 16,-2 0 0-16,-1 1 0 15,-2 1 176-15,0 2 16 0,-2 1 16 0,1 3 0 0,1 0-288 0,0 2-64 16,1 0-16-16,-1 3 0 0,1 0-96 0,1 3-32 16,1-1 0-16,1-2 0 15,6-10 208-15,0 0 32 16,0 0 16-16,-8 40 0 0,8-40-80 0,0 0-16 0,0 0 0 0,0 0 0 0,0 0-192 15,0 0-32 1,29 26-16-16,-22-26 0 0,-1-2-16 0,1 1-128 0,0-1 192 16,-1 1-64-16,1-2-128 0,-2 0 0 0,2 1 0 0,-1-3 128 0,1 3-128 0,-1-3 0 0,1 2 0 15,1-3 0 1,1-2-288-16,0 1 64 0,1-2 16 0,0-3 0 16,1 0-464-16,0 0-96 0,-2-2 0 0,0 0-16 15,0 0 160-15,1-3 48 0,-1-2 0 0,1-3 0 0,2-4 416 0,2-6 160 0,-1-2 0 0,0 1-144 16,-2 0 144-16,-1 2 0 15,-3 3 128-15,-1 4-128 0,-2 5 640 0,-1 3 48 0,-2 3 16 0,0 4 0 16,0 4 256-16,-2 0 48 0,1 5 16 0,-2 0 0 16,0 1-512-16,0 4-112 15,-1 1-16-15,3-6 0 0,0 0-192 0,-14 49-64 0,14-49 0 0,-12 49 0 32,12-49-128-32,-12 52 160 0,12-52-160 0,-12 53 160 0,12-53-160 0,-10 51 192 15,10-51-192-15,-10 62 192 0,10-62-192 0,-5 64 128 0,5-64-128 0,1 56 128 16,-1-56-128-16,4 43 0 15,-4-43 0-15,0 0 0 0,0 0 0 0,18 47 0 0,-18-47 0 0,0 0 0 0,0 0 0 0,26 13 0 16,-20-14 0-16,1-1 0 16,-1 0-384-16,1-2-48 0,-2 0-16 0,1-2-17552 15</inkml:trace>
  <inkml:trace contextRef="#ctx0" brushRef="#br0" timeOffset="153390.78">21474 2034 7359 0,'-1'2'320'0,"0"-2"80"0,1 2-400 0,-1-2 0 0,1 2 0 16,0-2 0-16,0 1 2832 0,-1 1 496 0,1 0 80 16,0 1 32-16,0-1-432 0,2 0-64 0,1 1-32 0,1-3 0 15,2 0-1296-15,2 0-256 0,0-2-48 0,2 1-16 16,1-2-576-16,1 0-112 0,0 0-32 0,-1-2 0 16,2 1-352-16,-1-1-80 0,1-2-16 0,0 0 0 15,-2 0 0-15,0-1-128 0,-1-1 192 0,0 0-64 16,0-1 0-16,-1 0 0 0,-2-2 0 0,-1 3 0 15,-1 2-128-15,-4-2 0 0,-1 4 0 0,-2-2 128 16,-4 6 16-16,-1-1 0 0,-2 2 0 0,-2 2 0 0,-1 3 32 16,-3-1 0-16,1 4 0 0,-2-1 0 0,0 4-176 15,0 0 0-15,0 3 144 0,3-1-144 16,0 0 208-16,4 1-16 0,9-14-16 0,0 0 0 0,-10 34 48 0,10-34 16 16,0 0 0-16,0 0 0 0,26 30-32 0,-26-30 0 15,25 10 0-15,-10-6 0 0,0-1-64 0,0-1-16 16,0 1 0-16,0-1 0 0,0-1-128 0,-1 0 0 15,0 2 0-15,-2 1 0 0,-2-1 0 0,-10-3 0 16,0 0-192-16,0 0-18608 0</inkml:trace>
  <inkml:trace contextRef="#ctx0" brushRef="#br0" timeOffset="155361.95">22042 1968 13823 0,'4'-1'1216'0,"-3"1"-960"0,0-2-256 0,-1 1 0 0,1-1 1360 0,1 0 240 15,2 0 32-15,1-5 16 0,5-1 240 0,1-1 48 16,1-4 16-16,2 2 0 0,0-1-704 0,-1 3-144 15,1-1-16-15,-2 3-16 0,0 0-368 0,-2 2-64 16,-1 1 0-16,-1 1-16 0,-2 3-240 0,1 3-64 16,-3-1 0-16,-4-2 0 0,0 0-64 0,0 0 0 15,0 0-16-15,5 57 0 0,-5-57-240 0,-9 43 176 16,9-43-176-16,-13 54 160 0,13-54-160 0,-16 57 0 16,16-57 0-16,-17 47 0 0,17-47 0 0,-13 31 0 0,13-31 0 0,0 0 0 15,-14 27 0-15,11-23 0 0,1-2 0 0,1-2 0 16,1-2 0-16,0-2 128 0,1-2-128 0,0-2 192 15,1 0 0-15,2-5 0 0,0 1 0 0,-1-2 0 16,3-1 96-16,0-2 32 16,0 2 0-16,1-3 0 0,1-1-16 0,0-2 0 0,2-1 0 0,3 0 0 15,0-1-160-15,3-1-16 0,2 1-128 0,1 3 192 16,0 2-192-16,-1 4 0 0,2 4 0 0,-3 3 0 16,-3 2 0-16,0 4 0 0,-3 0 0 0,-1 3 0 15,-2 0-416-15,0 3-32 16,-8-5 0-16,0 0-16304 0</inkml:trace>
  <inkml:trace contextRef="#ctx0" brushRef="#br0" timeOffset="156300.43">22504 2005 11967 0,'0'0'1072'0,"1"0"-864"0,0 0-208 0,0 0 0 0,1 0 912 0,0 0 144 15,1 0 32-15,2-3 0 0,1 1 736 0,1 0 160 16,2-3 16-16,-1 0 16 0,0-1-1296 0,-2 0-256 0,0 0-48 0,-3-1-16 16,1 0 704-16,-1 1 144 0,-1-2 32 0,-1 0 0 15,-2-2-448-15,-1 1-96 16,-2 0-16-16,0-1 0 0,1 3-272 0,-3 0-64 16,1 0-16-16,-2 3 0 0,1 1 16 0,-2 3 0 0,0 2 0 0,-1 0 0 15,-1 6-192-15,0 1-48 0,1 0 0 0,-2 3 0 31,-2 5-144-31,-1 0 0 0,0 3 144 0,-1 2-144 16,2 0 0-16,1-1 144 0,12-21-144 0,-14 38 0 0,14-38 0 0,0 0 0 0,0 0 0 0,1 49 0 0,5-44 0 0,0 0 0 16,2-4 0-16,1-2 0 15,0-1 0-15,1-3 0 16,3-1 128-16,0-2-128 0,0-1 0 0,0-1 0 16,1-1 0-16,-2 0 0 0,-2 2 0 0,-1-1 0 15,-1-3 0-15,-1 1 0 0,0 0 0 0,-2 0 0 16,0 0 0-16,-1 1 0 0,-1 2 0 0,-2 3 0 15,1 1 128-15,-2 0-128 0,1 5 0 0,-1 0 160 16,-1 3-160-16,-1 4 128 0,2-7 112 0,0 0 16 16,0 0 0-16,-7 40 0 0,7-40 160 0,0 0 32 15,-2 40 16-15,2-40 0 0,0 0-272 0,0 0-48 0,16 40-16 16,-16-40 0-16,0 0-128 0,30 15 0 0,-18-15 0 0,1-2 128 16,0-1-128-16,0-2 0 0,0-2 0 0,0 0 0 15,-1 0 0-15,-1-3 0 0,-1 1 0 0,-3-2 0 16,1 3-288-16,-3-4 16 0,0 3 0 0,0 0 0 15,-2-1-160 1,2-1-16-16,0-2-16 0,-1 3 0 0,1-2 272 0,0 1 48 0,1-1 16 0,0 0 0 16,0 5 128-16,-1 0 0 0,-1 2 0 0,-1 4 0 0,0 1 0 15,-2 1 128-15,1 2-128 0,-2 2 176 0,0-5 160 16,0 0 48-16,0 0 0 0,0 0 0 0,-2 43-32 0,2-43 0 16,0 0 0-16,0 0 0 0,-1 51-192 0,1-51-32 15,0 0-128-15,0 0 192 0,10 43-192 0,-10-43 0 16,0 0 0-16,0 0 0 0,0 0 0 0,0 0 0 15,0 0 0-15,29 23 0 0,-25-23 0 0,-1-3 0 16,1 0 0-16,0 0 0 0,-1-2-144 0,-1 1 144 16,0-3-208-16,0 2 80 0,0-3-96 0,0 2-16 15,0-2 0-15,-1-1 0 0,1 0 240 0,1-1-176 16,1-2 176-16,0-2-160 0,1-3 160 0,2-2 0 0,-1 3 0 16,1-1 0-16,-2 1 0 0,2 3 0 0,-2 1 128 0,0 3-128 15,0 0 256-15,-1 2 0 0,1 3-16 0,-3 1 0 16,1 3 32-16,-1 0 16 0,0 4 0 0,-2-4 0 15,0 0-112-15,0 0-32 0,0 0 0 0,-6 55 0 16,6-55 0-16,-8 38 0 0,8-38 0 0,-16 59 0 16,5-23-144-16,-1 2 192 0,-1 2-192 0,-1 0 192 15,0-2-192-15,0 1 192 0,0-2-192 0,2-3 192 16,12-34-192-16,-19 61 0 0,19-61 0 0,-18 57 0 16,18-57 0-16,-17 50 0 0,17-50 128 0,-18 40-128 0,18-40 0 15,-18 27 0-15,8-16 0 0,1-2 0 0,-1-4 176 16,1-1-48-16,2-3-128 0,-1 1 192 0,0-4-192 0,-1-1 0 15,0-1 128-15,-2-1-128 0,-1-2 0 0,-1-1 0 16,0-3 0-16,-2 1 0 16,2-3-144-16,2 1 144 0,0-1-208 0,2-1 80 15,2-3-640-15,1 1-128 0,2-3-32 0,3 2-16576 16</inkml:trace>
  <inkml:trace contextRef="#ctx0" brushRef="#br0" timeOffset="156838.47">23313 1846 9215 0,'2'-1'816'0,"-1"0"-656"15,-1 1-160-15,0 0 0 0,-1 0 1104 0,0-2 192 16,0 2 48-16,-1-3 0 15,-1 1 880-15,-4-1 176 0,-2 3 32 0,-2-1 16 0,0 1-608 0,-2 1-128 16,0-1-32-16,-1 2 0 0,0 1 80 0,1 2 16 0,0-3 0 16,1 3 0-16,1 0-768 0,2-1-160 15,1-1-16-15,3 2-16 0,0-2-400 0,2 0-80 0,2 0-16 0,0 2 0 16,3-3-320-16,0 3 144 0,2 0-144 0,0-1 0 31,1-1 144-31,1 2-144 0,-6-5 0 0,0 0 144 0,28 21-144 0,-28-21 0 0,23 19 0 0,-23-19 128 31,0 0-128-31,29 33 0 0,-29-33 0 0,0 0 0 0,0 0 0 0,21 35 0 0,-21-35 128 0,0 0-128 32,0 0 0-32,0 0 0 0,0 0 0 0,-15 29 128 0,6-26-128 0,-1-1 160 0,-2-1-160 0,-2-1 160 0,-2 0-160 15,-3-1 192-15,-2-1-192 0,-3 1 192 0,1-1-192 0,1 2 0 32,2-2 0-32,2 1-18064 0</inkml:trace>
  <inkml:trace contextRef="#ctx0" brushRef="#br0" timeOffset="158260.62">23640 1834 15663 0,'3'0'1392'0,"-2"0"-1120"0,0-1-272 0,0 0 0 15,0 1 1472-15,1 0 256 0,3-2 32 0,1-1 16 32,3 1-48-32,1-1-16 0,2-1 0 0,0 1 0 0,0 1-880 0,-1-1-160 0,-2 1-32 0,0 2-16 15,-2 0-352-15,0 0-64 0,-3 0-16 0,0 0 0 47,-1 0-624-47,-1 2-128 0,-2-2-16 0,-1 1-12688 0</inkml:trace>
  <inkml:trace contextRef="#ctx0" brushRef="#br0" timeOffset="158417.71">23661 1899 10127 0,'-2'1'448'0,"1"0"96"0,1 1-544 0,0-1 0 16,0 1 0-16,0 0 0 0,0-2 1760 0,0 2 240 15,1 3 48-15,-1-5 16 0,0 0 0 0,0 0 0 16,0 0 0-16,-4 48 0 0,4-48-1104 0,0 0-208 16,-10 40-48-16,10-40-16 0,0 0-496 0,-12 40-192 15,12-40 128-15,0 0-128 16,0 0-576-16,-11 41-192 0</inkml:trace>
  <inkml:trace contextRef="#ctx0" brushRef="#br0" timeOffset="158780.9">24001 1882 11055 0,'2'0'976'0,"-1"-2"-784"0,0 1-192 0,0 1 0 16,-1 0 560-16,0-1 64 0,1 0 16 0,0-1 0 16,0-1 1344-16,-1 1 256 0,-1 0 64 0,-3 0 16 15,0 1-656-15,-2 1-144 0,-2 1-32 0,-1 3 0 16,-1-2-96-16,-1 3-32 0,-2 1 0 0,-2 2 0 15,1 0-352-15,0 2-80 0,1-1-16 0,1 0 0 0,12-9-368 0,-17 21-80 16,17-21-16-16,0 0 0 0,0 0-128 0,0 0-16 16,-1 43-16-16,1-43 0 0,19 14-64 0,-6-8-16 15,1 0 0-15,2-1 0 16,0 0-48-16,-1 2-16 0,1-1 0 0,-2 2 0 0,-1-1-144 0,-13-7 160 16,22 15-160-16,-22-15 160 0,0 0-160 0,0 0 128 15,23 21-128-15,-21-17 128 0,-1-1-128 0,-1 1 160 16,-2 1-160-16,-4 0 160 0,-2-1-32 0,-3 1 0 15,-3 0 0-15,-5-3 0 0,-2 3-128 0,-5 0 160 16,-6-1-160-16,-2-1 160 0,-1-1-320 0,1-1-64 16,2 1-16-16,2 0-17616 0</inkml:trace>
  <inkml:trace contextRef="#ctx0" brushRef="#br0" timeOffset="160431.09">16777 3183 3679 0,'-7'0'320'0,"3"0"-320"0,-1 1 0 0,2-1 0 0,2 0 896 0,1 0 128 15,-2 2 0-15,0-2 16 0,-1 0 912 0,-1 1 176 16,2 0 48-16,-1-1 0 0,1 2-224 0,0-2-32 16,1 0-16-16,0 0 0 0,1 1-288 0,1 1-48 15,0-2-16-15,0 2 0 0,0-1-544 0,0 1-112 16,1 0-32-16,0 0 0 0,0 3-288 0,0-2-48 16,1 0-16-16,0 0 0 0,0 2-192 0,1-4-32 15,2 2-16-15,0-2 0 0,3-1-16 0,0 0 0 16,1-1 0-16,1 0 0 0,1-2-32 0,0-2-16 15,2 1 0-15,-1-1 0 0,-1-2-48 0,-2 2-16 0,1-2 0 0,-3 1 0 16,-1 0-144-16,0 2 0 0,-2-1 144 0,-2 0-144 16,0 3 0-16,-1-3 0 0,-2 3 0 0,0 1 0 15,-1-1 0-15,-1 1 0 0,0 1 0 16,-1 0 0-16,0 1 0 0,-1 1 0 0,0-1 0 0,1 1 0 16,0 1 0-16,-1 0 0 0,0 0 0 0,2 0 0 15,-1-1 0-15,1 1 0 0,0-1 0 0,0-1 0 16,1 0 0-16,0 1 0 0,1-1 0 0,0 1 0 15,0-2 0-15,0 0 0 0,0 0 0 0,1 0 128 0,0 0-128 0,-1 0 0 16,1 0 0-16,-1-2 0 0,1 2 0 0,-1-1 128 16,1 1-128-16,-1 0 128 0,1 0 32 0,-1 0 16 15,0-2 0-15,1 2 0 0,-1 0-176 0,0 2 128 16,0-2-128-16,0 0 128 0,0 0-128 0,1 0 0 16,-1 0 0-16,0 0 0 0,1 0 0 0,-1 0 0 15,0 0 128-15,1 0-128 0,-1 0 0 0,0 0 0 16,-1-2 0-16,1 2 0 0,0 0 0 0,-1 2 128 15,1-2-128-15,-1 0 128 0,0 0-128 0,0 0 160 0,0 3-160 0,-1-3 160 16,1 2-160-16,0-1 0 0,0 1 0 0,0 0 0 16,0-2 0-16,0 2 0 0,0-2 128 0,0 1-128 15,0 1 0-15,1-2 0 16,-1 0 0-16,1 0 0 0,0 2 0 0,0-2 0 0,0-2 0 0,1 2 0 16,-1 0 0-16,0 0 0 0,0 0 0 0,0 0 0 15,1 0 0-15,-1 0 0 0,1 0 128 0,-1 0-128 16,0 0 0-16,0 0 0 0,1 0 0 0,-1 0 0 15,1 0 0-15,-1 0 0 0,1 0 0 0,-1 0 0 16,0 0 0-16,0 0 0 0,0 0 128 0,-1 0-128 16,1 2 0-16,0-2 0 0,0 0 0 0,-1 0 0 0,1 0 0 15,1-2 0-15,-1 2 0 0,0 0 0 0,1-2 0 0,0 1 0 16,-1 1 0-16,1-2 0 0,1 2 128 0,-1-2-128 16,1 0 0-16,-1 0 128 0,1 1-128 0,-1-2 128 15,1 1-128-15,-1 1 128 0,0 0-128 0,0-1 0 16,0-1 144-16,0 1-144 0,0-1 0 0,0 1 128 15,-1 0-128-15,1 0 0 0,-1-1 0 0,0 1 144 16,0-1-144-16,-1 1 0 0,0 0 128 0,0-1-128 16,0-1 0-16,-1 1 0 0,1 1 128 0,0-1-128 15,0 3 0-15,-1-2 0 16,0-1 128-16,0 1-128 0,0 1 0 0,0 0 0 0,1 1 0 0,-2-2 0 16,0 1 0-16,0 1 0 15,0-1 0-15,0 1 0 0,0 0 0 0,-1 0 0 0,1 0 128 0,-2 0-128 0,0 1 0 0,1 0 0 31,-2 1 0-31,0-1 0 0,0 0 0 0,-1 1 0 0,1 3 0 0,0-2 0 0,0 1 0 0,-1 4 0 16,1-2 128-16,-1 2-128 16,0 1 0-16,0 1 0 0,0 4 144 0,0 0-144 0,-1 0 0 0,1-1 144 15,0 3-144-15,2-4 160 0,5-12-160 0,-8 24 160 16,8-24-160-16,0 0 192 0,0 0-192 0,0 0 192 0,5 40-192 16,-5-40 0-16,0 0 144 0,0 0-144 0,28 14 0 0,-19-14 144 15,2 0-144-15,1 0 0 0,1-2 144 0,0-1-144 16,1 1 0-16,-1-1 144 0,0 1-144 15,-1 0 0-15,-1-1 0 0,0 1 0 16,-2 0 0-16,0 1 0 0,-1-1 0 0,0 1 0 16,0 0-592-16,-1 1-112 0,0-2 0 0,1 0-10992 15,-1 1-2192-15</inkml:trace>
  <inkml:trace contextRef="#ctx0" brushRef="#br0" timeOffset="161034.87">17209 3157 3679 0,'-2'-2'320'0,"1"2"-320"0,1-2 0 0,-1 2 0 16,0-1 1728-16,1 1 288 0,0 0 48 0,-1 0 16 15,-1 1 416-15,-1 1 96 16,0 0 16-16,0 1 0 16,0-1-1184-16,-2 3-224 0,1 0-48 0,1 2-16 15,-2 2-112-15,5-9-32 0,-8 22 0 0,2-10 0 16,1 0-480-16,0 2-112 0,-1-2-16 0,6-12 0 15,-9 25-128-15,4-15-16 0,1 1-16 0,0-2 0 0,1-3 16 0,1 1 0 16,1-4 0-16,1 1 0 0,0-4 96 0,0 1 32 16,0-1 0-16,1-1 0 0,2-1-96 0,-1-3-16 15,2 3 0-15,-1-5 0 0,2 2-96 0,1-3-32 16,0-1 0-16,3 0 0 0,-1-3-128 0,1 0 0 16,0 0 0-16,1-1 0 0,0 0-128 0,-1-1 128 15,0 2-160-15,0-2 160 0,0 0 0 0,0 2 0 16,0 0-128-16,0 0 128 0,1 5 0 0,-2 0 0 15,0 2 0-15,-1 3 0 0,0 1 0 0,-2 1 208 16,1 3-64-16,-2 2-16 0,-4-5 208 0,0 0 48 0,0 0 0 16,7 40 0-16,-7-40-224 0,-4 36-32 0,4-36-128 0,-9 35 192 15,9-35-192-15,-11 29 128 0,5-15-128 0,1-2 0 16,-1 0 192-16,2-3-64 0,0-2-128 0,0-2 192 16,1 0-192-16,2-1 176 0,-1-3-176 0,1-1 160 15,0-1-160-15,1-1 0 0,1 0 0 0,1-3 0 16,0 0 0-16,2-2 0 0,2 0 128 0,0-5-128 15,3 2 0-15,-1-1 0 0,1-1 0 0,1-2 0 16,2 0-176-16,-1-1 48 0,1-1 0 0,0-1 0 16,0 1-16-16,0 3 0 0,0 1 0 0,0 3 0 0,-3 1 144 15,1 3 0-15,-3 2 0 0,-1 2 0 16,0 1 0-16,-2 4 0 0,-2 2 0 0,-2-6 0 0,0 0 0 0,0 0 176 16,2 40-48-16,-2-40 0 0,-4 36 128 0,4-36 0 15,-9 40 16-15,9-40 0 0,-10 34-96 0,5-20-32 16,-1-2 0-16,0 0 0 0,2-1-144 0,0-1 0 15,0-1 144-15,1-2-144 0,0-2 0 0,1 0 0 16,1-3 0-16,0-1 0 0,2-1 0 0,1-1 0 16,1-3-176-16,0 0-10992 15,2-2-2208-15</inkml:trace>
  <inkml:trace contextRef="#ctx0" brushRef="#br0" timeOffset="161255.51">17614 3077 12895 0,'5'-3'576'0,"-2"2"112"16,0 0-560-16,-1 1-128 0,0-2 0 0,-1 2 0 15,1 0 1920-15,1-2 368 0,1 1 64 0,3 1 16 16,2-2 0-16,0 0 0 16,2 1 0-16,-3-1 0 0,0 2-1600 0,-1 0-304 0,-3 2-64 0,0-1-16 0,0 1-384 0,-2 1-224 15,-1 1 32-15,-1-2 0 16,-1 3-1344-16,-1-2-256 0,0 1-48 0,-1-1-9920 15</inkml:trace>
  <inkml:trace contextRef="#ctx0" brushRef="#br0" timeOffset="161430.35">17650 3146 8287 0,'-1'4'368'0,"0"-2"80"0,0-1-448 0,0 1 0 0,0 0 0 0,0 1 0 16,0-1 1664-16,-2 3 240 0,-1 2 48 0,-4 5 16 15,-1 2 400-15,-2 0 64 0,0 3 32 0,0-3 0 16,-1 1-656-16,1-1-128 15,1 0-16-15,2-2-16 0,0 2-832 0,3-5-176 0,5-9-16 16,0 0-16-16,0 0-608 0,0 0 0 16,0 0-144-16,0 0-9392 0,0 0-1856 0</inkml:trace>
  <inkml:trace contextRef="#ctx0" brushRef="#br0" timeOffset="161698.68">17711 3203 4607 0,'0'0'192'0,"0"0"64"0,0 0-256 0,0 0 0 31,0 0 0-31,0 0 0 0,0 0 2112 0,0 0 384 16,1 1 80-16,-1 0 16 0,2 1 416 0,-1-2 64 0,2 0 32 0,1 0 0 0,2 0-944 0,0-3-192 31,3 1-48-31,1 0 0 0,3-2-784 0,2 1-176 0,1-3-16 0,2 1-16 15,0 1-544-15,1 0-96 0,-2-1-32 16,1 0 0-16,-2 2-128 0,-2-1-128 16,0 2 192-16,-3-1-192 0,-2 1 128 0,0 1-128 0,-1 0 0 0,-1-1 0 15,-1 2 0 1,-3 0 0-16,-1 0 0 0,-1 0 0 16,0 2-400-16,-2-2-48 0,-1 1 0 0,0-1 0 0,0 1-1744 0,-2-1-368 0</inkml:trace>
  <inkml:trace contextRef="#ctx0" brushRef="#br0" timeOffset="162316.65">17951 3024 15663 0,'1'-4'1392'0,"0"2"-1120"16,0-1-272-16,0 3 0 0,-1-2 1760 0,0 1 288 16,1-2 64-16,1 0 16 0,-2-2-48 0,1 0-16 15,-1 4 0-15,-2 2 0 0,-2 4-848 0,-1 4-160 16,5-9-32-16,-15 29-16 0,6-9-480 0,-3 3-80 0,0 3-32 16,-2 2 0-16,1 0-224 0,0 1-64 0,0-1 0 15,3-3 0-15,10-25-128 0,-14 42 160 16,14-42-160-16,0 0 160 0,-6 40-160 0,6-40 0 15,0 0 0-15,0 0 0 0,0 0 0 0,0 0 0 0,0 0 0 0,31 13 0 16,-22-18 0-16,1-1 160 16,1-1-160-16,0-2 160 0,1-1-160 0,0 1 0 15,0 0 0-15,-1 0 128 16,-1-1-768-16,1 2-144 0,-2-3-48 0,-1 1-14784 0</inkml:trace>
  <inkml:trace contextRef="#ctx0" brushRef="#br0" timeOffset="162539.17">18050 3134 6447 0,'0'2'576'0,"0"-2"-576"0,1 0 0 0,0 0 0 0,0 2 2080 0,0-2 304 16,2 0 64-16,0 1 16 15,4 1 272-15,2 0 48 0,3-4 16 0,2 1 0 0,0 1-1184 0,1-2-224 16,0-2-48-16,1 1-16 0,-3-1-512 0,1 1-112 16,-1-1 0-16,-1 1-16 0,-1-2-480 0,-2 3-80 0,-1 0-128 15,0-1 176-15,-1-1-176 16,0 1-144-16,-1 1 144 0,-1-1-208 15,-1 1-192-15,0-1-48 0,0-1 0 0,-1 2 0 16,0-1-816-16,-1-1-160 0,-1 2-48 0,0-1 0 16,-1 0-832-16,-1-1-192 0,1 1-16 0,-3 1-6384 0</inkml:trace>
  <inkml:trace contextRef="#ctx0" brushRef="#br0" timeOffset="162762.82">18246 3027 5519 0,'-7'-5'240'0,"5"4"64"0,1 1-304 0,1 0 0 0,-1-1 0 0,1 1 0 15,0 0 1536-15,-1-2 240 16,-1-1 48-16,1 0 16 0,1 0 880 0,-1 0 176 0,0 0 48 0,0 1 0 15,0-1-720-15,1 1-144 0,-1 2-32 0,0 0 0 0,0 0-544 16,-2 2-112 0,-1 1-32-16,0 2 0 0,0 1-464 0,-2 4-80 15,0 2-32-15,-2 0 0 0,0 4-288 0,-2 4-64 0,0-1-16 0,-2 4 0 16,0 1-160-16,1 0-48 16,2 0 0-16,1-3 0 0,8-21-80 0,-11 37-128 15,11-37 176-15,0 0-176 0,0 0 128 0,3 46-128 0,-3-46 0 16,0 0 0-16,0 0 0 0,0 0 0 15,30 24 0-15,-21-24 0 16,0-1-512-16,2-1-96 0,0-3-32 0,-1 1-16688 0</inkml:trace>
  <inkml:trace contextRef="#ctx0" brushRef="#br0" timeOffset="163159.25">18337 3193 15663 0,'1'2'688'0,"-1"-1"144"0,1 1-656 0,0 0-176 15,0-2 0-15,0 0 0 16,1 2 2400-16,2-1 448 0,2 1 96 0,2 1 0 0,2 1-1216 0,1-3-256 16,0 0-64-16,0-1 0 0,0 0-608 15,1 0-128-15,0-2-32 0,0 0 0 0,1-3-128 0,0 2-48 16,-1-1 0-16,-2-1 0 16,0 0-464-16,0-1 0 0,0 0 0 0,-2-1 0 0,-1 2 0 0,-1-2 0 15,-1 0 128-15,-1 0-128 0,0 0 0 0,0 0 0 16,-2 0 0-16,-1-1 0 0,-1 2 0 0,-1-1 0 15,-2 2 0-15,-1 0 0 0,-1-1 0 0,-1 3 0 16,-2 0 0-16,-1 0 0 0,2 3 0 0,-2 0-128 0,-1 1 128 0,1 1 0 16,1 1 0-16,-2 1 0 0,1 1 128 0,0 0-128 15,1 0 512-15,1 2 16 0,-2 2 0 0,-1 3 0 16,0 0 32-16,1 4 0 0,9-16 0 0,-13 31 0 16,13-31-208-16,0 0-32 0,-7 41-16 0,7-41 0 15,0 0-176-15,0 0-128 0,0 0 144 0,15 42-144 16,-8-37 0-16,1-3 128 0,2 0-128 0,2-1 0 15,0-2 0-15,1 1 0 0,0-2 0 0,3 0 0 16,0-2-128-16,1-1-80 0,-1 0-16 0,1 0 0 16,-1 0-1552-1,-1 1-304-15,-1-4-64 0,0 4-13488 0</inkml:trace>
  <inkml:trace contextRef="#ctx0" brushRef="#br0" timeOffset="163698.35">18759 3164 8575 0,'4'-3'192'0,"-3"2"32"0,1-2 16 0,0 1 0 0,-1 2-240 0,-1-2 0 15,1 1 0-15,1-1 0 0,1 0 3008 0,2-3 544 16,1-2 112-16,-1 0 32 0,2 1-1584 0,-1-2-320 16,1 3-64-16,-2-2-16 0,2 0-848 0,-2-1-160 15,2 2-48-15,-3-2 0 0,0 2 512 0,0 0 112 0,-1 0 0 0,-1-2 16 32,0 2-1552-32,-1 0-320 0,-2 2-64 0,-1-1-16 0,0 2 880 0,-2 1 176 0,-1 1 48 0,0 1 0 15,-2 1 64-15,1 1 0 0,1 1 16 0,0 0 0 16,-2 1-112-16,1-1-32 0,-1 4 0 0,0-1 0 15,0 0-128-15,1 1-16 16,0 0-16-16,2-1 0 0,-1 2-96 0,5-8 0 0,0 0-128 0,0 0 192 16,-11 27-32-16,11-27-16 0,0 0 0 0,0 0 0 0,0 0-16 0,0 0-128 15,3 42 192-15,-3-42-64 16,0 0-128-16,0 0 0 0,0 0 0 0,0 0 0 0,0 0 0 0,19 40 0 16,-15-37 0-16,1-1 0 15,1 0 0-15,0-4 0 16,1-1 0-16,1-1 0 0,0 0 0 0,0-2 0 0,2-1 0 0,2-5 0 0,0 0-256 0,2 0 80 15,1-2 16-15,-2 1 0 16,1-1-288-16,-1-1-48 0,1 0-16 0,1-4 0 0,0-2 256 0,1-3 32 16,-1-1 16-16,-1-2 0 0,-1-1 208 0,-1-1 0 15,-2 2 0-15,-1 2 0 0,-3 3 0 16,-1 4 0-16,-3 2 0 0,-1 6 0 0,0 0 224 0,-1 5 32 0,0 1 16 0,-1 3 0 16,1-1 240-16,-1 2 64 0,1 2 0 0,-1-1 0 15,0 1-320-15,-1 3-48 0,2-5-16 16,0 0 0-16,-10 33-64 0,10-33 0 0,-14 45-128 0,14-45 192 15,-16 57-64-15,7-25 0 16,-2 5-128-16,0 1 192 0,1 2-64 0,1-2 0 16,0 0-128-16,2-3 192 0,7-35-192 0,-6 62 0 15,6-62 128-15,0 45-128 0,0-45 0 0,0 0 0 16,9 42 0-16,-9-42-18496 0</inkml:trace>
  <inkml:trace contextRef="#ctx0" brushRef="#br0" timeOffset="166193.09">16117 4077 9215 0,'-1'-2'816'0,"0"2"-656"0,1 0-160 0,0 0 0 16,0 0 1152-16,-1-2 208 0,1 1 48 0,-2-1 0 16,0 1 304-16,0 0 64 0,0-2 16 0,1 1 0 15,0 2-768-15,0-3-160 0,0 3-32 0,1-2 0 16,-1 1-144-16,1 0-48 0,0 1 0 0,0-2 0 0,1 2-96 0,0-2-32 15,0 2 0-15,0-1 0 16,-1 1-208-16,1 0-48 0,1 0-16 0,-1 0 0 0,1 0-112 0,0 1 0 16,1-1-128-16,-2 2 192 0,0-2-192 0,0 2 0 15,1-1 0-15,-2 2 0 0,-1 0 0 0,0 0 0 16,0 1 0-16,-1-1-160 0,-1 1-32 0,-1-1 0 16,0-1 0-16,1 1 0 0,-2 1 0 0,0-3-16 15,0 1 0-15,0 0 0 0,1-2 208 0,-1 0 0 16,1-2 0-16,1 0 0 0,0 1 0 0,1-2 0 0,0 1 0 15,1-2 160 1,0-1 144-16,1 0 16 0,1 1 16 0,1-1 0 0,0 1-48 0,1-2-16 0,-1 2 0 0,2 0 0 16,0 0 784-16,0 0 160 0,0 3 16 0,0-1 16 15,0 1-800-15,-2 1-144 0,1 0-48 0,-1 1 0 32,0-1-816-32,0 2-160 0,-1 1-48 0,-1 2 0 0,-1-1 768 0,-1 1 0 15,-1 1 0-15,-1-2 0 0,1 1 0 0,-2-1 128 0,-1 1-128 0,2 0 0 16,-1-3 208-16,2 0-64 0,-1 0-16 0,1-1 0 15,0-1 160-15,0-1 32 0,2 0 0 0,-1-2 0 16,0 1 64-16,1-1 0 0,1-2 16 0,-1-1 0 16,2 0-256-16,-1 2-144 0,1-1 160 0,0 0-160 0,-1 1 0 0,0 1-128 15,1-2-16-15,0 3-15856 16</inkml:trace>
  <inkml:trace contextRef="#ctx0" brushRef="#br0" timeOffset="168090.95">16492 3900 14735 0,'-1'0'1312'0,"0"0"-1056"0,0 0-256 0,1-2 0 0,0 2 1424 0,0 0 240 16,-1-1 32-16,1 1 16 15,-1-3 16-15,0 3 0 0,2-3 0 0,0 2 0 0,2-3-304 0,3 1-48 0,0 0-16 0,4 0 0 32,-1-1-400-32,2 0-96 0,4 1-16 0,2-3 0 15,4 0-416-15,-1 2-96 0,3-1-16 0,-3 0 0 0,-2 1-320 0,1-2 144 0,-2 2-144 0,-2-1 0 16,-1 0 0-16,-2 3 0 15,-4 0 0-15,-1-1 0 16,-1 1-432-16,-2 0 16 0,-2 1 0 0,-2 1 0 0,-2 1-848 0,0 1-160 0,-3 0-48 0,0 1 0 31,-3-1-128-31,-1 3-48 0,0-2 0 0,-2 1 0 0,1 0 1072 0,0-1 192 0,1 0 64 0,-2 0 0 16,3-2 320-16,1 1 0 0,-1-1 0 0,3 1 0 0,0-2 512 0,0 0 32 16,3 0 0-16,1-2 0 0,0 2 416 15,0-1 64-15,1 1 32 0,0 0 0 0,0 1-48 0,1 1-16 31,-1 1 0-31,0 1 0 0,0 3-96 0,0-7 0 16,0 0-16-16,-6 35 0 0,6-35-304 0,-9 39-64 16,9-39-16-16,-13 47 0 0,6-22-288 0,-1-2-48 15,2-5-16-15,-3 4 0 0,1 2-144 0,-1 0 160 16,1-1-160-16,1-2 160 0,7-21-160 0,-8 38 0 16,8-38 0-16,0 0 0 15,0 0-624-15,0 0-96 0,0 0-32 0,37 26-15168 0</inkml:trace>
  <inkml:trace contextRef="#ctx0" brushRef="#br0" timeOffset="168484.71">16961 3737 15663 0,'8'-6'688'0,"-5"4"144"0,-1 0-656 0,0 1-176 0,-1 1 0 0,-1 2 0 16,0 1 1968-16,-1 3 352 0,-1 5 80 0,2-11 16 15,-13 35-128-15,2-8-32 0,-2 3 0 0,-2 6 0 0,-2-1-1248 0,0 1-256 16,1-3-48-16,-1 1-16 0,2-4-176 15,1 1-16-15,2-3-16 0,2-4 0 0,2-3-352 0,8-21-128 16,-9 31 0-16,9-31 0 0,0 0 0 0,0 0 0 16,-4 31 0-16,5-29 0 15,1-2 0-15,1-2-128 0,0 0 128 0,0-3-160 16,0-2 32-16,1-1 0 0,-1-1 0 0,0 0 0 0,2-5 128 0,1-3 0 16,0 0 0-16,2-2-128 0,-2 0 128 0,2 0 0 15,1 5 0-15,-1 0-128 0,0 2 128 0,1 3 0 16,-2 2 0-16,2 2 0 0,-2 1 256 0,1 3-32 15,0-1 0-15,0 4 0 0,-1-1 160 0,0 3 16 16,-7-4 16-16,0 0 0 0,0 0-96 0,0 0-32 0,30 33 0 16,-30-33 0-16,0 0-288 0,0 0 128 0,0 0-128 0,9 43 0 15,-9-43 128-15,0 0-128 0,-7 26 0 0,1-16 0 16,0 1 0-16,0-2 0 0,0-1 0 0,2-1 0 16,0 0 0-16,0-3 0 0,1-1 0 0,1 0 0 31,1-1-816-31,1-2-64 0,2 0-16 0,1-3-15632 0</inkml:trace>
  <inkml:trace contextRef="#ctx0" brushRef="#br0" timeOffset="168816.75">17077 4080 17503 0,'-1'2'768'0,"1"-2"176"0,0 0-752 16,0 2-192-16,0-2 0 0,0 0 0 0,1 1 2144 0,0 0 400 15,3 2 80-15,2-3 0 0,2 1-576 0,2-2-112 16,3-1-16-16,1-1-16 15,1-1-880-15,1-1-192 0,-1-1-16 0,1 0-16 0,0 1-368 0,-1-1-80 16,-1 0-16-16,-1 2 0 0,-2-3-336 0,-1 2 144 16,-1 0-144-16,-1-1 0 0,-1 0 0 0,-2-2 0 15,-2 0 0-15,-1-1 0 0,-1-1 0 0,-3 0 0 16,-1 0 0-16,-3 1 0 0,-1 1 0 0,-3 2 0 0,1 4 0 16,-2 2-144-16,-2 2 144 0,-3 3 0 0,0 2 0 0,-2 2-128 15,1 2 128-15,1 1 192 0,2 2-32 0,0-1-16 16,2 2 160-16,1 3 16 0,0 0 16 0,4 0 0 15,7-18-32-15,-8 35-16 0,8-35 0 0,0 0 0 16,0 0-112-16,15 44-32 0,-15-44 0 0,0 0 0 16,32 18-144-16,-32-18 0 15,30 5 144-15,-13-5-144 0,2-2 0 0,-2-1 0 0,2 1 0 0,-1-5 0 16,-2 3-368-16,1-2-144 0,1-1-16 0,-2 2-11344 16,1 0-2272-16</inkml:trace>
  <inkml:trace contextRef="#ctx0" brushRef="#br0" timeOffset="169291.5">17488 3961 5519 0,'-3'1'496'0,"2"-1"-496"0,-1 2 0 0,1-2 0 0,0 0 1920 0,0 0 272 16,0 2 64-16,0-1 16 0,-1 2 960 0,-1 2 192 16,1 0 32-16,0 3 16 0,1-2-1424 0,1-6-304 15,0 0-48-15,0 0-16 0,0 0-688 0,0 0-144 16,14 45-16-16,-14-45-16 0,0 0-384 0,0 0-80 15,0 0-16-15,0 0 0 0,29 34-208 0,-29-34-128 0,0 0 128 0,0 0-128 16,0 0 0-16,0 0 0 0,27 11-192 0,-21-13 64 31,0-3-1024-31,-1 0-208 0,1-2-48 0,-1 0 0 16,2 0-1568-16,-2-2-320 0,2-1-64 0,-2-2-16 16,2 1 1104-16,-2-2 224 0,0 0 32 0,0-2 16 0,-2 1 1552 0,2-3 448 15,-1 3-160-15,-2 0 160 0,1-1 1040 0,-1 6 288 0,0 1 48 0,-2 2 16 16,0 1 1104-16,0 4 208 0,-1 0 48 0,0 2 16 15,0 0-400-15,-2 4-96 0,1 2-16 0,2-7 0 0,0 0-976 16,-11 38-192-16,11-38-32 0,-4 36-16 0,4-36-480 16,-4 40-112-16,4-40 0 0,-3 45-16 0,3-45-176 0,-2 47-48 15,2-47 0-15,-4 55 0 0,4-55-208 0,-5 69 176 16,2-34-176-16,3-35 160 0,-3 67-160 0,3-67 128 16,-6 53-128-16,6-53 128 0,-9 41 48 0,9-41 0 15,-13 36 0-15,4-22 0 0,-1 0-48 0,-1-3 0 16,-1 0 0-16,-1-4 0 15,-1 0-128-15,-2-4 192 0,-3-1-192 16,-2-5 192-16,-3-1-192 0,-1-4 0 0,0 0 0 0,-1-4 0 31,-1-1-928-31,0-3-160 0</inkml:trace>
  <inkml:trace contextRef="#ctx0" brushRef="#br0" timeOffset="169988.57">18144 3988 14735 0,'1'-6'1312'0,"0"2"-1056"0,1-1-256 15,-1 2 0-15,0 1 1312 0,1-2 208 0,2-4 32 0,2-4 16 16,1-2 144-16,0 2 16 0,0 3 16 0,-2 4 0 15,-1 5-640-15,0 2-128 0,-4-2-16 0,0 0-16 16,0 0-48-16,9 49 0 0,-9-49 0 0,-1 44 0 16,1-44-480-16,-4 47-96 0,4-47-32 0,-10 53 0 15,10-53-96-15,-13 50 0 0,5-25-16 0,1-3 0 16,-1-3-176-16,8-19 128 0,-9 29-128 0,9-29 128 16,0 0-128-16,-9 30 0 0,9-30 0 0,0 0 0 15,0 0 0-15,0 0 0 0,0 0-176 0,-7 14 176 31,8-18-544-31,0-1-32 0,0 0 0 0,0-5 0 0,1-1-1104 0,-1-1-240 0,-1-2-32 0,1 2-16 16,0 0 400-16,-2-3 80 0,1-3 16 0,-1-8 0 16,0-5 448-16,1-2 112 0,0-1 16 0,1 1 0 15,-1 0 896-15,1 5 0 0,1 5 0 0,0 5 128 0,1 4 960 16,1 5 208-16,-1 4 48 0,3 0 0 0,-1 4 384 0,2 0 96 16,2 1 16-16,2 0 0 0,2 0-384 0,1 0-80 15,3 0-16-15,0 0 0 0,2 0-624 0,0 0-128 16,-1 0-32-16,1 0 0 0,-3 0-384 0,1 0-192 15,0 2 160-15,-17-2-160 0,29 10 0 0,-29-10 0 0,0 0 0 16,0 0 0-16,0 0 0 0,23 38 0 0,-27-29 0 0,-2 0 0 16,-3 1 0-16,-4 0 0 0,-2 1 0 0,-3-1 0 15,-1 1 0-15,-1-2 0 0,-1 0 0 0,-3 0 0 16,3 0 0-16,1-2 0 0,1-3-128 0,3-3 128 16,4 1-144-16,4-5 144 0,3 0-208 0,3 0 80 31,2-2-640-31,4 1-112 0,4-1-16 0,5 0-14016 0</inkml:trace>
  <inkml:trace contextRef="#ctx0" brushRef="#br0" timeOffset="170462.62">18651 3947 16575 0,'-1'-3'736'0,"1"3"160"0,0-2-720 0,-1 1-176 16,0 0 0-16,1 1 0 0,-1-2 1184 0,0-1 208 15,-2 0 32-15,-2-1 16 0,0-5-144 0,-1 2-16 16,0-2-16-16,1 0 0 15,0 0-752-15,3 0-160 0,-1-1-32 0,1-2 0 16,0 0-320-16,1 3 144 0,0-2-144 0,-1 3 0 0,0 3 0 0,1 1-256 16,-2 3 32-16,0 1 0 0,-1 1 224 0,-1 4 0 15,-2 2 0-15,-1 3 0 0,0 1 304 0,-2 3 144 16,-1 2 48-16,0 2 0 0,-1 2 128 0,0 2 16 0,0-1 16 0,1 0 0 16,1-1-64-16,-1-4-16 0,3 0 0 0,2-1 0 15,1-5 128-15,5-10 0 16,0 0 16-16,0 0 0 0,0 0-320 0,0 0-64 0,0 0-16 0,0 0 0 15,34 22-192-15,-23-28-128 0,1 1 128 0,1-2-128 16,1-2 0-16,1-2 0 0,1 0 0 0,-2-3 0 16,0 1 0-16,-3-2 0 15,0 1 0-15,-1-3 0 0,-1 2 0 0,-2 1 0 0,-1 3 0 0,0 1-128 0,-1 4 128 16,-3 1 0-16,0 4 0 0,-1 1 0 16,-1 0 0-16,-1 3 0 15,0 1 128-15,1-4-128 0,0 0 368 0,0 0 0 0,-8 41 0 0,8-41 0 0,0 0 0 16,-4 43 0-16,4-43 0 0,0 0 0 15,2 38-176-15,-2-38-16 0,0 0-16 0,0 0 0 0,0 0-160 0,21 42 128 16,-21-42-128-16,0 0 128 0,0 0-128 0,33 9 0 31,-23-11 0-31,1-1 0 0,2-1 0 0,0-1 0 0,1-3-176 0,0-1 176 32,0 1-1344-32,1-2-192 0,1-1-48 0,0-2-14672 0</inkml:trace>
  <inkml:trace contextRef="#ctx0" brushRef="#br0" timeOffset="170792">18979 3816 11055 0,'18'-26'480'0,"-13"19"112"0,-3 5-464 0,-2 0-128 0,0 2 0 0,1 0 0 0,-1-1 2224 0,0-1 416 0,1 0 96 0,-2 2 16 16,0 0 304-16,-2 2 64 16,-1 0 16-16,-1 1 0 15,1 2-1456-15,-3-1-272 0,-1 4-64 0,-1-2-16 16,-1 2-672-16,0-1-128 0,-1 0-16 0,0 0-16 16,0 0-176-16,0 1-48 0,0-2 0 0,0 2 0 15,3-2-96-15,0 2-32 0,1-1 0 0,3 1 0 0,1-1-16 0,1-1-128 16,2-6 192-16,0 0-64 0,0 0-128 0,0 0 0 15,0 0 144-15,29 38-144 0,-29-38 0 0,28 12 0 16,-28-12 0-16,31 10 128 0,-31-10-128 0,33 11 0 16,-17-8 0-16,-16-3 0 0,30 5 0 0,-30-5 0 15,24 7 0-15,-14-5 0 0,-1 0 0 0,-3 0 0 16,-1-1 0-16,-3 1 0 0,-2 1 0 0,-2 0 0 16,-2 0 0-16,-3 0 0 0,-3 2 0 0,-2-1 0 15,-3 2 0-15,-1 0 0 0,-4 1 0 0,-1 0 0 0,0-1 0 16,0 0 128-16,2 0-128 0,0 0 0 0,4-3 0 0,3 1 0 15,3-1 0-15,3-3 0 0,5 0 0 0,1-2 0 16,5-1-352-16,4 0-32 0,3-4-16 0,6 0-17440 16</inkml:trace>
  <inkml:trace contextRef="#ctx0" brushRef="#br0" timeOffset="171085.39">19259 3871 14735 0,'13'-7'640'0,"-7"2"160"16,1 1-640-16,-2 1-160 0,-2-1 0 0,-1 3 0 0,1-4 2224 0,2-1 400 15,3-3 96-15,0-4 16 0,0-1-528 0,-3 2-96 16,-2 2-32-16,-2 2 0 0,-3 2-608 0,-3 4-128 16,-1 0-32-16,-4 2 0 0,1 2-448 0,-2 2-96 15,2-1 0-15,-1 4-16 0,-3 1-384 0,-1 4-80 16,-1 4-16-16,-2 0 0 0,3 1-128 16,1 2-16-16,2-3-128 0,11-16 192 0,-12 31-32 0,12-31-16 15,0 0 0-15,0 0 0 0,11 41-144 0,-11-41 160 16,0 0-160-16,31 12 160 0,-18-10-160 0,0-2 0 15,0 1 0-15,0 0 0 0,0 1 0 0,-2-1 0 16,-1 1 0-16,-10-2 0 0,0 0 0 0,0 0 128 0,0 0-128 16,0 0 0-16,0 0 0 0,18 40 0 0,-24-33 0 0,-1 1 0 15,-3-1 0-15,-2 1 0 0,-1 0 128 0,-2-1-128 16,0 0 0-16,-1 0 0 0,-1 1 0 0,1-4 0 16,0 1 0-16,-2-2 0 0,-1 0 0 0,0-2-18608 15</inkml:trace>
  <inkml:trace contextRef="#ctx0" brushRef="#br0" timeOffset="172865.94">19891 3700 19343 0,'3'-2'1728'0,"0"-2"-1392"15,-1 3-336-15,-2 1 0 0,1-2 816 0,-1 2 80 32,3-3 32-32,2-1 0 0,-1-1 848 0,0 0 160 0,0 4 48 0,-3 0 0 0,-1 2-976 0,-2 2-192 15,-2 2-48-15,1 2 0 0,-4 4-64 0,0 2 0 16,-3 1-16-16,-1 5 0 0,1-4-384 0,-2 4-80 15,-3 4-16-15,-2 5 0 0,0-1-208 0,0 1 0 16,2 1 128-16,3-5-128 0,12-24 0 0,-15 44 0 16,15-44 0-16,0 0 0 0,0 0 0 0,14 43 128 15,-1-42-128-15,3-2 0 0,2-3 144 0,1-1-16 16,3-3 0-16,2-1 0 0,0-2 128 0,0 1 0 0,-2-1 16 16,-1 0 0-16,-1 0-272 0,-3 1-176 0,-3 1 32 0,-2 1 0 31,-4 2-864-31,-3 0-160 0,-3 3-48 0,-4 0-9008 0,-2 0-1808 0</inkml:trace>
  <inkml:trace contextRef="#ctx0" brushRef="#br0" timeOffset="173042.95">19665 3902 13935 0,'-17'0'304'0,"9"0"64"0,-1 0 16 0,4-2 0 16,2 2-384-16,2 0 0 0,0 0 0 0,-1 0 0 16,1 0 3440-16,1 0 592 0,1-2 128 0,5 1 32 15,3-1-1536-15,3 1-304 0,5-2-64 0,3 0-16 16,5-2-1248-16,1 0-256 15,6-2-64-15,1 0 0 0,0 0-352 0,-3 0-80 16,-2 0-16-16,1 2 0 0,0-3-256 0,-2 2 0 0,-2-1 0 0,-4 2-11968 31,-2 2-2480-31</inkml:trace>
  <inkml:trace contextRef="#ctx0" brushRef="#br0" timeOffset="173483.45">20225 3568 14735 0,'2'-5'1312'0,"0"2"-1056"16,0 1-256-16,-1 0 0 0,0 2 1408 0,-1-2 240 0,2 2 32 0,-1-1 16 16,2 1 1312-16,-1 0 256 0,1 0 48 0,-2 0 16 15,-1 3-1920-15,0-1-368 16,-1 5-80-16,-2-1 0 16,-1 2-448-16,4-8-96 0,0 0-16 0,-16 36 0 15,16-36-128-15,-15 31-16 0,15-31-16 0,-18 39 0 16,7-17 16-16,11-22 16 0,-19 42 0 0,19-42 0 15,-18 43-32-15,18-43-16 0,-20 48 0 0,20-48 0 16,-15 43-80-16,15-43-16 0,-8 33 0 0,8-33 0 16,0 0-128-16,0 0 0 0,0 0 0 0,6 45 128 15,-3-42-128-15,1-3 0 0,0 0 0 0,-1-2 0 0,2-1 0 0,-1 0 0 16,1-3 128-16,1-2-128 0,-1 1 0 0,0-2 0 16,2-1 0-16,-1-2 128 0,2 0-128 0,0-2 0 15,0 1 0-15,1 0 0 0,-1-1 0 0,1 2 0 16,0-1 0-16,0 2 0 0,-1 2 0 0,1 2 0 15,-2-1 0-15,-2 4 0 0,1 1 0 0,-2 3 0 16,-1 1 0-16,-2 3 0 0,0 1 0 0,-1-5 0 16,0 0 0-16,0 0 0 0,-6 46 0 0,6-46 0 15,-10 37 0-15,10-37 0 0,-14 42 0 0,14-42 0 16,-16 41 128-16,16-41-128 0,-11 35 0 0,11-35 0 0,0 0 0 0,-6 37 0 16,6-37 0-16,0 0 0 0,0 0 0 0,0 0 0 15,0 0 0-15,0 0-272 0,0 0 32 0,31 6-17888 16</inkml:trace>
  <inkml:trace contextRef="#ctx0" brushRef="#br0" timeOffset="173894.16">20367 3873 7359 0,'0'0'656'15,"1"-2"-528"-15,1 0-128 0,-2 1 0 0,1 1 1680 0,0-2 304 16,0 0 64-16,2-3 16 0,1-2 1168 0,1 0 224 15,2-2 64-15,-1 0 0 0,1 1-1584 0,-1-1-304 16,2 1-64-16,-2-1-16 0,3 0-672 0,-1 0-144 16,1 0-32-16,0 1 0 0,-1 2-208 0,-1 2-48 15,1 2-16-15,-3 1 0 0,1 1-80 0,-1 0-16 16,-1 3 0-16,-4-3 0 0,0 0-48 0,0 0-16 16,0 0 0-16,0 0 0 0,14 47-144 0,-14-47-128 15,0 0 144-15,-5 41-144 0,5-41 0 0,-10 30 128 16,10-30-128-16,-14 32 0 0,14-32 0 0,-14 31 0 0,14-31 0 0,-14 25 0 15,8-15 0-15,1-4 0 0,3-1 0 16,-1-1 0-16,0-3 0 0,2-1 0 0,1 0 0 0,0-2 0 16,0-1 0-16,1-2 0 0,0-1 128 15,1-2-128-15,1-1 240 0,0-3 0 0,2 0 0 0,0 0 0 16,1-2-32-16,2 0 0 0,1-3 0 0,0 1 0 16,2-1-208-16,3-2 144 0,2-2-144 0,1 2 128 15,-1 2-128-15,-1 3 0 0,-1 5 0 0,-2 0 0 16,-1 4 0-16,-1 2 0 0,-2 1 0 0,-2 2 0 15,-1 2-160-15,-1 1 160 0,-4-3-208 0,0 0 80 16,0 0-1216-16,0 0-224 0,0 0-48 0,0 0-15024 16</inkml:trace>
  <inkml:trace contextRef="#ctx0" brushRef="#br0" timeOffset="174665.72">20742 3798 2751 0,'1'-3'256'0,"1"0"-256"16,0 1 0-16,-1 0 0 0,0 2 2032 0,0-2 352 15,0-1 80-15,1 1 16 0,1-3 1040 0,1-2 224 16,1 0 32-16,-2-2 16 0,0 4-1264 0,-1-2-256 0,-1 3-48 0,-1 1-16 16,-1 0-928-16,-2 3-192 0,1 0-48 0,-3 3 0 31,0 0-592-31,1 1-112 0,-2 3-16 0,1 0-16 0,-2 4-144 0,-1 4-32 0,8-15 0 0,-16 38 0 16,16-38-128-16,-11 40 192 0,11-40-192 0,-6 35 192 15,6-35-192-15,0 0 128 0,0 0-128 0,17 50 128 16,-17-50-128-16,0 0 0 0,30 12 0 0,-18-12 0 15,1-2 0-15,1-3 0 0,-1-3 128 0,0-1-128 16,0 0 0-16,-1-3 0 0,-1 3 0 0,-2-3 0 16,-3 0 0-16,-1 2 0 0,-1-1 0 0,-3 1 0 0,-1-1 0 15,-2-1 0-15,-2-2-192 0,-1 0 192 16,-1 1-256-16,-2-1 80 0,-2 2 16 0,-1 3 0 16,0-1-48-16,0 6-16 0,-1 1 0 0,2 3 0 0,1 1 224 0,2 3 0 15,0-2 0-15,1 5 0 0,0-2 176 0,3 0 16 16,1 2 16-16,2-7 0 0,0 0 64 0,0 0 16 15,0 0 0-15,0 0 0 0,28 34-80 0,-28-34-16 16,25 8 0-16,-9-5 0 0,0-3-192 0,2 0 176 16,1 0-176-16,0-3 160 0,-2 1-160 0,1-2 0 15,3-2 0-15,-2 0 0 0,0-1 0 0,-1 0 0 16,0 1 0-16,-3 0 0 0,-2-1 0 0,-1 2 0 0,0-3 0 0,-2 2 0 16,-1-2 0-16,-1 2 0 0,-1 0 0 0,-2 2 0 15,-3 0 0-15,-1 1 0 16,0 2 0-16,-3-1 0 0,1 4 0 0,-2-2 0 0,-1 3 0 0,-1 2 0 15,0 0 0-15,-1 4 0 0,0-2 0 0,0 2 0 16,6-9 0-16,0 0 208 0,-14 35-48 16,14-35-16-16,0 0-144 0,-7 34 128 0,7-34-128 0,0 0 128 15,0 0-128-15,0 0 0 0,5 41 0 0,-5-41 0 16,0 0 0-16,0 0 0 16,0 0 0-16,29 9 0 0,-20-11 0 0,-1-1 0 0,1 1 128 0,0-3-128 15,-1 0 0-15,1-1 0 0,2 0 0 0,0-2 0 16,1-1 0-16,-1 0 0 0,0 0 0 0,-1 0 0 15,0-3 0-15,0 0-144 0,0 0 144 0,-2 0 0 0,-1 0 0 16,-1 1-128-16,-1 3 128 0,-2 1 0 0,0 3 0 0,-2 1 0 16,0 1 0-16,-1 2 0 0,-1 2 0 0,0 3 0 15,-2-1 0-15,1 4 0 0,2-8 0 0,0 0 0 16,-12 30 0-16,12-30 0 0,0 0 0 0,-8 34 144 16,8-34-144-16,0 0 128 0,0 0 0 0,2 43 0 15,-2-43 0-15,0 0 0 0,0 0-128 0,0 0 0 16,28 38 0-16,-28-38 128 15,0 0-128-15,28 7 0 16,-18-9 0-16,1-1 0 0,1-2 0 0,-1 1 0 0,-2-1 0 0,2 0 0 16,0-3-448-16,-1 0-128 0,-3 2-32 0,3-1-17344 0</inkml:trace>
  <inkml:trace contextRef="#ctx0" brushRef="#br0" timeOffset="175110.54">21525 3710 8639 0,'2'-2'192'0,"-1"1"32"0,0 0 16 0,-1 0 0 0,0 1-240 0,0-2 0 0,1 2 0 0,-1-1 0 31,2-1 3088-31,-1 0 576 0,1 0 112 0,-1-3 32 0,1 0-1280 0,0 3-256 0,0-3-48 0,0-1-16 16,-1 1-752-16,0-1-160 0,0 2-16 0,-1-4-16 31,-1 4-560-31,-1-3-96 0,-2 2-32 0,-1 1 0 16,1 1-32-16,-4 1-16 0,0 2 0 0,-1 2 0 0,0 1-192 0,-1 1-32 15,-1 3-16-15,0 0 0 0,1 3-160 0,-2 2-128 16,1 2 144-16,-1 0-144 0,0 2 224 0,1 1-48 15,11-17-16-15,-13 33 0 0,13-33-32 0,0 0 0 16,0 0 0-16,-1 45 0 0,1-45-128 0,0 0 0 16,0 0 0-16,26 29 0 0,-15-28 0 0,-1 0 0 15,2-1 0-15,1-2 0 0,0 0 0 0,1-3 0 16,0 1 0-16,-2-1 0 0,-1 0 0 0,-2 1 0 16,1-2 0-16,0 1 0 0,-3-1 0 0,-1 0 0 15,-2 4 0-15,-1 0 0 0,-2 0 0 0,-1 2 0 16,-2 2 0-16,-1 2 0 0,0 1 0 0,-3 2 0 0,6-7 0 15,-13 20 0-15,13-20 0 0,-17 30 0 0,17-30 0 0,-21 40 0 16,10-18 0-16,-3 1 0 0,-1 4 0 0,-3-1 128 16,0 0 0-16,0-2-128 0,3-4 192 15,-2 2-64-15,1-1 32 0,2-4 0 0,3-3 0 0,-1-2 0 16,0 1-160-16,-1-2 0 0,1-2 0 0,1-2 128 16,1-1-128-16,0-2 0 0,0-3 0 0,-1-2 0 15,-1-3-384-15,2 0 0 0,-1 0 0 0,-1-1-18016 16</inkml:trace>
  <inkml:trace contextRef="#ctx0" brushRef="#br0" timeOffset="175693.83">21851 3451 15663 0,'0'-2'688'0,"0"2"144"0,0-3-656 0,0 1-176 0,1 2 0 0,0-1 0 16,0 0 1664-16,-1-1 288 0,3-1 64 0,0-3 16 15,1 0 160-15,0 1 48 0,0-2 0 0,0 0 0 16,0 3-448-16,-2 1-96 0,-1 1-16 0,0 2 0 16,-1 2-720-16,-1 1-160 0,-1 3-32 0,2-6 0 15,0 0-416-15,-16 44-96 0,16-44 0 0,-22 58-16 0,9-20-240 0,-1 3 144 16,-2-1-144-16,-2 4 128 0,-2 3-128 16,-1 2 0-16,2-2 144 0,2-4-144 0,4-5 0 0,3-7 0 15,10-31 0-15,-11 45 128 0,11-45-128 0,0 0 0 16,0 0 0-16,-2 40 0 0,3-37 0 0,1-3 0 15,1 0 0-15,0-5 128 16,2-1 16-16,0-3 16 0,0 0 0 0,2-5 0 0,-1-1-32 0,2-2-128 16,-2-1 192-16,1 1-64 15,1-3-128-15,0 0 128 0,1-4-128 0,1-2 128 0,2 0-128 16,1 0 0-16,0 5 144 0,-1 2-144 0,-1 2 0 0,-1 6 0 0,0 3 0 0,-1 4 0 16,-3 1 0-16,0 4 0 0,-1 2 0 0,-5-3 0 15,0 0 0-15,0 0 0 0,0 0 0 0,13 53 0 16,-13-53 0-16,0 0 0 15,-2 52 0-15,2-52 128 0,-8 43-128 0,8-43 0 0,-11 43 0 0,11-43 0 16,-10 33 0-16,10-33 0 0,0 0 0 0,-11 35 0 16,11-35 0-16,0 0 0 0,0 0 0 0,0 0 0 15,0 0 0-15,0 0-160 0,0 0 160 0,0 0-18992 16</inkml:trace>
  <inkml:trace contextRef="#ctx0" brushRef="#br0" timeOffset="182297.05">22472 3612 11967 0,'6'-9'1072'0,"-3"3"-864"0,0 0-208 0,0 1 0 16,0 3 496-16,-1 0 48 0,-1 0 16 0,3-1 0 0,3-3 1472 0,1-2 288 15,-1 3 64-15,0-2 16 0,-1 4-448 0,-3 1-96 16,0 1 0-16,-2 2-16 0,-1 2-704 0,-2 4-144 16,2-7-32-16,0 0 0 0,-12 30-416 0,12-30-96 15,-14 29 0-15,14-29-16 0,-18 35-192 0,18-35-48 16,-18 38 0-16,18-38 0 0,-19 38 0 0,19-38 0 16,-14 34 0-16,14-34 0 0,0 0-192 0,-11 42 176 15,11-42-176-15,0 0 160 0,0 0-160 0,-2 41 0 16,2-41 0-16,0 0 0 0,0 0 0 0,0 0 0 15,0 0 128-15,0 0-128 0,0 0 0 0,0 0 0 16,0 0 0-16,0 0 0 0,0 0-288 0,0 0 16 0,0 0 0 0,23 12 0 31,-22-15-1072-31,0-1-192 0,0 1-64 0,-1-2 0 16,-1 1-1088-16,-1-1-208 0,-1 0-48 0</inkml:trace>
  <inkml:trace contextRef="#ctx0" brushRef="#br0" timeOffset="182487.87">22378 3784 4767 0,'-31'-10'0'0,"23"7"192"0,4 2-48 0,2 0 16 0,1 1-160 0,-1 0 0 15,-4-2 0-15,-3-1 0 0,-2 1 1792 0,-1-2 336 0,2 1 64 0,1 0 16 16,3 0-16-16,3 2 0 0,4-2 0 0,4 1 0 16,3 0 432-16,4 1 96 0,4-1 16 0,4 0 0 0,2 0-576 0,2-1-112 15,3-2-32-15,1-1 0 0,3 0-1072 0,1 2-224 16,-3-1-32-16,-2 2-16 0,0-1-432 16,0 0-96-16,-1 1-16 0,-2 0 0 0,-1 1-128 0,-1 0 0 15,-4-1 0-15,-2-1 0 16,-1 0-784-16,-4-1-96 0,-2-1-16 0,-1 2-10560 15,-3-3-2112-15</inkml:trace>
  <inkml:trace contextRef="#ctx0" brushRef="#br0" timeOffset="183069.89">22754 3470 7359 0,'7'-14'320'0,"-5"7"80"0,2 0-400 0,-1 0 0 16,-1 4 0-16,0 2 0 0,-1-2 1792 0,3 0 256 0,2-4 64 0,0 0 16 16,1 1 512-16,-1 0 112 0,0 1 0 0,-2 3 16 15,1 1-672-15,-2 1-144 0,0 1-32 0,-2 2 0 16,0 2-688-16,-1 0-144 15,0-5-16-15,0 0-16 0,0 0-480 0,0 0-80 16,-11 42-32-16,11-42 0 0,-12 26-176 0,12-26-32 0,-17 35-16 0,17-35 0 16,-20 43 0-16,8-20 0 0,-1 3 0 0,1-2 0 15,-1-1-48-15,1 0 0 0,12-23 0 0,-19 38 0 16,19-38-48-16,-10 32-16 0,10-32 0 0,0 0 0 16,0 0-128-16,-4 41 0 0,4-41 0 0,0 0 128 0,0 0-128 0,0 0 0 15,28 20 0-15,-19-21 0 0,1-1 160 16,0-1-160-16,0-2 192 0,0 1-192 0,3-3 128 0,-2 2-128 15,0-3 0-15,-1 0 0 0,0 2 0 16,-1-1 0-16,0 0 0 0,-2 3 0 0,0 1 0 0,-2-2 0 16,0 4 0-16,-1 0 0 0,-2 1 0 0,0 2 0 15,-1 0 0-15,-1-2 0 0,0 0 0 0,0 0 0 16,0 0 0-16,0 0 0 0,0 0 0 0,9 47 0 16,-9-47 0-16,0 0 0 0,0 0 0 0,23 32 0 0,-23-32 0 15,0 0 0-15,35 15 128 0,-21-11-128 16,1-3 0-16,0-1 0 0,3 0 0 0,2-1 128 15,0-3-128-15,-1 1 0 0,1-2 128 0,-2 1-128 16,1-1 0-16,-2 0 0 0,-1-2 0 0,1 0 0 0,1-3 0 0,-3 0 0 16,0-1 0-16,-2-1 0 0,-2 0 0 0,-2-2 0 15,-2 0 0-15,-1-1-176 0,-2 1 176 0,0-2-160 16,-1 2 160-16,-2 0-208 0,-1 1 80 0,0 2 128 16,-3 2-192-16,0 1 192 0,0 3-160 0,-3 3 160 15,1 2 0-15,-1 0 0 0,-2 4 0 0,0 4 0 16,0 1 0-16,-2 1 0 0,-1 4 0 0,0 2 160 15,-1 2-16-15,12-18 0 16,-21 39 0-16,21-39 0 0,-17 37-16 0,17-37 0 0,-11 33 0 0,11-33 0 0,0 0 16 0,-5 40 0 16,5-40 0-16,0 0 0 0,0 0-144 0,0 0 0 15,24 42 0-15,-24-42 0 16,0 0 0-16,29 10 0 0,-16-10 0 0,1-2-12480 16,0 1-2368-16</inkml:trace>
  <inkml:trace contextRef="#ctx0" brushRef="#br0" timeOffset="183876.7">23684 3636 4607 0,'2'-1'400'0,"-1"0"-400"15,0 1 0-15,-1 0 0 0,0 0 240 0,-1 0-48 16,2 0 0-16,-1-2 0 0,0 2 0 0,0-3 0 15,0 3 0-15,0-2 0 0,0-1 992 0,-1 1 192 16,1 0 32-16,0-1 16 0,0 1 672 0,-1-3 128 16,1 1 16-16,1-1 16 0,-1 1-432 0,1-1-96 15,0-1 0-15,0 2-16 0,0-1-464 0,0 0-96 16,0 1 0-16,-1-1-16 0,1 2-496 0,-2 1-112 16,-1 2-16-16,-1 0 0 0,-2 3-192 0,-1 2-64 15,-3 3 0-15,-3 2 0 0,-1 6 144 0,-1 1 32 0,-1 2 0 0,-2 1 0 16,2 3-32-16,0-2 0 0,1 3 0 15,14-24 0-15,-25 42-64 0,25-42-16 0,-14 34 0 0,14-34 0 16,0 0 64-16,0 0 16 0,4 40 0 0,-4-40 0 16,18 8-80-16,-7-6-32 0,4-2 0 0,1-3 0 15,1-2-96-15,1 1 0 0,-1-4-16 0,-1 2 0 16,3-2-176-16,-2-1 0 0,0 2 0 0,-1-3 0 16,0 1 0-16,-2 0 0 0,0 1 0 0,-2-1-176 15,-1 2-448-15,-2-1-80 0,-1 2-32 16,-1-2 0-16,-1 2-752 0,-1 0-160 0,0 0-16 0,-2 1-16 15,1 1-768-15,-1-1-160 0</inkml:trace>
  <inkml:trace contextRef="#ctx0" brushRef="#br0" timeOffset="184225.61">23887 3655 1839 0,'3'-4'0'0,"-2"3"160"0,1-1-160 0,-1 1 0 0,0 0 0 0,0 1 0 0,-1 0 1792 0,1-2 320 15,0 1 64-15,0-1 0 0,-1 2 160 0,-3 2 32 16,0 1 0-16,-3-1 0 0,1 5-352 0,-3-1-64 0,0 3-16 16,0 0 0-16,8-9-464 0,-18 24-80 0,18-24-32 0,-14 23 0 15,14-23-544-15,0 0-112 0,0 0-32 0,-12 37 0 16,12-37-272-16,0 0-48 0,0 0-16 0,0 0 0 16,25 18 112-16,-15-18 0 0,3-3 16 0,0-1 0 15,2-1-192-15,0 0-32 0,0-2-16 0,0-1 0 16,-1-1-224-16,-1 1 0 0,-1 0 0 0,-2-2 0 15,-1 1 0-15,-2-2-128 0,-2 1 128 16,-2-1-160-16,-3 0 160 0,-2 2 0 0,-2-1 0 0,-1 1 0 0,-1 2 0 0,-2 2 0 16,-1 0 0-16,-2 0 0 15,-1 3 0-15,1 1 0 0,-1 2 160 0,0 1-160 16,0 3 256-16,1 0-32 0,1 0-16 0,0 2 0 16,2 0-48-16,2-1-16 0,1 0 0 0,2 1 0 0,2-2-144 0,1-5 0 15,0 0 0-15,0 0-16688 16</inkml:trace>
  <inkml:trace contextRef="#ctx0" brushRef="#br0" timeOffset="184510.06">24170 3442 10127 0,'6'-10'448'0,"-3"8"96"0,0-3-544 0,0 1 0 0,-1 1 0 0,0 2 0 0,0 0 1664 0,0-2 240 0,2-1 32 0,0 1 16 15,0 1-96-15,-4 0-32 0,0 4 0 0,-4 2 0 16,4-4 112-16,0 0 32 16,-22 29 0-16,22-29 0 0,-25 33-544 0,25-33-96 0,-28 43-32 0,11-20 0 31,17-23-528-31,-31 50-128 0,31-50 0 0,-29 49-16 0,29-49-240 0,-23 41-32 0,23-41-16 0,-13 36 0 0,13-36-336 16,0 0 0-16,-5 40 0 0,5-40 0 15,0 0-480-15,0 0-112 0,0 0-32 0,20 26 0 16,-15-26-976-16,1 0-192 0,-1-2-32 0,2 0-7920 31,0-3-1584-31</inkml:trace>
  <inkml:trace contextRef="#ctx0" brushRef="#br0" timeOffset="184715.88">24272 3494 5231 0,'12'-22'0'0,"-5"11"224"0,-1 1-64 0,-1 2 0 0,-2 3-160 0,-1 2 0 15,-1 0 0-15,3-1 0 0,2-4 3056 0,0-1 576 0,0 2 112 0,-2 0 32 16,-2 4-944-16,-3 3-176 0,-2 5-32 0,3-5-16 15,-17 21-640-15,17-21-128 0,-28 35-32 0,10-10 0 16,-1 1-816-16,-1 4-160 0,0 2-48 0,1-2 0 16,2-3-192-16,1-1-32 0,16-26-16 0,-26 51 0 15,26-51-224-15,-16 46-64 0,16-46 0 0,0 0 0 16,-3 50-256-16,3-50 0 0,0 0 128 0,0 0-128 16,25 35 0-16,-15-32 0 0,2-3 0 0,2-2 0 31,2-2-816-31,-1 0-64 0,2-3-16 0,0-2-16144 0</inkml:trace>
  <inkml:trace contextRef="#ctx0" brushRef="#br0" timeOffset="185098.83">24286 3691 7359 0,'-4'2'656'0,"1"-1"-528"16,1 1-128-16,1 0 0 0,1-2 1440 0,0 0 256 16,0 1 48-16,2 0 16 0,0 1 1264 0,2-1 256 15,4 1 48-15,1-2 16 0,1 0-1344 0,2-2-272 16,1 1-48-16,2-1-16 0,0 0-928 0,-6 0-192 15,-3-1-32-15,0 3-16 0,2-4-272 0,0 1-48 16,2 1-16-16,0-5 0 0,2 2-160 0,0-3 0 16,0 2 0-16,-2-4 0 0,0 1 0 0,-2-1 0 0,0-2 0 0,-3 1 0 15,-1-1-160-15,-2 1 160 0,-2 2 0 0,-1 0-144 16,1 2 144-16,-3 2 0 0,-1 1 0 0,-1 1 0 16,-1 2 0-16,1 2 0 0,-2-1 0 0,-1 5 0 15,-2 2 208-15,-5 3 32 0,-3 5 0 0,-1 2 0 16,-2 1 208-16,2 0 32 0,1 1 16 0,2-2 0 15,16-17 80-15,-24 31 0 0,24-31 16 0,0 0 0 16,-15 34-192-16,15-34-32 0,0 0-16 0,0 0 0 0,0 0-160 0,0 0-48 16,28 26 0-16,-17-27 0 0,0-1-16 0,1-1-128 15,2 1 192-15,-5-1-64 0,-3 3-128 0,0-2 0 16,2 0 0-16,4-1 0 0,0-1 0 0,1 1-224 16,1 1 32-16</inkml:trace>
  <inkml:trace contextRef="#ctx0" brushRef="#br0" timeOffset="185651.85">24678 3653 14735 0,'8'-7'640'0,"-4"0"160"16,-1 3-640-16,0-1-160 0,-2 2 0 0,-1 1 0 0,1 1 2000 0,-1-1 368 16,1-3 80-16,-1-2 16 0,-2 3 64 0,-1-1 16 15,0 2 0-15,-3 2 0 0,-1 1-1072 0,-1 1-224 0,0 1-32 0,-2 2-16 16,-1 1-752-16,-1 1-128 0,1 1-48 0,-1-2 0 15,1 2-128-15,1-2-16 0,1 2-128 0,-1 0 192 16,10-7 192-16,-16 14 16 0,16-14 16 0,0 0 0 16,-25 27-112-16,25-27-32 0,0 0 0 0,0 0 0 15,-22 33-272-15,22-33 160 0,0 0-160 0,0 0 128 16,0 0-128-16,-5 42 0 0,5-42 0 0,0 0 0 16,0 0 0-16,0 0 0 0,24 21 0 0,-15-21 0 0,1 0-192 0,3-2-32 15,1-2 0-15,2-1 0 16,0 0-1120-16,1-5-208 0,1 3-48 0,0-2-16 15,1-3-800-15,0 0-144 0,-1-2-48 0,1-2 0 16,-3 1 400-16,-3 0 80 0,-2 4 16 0,-4 2 0 31,-1 1 800-31,2-3 160 0,0-2 48 0,1-3 0 0,4-6 1104 0,-1 1 128 0,1-2 80 0,-2 1 16 0,-1 4 1552 0,-3 3 304 16,-1 3 64-16,-1 4 16 0,-4 2 576 0,0 1 112 16,-1 4 32-16,-1 0 0 0,0 1-960 0,-2 2-176 0,0 0-32 0,-1 1-16 15,1 0-928-15,-1 1-192 0,1 1-48 0,-2 0 0 31,5-5-304-31,0 0-64 0,0 0-16 0,-18 31 0 0,18-31-144 0,0 0 0 16,-16 36 0-16,16-36 128 0,0 0-128 0,-19 46 0 0,19-46 0 0,-19 48 128 31,19-48-128-31,-18 52 0 0,18-52 144 0,-14 45-144 0,14-45 0 0,0 0 128 16,-7 46-128-16,7-46 0 0,0 0 0 0,0 0 0 0,0 0 0 0,0 0 0 31,18 31 0-31,-16-30 0 0,-1-1-176 0,2-1 176 16,0 0-560-16,1-1-16 0,-1-1 0 0,2-2 0 15,0 1-816-15,-1-3-160 0,2 0-48 0,-1-3 0 16,1-2-640-16,0-1-144 0,-3 0-32 0,1-3 0 16,-1 1 0-16,-2 3 0 0</inkml:trace>
  <inkml:trace contextRef="#ctx0" brushRef="#br0" timeOffset="185810.77">24774 3542 3903 0,'0'0'352'0,"-1"0"-352"16,0 0 0-16,-1 0 0 0,0 0 1984 0,-5 0 320 16,-1 0 64-16,-3 2 0 0,0 0 1472 0,1 3 272 15,2-2 64-15,2 1 16 0,3-1-1408 0,3 1-288 16,2-1-48-16,3 0-16 0,2-2-1072 0,3 1-208 15,0-2-64-15,-1-2 0 0,-3 2-688 0,-2 0-144 0,0 0-16 0,1-1-16 16,1 0-224-16,2-1 144 0,2-1-144 0,2-2 128 16,2 3-128-16,1-3 0 0,2-2 0 0,0 3 0 15,1-2 0-15,-2 2-224 0,-2-1 48 0</inkml:trace>
  <inkml:trace contextRef="#ctx0" brushRef="#br0" timeOffset="186189.48">24855 3650 14735 0,'1'0'1312'16,"0"1"-1056"-16,-1 1-256 0,1-2 0 0,0 0 1808 0,0 0 304 15,1 2 64-15,1-2 16 0,2 3 480 0,0-1 80 16,3-1 32-16,2 0 0 0,1 1-1312 0,1-2-272 16,1 0-48-16,1 0-16 15,0 0-448-15,0-2-96 0,0 0-16 0,-1-3 0 0,-1 1-384 0,-1 0-192 16,-1 0 160-16,-1-3-160 0,0 3 0 0,-3-4 0 15,0 2 0-15,-3 0 0 0,0-3 0 0,-2 2 0 16,-2-3 0-16,-2 3 0 0,-2 0 0 0,-3 1-128 16,0 3 128-16,-3 0 0 0,0 1-240 0,-2 2 64 15,1 2 16-15,1-1 0 0,0 3 160 0,1-1-128 16,0 1 128-16,1-1-128 0,0 2 128 0,0-1 0 0,0 3 0 0,0-1 0 16,1 0 144-16,1 0-144 0,-1 0 192 0,2-1-192 15,0 0 240-15,2 2-64 0,-1-3-16 0,5-4 0 16,0 0 96-16,0 0 0 0,0 0 16 0,0 0 0 15,-15 37-48-15,15-37-16 0,0 0 0 0,0 0 0 16,0 0-208-16,0 0 128 0,23 34-128 0,-13-29 0 16,1 0 0-16,2-2 0 0,1 1 0 0,0-2 0 0,1-1 0 15,1-1-240-15,-1 0 32 0,-1-1 0 16,-1-1-2144-16,-1 0-416 0,-1-1-96 0</inkml:trace>
  <inkml:trace contextRef="#ctx0" brushRef="#br0" timeOffset="186727.39">25106 3679 6447 0,'4'0'272'0,"-2"-2"80"16,0 1-352-16,0 1 0 0,-1-2 0 0,0 2 0 0,1 0 2224 0,0-1 368 16,1 0 80-16,3-3 16 0,1 1 240 0,-1 0 48 15,1-1 16-15,1 1 0 0,-1-1-1072 0,0 0-224 16,0 0-32-16,-1 0-16 0,-2 1-784 0,1-1-160 0,-1 1-16 0,-1-2-16 16,-1 3-368-16,0-3-80 0,-1 3-16 0,0-1 0 15,-1 0 0-15,0 0 0 0,-1 0 0 16,0 0 0-16,-1 1 48 0,0 0 0 0,1-2 0 0,-1 3 0 15,-1-1-32-15,0 0 0 0,0 1 0 0,1 1 0 16,-2 0 32-16,1 0 16 0,-1 1 0 0,2 1 0 16,0 0-96-16,0-2-32 0,-1 3 0 0,0-1 0 15,0 2-144-15,-1 0 192 0,4-4-192 0,0 0 192 32,0 0-48-32,-21 31 0 0,21-31 0 0,0 0 0 0,0 0-144 0,-16 39 160 15,16-39-160-15,0 0 160 0,0 0-160 0,-7 43 0 16,7-43 0-16,0 0 0 0,0 0 0 0,0 0 0 0,0 0 0 0,0 0 0 0,11 40 0 0,-8-37 0 15,2-3 0-15,-1-2 0 16,0 1-208-16,1-4 80 0,0 2 128 0,-1-3-208 16,2-1-176-16,-2-3-16 0,1-1-16 0,1 1 0 0,-1-2 160 0,1-2 16 15,1-1 16-15,1-1 0 0,-1 0 224 0,1-6 0 16,2-1 0-16,0-1 0 0,1-2 0 0,-1 0 0 16,1 0 192-16,-2 2-192 0,-1 3 384 0,-3 2-16 15,0 4-16-15,-3 1 0 0,-1 4-80 0,-1 4-16 16,-1 3 0-16,-1 1 0 0,-1 4-64 0,0-1 0 15,-1 3-16-15,0 0 0 0,1 2-176 0,3-6 192 0,0 0-192 0,-17 40 192 16,17-40-192-16,-11 44 160 0,11-44-160 0,-6 53 160 16,6-53-32-16,-1 58-128 15,1-58 192-15,2 51-64 0,-2-51-128 0,0 0 128 0,6 59-128 0,-6-59 128 16,0 0-128-16,5 50 0 16,-5-50 0-16,0 0 0 0,0 0 0 0,12 52 0 15,-12-52 0-15,0 0 0 0,0 0-192 16</inkml:trace>
  <inkml:trace contextRef="#ctx0" brushRef="#br0" timeOffset="188486.51">16769 4936 6447 0,'0'0'576'0,"1"0"-576"0,0 0 0 0,0-2 0 16,0 2 1984-16,0-1 272 0,0 1 64 0,1 0 16 0,2-2 288 0,-1 0 48 16,1 1 16-16,1-1 0 15,-1 0-768-15,0-1-160 0,0 1-32 0,-1-1 0 0,0 0-640 0,0 0-144 16,0 0-32-16,0-2 0 0,-1 1-416 0,0-4-96 15,0 2-16-15,-2-2 0 0,0 2-240 0,-2-2-144 16,-2 1 160-16,0 0-160 0,-3 0 208 0,-1 2-48 16,-1-2-16-16,-1 1 0 0,-1 0 16 0,0 1 0 15,-2 3 0-15,1-2 0 0,1 3 32 0,0-1 0 16,1 2 0-16,0 2 0 0,1 4-64 0,0 0 0 0,0 3 0 0,0 2 0 16,2 0-128-16,0 3 0 0,0 0 0 0,7-14 128 15,-13 36-128-15,13-36 0 16,-9 39 0-16,9-39 0 0,-6 37 0 0,6-37 128 0,0 0-128 0,2 45 0 15,-2-45 128 1,0 0-128-16,0 0 0 0,32 21 128 0,-20-23-128 0,3-3 0 0,0-1 0 0,2-5 0 16,0-1 0-16,1 0 0 15,1-2 0-15,-2 0 128 0,3-2-256 0,0-4-64 0,1-3-16 0,1 2 0 16,-4-2-432-16,-1 0-96 0,-2 0-16 0,-5 0 0 16,-1 1 176-16,-1-4 48 0,-2 0 0 0,-1-2 0 0,0-1 384 0,-2 0 144 15,0 1 0-15,0 2-144 16,-1 5 144-16,-1 6 0 0,0 5 0 0,-2 2 0 0,1 2 448 0,-2 4 0 31,0 2 16-31,0 3 0 0,-1 4 432 0,0 0 96 0,3-7 16 0,-10 29 0 16,10-29-528-16,-12 46-96 0,6-16-32 0,-2 2 0 15,1 2-96-15,1-2-32 0,1 0 0 0,5-32 0 16,-6 54-224-16,6-54 176 0,1 45-176 0,-1-45 160 0,0 0-160 16,15 47 0-16,-15-47 0 15,0 0 0-15,0 0 0 0,33 24-256 0,-22-24 64 0,0-2 16 31,1-3-656-31,-1-2-128 0,0 0-16 0,0 0-16 16,1-1-1456-16,1-3-304 0,1-1-48 0,0-2-16 16,-1 2-1312-16,-1-3-272 0,-2 0-48 0,0-2-16 0,-1 2 2544 0,-2-2 496 15,0 3 96-15,-3 0 32 0,0 4 1296 0,-1 2 272 0,-2 2 48 0,-1 2 16 16,0 1 1776-16,-1 1 336 0,1 2 80 0,-1 0 16 16,-1 2 208-16,0 1 32 0,-2 1 16 0,1 4 0 15,-3-1-720-15,0 2-144 0,-1 3-16 0,1 0-16 0,-2 2-624 16,2-2-112-16,-1 1-16 0,7-13-16 0,-12 27-432 15,12-27-96-15,-8 24-16 0,8-24 0 0,0 0-240 0,-6 31-48 16,6-31-16-16,0 0 0 0,0 0-160 0,0 0-128 16,0 0 192-16,23 40-192 0,-23-40 0 0,0 0 0 15,25 3 0-15,-15-6 0 0,0 0 0 0,2-1 0 16,1-3 0-16,1-2 0 0,0 0-352 0,0-2 32 16,2-1 0-16,-2 0 0 15,0-2-480-15,-1-1-96 0,-1 0 0 0,-1-2-16 16,-3 0 224-16,-2 1 48 0,-1-1 16 0,-2 3 0 0,-1 2 496 0,-1 1 128 0,-1 3 0 0,-1 4 0 15,0 3 176-15,-2 1 96 0,1 3 32 0,-1 2 0 16,-1 4 528-16,0 1 96 0,-1 1 32 0,1-1 0 16,4-10-304-16,-8 28-48 15,8-28-16-15,-6 29 0 0,6-29-352 0,0 0-80 0,-6 40-16 0,6-40 0 16,0 0-144-16,0 0 0 0,0 0 144 0,10 45-144 16,-10-45 0-16,0 0 0 0,0 0 0 0,0 0 0 15,34 10 0-15,-26-13 0 0,2 1 0 0,1-3-192 16,0-2-1088-16,1-2-240 0,3 1-32 0,-1-1-14976 15</inkml:trace>
  <inkml:trace contextRef="#ctx0" brushRef="#br0" timeOffset="188802.5">17565 4748 13823 0,'2'-1'608'0,"-1"0"128"0,0 1-592 0,-1-2-144 16,0 2 0-16,0-2 0 0,0 1 2688 0,0 1 512 16,-1-2 112-16,-1-1 16 0,0 1-960 0,-1 0-192 15,-1-1-48-15,-1 1 0 0,0 2-1104 0,-2 0-240 16,0 0-32-16,-1 0-16 0,1 5-224 0,-1-1-64 15,-3 1 0-15,1 1 0 0,0 2-304 0,1-1-144 0,-1 3 128 0,3 0-128 16,2-1 0-16,2 0 128 16,3-9-128-16,0 0 0 0,0 0 128 0,0 0-128 0,0 0 0 0,20 44 128 15,-20-44-128-15,0 0 160 0,33 11-160 0,-21-9 160 16,1-1-160-16,0 1 0 0,0 0 144 0,-1-2-144 16,-2 2 0-16,-10-2 0 15,0 0 0-15,0 0 0 0,29 11 0 0,-29-11 0 0,0 0 0 0,0 0 0 16,0 0 0-16,0 0 0 0,-12 25 0 0,3-20 0 15,-2 3 0-15,-1 0 0 0,-3 0 0 0,-2 1 128 16,1-1-128-16,-1 0 0 0,-1 2 0 0,4-5 0 16,2 2 0-16,2-5 0 0,5 0 0 0,2-2 0 15,2 0-432-15,3-2 0 0,2 0 0 0,3-2-10768 16,2-1-2144-16</inkml:trace>
  <inkml:trace contextRef="#ctx0" brushRef="#br0" timeOffset="189137.79">17752 4744 9215 0,'8'-12'400'0,"-3"5"96"0,-1 2-496 0,0 0 0 16,-2 2 0-16,-1 1 0 0,2 0 3008 0,1-3 512 16,1-2 112-16,0 0 16 15,0 0-128-15,-2 2 0 0,-1 0-16 0,-2 3 0 0,-1 2-1840 0,-1 2-384 16,-1-1-64-16,0 3 0 0,0 1-848 0,-1 2-176 0,-1 2-16 0,1 2-16 16,-2 0-160-16,6-11 0 0,-10 28 0 0,10-28 0 31,-11 29 0-31,11-29 0 0,-11 35 0 0,11-35 0 0,-11 36 0 0,11-36 0 0,-7 30 0 0,7-30 0 31,-7 34 0-31,7-34 0 0,0 0 0 0,0 43 0 0,0-43 0 0,0 0 0 0,0 0 0 0,20 38 0 31,-20-38 0-31,0 0 0 0,0 0 0 0,36 17 0 0,-26-17 0 0,0-1 0 0,0-1 0 0,-1-1 0 16,-1 2 0-16,1-2 0 16,-2-2 0-16,1-1 0 0,-3 2 0 0,1-3 0 15,-1 1-128-15,-1 0 128 0,0 0-304 0,-2-2 16 16,-1 1 0-16,0-2 0 15,-1-1-800-15,-1 1-176 0,0 0-16 0,-4-1-16 16,0 0-720-16,-2 0-144 0,-2 1-16 0,-4 0-10720 0</inkml:trace>
  <inkml:trace contextRef="#ctx0" brushRef="#br0" timeOffset="189279.19">17628 4814 12895 0,'-16'0'576'0,"12"0"112"0,2 0-560 0,2 0-128 0,0 0 0 0,0 0 0 16,1 0 3088-16,2 1 592 0,2-1 112 0,5 0 32 15,4-1-368-15,4-1-64 0,4 0 0 0,3-2-16 16,3-1-2080-16,2 2-400 0,2-2-96 0,1-2-16 15,-2 1-464-15,-2 0-112 0,-3 0-16 0,-4 1 0 16,-3 2-336-16,-3 1-80 0</inkml:trace>
  <inkml:trace contextRef="#ctx0" brushRef="#br0" timeOffset="195997.37">16415 5664 8287 0,'1'-2'736'16,"-1"1"-592"-16,0-1-144 0,0 1 0 16,0 1 1168-16,-1-2 208 0,1 1 32 0,-1-2 16 15,0 0 176-15,0-4 48 0,0 3 0 0,-1 1 0 16,0-2-400-16,0 1-80 0,-1 1-16 0,1-1 0 0,0 1-96 0,0 3-32 15,0-4 0-15,0 1 0 16,-1 1-400-16,0 1-96 0,0-1-16 0,-1 1 0 0,-2 1-192 0,0 1-64 16,-1 1 0-16,-3 3 0 15,1 0 144-15,-1 2 32 0,1-2 0 0,0 2 0 0,-1 2-112 0,0 3 0 16,0 0-16-16,0 0 0 0,1 2 16 0,0 0 16 16,0 3 0-16,-1-3 0 0,2 3-48 0,0-1-16 0,0 1 0 0,1-2 0 15,1 1 176-15,6-16 48 0,-9 26 0 16,6-16 0-16,0-3-64 0,1 4-16 0,1-1 0 0,1-10 0 15,0 0-240-15,-5 29-48 16,5-29-128-16,0 0 192 16,-6 31-192-16,6-31 0 0,0 0 0 0,-7 35 0 0,7-35 0 0,0 0 128 0,-7 40-128 0,7-40 0 15,-5 31 0 1,5-31 0-16,-7 33 0 0,7-33 0 0,-6 31 0 0,6-31 0 16,-6 28 0-16,6-28 0 0,0 0 0 0,-5 34 0 0,5-34 0 0,0 0 0 15,0 0 0-15,0 0 0 0,-2 33 0 0,3-28 0 16,1-2 192-16,0 0-64 15,-1 0-128-15,1-3 192 0,0 2-64 0,0 1 0 0,0-2-128 16,0 0 192-16,-1 1-192 0,0 1 0 16,-1 2 0-16,1-2 0 0,-1 0 0 0,-1 0 0 0,1 2 0 0,-1-1 0 0,-1 1 0 0,0 0-128 15,0 0 128-15,-1-2-160 0,1 1 32 0,-2 0 0 16,1-1 0-16,-2-1 0 0,2 1-112 0,-3-2-16 16,1 0 0-1,1-1 0-15,-1 0-80 0,1-1-32 0,-2 0 0 0,1-1 0 0,0 1 160 0,1-4 16 16,0 3 16-16,2-2 0 15,0 1 176-15,1-1 0 0,0 1 0 0,1 1 0 16,1 0 0-16,0-1 0 0,1 1 0 0,-1 1 0 16,3-1 128-16,0 0-128 0,0 2 160 0,1-2-160 15,1 0 272-15,-1 2-32 0,2 0-16 0,-1-1 0 16,0 2 96-16,0 1 0 0,0-2 16 0,-1 2 0 16,2-2 32-16,-1 2 0 0,1 0 0 0,-2 1 0 15,2 0-32-15,-1 1 0 0,-6-4 0 0,0 0 0 16,0 0-144-16,0 0-48 0,0 0 0 0,35 38 0 15,-35-38-144-15,0 0 160 0,0 0-160 0,23 47 160 16,-23-47-160-16,0 0 0 0,20 43 0 0,-20-43 0 0,0 0 0 16,27 52 0-16,-27-52 128 0,0 0-128 15,27 54 0-15,-27-54 0 0,16 36 0 0,-16-36 0 0,12 40 0 0,-12-40 0 16,9 41 128-16,-9-41-128 0,4 40 0 0,-4-40 0 16,1 41 0-16,-1-41 0 0,-3 40 0 0,3-40 0 15,-3 43 0-15,3-43 0 0,-1 47 0 0,1-47 0 16,5 39 0-16,-5-39 0 0,0 0 0 0,17 37 0 15,-17-37 0-15,0 0-18592 16</inkml:trace>
  <inkml:trace contextRef="#ctx0" brushRef="#br0" timeOffset="197119.41">16829 5706 9215 0,'-1'0'816'0,"1"-1"-656"0,0 1-160 0,0 0 0 15,0 0 1600-15,0-1 272 0,0 1 64 0,0 0 16 32,0-2 848-32,0 1 160 0,1 1 48 0,0 0 0 0,2 0-976 0,-1 1-192 0,2 1-48 0,0-2 0 15,1 1-592-15,2 0-128 0,-1 2-32 0,1 1 0 16,-7-4-512-16,0 0-96 0,0 0-32 0,0 0 0 16,0 0-400-16,33 19 0 0,-29-17 128 0,0 1-128 15,-2-1-480-15,0-1-128 0,0 1-32 0,-1 0-15936 16</inkml:trace>
  <inkml:trace contextRef="#ctx0" brushRef="#br0" timeOffset="197284.22">16808 5868 13823 0,'0'2'608'0,"0"-2"128"0,0 1-592 0,0 0-144 16,0-1 0-16,0 0 0 15,0 2 2064-15,0 1 384 16,0 0 80-16,0 3 16 0,0 0 16 0,0-6 0 15,0 0 0-15,0 0 0 0,-2 39-1056 0,2-39-208 16,0 0-32-16,0 0-16 0,0 43-864 0,0-43-192 0,0 0-16 16,0 0-16-1,0 0-720-15,13 38-144 0,-13-38-16 0,0 0-15104 0</inkml:trace>
  <inkml:trace contextRef="#ctx0" brushRef="#br0" timeOffset="197673.18">17194 5692 16575 0,'3'-10'736'0,"-2"6"160"16,0-1-720-16,-1 0-176 0,0 3 0 0,0 0 0 0,-1 0 2208 0,1-1 416 15,-1-1 64-15,0-2 32 0,-1-1-816 0,0 0-176 16,1 1-16-16,-2 0-16 0,0 2-800 0,1 1-176 16,-1 1-16-16,1 0-16 0,-1 1-80 0,0-1-16 15,-1 2 0-15,1 0 0 0,-1 2-336 0,0 1-80 16,0-1-16-16,1 2 0 0,-1 2 80 0,-1-2 16 15,2 4 0-15,-1 1 0 0,4-9 48 0,0 0 16 16,-9 31 0-16,9-31 0 0,0 0-160 0,-6 42-32 16,6-42 0-16,1 37 0 0,-1-37-128 0,5 41 160 0,-5-41-160 0,8 44 160 15,-8-44-160-15,10 44 0 0,-10-44 144 16,9 43-144-16,-9-43 0 0,6 52 0 0,-6-52 0 16,5 44 0-16,-5-44 0 0,0 0 0 0,3 51 0 0,-3-51 0 15,2 38 0-15,-2-38 0 0,0 0 0 0,-3 45 128 16,3-45-128-16,0 0 0 15,-9 31 0-15,5-24 0 0,-1-2 0 0,-1-1 0 0,1 1 0 0,-2-4 0 16,0 1 0-16,-1-2 0 0,-1-3 0 0,-2-1 0 16,-1 1-336-16,-3-4-96 15,-2-2-16-15,-2 0-17200 0</inkml:trace>
  <inkml:trace contextRef="#ctx0" brushRef="#br0" timeOffset="197817.56">16899 5960 14735 0,'12'-12'640'0,"-2"2"160"0,0 3-640 0,-2 2-160 0,-3 2 0 0,0 2 0 0,3-3 2560 0,6-2 464 15,9-3 112-15,7-3 0 0,4-2-416 0,1-1-96 16,-1 1 0-16,0 0-16 0,-4 2-1280 0,-2 1-256 16,-4 3-48-16,-1-1-16 0,-3 1-432 0,-2 2-96 15,-3 3-16-15,-2-2 0 0,-4 5-464 0,-1-2 0 16,-1 2 0-16,-3 2-11984 16,1-1-2496-16</inkml:trace>
  <inkml:trace contextRef="#ctx0" brushRef="#br0" timeOffset="198501.54">17830 5777 5519 0,'2'-5'496'0,"-2"2"-496"0,1 0 0 0,0 2 0 31,0 1 1968-31,-1 0 288 0,1-2 64 0,0 0 16 0,1 1 160 0,1-3 48 0,0 0 0 0,2-1 0 32,-1 2-320-32,-1-2-64 0,2 0-16 0,-1 1 0 0,0-1-704 0,0 0-144 15,1 1-16-15,-2-1-16 16,1 0-656-16,-1 0-128 0,-1 0-32 0,0-1 0 16,-2 1-288-16,0 0-160 0,-2 1 160 0,-1-2-160 15,-1 2 256-15,-1 0-64 0,-1 0 0 0,-2 2 0 0,-2 0-48 0,0 2-16 16,-1 1 0-16,-1 2 0 15,1 0-128-15,-1 3 192 0,-2 2-192 0,1-1 192 0,1 3-192 16,1 2 128-16,-1 2-128 0,1 2 128 0,1 2-128 0,1 0 0 16,1 1 0-16,1 0 0 0,7-19 0 0,-7 31 0 15,7-31 128-15,0 0-128 0,0 0 0 0,0 0 192 16,0 0-192-16,24 35 192 0,-15-35-192 0,1-2 0 16,2-2 144-16,2-4-144 0,3-1 0 0,-1-1 144 15,1-1-144-15,-2-1 0 0,-1 0 0 0,-2 0 0 0,-1 1 0 16,-2 0 0-16,-3 4 0 0,0-2 0 0,-2 2-128 0,-3 2 128 15,1-2-160-15,-2 2 160 0,-1 3-160 0,-1 0 160 16,0 2 0-16,-1 2-144 0,-1-1 144 0,0 2 0 16,2 2 0-16,-2 2 0 0,0 1 0 0,4-8 0 15,-7 21 0-15,7-21 0 0,0 0 0 0,-6 38 0 16,6-38 128-16,0 0 0 0,0 0 0 0,10 43 0 16,-10-43 64-16,0 0 32 0,0 0 0 0,34 11 0 15,-23-11-224-15,1-5 176 0,1 2-176 0,0-3 160 0,0-1-160 16,-1-2 0-16,0 1 0 0,0-1 0 31,0-3-368-31,-1 2-96 0,0 1-32 0,-1-2-11280 0,0 2-2240 0</inkml:trace>
  <inkml:trace contextRef="#ctx0" brushRef="#br0" timeOffset="199105.56">18109 5654 9151 0,'0'0'192'0,"-1"-2"64"0,1 2 0 0,0 0 0 0,0 0-256 0,-1 0 0 15,1 0 0-15,0 2 0 0,-1-2 3056 0,0 2 560 16,1 0 112-16,-2 2 32 0,1 1-688 0,0 1-128 15,-1 1-16-15,2-7-16 0,0 0-1104 0,0 0-208 0,-3 39-64 16,3-39 0-16,0 0-816 0,-6 39-160 0,6-39-48 0,-5 26 0 16,5-26-304-16,0 0-64 0,-8 37-16 0,8-37 0 15,0 0-128-15,0 0 0 0,-4 29 144 0,4-25-144 16,-1-2 0-16,1 0 0 0,1-4 0 0,-1 2 0 16,1-3 0-16,-1-1 0 0,2 1 0 0,1-4 0 15,0 0 0-15,0-3 0 16,3-2-144-16,0 0 144 0,1 0-208 0,0-2 16 0,0-2 16 0,0-1 0 0,0 3-80 0,0-5 0 31,2 3-16-31,-1-4 0 0,1 4 272 0,1 0-128 0,-1 4 128 0,-2 4 0 0,1 2 0 0,-2 3 0 16,0 0 0-16,-2 3 0 0,0 3 0 0,-4-3 0 15,0 0 176-15,0 0-176 16,0 0 256-16,9 41-48 0,-9-41-16 0,0 0 0 0,-4 44-192 16,4-44 176-16,-8 34-176 0,8-34 160 0,-12 35-160 0,6-20 0 15,6-15 144-15,-10 29-144 0,10-29 128 0,0 0-128 16,-4 27 160-16,4-27-160 0,0 0 0 0,0 0 128 15,0 0-128-15,0 0 0 0,0 0 0 0,0 0 0 16,15-6 0-16,-9-2 0 0,2-2 0 0,-1-1 0 0,2 1 0 0,0-2 0 16,0 0 0-16,1-2 0 0,1 0 0 0,-1-3-160 15,1 2-32-15,-2 0-16 0,-1 0 0 0,1-2 0 16,2-1 0-16,0 1 0 0,-1 5 0 0,0 0 0 16,-1 4 208-16,0 2 0 15,-1 1 0-15,-2 3 0 0,-1 2 0 0,-1 3 0 16,-4-3 0-16,0 0 0 0,0 0 272 0,0 0-48 15,5 40-16-15,-5-40 0 0,0 0-16 0,-10 45-16 16,10-45 0-16,-12 36 0 16,12-36-176-16,-11 40 128 0,11-40-128 0,-8 33 128 0,8-33-128 0,0 0 192 15,-3 40-192-15,3-40 192 0,0 0-192 0,0 0 0 16,0 0 0-16,0 0 0 0,0 0 0 0,28 33 0 16,-23-33 0-16,0-2 0 0,1-2 0 0,0-1-224 15,0 1 80-15,-1-2 16 16,1-1-1264-16,-1 0-240 0</inkml:trace>
  <inkml:trace contextRef="#ctx0" brushRef="#br0" timeOffset="199943.86">18547 5690 3743 0,'1'-2'160'0,"-1"1"32"0,0 1-192 16,0 0 0-16,0 0 0 0,0 0 0 0,0 0 0 0,1 0 0 0,-1 0 0 0,0-2 0 15,0 2 1200-15,1 0 336 0,-1-3 80 0,0 3 16 16,1-2 784-16,-1 2 144 0,1-2 48 0,-1 0 0 16,0 1-176-16,0-1-16 0,0 0-16 0,0 1 0 15,0-1-384-15,-1 2-80 0,1 0-16 0,-1 0 0 16,1 0-688-16,-2 2-144 0,1 1-16 0,-1 0-16 0,0 3-528 0,-2 2-96 16,4-8-32-16,-9 30 240 0,9-30-448 15,-5 29 0-15,5-29 0 0,0 0-192 0,-1 47 144 16,1-47-144-16,0 0 128 0,12 43-128 0,-12-43 0 15,0 0 0-15,0 0 0 0,39 28 0 0,-39-28 0 16,24 1 0-16,-12-2 0 0,0-4 0 0,0 1 0 16,1-5 0-16,-1 1 0 0,-1-1 0 0,-1-1 0 15,-1-2 0-15,-2 1 0 0,-2 1 0 0,-1 1 0 16,-3-2 0-16,-3 0 0 0,-1 2 0 0,-3 0 0 16,-3-1-128-16,-1-2 128 0,-2 0 0 0,0 0-144 0,-1 0 144 15,-1 0 0-15,-1 0-240 0,-1 3 64 0,-1 2 16 16,1 2 0-16,3 5 160 0,2 0-208 0,3 1 80 0,0 3 128 15,3 1 0-15,0 2 0 0,5-7 0 16,0 0 0-16,0 0 0 0,0 0 0 0,7 40 0 0,-7-40 128 16,0 0 96-16,0 0 16 0,42 26 0 0,-42-26 0 15,31 8 0-15,-31-8 0 0,33 0 0 0,-14-2 0 16,-1-1-240-16,0 0 0 0,1-1 128 0,-3-1-128 16,-1-1 0-16,-1 0 0 0,0 1 0 0,0-2 0 15,-3 2 0-15,0-1 0 0,-2 0 0 0,1 2 0 16,-3-3 0-16,-1 3 0 0,-1-1 0 0,-2 0 0 15,-1 2 0-15,-1-1 0 0,0 1 0 0,-2 3 0 0,1-2 0 0,-2 2 0 16,0 2 0-16,0 0 0 0,0 1 0 0,-1-1 0 16,2 3 0-16,-1 0 0 0,0 1 0 0,-1 2 0 15,3-8 0-15,0 0 0 0,0 0 0 0,-4 39 0 16,4-39 0-16,0 0 0 0,0 0 0 0,2 39 0 16,-2-39 0-16,0 0 0 0,0 0 0 0,0 0 0 15,0 0 0-15,0 0 0 0,29 33 0 0,-24-33 0 16,-1 0 0-16,2-4 0 0,0 1 0 0,0-2 0 0,0 0 0 15,2-1 0-15,-2-2 0 0,2-1 0 0,-1 2 0 16,1-1 0-16,-1 2 0 0,0-4 0 0,0 5 0 0,-1-4 0 16,0 0 0-16,-1 1 0 0,-1-1 0 0,0 1 0 15,-1-3 0-15,0 2 0 0,-1 1 0 0,0 1 0 16,-1 2 0-16,0 3 0 0,0 2 0 0,-1 0 0 16,0 4 0-16,0-4 0 0,0 0 0 0,0 0 0 15,-6 29 0-15,6-29 0 0,0 0 0 0,-5 38 0 16,5-38 0-16,0 0 0 0,0 43 0 0,0-43 0 15,0 0 160-15,0 0-160 0,16 36 160 0,-16-36-160 0,0 0 0 16,0 0 0-16,0 0 0 0,33 14 0 0,-27-14 0 16,2-3 0-16,-1-1 0 0,1 0 0 31,-1 0-288-31,1-3-96 0,-1 1-32 0,0-2 0 0,0 3-2592 0,0-2-512 0</inkml:trace>
  <inkml:trace contextRef="#ctx0" brushRef="#br0" timeOffset="200323.88">19165 5594 7359 0,'7'-21'320'0,"-4"12"80"0,-1 5-400 0,-1 3 0 0,-1-1 0 0,0 2 0 0,1-1 2832 0,0-1 496 16,-1 2 80-16,0 0 32 0,0 5-16 0,-2 1 0 16,2-6 0-16,0 0 0 0,-8 35-1312 0,8-35-272 0,-11 35-48 0,11-35-16 15,-9 38-1008-15,9-38-192 0,-9 38-32 0,9-38-16 16,-9 33-320-16,9-33-64 0,-8 31-16 0,8-31 0 31,0 0-128-31,-7 35 0 0,7-35 0 0,0 0 0 0,0 0 0 0,0 0 0 0,0 0 0 0,0 0 0 31,0 0 0-31,0 0 0 0,0 0 0 0,11-2 0 0,-6-5 0 0,-1-4 0 0,3-1-128 0,-1-1 128 16,2 2-128-16,-1-4 128 0,1-4-160 0,2 3 160 16,-2-1 0-16,1-4 0 0,1-3 0 0,1 0 0 15,0 0 0-15,-1 1 0 0,0 4 0 0,-1 5 0 16,-2 3 0-16,-1 3 0 0,-1 5 0 0,0 1 160 0,-3 4-32 0,-2-2 0 16,0 0 0-16,0 0 0 0,0 0 48 0,2 49 0 31,-2-49 0-31,-3 35 0 0,3-35-176 0,-5 35 192 0,5-35-192 0,-5 38 192 0,5-38-192 0,-4 38 0 15,4-38 0-15,-3 33 0 0,3-33 0 0,0 0 0 16,1 38 0 0,-1-38 0-16,0 0 0 0,0 0 0 0,0 0 0 0,0 0 0 0,0 0 0 0,0 0 0 31,0 0-128-31,0 0 128 16,25 2-576-16,-20-13-64 0,1 1 0 0,1-2-11360 15,1 0-2272-15</inkml:trace>
  <inkml:trace contextRef="#ctx0" brushRef="#br0" timeOffset="200800.94">19531 5460 6447 0,'1'-2'576'0,"0"1"-576"0,-1-1 0 0,0 2 0 15,1 0 2416-15,-1-2 368 0,1-1 80 0,1 1 16 16,0-5 112-16,1 3 16 0,-1-2 16 0,0 1 0 16,1 3-1104-16,-1-2-240 0,0 3-32 0,0-1-16 15,-1 0-480-15,0 1-112 0,1 2-16 0,0 1 0 0,-1 1-448 0,0 1-112 16,-1-4-16-16,0 0 0 0,0 0-192 0,1 38-32 15,-1-38-16-15,0 0 0 0,-9 50-16 0,9-50 0 16,-10 43 0-16,10-43 0 0,-13 48 0 16,13-48-16-16,-16 53 0 0,8-26 0 0,8-27 16 15,-12 51 16-15,12-51 0 0,-3 43 0 0,3-43-208 0,0 0 176 16,6 50-176-16,-6-50 160 0,0 0-160 0,0 0 0 16,0 0 0-16,30 35 0 0,-23-35 0 0,0 0 0 15,2-3 0-15,-1-2 0 0,0-1-144 0,1-1 144 16,0-2-192-16,-2-2 192 0,1 0-336 0,-2-1 32 0,1-2 16 15,-2-1 0 1,0 0-656-16,0-2-128 0,-2 0-16 0,-1 1-16 16,0 0-1616-16,-2-1-320 0,0-2-64 0,-2-1-16 15,-2 4 528-15,-3 0 96 0,-1 6 32 0,-3 0 0 16,-3 4 848-16,-3 3 160 0,-1 1 48 0,-4 4 0 0,-1 1-272 0,1 3-48 0,2 2-16 16,4-2 0-16,2 3 2768 0,3-1 576 0,0 0 96 0,4 1 32 15,1-2 2624-15,6-7 512 0,0 0 128 0,0 0 0 16,0 0-2032-16,0 0-400 0,0 0-96 0,37 9-16 0,-20-13-1216 0,4-1-240 15,0-2-48-15,1-1-16 0,1 2-432 0,0-1-96 16,2 3-16-16,-1-2 0 0,-1 1-256 16,-2 1-128-16,0-1 0 0,-3 0 128 0,-1 3-384 0,-1-3-64 15</inkml:trace>
  <inkml:trace contextRef="#ctx0" brushRef="#br0" timeOffset="202609.25">20079 5620 18431 0,'0'-2'1632'0,"1"0"-1312"15,0 2-320-15,-1-2 0 16,-1 2 1312-16,1-3 192 0,0 1 32 0,-1-4 16 15,1 0-16-15,-1 0-16 0,-2 1 0 0,-1 0 0 0,0 2-416 0,0 2-80 16,-1 1 0-16,0 1-16 0,0 1-240 0,-1 3-32 16,0 1-16-16,-1 2 0 0,1 2-336 0,-2 4-80 15,2 0-16-15,6-14 0 16,-13 38 80-16,13-38 16 0,-10 45 0 0,10-45 0 0,-3 45-192 0,3-45-48 0,0 0 0 0,13 51 0 16,-13-51-144-16,0 0 0 0,35 23 0 0,-19-25 0 15,2-1 0-15,0-6 0 0,1-3 0 0,0-2-176 31,0-2-288-31,-2-1-64 0,-1 0-16 0,-3-2 0 16,-2 0-896-16,-5 1-176 0,-3 0-48 0,-3 2 0 16,-3 1 960-16,-5 0 192 0,-1 2 48 0,-3 1 0 0,-2 2 464 0,-2 1 320 0,0 4-64 0,-1 2 0 15,0 3 304-15,2 3 48 0,1 2 16 0,2 1 0 16,2 0 96-16,3 3 32 0,0 1 0 0,7-10 0 16,0 0-368-16,-3 33-80 0,3-33-16 0,0 0 0 0,0 0-480 15,36 38-80-15,-36-38-32 0,32 12-15264 16</inkml:trace>
  <inkml:trace contextRef="#ctx0" brushRef="#br0" timeOffset="202995.56">20468 5412 8287 0,'4'-18'736'0,"-1"10"-592"0,0-4-144 0,0 5 0 31,0 2 2624-31,-2 3 512 0,0-2 80 0,1-2 32 0,2-3 208 0,1-3 32 16,-1 1 16-16,-1 3 0 0,-1 1-1696 0,0 4-336 0,-2 1-64 0,-2 2 0 15,0 3-704-15,-2 4-128 0,0 0-16 0,-2 2-16 16,6-9-272-16,-14 27-48 0,14-27-16 0,-14 38 0 16,14-38-208-16,-11 45 0 0,11-45 128 0,-5 49-128 31,5-49 0-31,0 47 0 0,0-47 0 0,4 50 0 0,-4-50 0 0,10 48 0 0,-10-48 0 0,12 50 0 15,-12-50 0-15,17 59 0 0,-17-59 0 0,21 67 0 0,-21-67 0 0,18 64 0 16,-18-64 0-16,15 56 0 16,-15-56 0-16,8 50 0 0,-8-50 0 0,1 40 0 0,-1-40 128 0,-4 36-128 31,4-36 0-31,-10 30 0 0,10-30 0 0,-14 21 128 16,5-13-128-16,2-3 0 0,-1-4 0 0,-2-2 0 15,-2-3 128-15,-1-2-128 0,-3-1 0 0,-1-4 0 16,-1 1 0-16,1-3 0 15,-2 0-320-15,-2-4-144 0,-2-2-48 0,-1-5-17120 0</inkml:trace>
  <inkml:trace contextRef="#ctx0" brushRef="#br0" timeOffset="203139.3">20225 5705 6911 0,'20'-23'144'0,"-13"16"48"0,-2 2 0 0,-1 2 0 0,-2 2-192 0,2-1 0 0,3-3 0 0,7-2 0 16,8-3 3584-16,7-2 672 0,3 0 144 0,0 3 16 15,0 0-1216-15,-3 1-240 0,0 2-48 0,-2 0-16 16,-1 2-1408-16,-3-3-272 0,-2 4-64 0,-2-1-16 15,-3 1-816-15,-2 1-176 0,-2 0-16 0,-2 1-16864 16</inkml:trace>
  <inkml:trace contextRef="#ctx0" brushRef="#br0" timeOffset="203850.21">20980 5500 18431 0,'0'0'1632'0,"0"0"-1312"16,-1 0-320-16,1 0 0 0,0 0 2016 0,-1 0 336 15,1-2 64-15,-1 2 16 0,1 0-128 0,-1 0-32 16,0 0 0-16,2 0 0 0,0 2-992 0,1-4-192 16,2 2-32-16,0-2-16 0,2 1-512 0,0-2-96 15,2 1-32-15,0 0 0 0,1-3-240 0,-1 0-160 0,1 2 192 0,0-1-192 16,1-1 144-16,0 2-144 0,-2 0 0 0,1 0 144 15,-1 3-144-15,-2 0 0 16,1 3 0-16,-7-3 128 0,0 0-128 0,0 0 0 0,0 0 0 0,18 38 0 16,-18-38 0-16,0 0 0 0,0 42 0 0,0-42 0 15,-5 36 0-15,5-36 0 0,-8 38 0 0,8-38 0 16,-8 35 0-16,8-35 0 0,0 0 0 0,-10 41 0 16,10-41 0-16,0 0 0 0,0 0 0 0,0 0 0 15,0 0 0-15,0 0 0 0,0 0 0 0,0 0 0 16,0 0 0-16,0 0 0 0,5-2 0 0,-3-8 0 15,3-2 0-15,0-2 0 0,1-1 0 0,1-3 0 16,1 1 0-16,1-2 0 0,1 0 0 0,1-5 0 0,1 1 0 0,0-1 0 16,0 0 128-16,0 1-128 0,1 3 0 0,-1 4 0 15,0 4 0-15,-3 2 0 0,1 4 0 0,-4 3 0 16,1 3 0-16,-3 2 0 0,-4-2 0 0,0 0 0 16,0 0 0-16,0 0 0 15,0 0-336-15,13 45 48 0,-13-45 16 0,0 0-11760 16,0 0-2336-16</inkml:trace>
  <inkml:trace contextRef="#ctx0" brushRef="#br0" timeOffset="204941.49">21348 5478 9215 0,'0'0'816'0,"0"0"-656"0,0 0-160 0,0 0 0 0,1 0 1296 0,-1-2 240 0,1 2 32 0,1 0 16 16,0-2 688-16,0 0 144 0,2 1 16 0,0 1 16 15,0-2-1616-15,-2 2-320 16,1 0-64-16,0 0 0 0,0 0-448 0,0 0 0 0,-1 0 128 0,0 2-128 31,-1-2 224-31,0 0 16 0,1 3 0 0,-1-2 0 0,1 0 480 0,0 2 112 0,-1 1 0 0,2-1 16 16,-3-3 48-16,0 0 0 0,0 0 0 0,0 0 0 0,0 0-32 0,0 0 0 16,0 0 0-16,30 16 0 0,-24-16-96 0,1 0 0 15,0-2-16-15,1 0 0 0,-1-1-304 0,1-2-64 31,1 1-16-31,-2-4 0 0,1 1-192 0,-3 0-48 16,1-2 0-16,-2 2 0 0,-1-3 0 0,-1 0-128 0,-2 1 192 0,-2 0-64 0,-2 1 0 0,0-1 0 16,-3 2 0-16,-1 0 0 0,1 2-128 0,-3 3 0 31,0 0 0-31,-1 2 128 0,-1 3-128 0,1 0 0 0,0 3 0 0,-1 1 0 0,1 4 0 0,0 3 0 16,-1 1 128-16,1 2-128 0,0 1 0 0,1 1 0 0,0-1 0 15,10-18 0 1,-18 37 0-16,18-37 0 0,-11 31 0 0,11-31 0 0,0 0 0 0,-2 37 0 0,2-37 0 0,0 0 0 15,0 0 0-15,0 0 0 0,33 31 128 0,-22-31-128 16,1-2 0-16,-1-1 0 0,0 0 0 16,1-3 0-16,3-1 0 0,-1-2 0 0,0-1 128 0,0 1-128 15,-1-2 0-15,-1 0 0 0,0-1 0 0,-3 0 0 32,-1 0 0-32,-2-1 0 0,-1 0 0 0,-1 1 0 15,0-1 0-15,-2 1 0 0,-1 2 0 0,-1 1 0 16,0 2 0-16,0 2 0 0,-1 3 0 0,0-1 0 15,-1 3 0-15,-1 3 0 0,1 0 0 0,-2 3 0 0,2 1 0 0,2-7 0 16,0 0 0-16,-11 28 0 0,11-28 160 16,0 0-160-16,0 0 192 0,-5 43-192 0,5-43 176 0,0 0-176 15,0 0 160-15,12 41-160 0,-12-41 128 0,0 0-128 16,0 0 0-16,29 26 0 0,-29-26 0 0,18 4 0 16,-8-4 0-16,1-2 0 0,-1-3 0 0,0 0 0 15,0-1 0-15,0-2 0 0,0 1 0 0,-2-2 0 16,1-2 0-16,0 0 0 0,-1-1-144 0,-1 0-32 15,2-1 0-15,-2 0 0 0,1-2-144 0,-1-2-16 16,1-1-16-16,1 0 0 0,-2-1 176 0,1 2 48 0,-2 3 0 16,1 1 0-16,-2 2 128 0,-1 4 0 0,0 0 0 0,-2 3 0 15,0 3 0-15,-1-1 128 0,-1 4-128 16,0 1 128-16,0 1 64 0,0-4 0 0,0 0 16 0,0 0 0 16,-6 37-32-16,6-37-16 0,0 0 0 0,-7 44 0 15,7-44-160-15,0 0 192 0,1 50-192 0,-1-50 192 16,0 0-192-16,9 43 0 0,-9-43 144 0,0 0-144 15,0 0 0-15,18 40 0 0,-18-40 0 0,0 0 0 16,0 0 0-16,0 0 0 0,0 0 0 0,0 0 0 0,30 14 0 0,-26-18 0 16,0-1 0-16,-1 0-128 0,0-2-128 0,-1 0-32 15,0-1 0-15,0-1 0 16,0-2-192-16,0 1-32 0,0-5-16 0,0 1 0 0,1-3 304 0,0-1 64 16,2-4 16-16,-1 1 0 0,1 0 144 0,-1-1 0 15,2 1 128-15,-1 2-128 0,0 2 288 0,0 3-16 16,0 2 0-16,-2 4 0 0,0 4 80 0,-2 3 16 15,0 3 0-15,-1 2 0 0,0-4-144 0,0 0-32 16,-8 36 0-16,8-36 0 0,-9 42-64 16,9-42-128-16,-12 55 176 0,6-20-176 0,-1 1 128 0,1 2-128 0,-1-2 0 15,0 4 0-15,-1 0 0 0,1 5 128 0,-1 0-128 0,2 0 0 16,0-1 0-16,2-5 0 0,0-2 0 0,4-37 0 16,-6 58 0-16,6-58 0 0,-7 45 0 0,7-45 0 15,-9 37 128-15,9-37-128 0,-15 29 0 0,15-29 0 16,-17 20 192-16,9-14-64 0,0 0 0 0,-2-4-128 15,2 0 192-15,-1-4-192 0,-1-1 192 0,-2-2-192 16,0-1 0-16,0-4 0 0,1-2 0 0,0-1 0 16,1-4 0-16,0-3 0 0,1-4 0 0,2-2 0 15,0 0 0-15,3-3 0 0,0 0 0 16,2 3-12736-16,2 5-2432 0</inkml:trace>
  <inkml:trace contextRef="#ctx0" brushRef="#br0" timeOffset="205468.99">22107 5379 12895 0,'3'-5'576'0,"-1"3"112"0,1 2-560 0,-1-2-128 0,0 0 0 0,-1 1 0 15,0 1 1984-15,1-2 384 0,2 1 64 0,1-1 0 16,-1 0 160-16,-1-2 32 0,1 1 0 0,-1 0 0 0,-1 0-1008 0,0-1-192 15,-1 0-32-15,0 0-16 0,-1 1-416 0,-1-3-64 32,0 2-32-32,-1 0 0 0,-1 1-352 0,-3 0-80 0,0 1-16 0,-3 2 0 0,2 0-160 0,-3 2-48 15,0 3 0-15,-3 2 0 0,1 1-80 0,-1 1 0 32,0 3-128-32,1 2 192 0,0 0-192 0,12-14 128 0,-18 29-128 0,18-29 0 0,-9 28 0 0,9-28 128 0,0 0-128 15,0 0 0 1,13 40 0-16,-13-40 0 0,22 8 0 0,-9-6 0 15,2-2 0-15,-1 0 0 0,2 0 0 0,-2 0 0 16,0 0 0-16,-3 0 0 0,-2 1 0 0,-2 0 0 16,-2 1 0-16,-5-2 0 0,0 0 0 0,0 0 0 15,0 0 0-15,-13 24 128 0,2-16-128 0,-1-2 0 16,-3 2 0-16,-2 1 0 0,-3-2 0 0,0 3 0 16,-2-3 0-16,-1 0 0 0,2 0 0 0,2-4 0 15,3 0 0-15,3-3-160 0</inkml:trace>
  <inkml:trace contextRef="#ctx0" brushRef="#br0" timeOffset="208957.6">22788 5230 13823 0,'1'-3'1216'0,"0"-1"-960"0,0 3-256 0,0-1 0 15,0 2 1008-15,1-2 144 0,1-3 48 0,1-2 0 16,2-3 672-16,0 1 144 0,0 0 32 0,0 1 0 16,-1 1-304-16,-1 2-48 0,-1 3-16 0,-1 0 0 0,0 0-464 0,-1 1-112 15,-1 2-16-15,-1 1 0 0,-1 2-576 0,0 1-112 16,2-5-16-16,0 0-16 16,-20 33-16-16,20-33 0 0,-20 36 0 0,7-12 0 15,-1 2-80-15,-2 4-16 0,-1 4 0 0,1 1 0 0,0 1-48 0,3-1-16 16,1-4 0-16,12-31 0 0,-17 52-48 0,17-52-16 15,-7 41 0-15,7-41 0 0,0 0-128 0,2 42 0 16,-2-42 0-16,0 0 0 0,0 0 128 0,27 22-128 16,-15-22 0-16,2-3 128 0,2-1 0 0,2-1 0 15,1-4 0-15,2 1 0 0,0-3-128 0,-2 1 0 16,0-2 0-16,-1 0 0 16,-2 2-976-16,-1 1-176 0,-3 1-48 0,-1 2-15728 0</inkml:trace>
  <inkml:trace contextRef="#ctx0" brushRef="#br0" timeOffset="209461.94">23001 5493 9215 0,'5'-4'400'0,"-1"1"96"0,0 0-496 0,-1 1 0 16,-1-1 0-16,0 1 0 0,0 1 1920 0,2-3 304 15,0-1 48-15,3-1 16 0,-1 1-240 0,-1 0-32 16,-2 0-16-16,-2 1 0 0,-1 3-272 0,-2 1-64 16,-2 3-16-16,0 2 0 0,-2-1-432 0,-1 4-96 15,-3 1-16-15,1 3 0 0,0-2-368 0,-1 3-80 16,10-13-16-16,-19 24 0 0,19-24-192 0,-13 24-32 15,13-24-16-15,0 0 0 0,-9 33-192 0,9-33-32 16,0 0-16-16,0 0 0 0,0 0-160 0,0 0 0 16,28 24 0-16,-17-24 128 15,2-3-128-15,1-1 128 0,1-1-128 0,1-2 128 0,1-2-128 0,-1 1 0 0,-3-1 0 0,0-1 0 16,-1 1 0-16,-2 0 0 0,-4 0 0 0,0-2 0 16,-3 2-144-16,-2 0 144 15,-1-3 0-15,-4 1 0 0,0 0 0 0,-2 0 0 0,-2 1 0 0,0-1 0 16,-1 3 0-16,-2 1 0 0,1 2 0 15,-1 3 0-15,2 2 0 0,-1 0 0 0,1 1 0 0,2 2 0 16,-1 0 0-16,2 2 144 0,0-1-144 0,2 1 192 16,0 0-192-16,4-5 128 0,0 0-128 0,0 0 128 0,0 0-128 15,0 0 0-15,0 0 0 0,0 0 0 16,21 33 0-16,-10-33 0 0,0 2-144 0,3-2 144 16,-1-2-1728-16,3-1-256 0,1 0-32 0</inkml:trace>
  <inkml:trace contextRef="#ctx0" brushRef="#br0" timeOffset="209809.83">23328 5391 5519 0,'4'-2'496'32,"-2"1"-496"-32,-1 1 0 0,-1 0 0 0,2 0 2480 0,1-2 400 0,3 2 64 0,3-5 32 15,0 3 224-15,0-3 32 16,-2 3 16-16,-1-2 0 0,-4 3-1344 0,0-2-272 0,-2 1-48 0,-2 0-16 16,1 2-496-16,-3-2-112 0,-1 2 0 0,0 0-16 15,-1 0-432-15,0 2-64 0,-1-2-32 0,1 2 0 16,0 0-96-16,0 1 0 0,-1 2-16 0,1 0 0 15,6-5-48-15,0 0-16 0,-13 21 0 0,13-21 0 16,0 0-240-16,0 0 128 0,-11 36-128 0,11-36 0 16,0 0 0-16,0 0 128 0,0 0-128 0,0 0 0 15,14 44 0-15,-14-44 0 0,0 0 0 0,0 0 0 16,0 0 0-16,28 26 0 0,-28-26 0 0,0 0 0 16,0 0 0-16,27 23 128 0,-27-23-128 0,0 0 0 15,0 0 0-15,0 0 0 0,23 32 0 0,-23-32 0 0,0 0 0 0,0 0 128 16,0 0-128-16,0 0 0 0,0 0 0 0,0 40 0 15,-5-35 0-15,-2 0 0 0,0 0 0 0,-3-1 0 16,0-1 0-16,-2 2 0 0,0-2 0 0,-1-2 0 16,-3 2 0-16,0-1 0 0,-1-2 0 0,2 0 0 15,0 0 0-15,3-3 0 16,2 1-896-16,2-2-160 0,2 1-32 0</inkml:trace>
  <inkml:trace contextRef="#ctx0" brushRef="#br0" timeOffset="210268.5">23677 5300 15663 0,'2'-3'1392'16,"-1"0"-1120"-16,0 3-272 0,0-2 0 0,-1 1 1632 0,0 1 272 16,2-4 48-16,0 1 16 0,1-2 656 0,0 1 128 15,-1 1 16-15,-1 1 16 0,-1 2-1248 0,0 2-256 16,0-2-64-16,0 0 0 0,0 0-496 0,0 0-96 15,-19 43-32-15,19-43 0 0,-17 35-352 0,17-35-80 16,-19 41-16-16,19-41 0 0,-17 40 0 0,17-40 0 16,-10 38 0-16,10-38 0 0,0 0-144 0,-3 41 128 0,3-41-128 0,0 0 128 15,0 0-128-15,19 37 0 0,-19-37 0 16,0 0 0-16,26 12 0 0,-16-9 0 0,1-1 128 0,1-2-128 16,0-2 0-16,-1 2 0 0,0-3 144 0,0 0-144 15,1 1 0-15,-2 0 0 0,-1-3 0 0,-1 0 0 16,-1 1 0-16,-2-1 0 0,0 0 0 0,-3 1 0 15,0-3-160-15,-2 2-48 0,-2 0-16 0,0 0 0 16,-3-2-1504-16,0 2-288 16,-2-2-64-16,0 0-8496 0,-1 2-1712 0</inkml:trace>
  <inkml:trace contextRef="#ctx0" brushRef="#br0" timeOffset="210442.07">23519 5412 4607 0,'-3'0'400'0,"2"0"-400"16,1 0 0-16,-1 0 0 15,-3 2 2384-15,-3-1 400 0,-3 1 80 0,0 3 16 0,2-2 1424 16,3 0 304-16,7 0 48 0,5 0 16 0,8-3-1872 0,6-2-368 15,5 1-80-15,3-4-16 0,5 3-1440 0,2-5-272 16,2 1-64-16,1-3-16 0,1 1-288 0,-1 0-64 16,-2-1-16-16,-4 4 0 0,-3-2-176 0,-4 3 0 15,-3 1 0-15,-4 0-12704 16,-3 3-2496-16</inkml:trace>
  <inkml:trace contextRef="#ctx0" brushRef="#br0" timeOffset="212542.38">17774 6296 5519 0,'1'-3'496'0,"0"2"-496"0,0-2 0 0,0 3 0 0,-1-2 960 0,1 2 112 16,-1-3 16-16,2-1 0 15,0-1 64-15,1-2 0 0,-1 2 16 0,0 0 0 0,0 1 32 0,-2-1 0 16,1 0 0-16,0 3 0 15,0 0 128-15,-1-1 16 16,1 1 16-16,0 0 0 0,-1 1-288 0,0 1-64 0,0 0-16 0,-1 0 0 16,1 1-96-16,0 1 0 0,-1-2-16 0,1 2 0 0,-1 1-240 0,0-1-64 15,0 0 0-15,0 0 0 16,-1 1-64-16,0 2-32 0,-1-1 0 0,0 1 0 16,0 0-144-16,0 2-16 0,-1-2-16 0,0 2 0 0,1 0-80 0,-2 1-16 15,0 1 0-15,0 2 0 16,-1-1 48-16,0 3 0 0,-1 0 0 0,1 3 0 0,-1-1 0 0,0 4 16 0,7-19 0 0,-15 42 0 15,8-16-80-15,-1-1 0 0,8-25-16 0,-10 51 0 16,10-51-48-16,-5 44 0 0,5-44 0 0,0 0 0 16,5 49-128-16,-5-49 0 0,0 0 144 0,0 0-144 15,0 0 0-15,34 35 0 0,-22-35 0 0,0 0 128 32,1-3 0-32,1-2 16 0,0-1 0 0,0-1 0 0,1 0-16 0,-2 0-128 0,0 0 192 0,-1 0-64 0,-1 2-128 15,-1 0 192-15,0 0-192 0,-3 1 192 16,0 0-192-16,-1 3 0 15,-1-2 144-15,-2 3-144 0,1-2 0 0,-1 2 0 16,-1 2 0-16,0-2 128 0,-2 3-128 0,1-2 0 0,-1 3 0 0,0-4 0 16,0 2-384-16,0-2 16 15,0 2 0-15,0-1-16976 16</inkml:trace>
  <inkml:trace contextRef="#ctx0" brushRef="#br0" timeOffset="213459.3">18098 6444 11967 0,'1'-7'528'0,"0"5"112"0,0-1-512 0,-1 1-128 0,0 1 0 0,-1 1 0 16,0 0 1680-16,0-2 304 0,0 2 64 0,-2 0 16 16,-2 0 112-16,0 2 32 0,-2 1 0 0,0 0 0 15,-2 3-928-15,1 1-192 0,0 3-48 0,-1 2 0 16,0 2 16-16,1 2 0 0,0 1 0 0,1 0 0 15,7-17-480-15,-10 30-80 0,10-30-32 0,0 0 0 16,-3 40-80-16,3-40-32 0,0 0 0 0,0 0 0 16,0 0-80-16,31 22-16 0,-19-24 0 0,1-1 0 15,1-2 16-15,2-3 0 0,1 0 0 0,0-2 0 0,1-2-112 16,-2 1-32-16,1-4 0 0,-4 3 0 0,0-1-128 0,-3 1 0 16,-2 2 0-16,-1-1 0 0,-3 1 0 0,-2 0 0 15,-2-1 0-15,-3 3 0 0,-1 0 0 0,-3 0 0 16,-1 1 0-16,-1 2 128 0,-4-1 32 0,-1 1 0 15,-3 1 0-15,0 2 0 0,1 2 16 0,0 0 0 16,-3 0 0-16,2 2 0 0,0 2-176 0,2 0 128 16,3 1-128-16,1 2 128 0,2-2-128 0,0 4 0 15,5-4 0-15,0 3 0 0,4-8 0 0,0 0 0 0,0 0 0 0,0 0 0 16,0 0 0-16,0 0 0 0,29 30 0 16,-17-31 0-16,2 1 0 0,0-2 0 0,3 0 0 0,1-2 0 15,0 0-192-15,1 2 192 0,0-2-192 0,1 1 192 16,-1-1-192-16,0 1 192 0,-2 1-160 0,-2-1 160 15,-2 1 0-15,-1-1 0 0,0 1-128 16,0-2 128-16,-1 1 0 0,-2-2 0 0,0 3 0 0,-2-3 0 16,-2 3 0-16,-1-3 0 0,-1 3 0 0,-2 0 0 15,0 0 0-15,-2 1 0 0,-1 1 0 0,-1 0 0 16,0 1 0-16,0 0 0 0,-2 2 0 0,0-1 0 16,1 0 0-16,0 3 0 0,1-2 0 0,0 0 0 0,1 3 0 0,-1 0 0 15,3-6 128-15,0 0-128 0,-9 30 0 0,9-30 160 16,0 0-160-16,-9 38 128 0,9-38-128 0,0 0 0 15,-4 37 0-15,4-37 128 0,0 0-128 0,0 0 0 16,0 0 0-16,12 41 0 0,-8-39 0 16,3-2 0-16,-1-2 0 0,2-3 0 0,1 0 0 15,1-2 0-15,1 0 0 0,2-4 0 0,0 1 0 16,1-2 0-16,-1-1 0 0,0 0 0 0,-1 1 0 16,0-1 0-16,-2 1 0 0,1-1-192 0,-2 0 192 15,-1 2-160-15,0-1 160 0,-3 3 0 16,-1 0 0-16,0 1 0 0,-3 4 0 0,0 1 0 0,-2 1 0 15,1 2 0-15,-2 2 0 0,-1 1 0 0,-1-1 0 0,1 5 0 0,-2 0 0 16,0 3 0-16,5-10 0 0,-7 21 0 16,7-21 0-16,-8 26 0 0,8-26 0 0,0 0 0 0,-2 43 0 15,2-43 0-15,0 0 0 0,0 0 0 0,12 43 0 16,-12-43 0-16,0 0 0 0,0 0 0 0,0 0 0 16,36 31 0-16,-36-31 0 0,18 2 0 0,-6-4 0 15,1 1 0-15,-1-4 0 0,1 1 0 0,0-3 0 16,0-2 0-16,1 0 160 0,-1-2-160 0,0 0 128 15,-1 1-128-15,-1-2 128 0,-2 0-128 0,-1 0 128 0,0-2-128 16,-2 0 160-16,-2 0-160 0,-2 0 160 16,0 2-160-16,-2-3 192 0,-1-1-192 0,-2-3 192 0,0 2-192 0,-2 3 0 15,2 2 144-15,-2 2-144 0,-1 4 0 0,2 1 0 16,-2 3 0-16,2 4 0 16,-1 0-640-16,-1 3-32 0,0-1-16 0,0 4-17424 0</inkml:trace>
  <inkml:trace contextRef="#ctx0" brushRef="#br0" timeOffset="213840.38">17649 6828 6447 0,'-11'4'576'0,"3"-2"-576"0,2-1 0 0,2 1 0 15,3-1 1840-15,1-1 256 0,0 0 48 0,0 0 16 0,1 2 1424 0,1-2 272 32,2 0 64-32,5-2 16 0,3 1-1504 0,3-2-288 0,3 0-64 0,4 0-16 0,5-4-832 0,3 3-160 31,4 0-48-31,3-3 0 0,1 3-512 0,1-3-128 15,1 2 0-15,1 0-16 0,-2 0-368 0,0 3 144 0,1-3-144 0,-4 2 0 0,-5-1 0 0,-1 0 0 16,5-1 0 0,-4 1 0-16,-1 0 0 0,-6-1 0 0,-3 2 0 15,-3 0 0-15,-2 0 0 0,-3-1 0 0,-3 3 0 0,-3-1 0 16,-2 0 0-16,-3 2 0 0,-2 0-176 0,-4 0 176 31,0 2-1456-31,-2-1-176 0,-2 0-32 0,-3 2-14720 0</inkml:trace>
  <inkml:trace contextRef="#ctx0" brushRef="#br0" timeOffset="214109.13">17903 6890 10127 0,'-7'2'896'16,"1"-2"-704"-16,2 0-192 0,2 0 0 0,-1 0 1664 0,0 2 288 16,-4-1 64-16,-5 2 16 0,-2 0 976 0,-1 2 208 15,2-3 48-15,3 3 0 0,3-2-1408 0,1 1-256 16,3 1-64-16,1-2-16 15,2 2-560-15,0-5-96 0,0 0-32 0,0 0 0 0,0 0-416 0,37 13-96 16,-20-14 0-16,2-2-16 0,2 0 144 0,5 0 48 16,5-3 0-16,2-1 0 0,2 2-176 0,1-3-48 15,4 2 0-15,0-2 0 0,-1 1-144 0,-1 0-128 16,-1 3 192-16,-4-2-192 0,-2 2 0 0,-5-1 0 0,0 0 0 16,-2 3 0-16,-3-3 0 0,0 1 0 0,-1 1 0 0,-2 1 0 31,0 0-384-31,-2-1-64 0</inkml:trace>
  <inkml:trace contextRef="#ctx0" brushRef="#br0" timeOffset="-213405.54">18959 6600 10127 0,'-3'1'896'0,"1"-1"-704"0,0-1-192 0,2 1 0 15,0 0 1296-15,-1 0 240 0,-1-2 32 0,-1 2 16 16,0-2 464-16,1 1 112 16,0-1 16-16,2 2 0 0,2-2-512 0,0 1-112 15,2 1-16-15,3-2 0 0,0 1-512 0,3 0-128 16,3 1 0-16,2-3-16 0,3 1-112 0,1-1-32 0,4 1 0 0,0 0 0 0,3 0-32 0,-1-1 0 15,1-2 0-15,1 1 0 0,-1 1-368 0,1-2-80 32,-1 1 0-32,-2-1-16 0,-1 0-240 0,-4 1 0 0,-1-1 128 0,-3 2-128 15,-2 1 0-15,-1 0 0 0,-3-1 0 0,-3 1 0 0,-1 2-256 0,-1-2 64 16,-3 1 16-16,-1 1 0 16,-2-2-1104-16,-3 2-240 0,-1 0-32 0,-2 0-8688 15,-1 0-1728 1</inkml:trace>
  <inkml:trace contextRef="#ctx0" brushRef="#br0" timeOffset="-213140.24">19188 6453 11967 0,'-4'-6'528'0,"3"3"112"0,0 0-512 0,0 0-128 0,0 1 0 0,1 2 0 31,-1-1 1760-31,1 0 320 0,0-1 64 0,-1-1 16 0,2 1 144 0,0 0 48 0,1 1 0 0,1 1 0 31,2 0-352-31,2 0-64 0,1 1-16 0,3 1 0 16,1 0-704-16,3 1-128 0,-15-3-48 0,37 5 0 15,-16-1-496-15,1 1-96 0,-1-3-32 0,-21-2 0 16,43 12-256-16,-43-12-160 0,40 12 192 0,-40-12-192 0,35 13 128 0,-35-13-128 16,0 0 0-16,36 18 0 0,-36-18 0 0,0 0 0 15,0 0 0-15,0 0 0 0,0 0 0 0,22 35 0 16,-22-35 0-16,-10 14 0 0,0-6 128 0,-2 1-128 16,-3 0 0-16,-2 1 0 0,-1 0 144 0,-4-1-144 15,-4 1 0-15,-3 1 144 0,-4-1-144 0,2-3 0 16,0 0 0-16,7 0 0 15,5-4-1600-15,5-1-208 0</inkml:trace>
  <inkml:trace contextRef="#ctx0" brushRef="#br0" timeOffset="-212524.85">20184 6474 2751 0,'1'-2'256'0,"1"2"-256"0,-1-2 0 15,0 2 0-15,1-3 1040 0,0 1 176 0,1-1 16 0,3-1 16 16,1-4 992-16,3 0 192 0,0 1 32 0,-1-1 16 16,-1 1 96-16,0-1 32 0,-2 4 0 0,-1-1 0 15,0 0-576-15,-4 2-112 0,1 0-32 0,-3 2 0 16,0-3-704-16,-1 3-144 0,-3 1-16 0,-2 1-16 16,-2 1-432-16,-3 0-96 0,0 2-16 0,-2 2 0 15,-2 1-240-15,-4 0-48 0,1 2-16 0,-2 2 0 16,1 1-160-16,0 1 0 0,0 3 144 0,0 1-144 15,3 4 128-15,0-1-128 0,3 3 160 0,3-2-160 0,2 1 304 16,9-22-48-16,-9 34 0 0,9-34 0 0,0 0-16 0,0 0-16 16,22 47 0-16,-22-47 0 15,30 14-224-15,-10-12 144 0,3-2-144 0,0-2 128 0,0-1-128 0,4-4 160 16,3-2-160-16,0-2 160 16,0 0-160-16,-1-1 0 0,0-1 0 0,-1 1 0 15,-2 0-576-15,-1 0-112 0,-1 0-16 0,-4-2-10992 16,-1 0-2192-16</inkml:trace>
  <inkml:trace contextRef="#ctx0" brushRef="#br0" timeOffset="-212224.83">20572 6314 2751 0,'6'-10'128'0,"-2"3"16"0,0 2-144 0,-1 2 0 0,-2-1 0 0,0 3 0 16,1-1 1856-16,0 0 320 0,2-2 80 0,0-2 16 15,0 4 864-15,0-3 192 0,-2 3 16 0,-2 0 16 16,-2 2-512-16,0 0-96 0,-2 2-32 0,0 0 0 15,-1 1-1072-15,-1-1-224 0,-1 3-32 0,0 0-16 16,-3-1-688-16,0 4-144 16,-1 1-32-16,0 0 0 0,-1 5-192 0,-1-1-32 0,1 3-16 0,1 1 0 15,0 2-128-15,11-19-16 0,-19 42-128 0,19-42 192 0,-14 45-64 16,14-45 0-16,-8 45-128 0,8-45 192 0,-2 43-48 0,2-43-16 16,0 0 0-16,5 52 0 0,-5-52-128 0,0 0 0 15,0 0 0-15,24 36 128 0,-24-36-128 0,0 0 0 16,23 4 0-16,-14-4 0 15,1-3-208-15,0-1 16 0,1-3 16 0,-2 3 0 16,1-4-576-16,-1 1-112 0,1 0-32 0,-2 0 0 16,-1 0-1616-16,0-3-336 0</inkml:trace>
  <inkml:trace contextRef="#ctx0" brushRef="#br0" timeOffset="-211825.42">20643 6522 6447 0,'-1'0'576'16,"1"0"-576"-16,0 0 0 0,0 1 0 0,-1-1 1984 0,1 1 304 0,0-1 48 0,-1 2 16 15,1-2 1184-15,0 0 240 16,0 0 64-16,0 0 0 0,0 0-1296 0,0 0-256 16,0 0-48-16,0 0-16 0,0 0-1200 0,33 22-224 0,-24-22-48 0,1-2-16 31,2 0-496-31,0-2-112 0,0 1 0 0,1-2-128 0,1-1 0 0,-2-1 0 16,1 0 0-16,-2 1 0 0,-1-2 0 0,-1 1 0 15,-1 0 0-15,-2-1 0 0,-2 2 0 0,-2-1-192 16,-1 2 192-16,-2-3-192 0,-2 4 0 0,-2-3 0 15,1 2 0-15,-3 0 0 16,1 1-320-16,-4 1-48 0,-1 1-16 0,0-1 0 0,-2 2 320 0,0 2 48 0,1 2 16 0,0-1 0 0,1 3 192 0,-1 2 0 31,2 0-160-31,-1 2 160 0,0 3 224 0,1 0 112 0,0 2 32 0,10-14 0 16,-17 29 320-16,17-29 64 16,-11 33 16-16,11-33 0 0,0 0-416 0,-2 38-80 15,2-38-16-15,0 0 0 0,0 0-128 0,0 0-128 16,27 34 144-16,-27-34-144 0,20 4 0 0,-9-4 128 0,3 0-128 15,0-2 0-15,0-1 0 0,2-2 0 0,1-1 0 0,0 0 0 16,1-2-256-16,1 0-32 0,-1 1-16 0,-1 0 0 31,-1 0-1184-31,-1 2-240 0,0 0-64 0,-1 0 0 16,-1 3-1040-16,-1 0-224 0,-1 0-32 0</inkml:trace>
  <inkml:trace contextRef="#ctx0" brushRef="#br0" timeOffset="-211036.01">20985 6543 7423 0,'7'-3'160'0,"-4"1"32"0,-2 1 16 0,-1 1 0 16,1-1-208-16,0 1 0 0,1-5 0 0,3 0 0 15,1-4 2352-15,1-2 416 0,1-2 96 0,1 0 16 16,-1 0-464-16,-1-1-96 0,0 2-16 0,-2 0 0 0,0 3-576 16,-2 1-112-16,0 2-16 0,-2 1-16 0,-1 2-496 0,-1 1-80 15,-1 1-32-15,-2 2 0 0,-1 1-224 0,-2 1-48 16,0 0-16-16,-2 3 0 0,-1-1-224 0,0 2-32 16,1 0-16-16,-2 0 0 0,2 1-256 0,0-1-160 15,0 2 192-15,-1 1-192 0,1-4 192 0,0 3-192 16,9-9 192-16,-17 21-192 0,17-21 304 0,-15 21-48 15,15-21-16-15,0 0 0 0,-13 35-48 0,13-35-16 16,0 0 0-16,0 0 0 0,0 0-176 0,13 40 160 16,-13-40-160-16,0 0 160 0,29 8-160 0,-17-10 0 0,0 1 0 0,2-4 0 15,-1 1 0-15,0-3 0 0,-1 2 0 0,-1-3 0 16,-1 2 0-16,0-4-144 0,-2 3 144 0,-1-2-160 16,0 1 32-16,-2-1 0 0,-1 2 0 0,-2-1 0 15,0 2 128-15,-1-2 0 0,-2 1 0 0,0 0-128 16,0 1 128-16,-1 0 0 0,0 0 0 0,0 1 0 15,1 2 0-15,-1-1 0 0,0 3 0 0,1-1 0 16,0 4 0-16,0-1 0 0,1-1 0 0,0 0 0 16,0 0 0-16,0 0 0 0,0 0 0 0,0 0 0 0,6 44 0 0,-6-44 144 15,0 0-144-15,0 0 160 0,0 0-160 0,26 38 192 16,-26-38-192-16,0 0 192 0,0 0-192 0,33 15 0 16,-33-15 0-16,20 2 0 0,-10-5 0 0,0-1-144 15,0-1 144-15,1-2-208 16,0 0-688-16,1 0-144 0,-1-1-32 0,0-1 0 15,1 0-960-15,-1-1-192 0,1 0-32 0,-1 1-16 16,1 0 336 0,-1-3 64-16,0 2 16 0,-2-1 0 0,1 1 896 0,-2 1 176 0,0-1 32 0,-1 3 16 0,0 1 736 0,-2 3 160 15,-1 0 32-15,-1 3 0 0,-3 0 1312 16,0 0 272-16,0 0 48 0,0 0 16 0,0 0 368 0,-7 31 80 0,7-31 16 0,-9 27 0 16,9-27-944-16,-11 32-176 0,11-32-32 0,-11 31-16 15,11-31-560-15,-10 31-96 0,10-31-32 0,0 0 0 16,-9 36-192-16,9-36-64 0,0 0 0 0,0 0 0 15,0 0-192-15,-4 37 0 16,4-37 0-16,0 0 0 0,0 0 0 0,0 0 128 0,4-2-128 0,-1-3 0 16,0-2 0-16,0 0 0 0,2 0 0 0,0-5 0 15,1 0 0-15,2 0 0 0,0-2 0 0,0 0 0 16,1 0 0-16,-1-2 0 0,1 1 0 0,1 0 0 0,-1-1 0 16,1-1 0-16,0 1 0 0,0-1 0 0,1 5 0 15,-2 1 0-15,-1 3 0 0,0 3 0 0,-2 1 0 0,0 2 0 16,-1 4 0-16,-1-2 0 15,-4 0 0-15,0 0 0 0,0 0 0 0,0 0 0 0,12 47 0 0,-12-47 128 16,0 0-128-16,-1 53 0 0,1-53 192 0,-4 44-64 16,4-44-128-16,-9 48 192 0,9-48-192 0,-8 40 176 15,8-40-176-15,-6 34 160 0,6-34-160 0,0 0 0 16,0 0 0-16,-4 35 0 16,4-35-304-16,0 0-32 0</inkml:trace>
  <inkml:trace contextRef="#ctx0" brushRef="#br0" timeOffset="-210134.04">22112 6339 15663 0,'2'-2'1392'0,"0"0"-1120"0,-1 1-272 0,0 1 0 16,-1 0 928-16,0-2 128 0,1 2 32 0,0-5 0 15,-1 0 768-15,-1-1 176 0,-1 1 16 0,-2 1 16 16,1 1-496-16,-5 0-96 0,-1 1-32 0,-2 0 0 15,0 1-400-15,-3 1-80 0,-2 1 0 16,0 1-16-16,-1 0-304 0,2 1-64 0,-1 1-16 0,1-1 0 16,2 2-16-16,3-1 0 0,1 1 0 0,1-2 0 15,2 1-256-15,1 1-48 0,5-5-16 0,0 0 0 16,0 0-224-16,0 0 128 0,0 0-128 0,0 0 0 16,0 0 0-16,32 31 0 0,-32-31 0 0,22 6 0 0,-22-6 128 0,25 8-128 15,-25-8 0-15,26 10 0 0,-26-10 0 0,24 12 128 16,-24-12-128-16,0 0 0 0,29 23 0 15,-29-23 0-15,0 0 0 0,0 0 0 0,0 0 0 0,17 41 128 16,-17-41-128-16,0 0 0 0,0 0 0 0,-14 28 0 16,6-24 0-16,-1 4 0 0,-2-4 0 0,-1 1 0 15,-2 0 0-15,0-1 0 0,-1-1 0 0,-1 0 128 16,2-1-128-16,1-2 0 0,2 0 0 0,2 0 0 16,1-3 0-16,1-1 0 0,3 1 0 0,2-1 0 15,2-1 0-15,1 1 0 0,5-1-288 0,0-1-48 0,5 0-16 16,2 0 0-1,2 2-2208-15,2-3-448 0</inkml:trace>
  <inkml:trace contextRef="#ctx0" brushRef="#br0" timeOffset="-209737.03">22246 6396 2751 0,'4'-2'256'0,"-2"2"-256"0,-1-2 0 0,0 1 0 16,0 1 2544-16,4-4 464 0,1 0 80 0,4-4 32 16,-1 1 112-16,-2-1 32 0,-1 1 0 15,-4 2 0-15,-2 2-1328 0,-3 0-256 0,-1 3-48 0,-1 2-16 0,-1-1-432 0,-1 2-96 16,-1 2 0-16,0 0-16 0,8-5-176 0,-14 16-48 15,14-16 0 1,-15 20 0-16,15-20-448 0,-14 23-80 0,14-23-32 0,0 0 0 0,-12 36-112 0,12-36-32 16,0 0 0-16,0 0 0 0,0 0-144 0,6 35 128 15,-6-35-128-15,0 0 128 0,22 3-128 0,-13-5 160 16,2-2-160-16,0-2 160 0,2 0-160 0,1-2 0 16,1-2 0-16,0 1 128 0,-1-2-128 0,0 0-176 15,-1-1 48-15,-1 1 0 0,0 1-224 0,-2-3-32 16,0 1-16-16,-1 0 0 0,-1 0 64 0,-1 0 16 15,-2 0 0-15,-1 2 0 0,-1 3 320 0,-2 2 0 0,0 2 0 0,-1 2 0 32,-1 1 0-32,-1 2 0 0,2-2 0 0,0 0 0 0,0 0 128 0,-18 31 64 0,18-31 0 15,-13 24 0-15,13-24 208 0,-12 26 48 0,12-26 16 0,-13 31 0 16,13-31-144-16,0 0-48 0,-7 40 0 0,7-40 0 16,0 0-96-16,0 0-32 0,0 0 0 0,21 33 0 31,-21-33-144-31,0 0 0 0,28 3 0 0,-18-5 0 0,2-2 0 0,-1 0 0 0,1-3-144 0,-1-2 144 15,0 1-1280-15,-1-2-160 0,0 1-32 0,-2-2-15376 16</inkml:trace>
  <inkml:trace contextRef="#ctx0" brushRef="#br0" timeOffset="-209356.68">22595 6344 10127 0,'-1'-2'448'0,"0"-1"96"0,1 1-544 0,0 2 0 31,-1-2 0-31,1 1 0 0,0 1 2176 0,-1 0 320 16,1-2 64-16,-1 0 0 0,1-1 176 0,0-1 16 0,1 3 16 0,2-1 0 15,-1 0-832-15,3 0-160 16,1 0-48-16,-1 1 0 0,2-1-1120 0,0 1-224 16,1-1-64-16,2 0 0 0,-1 0-160 0,0-1-32 0,1 1-128 0,-1 0 192 15,0 1 16-15,-1 1 0 0,-1 0 0 0,-7 0 0 16,0 0 112-16,0 0 32 0,0 0 0 0,0 0 0 15,12 46-160-15,-12-46-48 0,0 0 0 0,-15 38 0 16,15-38-144-16,-15 29 0 0,15-29 0 0,-19 29 128 16,19-29-128-16,-21 25 0 0,21-25 144 0,-20 18-144 15,20-18 128-15,-16 10-128 0,10-7 160 0,0-1-160 0,3-2 256 0,2-3-32 16,2-2-16-16,1-2 0 0,2-1 112 0,2-3 0 16,2 0 16-16,1-2 0 0,2-1-80 0,1 0-32 15,2-2 0-15,2-3 0 0,1 1-224 0,-1-2 0 16,2 1 128-16,0 0-128 0,-1 1 0 0,0 1 0 15,1 2 0-15,-3 1 0 0,1 5-320 0,-4 1-16 16,-2 6 0-16,-2 0-12208 16,-2 2-2448-16</inkml:trace>
  <inkml:trace contextRef="#ctx0" brushRef="#br0" timeOffset="-208880.39">23131 6062 16575 0,'12'-14'736'0,"-6"7"160"15,2 2-720-15,-3-2-176 0,-2 4 0 0,-1 1 0 16,0 0 1840-16,1-4 336 0,3 0 64 0,1-2 0 0,0 1 128 0,-3 2 32 15,0 1 0-15,-3 0 0 0,-2 3-592 0,-1 4-112 16,-2 0-32-16,4-3 0 0,0 0-960 0,-21 25-208 16,21-25-48-16,-21 28 0 0,21-28-320 0,-23 38-128 15,23-38 0-15,-24 43 144 0,24-43-144 0,-22 48 160 16,22-48-160-16,-16 49 160 0,16-49-160 0,-12 46 0 16,12-46 0-16,-6 46 0 0,6-46 0 0,-1 46 0 15,1-46 128-15,3 45-128 0,-3-45 0 0,5 45 0 0,-5-45 0 0,7 42 0 16,-7-42 0-16,7 39 0 0,-7-39 0 0,6 38 0 15,-6-38 0-15,0 0 0 0,5 49 0 0,-5-49 0 16,0 0 0-16,-5 37 0 0,5-37 0 0,0 0 0 16,-19 35 0-16,19-35 0 0,-19 25 128 15,19-25-128-15,-27 25 0 0,11-12 0 0,0-3 0 0,1-1 0 16,-2-3-192-16,0-2 192 0,0-2-192 0,-3-3 192 16,2-3-128-16,-2-3 128 0,2 0 0 0,1-5 0 15,3-1-512-15,2-2-48 0,4-4 0 16,1-3-17136-16</inkml:trace>
  <inkml:trace contextRef="#ctx0" brushRef="#br0" timeOffset="-208721.6">22926 6330 22111 0,'6'-3'976'0,"-2"3"208"0,0-2-944 0,0 2-240 0,0 0 0 0,-1-2 0 0,2 1 2320 0,4 1 432 16,5-2 64-16,5 0 32 0,6-3-800 0,1 0-176 15,0 1-16-15,0-4-16 16,-2 2-1040-16,-1-2-208 0,-1 2-32 0,1-2-16 15,-2 1-352-15,0 1-192 0,0 0 192 0,-3 0-192 0,-2 0 0 0,-2 2 0 0,-4 1 0 0,0 1-144 32,-4 2-1200-32,0-2-224 0</inkml:trace>
  <inkml:trace contextRef="#ctx0" brushRef="#br0" timeOffset="-208200.14">23407 6280 19343 0,'3'0'848'0,"-1"0"192"0,0 0-832 0,0 0-208 0,0 0 0 0,-1 0 0 16,2-2 1696-16,1 2 288 0,3-2 64 0,3-1 16 0,1 0 704 16,0-1 144-16,1-1 32 0,-2-1 0 0,-2 0-1680 0,-1-1-336 15,-1 0-64-15,0-2-16 0,-2 1-464 0,-1-2-112 32,-1 1-16-32,-2-2 0 0,-1 2-256 0,-3-1 160 0,0 3-160 0,-2 1 128 0,0 2 0 0,-2 0-128 31,1 4 192-31,-2 2-64 0,1 0-128 0,-1 2 160 0,9-4-160 0,-18 13 160 15,18-13-160-15,-17 22 0 16,17-22 0-16,-19 27 0 0,19-27 0 0,-20 31 0 16,20-31 0-16,-17 32 0 0,17-32 0 0,0 0 0 15,-14 41 0-15,14-41 0 0,0 0 0 0,0 0 0 0,2 36 0 16,-2-36 0-16,0 0 0 0,0 0 0 0,0 0 0 16,23 16 0-16,-16-18 0 0,0 0 0 0,1-2 0 0,0-2 0 15,0 2 0-15,0-4 0 0,3 0-144 0,-2 0 144 16,0-2 0-16,0 1 0 0,2 0 0 0,-2-2 0 15,-1 0 0-15,2 2-128 0,-2-1 128 0,-1 2 0 16,0 0 0-16,-3 3 0 0,1 1 0 0,-1 1 0 16,-2 3 0-16,-1 0 0 0,-1 2 0 0,0-2 0 15,0 0 0-15,0 0 0 0,0 0 128 0,0 0-128 16,-13 34 176-16,13-34-16 0,0 0 0 0,0 0 0 16,-11 39-160-16,11-39 192 0,0 0-192 0,0 0 192 15,0 0-192-15,0 0 0 0,16 36 0 0,-16-36 128 0,0 0-128 0,21 2 0 16,-12-4 0-16,-1 0 0 0,2-2 0 0,0-1 0 15,-1 0 0-15,0 0 0 0,0-2-176 0,2-1-16 16,-1 2 0-16,-4-1 0 16,0 3-624-16,-1 0-128 0,0-1-16 0,2-1-16 15,0-2-1824-15,0 2-352 0,2 0-80 0,-1 0-10832 0</inkml:trace>
  <inkml:trace contextRef="#ctx0" brushRef="#br0" timeOffset="-207943.24">23806 6188 2751 0,'2'-2'256'0,"-2"1"-256"16,1 1 0-16,-1 0 0 0,1-3 2816 0,4-1 528 0,0-3 112 0,0-3 0 15,-1 2 720-15,-2 0 144 0,-2 3 32 0,-3 0 0 16,-2 5-1728-16,0 0-320 0,-2 1-80 0,-1 3-16 16,1-2-1184-16,7-2-224 0,-17 12-48 0,17-12-16 15,-17 15-384-15,17-15-80 0,-17 19-16 0,17-19 0 16,-19 20-112-16,19-20-16 0,0 0-128 0,-20 27 192 16,20-27-64-16,0 0 0 0,-16 31-128 0,16-31 192 15,0 0-192-15,0 0 176 0,-12 33-176 0,12-33 160 16,0 0-160-16,0 0 0 0,0 0 0 0,7 43 0 15,-7-43 0-15,0 0 0 0,0 0 0 0,29 16 0 16,-20-16-448-16,1 0-32 0,2-2 0 0,1-1 0 16,0-2-1392-16,0 1-288 0,1-3-48 0,0 2-14112 15</inkml:trace>
  <inkml:trace contextRef="#ctx0" brushRef="#br0" timeOffset="-207503.81">23897 6250 1839 0,'0'-1'160'0,"0"1"-160"0,0-2 0 0,0 1 0 0,0 1 2224 0,-1 0 400 15,1 0 96-15,0-2 16 16,0 1 1152-16,1 0 224 0,1-1 48 0,0 0 16 16,3 1-2080-16,0-1-432 0,0 2-64 0,2 0-32 0,-1-2-1024 0,2 1-208 15,2-1-32-15,0 2-16 0,1-2-128 0,0 0-32 16,0 1 0-16,0-1 0 0,1-1 320 0,-4 3 48 0,-2-2 16 0,0 1 0 16,1 0 48-16,1-1 16 0,0 0 0 0,1-1 0 15,1 0-256-15,-1-1-32 0,1-1-16 0,-1-2 0 16,2-1 96-16,-2-1 16 0,0 0 0 0,0-3 0 15,-2 0-224-15,0-2-32 0,-1 0-128 0,0-3 192 16,-1 0-192-16,-1 1 0 0,0 2 0 0,-3 0 0 16,2 2 0-16,-2 2 0 0,-1 3 0 0,0 1 0 15,-1 2 0-15,0 0 176 0,-1 3-32 0,0-1 0 16,0 4 48-16,-1-2 16 0,3 0 0 0,0 0 0 0,0 0-48 16,0 0-16-16,-21 22 0 0,21-22 0 0,0 0-144 0,-18 16 160 15,18-16-160-15,0 0 160 16,-19 17-160-16,19-17 192 0,0 0-192 0,0 0 192 0,-21 19-32 0,21-19 0 15,0 0 0-15,-29 24 0 0,29-24-16 0,-29 26 0 16,29-26 0-16,-32 29 0 0,32-29 32 0,-29 35 0 16,29-35 0-16,-24 33 0 0,24-33-48 0,-18 35-128 15,18-35 192-15,0 0-64 0,-11 43 32 0,11-43 0 16,0 0 0-16,0 0 0 0,23 41-160 0,-23-41 160 16,29 9-160-16,-18-6 160 0,-11-3-160 0,17 3 0 15,-4-3 0-15,5-1 0 0,3-3-288 0,4 1-32 16,6 0-16-16,3 1-19696 0</inkml:trace>
  <inkml:trace contextRef="#ctx0" brushRef="#br0" timeOffset="-205796.32">16317 6892 11055 0,'0'-3'976'0,"0"-1"-784"0,1 3-192 0,-1-1 0 16,1 2 896-16,-1-2 128 0,1-1 16 0,1-2 16 16,-1-1 96-16,1-2 32 0,2 1 0 0,-1 0 0 15,0 3-352-15,0-2-80 0,0 2-16 0,-1 2 0 16,1-1 160-16,-1 1 48 0,0-1 0 0,-1 3 0 16,1 0-240-16,-1 0-64 15,-1 1 0-15,1 1 0 0,-1 0-16 0,-1 1-16 0,1-1 0 0,-1 2 0 16,0 0 288-16,1 1 48 0,-1 1 16 0,0 1 0 15,1-7-64-15,0 0 0 0,0 0 0 0,-1 39 0 0,1-39-320 0,0 0-80 16,1 42-16-16,-1-42 0 0,0 0-224 0,4 43-64 16,-4-43 0-16,0 0 0 0,4 47-192 0,-4-47 128 15,0 0-128-15,0 50 0 0,0-50 128 0,-3 42-128 16,3-42 0-16,-4 41 144 0,4-41-144 0,-6 47 0 16,6-47 0-16,-6 52 128 0,6-52-128 0,-5 57 0 15,5-57 144-15,-7 51-144 0,7-51 0 0,-3 44 128 16,3-44-128-16,-1 35 0 0,1-35 0 0,0 0 128 15,6 41-128-15,-6-41 0 0,0 0 0 0,0 0 0 16,12 40 0-16,-12-40 0 0,0 0 0 0,0 0 0 0,0 0 0 16,0 0 0-16,20 38 0 0,-20-38 0 0,0 0 0 0,0 0 0 31,0 0 0-31,0 0 0 0,0 0 0 0,0 0 0 0,0 0 0 0,0 0 0 16,0 0 0-16,0 0 0 0,0 0 0 0,0 0 0 0,0 0 0 0,0 0 0 15,0 0 0-15,0 0 0 0,0 36 0 0,0-36 128 16,0 0 0-16,0 0 16 0,0 0 0 15,0 0 0-15,6 43 64 0,-6-43 16 0,0 0 0 0,0 0 0 16,0 0-16-16,23 42 0 0,-23-42 0 0,0 0 0 16,0 0-16-16,40 19 0 0,-40-19 0 0,0 0 0 0,37 9-192 15,-37-9 176-15,28 5-176 0,-28-5 160 0,28 5-160 16,-28-5 0-16,30 4 0 0,-30-4-19008 16</inkml:trace>
  <inkml:trace contextRef="#ctx0" brushRef="#br0" timeOffset="-205225.23">16789 7508 11055 0,'0'-2'976'0,"0"2"-784"0,0 0-192 0,0 0 0 15,0 0 1856-15,0 0 336 0,1-2 64 0,0 1 16 16,0 1 816-16,1-2 176 0,-1 2 16 0,1 0 16 16,1 2-976-16,-1-1-192 0,1 1-32 0,-1 2-16 15,-2-4-1088-15,0 0-224 0,0 0-32 0,0 0-16 16,0 0-464-16,0 0-80 0,15 41-32 0,-15-41 0 15,0 0-144-15,0 0 0 0,0 0 0 0,0 0-18560 16</inkml:trace>
  <inkml:trace contextRef="#ctx0" brushRef="#br0" timeOffset="-204858.62">17114 7401 12895 0,'6'-7'576'0,"-2"3"112"0,-1-2-560 0,0 2-128 0,0 2 0 16,-2 0 0-16,1 1 1968 0,1-4 352 16,0-2 80-16,2-1 16 0,0 0-144 0,-4-1-32 0,1 3 0 0,-3 0 0 15,0 1-912-15,-2 2-192 0,0 2-48 0,-2 0 0 16,1 1-432-16,0 0-80 0,-1 1-32 0,2 0 0 16,-1-1-288-16,2 0-64 0,0 0-16 0,0 0 0 15,0-1 96-15,2 0 32 0,0-1 0 0,0-1 0 16,0-1 144-16,0 1 48 0,0-2 0 0,0 1 0 15,0 0-144-15,-1 1-32 0,0-2 0 0,-1 2 0 16,1 1-80-16,-1 0-32 0,0-1 0 0,0 3 0 16,0 0-208-16,-1 0 176 0,0 0-176 0,-1 3 160 15,1-1-160-15,-1 0 0 16,0 1 0-16,0-1 128 0,0 3-128 0,0-3 0 0,1 1 0 0,1 1 0 0,-1-1 0 0,1-1 0 16,0 1 0-16,1-1 0 0,0 0 0 0,1 1 0 15,1-3 0-15,0 0 0 16,2 0 0-16,0-2 0 0,0 1 0 0,3-1 0 0,-1-1-192 15</inkml:trace>
  <inkml:trace contextRef="#ctx0" brushRef="#br0" timeOffset="-204215.1">17187 7274 2751 0,'0'-1'256'0,"0"-1"-256"0,1-1 0 0,-1 3 0 16,0-2 2464-16,0 2 448 0,0-1 96 0,0 0 0 16,0-3 32-16,0 0 0 0,-1 0 0 0,-1-1 0 15,0 0-736-15,0 1-128 0,-1-1-48 0,2 0 0 16,-2 1-768-16,0-1-144 0,0 0-48 0,0 0 0 16,1 0-528-16,-2 1-96 0,0 2-32 0,0-1 0 15,-1 0-272-15,0 3-64 0,1 0-16 0,-2 1 0 0,2 2 32 0,-2 1 16 16,0 0 0-16,1 1 0 0,-1 2-64 0,2-1-16 15,-1 3 0-15,0 2 0 0,5-11-128 0,-7 29 160 16,7-29-160-16,-5 38 160 0,5-38-160 0,3 46 0 16,-3-46 0-16,11 46 128 0,-11-46-128 0,16 48 192 15,-16-48-192-15,18 50 192 0,-18-50-192 0,17 49 0 16,-17-49 144-16,22 55-144 0,-22-55 0 0,22 58 0 0,-22-58 0 16,16 53 0-16,-16-53 0 0,11 46 0 0,-11-46 0 0,3 40 128 15,-3-40-128-15,-6 35 0 0,6-35 0 0,-16 38 0 16,5-19 0-16,-2 1 0 0,-1-2 0 0,-1-2 0 15,1-1 0-15,-1-3 0 0,-1-1 0 0,-3-3 0 16,1-4-208-16,-4-1-112 0,1-3-32 0,0-3 0 31,2-1-2624-31,3-6-528 0</inkml:trace>
  <inkml:trace contextRef="#ctx0" brushRef="#br0" timeOffset="-204008.3">17024 7529 9215 0,'0'-4'816'0,"0"3"-656"0,1-1-160 0,-1 1 0 0,0 0 2336 0,0 1 432 16,0 0 96-16,0 0 16 0,0 0 416 0,1 0 96 16,0-2 0-16,1 2 16 0,1 0-1360 0,0-2-288 15,2 1-48-15,1 1-16 0,2-2-784 0,1-1-144 16,4 1-48-16,0 2 0 0,4-4-464 0,3 1-112 16,2-2-16-16,0 3 0 0,2-2-128 0,-1 3 0 15,-1-1 0-15,-2 1 0 0,-2 1 0 0,-2 0 0 0,-16 0 0 16,26 3-12096-1,-26-3-2496-15</inkml:trace>
  <inkml:trace contextRef="#ctx0" brushRef="#br0" timeOffset="-203692.32">16713 7309 27647 0,'4'-7'1216'0,"-1"2"256"0,2 2-1168 0,-2 1-304 0,0 2 0 0,-3 2 0 0,3-2 1824 0,1 3 304 16,-4-3 64-16,0 0 16 16,0 0-912-16,0 0-176 0,33 38-32 0,-33-38-16 0,0 0-848 0,0 0-224 15,27 40 0-15,-27-40-17488 0</inkml:trace>
  <inkml:trace contextRef="#ctx0" brushRef="#br0" timeOffset="-202316.79">17923 7486 8287 0,'-1'1'736'0,"0"1"-592"0,1-2-144 0,0 0 0 16,0-2 1536-16,0 1 288 0,0 1 48 0,1-2 16 15,0 0 976-15,1-2 192 0,1-2 32 0,1 0 16 16,-1-2-1280-16,2 1-256 0,0-2-48 0,-1-1-16 0,1 1-784 0,-2 2-144 15,-2-3-48-15,-1 3 0 0,-1 0-400 0,-2 0-128 16,-2 2 0-16,-1 1 0 0,-2 3 208 0,-1 1-64 16,-1 1-16-16,-2 3 0 0,0 0 176 0,-1 4 16 15,0 1 16-15,0-1 0 0,0 3-336 0,2 1 128 16,0 0-128-16,2 2 0 0,9-14 0 0,-13 28 0 16,13-28 0-16,-10 29 0 0,10-29 0 0,-5 31 0 15,5-31 0-15,0 0 0 0,6 38 0 0,-6-38 0 16,0 0 128-16,0 0-128 0,30 21 192 0,-30-21-16 0,20 0-16 0,-10-2 0 15,1-3 96 1,0 0 32-16,2-2 0 0,-1-2 0 0,0 2-160 0,1-3-128 0,-2 0 192 16,-1 1-192-16,-2 0 0 0,1-1 0 0,-1 1 0 0,-3-1 0 15,0 2 0-15,-2 0-192 16,0 3 48-16,-3-2 16 0,0 2 0 0,-1 1 0 0,0 1 0 16,0 3 0-16,0 0 128 0,0 0 0 0,0 2-144 0,0 2 144 15,0 0 0-15,1-4 0 0,0 0 0 0,0 0 0 16,-3 33 0-16,3-33 160 0,0 0-160 0,0 0 160 15,2 38 80-15,-2-38 16 0,0 0 0 0,0 0 0 0,0 0 16 0,0 0 16 16,0 0 0-16,24 35 0 16,-18-34-288-16,1-1 0 0,1-1 0 0,-1-3 0 15,2 1-288-15,0-2-112 0,0-2-32 0,1 1 0 16,1-1-1728-16,-1-1-336 0</inkml:trace>
  <inkml:trace contextRef="#ctx0" brushRef="#br0" timeOffset="-201751.87">18170 7432 10127 0,'0'0'448'0,"0"-1"96"16,1 1-544-16,-1 0 0 0,1-1 0 0,-1 1 0 15,1 1 2144-15,0-1 320 0,0 1 64 0,1 2 16 0,-2-3 352 0,0 0 80 0,0 0 16 0,0 0 0 16,2 42-1056-16,-2-42-208 0,0 0-32 0,-6 38-16 16,6-38-944-16,-7 29-192 0,7-29-32 0,-8 26-16 31,8-26-240-31,-8 21-64 0,8-21 0 0,0 0 0 0,0 0-192 0,0 0 144 15,0 0-144-15,0 0 128 16,0 0-128-16,0 0 0 0,0 0 0 0,0 0 0 0,26-6-144 0,-18-5-16 0,-1-1 0 0,1 0 0 31,-1 1-240-31,0-1-48 0,1 0-16 0,-1-2 0 0,2-1 288 0,-2 1 176 0,0-1-192 0,2 0 192 0,-1-2 0 16,1 5 0-16,-1 0 0 0,0 3 0 16,1 1 192-16,-3 4-16 15,1 2 0-15,-2 0 0 0,1 4 352 0,-3 0 80 0,-3-2 16 0,0 0 0 16,0 0-192-16,0 0-48 15,10 46 0-15,-10-46 0 0,-3 31-224 0,3-31-160 16,-7 35 192-16,7-35-192 0,-7 35 128 0,7-35-128 16,-7 35 0-16,7-35 0 0,-7 29 0 0,7-29 0 15,0 0 0-15,0 0 0 0,-2 32 0 0,3-31 0 16,0 1 0-16,1-4 0 0,0 0 0 0,1-2 0 0,0-2 0 0,2-1 0 16,0-2-160-16,1-1 16 0,1-2 0 15,1 0 0 1,-1 1-336-16,1-1-64 0,2-3-16 0,0-1 0 15,1 0-256-15,0-1-48 0,1 0-16 0,0 1 0 16,-1 1 176-16,-1 4 16 0,0 0 16 0,-2 3 0 0,0 4 416 0,-3 3 64 0,0-1 32 0,-1 4 0 16,-2 2 160-16,-2-4 0 0,0 0 160 0,0 0-160 15,0 0 448-15,0 43 0 0,0-43 0 0,0 0 0 16,-5 38 256-16,5-38 32 0,-6 29 16 0,6-29 0 16,-6 28-128-16,6-28-32 0,-7 25 0 0,7-25 0 15,0 0-192-15,-8 29-32 0,8-29-16 0,0 0 0 0,0 0-352 0,0 0 0 16,0 0 0-16,0 0 0 15,0 0-880 1,0 0-192-16</inkml:trace>
  <inkml:trace contextRef="#ctx0" brushRef="#br0" timeOffset="-200861.95">18694 7461 12895 0,'3'-9'576'0,"-1"1"112"0,-1 3-560 0,0 0-128 0,0 2 0 0,0 2 0 0,0-3 1520 16,1 0 272-16,2-2 48 0,-1-4 16 16,0 1 576-16,0 2 112 0,-1 2 16 0,-1 2 16 0,-2 3-528 0,-1 0-96 15,-1 3-32-15,-1 4 0 16,-1 2-896-16,-1 1-192 0,6-10-48 0,-14 28 0 16,14-28-480-16,-14 33-112 0,14-33 0 0,-13 36-16 0,13-36-176 0,-7 34 128 15,7-34-128-15,0 0 128 0,1 42-128 0,-1-42 160 16,0 0-160-16,0 0 160 0,0 0-160 0,32 22 0 15,-20-25 0-15,-1-2 0 0,1 0 0 0,1-4 0 16,2-3 0-16,-1 0 0 0,0 0-128 0,0-3-64 0,-2 2-16 16,-1-3 0-1,-3 2-512-15,-2 1-112 0,-2-1 0 0,-3 0-16 16,-2-1 144-16,-4 1 48 0,1 0 0 0,-4 2 0 0,1 0 464 0,0 3 192 0,-3 2-128 0,2 0 128 16,0 6 0-16,-2-1 0 0,2 4 0 0,-1 2 128 15,1 2 256-15,0 2 64 0,0 0 16 0,1 2 0 16,1 2 112-16,0-2 32 0,6-10 0 0,-7 19 0 15,7-19-112-15,0 0-32 16,0 0 0-16,0 0 0 0,0 0-128 0,28 30-16 0,-15-32-16 0,3 0 0 16,1-3-176-16,0 0-128 0,1 0 192 15,1-2-192-15,0-1 0 0,1 0 0 0,2 1 0 0,-2-3 0 0,1 1 0 0,-2 0 0 16,-1 1 0-16,-3-2 0 0,-2 2 0 16,-1 0-144-16,-3 1 144 0,-2 1-128 0,-1 2 128 0,-2 0 0 15,-3 3-144-15,0-1 144 16,-2 4 0-16,0-1 0 0,-2 3 0 0,-1 1 0 15,-1 0 0-15,1 2 0 0,-2-2 0 0,1 4 0 0,-2 1 0 0,7-10 0 16,-12 23 0-16,12-23 0 0,-10 27 0 0,10-27 0 16,-8 28 0-16,8-28 128 0,0 0-128 0,-5 31 0 15,5-31 144-15,0 0-144 0,0 0 0 0,0 0 144 16,0 0-144-16,22 34 0 0,-16-34 0 0,1 0 0 0,2-3 0 0,1 0 0 16,0-4 0-16,1 0 0 15,2 0 0-15,-1-4 0 0,-1 0-144 0,1 2 16 0,-1-3 0 0,1 3 0 31,-4-2-256-31,0 2-64 0,0 0 0 0,-2-2 0 0,0 1 48 0,-3 0 0 16,1 1 0-16,-2 2 0 0,-1-1 256 0,-1 2 144 0,0 1-160 0,0 0 160 16,-1 4 0-16,0 1 0 0,0 1 176 0,0 2-48 15,-1 1 112-15,0 2 16 16,2-6 16-16,0 0 0 0,0 0 208 16,-9 37 32-16,9-37 16 0,0 0 0 0,-4 36-208 0,4-36-64 0,0 0 0 0,0 37 0 15,0-37-80-15,0 0-32 0,0 0 0 0,15 38 0 0,-15-38-144 0,0 0 128 31,0 0-128-31,32 15 128 0,-23-15-128 0,0-3 0 0,2-1 0 0,0 1-12352 16,0-4-2368-16</inkml:trace>
  <inkml:trace contextRef="#ctx0" brushRef="#br0" timeOffset="-200471.65">19368 7302 10127 0,'-1'-3'896'0,"1"2"-704"15,0 0-192 1,-1 1 0-16,1 1 2016 0,-1 0 368 15,0 2 80-15,0 1 16 0,1-4 720 0,0 0 128 0,-13 32 48 0,13-32 0 16,-13 33-1296-16,4-14-256 0,1 0-48 0,8-19-16 16,-15 38-864-16,15-38-160 0,-12 35-32 0,12-35-16 15,-9 26-448-15,9-26-96 0,0 0-16 0,-12 36 0 16,12-36-128-16,0 0 0 0,0 0 0 0,-9 26 0 16,9-26 0-16,0 0 0 0,1 0 0 0,1-5 0 15,1 0-128-15,0-2 128 0,1-2 0 0,2-2 0 16,0-1-128-16,2-1 128 0,1-3-160 0,0-1 160 15,1 0 0-15,-1-1-144 0,1 0 144 0,-1 0 0 16,1-1 0-16,-1 2 0 0,0 1 0 0,0 2 0 0,0 4 0 0,-1 1 0 16,0 4 0-16,-1 2 0 0,-1 1 0 0,-6 2 144 15,0 0-144-15,0 0 160 0,0 0 32 0,0 0 0 16,25 32 0-16,-25-32 0 0,0 0-192 0,0 0 160 16,2 47-160-16,-2-47 160 0,0 0-160 0,-4 42 0 15,4-42 0-15,0 0 0 0,-9 40 0 0,9-40 0 16,0 0 0-16,-4 36 0 0,4-36 0 0,0 0 0 15,0 0 0-15,0 0 0 16,0 0-576-16,0 0 0 0,0 0 0 0,0 0 0 16,0 0-1568-16,0 0-304 0</inkml:trace>
  <inkml:trace contextRef="#ctx0" brushRef="#br0" timeOffset="-200022.89">19637 7294 3679 0,'2'-2'320'0,"0"0"-320"0,-1 2 0 16,0-2 0-16,0 2 2416 0,0-3 400 0,3-1 96 0,2 1 16 15,1-4 272-15,1 1 64 0,-2 0 16 0,-1 3 0 16,-1 1-880-16,-1 2-176 0,-1 2-48 0,-2-2 0 16,0 0-864-16,0 0-176 0,0 0-48 0,-4 38 0 15,4-38-704-15,-7 32-160 0,7-32-32 0,-11 41 0 16,11-41-192-16,-14 44 0 0,14-44 0 0,-13 45 0 0,13-45 128 0,-12 45-128 16,12-45 0-16,-5 40 0 0,5-40 144 15,0 0-144-15,8 41 128 0,-8-41-128 0,0 0 0 0,0 0 0 16,0 0 0-16,32 24 0 0,-32-24 0 0,14-3 0 15,-7 0 0-15,1 0 0 16,0-3-128-16,-1 0 128 0,0-2-160 0,-1-1 160 16,0 0-768-16,0 0-64 0,0-2-16 0,-1-1 0 15,-1 0-1072-15,0-2-192 0,0-1-64 0,-2-1 0 16,-1 0 32-16,-2 1 0 0,-1 1 0 0,-1 0 0 16,-2 2 832-16,-2 3 160 0,-1 2 48 0,-4 4 0 15,-2 1 480-15,-3 4 112 0,-3-2 0 0,0 5 16 16,1 2-464-16,2-2-112 0,2 3-16 0,1 0 0 0,2-1 2208 0,2 1 432 0,2 1 96 0,2-2 16 15,2-2 1008-15,2 0 208 0,3-3 32 0,3 0 16 16,2-2-368-16,2-1-80 0,2 0-16 0,2-4 0 16,2 1-896-16,2 1-176 0,1-4-48 0,1 1 0 15,3-2-784-15,-1 1-176 0,0-1-16 0,0 1-16 16,-3 0-352-16,0 1 144 0,-2 0-144 0,-3 2 0 16,0 1 0-16,-2-1-256 0,0 1 32 0,-1 3-18144 15</inkml:trace>
  <inkml:trace contextRef="#ctx0" brushRef="#br0" timeOffset="-199474.33">20266 7344 19343 0,'0'-7'848'15,"0"3"192"-15,0 1-832 0,0 1-208 16,0 0 0-16,0 0 0 0,0-1 1856 0,0 0 336 0,0-3 64 0,0 0 16 0,0-2 128 0,-1 2 32 16,-1 2 0-16,0 1 0 0,-1 3-1072 0,-1 0-208 31,-1 3-32-31,-2 1-16 0,-2 4-720 0,0 1-128 0,-1 2-48 0,-1 4 0 0,-1 2-208 0,-1 1 144 31,1 2-144-31,1-1 128 0,2 2-128 0,9-21 128 0,-10 38-128 0,10-38 128 16,0 0-128-16,7 38 0 15,-7-38 0-15,0 0 128 0,37 21-128 0,-37-21 0 0,33-2 0 0,-14-3 0 0,2-4 0 0,0-1 0 16,1-4 0 0,-3-1 0-16,0 1 0 0,-5 0-176 0,0-2 176 0,-3 1-192 15,-2-2 192-15,-5 1-192 0,-2 2 192 0,-4-2-192 16,-2 3 192-16,-3-1 0 0,-2 0 0 0,-3 0 0 16,-1 4 0-16,-1 1 0 0,2 4 0 0,-1 2 0 15,0 3 0-15,1 3 0 0,2 0 0 0,0 3 0 16,2 2 0-16,8-8 0 0,-10 18 0 0,10-18-128 15,0 0 128-15,0 0-192 0,0 0 192 0,13 38-192 16,-13-38-960 0,0 0-208-16</inkml:trace>
  <inkml:trace contextRef="#ctx0" brushRef="#br0" timeOffset="-199119.39">20655 7205 20271 0,'3'-15'896'0,"-1"6"192"0,0 2-880 0,0-3-208 15,-1 6 0-15,-1-1 0 0,0 0 1088 0,1-5 160 16,-1-2 32-16,0-2 16 0,0-1 432 0,0 2 96 16,-1 6 16-16,-1 2 0 0,-1 3-400 0,0 2-80 15,0 2-16-15,0 3 0 0,3-5-576 0,0 0-128 16,-12 31-32-16,12-31 0 0,0 0-464 0,-10 45-144 16,10-45 0-16,-5 37 0 0,5-37 160 0,-4 43-160 0,4-43 128 0,-3 45-128 15,3-45 256-15,-2 46-48 0,2-46 0 0,0 52 0 16,0-52-80-16,-1 54 0 0,1-54-128 0,-1 58 192 15,1-58-192-15,-3 61 144 0,0-28-144 0,3-33 128 16,-5 64-128-16,5-64 0 0,-10 57 0 0,10-57 128 16,-9 47-128-16,9-47 0 0,-7 34 0 0,7-34 128 15,0 0 0-15,-13 37 0 0,13-37 0 0,0 0 0 16,-17 25-128-16,17-25 192 0,-11 9-192 0,5-7 192 16,1 0-48-16,-2-6 0 0,1 1 0 0,-2-4 0 15,-1-2-144-15,-2-3 0 0,-1-2 144 0,-2-5-144 0,-3 0 0 0,-1-3-288 16,-4-4 48-16,1-2-18224 15</inkml:trace>
  <inkml:trace contextRef="#ctx0" brushRef="#br0" timeOffset="-198990.58">20325 7393 11967 0,'23'-15'256'0,"-12"8"64"0,-5 4 16 0,-1 1 0 0,-3 2-336 0,3 0 0 16,5-3 0-16,10 1 0 0,8-3 3424 0,4 3 608 16,2-2 128-16,1 3 32 15,-4-3-1312-15,0 3-256 0,-1-2-48 0,-2 0-16 0,1 0-1088 0,-1-2-208 0,0 1-48 0,-3-2-16 31,-2 0-848-31,-3-1-160 0,-1 2-48 0,-2-3-18336 0</inkml:trace>
  <inkml:trace contextRef="#ctx0" brushRef="#br0" timeOffset="-198324.11">21026 7306 17503 0,'1'-2'1552'0,"0"0"-1232"0,0 2-320 0,0-2 0 0,1 1 1200 0,0-1 176 16,1-1 32-16,1-1 16 0,4-3 752 0,1 0 160 16,1-3 32-16,1 3 0 0,0-2-1008 0,0 1-192 15,1 1-32-15,1 0-16 0,0 0-448 0,0 2-96 16,0 1 0-16,0 1-16 0,-13 3-256 0,24 1-48 15,-24-1-16-15,0 0 0 0,27 23-96 0,-27-23-16 16,0 0 0-16,14 45 0 0,-14-45-128 0,2 38 0 16,-2-38 0-16,-5 40 0 0,5-40 0 0,-15 38 0 0,6-23 0 0,-2-1 0 15,1-2 0-15,1-3 0 0,0-2 0 0,0-2 0 16,3-3 0-16,-1-2 0 0,3-1 0 0,1-2 0 16,1 0 0-16,1-4 160 0,3-3-160 0,1-2 160 15,1-2 160-15,3-1 48 0,0-2 0 0,2-1 0 16,0 0-128-16,0-3-32 0,1 1 0 0,1-1 0 15,0 2-208-15,0 0 128 0,2 0-128 0,0 2 0 16,0 3 0-16,0 0 0 0,0 5 0 0,-1 2 0 16,-1 2 0-16,-2 3 0 0,0 1 0 0,-9 1 0 0,0 0-192 0,0 0-16 15,28 12-16-15,-28-12-17760 16</inkml:trace>
  <inkml:trace contextRef="#ctx0" brushRef="#br0" timeOffset="-197351.15">21476 7300 16575 0,'3'-2'1472'0,"0"-1"-1168"16,-1 2-304-16,0-1 0 0,-1 0 896 0,1 0 112 15,3-3 16-15,2-4 16 0,2-1 1072 0,0-2 224 16,-2 0 32-16,-1 2 16 0,-3-1-880 0,-2 4-176 16,-1-1-48-16,-1 2 0 0,-3 0-224 0,-2 2-48 0,0 0-16 0,-3 3 0 15,1-1-608-15,-2 4-112 0,-1-2-16 0,0 5-16 16,0-1 64-16,0 2 16 0,0 3 0 0,0 0 0 15,1 3-128-15,0 0 0 0,-1 4-16 0,0-1 0 16,2 2-16-16,9-17 0 0,-14 33 0 0,14-33 0 16,-6 28 32-16,6-28 0 0,0 0 0 0,0 0 0 15,6 38-192-15,-6-38 128 0,0 0-128 0,0 0 128 16,0 0-128-16,0 0 0 0,29 15 0 0,-22-18 0 0,2 0 0 16,-2 0 0-16,1-3 128 0,2 1-128 15,-1-2 0-15,1-2 0 0,1-1 0 0,-1 1 0 0,2-1 0 0,-3-3 0 16,1 1 0-16,-2-1 0 0,-1 0 0 0,-2 0 0 15,-2-1 0-15,0 0 0 0,-1 2 0 0,-1 1 0 16,-1 3 0-16,0 1 0 0,0 4 0 0,-1 1 0 16,0 2 0-16,0 2 0 0,1-2 128 0,0 0-128 15,0 0 0-15,-5 29 128 0,5-29 0 0,0 0-128 16,-1 40 192-16,1-40-64 0,0 0 0 0,6 41 0 16,-6-41 0-16,0 0 0 0,17 35 0 0,-17-35-128 0,0 0 192 15,28 18-64-15,-28-18-128 0,22 1 0 0,-9-3 0 0,-2-2 0 16,0-2 0-16,0 0 0 15,1-4 0-15,-1 0 0 0,1-2 0 0,-3 1 0 16,0-1 0-16,-2 0 0 0,0 0 0 0,-1 0 0 0,-1 0-144 0,0 0 144 16,-1-1 0-16,2 0 0 0,-2 0 0 0,0 1 0 15,1 2 0-15,-1-1 0 0,0 3 0 0,0 3 0 16,-1 0 0-16,0 3 0 0,0-1 0 0,0 3 0 16,-3 0 0-16,0 0 0 0,0 0 0 0,0 0 0 15,0 0 144-15,0 0-144 0,19 34 128 0,-19-34-128 0,0 0 128 0,0 0-128 16,11 36 128-16,-11-36-128 0,0 0 0 0,0 0 0 15,0 0 128-15,15 42-128 16,-15-42 0-16,0 0 0 0,0 0 0 0,0 0 0 0,0 0 0 0,0 0 0 16,0 0 0-16,0 0 0 0,0 0-192 0,0 0 192 15,26 8-192-15,-22-15 192 0,1-1-256 16,0-1 64-16,1 0 0 0,1-2 16 0,1-1 176 0,-1 0-160 16,1-1 160-16,-1 0-160 0,0-3 160 0,-1 2 0 15,0 0 0-15,-2-3 0 0,1 2 0 0,-2 1 0 16,-1 2 128-16,0 3-128 0,-1 1 128 0,-1 2-128 15,-1 1 128-15,0 3-128 0,0 2 192 0,0 1-16 0,-2 2-16 16,0 0 0-16,0 0-160 0,0 1 128 0,0 1-128 0,3-5 128 16,0 0-128-16,-12 21 0 0,12-21 0 0,-9 22 128 15,9-22-128-15,0 0 0 0,-13 38 0 0,13-38 0 16,-9 32 0-16,9-32 128 0,-11 38-128 0,11-38 0 16,-12 43 0-16,12-43 128 15,-12 47-128-15,12-47 0 0,-9 47 128 0,9-47-128 16,-9 46 0-16,9-46 128 0,-6 47-128 0,6-47 192 0,-4 48-192 0,4-48 192 31,-1 47-192-31,1-47 0 0,-1 46 0 0,1-46 128 0,0 45-128 16,0-45 0-16,-4 44 0 0,4-44 0 0,-6 41 0 0,6-41 0 0,-13 40 0 0,3-19 0 15,-3 3 0-15,-2 0 0 0,-3-3 0 0,0 0 0 16,-1-3 0-16,1-2 0 0,-2-1 0 0,1-3 0 0,0-1 0 0,-1-4 0 16,-2-4 0-16,1-3 0 0,0-1-128 0,0-6 128 15,2-2 0-15,3-5 0 31,3-2-416-31,3-6-16 0,3-2 0 0,3-3-18672 0</inkml:trace>
  <inkml:trace contextRef="#ctx0" brushRef="#br0" timeOffset="-196805.82">22228 7096 18431 0,'6'-10'816'0,"-3"5"160"0,0-2-784 0,-1 3-192 16,-1 1 0-16,0 3 0 0,-1-2 2048 0,1-1 352 15,0 1 80-15,-1-3 16 0,-1 1-32 0,-2 1 0 0,-1 2 0 0,-2 0 0 16,0 2-1232-16,-2 0-240 0,1 1-48 0,-2 1-16 15,2-1-448-15,-1 1-96 16,-2 1 0-16,2-1-16 0,-1 1-192 0,0 1-48 0,0 0 0 0,1 2 0 16,-2 0-128-16,1 0 160 0,1 1-160 15,-1 1 160-15,9-9-160 0,-11 16 128 0,11-16-128 0,0 0 128 16,0 0-128-16,-5 31 128 0,5-31-128 0,0 0 128 16,0 0-128-16,28 28 160 0,-28-28-160 0,26 15 160 15,-26-15-160-15,37 15 0 0,-37-15 0 0,39 16 128 16,-39-16-128-16,40 19 0 0,-40-19 0 0,35 21 0 15,-35-21 0-15,0 0 0 0,30 26 0 0,-30-26 0 0,0 0 0 0,0 0 0 16,-8 28 0-16,-2-23 0 0,-3 0 0 0,-6 0 0 16,-4 0 128-16,-6-3-128 15,-1 0 0-15,-3 0 0 0,-2-2 0 0,1 0 0 0,3-4 0 0,3-1 0 16,6-2-128-16,5 0-12496 16,5 0-2496-16</inkml:trace>
  <inkml:trace contextRef="#ctx0" brushRef="#br0" timeOffset="-195504.77">22818 7023 18431 0,'-1'0'1632'0,"0"1"-1312"0,0-1-320 0,0 0 0 0,1 0 2176 0,-1 1 352 16,0 3 80-16,-2-1 16 0,3-3-448 0,0 0-64 15,-12 15-32-15,12-15 0 16,0 0-1056-16,-16 23-192 0,16-23-64 0,-12 20 0 0,12-20-320 0,-13 27-64 0,13-27 0 0,-15 33-16 16,15-33 16-16,-15 42 0 15,15-42 0-15,-14 48 0 0,14-48-128 0,-10 51-32 0,10-51 0 0,-7 49 0 0,7-49-96 0,0 38-128 16,0-38 176-16,0 0-176 0,16 38 128 0,-16-38-128 16,0 0 0-16,29 18 0 0,-29-18 128 0,21 3-128 15,-12-5 0-15,1 1 0 0,0-3 0 0,0-1 0 16,1-2 0-16,0-2 0 0,-1 2 0 0,1-2-224 15,0 0 64-15,0 0 16 16,2-3-64-16,0 3-16 16,-1-3 0-16,1 3 0 15,0-1-272-15,1-4-48 0,1 2-16 0,0 0 0 16,0 0 0-16,-1 1 0 0,-1 1 0 0,-1-2 0 0,-1 3 192 0,-3 2 48 16,0 2 0-16,-4 0 0 0,-1 5 320 0,-1-2 0 0,-2 2 0 15,-2 0 0-15,0 0 0 0,-1 2 0 0,-1 0 192 0,-1 1-64 16,0 0 320-16,-2 1 48 0,1 0 16 0,-2 1 0 15,1 0 128-15,-1 2 48 0,8-7 0 0,-15 15 0 16,15-15-336-16,-15 16-64 0,15-16-16 0,-12 17 0 16,12-17-80-16,0 0 0 0,-14 31-16 0,14-31 0 15,0 0-176-15,0 0 192 0,1 35-192 0,-1-35 192 16,0 0-192-16,0 0 0 0,26 19 0 0,-26-19 128 16,19 3-128-16,-19-3 0 0,23-1 0 0,-10-1 0 15,1 0 0-15,0-3 0 0,1 0 128 0,-1-2-128 0,-1 2 0 0,-1-2 0 16,-1 0 0-16,-1 0 0 0,-1 0 0 0,-3-1 0 15,0 2 0-15,-4 1 0 0,0-1 0 0,-2 0 0 16,-2 0 0-16,0 0 0 0,-3-1 0 0,-2 2 0 16,-3-2 0-16,-2 0 0 0,0-2 0 0,-3 1 0 15,0-1 0-15,1 0 0 0,1 1-128 0,1-1 128 16,1 3 0-16,1 0 0 0,3 3 0 0,0 1 0 16,2 1 0-16,1 0 0 0,0 2 0 0,2 0 0 15,2-1 0-15,0 0 0 0,0 0 0 0,0 0 0 16,0 0 0-16,0 0 0 0,3 38 0 0,-3-38 0 15,0 0 0-15,0 0 0 0,29 28 0 0,-29-28 0 0,0 0 0 16,37 12 0-16,-37-12 0 0,33 3 0 0,-16-5 0 16,2 1 0-16,-2-2 0 0,3 0 0 15,0-3 0-15,2 2 0 0,-3-3 0 0,0 2-176 0,-3 0 176 0,2 0-192 16,-1-1 0-16,-1 1 0 0,1 0 0 0,-1 0 0 16,0 0 192-16,-3 2-192 0,-2 0 192 0,-1 0-192 15,-2 0 192-15,-2 1 0 0,-6 2 0 0,8-1 0 16,-8 1 0-16,5-1 0 0,-5 1 0 0,0 0 0 15,-1 0 128-15,1 0-128 0,-6 1 128 0,3 0-128 0,-1-1 208 16,-1 2-16-16,1 1-16 0,-2 0 0 0,0-1 16 0,1 0 0 16,-1 1 0-16,1 1 0 0,5-4-48 0,-10 5 0 15,10-5 0-15,-10 8 0 0,10-8-16 0,0 0 0 16,0 0 0-16,-12 20 0 0,12-20-128 16,0 0 128-16,0 0-128 0,0 0 128 0,0 0-128 0,9 41 0 15,-9-41 0-15,0 0 0 0,0 0 0 16,25 34 0-16,-25-34 0 0,0 0 0 0,22 27 0 0,-22-27 0 15,0 0 128-15,0 0-128 0,21 32 0 0,-21-32 0 16,0 0 0-16,0 0 0 0,0 0 0 0,0 0 0 0,0 0 0 0,1 38 0 16,-1-38 0-16,-8 6 0 0,2-3 0 0,0-1 0 15,-1 0 0-15,0-1 0 16,-1 1 0-16,1-2 0 0,0 0 0 0,1-2 0 0,0 1 0 0,2 0 0 16,-1 0-224-16,2 1 32 15,1 0 0-15,1 0 0 16,0 0-592-16,0-2-112 0,1 2-32 0,0 0-11296 0,5-1-2272 0</inkml:trace>
  <inkml:trace contextRef="#ctx0" brushRef="#br0" timeOffset="-195208.16">23692 7103 19343 0,'-1'-3'848'15,"1"2"192"-15,-1 0-832 0,0 1-208 0,1 0 0 0,-1 0 0 0,1 0 2672 0,0 0 480 16,0 0 112-16,0 0 0 15,-15 16-960-15,15-16-192 0,0 0-32 0,-20 34-16 0,20-34-1168 0,-13 28-256 16,13-28-32-16,-9 31-16 0,9-31-320 0,0 0-64 16,-2 47-16-16,2-47 0 15,0 0-192-15,7 41 0 0,-7-41 128 0,0 0-128 0,15 34 0 0,-15-34 0 16,0 0 0-16,0 0 0 0,18 29 0 0,-18-29 0 16,0 0 0-16,0 0 0 0,0 0 0 0,0 0 0 15,25 13 0-15,-25-13 0 0,6-1 0 0,-3-1 0 0,-1 0 0 0,0-2 0 16,-2 1 0-16,1 0 0 0,0-1 0 0,-2 1 0 15,0-2-256-15,-1 1 0 16,-1-1 0-16,-3 0 0 16,1 1-1008-16,-3-3-192 0,-2 2-32 0,-4-2-15008 0</inkml:trace>
  <inkml:trace contextRef="#ctx0" brushRef="#br0" timeOffset="-195061.27">23447 7250 9215 0,'-28'-5'400'0,"21"2"96"0,4 3-496 0,3 0 0 0,0 0 0 0,-2 0 0 15,1 0 3232-15,1 0 544 0,-1-2 128 0,4 2 0 16,3-1-144-16,6 0-48 0,3-2 0 0,5 1 0 0,5 0-1856 0,3 1-368 15,4-2-80-15,2 0 0 16,-3 0-896-16,3-2-160 0,3 1-32 0,0-3-16 0,-1 2-304 0,-2-2 0 16,-3 3 0-16,-2-2-18992 15</inkml:trace>
  <inkml:trace contextRef="#ctx0" brushRef="#br0" timeOffset="-192839.35">17638 8136 6447 0,'5'-9'576'0,"-1"2"-576"16,0 0 0-16,-1 2 0 0,0 1 2224 0,-1 1 336 15,1-2 64-15,0 0 0 0,3-4-96 0,1-3-32 16,1 0 0-16,-2 0 0 0,-1 2-592 0,-1 4-128 15,-3 3-32-15,1 1 0 0,-1 4-320 0,-1-2-64 0,0 0-16 0,0 0 0 16,1 34-560-16,-1-34-112 0,-1 37-32 0,1-37 0 16,-3 49-368-16,1-22-80 0,-1 2 0 0,-1 2-16 15,0-1-176-15,-2 1 0 0,-1 2 144 0,1-2-144 16,1-2 0-16,5-29 128 0,-5 44-128 0,5-44 0 16,0 0 0-16,1 38 0 0,-1-38 0 0,0 0 0 15,0 0 0-15,0 0 0 0,0 0 0 0,0 0 0 16,9-4 0-16,-7-6-128 0,1-1 128 0,-1-2-128 15,1-1-32-15,0-2 0 0,0 2 0 0,-1 0 0 0,0-1 160 0,2-1 0 16,-1 3-144-16,1 0 144 0,-1 3 0 0,2 1 0 16,1 2 128-16,-1 2-128 0,2 2 320 0,-7 3 0 15,0 0-16-15,0 0 0 0,0 0-48 0,32 12 0 16,-32-12 0-16,0 0 0 16,0 0-256-16,18 45 128 0,-18-45-128 0,0 0 0 0,5 45 0 0,-5-45 0 15,-1 31 0-15,1-31 0 0,-4 31 0 0,4-31 0 16,-7 26 0-16,7-26 0 0,-6 17 0 0,6-17 0 15,0 0 0-15,0 0 0 0,0 0 0 0,0 0 0 16,2-3-192-16,0-4 192 16,3-2-1584-16,0-1-208 0</inkml:trace>
  <inkml:trace contextRef="#ctx0" brushRef="#br0" timeOffset="-192650.62">17951 8215 10127 0,'5'-5'896'0,"-2"1"-704"0,2 0-192 0,-3 4 0 15,0-2 3280-15,0 2 624 0,0-1 128 0,3 0 32 16,2 1-608-16,3-2-112 0,1 0-16 0,-11 2-16 16,21 2-1760-16,-21-2-336 0,0 0-80 0,0 0-16 15,30 12-800-15,-30-12-176 0,0 0-16 0,0 0-128 16,0 0 0-16,0 0 0 0,17 37-160 0,-17-37-18016 16</inkml:trace>
  <inkml:trace contextRef="#ctx0" brushRef="#br0" timeOffset="-192492.24">17983 8366 5519 0,'1'-2'496'0,"0"0"-496"0,1 0 0 0,-1 1 0 0,0 1 3024 0,-1 0 512 15,1 0 112-15,0 0 0 0,1 0-320 0,-2 0-80 16,0 0-16-16,0 0 0 0,0 0-832 0,0 0-160 16,0 0-48-16,7 39 0 0,-7-39-1232 0,0 0-256 15,-2 32-64-15,2-32 0 0,0 0-480 0,0 0-160 0,2 38 0 16,-2-38 0-1,0 0-320-15,0 0-160 0,0 0-32 0,0 0-11216 0,31 7-2240 0</inkml:trace>
  <inkml:trace contextRef="#ctx0" brushRef="#br0" timeOffset="-191986.95">18195 8342 8287 0,'0'0'368'0,"0"0"80"0,0 0-448 0,0 0 0 0,0 0 0 0,0 0 0 15,0 0 1728-15,0 0 272 0,0 0 48 0,0 0 16 16,0 0 528-16,0 0 96 0,0 0 32 0,0 0 0 15,0 0-432-15,0 0-96 16,0 0-16-16,0 0 0 0,0 0-784 0,0 0-176 0,0 0-16 0,26-2-16 0,-21-2-816 0,0-3-176 16,0 2-16-16,-2 0-16 15,1-1-160-15,-2 0 0 0,1 1 0 0,-2 1 0 0,0-1 0 0,0-1 0 16,-1 0-144-16,0-1 144 16,0 2 0-16,0-2 0 0,1-2-128 0,0 2 128 0,1-2 0 0,1 1 0 31,-1-2 0-31,1 2 0 0,-1-1 320 0,0 3-48 0,0-1 0 0,-2 3 0 0,-1 1 32 0,-1 2 0 15,0 1 0-15,-3 0 0 0,-1 1-96 0,0 2-16 16,-2 0 0-16,-2 0 0 0,1 4-192 0,-2-3 128 0,-1 4-128 0,0-3 0 16,1 2 0-16,-1 0 128 0,-1 1-128 0,2 1 0 15,2 0 0-15,0 0 0 0,0 3 0 0,2-1 0 16,7-11 0-16,-8 22 0 0,8-22 0 0,0 0 0 16,1 36 0-16,-1-36 0 0,0 0 0 0,0 0 0 15,27 32 0-15,-27-32 0 0,0 0 0 0,38 11 0 16,-38-11 0-16,26 2 128 15,-26-2-128-15,26 0 0 0,-26 0 0 0,24 0 0 0,-24 0 0 0,0 0 0 16,30 2 0-16,-30-2 0 0,0 0 0 0,0 0 0 16,0 0 0-16,0 0 0 0,18 41 0 0,-18-41 0 15,-10 28 0-15,0-11 0 0,0-1 0 0,-3 3 0 16,-1-1 0-16,-2 2 0 0,1-2 0 0,-3 0 0 0,0-2 0 16,-1 1 0-16,0-4 0 0,2 0 0 15,-1 1 0-15,3-4 0 0,2-1 0 0,3-4 0 0,2 0 0 0,0-3 0 16,3-2 0-16,0-2 0 31,1-3-384-31,4 0-64 0,0-4 0 0,3-3-17344 0</inkml:trace>
  <inkml:trace contextRef="#ctx0" brushRef="#br0" timeOffset="-191537.63">18497 8036 23039 0,'2'-2'2048'0,"-1"0"-1648"0,0 2-400 0,0 0 0 16,-1 0 1136-16,1 0 144 0,1 0 16 0,0-2 16 16,-1 2 496-16,0 0 112 0,-1 0 0 0,0 0 16 15,0 0-752-15,0 0-160 0,-2 27-16 0,2-27-16 16,-6 25-496-16,6-25-112 0,-7 30 0 0,7-30-16 16,-5 36-368-16,5-36 0 0,-6 38 0 0,6-38 128 15,-4 36-128-15,4-36 0 0,-6 42 0 0,6-42 0 0,-7 48 0 16,7-48 0-16,-7 39 128 0,7-39-128 15,-2 29 128-15,2-29-128 0,0 0 128 0,0 0-128 0,0 0 0 16,0 0 0-16,0 0 0 0,0 0 0 0,0 0 0 0,0 0 0 16,0 0 0-16,0 0 128 0,12-4-128 0,-9-7 0 15,0-2 0-15,1 1 128 0,-1-2-128 0,2 1 0 16,0-2 0-16,0 0 128 0,2 2-128 0,-1 1 0 16,2 2 0-16,-1 0 0 0,2 3 0 0,1 2 0 15,0 2 0-15,-10 3 0 0,18-1 0 0,-18 1 0 16,0 0 0-16,0 0 0 0,37 16 176 0,-37-16-48 15,0 0 0-15,0 0 0 0,31 37 0 0,-31-37 0 16,0 0 0-16,18 37 0 0,-18-37 0 0,0 0-128 0,12 43 192 0,-12-43-64 16,0 0-128-16,8 37 0 0,-8-37 0 0,0 0 0 15,0 0 0-15,0 0 0 0,0 0 0 0,10 34 0 16,-10-34-320-16,0 0-32 0,0 0-16 0,0 0-17808 16</inkml:trace>
  <inkml:trace contextRef="#ctx0" brushRef="#br0" timeOffset="-191147.68">17743 8726 11967 0,'-6'3'528'0,"1"-3"112"0,1 1-512 0,3-1-128 0,0 0 0 0,0 0 0 16,1 0 1984-16,-1-1 384 15,1 1 64-15,-1 0 0 0,2-2 48 0,3 1 0 0,-4 1 0 0,12-4 0 16,-12 4-608-16,25-7-112 0,-25 7-32 0,37-5 0 15,-13 3-544-15,3-1-112 0,3-1-32 0,4 1 0 16,1 1-544-16,3-2-112 0,2 1-32 0,0 0 0 16,1 1-224-16,-2 2-128 0,1 0 128 0,0 0-128 0,-1 0 0 15,-1 0 0-15,-1 0 0 0,-2 0 0 0,-4-2 0 0,-1 2 0 16,-2-2 0-16,-4 1 0 0,-2 1 0 0,-22 0-128 16,36-2 128-16,-36 2-192 15,0 0-976-15,24-2-208 0</inkml:trace>
  <inkml:trace contextRef="#ctx0" brushRef="#br0" timeOffset="-190869.83">17888 8843 27647 0,'-12'3'1216'0,"4"1"256"0,0-2-1168 0,3-1-304 0,5-1 0 0,-4 1 0 0,4-1 1584 0,-5 3 256 0,5-3 48 0,-8 3 16 16,8-3-576-16,0 0-112 15,0 0-32-15,0 0 0 0,0 0-560 0,0 0-112 0,0 0-32 0,36 2 0 16,-36-2-288 0,30-5-64-16,-30 5-128 0,41-5 192 0,-21 3-192 0,5-3 0 15,5 1 128-15,3 1-128 16,4-1 144-16,2 1-16 0,2-2 0 0,1 3 0 0,0-2-128 0,1-1 128 16,1 1-128-16,0-2 128 0,1 0-128 0,-1-3 160 15,2 0-160-15,-4 0 160 0,-3-1-160 0,-3 3 0 0,0-2 144 0,-5 1-144 0,-2 2 0 0,-5-2 0 16,-4 2 0-16,-3 0-12496 15,-5 2-2464-15</inkml:trace>
  <inkml:trace contextRef="#ctx0" brushRef="#br0" timeOffset="-190465.91">19005 8252 5519 0,'-3'-2'496'0,"2"2"-496"0,0 0 0 0,0 0 0 15,-1 0 1648-15,0 0 224 0,-2 2 48 0,-3-2 16 16,-1 1 1536-16,-3 1 304 0,-1 3 64 0,0-3 16 15,1 2-1360-15,1 2-288 0,2-2-48 0,0 1-16 16,4 1-896-16,-1 0-176 0,5-6-48 0,0 0 0 0,0 0-592 0,0 0-128 16,0 0-32-16,0 0 0 0,0 0 0 0,34 20 0 15,-34-20 0-15,31-3 0 0,-13 2-80 0,2-1 0 16,2-1-16-16,2 3 0 0,1-2-48 0,1 2-128 16,-2 0 192-16,0 0-64 0,-1 0-128 0,-3 0 0 15,1 0 0-15,-4 0 128 0,-17 0-128 0,32 0 0 16,-32 0 0-16,27-2 0 0,-27 2 0 0,21-2 0 15,-21 2 0-15,0 0 0 0,19-3 0 0,-17 1 0 16,-2 0 0-16,0 1-176 16,-2-2-1168-16,-3 0-224 0,0 2-48 0,-1-4-14832 0</inkml:trace>
  <inkml:trace contextRef="#ctx0" brushRef="#br0" timeOffset="-190212.45">18998 8222 23039 0,'-6'-3'1024'0,"5"1"192"0,-1-1-960 0,1 3-256 0,1-2 0 0,1 2 0 15,1-1 1792-15,-1 0 304 0,3-1 64 0,3-3 16 16,2 2-304-16,2-1-48 0,1 1-16 0,3-1 0 16,1 1-560-16,0 2-112 0,3 1-32 0,1-1 0 0,2 2-640 0,0 0-128 15,1 2-16-15,1 4-16 0,-24-7-176 0,49 14-128 16,-49-14 192-16,46 21-192 0,-46-21 224 0,39 24-64 16,-39-24-16-16,30 26 0 0,-30-26-144 0,26 27 160 15,-26-27-160-15,0 0 160 0,29 37-160 0,-29-37 0 16,0 0 0-16,0 0 0 0,7 35 0 0,-7-35 0 15,-15 17 0-15,4-10 0 0,-2 0 0 16,-2 0 0-16,-5-2 128 0,-4 1-128 16,-5-3-208-16,-4 1-80 0</inkml:trace>
  <inkml:trace contextRef="#ctx0" brushRef="#br0" timeOffset="-184023.75">20038 8369 16575 0,'0'0'1472'16,"0"0"-1168"-16,0 0-304 0,0 0 0 0,0 0 544 0,0 0 48 15,0 0 16-15,0 0 0 0,0 0 976 0,0 0 192 16,0 0 32-16,0 0 16 0,0 0-352 0,0 0-80 16,0 0-16-16,0 0 0 0,0 0-224 0,0 0-32 15,15-7-16-15,-13-1 0 0,0 1-416 0,0-1-96 16,-2 0-16-16,-1 1 0 0,-1-1-160 0,-1 0-32 16,-2 2-16-16,-2-1 0 0,1 2-368 0,-2-1 0 15,0 1 0-15,-1 1 128 0,0 1-128 0,-2 0 144 16,1 3-144-16,0 0 160 0,-1 0-32 0,0 3-128 15,0 0 192-15,-1 0-64 0,2 3-128 0,1 0 128 16,0 2-128-16,1-2 128 0,1 2-128 0,7-8 0 0,-10 17 0 0,10-17 0 16,-8 23 0-16,8-23 0 0,0 0 0 0,-4 40 0 15,4-40 0-15,0 0 0 0,2 40 0 16,-2-40 128-16,0 0-128 0,0 0 192 0,15 36-192 0,-15-36 192 16,0 0-192-16,0 0 128 0,0 0-128 15,35 12 128-15,-35-12-128 0,16-4 0 0,-6 1 0 0,1-4 128 16,0 0-128-16,1-3 0 0,0-1 0 0,1-1 0 15,1-3-304-15,-1 1-32 0,1-3-16 0,-1 1 0 16,-1-1-480-16,-2 1-112 0,0 1-16 0,-2-1 0 16,0 0-128-16,-2-1-48 0,1 0 0 0,-2-2 0 15,-1 0 368-15,-1 0 80 0,0-2 16 0,-2-1 0 0,0 4 512 0,0-4 160 16,-1 3 0-16,0-1 0 0,0 3 336 0,1 2 176 16,0 1 48-16,0 2 0 0,0 3 656 0,0 2 128 15,0 3 16-15,-1 1 16 0,0 2-416 0,0 1-64 16,0 0-32-16,0 0 0 0,0 0-288 0,0 0-64 15,-3 41-16-15,3-41 0 16,-3 44-240-16,3-44-64 0,-1 56 0 0,1-56 0 0,-4 61-192 0,1-30 128 16,1 2-128-16,0-2 0 0,1-1 0 0,1-30 128 15,-2 58-128-15,2-58 0 0,2 50 0 0,-2-50 0 16,6 38 0-16,-6-38 0 0,0 0 0 0,0 0 0 0,18 34 0 0,-18-34-160 31,0 0-608-31,18-4-112 0,-10-3-16 0,0 0-16256 0</inkml:trace>
  <inkml:trace contextRef="#ctx0" brushRef="#br0" timeOffset="-183825.55">20351 8202 20271 0,'1'0'896'0,"0"-2"192"0,1 2-880 0,0 0-208 0,0 0 0 0,-1-1 0 0,1 1 1856 0,2-1 320 16,3 1 64-16,4-2 0 0,1 2-64 0,1-2 0 15,-1 1-16-15,-12 1 0 16,22 3-1328-16,-22-3-256 0,0 0-48 0,0 0-16 0,27 4-512 0,-27-4-176 16,0 0 0-16,0 0-16544 15</inkml:trace>
  <inkml:trace contextRef="#ctx0" brushRef="#br0" timeOffset="-183659.1">20343 8314 11055 0,'2'0'976'0,"-1"0"-784"16,0 0-192-16,-1 0 0 0,0 0 1280 0,0 0 224 16,0 0 32-16,0 0 16 0,0 0 1680 0,0 0 336 0,0 0 64 0,7 41 16 15,-7-41-1408-15,0 0-288 0,-3 38-48 0,3-38-16 16,0 0-1200-16,-6 36-240 0,6-36-64 0,0 0-11456 16,0 0-2288-16</inkml:trace>
  <inkml:trace contextRef="#ctx0" brushRef="#br0" timeOffset="-183058.31">20561 8326 13823 0,'-2'-2'1216'0,"0"0"-960"16,1 1-256-16,1 1 0 0,0 0 1104 0,0-2 176 15,-1-1 48-15,0-1 0 0,1-3 1168 0,2 0 224 16,2-1 48-16,1-1 16 0,3 0-832 0,1-1-160 15,1 0-48-15,2 1 0 0,1 0-864 0,0-1-176 16,1 3-48-16,-1 0 0 0,0 0-336 0,0 4-80 16,-2 1-16-16,-11 2 0 0,20 2-224 0,-20-2 0 15,0 0 128-15,0 0-128 0,20 38 0 0,-20-38 0 0,0 0 0 0,-3 48 0 16,3-48 0-16,-10 35 0 0,10-35 0 16,-15 34-160-16,15-34 160 0,-16 28-128 0,16-28 128 0,-15 21-128 15,15-21 128-15,-12 15 0 0,12-15 0 16,0 0 0-16,-10 7 0 0,10-9 0 0,0-1 0 0,1-2 0 15,1-2 0-15,2 0 128 0,1-3-128 0,1-1 128 16,1 1 16-16,1-4 16 0,1-1 0 0,2-1 0 16,1-3-160-16,2 2 128 0,1-1-128 0,0-2 128 15,2 2-128-15,-1-1-192 0,2 4 32 0,-1 1 16 16,-2 4-1664-16,-2 2-336 0</inkml:trace>
  <inkml:trace contextRef="#ctx0" brushRef="#br0" timeOffset="-182742.44">21033 8106 16575 0,'1'-3'1472'0,"0"1"-1168"16,-1 2-304-16,0 0 0 0,0 0 1344 0,0 0 192 16,0 0 64-16,0 0 0 0,0 0 928 0,0 0 192 0,0 0 32 0,0 0 16 15,0 0-1056-15,-8 33-224 0,8-33-32 0,-11 24-16 16,11-24-752-16,-13 28-160 0,13-28-16 0,-14 31-16 15,14-31-272-15,-11 33-48 16,11-33-16-16,-8 36 0 0,8-36-32 0,-6 31 0 0,6-31 0 0,0 0 0 16,-1 42-128-16,1-42 128 0,0 0-128 0,0 0 128 15,14 36-128-15,-14-36 0 0,0 0 0 0,0 0 0 16,25 9 0-16,-25-9 0 0,15-4 128 0,-8-1-128 16,2 0 0-16,0-2 0 0,-1-2 0 0,1 1 0 15,-2-1 0-15,0 0 0 0,-2-1-224 0,0 0 80 16,-1 1-1312-16,-3-1-256 0,0 2-48 0,-2 2-9104 15,-2-1-1808-15</inkml:trace>
  <inkml:trace contextRef="#ctx0" brushRef="#br0" timeOffset="-182568.72">20871 8276 14735 0,'-14'0'640'0,"7"0"160"0,1 0-640 0,1 0-160 0,2 0 0 0,2 0 0 0,0 0 1984 0,0 0 384 16,0 0 64-16,2 0 0 0,-1 0 896 0,12 0 160 15,-2-1 32-15,2 0 16 0,3-1-1760 0,0 0-368 16,5 1-64-16,-1-3 0 0,4 2-736 0,-1-3-144 15,2 0-16-15,0 0-16 16,-3 0-240-16,1 0-32 0,-2 1-16 0,0-1 0 0,-3 0-144 0,-1 1 0 16,-2 1 0-16,-2-2 0 15,-1 1-432-15,-3 1-64 0,0-2-16 0,-2 3-18112 0</inkml:trace>
  <inkml:trace contextRef="#ctx0" brushRef="#br0" timeOffset="-182141.16">21203 8176 8351 0,'2'-3'176'0,"-1"2"32"0,0-1 16 0,-1 2 32 0,0 0-256 0,1-2 0 0,0 1 0 0,1-1 0 0,1-1 3504 0,0-1 656 0,1 1 128 0,0 1 16 16,-4 2-1328-16,0 0-272 0,0 0-48 0,0 0-16 16,0 0-848-16,0 0-192 0,0 0-16 0,16 38-16 15,-16-38-816-15,0 0-176 0,0 40-16 0,0-40-16 0,0 0-352 0,3 43-64 16,-3-43 0-16,0 0-128 0,10 33 128 0,-10-33-128 31,0 0 0-31,0 0 0 0,0 0 0 0,31 23 0 0,-31-23 0 0,17-4 0 0,-8 0-224 0,0-2 0 16,1-1 0-16,-1-1 0 31,-1 0-672-31,1-2-144 0,-2-1-32 0,0 1 0 0,1-3 32 0,-4 2 0 0,1 0 0 0,-2 1 0 0,1-1 768 0,-3-1 272 16,2 2-192-16,-1-2 192 0,0 0 288 0,0 3 160 31,0 2 16-31,-1 1 16 0,0 2 608 0,0-1 128 0,-1 5 32 0,0 0 0 0,0 0-528 0,0 0-96 0,0 0-32 0,0 0 0 16,0 0-240-16,0 43-48 0,0-43-16 0,-5 36 0 31,5-36-96-31,-8 44-32 0,8-44 0 0,-11 60 0 15,4-27 0-15,-1 0 0 0,1 0 0 0,-1 0 0 16,-2-2-160-16,1 0 160 0,1-3-160 0,8-28 160 16,-18 46-160-16,18-46 0 0,-18 35 0 0,18-35 0 15,-19 29 0-15,19-29 0 0,-21 18 0 0,10-12 128 16,-1-3-128-16,-1-3 0 0,0-1 0 0,-3-4 128 16,0 0-128-16,-2-2 0 0,-1-2 0 0,-2-3 0 15,2 0-320-15,0-4-32 0,3 1-16 0,0-2-18672 16</inkml:trace>
  <inkml:trace contextRef="#ctx0" brushRef="#br0" timeOffset="-181491.25">22047 8208 18431 0,'2'-3'1632'0,"0"1"-1312"16,-2 2-320-16,0 0 0 0,0 0 848 0,4-1 112 16,-1-1 0-16,0 0 16 0,1-3 1024 0,1 0 208 15,-1 1 32-15,-1-1 16 0,0 2-704 0,-2 0-144 16,1 0-16-16,-3 0-16 0,0 1-304 0,-2-1-64 15,-2 3-16-15,0-2 0 0,-2 2-544 0,0 0-96 16,-2 0-32-16,-3 2 0 0,0 1-32 0,-2-1-16 16,-1 3 0-16,-3-1 0 0,1 1-144 0,-1 0-128 0,1 2 144 15,1-1-144-15,3 0 128 0,0 1-128 0,2 3 0 0,1-3 0 16,10-7 160-16,-14 15-160 0,14-15 160 0,0 0-160 16,0 0 0-16,-6 32 128 0,6-32-128 0,0 0 0 15,0 0 0-15,25 22 0 0,-25-22 0 0,23 6 0 16,-23-6 0-16,29 5 0 0,-29-5 0 0,28 5 0 15,-28-5 0-15,26 7 0 0,-26-7 0 0,0 0 0 16,30 15 0-16,-30-15 0 0,0 0 0 0,0 0 0 16,0 0 0-16,21 32 0 0,-21-32 0 0,0 0 0 0,0 0 0 0,-11 29 0 15,11-29 0-15,-15 12 0 0,15-12 0 16,-22 12 0-16,9-7 0 0,-1-1 0 0,0 1 0 16,0-5 0-16,-1 1 0 15,-2-2 0-15,1 1 0 0,1-3 0 0,2-1 0 0,0-1 0 0,4 0 0 0,2 1 0 16,2-3 0-16,3 2 0 0,2 0-224 0,4-2-32 15,2 3-16-15,2-1-11840 16,2 1-2368-16</inkml:trace>
  <inkml:trace contextRef="#ctx0" brushRef="#br0" timeOffset="-181062.61">22207 8248 17503 0,'4'-8'768'0,"-3"4"176"0,1 0-752 0,-1 1-192 0,0 0 0 0,-1 1 0 15,1 1 1824-15,-1-2 336 0,1 0 64 0,-1-2 16 16,0 1 112-16,-1 1 16 0,-1 1 16 0,-1 2 0 16,3 0-880-16,0 0-176 0,0 0-48 0,-14 23 0 15,14-23-640-15,0 0-144 0,-12 36-32 0,12-36 0 16,0 0-272-16,-11 42-48 0,11-42-16 0,0 0 0 0,-3 44 64 0,3-44 0 16,0 0 0-16,0 0 0 0,12 35-192 0,-12-35 128 31,0 0-128-31,0 0 128 0,28 7-128 0,-28-7 0 0,22-9 0 0,-10 2 0 0,0-3 0 15,2-2 0-15,0 0-176 0,0-2 176 32,0 0-512-32,1-2 0 0,0 1-16 0,-3 0 0 0,0 2-320 0,-2 0-64 0,-1-1-16 0,-2 0 0 0,-1 2 640 0,-2 3 128 31,-1 0 32-31,-1 3 0 0,-1 4 128 0,-1 2 176 16,0 0-48-16,0 0 0 0,0 0 384 0,-13 12 80 0,13-12 16 15,-12 19 0-15,12-19 16 0,-11 26 0 0,11-26 0 16,-12 31 0-16,12-31-336 0,-9 33-64 0,9-33-16 0,-8 31 0 15,8-31 0-15,0 0 0 0,5 40 0 0,-5-40 0 16,0 0-80-16,0 0-128 0,21 31 176 0,-21-31-176 16,0 0 0-16,23 3 0 0,-23-3 0 0,19-10 0 15,-10 1-528 1,1 0-112-16,0-1-32 0,3-4-17520 0</inkml:trace>
  <inkml:trace contextRef="#ctx0" brushRef="#br0" timeOffset="-180696.11">22570 8212 7359 0,'0'0'320'0,"0"0"80"16,0 0-400-16,0 0 0 0,0 0 0 0,0 0 0 0,0 0 1312 0,0 0 176 16,0 0 48-16,0 0 0 0,0 0 1312 0,0 0 272 15,-14 22 48-15,14-22 16 16,0 0-320-16,0 0-64 0,0 0-16 0,10-3 0 0,-6-2-1280 0,1 2-256 16,1-1-48-16,-1-1-16 0,1 1-688 0,-1-1-144 15,1 2-32-15,-1 0 0 0,1 2-48 0,-1-1-16 16,-5 2 0-16,0 0 0 0,0 0-112 0,0 0-16 0,0 0-128 0,0 0 192 15,0 0-48-15,19 33-16 16,-19-33 0-16,0 0 0 0,0 0-128 0,-2 37 0 0,2-37 144 0,0 0-144 16,0 0 0-16,-9 36 0 15,9-36 0-15,0 0 0 0,0 0 0 0,-14 34 0 0,14-34 0 0,0 0 0 16,0 0 0-16,0 0 0 0,-17 19 0 0,17-19 0 16,0 0 0-16,0 0 0 0,0 0 0 0,0 0 128 15,-5-3-128-15,5 1 144 0,1-3-144 0,0-1 160 16,1 0-16-16,0-1 0 0,3-3 0 0,1 1 0 0,0 0-144 15,2-3 0-15,3-2 0 0,0 0 128 0,1-1-128 16,1 1 0-16,0-3 0 0,0 5 0 0,0 0 0 0,-2 3 0 16,-1 2 0-16,-1 0 0 0,-1 2-304 0,-1 3 16 15,-7 2 0-15,11-5-12176 16,-11 5-2432-16</inkml:trace>
  <inkml:trace contextRef="#ctx0" brushRef="#br0" timeOffset="-180281.15">22970 8101 5519 0,'9'-9'496'0,"-4"3"-496"0,1 2 0 0,-1-1 0 16,-1 0 1664-16,-2 3 256 0,1-3 32 0,4-4 16 16,4-3 416-16,4-5 96 0,2-4 16 0,-3 2 0 15,-1 0-256-15,-4 6-32 0,-2 1-16 0,-1 4 0 16,-3 1-576-16,-3 2-112 0,-1 2-32 0,-2 1 0 15,-3 2-448-15,6 0-80 0,-12 5-32 16,12-5 0-16,-14 9-192 0,14-9-32 0,-15 14-16 0,15-14 0 0,-14 17-256 0,14-17-48 16,-15 21-16-16,15-21 0 0,0 0-96 0,-18 36 0 31,18-36-16-31,0 0 0 0,-8 43-80 0,8-43-16 0,0 0 0 0,-1 46 0 0,1-46-144 0,0 0 0 16,4 49 144-16,-4-49-144 15,3 35 0-15,-3-35 0 0,4 39 0 0,-4-39 128 0,3 46-128 16,-3-46 0-16,1 52 0 0,-1-52 0 15,-4 55 0-15,4-55 0 0,-8 59 0 0,8-59 0 0,-13 56 0 0,13-56 0 16,-16 47 0-16,16-47 0 0,-19 38 0 0,19-38 0 16,-18 30 0-16,18-30 0 0,-19 24 0 0,19-24 0 0,-18 14 0 15,18-14 0-15,-17 3 0 0,9-5 0 16,-1-3 0-16,1 0 0 0,-1-5-144 0,0-1 0 0,1-1 0 0,1-3 0 31,0 1-464-15,2-4-96-16,0-2 0 0,1 1-11552 0,0-2-2304 0</inkml:trace>
  <inkml:trace contextRef="#ctx0" brushRef="#br0" timeOffset="-180079.24">22816 8234 10079 0,'5'-8'208'0,"-3"5"48"0,1-1 16 0,-2 2 32 0,-1 2-304 0,2-3 0 0,-2 3 0 0,3-2 0 0,-3 2 3520 0,9-2 640 16,-9 2 128-16,15-4 16 0,-4 3-960 0,1 1-192 16,2-3-32-16,1 3-16 15,3-3-1568-15,1 2-320 16,2-1-64-16,3-1-16 0,0-1-768 0,0 1-160 15,0 1-16-15,-2-1-16 0,0 1-176 0,-4-1 0 16,1 0 144-16,-4 0-144 0,-3 0 0 0,-12 3 0 16,20-2 0-16,-20 2-12336 15,0 0-2448-15</inkml:trace>
  <inkml:trace contextRef="#ctx0" brushRef="#br0" timeOffset="-179573.3">23316 8158 18431 0,'0'0'816'0,"0"0"160"0,0 0-784 0,0 0-192 0,0 0 0 0,0 0 0 16,0 0 2720-16,0 0 496 0,0 0 112 0,9-3 0 15,-9 3-512-15,0 0-128 0,0 0 0 0,0 0-16 16,8-5-1856-16,-8 5-368 0,2-6-80 0,0 3-16 16,-2-2-224-16,1-1-128 0,0 0 128 0,-1-1-128 15,0-2 0-15,0 0 0 0,0 1 0 0,-1-1 0 16,0-1 160-16,-1 3-32 0,0 0-128 0,-1 2 192 15,1 1-64-15,2 4-128 0,-6-1 176 0,6 1-176 0,0 0 240 0,0 0-64 16,-17 15-16-16,17-15 0 0,0 0-16 0,-20 33 0 16,20-33 0-16,-17 29 0 0,17-29-144 15,-17 33 160-15,17-33-160 0,-17 35 160 0,17-35 16 0,-11 34 0 16,11-34 0-16,0 0 0 0,-4 40-176 0,4-40 192 16,0 0-192-16,0 0 192 0,0 0-192 0,20 31 0 15,-20-31 0-15,17-3 0 0,-7-2 0 0,1-2 0 16,-1-1 0-16,1-3 0 0,0-1-192 0,-2 0 48 15,0 1 0-15,0-1 0 0,-1-3-112 0,0 2 0 0,0 0-16 0,-2 0 0 16,0 3 272-16,-1 1-192 0,-1 1 192 0,-1 2-160 16,-3 6 160-16,3-5 0 0,-3 5 0 0,0 0 0 15,0 0 0-15,0 0 0 0,0 0 0 0,0 0 0 16,0 0 144-16,-8 42-144 0,8-42 192 0,0 0-192 16,-4 35 208-16,4-35-64 0,0 0-16 0,3 35 0 15,-3-35 832-15,0 0 176 0,0 0 16 16,17 35 16-1,-17-35-1728-15,0 0-336 0,20 11-80 0,-20-11-16 0,16 1 1600 0,-7-2 320 0,1-3 64 0,0 0 16 16,-1-1-1872-16,1-1-368 0,1-1-80 0,-1-2-16 16,-1 1-656-16,-1-1-128 0</inkml:trace>
  <inkml:trace contextRef="#ctx0" brushRef="#br0" timeOffset="-179288.03">23687 8084 7359 0,'5'-4'320'0,"-5"4"80"0,4-5-400 0,-4 5 0 0,5-3 0 0,-5 3 0 0,0 0 2560 0,4-4 448 16,-4 4 64-16,5-5 32 0,-5 5 832 0,8-5 160 16,-8 5 48-16,3-5 0 0,-3 5-1840 0,0-4-384 0,0 4-64 0,0 0 0 15,0 0-1312-15,0 0-256 0,-14 2-48 0,14-2-16 16,0 0-96-16,-19 7 0 0,19-7-128 0,-21 14 192 16,21-14 0-16,-28 22-16 15,28-22 0-15,-29 28 0 0,29-28 64 0,-26 33 16 0,26-33 0 0,-18 31 0 16,18-31 32-16,0 0 16 0,-10 40 0 0,10-40 0 15,0 0-144-15,0 0-32 0,23 32 0 0,-23-32 0 16,25 6-128-16,-11-6 0 0,1-2 0 0,-1 0 0 16,-3-1 0-16,0 1 0 0,2-3 0 0,-1 0 0 31,0 0-576-31,0-1 16 0,0-2 0 0,-1 2 0 0,-1 0-1344 0,-1 0-272 0,0 0-48 16,-2 2-14288-16</inkml:trace>
  <inkml:trace contextRef="#ctx0" brushRef="#br0" timeOffset="-178955.84">23788 8158 14399 0,'0'0'320'0,"0"0"64"0,0 0 0 0,0 0 16 0,0 0-400 0,0 0 0 16,-1-3 0-16,1 3 0 0,7-5 3296 16,-7 5 576-16,13-6 112 0,-6 1 32 15,2 2-1728-15,0 1-352 0,0-2-64 0,-1 1-16 0,-8 3-1056 0,18-3-224 16,-18 3-32-16,15-2-16 0,-15 2-144 0,14 0-48 0,-14 0 0 0,13-1 0 16,-13 1 160-16,14-1 16 0,-14 1 16 0,15-2 0 15,-15 2-128 1,16-3-16-16,-7 0-16 0,1 0 0 15,-2 0-96-15,1-2-16 0,0 0 0 0,-1-4 0 0,-1 2-80 0,0-2-32 16,-1-2 0-16,-2 4 0 0,-1 2-144 0,0 1 0 0,-1-5 0 0,0 1 0 16,0-1 0-16,-2-1 0 0,-2-2 0 0,-2-2 0 15,-5 0 0 1,-2 5 0-16,-2 4 0 0,-1 5 0 0,-1 2 0 0,15-2 0 0,-33 19 0 0,15-2 0 16,-1 1 0-16,0 6 0 0,2 3 224 0,1 1-64 0,16-28 160 0,-22 47 16 15,22-47 16-15,-9 43 0 16,9-43-96-16,4 35-32 0,-4-35 0 0,16 26 0 0,-16-26-224 0,23 17 176 31,-23-17-176-31,28 8 160 0,-14-7-160 0,1-2 0 0,0-1 0 0,-1-3-13632 16,0-1-2704-1</inkml:trace>
  <inkml:trace contextRef="#ctx0" brushRef="#br0" timeOffset="-168997.64">16270 9450 13823 0,'-5'-2'1216'0,"2"2"-960"16,1-2-256-16,0 1 0 0,2 1 512 0,0 0 48 15,-1-2 16-15,0 1 0 0,0 0 688 0,-1 0 144 0,0 0 16 0,1-2 16 16,0 3-512-16,1-3-96 0,0 3-32 0,2-2 0 15,1 0-160-15,1 1-48 0,0-1 0 0,3 2 0 16,-2-1-208-16,3 0-32 0,-2 1-16 0,2-2 0 16,-3 1-176-16,0 2-32 0,-5-1-128 0,0 0 192 15,0 0-192-15,0 0 0 0,0 0 0 0,0 0 0 16,0 0 0-16,0 0 0 0,0 0 0 0,-1 40 0 16,-4-36 0-16,-1 4-128 0,-2-4 128 0,1 3 0 15,-1-2-400-15,1 0-32 0,1-3 0 0,0-1 0 16,1 1 80-16,2-4 16 0,0 1 0 0,1-4 0 15,0 1 336-15,1-3 0 0,1 0 0 0,1 0 0 0,0 2 368 0,1-2-16 16,1 2 0-16,0-2 0 0,0 2 48 0,1 0 16 16,0 0 0-16,-1 1 0 0,1 0-128 0,0 1-32 15,-1 2 0-15,1-1 0 0,0 2 64 0,0 0 16 16,-2 2 0-16,1 1 0 0,-2-1-32 0,-1-2-16 16,0 0 0-16,0 0 0 0,0 0-288 0,0 0 0 15,-7 29 128-15,3-25-128 0,0-1 128 0,0 2-128 16,1-3 144-16,0 0-144 0,2-2 128 0,0 0-128 15,2-2 0-15,2-3-13824 16</inkml:trace>
  <inkml:trace contextRef="#ctx0" brushRef="#br0" timeOffset="-168206.48">16846 9203 10127 0,'1'-12'896'0,"1"5"-704"16,0 0-192-16,-1 0 0 0,0 5 1088 0,0-3 176 0,0 0 32 0,1-2 16 15,0-4 1232-15,0-3 240 16,0 1 48-16,-1 2 16 0,-1 3-896 0,-1 4-176 0,-2 1-48 0,0 3 0 16,-1 3-544-16,-1 3-112 0,0 4-32 0,-2 4 0 15,1 3-592-15,-2 4-112 0,1 4-16 0,0 0-16 16,-1 3-304-16,1 1 0 0,-1 0 0 0,2-1 0 15,-2-2 0-15,1 2 0 0,0 1 0 0,-1-1 0 16,2-2 0-16,6-26 0 0,-9 43 0 0,9-43 0 16,0 0 0-16,-3 40-224 0,3-40 32 0,0 0 16 15,0 0-656-15,0 0-128 0,0 0-16 16,0 0-16-16,0 0-32 0,0 0 0 0,18-2 0 16,-14-10 0-16,0 0-384 0,-1-2-96 0,0 2-16 0,-1-2 0 15,0-2-368-15,-2-1-80 0,-1-1-16 0,0-2 0 0,-1 1 1280 0,0-3 256 16,0 1 64-16,0-2 0 0,2-1 384 0,0 0 144 15,0-2 0-15,1 4 0 16,2 6 560-16,1 0 96 0,2 6 32 0,2 0 0 0,-1 4 816 0,2 0 160 16,3 3 48-16,0 2 0 0,1 1-144 0,-13 0-32 15,25 4 0-15,-25-4 0 0,0 0-704 0,34 24-144 16,-34-24-16-16,0 0-16 0,36 45-288 0,-36-45-48 16,0 0-16-16,30 53 0 15,-30-53-256-15,0 0-48 0,18 47-16 0,-18-47 0 0,0 0-128 0,6 38 0 16,-6-38 0-16,0 0 0 0,0 0 0 0,-7 33 0 0,2-23 0 0,-2-3 0 31,-1 1-496-31,-1-2-16 0,-2 1-16 0,0-2 0 16,-2 2-1264-16,0-5-240 0,0 1-48 0,-2-1-16 0,-1 1-656 0,-1-3-144 15,1-1-32-15,0-1 0 0,3 0 304 0,0-2 64 16,0-4 16-16,2 1 0 0,1-1 2336 0,3-1 464 0,1 2 80 0,3 0 32 16,0 2 1840-16,2 0 368 0,2 0 80 0,2 3 16 15,0 0-368 1,4 0-80-16,1 0-16 0,3 1 0 0,2 1 160 0,1-2 48 0,1 1 0 0,2-1 0 0,0 1-1104 15,2-4-224-15,1 2-32 0,-1-3-16 0,1 0-656 0,0 0-144 16,-1 0-32-16,-1-1 0 16,-1 2-704-16,-2-2-144 0</inkml:trace>
  <inkml:trace contextRef="#ctx0" brushRef="#br0" timeOffset="-167838.83">17224 9272 21183 0,'6'-7'944'0,"-2"0"192"0,1 2-912 0,-2 0-224 0,-1 3 0 0,0 0 0 15,0-1 1488-15,1-2 256 0,1-2 48 0,1-1 16 16,0-1 64-16,-2 3 16 0,-3 1 0 0,-1 0 0 16,-2 4-784-16,-2 1-144 0,-1 1-48 0,-4 2 0 15,1 2-400-15,-2 1-96 0,-1 2-16 0,-1-2 0 16,0 4-240-16,0 0-160 0,1-3 192 0,3 1-192 15,2 0 128-15,4-3-128 0,3 0 0 0,3-3 0 16,-3-2 0-16,0 0 0 0,24 5 128 0,-13-4-128 16,1 0 0-16,2-1 128 0,1 0-128 0,-15 0 0 0,29 3 192 15,-29-3-192-15,31 9 192 0,-31-9-192 0,29 14 144 16,-29-14-144-16,0 0 0 0,33 27 144 0,-33-27-144 0,0 0 0 16,0 0 0-16,0 0 128 0,15 47-128 0,-15-47 0 15,-10 19 0-15,1-8 0 0,-1-1 0 0,-3 0 0 16,-1 0 144-16,-1-2-144 0,-1 0 128 0,-2-3-128 15,-3 0 160-15,0-1-160 0,1-3 0 0,-1-2 0 16,4 1 0-16,3-4 0 16,4 1-1216-16,5-2-224 0,3 1-48 0,5-2-15184 0</inkml:trace>
  <inkml:trace contextRef="#ctx0" brushRef="#br0" timeOffset="-166274.97">17919 9324 911 0,'2'0'0'0,"-1"-1"0"0,1 0 0 0,-1 1 0 0,1-2 2736 0,-1 0 464 15,0 1 80-15,0-2 32 16,1 0-880-16,2-3-192 0,0-1-16 0,1-2-16 0,0 2-448 0,0-3-96 16,-2 3 0-16,2-2-16 0,-1 0-224 0,-1 1-32 15,-2 1-16-15,1 0 0 0,-2 2-544 0,-1-2-128 16,-1 2 0-16,-2 1-16 0,-1 1-240 0,-1 0-32 16,-1 3-16-16,-2 0 0 0,1 1 96 0,-4 3 16 15,1 1 0-15,-2-1 0 0,1 4-256 0,-2-1-32 16,0 2-16-16,2 2 0 0,-1 2-208 0,2 1 0 15,2 0 128-15,1 1-128 0,8-15 0 0,-11 29 128 0,11-29-128 0,-5 32 0 16,5-32 176-16,0 0-176 0,8 43 192 0,-8-43-192 16,0 0 192-16,31 26-192 0,-31-26 192 0,30 6-192 15,-11-7 224-15,1-1-64 0,2-3-16 0,0-2 0 16,-2-1-144-16,1-3 160 0,1 1-160 0,-1-1 160 16,0-1-320-16,-2 0-64 15,-1 2-16-15,-1 1 0 0,-2 0-1600 16,-1 1-320-16,-1 1-64 0,-1 0-12912 0</inkml:trace>
  <inkml:trace contextRef="#ctx0" brushRef="#br0" timeOffset="-166005.91">18247 9014 1839 0,'0'-5'160'16,"0"2"-160"-16,1 1 0 0,-1 2 0 0,0 0 1408 0,0 0 256 16,0-1 64-16,-1 0 0 0,0-1 1472 0,0 2 288 15,-2 2 64-15,1 2 16 0,-1 4-688 0,3-8-128 16,0 0-16-16,-11 28-16 0,11-28-912 0,-11 28-176 15,11-28-32-15,-9 29-16 0,9-29-704 0,-11 35-144 16,11-35-32-16,-12 38 0 0,12-38-336 0,-13 41-80 16,13-41-16-16,-12 40 0 0,12-40-112 0,-10 35-32 15,10-35 0-15,-6 30 0 16,6-30 0-16,0 0 0 0,0 0 0 0,13 42 0 0,-13-42-128 0,0 0 0 0,0 0 144 0,33 15-144 16,-33-15 0-16,21 0 0 0,-9-3 0 0,0-2 0 15,1 0 0-15,-2 0-208 0,1-2 16 0,-1 3-11840 16,-1-4-2384-16</inkml:trace>
  <inkml:trace contextRef="#ctx0" brushRef="#br0" timeOffset="-165623.49">18326 9297 15663 0,'1'0'688'0,"0"-1"144"0,-1 1-656 0,2 0-176 0,-1 0 0 0,1-2 0 15,0 1 2208-15,1 1 416 0,2-2 64 0,4-3 32 16,1 3-160-16,2-5-48 0,0 2 0 0,1 0 0 15,0-2-1200-15,0 1-240 0,0 2-48 16,0-2-16-16,0 1-480 0,-2 0-80 0,-1 1-32 0,-1-2 0 0,1 3-416 0,-3-2 128 31,0 0-128-31,-3 2 0 0,2-4 0 0,-3 2 0 0,-1-1 0 0,-1 0 0 0,0-1 0 0,-2-1 0 16,0 0 0-16,-3 1 0 0,0-2 0 0,-1 1 0 16,-3 2-144-16,2 1 144 15,-2 1 0-15,-2 4 0 0,-1 0 0 0,-3 1 0 16,-1 4 0-16,1 1-192 0,-1 2 192 0,2 1-160 15,2 1 160-15,-1 4-192 0,2 0 192 0,1 0-192 16,0-1 192-16,1 3 0 0,8-16 160 0,-13 30-160 16,13-30 288-16,-9 29-32 0,9-29-16 0,0 0 0 15,0 0-16-15,3 41 0 0,-3-41 0 0,0 0 0 16,0 0-80-16,31 16-16 0,-23-15 0 0,3-2 0 16,0-1-128-16,0-1 128 0,1-1-128 0,0 1 128 0,0-2-128 0,0 0 0 15,0 2 0-15,-1 0 0 0,-1 0-176 0,0 0-16 16,0 1 0-16,-1 0 0 15,1 0-2064-15,-1-1-432 0</inkml:trace>
  <inkml:trace contextRef="#ctx0" brushRef="#br0" timeOffset="-165195.6">18648 9237 8287 0,'1'-3'736'0,"-1"2"-592"16,0 0-144-16,0-1 0 0,0 2 2800 0,1-1 528 15,-1-4 96-15,1-1 32 0,0-2-64 0,0 1-16 16,-1-2 0-16,0 1 0 0,0 0-1488 0,-1 0-288 15,1 3-64-15,-1-2-16 0,1 0-896 0,-1 1-176 0,0 0-48 0,0 1 0 16,-1 1-400-16,-1-1 128 0,0 2-128 0,0 1 0 16,-1 2 0-16,-2 2 0 15,0 1 0-15,-2 3 0 0,-1 0 0 0,0 3 0 0,-2 5 0 0,1 1 0 16,0 1 0-16,1 1 0 0,9-17 0 0,-15 36 0 16,15-36 0-16,-10 36 0 0,10-36 0 0,-6 32 0 15,6-32 0-15,0 0 0 0,0 0 0 0,10 43 0 0,-10-43 0 16,0 0 0-16,0 0 0 0,33 12 0 0,-24-15 0 15,1 0 0-15,1-3 0 0,1-1 0 0,2-3 0 0,0-1 0 16,1 1 0-16,-2-2 0 0,-1 0 0 0,-2-1 0 16,1 1 0-16,-3 0 0 0,-2 0 0 0,0 0 0 15,-2 1 0-15,-2 0 0 0,-2 2-144 0,0 0 144 16,0 1 0-16,0 4 0 0,-1-1 0 0,-1 5 0 16,0 0 0-16,0 2 0 15,2-2 0-15,0 0 0 0,-8 21 0 0,8-21 0 0,0 0 0 0,-7 34 192 16,7-34-48-16,0 0-16 0,-4 40 64 0,4-40 16 0,0 0 0 0,2 38 0 15,-2-38-80 1,0 0-128-16,0 0 176 0,0 0-176 0,24 33 128 0,-24-33-128 0,0 0 0 0,24 1 0 31,-16-4-368-31,1 0-128 0,0-1-16 16,-1-1-17328-16</inkml:trace>
  <inkml:trace contextRef="#ctx0" brushRef="#br0" timeOffset="-164801.11">18889 9125 5519 0,'1'-3'496'0,"-1"1"-496"0,0 1 0 0,0 1 0 16,0 0 2880-16,-1 0 464 0,1 1 112 0,-1 1 0 16,1 1-432-16,0-3-80 0,0 0-32 0,0 0 0 15,-10 35-880-15,10-35-176 0,0 0-48 0,-10 39 0 0,10-39-624 16,-7 28-128 0,7-28-32-16,-6 27 0 0,6-27-512 0,0 0-96 0,-8 35-32 0,8-35 0 0,0 0-240 0,0 0-144 15,-6 31 160-15,6-31-160 16,0 0 0-16,0 0 128 0,0 0-128 0,0 0 0 15,0 0 0-15,0 0 0 0,0 0 0 0,0 0 0 16,11-3 128-16,-7-4-128 0,1-2 0 0,-1 1 144 0,2-1-144 0,1-3 0 16,-1-1 0-16,0 0 0 0,2 0 0 0,-1-2 0 0,2 0 0 0,0-2 0 15,0 0 0-15,0 0 0 0,1 2 0 16,-2 1 0-16,1 4 128 0,0 1-128 0,0 1 0 0,-2 5 128 16,1 2-128-16,-8 1 128 0,0 0-128 0,0 0 128 15,0 0-128-15,0 0 128 0,27 30-128 0,-27-30 128 16,0 0-128-16,4 39 160 0,-4-39-160 0,0 0 160 15,2 47-160-15,-2-47 0 16,0 0 144-16,1 40-144 16,-1-40 0-16,0 0 0 0,0 36 0 0,0-36 128 0,0 0-128 0,0 0 0 0,0 0 0 0,0 0 0 15,0 0 0-15,0 0 0 0,0 0 0 0,0 0 0 16,0 0-560-16,0 0-16 0</inkml:trace>
  <inkml:trace contextRef="#ctx0" brushRef="#br0" timeOffset="-164564.45">19159 9058 17503 0,'-2'-2'768'0,"1"2"176"0,1-1-752 0,0 1-192 0,0-1 0 0,0 1 0 0,1 0 2048 0,0 0 384 16,1-2 80-1,2 0 16-15,1-1 288 0,0 1 48 0,3-1 16 0,-1 3 0 16,1-2-1472-16,0 2-272 0,0-2-64 0,-8 2-16 15,19 2-672-15,-19-2-144 0,0 0-32 0,0 0 0 16,28 14-208-16,-28-14 0 0,0 0 0 0,0 0 0 16,0 0 0-16,0 0 0 0,7 39-176 0,-7-39-12096 15,0 0-2416-15</inkml:trace>
  <inkml:trace contextRef="#ctx0" brushRef="#br0" timeOffset="-164420.7">19183 9192 16063 0,'-1'2'352'0,"1"-1"80"0,0 0 16 0,0 1 0 0,0 1-448 0,-1-3 0 0,0 3 0 0,0 1 0 0,1-4 2944 0,0 0 512 16,0 0 112-16,-8 38 16 0,8-38-1152 0,0 0-208 15,-9 34-48-15,9-34-16 0,0 0-1408 0,0 0-288 16,0 0-48-16,0 0-16 0,2 35-400 0,2-33-192 16,-1-4 0-16,2 1-16608 15</inkml:trace>
  <inkml:trace contextRef="#ctx0" brushRef="#br0" timeOffset="-163915.83">19366 9118 15663 0,'3'-2'688'0,"-1"2"144"0,0 0-656 0,-1 0-176 0,0-2 0 0,0 2 0 16,-1 2 1504-16,2-2 272 0,-2 0 48 0,0 0 16 16,0 0 640-16,0 0 128 0,0 0 16 15,0 0 16-15,22 35-752 0,-22-35-160 0,0 0-16 0,0 0-16 16,0 0-864-16,1 45-160 0,-1-45-32 0,0 0-16 15,-8 29-448-15,8-29-176 0,-10 19 128 0,10-19-128 16,-11 19 0-16,4-10 0 0,7-9 0 0,-11 12 0 16,11-12 128-16,-8 10-128 0,4-7 128 0,1 0-128 15,1-3 144-15,2 0-144 0,0 0 160 0,0-2-160 16,0 0 0-16,1-1 128 0,1-2-128 0,0-1 0 16,2-2 0-16,0 1 0 0,0-4 0 0,2 1 0 0,-1 0 0 0,1-2 128 15,1-1-128-15,0 0 0 0,0 1 0 0,1-2 0 16,-1 2 0-16,0-2 0 0,2 5 0 0,-1-1 0 15,0 3 0-15,0 1 0 0,-1 3 0 0,2-2 128 16,-1 3-128-16,1-1 0 0,-1 1 160 0,0 0-16 16,1 1 0-16,1-1 0 0,-1 1-16 0,-1 0 0 15,1-1 0-15,-1 2 0 0,-1 0 48 0,1 0 0 16,-8 0 0-16,0 0 0 0,22 4-176 0,-22-4 0 0,0 0 144 0,0 0-144 16,0 0 0-16,27 20 0 0,-27-20 0 0,0 0 128 15,0 0-128-15,0 0 0 0,6 46 0 0,-6-46 0 16,0 0 0-16,-8 31 0 0,8-31 0 0,0 0 0 15,-8 29 0-15,8-29 0 0,0 0 0 0,0 0 0 16,0 0 0-16,0 0 0 0,0 0 0 0,0 0 0 16,-4 33 0-16,5-33-160 0,1 0 160 0,0 0-160 15,0 0-816 1,-1 0-176-16,1 0-16 0,0-2-16624 0</inkml:trace>
  <inkml:trace contextRef="#ctx0" brushRef="#br0" timeOffset="-163297.14">19825 9256 10127 0,'-6'6'896'0,"3"-3"-704"0,0-1-192 0,0 1 0 0,2-3 768 0,0 2 128 0,-1-2 32 0,-1 2 0 16,-1 1-480-16,1-1-80 0,-1 1-32 0,1-1 0 15,1 0 544-15,1-2 96 16,1 0 32-16,2 0 0 0,0 0 416 0,1-2 96 0,1 0 16 0,-1 0 0 16,2-1-640-16,-1 0-112 0,-1 1-16 0,0 0-16 15,1-1 96-15,0-1 32 0,-1 1 0 0,0 1 0 16,1-2 192-16,-1 1 32 0,2 0 16 0,-1 1 0 15,1-2-512-15,1-1-96 0,-1 1-32 0,2 0 0 16,-1-3 32-16,-1 1 0 0,2 0 0 0,-2-1 0 16,2-2-208-16,-4 1-48 15,2-1 0-15,-2 0 0 0,0-2-64 0,-3 0-32 0,0 2 0 0,0-1 0 0,-3 3-16 0,-1 0 0 16,-1 2 0-16,-3 3 0 0,-1 0 48 0,-1 2 0 16,-2 2 0-16,0 0 0 0,-2 3-192 15,0 1 192-15,0 2-192 0,0 0 192 0,0 3-192 0,1 0 0 16,1 2 0-1,-1 1 0-15,2-2 0 0,11-12 0 0,-17 26 0 0,17-26 0 0,0 0 0 0,-10 26 128 16,10-26-128-16,0 0 0 16,0 0 160-16,0 0-160 0,29 24 192 0,-29-24-192 15,25 5 240-15,-25-5-64 0,29 7-16 0,-29-7 0 16,31 12-160-16,-31-12 160 0,27 14-160 0,-27-14 160 16,0 0-160-16,32 31 0 0,-32-31 0 0,0 0 0 15,0 0 0-15,20 43 0 0,-20-43 128 0,0 0-128 16,-4 36 0-16,4-36 0 0,-13 25 0 0,13-25 0 15,-24 26 192-15,8-14-32 0,-1-2-16 0,-4 1 0 16,0-1 48-16,-3-1 0 0,-2-1 0 0,-4 1 0 0,0-2-192 16,0-2 0-16,2-1 0 0,4-1 0 0,4-1 0 0,2-2 0 15,4-2 0-15,1-1-176 16,2-1-608-16,3 0-128 0,0-2-32 0,3 0-17184 16</inkml:trace>
  <inkml:trace contextRef="#ctx0" brushRef="#br0" timeOffset="-162807.56">20539 9102 23951 0,'0'-1'2128'0,"0"1"-1696"16,0 0-432-16,0 0 0 0,0 1 1296 0,0 1 176 16,0-2 48-16,0 0 0 0,0 0 0 0,0 0 0 15,-5 43 0-15,5-43 0 0,-5 40-656 0,5-40-128 16,-6 47-32-16,6-47 0 0,-8 50-256 0,8-50-64 15,-7 47-16-15,7-47 0 0,-7 44-192 0,7-44-48 16,-4 38 0-16,4-38 0 0,0 0-128 0,-2 42 0 0,2-42 0 0,0 0 0 16,0 0 0-16,0 0-176 0,0 0 176 0,0 0-192 31,0 0-864-31,0 0-176 0,0 0-48 0,0 0 0 16,0 0-2048-16,20-4-432 0</inkml:trace>
  <inkml:trace contextRef="#ctx0" brushRef="#br0" timeOffset="-162218.1">20497 9296 1839 0,'-1'-3'160'0,"1"3"-160"0,0 0 0 0,-1-5 0 15,0-6 1904-15,-2-7 336 0,-1-8 80 0,1-6 16 0,0 0 768 0,2 3 160 16,1 7 16-16,2 5 16 0,2 6-784 0,0 3-144 16,4 4-48-16,1 1 0 0,1 1-512 0,2 0-96 15,2 1-32-15,2 1 0 0,2-2-752 0,0 2-160 16,1-2-16-16,0-1-16 0,2 1-352 0,1-3-64 16,-1 3 0-16,-1-3-16 0,-1 3-176 0,-2 0-128 15,-3 2 192-15,-4 2-192 0,-10-2 0 0,0 0 0 16,0 0 0-16,0 0 0 0,0 0 0 0,3 45 0 0,-15-31 0 15,-2-2 0-15,-2 2 0 0,-4 0 0 0,-2 3 0 16,-3 0 0-16,-2-3-176 0,0 0 176 0,0 0-192 16,1-2 192-16,0 0-128 0,5-2 128 15,3-1 0-15,3-4 0 0,5-1 0 0,2-3 0 0,5-2 0 0,2-1 0 16,4 0 0-16,3-3 0 0,2-2 0 0,4-1 0 16,3-1 0-16,5-2 0 0,4-1 0 0,0 0 0 15,0 0-192-15,2-2 192 0,1 2-192 0,1-2 192 16,-1 2-304-16,1 1 48 0,-1 0 16 15,0 0 0-15,0 3 240 0,-3 0 0 0,-2 0 0 0,-3 3 0 16,-2 0 0-16,-2 0 0 0,-1 1 192 0,-2 1-192 16,-3 1 400-16,1 2-16 0,-10 0-16 0,0 0 0 0,0 0-48 0,0 0 0 15,29 19 0-15,-29-19 0 0,0 0-112 0,0 0-16 16,4 38-16-16,-4-38 0 0,0 0-176 0,-4 33 128 16,4-33-128-16,0 0 128 15,-10 39-128-15,10-39 0 0,0 0 0 0,-13 34 0 16,13-34 0-16,0 0 0 0,-12 26 0 0,12-26 0 0,0 0 0 0,-12 17 0 15,12-17 0-15,-6 7 0 16,2-4 0-16,2-3 0 0,0 0 128 0,2-2-128 0,0-1 0 0,1 1 0 16,1-5 0-1,0 0 0-15,3-2 0 0,-1-2 0 0,3 2 0 0,-1-5 0 0,2-1 0 0,3-1 0 16,-1-1 0-16,2-3 0 0,-1 0 0 0,2 1 0 16,1-3 128-16,0 2-128 0,1 3 0 0,0 0 0 15,-1 5 0-15,-1 3 0 0,-1 2 0 0,0 4 0 16,-4 1 0-16,-1 4 0 0,-7-2 0 0,0 0 0 15,0 0-128-15,0 0 128 16,0 0-880-16,23 33-96 0,-23-33-32 0,0 0-16832 0</inkml:trace>
  <inkml:trace contextRef="#ctx0" brushRef="#br0" timeOffset="-161872.11">21215 9113 1839 0,'2'-5'160'0,"0"3"-160"15,0 0 0-15,-1 0 0 0,0 1 2912 0,0-1 544 16,0 2 128-16,0-3 0 0,1-1 288 0,0-1 48 15,1-1 16-15,-1 0 0 0,-1 1-1568 0,0-1-304 16,-1 3-64-16,0 0-16 0,-1 1-928 0,0 2-192 16,-1 2-32-16,0 1-16 0,-1 0-480 0,3-3-80 15,0 0-32-15,-12 20 0 0,12-20-96 0,0 0 0 16,-14 36-128-16,14-36 192 0,0 0-64 0,-8 45 0 16,8-45-128-16,0 0 192 0,0 43-192 0,0-43 128 0,0 0-128 0,0 0 0 15,22 33 0-15,-22-33 0 0,0 0 0 0,30 3 0 16,-18-6 0-16,1-2 128 0,0 1-128 0,-1-4 0 15,0 2 0-15,-1-4 0 0,1 0 128 0,-1-1-128 16,-1 1 0-16,-2-2 0 0,-1 1 0 0,-2 1 0 16,-1-2 0-16,-2 2 0 0,-3 1 0 0,-1 0 0 15,-2-1 0-15,0 0 0 0,-3 1 0 0,0-3 0 16,0 3 0-16,-1-1 0 0,0 3 0 0,-2 0 0 16,1 3 128-16,0 1-128 0,-1 3 0 0,1 1 0 15,0 3 144-15,0 0-144 0,-1 1 128 0,2 2-128 0,8-7 0 16,-12 17 0-16,12-17 0 0,0 0 0 15,-11 29-192-15,11-29-64 0,0 0 0 0,0 0-17856 16</inkml:trace>
  <inkml:trace contextRef="#ctx0" brushRef="#br0" timeOffset="-161460.49">21619 9073 9215 0,'-3'-6'400'0,"2"3"96"0,0 0-496 0,0 0 0 0,0 1 0 0,1 0 0 16,0 0 1920-16,-1-3 272 0,-1-2 64 0,0-3 16 15,0 0 176-15,-1 1 48 0,0 1 0 0,0 2 0 16,0 1-608-16,-1 3-112 0,1 0-32 0,0 2 0 0,-1 0-720 16,-1 2-128-16,0-1-48 0,-2 2 0 15,1 2-528-15,-2 0-96 0,-1 2-32 0,0 2 0 0,-1 1 240 0,-1 2 32 16,11-12 16-16,-20 28 0 0,20-28-96 0,-18 31-32 16,18-31 0-16,-13 31 0 0,13-31-112 0,-10 33-32 15,10-33 0-15,0 0 0 0,-2 38-208 0,2-38 144 16,0 0-144-16,0 0 128 0,0 0-128 0,26 36 0 15,-26-36 0-15,0 0 0 16,29 9 0-16,-29-9 0 0,21 3 0 0,-8-3-176 16,1-1-832-16,1-2-160 0,1-2-48 0,0 0-15408 0</inkml:trace>
  <inkml:trace contextRef="#ctx0" brushRef="#br0" timeOffset="-160858.95">21816 9052 9215 0,'0'-2'400'0,"0"1"96"0,1-1-496 0,0 2 0 0,-1-2 0 0,0 1 0 16,1 1 1184-16,0-2 144 0,1 0 16 0,0-1 16 15,1-2 432-15,-1 2 96 0,0-2 16 0,0 1 0 16,0 2 432-16,-1 0 96 0,-1 0 0 0,1-1 16 16,-2 1-1024-16,1 0-208 0,-2 1-32 0,1-1-16 15,-1 2-448-15,0 0-80 16,-1 0-32-16,0 0 0 0,0 2-192 0,0 1-32 0,0-3-16 0,-1 3 0 0,4-3-192 0,-7 5-48 15,7-5 0-15,0 0 0 0,-8 7 176 16,5-5 16-16,2 0 16 0,1-2 0 0,0 0 32 0,0 0 0 16,0 0 0-16,0 0 0 0,0 0-160 0,0 0-16 15,0 0-16-15,0 0 0 0,0 0-176 16,0 0 192-16,0 0-192 0,0 0 192 0,0 0-192 0,0 0 0 0,0 0 144 0,0 0-144 16,0 0 0-16,0 0 144 0,0 0-144 0,0 0 0 31,0 0 128-31,0 0-128 0,0 0 0 0,0 0 0 0,0 0 0 15,0 0 0-15,0 0 0 0,0 0 0 0,0 0 128 0,0 0-128 16,0 0 0-16,0 0 0 0,31 22 144 0,-31-22-16 0,21 2-128 0,-7-5 192 16,1 1-48-16,1-1-16 15,1 1 0-15,-1-3 0 16,1 0-128-16,-1 1 0 0,-1-1 0 0,-2-1 0 16,0 0 0-16,-1-1 0 0,-3 2 0 0,-2-2 0 15,0 3 0-15,-3-4 0 0,-1 4 0 0,-3-3 0 0,-1 3 0 0,-2-1 0 16,-3 1 0-16,-1 2 0 0,-4 0 0 15,-1 0 0-15,-3 0 0 0,1 1 0 0,-2 4-144 0,-1-1 144 16,0 0 0-16,3 3 0 0,-1 0-128 0,1-1 128 16,0 4 0-16,0-1 0 0,2 2 0 0,1 2 0 15,1 0 0-15,10-11 0 0,-15 21 0 0,15-21 0 16,0 0 0-16,-10 32 0 0,10-32 0 0,0 0 0 16,0 0 0-16,13 37 0 0,-13-37 0 0,0 0 0 15,29 21 0-15,-29-21 144 0,24 7-144 0,-24-7 0 16,29 2 0-16,-13-2 0 0,-1-2 0 0,0 1 0 0,0-2 0 15,0 0 0-15,-1-2-288 0,0 3-32 0,-1-3-16 0,-2 0 0 32,-1 3-1696-32,0-2-336 0</inkml:trace>
  <inkml:trace contextRef="#ctx0" brushRef="#br0" timeOffset="-160480.15">22090 9084 1839 0,'1'-2'160'0,"0"2"-160"0,0-1 0 0,-1 1 0 16,0 0 2176-16,0 0 384 0,5-1 96 0,-2-1 16 15,3 2 1280-15,0-3 256 0,1 1 48 0,0 0 16 16,0 1-1200-16,0-1-224 0,1 0-48 0,2 0-16 16,-1-1-1600-16,2 0-320 0,0 1-64 0,0 0-16 15,0-3-528-15,0 1-128 0,1 1 0 0,-3-2-128 0,1 1 128 0,-1 0-128 16,-1-2 0-16,0 1 0 0,-1-1 0 0,-2 0 0 16,-1-1 0-16,0 0 0 0,-2 0 0 0,-1 0 0 15,-1-3 0-15,0 2 0 0,-2 0 0 16,0 1 0-16,-3 0 0 0,1-3 0 15,-2 4 0-15,-1 0 0 0,0 2 0 0,0 2 0 0,-2 1 0 0,1 1 0 16,0 3-128-16,-2-1 128 0,0 3 0 0,2 2 0 16,-2 2 0-16,1-1 160 0,9-8 16 0,-15 21 0 15,15-21 0-15,-14 22 0 0,14-22-48 0,0 0 0 0,-13 37 0 0,13-37 0 16,0 0 64-16,0 0 0 0,-4 38 0 0,4-38 0 16,0 0-64-16,0 0 0 0,0 0 0 0,0 0 0 15,30 19-128-15,-20-21 0 0,0 0 0 0,1-1 0 16,1 0 0-16,0-1 0 0,0-1 0 0,0 0 0 15,-1-1-320-15,1 0 16 0,-1 2 0 0,0-3 0 32,-1 3-864-32,0-2-176 0,-1 1-48 0,-2 3-9968 0,-1-2-2000 0</inkml:trace>
  <inkml:trace contextRef="#ctx0" brushRef="#br0" timeOffset="-159736.14">22551 9058 22111 0,'1'-2'1968'0,"1"1"-1584"0,0 0-384 0,-1 1 0 15,1-2 1552-15,1 0 240 0,3-1 32 0,2-2 16 16,4-5 320-16,2 1 64 0,0 2 16 0,-2-3 0 16,0 3-1168-16,-2 0-240 0,-2 3-32 15,-3-1-16-15,0 0-480 0,-2 5-112 0,-2-4 0 0,-1 3-16 16,-1-1-176-16,-2-1 0 15,-2 1 0-15,0 2 0 0,-2-2 144 0,-1 2-144 0,-1-2 160 0,-3 2-160 0,1-2 192 0,-1 2-64 16,1-1-128-16,-1 1 192 0,1 0-192 0,0 1 0 31,1 1 0-31,-1-2 0 0,1 2 0 0,1 0 0 0,1 0 0 0,0 1 0 0,3 2 0 0,-1-3 128 16,6-2-128-16,0 0 0 0,0 0 0 16,-15 24 128-16,15-24-128 15,0 0 0-15,0 0 240 0,0 0-48 0,2 45-16 0,-2-45 0 0,0 0-32 0,0 0 0 16,22 34 0-16,-22-34 0 15,0 0-144-15,26 16 128 0,-26-16-128 0,19 5 128 16,-19-5-128-16,19 0 0 0,-9-3 0 0,2 0 0 0,-2-1 0 0,-1-3 0 0,1 0 0 0,0-1 0 16,-2-1 0-16,0-2 0 0,0 1 0 0,-3-2 0 15,1 1-352-15,-2-2 48 0,-1 0 16 0,0 0 0 16,0-1 48-16,-1-2 16 0,-1 1 0 0,0-2 0 16,0 1 224-16,-1-3 0 0,1 0 0 0,-1-3 0 15,0 1 0-15,0-2 0 0,0 1 0 0,0 1 0 16,1 2 0-16,0 2 0 15,0 3 192-15,1 5-192 0,0 1 320 0,-1 4-32 16,0 2-16-16,0 4 0 0,-1-2-48 0,0 0-16 0,0 0 0 0,0 0 0 16,5 54-80-16,-5-54 0 0,2 57-128 0,-2-57 192 15,3 67-192-15,-3-67 144 0,3 68-144 0,-3-68 128 0,5 64-128 0,-5-64 160 16,6 58-160-16,-6-58 160 16,8 49-160-16,-8-49 0 0,10 40 0 0,-10-40 128 15,0 0-128-15,20 39 0 16,-20-39 0-16,0 0 0 0,0 0 0 0,0 0 0 15,24 17 0-15,-20-18 0 16,1-6-528-16,1 0-48 0,-2-3 0 0,0 0-18240 0</inkml:trace>
  <inkml:trace contextRef="#ctx0" brushRef="#br0" timeOffset="-158713.72">23031 9024 1839 0,'0'-1'160'0,"0"1"-160"15,0 0 0-15,1 0 0 0,-1 0 1600 0,0-2 272 0,1 2 64 0,-1 0 16 16,1 0-288-16,0-1-48 16,1 1-16-16,-1 0 0 0,1-2-16 0,-1 2-16 0,1 0 0 0,-1-1 0 15,1 0 96-15,0 1 32 0,0-2 0 0,1 0 0 16,-1 1-16-16,0-1 0 15,1 0 0-15,0-1 0 0,0 2-272 0,-1-2-64 16,0 0-16-16,0 0 0 0,0 1-608 0,-1 0-112 0,-1-2-32 0,0 3 0 16,-2-1-256-16,-1-1-48 0,0 3-16 0,-3 0 0 15,0 0-64-15,-3 3-32 0,0-1 0 0,-1 3 0 16,-1-3-160-16,-1 5 192 0,-1 0-192 0,0 1 192 16,1 1-192-16,-1 0 192 0,13-9-192 0,-22 20 192 0,22-20-192 0,-16 21 192 15,16-21-192-15,0 0 192 0,0 0-192 0,-12 29 192 16,12-29-192-16,0 0 192 15,0 0-192-15,0 0 0 0,0 0 144 0,27 16-144 16,-27-16 0-16,20 2 0 0,-20-2 0 0,21 3 128 0,-21-3-128 0,21 7 0 16,-21-7 0-16,0 0 0 0,28 15 0 0,-28-15 0 15,0 0 0-15,0 0 0 0,23 27 0 0,-23-27 0 16,0 0 0-16,0 0 0 0,0 0 0 0,0 36 0 16,0-36 0-16,0 0 0 0,0 0 0 0,-17 21 0 0,9-18 0 15,-1 1 0 1,0-1 0-16,-1-1 0 0,-2 1 0 0,0 0 0 0,-1 0 0 0,0-2 0 0,1 1 0 0,-1 1 0 15,3-3 0-15,2 0 0 0,1 2 0 0,3-2-128 32,1 0-704-32,2 0-128 0,2-2-16 0,2 0-16800 0</inkml:trace>
  <inkml:trace contextRef="#ctx0" brushRef="#br0" timeOffset="-158519.08">23189 9241 22111 0,'3'-2'976'0,"-1"0"208"0,-2 2-944 0,0 0-240 16,5-1 0-16,-5 1 0 15,0 0 2224-15,0 0 400 0,0 0 64 0,0 0 32 0,0 0-864 0,0 0-160 16,0 0-32-16,0 0-16 0,-14 22-928 0,14-22-176 16,-16 12-32-16,6-7-16 0,10-5-496 0,-18 11 0 15</inkml:trace>
  <inkml:trace contextRef="#ctx0" brushRef="#br0" timeOffset="-157142.33">23794 8952 18431 0,'2'-5'1632'16,"-1"1"-1312"-16,1 3-320 0,-1-1 0 16,0 2 864-16,-1 0 96 0,2-2 32 0,0-3 0 0,1 2 672 0,-1-1 128 15,0 2 16-15,-2 2 16 16,0 3-528-16,0-3-96 0,0 0-32 0,0 0 0 0,-15 44-304 15,15-44-64-15,-11 40-16 0,11-40 0 0,-14 48-480 0,14-48-112 16,-12 54 0-16,12-54-16 0,-8 52-176 0,8-52 192 16,-2 43-192-16,2-43 192 15,0 0 0-15,8 48 0 0,-8-48 0 0,0 0 0 0,0 0-64 0,30 30-128 16,-30-30 192-16,21 5-64 0,-9-7 176 0,0-1 16 16,-1-1 16-16,0-1 0 0,0-2-336 0,-2-1 0 15,1-1 0-15,-3 2 0 16,0-3-592-16,-1 3-192 0,-2-2-48 0,-2-3 0 15,-2 2-1600-15,-2-1-320 0,-3 1-64 0,-2-2 0 16,-3 1-704-16,-1 1-144 0,-3-2-32 0,-1 3 0 16,-2 2 1200-16,-2 2 256 0,0 2 32 0,-2 3 16 0,-2 0 1616 0,0 1 320 15,1 3 64-15,0 1 0 0,2-1 1648 0,2 1 320 16,5 2 64-16,1-1 16 0,4 0 1040 0,8-6 224 16,0 0 32-16,0 0 16 0,0 0-416 0,0 0-64 15,0 0-32-15,0 0 0 0,0 0-800 0,30 34-176 0,-16-34-16 16,2 0-16-16,4-2-576 0,3-1-112 0,3 0-32 0,5-3 0 15,3 0-464-15,2 0-80 0,-1-3-32 0,0 1 0 16,-2 1-144-16,-1-3-16 0,-1 4-16 0,-2-2 0 0,-2-2-176 16,-3 2 0-16,-2 0 0 0,-1-4 0 0,-3 3-352 0,-2-1 0 15,-3 1 0-15,-4-1 0 16,-2 0-1120-16,-3-1-240 16,-2 1-32-16,-2-3-16 0,-2 3-2800 0,-1-2-560 0,0-2-128 0,-1 2 0 15,-1-2 2384-15,1-1 496 0,0 1 80 0,2-3 32 0,0 3 2704 0,1 1 528 16,1-1 112-16,0 2 32 0,2 2 1776 15,-1 3 368-15,1 1 64 0,-1 4 0 0,1 1-640 0,-2 1-128 16,0 0-16-16,0 0-16 0,0 0-816 0,5 44-176 16,-5-44-16-16,0 0-16 0,2 62-736 0,-2-62-128 0,2 49-48 0,-2-49 0 15,3 48-288-15,-3-48-64 0,3 42-16 0,-3-42 0 16,3 40-80-16,-3-40-16 0,0 0 0 0,5 51 0 16,-5-51-128-16,0 0 0 0,3 43 144 0,-3-43-144 15,0 0 0-15,0 0 0 0,1 44 0 0,-1-44 128 16,0 0-128-16,0 0 0 0,0 0 0 0,0 0 0 15,0 0 0-15,17 36 0 0,-12-35 0 0,1-1 0 16,1 0 0-16,0-1 0 0,3-3 0 0,-1 0 0 16,1 1 0-16,1-2 0 0,1-1 0 0,0 0 0 0,1-2 0 0,-1 1 0 15,0 0 0-15,-1-2 0 0,-1 1 0 0,-1 1 0 16,-1 3 0-16,-2-1 0 0,0 2 0 0,-3 3 0 16,1-2 0-16,0 2 0 0,-4 0 0 15,0 0 0-15,0 0 0 0,0 0 0 0,0 0 0 0,0 0 0 16,0 0 0-16,0 0 0 15,0 0 0-15,28 28 128 0,-28-28-128 0,0 0 0 0,26 10 144 0,-13-10-144 16,2 0 192-16,2 0-192 0,2 0 128 0,3-2-128 16,1-1 0-16,1-2 0 0,0 1 0 0,-2-3 0 0,2 2 0 15,-3-2 0-15,0 0 0 0,-3-1 0 0,-2-1 0 0,-3 0 0 16,-3-3 0-16,-3 0 0 16,-2-2 0-16,-3 2 0 0,-4-2 0 0,-2-1 0 0,-1 2 0 0,-3 0 0 15,-1 0 0-15,-2 3 0 0,-2-1 0 0,-2 5 0 16,-1 1 0-16,0 5 0 0,2 2 0 0,-1 3 0 15,1 2 0-15,2 3 0 0,12-10 0 0,-19 26 0 32,19-26 128-32,-10 34-128 0,10-34 192 0,4 40-192 0,-4-40 288 0,13 35-48 0,-13-35-16 0,26 35 0 31,-26-35 0-31,36 26 0 0,-12-14 0 0,-1-4 0 16,-2-1-224-16,-3 0 176 0,1-3-176 0,1 0 160 0,5 0-160 0,6-2 0 0,5 0 0 0</inkml:trace>
  <inkml:trace contextRef="#ctx0" brushRef="#br0" timeOffset="-156067.49">16573 10033 17503 0,'2'-2'1552'0,"0"0"-1232"16,-1 1-320-16,-1 1 0 16,1 0 1744-16,0-1 304 0,2 0 48 0,2-4 16 0,2-2-16 0,1 0 0 15,0 0 0-15,0-2 0 0,1 2-928 0,-3-1-176 16,2-1-32-16,-3 0-16 0,0 0-576 0,-3 0-112 16,0 1-32-16,-2 0 0 0,-2 3-224 0,-3 0 0 15,-2 1 128-15,-2 2-128 0,-2 0 160 0,-3 2-16 0,0 2 0 0,-2 2 0 16,-1 3-16-16,-3 0 0 15,-1 4 0-15,1 2 0 0,0 1-128 0,2 0 0 0,0 3-160 0,2-2 160 16,3 3-160-16,1 1 160 0,2 0-160 0,2-2 160 16,8-17 0-16,-11 32 0 0,11-32 0 0,0 0 0 15,-1 39 0-15,1-39 0 0,0 0 0 0,0 0 160 16,0 0 160-16,32 26 16 0,-32-26 16 0,19 0 0 16,-9-2-96-16,-1-1-32 0,2-1 0 0,-1 0 0 15,2-2-224-15,-2-1 0 0,0 2 128 0,0-2-128 16,-1 0 0-16,3 0 0 0,0-3 0 0,1-1 0 15,0 1 0-15,0-1 0 0,-1 1 0 0,0-1 0 0,-2 0 0 0,-1-1 0 16,-1 0 0-16,-1 1-160 0,-1 1 160 0,-2-1 0 16,-2 3 0-16,-1 1-128 0,-1 2 128 0,-1 3 0 15,0 0 0-15,0 2 0 0,0 1 0 0,-1 2 0 16,1 0 0-16,-2 4 128 16,0 0-128-16,3-7 0 0,0 0 128 0,-5 35-128 0,5-35 240 0,0 0-32 15,-1 46 0-15,1-46 0 0,0 0-80 0,6 38-128 16,-6-38 176-16,0 0-176 0,0 0 176 0,27 30-176 15,-27-30 160-15,0 0-160 0,28 5 0 0,-17-7 128 16,3-3-128-16,3-2 0 0,3-5 0 0,0 0-128 16,1-2 128-16,-3 0-208 15,1 0-2096-15,-4 0-400 0</inkml:trace>
  <inkml:trace contextRef="#ctx0" brushRef="#br0" timeOffset="-155483.64">16931 9950 14735 0,'-1'2'640'0,"0"-1"160"0,0 1-640 0,0 0-160 0,1-2 0 0,0 1 0 15,0 1 2560-15,-1-2 496 0,0 3 80 0,0 0 32 16,0 0-272-16,1 0-48 16,0 0-16-16,0 0 0 0,0 2-1408 0,0-2-272 0,0 1-64 0,-1-1-16 15,0 4-688-15,-1-2-144 0,2-5-32 0,0 0 0 0,-10 24-208 0,5-13 0 16,-1-1 128-16,0-1-128 16,0 0 0-16,0 0 0 0,0-1 0 0,1-1 0 15,2-2 0-15,1 0 0 0,1-3 0 0,2-2 0 0,0-1 0 0,2 0 0 16,1-4-128-16,-1 0 128 15,4-2-272-15,0-1 0 0,2-3 0 0,1 2 0 16,0-3-80-16,0 0-16 0,0 1 0 0,0-1 0 0,1 2 128 0,-1-2 32 31,-1-1 0-31,0 1 0 0,-1 1 208 0,-1 2 0 0,1 2 0 0,-2 0 0 16,0 4 0-16,-2 1 0 0,1 2 144 0,-5 0-144 16,0 0 368-16,0 0-32 0,0 0 0 0,0 0 0 0,13 38 32 0,-13-38 0 0,0 0 0 0,-1 38 0 31,1-38-368-31,0 0 144 0,-6 36-144 0,6-36 0 0,0 0 128 0,-6 30-128 0,6-30 0 0,0 0 0 15,0 0 0-15,-6 22 0 0,5-20 0 0,-1 0 0 16,1-1 0-16,1-1 0 0,0-1 0 0,1-1 0 16,1 0 0-16,0-5 0 0,3 2 0 0,1-3 0 31,1 0 0-31,0-1 0 0,2 0 0 0,0-3 0 0,-1 3-320 0,2-3 0 16,0 1-16-16,0-1 0 0,1 0-32 0,-2 0 0 0,2-1 0 0,-3 2 0 15,0 4 368 1,1 0-176-16,-2 2 176 0,-1 3-128 0,-1-1 128 15,0 3 0-15,-5 0 0 0,0 0 0 0,0 0 192 0,0 0-48 16,0 0 0-16,0 0 0 0,10 38 112 0,-10-38 32 16,0 0 0-16,0 0 0 0,-7 36-96 0,7-36 0 15,0 0-16-15,-11 29 0 0,11-29-176 0,-8 19 192 16,8-19-192-16,0 0 192 0,-9 26-192 0,9-26 0 16,0 0 144-16,0 0-144 0,0 0 0 0,0 0 0 15,0 0 0-15,0 0 0 0,0 0 0 0,0 0 0 16,0 0 0-16,0 0 0 0,0 0 0 0,30 16-128 15,-22-20 0-15,-1-2 0 16,2 2-1376-16,-1-3-272 0,-1 2-48 0,2-2-14256 0</inkml:trace>
  <inkml:trace contextRef="#ctx0" brushRef="#br0" timeOffset="-154480.71">17368 9990 18431 0,'4'-2'816'0,"-1"0"160"0,0-1-784 0,-1 1-192 16,-1 0 0-16,0 1 0 0,0-1 1792 0,2-2 304 15,2-1 64-15,-1 0 16 0,1 0-400 0,-1 1-80 16,-1 1-16-16,-2 1 0 0,0 2-672 0,0-2-144 16,-1 2-32-16,-1 2 0 0,0-1-256 0,0 0-64 0,-1 2-16 0,2-3 0 15,-5 9-176-15,2-5-16 0,1 2-16 0,-2 0 0 16,4-6 0-16,-7 17 0 0,7-17 0 0,0 0 0 15,-8 31-64-15,8-31-16 0,0 0 0 0,0 34 0 16,0-34-208-16,0 0 128 0,0 0-128 0,0 0 0 16,20 37 0-16,-20-37 128 0,0 0-128 0,0 0 0 15,34 1 0-15,-24-5 0 0,0 0 0 0,0-5 0 16,2 2 0-16,-2-1 128 0,1-3-128 0,-2 1 0 16,-1 1 0-16,1-1 0 0,-3-2 0 0,-2 2 0 0,0-1 0 0,-4 2 0 15,-1 1 0-15,-3-2 0 0,-1 2 0 0,-2 0 0 16,-1-1 0-16,-2 2 0 0,-1-1 0 0,-1 1 0 15,-1 0 0-15,0 3 0 0,0 2 0 0,1 2 0 16,3 2 0-16,0 1 0 16,0 3 128-16,2 1-128 0,1 0 176 0,1 2-176 0,5-9 240 0,0 0-64 15,-9 27-16-15,9-27 0 0,0 0-160 0,0 0 160 16,0 0-160-16,0 0 160 0,25 33-160 0,-25-33 128 16,0 0-128-16,26 0 128 0,-26 0-128 0,21-4 128 15,-10 1-128-15,2 0 128 0,0-1-128 0,1-3 0 0,0 2 0 16,2-3 0-16,-2 2 0 0,2-2 0 0,0 1 0 0,-1 0 0 15,-2 1-160-15,-1 0-16 0,1-1 0 0,-2 2 0 32,-2 1-288-32,0-1-64 0,-3 2-16 0,-1 1 0 0,-3 2 320 0,0 0 64 0,-1 0 16 0,-2 2 0 15,-1 1 144-15,1 0 0 0,-3 1 0 0,1-1 0 16,-1 4 0-16,1-3 144 0,3-4-144 0,-8 14 160 16,8-14 160-16,0 0 16 0,-8 23 16 0,8-23 0 15,0 0-32-15,-7 25 0 16,7-25 0-16,0 0 0 0,0 0-96 0,-1 34-32 0,1-34 0 0,0 0 0 15,0 0-64-15,0 0 0 0,0 0-128 0,0 0 192 16,0 0-192-16,27 26 0 0,-21-27 0 0,1-1 0 0,0 0 0 0,0-1 0 16,1-1 0-16,0-1 0 0,0 1 0 0,1-2 0 15,-1 1 0-15,0-1 0 0,0 0-192 0,0 0 0 16,0 1 16-16,-1-2 0 16,0-1-16-16,-1 0 0 0,0 1 0 0,-2-3 0 0,2 2 192 0,-3-1-128 15,-2-1 128-15,1 3-128 0,0 0 128 0,-1 3 0 16,0 1 0-16,0 0 0 0,-1 1 0 0,0 2 0 15,0 0 0-15,0 0 0 0,0 0 0 0,0 0 128 16,0 0-128-16,0 0 0 0,0 0 0 0,0 0 144 16,0 0-144-16,0 0 0 0,0 0 256 0,3 43-64 15,-3-43-16-15,0 0 0 0,0 0-48 0,0 38 0 16,0-38 0-16,0 0 0 0,0 0-128 0,2 35 192 0,-2-35-192 0,0 0 192 16,0 0-192-16,0 0 0 15,0 0 144-15,13 38-144 0,-13-38 0 0,0 0 0 0,0 0 0 0,0 0 0 16,0 0-144-16,0 0-48 0,0 0-16 0,35 10-12384 31,-28-14-2464-31</inkml:trace>
  <inkml:trace contextRef="#ctx0" brushRef="#br0" timeOffset="-154078.43">17940 9905 11055 0,'-1'-5'480'0,"0"4"112"0,1 0-464 0,0-1-128 15,-1 0 0-15,1 2 0 0,0 0 1824 0,0 0 352 16,0-1 64-16,-1 2 0 15,1-1 736-15,0 0 144 0,0 0 16 0,0 0 16 0,0 0-848 0,-3 32-160 16,3-32-32-16,0 0-16 0,-3 34-1328 0,3-34-272 31,0 0-48-31,-8 35-16 0,8-35-432 0,0 0 128 0,-10 32-128 0,10-32 0 0,0 0 0 0,-8 25 0 16,8-25 128-16,0 0-128 16,0 0 0-16,0 0 0 0,0 0 0 0,0 0 0 15,0 0 0-15,0 0 0 0,0 0 0 0,19-5 0 16,-13-2 0-16,-1-2 0 0,2 0 0 0,0-1 128 0,0-1-128 0,-1-2 0 0,2 1 144 0,-1 0-144 31,0-2 144-31,0 1-144 0,0-2 192 0,0 1-192 0,0 2 192 0,0-2-192 0,0 4 192 0,2 0-192 16,-2 3 192-16,0 0-64 0,1 5 0 0,-1-2-128 15,1 3 192-15,-8 1-64 16,0 0 0-16,0 0-128 16,0 0 256-16,28 26-64 0,-28-26-16 0,0 0 0 15,12 36-176-15,-12-36 128 0,0 0-128 0,0 46 128 16,0-46-128-16,0 0 0 0,-7 44 0 0,7-44 0 15,0 0 0-15,-9 36 0 0,9-36 0 0,0 0 0 0,-10 28 0 0,10-28 0 16,0 0 0-16,0 0 0 0,0 0 0 0,0 0 0 16,0 0 0-16,0 0 0 15,0 0-496-15,0 0-16 0,0 0-16 0,0 0-17776 16</inkml:trace>
  <inkml:trace contextRef="#ctx0" brushRef="#br0" timeOffset="-153334.14">18450 9787 14735 0,'2'-3'1312'0,"0"2"-1056"0,-1 0-256 0,0-1 0 15,-1 1 1792-15,1-1 320 0,1-1 48 0,2-1 16 16,0-3 608-16,0 2 128 0,-1 3 32 0,-1 0 0 16,-2 4-1120-16,-1 0-224 0,1-2-32 0,0 0-16 15,-9 33-832-15,9-33-160 0,-13 38-48 0,4-14 0 16,1 2-384-16,-2 3-128 0,0 1 0 0,-1 1 0 15,0-2 128-15,1-3-128 0,2-2 0 0,8-24 0 16,-11 40 0-16,11-40 0 0,0 0 0 0,1 41 0 16,-1-41 0-16,0 0 0 0,0 0 0 0,29 23 0 15,-29-23 0-15,24-2 0 0,-10-3 0 0,1 0 0 16,0-2 0-16,0 0 0 0,-2-1 0 0,0-1 0 16,-2 0-496-16,-1-1 0 0,-2 1 0 0,0 0 0 15,-3 1-896-15,-2-2-176 0,-1 1-32 0,-4 0-16 16,-1 0-736-16,-3-1-144 0,-2 2-16 0,-3-1-16 15,1 0-400-15,-2 1-80 16,1 1 0-16,-3 0-16 0,-1 2 1632 0,-1-1 336 0,1 3 64 0,-3 0 16 0,0 1 640 16,-2 4 128-16,-1-1 16 0,0 3 16 0,3 1 176 0,2-1 176 15,1 2-48-15,2 0 0 0,4 0 2336 0,2 0 464 16,2-1 80-16,1 0 32 0,2-3 32 0,1 0 16 0,3-1 0 16,-2-1 0-1,0 0-1280-15,16-1-256 0,-6-1-48 0,3-2-16 0,3-3-288 0,2 2-64 0,2-3-16 0,1-1 0 16,2 2-576-16,3-3-112 0,0-1-32 0,3 1 0 15,0-1-224-15,-1 1-48 0,-1-1-128 0,-3 0 192 16,-1 4-192-16,-3-1 0 16,-2 3 0-16,-1 0-12640 0,-3 2-2496 0</inkml:trace>
  <inkml:trace contextRef="#ctx0" brushRef="#br0" timeOffset="-152780.52">19134 9817 16575 0,'1'-2'1472'0,"0"0"-1168"0,0 1-304 0,-1 1 0 16,0 0 832-16,0-2 96 0,0 1 32 0,1-2 0 15,-1 0 1072-15,-2 0 208 0,0 1 64 0,0 2 0 16,-2 0-336-16,-2 1-64 0,0 3-16 0,-2 1 0 15,1 2-688-15,-2 0-144 0,-1 5-32 0,-2 0 0 16,2 2-560-16,-2 2-112 0,1 6-32 0,-1-1 0 16,1 3-176-16,1-1-144 0,10-23 192 0,-12 41-192 15,12-41 192-15,0 0-64 0,1 45 0 0,-1-45-128 0,0 0 128 0,31 24-128 16,-31-24 0-16,32 0 0 0,-14-3 128 0,2-2-128 16,1-4 0-16,0 0 0 0,0-2 128 0,0-1-128 15,1-2 0-15,-1-1 0 0,-2 0 0 0,-2-2 0 16,-2 0 0-16,-4-1 0 0,-2-1 0 0,-4 3 0 15,-3-1 0-15,-5 0 0 0,-2 3 0 0,-4 1 0 16,-1 0 0-16,-3 3 0 0,-2 1 0 0,-2 2 0 16,-1 2 0-16,-3 3 0 0,1 4 0 0,-2 3 0 15,3 3 0-15,0 3 0 0,4-2 0 0,3 3 0 16,1 0 0-16,11-12 0 0,-9 24 0 0,9-24 0 0,0 0 0 0,0 0 0 31,20 39-464-31,-20-39-48 0,0 0-16 0,41 15-17136 0</inkml:trace>
  <inkml:trace contextRef="#ctx0" brushRef="#br0" timeOffset="-152266.03">19500 9803 13823 0,'4'-9'1216'0,"-3"4"-960"0,2-1-256 0,0 0 0 16,-1 1 2720-16,0 3 496 0,-1-5 112 0,3-3 0 0,2-4-848 0,0-7-176 15,3-1-48-15,-3 4 0 0,-1 1-1264 0,-1 3-256 16,-1 4-48-16,0 3-16 0,-2 0 16 0,-1 2 0 15,0 3 0-15,-2 0 0 0,1 2-288 0,-1 2-48 16,-1-1-16-16,1 0 0 0,-1 4-128 0,0 0-16 16,-1-1-16-16,4-4 0 15,0 0 32-15,-12 22 16 0,12-22 0 0,0 0 0 0,-14 36-64 0,14-36-16 16,-8 33 0-16,8-33 0 0,-6 43-144 0,6-43 0 16,-3 49 0-16,3-49 0 0,1 53 0 0,-1-53 0 0,3 56 0 0,-3-56 0 15,4 50 0-15,-4-50 0 0,4 42 0 0,-4-42 0 16,0 39 0-16,0-39 0 0,-3 35 0 0,3-35 0 15,-7 31 0-15,7-31 0 0,-11 28 0 16,11-28 0-16,-12 24 0 0,12-24 0 0,-12 17 0 0,12-17 0 16,0 0 0-16,-15 14 0 0,11-12 0 0,-1-2 0 15,0 0 0-15,-2-2 0 0,0 0 0 0,-1-1 0 16,0-2 0-16,0-1 0 0,-1-2 0 0,1 1 0 16,-2-2 0-16,0-3 0 0,-2 1 0 0,0-4 0 15,-1 0-272-15,1-4-48 0,-1-2 0 0,2-3 0 31,2 1-1168-31,4-1-240 0,3 3-64 0,2 2 0 0,2 2 528 0,4 3 112 0,1-1 0 0,3 3 16 0,3 3 1008 0,3 1 128 16,1 2 144-16,1-1-16 0,2 2 1040 0,3 0 224 16,3 3 32-16,2-3 16 15,1 3-32-15,-1-3 0 0,0 1 0 0,1-2 0 0,2 2-816 16,0-1-160-16,0 0-48 0,-3 1 0 0,-2-1-224 0,-3 2-160 16,-3-1 192-16,-3 0-192 0,-3 1 0 0,-2 0 0 15,-3 1-160-15,-1 0-18720 16</inkml:trace>
  <inkml:trace contextRef="#ctx0" brushRef="#br0" timeOffset="-148854.97">20333 9872 15663 0,'1'-2'1392'0,"-1"0"-1120"0,0 1-272 0,0 1 0 16,0 0 1024-16,0-2 128 0,0-1 48 0,-1 1 0 15,-1-3 352-15,-1 0 80 0,-2 1 16 0,2 1 0 16,-2-1-448-16,-1 1-96 0,2 1-16 0,-2-2 0 15,1 1-464-15,-2-3-112 0,2 0 0 0,-3 0-16 16,2 0-64-16,-3-1-16 0,0-3 0 0,-1 1 0 16,-1 0 160-16,0 1 48 0,-2 1 0 0,0 3 0 15,0 1-16-15,-1 3 0 0,1 2 0 0,0 3 0 16,1 2-128-16,1 3-32 0,0 2 0 0,1 4 0 16,1 3-192-16,1 5-64 0,0 0 0 0,3 4 0 15,5-28-192-15,-6 53 176 0,6-53-176 0,1 44 160 0,-1-44-160 0,0 0 0 16,17 43 0-16,-17-43 0 0,0 0 160 0,34 14-160 15,-34-14 192-15,31-5-192 0,-11-1 208 0,0-6-64 16,4-3-16-16,0-1 0 0,-1-2-128 0,0-2 0 16,0-3 0-16,-2 1 128 0,-2-2-128 0,-2 3-256 15,-1-1 64-15,-3 0 16 16,-2 0-384-16,-4 1-80 0,-1 1 0 0,-4-1-16 16,-2 0-64-16,0-1-16 0,-4 0 0 0,0-1 0 0,-1 2 544 0,0-2 192 15,-1 1-144-15,0 5 144 0,1-1 128 0,0 5 96 0,0 1 32 16,0 5 0-16,2 5 528 0,-1 0 112 0,1 4 32 15,0 0 0-15,2 5-400 0,1-7-80 0,0 0 0 0,-6 31-16 16,6-31-192-16,-3 33-48 0,3-33 0 0,-1 38 0 16,1-38-64-16,2 43 0 0,-2-43-128 0,3 45 192 15,-3-45-192-15,2 47 128 0,-2-47-128 0,2 48 0 16,-2-48 128-16,1 47-128 16,-1-47 0-16,0 44 0 0,0-44 0 0,1 39 0 0,-1-39 0 0,0 0 0 15,7 43 0-15,-7-43 0 0,0 0 0 0,0 0 0 16,0 0-448-16,0 0 0 0,0 0 16 0,0 0 0 31,32 19-816-31,-22-26-160 0,0-3-48 0,2-3 0 0,4-2-1488 0,0-4-288 0</inkml:trace>
  <inkml:trace contextRef="#ctx0" brushRef="#br0" timeOffset="-148488.08">20517 9841 8175 0,'49'-97'176'0,"-46"90"32"0,-3 6 16 0,1 0 16 0,0-1-240 0,2-3 0 16,0-3 0-16,3-2 0 0,1-3 2752 0,-2 3 496 16,-1 3 96-16,-3 5 32 0,-3 5-400 0,-2 5-80 15,4-8-16-15,-11 26 0 0,11-26-880 0,-14 33-176 16,14-33-32-16,-15 38-16 0,15-38-992 0,-14 38-192 15,14-38-32-15,-12 36-16 0,12-36-160 0,-9 31-48 16,9-31 0-16,0 0 0 0,-4 33-144 0,4-33-16 0,0 0-16 0,0 0 0 16,0 0-160-16,0 0 0 0,30 7 0 0,-22-14 128 15,3 0-128-15,-1-2 128 16,1 0-128-16,0-2 128 0,1 0-128 0,0-1 0 0,-2 2 0 0,1-2 0 16,-1 1 0-16,0-3 0 0,-1 0 0 0,0-1 0 15,0 0 0-15,-2 1-144 0,-1 0 144 0,-2 1-160 16,0 2 160-16,-1 2 0 0,-1 2 0 15,-1 0-128-15,0 2 128 0,-1 5 0 0,-1 0 0 0,0 0 0 16,-1 0 0-16,0 5 0 0,0 0 0 0,-1 1 0 16,3-6 0-16,-8 20 128 0,8-20-128 0,-7 33 0 0,7-33 128 0,-10 40-128 15,10-40 160 1,-7 44-160-16,7-44 128 0,-6 41-128 0,6-41 0 0,-1 36 144 0,1-36-144 0,0 0 128 16,0 0-128-16,13 40 128 0,-13-40-128 0,0 0 0 15,0 0 144-15,32 5-144 0,-21-10 0 0,0-1 0 16,1 0 0-16,0-3 0 0,1-2 0 0,1 1-288 15,2-4 48-15,0 2-18128 0</inkml:trace>
  <inkml:trace contextRef="#ctx0" brushRef="#br0" timeOffset="-148142.29">21069 9646 20271 0,'3'-3'896'0,"-2"2"192"0,0-1-880 0,0 2-208 0,-1-2 0 0,0 2 0 15,0 0 2512-15,0-1 464 0,-1 1 96 0,-1 1 0 16,-1 1-896-16,-2 1-192 0,0 0-48 0,-2 0 0 15,0 2-1040 1,-1 0-224-16,-2 2-32 0,-1 0-16 0,0 2-320 0,0 1-64 0,2-1-16 0,-3 0 0 31,2 1-224-31,0 2 128 0,1-2-128 0,0 1 0 0,9-11 0 0,-11 21 128 0,11-21-128 0,0 0 0 0,0 0 0 16,-2 35 0-16,2-35 0 0,0 0 0 16,0 0 0-16,29 25 0 15,-29-25 0-15,0 0 0 0,36 13 0 0,-36-13 0 0,0 0 0 0,34 13 0 16,-34-13 0-16,0 0 0 0,31 14 0 0,-31-14 0 15,0 0 0-15,0 0 0 16,27 22 0-16,-27-22 0 0,0 0 0 0,0 0 0 0,0 0 0 0,0 0 0 0,-1 35 0 0,1-35 0 16,-13 10 0-16,5-5 0 0,0-1 0 0,-4 3 0 15,-1-2 0-15,-2-1 0 0,-2 2 0 0,-1-3 0 32,1 0 0-32,0 2 0 0,1-4 0 0,4-1 0 0,3 0 0 0,4-3 0 0,2 0 0 0,4-1-208 15,2-4 64-15,4 0-12112 0,3-1-2416 16</inkml:trace>
  <inkml:trace contextRef="#ctx0" brushRef="#br0" timeOffset="-147669.3">21247 9694 2751 0,'4'-7'256'0,"-2"2"-256"16,0 1 0-16,0 1 0 0,-1 1 4864 0,0 1 944 0,1-1 176 0,0 1 32 31,2-2-1904-31,0-2-384 0,0 2-80 0,-1 0 0 0,-1 2-2208 0,-1 1-432 0,-1 0-96 0,0 2-16 31,-1 3-608-31,1-5-128 0,0 0-32 0,0 0 0 16,-12 33-128-16,12-33 0 0,0 0 0 0,-12 43 0 16,12-43 0-16,-9 35 0 0,9-35 0 0,-11 37 0 0,11-37 0 0,-12 39 0 15,12-39 0-15,-12 38 0 0,12-38 0 0,-5 33 0 16,5-33 0-16,0 0 0 0,0 0 0 0,16 41 0 16,-16-41 0-16,0 0 0 15,25 7 0-15,-16-8 0 0,1-1 0 0,1-2 0 16,0-1 0-16,0-1 0 0,0-2 0 0,-1 1 0 0,0-1 0 0,-1-3 0 15,0 2 0-15,-2-1 0 0,0 0 0 0,-1 0 0 16,-2-1 0-16,-1 2 0 16,-2 0-192-16,-1 0 16 0,-2 0 16 0,-2 0 0 15,0 1-672-15,-3 2-128 0,1-2-16 0,-2 4-16 16,0 1-496-16,-3 1-112 0,-3-1 0 0,-4 3-16 16,-1 1-544-16,-5 1-96 0,-2 0-32 0,-1 1 0 15,0-1 48-15,4 2 16 0,1 0 0 0,3 0 0 0,3 0 1776 0,3 1 448 0,4 0 0 0,3-2 0 16,3 1 2752-16,1-1 640 0,2-3 128 0,0 0 32 15,0 0-784-15,0 0-144 0,26 3-48 0,-13-4 0 16,2-3-1040-16,4 1-192 0,2-2-64 0,3-2 0 16,0 0-640-16,1-1-144 0,2 2-32 0,0-1 0 15,-2 2-240-15,1-3-48 0,-3 2-16 0,-3-2 0 0,-2 4-160 0,-3-1 0 16,0 0 0-16,-2 1-19488 16</inkml:trace>
  <inkml:trace contextRef="#ctx0" brushRef="#br0" timeOffset="-146619.72">21920 9794 7359 0,'-2'2'656'0,"3"-2"-528"0,-1 0-128 0,0 0 0 16,0 0 1280-16,0 0 240 0,0 0 32 0,0 0 16 0,0 0 928 0,0 0 192 15,0 0 48-15,0 0 0 0,0 0-240 0,0 0-32 16,0 0-16-16,0 0 0 0,29 10-720 0,-25-12-160 16,1 1-32-16,-1-3 0 15,1 1-768-15,-1-1-176 0,2-1-16 0,-1 0-16 16,-1-2-320-16,1 0-64 0,0-1-16 0,-2 1 0 0,0-1-160 0,0-1 192 31,-2 3-192-31,-2-4 192 0,-1 3-192 0,-1-2 0 16,-1 1 0-16,-3 1 0 0,0 0 0 0,-2 1 0 0,-2 2 0 0,0 1 0 0,-2 2 0 0,0-1 160 15,-1 2-160-15,0 3 160 0,-1 1-160 0,1 3 192 16,1-2-192-16,-1 4 192 0,2 1-192 0,0 1 0 16,0 4 0-16,1-1 128 0,1 2-128 0,10-16 0 0,-16 31 0 0,16-31 0 15,-8 30 0-15,8-30 128 16,0 0-128-16,-1 39 0 16,1-39 144-16,0 0-144 0,0 0 160 0,0 0-160 15,21 36 128-15,-21-36-128 0,0 0 0 0,29 4 144 16,-18-6-144-16,0 0 0 0,2-3 0 0,0-2 128 15,0 0-128-15,0 0 0 0,1-3 0 0,0-2 0 16,0 0 0-16,0 0 0 0,0 0 0 0,-1-2 0 0,0 0-144 0,-2 0 144 16,1 0-192-16,0-3 192 0,-1 0-272 0,-1-1 48 15,0-2 16-15,-3-1 0 0,0 0 32 0,-3-3 16 16,1 0 0-16,-2 1 0 0,-1-1 160 0,-1 1 0 16,0 3 0-16,-1 2 0 0,-1 4 0 0,0 4 128 15,0 3-128-15,-2 4 128 0,1 1 80 0,-1 3 32 16,0 0 0-16,0 1 0 0,-1 3-32 0,4-5 0 15,0 0 0-15,-11 21 0 0,11-21-80 0,0 0 0 16,-11 41-128-16,11-41 192 0,-7 38-192 0,7-38 128 16,-6 43-128-16,6-43 0 0,-6 44 0 0,6-44 0 15,-5 46 0-15,5-46 0 0,-6 43 0 0,6-43 0 16,-4 43 0-16,4-43 0 0,-1 37 0 0,1-37 0 0,0 0 0 0,6 43 0 16,-6-43 0-16,0 0 0 15,0 0 0-15,0 0 0 0,22 33 0 0,-22-33 0 0,0 0 0 0,0 0 0 16,22 0-256-16,-17-3-32 0,2 0-16 0,-1-1-12016 15,0-1-2400-15</inkml:trace>
  <inkml:trace contextRef="#ctx0" brushRef="#br0" timeOffset="-146246.2">22153 9809 17503 0,'0'-1'768'0,"0"1"176"0,0 0-752 0,0 0-192 0,2 0 0 0,0 0 0 0,0-2 1728 0,1 2 304 16,3 0 64-16,3-2 16 0,1 1 128 0,3-2 16 16,1 1 16-16,1 0 0 0,0 0-896 0,0-1-176 15,1-2-48-15,-2 1 0 0,3-1-448 0,-2 0-80 16,-1-1-32-16,-1 0 0 0,-2 0-400 0,0 0-64 16,-2-2-128-16,0 1 176 0,-1-1-176 0,-1 1 0 15,-2-1 0-15,0-1 0 0,-1 0 0 0,-4-2 0 16,0 0 0-16,-1 2 0 0,-3 2 0 0,-2-1 0 15,0 4 0-15,-3 2 0 0,-1-1 0 0,-2 6 0 16,-2 1 128-16,-1 1-128 0,-1 2 192 0,-1 3-64 0,2 0 0 0,-1 3 0 16,2 0-128-16,1 3 0 0,0-2 144 0,-1 2-144 15,1 4 128-15,1-2-128 0,12-18 160 0,-18 38-160 16,18-38 320-16,0 0-48 0,-5 44 0 0,5-44 0 16,0 0-80-16,0 0 0 0,23 31-16 0,-23-31 0 15,22 4-176-15,-8-5 192 0,1-1-192 0,1-2 192 16,1-1-192-16,1-2 0 0,-1 2 0 0,1-2 0 15,-2 0 0-15,-2 2-144 0,0-2 144 0,-2 2-12768 16,0 0-2432-16</inkml:trace>
  <inkml:trace contextRef="#ctx0" brushRef="#br0" timeOffset="-145804.97">22672 9730 16575 0,'3'-3'1472'0,"0"1"-1168"0,-1-1-304 0,0 1 0 16,0 1 1248-16,-1-2 192 0,4-2 32 0,3-2 16 16,0-3 1328-16,-1 0 272 0,0 2 48 0,-4 2 16 15,1 2-1136-15,-3-1-224 0,-2 2-64 0,-1 1 0 16,0 2-1072-16,-4 0-208 0,0 0-64 0,-2 0 0 16,0 2-384-16,-2-1 128 0,1 3-128 0,-2-1 0 15,1 1 0-15,-1 4 0 0,-1-2 0 0,0 4 0 0,0 2 0 0,-1 2 0 16,1 2 0-16,-1 4 0 15,13-20 0-15,-17 38 0 0,17-38 0 0,-11 33 0 16,11-33 0-16,0 0 0 0,3 38 0 0,-3-38 0 0,0 0 0 0,0 0 0 16,36 21 0-16,-21-21 0 0,1-1 0 0,3-3 0 15,1-3 0-15,1 0 0 16,2-2-576-16,-2-1-192 0,1 0-32 0,-2 1-16608 16</inkml:trace>
  <inkml:trace contextRef="#ctx0" brushRef="#br0" timeOffset="-145441.09">22811 9744 12895 0,'-3'1'1152'0,"0"0"-928"0,2-1-224 0,1 0 0 16,0 0 2112-16,0 0 384 0,-1 0 80 0,-1 0 16 15,1 0 608-15,1-1 128 0,3-2 32 0,2-2 0 16,1 0-1504-16,3-2-288 0,1 0-64 0,2-3-16 16,0 3-928-16,0-2-192 15,0 1-48-15,1 0 0 0,1 1-320 0,-1-1 0 0,0 3 0 0,-1 0 128 16,-1 3-128-16,-1-1 0 0,0 3 0 0,-10 0 0 15,0 0 0-15,0 0 0 0,24 17 0 0,-24-17 0 16,0 0 0-16,0 0 0 0,2 50 0 0,-2-50 0 16,0 0 0-16,-11 48 0 0,11-48 0 0,-15 33 0 15,15-33 0-15,-19 33 0 0,19-33 0 0,-16 24 0 16,16-24 0-16,0 0-160 0,-15 23 160 0,15-23-160 0,0 0 160 0,0 0 0 16,0 0 0-16,-6 2 0 0,8-5 0 0,1-3 0 15,1-1 0-15,1-2 0 16,2-1 0-16,1-2 0 0,0 0 0 0,3-1 128 0,1-2 0 0,3 0 16 31,0-2 0-31,1-1 0 0,0 1-144 0,2 1 192 0,0-1-192 0,-2 0 192 0,1 3-192 0,-2 2 0 16,-2 1 0-16,-2 4 0 0,-1 2 0 0,-1 0-176 15,-3 3 176-15,-1 2-192 16,-5 0-1984-16,0 0-416 0</inkml:trace>
  <inkml:trace contextRef="#ctx0" brushRef="#br0" timeOffset="-145107.95">23121 9775 11967 0,'0'0'528'0,"0"0"112"0,0 0-512 0,0 0-128 0,0 0 0 0,0 0 0 0,0 0 2448 0,26 4 464 16,-15-6 96-16,4-4 0 15,3 0-224-15,2-1-48 0,1-2-16 0,0 0 0 0,-1 1-1152 0,-2-2-224 16,0 1-64-16,-3 0 0 0,0-1-640 0,-2 1-144 0,-2 0-32 0,0 1 0 16,-3-2-464-1,-2 1 128-15,-2 0-128 0,-1-1 0 0,-2 1 0 0,-3 2 0 16,-1-1 0-16,-2 4 0 0,-3-1 0 15,-2 5 0-15,-1 0 0 0,-3 2 0 0,-2 3 0 0,0 2 144 16,-3 2-144-16,0 3 192 0,3 0-64 0,-2 2-128 16,1 3 192-16,-1 0-64 0,1 1 128 0,1 0 0 15,3 0 16-15,13-18 0 0,-21 32 48 0,21-32 0 16,0 0 0-16,-8 37 0 0,8-37-64 0,0 0 0 16,0 0 0-16,0 0 0 0,27 32-96 0,-27-32-32 15,19 6 0-15,-19-6 0 0,23 2-128 0,-9-4 0 16,0 0 144-16,1-1-144 0,1 1 0 0,-1-2 0 15,0 0 0-15,0 0 0 0,-1-1-336 0,1 0-48 0,-1-1 0 16,0 1 0 0,-1 0-1728-16,1-2-368 0</inkml:trace>
  <inkml:trace contextRef="#ctx0" brushRef="#br0" timeOffset="-144444.74">23518 9718 11055 0,'9'-11'480'0,"-7"8"112"0,0 0-464 0,0 1-128 0,-2 2 0 0,1-2 0 15,1-1 2352-15,1 1 448 0,0-5 80 0,3 0 32 16,0-1 608-16,0 1 112 0,0 0 16 0,-1 0 16 0,1 2-1792 0,-2-1-352 15,0 0-80-15,0 2-16 0,-1 1-736 0,0-2-160 16,0 1-16-16,-2 0-16 0,1 1-192 0,-2 0-48 16,-1 2 0-16,0 0 0 15,-3 1-96-15,0 1-32 0,-3 2 0 0,-2 3 0 0,-2 0-128 0,-3 2 0 16,-2 4 0-16,-1 0 0 0,-1 4 0 0,0 0 0 16,0 1 0-16,2 0 0 0,16-17 0 0,-25 30 0 15,25-30 0-15,-17 29 0 0,17-29 0 0,0 0 0 16,0 0 0-16,0 0 0 0,4 38 0 0,-4-38 0 15,15 3 0-15,-5-4 0 0,1-3 0 0,1 0 0 16,1-1 0-16,1-1 0 0,-1-1 0 0,0-2 0 0,0 1 0 16,0-1 0-16,-1 0 0 0,-1-3 0 0,0 2 0 0,-2-2 0 15,0 1-128-15,-2 1 128 0,-2 1 0 0,-1-1 0 16,-3 3 0-16,0 2 0 0,-2 1 0 0,0 2 0 16,-1 1 0-16,-2 2 0 0,0 1 0 0,0 1 0 15,4-3 0-15,0 0 0 0,-18 18 0 0,18-18 0 16,0 0 0-16,-18 32 0 0,18-32 0 0,0 0 0 15,-13 34 0-15,13-34 128 0,0 0-128 0,0 0 0 16,0 0 128-16,15 38-128 0,-15-38 0 16,0 0 128-16,28 8-128 0,-17-9 0 0,2-1 0 0,1 0 0 15,0-3 0-15,-3 2 0 0,-3 0 0 0,1-1 0 0,1-1 0 0,1-1 0 16,3-2-176-16,0-1 176 0,2 0-240 0,0 0 48 16,2-2 0-16,-1 2 0 15,-1 0 192-15,-1-1-144 0,0 0 144 0,-2 1-128 0,-1 2 128 0,-2 0 0 16,0 2 0-16,-3 3 0 15,-1-1 0-15,-2 1 0 0,0 2 128 0,-1 2-128 0,-3-2 192 0,0 0-48 16,0 0 0-16,0 0 0 0,0 0 0 0,0 0 0 16,0 0 0-16,17 36 0 0,-17-36-144 0,0 0 0 15,0 0 144-15,0 0-144 0,9 45 0 0,-9-45 0 16,0 0 0-16,0 0 0 0,-5 42 0 0,5-42 128 16,0 0-128-16,-14 30 0 0,14-30 0 0,-16 18 0 0,16-18 0 0,-25 19 0 15,12-12 0 1,13-7 0-16,-26 14 0 0,13-9 0 0,1 0 0 0,-1-1 0 0,2-1 0 0,1 0 0 15,1-1 0-15,0 0 0 0,2-2 0 0,2 0 0 16,0-1-192-16,1 0 64 0,1-2 0 0,2-2 0 31,1 1-544-31,0-1-96 0</inkml:trace>
  <inkml:trace contextRef="#ctx0" brushRef="#br0" timeOffset="-143921.41">24021 9557 8287 0,'6'-3'736'0,"-3"2"-592"0,0 0-144 0,-1 1 0 0,0-2 1680 0,-1 2 304 0,-1-1 64 0,0 1 16 0,1 0 960 0,0-1 192 16,0 0 48-16,0 1 0 0,1 0-704 0,-1 0-128 15,-1-2-16-15,0 2-16 0,-1 0-1056 0,-2 0-224 16,1 2-32-16,-4-2-16 0,-1 1-592 0,-2 1-112 15,0 0-32-15,-3 0 0 0,0 3-48 0,-1 0-16 32,-1-1 0-32,-1 4 0 0,0-1-48 0,0 2-16 15,2 3 0-15,13-12 0 0,-24 22-208 0,24-22 0 16,0 0 128-16,-15 35-128 0,15-35 0 0,0 0 0 0,0 0 0 0,13 41-19152 16</inkml:trace>
  <inkml:trace contextRef="#ctx0" brushRef="#br0" timeOffset="-143385.8">24103 9710 9215 0,'-2'-2'816'0,"1"2"-656"16,0-1-160-16,0 0 0 0,1 1 3184 0,-1 0 592 0,1 0 128 0,-1 0 32 15,-1 0-928-15,0 0-192 0,0 0-48 0,0 0 0 16,-1 0-1136-16,0 1-224 0,1 0-64 0,0-1 0 15,2 0-480-15,0 0-96 0,0 0-32 0,0 0 0 16,0 0-512-16,0 0-96 0,0 0-128 0,0 0 176 16,19 12-176-16,-10-12 0 0,1 0 0 0,3-1 0 15,0 0 0-15,2-2 0 0,2-1 0 0,0 0 0 16,-1 1 0-16,0-4 0 0,0 2 0 0,-2 0 0 16,-2-2 0-16,-2 2 0 0,-2-2 0 0,-1 0 0 15,-3 2 0-15,-3 0 0 0,-1-2-144 0,-5 3 144 16,-2 1 0-16,-3-1-128 0,-2 3 128 0,-3 1 0 0,-1 3-208 15,0-1 64-15,1 1 16 0,0 0 0 0,1 0 128 0,0 2 0 16,2 0 0-16,0 2 0 0,12-7 0 0,-20 13 0 16,20-13 128-16,0 0-128 15,-23 21 256-15,23-21 0 0,0 0-16 0,0 0 0 16,-15 33 80-16,15-33 32 0,0 0 0 0,0 0 0 0,10 33-160 0,-10-33-16 16,0 0-16-16,29 21 0 0,-15-16-160 0,0-3 0 15,2-2 0-15,1 0 0 16,1-2-400-16,-1-1-112 0</inkml:trace>
  <inkml:trace contextRef="#ctx0" brushRef="#br0" timeOffset="-143015.27">24557 9612 28559 0,'6'-1'1264'0,"-3"-1"272"0,0 1-1232 0,0 1-304 0,-2 0 0 0,0 0 0 15,0 0 1200-15,0 0 176 0,1 1 32 0,0 1 16 16,-2-2-160-16,0 0-48 0,0 0 0 0,0 0 0 16,0 0-464-16,0 0-112 0,-18 31 0 15,18-31-16-15,0 0-368 0,-22 12-64 16,13-10 0-16,9-2-16 0,-17 10 0 0,17-10 0 16,-15 9 0-16,15-9 0 0,-17 12 208 0,17-12 64 0,0 0 0 0,-19 19 0 15,19-19-256-15,0 0-64 0,0 0 0 0,0 0 0 16,0 0-128-16,7 45 0 0,-7-45 0 0,0 0 0 0,24 26 0 0,-24-26 0 15,21 19 0-15,-21-19 0 0,22 21 0 16,-22-21 0-16,18 22 0 0,-18-22 0 0,0 0 0 0,17 31 0 16,-17-31 0-16,0 0 0 0,0 0 0 0,-9 35 0 15,9-35 0-15,0 0 0 0,-25 19 0 0,25-19 0 16,-22 10 0-16,12-8 0 0,10-2 0 0,-20 4 0 0,3-4 0 0,-6 0-19408 16</inkml:trace>
  <inkml:trace contextRef="#ctx0" brushRef="#br0" timeOffset="-138963.84">16321 10933 13823 0,'-1'1'1216'0,"1"-1"-960"0,0 0-256 0,0 0 0 15,0 0 1216-15,0 0 192 0,0 0 32 0,0 0 16 16,0 0-48-16,0 0-16 0,0 0 0 0,0 0 0 16,0 0-304-16,0 0-48 0,0 0-16 0,0 0 0 15,0 0 0-15,0 0-16 0,0 0 0 0,0 0 0 16,0 0-240-16,0 0-64 15,0 0 0-15,0 0 0 0,0 0 64 0,0 0 16 0,0 0 0 0,0 0 0 16,0 0-160-16,0 0-48 0,0 0 0 0,0 0 0 16,0 0-288-16,0 0-64 0,0 0-16 0,11-5 0 15,-7 1-208-15,0 1 0 0,-1 1 128 0,1-3-128 0,0 2 0 0,-1 1 0 16,1 0 0-16,-1 2 0 16,-2 0 0-16,0 0 0 0,-1 0 0 0,0 0 0 0,0 0 0 0,0 0 0 15,0 0 0-15,0 0 0 16,-11 22 0-16,11-22 0 0,-13 14 0 0,5-8 0 15,0 2 0-15,-1-1 0 0,1 1 0 0,0-2 0 0,-1 0 0 0,2-2 0 16,0 0 0-16,1-1 0 0,2-1 0 0,-1-2 0 16,3 0 0-16,-1-1 0 0,1 0 0 0,1-4 0 15,1 2 0-15,0-1 0 0,1-1 0 0,1-1 0 16,2 0 0-16,-1-1 0 0,1 1 0 0,1 0 0 16,0 2 0-16,0-1 0 0,0 0 0 0,1 3 0 0,-1-1 0 0,-1 1 0 15,0 2 128-15,-4 0-128 0,0 0 0 0,0 0 0 16,0 0 128-1,0 0-128-15,0 0 0 0,0 0 0 0,0 0 0 0,0 0 0 0,0 0 0 0,0 0 0 16,0 0 0-16,20 33 0 0,-20-33 0 0,0 0 0 16,-8 12 0-16,5-10 0 0,-1-1 0 0,0 1 0 15,0 0 0-15,0-2 0 16,1 0 0-16,0-2 0 0,0 1 0 0,0-1 0 16,2 0 0-16,-1-2 0 0,1 1 0 0,1-2 128 15,-1 1-128-15,2-1 0 0,0 0 0 0,1 0 144 0,0 1-144 0,1 0 128 0,0 0-128 0,1 2 0 16,-2-1 0-16,2 3 128 0,-1-2-128 0,-3 2 0 15,0 0 0-15,0 0 0 0,0 0-160 16,0 0-64 0,0 0-16-16,0 0-17472 0</inkml:trace>
  <inkml:trace contextRef="#ctx0" brushRef="#br0" timeOffset="-137497.33">16787 10671 15663 0,'0'2'1392'0,"0"-2"-1120"16,0 0-272-16,0 0 0 0,0 0 1536 0,0 0 256 15,1 0 64-15,0 0 0 0,2-2 160 0,0 2 32 16,3 0 16-16,2 0 0 15,3-2-480-15,1 1-112 0,2-1 0 0,1 0-16 0,4-1-592 0,1-2-112 16,3 1-32-16,0-3 0 0,0 0-400 0,-1-1-64 16,-1 0-32-16,-3 2 0 0,-2-1-224 0,-4 0 0 15,-2 3 0-15,-3-1 0 0,-3 2-224 0,-2 1-32 0,-1-2-16 16,-5 3 0 0,-2 2-1584-16,-3 1-320 0,-4 0-64 0,-1 2-16 15,0 1-1488-15,-2 0-288 0,0 2-64 0,0-1-16 16,1 1 2192-16,1 1 448 0,0-2 96 15,2 1 16-15,2 0 1040 0,1-1 320 0,3 0-176 0,0-2 176 0,2 1 608 0,3-2 208 0,-1 1 32 0,2-2 16 16,0 1 1328-16,1 2 272 0,0-2 48 0,-1-3 16 16,0 0-96-16,0 0-32 0,0 0 0 0,0 0 0 15,14 46-736-15,-14-46-128 0,0 0-48 0,2 47 0 16,-2-47-592 0,-3 34-128-16,3-34-32 0,-6 36 0 0,6-36-288 0,-10 41-64 0,3-18-16 0,7-23 0 0,-11 40-208 15,11-40-32-15,-6 35-128 0,6-35 192 0,0 0-192 0,0 34-160 16,0-34 32-16,0 0-11632 31,0 0-2320-31</inkml:trace>
  <inkml:trace contextRef="#ctx0" brushRef="#br0" timeOffset="-137091.64">17333 10493 26719 0,'2'-3'2368'0,"-1"3"-1888"0,0 1-480 0,-1 1 0 0,-1-1 848 0,0 3 80 15,-1 0 16-15,2-4 0 0,-9 24-32 0,0-2 0 16,-3 8 0-16,-2 4 0 0,-1 1-224 0,0-2-48 16,0 3-16-16,0-5 0 0,3 0 176 0,0-3 32 0,2 0 16 0,1-1 0 15,0-2-512 1,1-1-96-16,8-24-32 0,-13 41 0 0,13-41-208 0,-8 33 0 0,8-33 0 0,0 0-160 16,0 0 0-16,0 0 0 15,0 0 0-15,0 0 0 0,0 0-96 0,0 0 0 16,0 0-16-16,26-4 0 15,-21-6 96-15,1-2 32 0,0-2 0 0,0-1 0 0,1-1 16 0,0-1 0 0,-1 1 0 0,1 1 0 32,-1-1 128-32,2 4 0 0,-1 0 0 0,2 0 0 0,-2 5 400 0,1-3 16 0,0 6 0 0,0-1 0 15,0 2 96 1,-1 3 32-16,-7 0 0 0,0 0 0 0,0 0-160 0,0 0-48 16,32 25 0-16,-32-25 0 0,0 0-208 0,0 0-128 15,9 48 128-15,-9-48-128 0,0 0 0 0,-2 41 0 16,2-41 0-16,0 0 0 0,-7 38 0 0,7-38 0 15,0 0 0-15,-5 24 0 0,5-24 0 0,0 0 0 16,0 0 0-16,0 0-192 16,0 0-560-16,0 0-112 0,0 0-32 0,9-1-16608 0</inkml:trace>
  <inkml:trace contextRef="#ctx0" brushRef="#br0" timeOffset="-136760.77">17458 10839 16575 0,'-1'1'736'0,"0"1"160"0,1-2-720 0,0 2-176 0,0-2 0 0,0 0 0 16,0 1 2336-16,0 0 432 0,0-1 96 0,0 0 16 16,0 0-240-16,0 0-32 0,0 0-16 0,29 12 0 15,-17-13-1344-15,0-2-272 0,2-2-48 0,0 0-16 16,1-2-592-16,-2 1-112 0,1 0-16 0,-3-1-16 0,-1 2-176 16,0-2 0-16,-1 0 0 0,-1 0 0 0,-1-1 0 0,-2 2 0 15,0 1 0-15,-4-2 0 0,-1 2-208 0,-2-1 80 16,-3 0 128-16,-1 1-208 0,-3 1-64 0,-3 1-16 15,-1 1 0-15,-3 2 0 16,1 3 288-16,-2 3-192 0,0 4 192 0,-3 0-160 0,2 4 160 0,0 0 128 16,3 0-128-16,1 0 176 0,3 3 272 0,1-2 48 15,2 3 16-15,8-18 0 0,-11 33-128 0,11-33 0 16,0 0-16-16,3 44 0 0,-3-44-80 0,0 0-16 16,32 27 0-16,-32-27 0 0,32 8-144 0,-32-8-128 0,38 2 192 0,-17-6-192 15,-2 1 0-15,1-1 0 0,-1-1 0 0,-1-1-12704 16,-3 0-2608-1</inkml:trace>
  <inkml:trace contextRef="#ctx0" brushRef="#br0" timeOffset="-136269.27">18280 10659 12895 0,'4'-7'576'0,"-2"2"112"0,1 1-560 0,-2 1-128 0,0 2 0 0,0 0 0 0,0 1 2576 0,0-2 496 16,1 1 80-16,0-1 32 0,-1 2-240 0,-1 0-32 15,0 0-16-15,0 0 0 0,-12 19-1344 16,3-12-272-16,0 2-48 0,-2 3-16 16,0 0-736-16,-2-1-160 0,0 0-16 0,0-2-16 0,1-2-288 0,2 0 128 0,0-2-128 0,4 0 0 15,2 0 0-15,1-3 0 0,2-1 0 0,1 0 0 16,2-1 0-16,1 0 0 0,-3 0 0 0,0 0 0 16,18 0 0-16,-18 0 0 0,0 0 0 15,27 7 0-15,-27-7 0 0,0 0 0 0,32 10 0 0,-32-10 0 16,0 0 0-16,31 17 0 0,-31-17 0 0,0 0 0 0,0 0 0 15,0 0 0-15,22 35 0 0,-22-35 0 16,0 0 0-16,0 0 0 16,-14 31 0-16,6-24 0 0,-1 0 0 0,-1 0 0 0,-1-1 0 0,0 0 0 0,-1 0 0 0,0-2 0 15,-1 0 0-15,1-1 0 0,0-1 0 0,1-2 0 16,2 0 0-16,1-2 0 0,1 0 0 0,3 1-192 16,1-3 48-16,2 1 16 15,3 1-1248-15,2-3-240 0,5-1-48 0,1 0-14352 0</inkml:trace>
  <inkml:trace contextRef="#ctx0" brushRef="#br0" timeOffset="-135967.7">18465 10712 20271 0,'2'-6'896'0,"-1"3"192"0,0 0-880 0,0 0-208 0,0 1 0 0,0 1 0 15,0-2 1696-15,1 0 288 0,1-4 64 0,0 0 16 16,0-1-192-16,0 3-32 0,-1 1-16 0,-1 1 0 15,0 3-592-15,-1 0-112 0,0 0-32 0,0 0 0 16,0 0-480-16,0 0-96 0,1 41-32 0,-1-41 0 0,0 0-304 16,-1 47-176-16,1-47 192 0,-1 45-192 0,1-45 240 0,-3 48-64 15,3-48-16-15,-5 54 0 16,5-54 32-16,-7 53 16 0,2-25 0 0,5-28 0 0,-8 48-64 0,8-48-16 16,-6 40 0-16,6-40 0 0,-3 32-128 0,3-32 0 15,0 0 0-15,-2 31 0 0,2-31 0 0,0 0 0 16,0 0 0-16,0 0 0 0,0 0-176 0,0 0-16 15,0 0 0-15,0 0 0 16,0 0-672-16,0 0-144 0,2-5-16 0,-2-3-16 16,-1 0-1472-16,1-2-304 0</inkml:trace>
  <inkml:trace contextRef="#ctx0" brushRef="#br0" timeOffset="-135711.14">18433 10704 6447 0,'0'-10'272'0,"0"4"80"0,0 1-352 0,0 2 0 0,0 2 0 0,0 1 0 16,1 0 2208-16,0-1 368 0,2-1 80 0,1 0 16 15,-4 2 560-15,11-3 112 0,-11 3 32 0,18-3 0 16,-7 0-944-16,2-2-176 0,2 1-32 0,2-2-16 16,0-1-1088-16,-1 0-224 0,1 1-32 0,-1 0-16 0,0 0-528 0,-2 2-128 15,-14 4 0-15,25-2-16 16,-25 2-176-16,0 0 160 0,0 0-160 0,0 0 160 0,25 28-160 0,-25-28 0 16,0 0 0-16,-13 42 0 0,3-24 0 0,-3 0 0 15,-2 1 0-15,-4-1 0 0,-1 2 0 0,-3-3 0 16,1-1 128-16,1-2-128 0,2-2 0 0,-1-2 0 15,3-2 0-15,2 0 0 0,4-3-144 0,4-2 144 16,1-1-192-16,2-2 192 16,3-2-1040-16,1-1-112 0,2-4 0 0,3 0-15376 0</inkml:trace>
  <inkml:trace contextRef="#ctx0" brushRef="#br0" timeOffset="-135360.52">18665 10732 13823 0,'0'0'608'0,"0"0"128"0,0 0-592 0,0 0-144 0,0 0 0 0,0 0 0 15,0 0 2560-15,0 0 496 0,0 0 80 0,0 0 32 16,35 20 0-16,-35-20 0 0,0 0 0 0,30 9 0 16,-30-9-1584-16,25 0-320 0,-10-3-64 0,0 0-16 15,1-3-784-15,2 1-144 0,0-2-48 0,-1 0 0 16,-1 1-208-16,0-1 0 0,-1-1 0 0,-2 1 0 16,-1-3 0-16,-2 0 0 0,-1 1 0 0,-2 0 0 15,-3-1 0-15,-1 1 0 0,-2-1 0 0,-3 1-160 0,-2 1-128 0,-2-1-32 16,-2 1 0-16,-3 2 0 15,-1 1-208-15,-2 3-48 0,0 2-16 0,-2 0 0 0,-2 4 336 0,0 4 64 16,0 1 0-16,0 1 16 16,3 1 32-16,1 1 0 0,0 5 0 0,2 0 0 0,0-1 656 0,12-16 128 15,-17 38 16-15,17-38 16 0,-9 36-128 0,9-36-32 16,1 33 0-16,-1-33 0 0,0 0-192 0,16 40-32 16,-16-40-16-16,0 0 0 0,32 21-128 0,-32-21-16 15,32 8-128-15,-13-8 192 0,-1 0-192 0,1-5 0 0,0 0 0 0,-2-2 0 16,1 0-256-16,-2-2-80 0,-1 1-32 0,0-1-18208 15</inkml:trace>
  <inkml:trace contextRef="#ctx0" brushRef="#br0" timeOffset="-134572.47">19069 10692 6447 0,'0'0'576'0,"0"0"-576"0,0 0 0 0,0 0 0 16,0 0 2768-16,0 0 448 0,0 0 96 0,0 0 16 15,0 0-512-15,0 0-112 0,0 0-16 0,0 0 0 16,0 0-496-16,0 0-96 0,14 34-32 0,-14-34 0 0,0 0-1136 0,0 0-224 16,25 3-64-16,-25-3 0 0,15-1-448 0,-15 1-192 15,16-5 176-15,-9 2-176 0,-7 3 144 0,17-4-144 16,-9-1 128-16,0 3-128 0,0-1 320 0,0-1-32 31,-1 1 0-31,0-2 0 0,-2 2-112 0,0 0-32 0,-2 0 0 0,-1-1 0 16,0 2 16-16,-2-1 0 0,-1 0 0 0,-2-1 0 0,1 1-32 0,-3 1-128 15,0 0 192-15,-2-1-64 0,0 3-128 0,-3-3 128 16,1 3-128-16,-1 0 128 0,1 1-128 0,-2-1 160 16,2 2-160-16,0 1 160 0,2 0-160 0,1 0 0 15,6-3 0-15,-12 8 0 0,12-8 0 0,0 0 0 0,-14 15 0 0,14-15 0 32,0 0 0-32,0 0 0 0,-12 18 0 0,12-18 0 0,0 0 144 0,0 0-144 0,0 0 160 0,0 0-160 15,0 0 192-15,0 0-48 0,0 0-16 0,0 0 0 16,0 0-128-16,0 0 160 0,25 8-160 0,-25-8 160 15,5-3-160-15,-5 3 0 0,3-3 144 0,-3 3-144 16,0 0 0-16,2-4 0 0,-2 4 0 0,-1-1 0 16,1 1 0-16,0 0 0 0,-3 0 0 0,3 0 0 15,0 0 0-15,0 0 0 0,0 0 0 0,0 0 0 16,0 0 0-16,0 0 0 0,0 0 0 0,0 0 0 31,0 0 0-31,0 0 0 0,0 0 0 0,0 0 0 16,0 0 0-16,0 0 0 0,0 0 0 0,0 0 0 0,0 0 0 0,0 0 0 15,0 0 0-15,0 0 0 0,0 0 128 0,0 0-128 16,0 0 128-16,0 0-128 0,0 0 192 0,0 0-48 16,0 0 0-16,-11 12 0 0,11-12-144 0,-3 0 0 15,3 0 144-15,-3 0-144 0,3 0 0 0,-5 2 0 16,5-2 0-16,0 0 0 0,-7 4 0 0,7-4 0 16,0 0 0-16,-7 4 128 0,7-4-128 0,0 0 0 0,0 0 0 0,0 0 0 15,0 0 0-15,0 0 0 0,0 0 0 0,0 0 0 16,0 0 0-16,0 0 0 0,0 0 0 0,0 0 0 15,0 0 0-15,0 0 176 16,0 0-176-16,0 0 192 0,0 0 0 0,0 0 0 0,0 0 0 0,0 0 0 16,0 0-16-16,-8 28 0 0,8-28 0 0,0 0 0 15,0 0-176-15,0 0 192 0,0 0-192 0,0 0 192 16,0 0-192-16,-2 32 128 0,2-32-128 0,0 0 128 16,0 0-128-16,0 0 0 0,0 0 0 0,0 0 128 15,0 0-128-15,26 30 0 0,-26-30 0 0,18 0 128 0,-18 0 16 16,22-5 0-16,-9 3 0 0,2-3 0 0,-1 0-144 15,1 0 128-15,2-1-128 0,-1 0 128 0,0 2-128 0,-3-3 0 16,1 2 0-16,-2 0 0 0,0 1 0 0,-3 0 0 16,-2 1 0-16,-2 0 0 0,-2 0-224 0,-1 1 80 15,-2 0 16-15,-2 2 0 16,-2-2-1040-16,-1 2-208 0</inkml:trace>
  <inkml:trace contextRef="#ctx0" brushRef="#br0" timeOffset="-133481.31">19583 10709 11967 0,'-4'2'1072'0,"1"-2"-864"0,0 0-208 0,1 0 0 0,1 0 2032 0,1 0 352 0,0 0 80 0,-2 0 16 16,1 0 320-16,1 0 64 0,-1 0 16 0,0 0 0 15,0 0-704-15,1 0-128 0,0-2-16 0,0 2-16 16,1 0-1024-16,0-2-208 0,0 1-32 0,-1-1-16 31,0 0-512-31,1-1-96 0,-1 1-128 0,-1-3 176 16,1 3-176-16,-1-3 0 0,-2-1 0 0,0 0 0 15,0-1 0-15,0 0 0 0,0 1 0 0,-2-2 0 0,0 2 0 0,-2 0 0 0,1 0 0 0,-3 1 0 16,1 4 0 0,-3-2 0-16,0 1 0 0,0 2 0 15,-2 2 0-15,2 2 0 0,0 1 0 0,1 1 0 0,-1 0 0 0,2 0 0 16,9-6 0-16,-16 16 0 0,16-16 0 15,-13 17 0-15,13-17 0 0,0 0 0 0,-11 24 0 0,11-24 0 16,0 0 128-16,0 0-128 0,-2 33 208 0,2-33-32 16,0 0-16-16,0 0 0 0,15 38 32 0,-15-38 16 15,0 0 0-15,0 0 0 0,30 33-80 0,-30-33-128 16,0 0 176-16,31 12-176 0,-31-12 128 0,23 0-128 16,-11-2 0-16,0-3 0 0,0-2 0 0,-1-1 0 15,1-1 0-15,0 0 0 0,-1-5 0 0,0 0 0 16,0-1 0-16,0-2 0 0,-2 1-272 0,2-5-16 15,-3 2 0-15,0-3 0 16,0 3-240-16,-2-2-48 0,1-3-16 0,-3 2 0 0,1 1 256 0,-1-2 48 0,-2 1 16 16,1 1 0-16,-3 0 272 0,1 1 0 0,0 3 0 0,-2 4 0 15,1 3 400-15,-1 3-16 0,0 3 0 0,-1 3 0 16,2 2 32-16,0-1 0 0,0 0 0 0,-10 22 0 16,10-22-112-16,-7 32-32 0,7-32 0 0,-9 45 0 15,5-14-96-15,-1 2-32 0,1 3 0 0,2-3 0 16,2 2 48-16,0-35 0 0,5 60 0 0,-5-60 0 15,13 47-192-15,-13-47 160 0,0 0-160 0,27 43 160 16,-27-43-384-16,0 0-80 0</inkml:trace>
  <inkml:trace contextRef="#ctx0" brushRef="#br0" timeOffset="-132703.15">20055 10592 15663 0,'1'0'1392'0,"0"-2"-1120"16,-1 2-272-16,0 0 0 0,1 0 1616 0,0-1 272 0,0 0 48 0,1-1 16 15,0-1 544-15,0 1 128 0,-2-1 0 0,1 1 16 16,-1 2-1040-16,0-2-192 0,-1-1-64 0,1 1 0 15,-1 2-592-15,-1-3-128 16,-1 3-32-16,0-2 0 0,-1 2-272 0,1-1-48 0,-1 0-16 0,1 1 0 16,0 0-64-16,0 1-32 0,-1 0 0 0,0-1 0 15,1 3-160-15,-1 1 0 16,0-1 144-16,4-3-144 0,-8 10 0 0,8-10 0 0,-9 18 0 0,9-18 128 0,-11 24-128 0,11-24 0 16,-12 30 128-16,12-30-128 0,-12 34 0 0,12-34 128 15,-10 30-128-15,10-30 0 0,0 0 0 0,-7 34 0 16,7-34 0-16,0 0 128 0,0 0-128 0,0 0 0 15,0 0 0-15,0 0 0 16,28 21 0-16,-19-25 128 0,1 0-128 0,1-2 0 16,0 0 128-16,1-3-128 0,2 1 128 0,-1-2-128 0,-1 0 0 0,-1-2 0 15,-1 0 0 1,-2-1 0-16,-2 0 0 0,-1 1 0 0,-1-2 0 0,-4 2 0 0,0 0 0 0,-3 1 0 16,-2 1 0-16,-2 1 0 0,0 2 0 0,-4 2 0 0,0 0 0 0,-1 3-128 15,-1 4 128-15,1 1 0 16,-1 1 0-16,0 2 0 0,2 2 0 0,0 0 0 15,1 1 0-15,0 0 0 0,3-1 0 0,7-8 0 16,-9 16 0-16,9-16 0 16,0 0-128-16,0 0 128 0,0 0-128 0,0 0-18208 15</inkml:trace>
  <inkml:trace contextRef="#ctx0" brushRef="#br0" timeOffset="-132322.78">20423 10472 12895 0,'6'-10'1152'0,"-2"4"-928"15,-1 1-224-15,0 2 0 0,-1-2 1328 0,0 1 208 16,1 0 64-16,1-5 0 0,3-2 320 0,1-6 80 16,1 1 16-16,-4 0 0 0,-1 3-240 0,-2 1-48 15,-2 4-16-15,-2 2 0 0,0 1-272 0,-2 3-48 16,0 2-16-16,-2 1 0 0,0 2-768 0,-2 1-160 0,0 2-16 0,-1 1-16 15,0 0-160-15,0 3-16 0,0 2-16 0,-1 0 0 16,10-12-32-16,-16 27 0 16,16-27 0-16,-15 32 0 0,15-32-64 0,-10 40-128 15,10-40 176-15,-8 43-176 0,8-43 192 0,-3 45-192 16,3-45 192-16,1 47-192 0,-1-47 144 0,4 49-144 0,-4-49 0 0,6 46 144 16,-6-46-144-16,5 44 0 0,-5-44 0 0,7 39 0 15,-7-39 0-15,0 0 0 0,6 48 0 0,-6-48 0 16,0 0-128-16,2 38 128 0,-2-38 0 0,0 0 0 15,-7 30 0-15,7-30 0 0,-12 20-144 0,12-20 144 16,-18 18 0-16,8-11-128 0,-1 0 128 0,-1 1 0 0,0-4-240 16,0 1 64-16,0 0 16 0,-1-4 0 15,-1-1-1120-15,-1-1-240 0</inkml:trace>
  <inkml:trace contextRef="#ctx0" brushRef="#br0" timeOffset="-132181.59">20186 10621 14735 0,'4'-3'1312'0,"0"0"-1056"15,-4 3-256-15,0 0 0 0,0 0 2032 0,13-3 336 16,-3 1 80-16,4-1 16 0,5 0 608 0,4 0 128 0,1-1 32 0,2 0 0 16,1 1-1680-16,1-1-336 0,0 1-64 15,-1-2 0-15,-1 1-816 0,-4-1-144 0,0 0-48 0,0 1-17776 16</inkml:trace>
  <inkml:trace contextRef="#ctx0" brushRef="#br0" timeOffset="-131418.43">21050 10642 20271 0,'0'1'1792'0,"0"1"-1424"16,0 0 1168-16,1-2 256 0,-1 0 32 0,0 0 16 15,0 0 544-15,0 0 112 16,0 0 32-16,0 0 0 0,0 0-1024 0,35 5-208 16,-26-10-32-16,1-2-16 0,0 0-736 0,1-2-128 15,-1-1-48-15,-3-2 0 0,1 0-336 0,-3 1 128 0,-1 1-128 0,-3 1 0 16,-1-1 0-16,-4 0 0 0,-1 1 0 0,-3 0 0 16,-1-1 0-16,-2 5 0 0,-2-2 0 0,-1 3 0 15,-1 1-176-15,0 1 176 0,-1 4-208 0,1 1 80 0,-2 1 128 16,0 3-160-16,1 1 160 0,1 3-160 0,2 0 160 0,0 2 0 15,2 1 0 1,0 3 0-16,3 2 0 0,0-1 0 0,8-18 0 0,-11 38 0 16,11-38 0-16,-1 36 0 0,1-36 0 0,0 0 0 15,15 40 0-15,-15-40 0 0,0 0 0 16,33 22 0-16,-33-22 160 0,29 5-32 0,-29-5-128 0,31-1 192 0,-31 1-64 0,30-6-128 16,-16 1 176-1,-2 0-176-15,0 0 144 0,0-2-144 0,-1 0 0 0,1-2 144 16,-1-1-144-16,-1-2 0 0,2 0 0 0,-3-4 0 0,2-1 0 0,-2-2 0 15,1-2 0 1,-1-3 0-16,-1-2-352 0,-1-2 48 0,-1-2 16 0,0-2 0 0,-1-1 0 0,0-3 0 0,0 0 0 16,0-2 0-1,0 1 288-15,-1 4 0 0,0 7-128 0,-1 4 128 16,0 9 128-16,-2 3 96 0,0 6 16 0,-1 3 0 16,0 1 64-16,0 0 16 0,0 0 0 0,0 0 0 15,-5 40-64-15,5-40-16 0,-7 46 0 0,4-14 0 16,-3 4-64-16,0 0-16 0,-1 4 0 0,0 0 0 15,0 0-160-15,1-2 0 0,0 0 0 0,2-2 128 0,3-3 0 0,1-33-128 16,1 61 192-16,-1-61-64 0,10 43-128 0,-10-43 0 16,0 0 0-16,18 38 0 0,-18-38 0 0,0 0 0 15,0 0 0-15,31 9 0 0,-23-13-272 0,1-3-48 16,0-2 0-16,1-1-18704 16</inkml:trace>
  <inkml:trace contextRef="#ctx0" brushRef="#br0" timeOffset="-131084.14">21384 10590 7359 0,'0'0'656'0,"0"0"-528"0,0 0-128 0,0 0 0 15,0 0 2960-15,0 0 560 0,0 0 128 0,0 0 0 16,0 0-400-16,0 0-96 0,0 0-16 16,0 0 0-16,24 0-1024 0,-13-2-224 0,1 0-32 0,1-3-16 15,1 0-1056-15,0 0-208 0,0 0-32 0,1-1-16 16,-1-2-528-16,-2 1 0 0,-1-1 0 0,-1-1 0 15,-2 1 0-15,-3 0 0 0,-1 1 0 0,-3 0 0 16,-3-1 0-16,-1 0 0 0,-3 2-192 0,-2-1 192 16,-3 2-288-16,-1 1 32 0,1 0 16 0,-3 3 0 15,0 4 48-15,-2-1 16 0,-1 3 0 0,-2 3 0 0,3 0 176 16,-2 1 0-16,1 4 0 0,-1 3 0 0,2 1 0 0,1-1 176 16,1 3-48-16,14-19 0 0,-18 39 336 0,18-39 64 15,-9 37 16-15,9-37 0 0,0 0-176 0,11 44-48 16,-11-44 0-16,0 0 0 0,35 23-80 0,-35-23-32 15,32 4 0-15,-13-4 0 0,-1-2-208 0,1 0 176 16,1-3-176-16,1-2 160 0,-1 0-288 0,0 0-64 16,0-3-16-16,-1 0-18736 0</inkml:trace>
  <inkml:trace contextRef="#ctx0" brushRef="#br0" timeOffset="-130819.11">21843 10520 2751 0,'4'-8'256'0,"-2"1"-256"0,1 2 0 0,-1 1 0 16,0 1 3968-16,-1 1 768 0,0-1 128 0,0-1 48 15,2-4-1776-15,0 1-336 16,-2-1-80-16,-1 2-16 0,-3-1-624 0,-1 5-128 0,-1-1-32 0,-4 3 0 0,0 1-864 16,-1 1-176-16,-3 2-48 0,-1 2 0 15,-2 2-544-15,-1 2-112 0,1 3-32 16,-2 2 0-16,1 2-144 0,1 1 160 0,0 2-160 0,2-1 160 0,1 2-16 0,13-21 0 15,-17 41 0-15,17-41 0 16,-5 33 32-16,5-33 0 0,0 0 0 0,13 35 0 0,-13-35-176 0,0 0 0 16,32 12 144-16,-32-12-144 0,28-2 0 0,-13-3 0 15,0 0-160-15,-1-2-12304 16,-1 0-2448-16</inkml:trace>
  <inkml:trace contextRef="#ctx0" brushRef="#br0" timeOffset="-130425.49">21851 10552 23951 0,'0'0'1056'0,"-4"0"224"0,4 0-1024 0,0 0-256 0,0 0 0 0,0 0 0 0,0 0 1792 0,0 0 320 0,0 0 48 0,4-2 16 15,-1 0-192-15,3-1-48 0,1-2 0 0,1 2 0 16,2-3-1168-16,0 1-256 0,2-1-32 0,0 0-16 16,1 0-304-16,1-2-160 0,0 4 160 0,-1-2-160 15,0 0 0-15,-2 3 0 16,0 1 0-16,0-1 0 0,-11 3 128 0,0 0-128 0,23 8 0 0,-23-8 0 15,0 0 0-15,0 0 128 0,17 30-128 0,-17-30 0 16,0 0 0-16,0 36 0 0,0-36 0 0,0 0 0 16,-11 42 0-16,11-42 0 0,-15 29 0 0,15-29 0 0,-18 27 0 0,18-27 0 15,-17 18 0-15,17-18 0 0,-14 14 0 0,14-14 0 16,0 0 128-16,0 0-128 0,-12 5 176 0,12-10-16 16,1 3 0-16,2-5 0 0,2 0 64 0,0-3 16 15,3-1 0-15,0-1 0 0,2 0 16 0,0 0 0 16,2-2 0-16,1 0 0 0,1-1-256 0,2 1 176 15,0-5-176-15,1 0 160 16,0 1-160-16,1 1 0 0,-2 1 0 0,0 3 0 0,-1 0 0 0,-1 2 0 16,-2 4 0-16,-2 2 0 15,-4 3-608 1,-2 0-48-16,-4 2-16 0,0 0-18016 0</inkml:trace>
  <inkml:trace contextRef="#ctx0" brushRef="#br0" timeOffset="-130125.2">22187 10562 911 0,'0'0'0'0,"0"0"0"0,0 0 0 0,0 0 0 15,0 0 3872-15,0 0 688 0,0 0 144 0,0 0 32 16,0 0-1024-16,27 5-192 16,-14-8-32-16,1-1-16 0,1-1-1360 0,0 0-288 0,1-2-48 0,-1 0-16 15,0 0-912-15,1 0-176 0,-1-1-32 0,-3 1-16 16,-2 0-368-16,-1-2-64 0,1 2 0 0,-2-3-16 0,1 3-176 16,-3-2 0-16,-3-1 0 0,-2 0 0 0,-2 1 0 0,-1 0 0 15,-1 2 0-15,-3 2 0 0,-5 2 0 0,-3 1 0 31,0 4-128-31,-2-2 128 0,1 5 0 0,-2 0 0 16,-1 2 0-16,-1 2 0 0,1 3 0 0,-1 1 0 16,-1 4 0-16,1 0 0 0,2 3 224 0,0-1 64 15,17-19 16-15,-25 37 0 0,25-37 112 0,-12 34 32 16,12-34 0-16,0 0 0 0,5 36-144 0,-5-36-32 16,0 0 0-16,29 21 0 0,-29-21-144 0,31 7-128 15,-14-7 144-15,3-3-144 0,-1-1 0 0,0-1 0 0,-3-2 0 0,1 0 0 31,4-3-512-31,-2 1-160 0,-3 0-32 0,-1-1-11728 0,-1 0-2352 0</inkml:trace>
  <inkml:trace contextRef="#ctx0" brushRef="#br0" timeOffset="-129285.8">22575 10469 14735 0,'0'0'640'0,"0"0"160"0,0 0-640 0,8-2-160 0,-8 2 0 0,0 0 0 15,0 0 2256-15,8-2 432 0,-4 1 64 0,2-1 32 16,1 0-592-16,0-3-112 0,0 0-32 0,0 3 0 0,-1-5-960 0,-1 2-208 15,0 0-48-15,-2 0 0 0,0 1-464 0,-1-3-112 16,-1 2 0-16,-2 0-16 0,-1 1-240 16,-2 1 0-16,0 1 128 0,-4 0-128 0,1 2 224 0,-2 0 0 15,0 2 0-15,-1 0 0 0,10-2-224 0,-19 7 144 16,19-7-144-16,-22 13 128 0,22-13 32 0,-27 21 0 16,27-21 0-16,-28 26 0 0,28-26 384 0,-20 25 80 15,20-25 16-15,0 0 0 0,-14 32-192 0,14-32-16 16,0 0-16-16,0 0 0 0,0 0-160 0,18 30-48 15,-18-30 0-15,0 0 0 0,26 8-208 0,-26-8 128 16,14 0-128-16,-14 0 0 0,16-3 0 0,-7-2 0 0,3-1 0 16,0 0 0-16,1-3-304 0,-2 2-48 0,0-3-16 0,-2-1 0 31,-1 2-848-31,-2 1-160 0,-1-2-32 0,-1 3-16 16,-3 0 272-16,0 1 64 0,-2 0 16 0,-2 2 0 0,0 1 832 0,0 1 240 0,0 0 0 0,3 2 0 15,-10 2 640-15,10-2 240 0,0 0 48 0,0 0 16 16,-19 19 208-16,19-19 64 0,0 0 0 0,0 0 0 15,-14 34-640-15,14-34-112 0,0 0-16 16,0 0-16-16,0 0-144 0,8 39-32 0,-8-39 0 0,0 0 0 16,23 12-128-16,-23-12-128 0,19 0 144 0,-10-2-144 15,3-3 0-15,0 1 0 0,2-1 0 0,0 0 0 16,0-2-512-16,0 0-64 0,1 0 0 0,-1 0 0 16,-1-1-1344-16,0 1-288 0,2-1-48 0,-1-1-16 15,-2 0 896-15,1 2 176 0,-2-3 48 0,-1 1 0 0,0 0 1152 0,-1-2 0 16,1 2 224-16,-5 1-32 0,0 3 1056 0,-1 0 208 15,1 0 32-15,1-2 16 0,-1-1-176 16,2 2-48-16,-2-2 0 0,2 1 0 0,-2 2-544 0,1-1-112 16,-1 0-32-16,0 3 0 0,-1 0-304 0,-4 3-64 15,7-3-16-15,-7 3 0 0,0 0-16 0,0 0-16 16,0 0 0-16,0 0 0 0,0 0-32 0,0 0 0 16,0 0 0-16,0 0 0 0,-6 38-16 0,6-38-128 15,0 0 192-15,0 0-64 0,-19 27 16 0,19-27 0 0,0 0 0 16,-21 30 0-16,21-30-16 0,-19 24-128 0,19-24 192 15,0 0-64-15,-16 24 16 0,16-24 0 16,0 0 0-16,0 0 0 0,0 0-144 0,0 0 0 0,0 0 0 0,0 0 128 16,0 0-128-16,0 0 0 0,0 0 0 0,0 0 0 15,0 0 0-15,21 29 0 16,-21-29 0-16,0 0 0 0,20 13 0 0,-20-13 0 0,0 0 0 0,22 20 0 16,-22-20 0-16,0 0 0 0,0 0 0 0,22 32 0 15,-22-32 0-15,0 0 0 0,0 0 0 0,0 0 0 16,8 38 0-16,-8-38 0 0,0 0 0 0,0 0 0 0,0 0 0 0,-15 26 0 15,15-26 0-15,0 0 0 0,-20 10 0 0,20-10 0 16,-24 4 0-16,6-1 0 0,-1-1 0 0,-2-2 0 16,2 0 0-16,1-2 0 0,5 0 0 0,1-1 0 15,0-1 0-15,5-2 0 16,4 0-480-16,2-1 32 0,3 0 0 0,0-2-12448 16,2 1-2480-16</inkml:trace>
  <inkml:trace contextRef="#ctx0" brushRef="#br0" timeOffset="-129084.39">23094 10384 23039 0,'2'-5'1024'0,"-2"5"192"0,4-4-960 0,-4 4-256 0,0 0 0 0,6-3 0 16,-6 3 2288-16,0 0 400 0,13-2 96 0,-3-1 16 16,1-1-464-16,1 1-96 0,1 1 0 0,1-2-16 15,0 1-1328-15,1 0-272 16,-1-1-48-16,1 1-16 0,1-2-352 0,-6 1-64 0,-10 4-16 0,16-5 0 15,-7 2-128-15,0 0 0 0,0 0 0 0,-2-2 0 16,0 2-224-16,-7 3 32 0,8-3 0 0,-8 3-12592 16,0 0-2512-16</inkml:trace>
  <inkml:trace contextRef="#ctx0" brushRef="#br0" timeOffset="-128886.8">23196 10422 19343 0,'0'0'1728'0,"0"0"-1392"16,0 0-336-16,0 0 0 0,0 0 1840 0,0 0 288 15,0 0 64 1,0 0 16-16,0 0 352 0,0 0 80 0,0 0 16 0,0 0 0 0,18 33-1184 0,-18-33-224 16,0 0-48-16,-10 32-16 0,10-32-800 0,0 0-176 15,-19 38-16-15,19-38-16 16,0 0-176-16,-20 35 0 0,20-35 0 0,0 0 0 0,0 0-144 0,0 0-16 0,-12 28 0 0,12-28 0 31,0 0-1920-31,0 0-384 0</inkml:trace>
  <inkml:trace contextRef="#ctx0" brushRef="#br0" timeOffset="-128512.09">23371 10410 14735 0,'9'-9'640'0,"-4"5"160"15,-1 1-640-15,-1 0-160 0,-2 0 0 0,-1 3 0 16,0 0 2720-16,5-2 512 0,-5 2 96 0,7 0 32 0,-7 0-288 0,0 0-64 16,0 0-16-16,0 0 0 0,0 0-1664 0,13 31-336 15,-13-31-64-15,0 0-16 0,0 0-656 0,-7 38-256 16,7-38 176-16,0 0-176 0,-12 32 128 0,12-32-128 15,0 0 0-15,-14 28 0 0,14-28 144 0,0 0-144 16,0 0 128-16,-20 28-128 0,20-28 0 0,0 0 128 16,0 0-128-16,0 0 0 0,-18 15 0 0,18-15 0 15,0 0 0-15,0 0 0 0,-3-4 0 0,4 0 0 16,2-1 0-16,0-2 0 0,3 0 0 0,0-2 0 16,2-1 0-16,0 0 0 0,1-1 0 0,3-1 0 15,1-3 0-15,2 1 0 0,2-2 0 0,1 2 0 16,0-1 0-16,0 1 0 0,-2 2 0 0,1 3 0 0,-1 1 0 0,-2 2 0 15,-1 3 0-15,-2-1 0 0,-1 4 0 0,-10 0 0 16,14 4 0-16,-14-4 160 0,0 0-160 0,0 0 160 16,0 0 16-16,14 31 0 0,-14-31 0 0,0 0 0 15,0 0-176-15,-5 39 0 0,5-39 144 0,0 0-144 16,-12 32 0-16,12-32 0 0,0 0 0 0,0 0 0 16,-18 35 0-16,18-35 0 0,0 0 0 0,0 0 0 15,0 0 0-15,0 0-192 0,-18 22 192 0,18-22-192 16,0 0-448-16,1-2-80 0,2-1-32 15,1-1-17264-15</inkml:trace>
  <inkml:trace contextRef="#ctx0" brushRef="#br0" timeOffset="-128050.58">23707 10443 3679 0,'0'0'320'0,"0"0"-320"15,0 0 0-15,5-2 0 0,-5 2 1488 0,0 0 240 16,0 0 32-16,12 0 16 0,-4 0 896 0,2-2 176 15,2 1 32-15,1-1 16 0,1 1-272 0,1 0-64 0,-1-3-16 0,1 1 0 16,1 0-672-16,-1-1-128 0,1-1-16 0,-2 0-16 16,-1 0-784-16,1-2-160 0,0 0-16 0,-1-2-16 15,0-1-352-15,-1 0-64 0,-1-1 0 0,-1 1-16 16,-3-1-304-16,-1 1 0 0,-3 0 128 0,-2 3-128 16,-2 0 0-16,-2 3 0 0,-3-1 0 0,-2 0 0 15,-2 5 256-15,-2-2-48 0,-1 4-16 0,0-2 0 16,13 0 48-16,-27 8 0 0,27-8 0 0,-28 13 0 0,28-13 32 0,-26 17 16 31,26-17 0-31,-19 16 0 0,19-16 0 0,0 0 0 0,0 0 0 0,0 0 0 0,-11 35-160 16,11-35-128-16,0 0 144 0,0 0-144 0,20 20 128 0,-20-20-128 15,0 0 0-15,21 14 0 0,-21-14 0 0,0 0 0 16,24 12 0-16,-24-12 0 0,0 0 0 0,21 19 0 16,-21-19 0-16,0 0 0 0,0 0 0 0,16 37 0 15,-16-37 0-15,0 0 0 0,0 41 0 0,0-41 0 16,0 0 0-16,-10 49 0 0,10-49 144 0,-14 35-144 15,14-35 128-15,-22 37-128 0,22-37 256 0,-29 41-48 16,29-41 0-16,-31 33 0 0,31-33 48 0,-31 28 16 0,31-28 0 0,-35 26 0 16,16-14 32-16,1-2 0 0,-3 1 0 0,0-1 0 15,0-5-304-15,1-2 160 0,0-3-160 0,-2-3 128 16,0-2-352-16,1-7-80 0</inkml:trace>
  <inkml:trace contextRef="#ctx0" brushRef="#br0" timeOffset="-124971.98">16765 11626 11055 0,'0'0'976'0,"0"0"-784"15,0 0-192-15,0 0 0 0,0 0 1680 0,0 0 304 16,0 0 48-16,0 0 16 0,0 0 1152 0,0 0 256 16,0 0 32-16,0 0 16 0,0 0-1248 0,0 0-240 15,0 0-48-15,0 0-16 16,0 0-1104-16,0 0-208 0,0 0-64 0,0 0 0 0,0 0-368 0,15-2-80 15,-13-5 0-15,-1 1-128 0,0-2 0 0,0 1 0 0,-1-3 0 0,-2 3 0 16,0 0 0-16,-3-3 0 16,-1 3 0-16,-1 0 0 0,0 2 0 0,-3 0 0 0,-3 1 0 0,-1 2 0 15,-2-1-224-15,-3 1 48 0,-1 4 16 0,0-1 0 32,3 4-400-32,-1 1-80 0,3 1 0 0,-1 3-16 0,3 0 448 0,0 4 208 0,-1 2-192 0,1 0 192 15,1 4 0-15,0 1 0 0,2 2 0 0,1 3 0 16,2 0 160-16,7-26 48 0,-6 48 16 0,6-48 0 15,4 33 400-15,-4-33 80 0,0 0 0 0,25 29 16 16,-25-29-416-16,24 4-96 0,-24-4-16 0,30-4 0 16,-12-4-192-16,0-1 176 0,1-5-176 0,2-1 160 0,1-3-160 0,0-3 0 15,0 4 0-15,-2-5 0 16,-2 4-160-16,-1-2-112 0,0 2-32 0,-3-2 0 16,0 0-1296-16,-3 0-272 0,-1-1-48 0,-1 2-16 15,-1-3-48-15,-1-1-16 0,-1 0 0 0,-2-1 0 16,0 0 1088-16,-3-1 208 0,0 0 64 0,-2-1 0 0,0 2 896 0,-2 0 176 15,1 3 32-15,0 1 16 0,0 2 1056 16,-1 5 192-16,2 3 64 0,0 2 0 0,0 6-160 0,0 0-32 16,1 2 0-16,0 0 0 0,0 0-672 0,0 0-144 15,-7 33-16-15,7-33-16 0,-4 35-352 0,4-35-64 16,-4 43-16-16,4-43 0 0,-2 52-128 0,2-52-16 16,-3 55-16-16,3-55 0 15,-3 53-160-15,3-53 160 0,0 47-160 0,0-47 160 0,0 42-160 0,0-42 128 0,1 40-128 0,-1-40 128 16,0 0-128-16,4 44 0 0,-4-44 0 0,0 0 0 15,0 0 0-15,5 39 0 0,-5-39 0 0,0 0 0 16,0 0-448-16,0 0 48 0,0 0 0 0,0 0-12016 16,0 0-2416-16</inkml:trace>
  <inkml:trace contextRef="#ctx0" brushRef="#br0" timeOffset="-124621.2">16943 11611 20271 0,'0'0'896'0,"0"0"192"0,0 0-880 0,0 0-208 0,0 0 0 0,0 0 0 16,0 0 1856-16,0 0 320 16,0 0 64-16,0 0 0 0,0 0 208 0,10 39 48 15,-10-39 0-15,0 0 0 0,0 0-1376 0,29 12-272 0,-29-12-48 0,22-4-16 0,-10-1-512 0,0 0-96 32,1-3-32-32,0 0 0 0,-3 0-144 0,1 1 0 15,-2-3 0-15,0 1 0 0,-1-1 0 0,-2 1 0 16,-1-2 0-16,-3 1 0 0,0 2-256 0,-3-1 64 0,-1 0 0 0,-3 1 16 15,-1 2 32-15,-1 0 0 0,-1 3 0 0,-3 2 0 16,-1 1 144-16,-2 4 0 0,0 1 0 0,-2 3-128 16,0 2 128-16,1 1 0 0,0 3 0 0,3 2 0 15,1-1 0-15,1 4 0 0,2-2 0 0,8-17 0 16,-12 36 256-16,12-36 16 0,0 0 16 0,3 39 0 16,-3-39-16-16,0 0 0 0,0 0 0 0,41 20 0 15,-41-20-112-15,30-3-32 0,-13-2 0 0,0 0 0 16,2-2-128-16,-2-2 0 0,0 2 0 0,-1-1 0 15,0 0-272 1,-2 0-144-16,2-1-32 0,-1 1-17712 0</inkml:trace>
  <inkml:trace contextRef="#ctx0" brushRef="#br0" timeOffset="-124338.92">17259 11471 18431 0,'2'-11'816'0,"-1"7"160"0,1-1-784 0,0 0-192 16,-1 4 0-16,-1 1 0 0,0 0 1712 0,3-3 288 15,-3 3 64-15,0 0 16 0,0 0 448 0,0 0 96 16,0 0 0-16,16 33 16 0,-16-33-1104 0,-2 37-208 16,2-37-48-16,-5 50-16 0,0-21-688 0,-1 4-144 0,-2 1-32 0,0 3 0 15,-2-1-144-15,0 1-48 0,1-1 0 0,-1 0 0 16,1-6-80-16,1-1 0 16,3-5-128-16,5-24 192 0,-6 40-192 0,6-40 0 0,0 0 0 0,0 40 0 15,0-40 0-15,0 0 0 0,0 0 0 0,0 0 0 16,0 0-208-16,0 0 16 0,0 0 0 0,0 0 0 15,0 0-224 1,0 0-32-16,32-2-16 0,-29-10 0 0,2-2-656 0,-1-1-128 16,-2 1-32-16,1-2 0 15,0-8-1280-15,0 0-256 0</inkml:trace>
  <inkml:trace contextRef="#ctx0" brushRef="#br0" timeOffset="-124101.21">17244 11632 2751 0,'3'-72'128'0,"-3"60"16"0,0 10-144 0,0 2 0 0,0-3 0 0,1-1 0 0,0-3 1104 15,1-3 192-15,1-2 48 0,0 0 0 0,1 3 1312 0,1 0 272 16,0 3 48-16,2 2 16 0,-7 4 304 0,15-5 64 15,-15 5 16-15,20-2 0 0,-20 2-1344 0,23-3-272 16,-23 3-48-16,26 0-16 0,-26 0-1040 0,25 0-208 16,-25 0-32-16,0 0-16 0,33 10-240 0,-33-10-160 15,0 0 192-15,0 0-192 0,17 36 0 0,-17-36 0 0,0 0 0 0,-8 41 0 16,8-41 0-16,-15 29 0 0,5-16 0 16,-2 3 0-16,-3-2 0 0,-2 1 0 0,0 1 0 0,-1-3-144 15,1 0 144-15,2-3 0 0,2-1 0 0,1-2 0 16,4-2-176-16,2-2 176 15,6-3-208-15,-5-1 80 16,6-1-1088-16,2-4-192 0,1-2-64 0,4 1-13792 0</inkml:trace>
  <inkml:trace contextRef="#ctx0" brushRef="#br0" timeOffset="-123744.8">17479 11593 19343 0,'0'0'848'0,"0"0"192"0,0 0-832 0,0 0-208 0,0 0 0 16,0 0 0-16,0 0 2240 0,0 0 416 0,0 0 80 0,0 0 16 0,0 0-144 0,0 0-32 15,0 0 0-15,0 0 0 0,28 29-1360 0,-28-29-288 16,0 0-48-16,29-3-16 0,-16-1-480 0,0 0-112 16,3-2-16-16,1 0 0 0,-1 0-256 0,-2-2 0 15,1 0 0-15,-2 1 0 0,-1 1 0 0,-1 0 0 16,0 1 0-16,-2-1 0 16,-1 0 0-16,0 1 0 0,-3-1 0 0,0 0-144 0,-2 2 16 0,-1-4 0 15,-1 2 0-15,-3 0 0 0,-1 0 128 0,-3-2-160 16,1 2 160-16,-4-2-160 0,1 1 160 0,-2 0 0 0,-1 0-144 0,0 1 144 15,0 3 0-15,-1 0 0 16,0 6 0-16,0 0 0 0,1 5 0 0,0 0 0 0,0 3-144 0,0 3 144 31,0 0 0-31,1 3 0 0,10-17 0 0,-16 36 0 0,16-36 272 0,-12 45-32 0,12-45-16 0,-6 45 0 16,6-45-32-16,5 40 0 0,-5-40 0 0,0 0 0 16,27 43-16-16,-27-43-16 0,26 16 0 0,-26-16 0 15,30 8-160-15,-30-8 0 0,31-3 0 0,-16-2 0 16,-1 1-176-16,1-4-64 0,0 0-16 0,0-2-12480 15,0 0-2512 1</inkml:trace>
  <inkml:trace contextRef="#ctx0" brushRef="#br0" timeOffset="-123340.41">17885 11471 27647 0,'-2'-1'1216'0,"2"1"256"0,-2-2-1168 0,2 2-304 31,0 0 0-31,0 0 0 0,0 0 1536 0,0 0 240 0,0 0 48 0,0 0 16 0,-6 29-240 0,6-29-32 31,-6 28-16-31,6-28 0 0,-7 35-784 0,7-35-176 16,-7 33-16-16,7-33-16 0,-10 33-256 0,10-33-48 0,-10 31-16 0,10-31 0 0,-11 24-240 0,11-24 0 15,-11 19 128-15,11-19-128 16,-10 13 0-16,10-13 0 0,-9 6 0 0,5-6 0 16,1 0 0-16,0-5 0 0,1 3 0 0,1-6 0 15,1 0 0-15,2 0 0 0,1-4 0 0,3 0 0 16,0 0-192-16,0-2 192 0,3 0-192 0,0-2 192 15,1-1-144-15,1-1 144 0,1-2 0 0,1-1-144 16,0 1 144-16,0 2 0 0,-1 3 0 0,1 2 0 16,-1 5 0-16,-2 3 0 0,-10 5 0 0,17-4 0 15,-17 4 0-15,0 0 0 0,0 0 0 0,25 25 0 0,-25-25 0 16,0 0 0-16,7 44 0 0,-7-44 0 0,-1 42 0 0,1-42 0 16,-8 42 0-16,8-42 128 0,-12 43-128 0,12-43 0 15,-13 41 0-15,13-41 0 0,-11 28 0 0,11-28 0 16,0 0 0-16,0 0 0 0,-5 29 0 0,5-29 0 15,0 0 0-15,0 0 0 0,11-9-400 0,-6 3 0 16,1-3 0-16,2-3-11872 16,2 0-2368-16</inkml:trace>
  <inkml:trace contextRef="#ctx0" brushRef="#br0" timeOffset="-122818.33">18140 11567 12895 0,'0'0'1152'0,"0"0"-928"0,0 0-224 0,0 0 0 16,0 0 2752-16,0 0 496 0,0 0 96 0,0 0 32 15,0 0-768-15,0 0-160 0,0 0-16 0,0 0-16 16,28-2-928-16,-21-2-176 0,3-2-32 0,-2-2-16 16,1-1-624-16,2-2-112 0,0-3-16 0,-2 1-16 15,0-1-320-15,0 2-176 0,-4-1 192 0,0 3-192 16,-2 1 0-16,-3 1 0 0,0 4 0 0,-4 1 0 16,4 3 0-16,-11 5 0 0,11-5 0 0,-19 14 0 0,7-2 0 0,-2 0 0 15,1 0 128-15,-1 4-128 0,1 1 0 0,0 2 128 16,0-2-128-16,2 2 0 0,0-1 176 15,1 0-176-15,0 0 160 0,10-18-160 16,-13 29 256-16,13-29-64 0,0 0 0 0,0 0 0 16,0 35-192-16,0-35 144 0,0 0-144 0,0 0 128 0,27 3-128 15,-18-6 0-15,1-2 144 0,2-2-144 0,-1 0 128 0,1 0-128 16,1-3 128-16,-2-1-128 16,1 1 0-16,1-2 0 0,0-2 0 0,-1 0 0 0,-1-1 0 0,0-1 0 15,0-2 0-15,0-2 0 0,-1 1-160 0,0-5 0 16,-1 1 0-16,-2-5 0 0,2 1 32 0,-3-4 0 0,1 3 0 0,-1-2 0 15,0 5 128-15,-2 4 0 0,1-1 0 16,-3 6 0-16,0 6 0 0,-1 1 0 0,-1 4 0 0,0 3 0 16,0 0 0-16,0 2 144 0,0 0-16 0,0 0-128 15,0 0 320-15,0 0-64 0,-8 28 0 0,8-28 0 16,-9 24 0-16,9-24 0 0,-11 28 0 0,11-28 0 16,-13 33-64-16,13-33 0 15,-14 38-16-15,14-38 0 0,-12 46 48 0,5-21 16 0,7-25 0 0,-9 52 0 16,9-52-80-16,-8 48-16 0,8-48 0 15,-5 43 0-15,5-43-144 0,-1 40 128 0,1-40-128 0,0 0 128 16,7 43-128-16,-7-43 0 0,0 0 0 0,0 0 0 0,0 0 0 0,24 30 0 31,-24-30 0-31,0 0-176 0,18-3-656 0,-11-2-144 0</inkml:trace>
  <inkml:trace contextRef="#ctx0" brushRef="#br0" timeOffset="-122578.42">18511 11434 7359 0,'0'0'656'0,"0"0"-528"0,0 0-128 0,0 0 0 15,0 0 368-15,0 0 32 0,0 0 16 0,1-4 0 16,-1 4 1504-16,0 0 320 0,9-7 48 0,-3 3 16 16,1 0 1728-16,3-3 336 0,-1 1 80 0,1-2 16 15,1 1-2064-15,0 0-416 0,0-1-64 0,0 0-32 16,-1 2-1360-16,-2 0-272 15,0 1-48-15,-8 5-16 0,12-5-192 0,-12 5 0 0,0 0 0 0,0 0 0 16,0 0-992-16,0 0-144 0,0 0-16 0,0 0-15744 16</inkml:trace>
  <inkml:trace contextRef="#ctx0" brushRef="#br0" timeOffset="-122421.27">18521 11536 5519 0,'0'0'496'0,"0"0"-496"16,0 0 0-16,0 0 0 0,0 0 2832 0,0 0 480 15,0 0 80-15,0 0 32 0,0 0 480 0,0 0 80 16,0 0 32-16,0 0 0 0,0 0-1536 0,0 0-304 0,5 37-64 0,-5-37-16 16,0 0-1392-16,-12 27-288 0,12-27-48 15,-9 19-16-15,9-19-352 0,0 0 0 0,0 0 0 0,-9 21 0 16,9-21-272-16,0 0-80 0,0 0-16 0,0 0-17520 16</inkml:trace>
  <inkml:trace contextRef="#ctx0" brushRef="#br0" timeOffset="-122007.49">18689 11479 25791 0,'0'0'1152'0,"0"0"224"0,0 0-1104 0,0 0-272 0,0 0 0 0,0 0 0 0,0 0 1632 0,0 0 272 16,0 0 48-16,0 0 16 0,0 0-48 0,0 0 0 16,0 0 0-16,-5 34 0 0,5-34-1024 0,0 0-224 15,-11 28-32-15,11-28-16 0,0 0-320 0,-13 31-64 16,13-31-16-16,0 0 0 0,-11 21-224 0,11-21 0 15,0 0 0-15,-11 19 0 0,11-19 0 0,0 0 0 16,0 0 0-16,-13 17 0 0,13-17 0 0,0 0 0 16,0 0 0-16,0 0 0 0,0 0 0 0,0 0 0 0,-2-2 0 0,6-1 0 15,1-4 0-15,0 0 0 0,2-3 0 0,1 1 0 16,1-3 0-16,2 0 0 0,0-2 0 0,3-3 0 16,0-1 0-16,0 0 0 0,0 1 0 0,1 0 0 15,-1 2 0-15,0-2 0 0,0 3 0 0,-2 2 0 16,0 3 0-16,-2 2 0 0,-1 0 0 0,-9 7 0 15,15-4 0-15,-15 4 0 0,0 0 128 0,0 0-128 16,0 0 0-16,0 0 128 0,26 26-128 0,-26-26 0 16,0 0 128-16,7 35-128 0,-7-35 0 15,0 0 0-15,0 41 160 0,0-41-160 0,-5 30 160 0,5-30-160 0,-9 30 144 0,9-30-144 16,-9 29 128-16,9-29-128 0,0 0 0 0,-12 33 0 16,12-33 0-16,0 0 0 15,0 0 0-15,0 0 0 0,0 0 0 0,0 0 0 0,0 0-320 0,0 0-32 16,0 0-16-16,27 5-18672 15</inkml:trace>
  <inkml:trace contextRef="#ctx0" brushRef="#br0" timeOffset="-121597.53">19007 11538 13823 0,'0'0'1216'0,"0"0"-960"0,0 0-256 16,0 0 0-16,0 0 2576 0,0 0 480 0,0 0 80 0,0 0 32 15,21-2-320-15,-21 2-64 16,17-7-16-16,-6 2 0 0,0 1-1104 0,-1-4-240 15,2 2-32-15,-1-3-16 0,2-1-848 0,-1 2-160 16,1-3-48-16,-2-1 0 0,-1 0-320 0,1-2 128 16,-2-1-128-16,0-1 0 0,1-1 0 0,-1 1 0 15,-3 1 0-15,-2 2 0 0,-1 5 0 0,-4 1 0 16,-3 4 0-16,4 3 0 0,-12 3 0 0,12-3 0 0,-18 10 0 0,18-10 0 0,-19 21 0 0,19-21 0 31,-21 27 0-31,21-27 0 0,-20 32 128 0,20-32-128 16,-17 31 128-16,17-31-128 0,-10 26 192 0,10-26-16 15,0 0-16-15,0 0 0 0,-4 34-16 0,4-34 0 16,0 0 0-16,0 0 0 0,0 0-16 0,13 35 0 16,-13-35 0-16,0 0 0 0,0 0-128 0,13 40 160 0,-13-40-160 0,0 0 160 15,8 38-160-15,-8-38 0 0,0 0 0 0,0 49 128 16,0-49-128-16,-5 36 0 0,5-36 0 0,-12 38 0 16,12-38 0-16,-18 37 0 0,18-37 128 0,-22 37-128 15,22-37 0-15,-25 31 0 0,25-31 0 0,-26 28 0 16,12-16 0-16,0-1 128 0,2-3-128 0,-2-4 128 15,0-1-128-15,-1-1 192 0,-1-4-192 0,2-3 192 16,2 1-192-16,-1-4-192 0,2 1 32 0,0-5-12880 16,1 1-2576-16</inkml:trace>
  <inkml:trace contextRef="#ctx0" brushRef="#br0" timeOffset="-120232.74">19508 11472 11967 0,'0'0'1072'0,"0"0"-864"0,3-2-208 0,-3 0 0 0,0 2 1504 0,0 0 256 32,1 0 48-32,0-3 16 0,0 1 832 0,0 0 160 0,0 1 48 0,-1-1 0 15,0 2-592-15,0 0-112 0,0 0-32 0,0 0 0 0,-1-2-976 0,1 2-208 0,-3 0-48 0,3 0 0 16,-2-2-576-16,0 1-112 0,-1 1-16 0,0 0-16 15,0-2-176-15,3 2 0 16,-8 3 0-16,8-3 128 16,-8 6-128-16,8-6 0 0,0 0 0 0,-14 19 0 15,14-19 0-15,-10 21 0 0,10-21 128 0,-8 29-128 16,8-29 0-16,-5 34 192 0,5-34-192 0,0 35 192 16,0-35-192-16,0 0 128 0,16 45-128 0,-16-45 128 15,0 0 0-15,33 21-128 0,-33-21 192 0,26-1-64 16,-12-4-128-16,1-3 128 0,1-1-128 0,-1-1 128 15,0-2-128-15,1-4 0 0,-2 1 0 0,-1 0 128 0,-3 0-128 0,-2-1 0 16,-3 1 0-16,-3 0 0 16,-3 1 0-16,-3 0 0 0,-1 2-176 0,-4 0 176 0,1 1 0 15,-3 1 0-15,-3 3 0 0,0-2-128 0,0 5 128 0,-1 1 0 16,1 5 0-16,0 0 0 0,2 3 0 0,-1 2 0 16,13-7 0-16,-19 19 0 0,19-19 176 0,-15 21-48 15,15-21 0-15,0 0 0 0,-8 34-128 0,8-34 192 16,0 0-192-16,0 0 192 0,0 0-192 0,21 36 0 15,-21-36 0-15,0 0 0 0,35 6 0 0,-20-7 0 16,0 0 0-16,2-4-12592 16,-1 0-2512-16</inkml:trace>
  <inkml:trace contextRef="#ctx0" brushRef="#br0" timeOffset="-119835.06">19772 11444 9215 0,'-1'-4'816'0,"1"4"-656"15,-1-4-160-15,1 4 0 0,0 0 4256 0,2-4 816 0,-2 4 176 0,5-7 16 16,-1 2-2736-16,1-2-544 0,1 0-128 0,-1 2 0 16,-5 5-544-16,0 0-96 0,0 0-32 0,0 0 0 0,0 0-448 0,0 0-96 15,16 35 0-15,-16-35-16 0,0 0-384 0,-4 46-80 16,4-46-16-16,-10 35 0 0,10-35-144 0,-12 33 0 16,12-33 0-16,-14 32 0 15,14-32 0-15,-14 26 0 0,14-26 0 0,-12 18 0 0,12-18 0 0,0 0 128 16,-10 14-128-16,10-14 0 0,-2 0 0 0,2-2 0 15,1 0 128-15,0-3-128 0,0-2 0 0,0 0 0 16,1 0 0-16,1-3 0 0,0 1 0 0,2-3 0 16,0 0 0-16,0 0 0 0,2-2 0 15,0-2 0-15,1 1 0 0,0-1 0 0,1-3 0 0,0 0 0 16,1-1 0-16,0 0 0 0,-1 3 0 0,1 3 0 0,0 1 0 0,-1 4 0 16,-1 4 160-16,-8 5-160 0,0 0 192 0,0 0-192 15,26 8 176-15,-26-8-176 0,0 0 160 0,11 40-160 16,-11-40 176-16,3 38-176 15,-3-38 192-15,-2 45-192 0,2-45 128 0,-5 46-128 16,5-46 0-16,-6 42 0 0,6-42 0 0,-3 34 0 0,3-34 0 0,0 0 0 16,0 37 0-16,0-37 0 15,0 0 0-15,0 0-12848 0,0 0-2464 0</inkml:trace>
  <inkml:trace contextRef="#ctx0" brushRef="#br0" timeOffset="-118610.52">20419 11349 4607 0,'4'-12'400'0,"-3"5"-400"0,2 2 0 0,-1 0 0 0,0 2 3008 0,0 0 528 16,1 0 112-1,0-3 0-15,4-2-576 0,1-2-112 0,0 1-16 0,-2 0-16 0,0 4-656 0,-3 2-128 32,-3 3-32-32,0 0 0 0,0 0-864 0,0 0-176 15,0 0-48-15,6 45 0 0,-6-45-656 0,-6 43-144 16,2-17-32-16,-2 3 0 0,-1 1-192 0,-1 1 0 16,-1-4 128-16,1 1-128 0,-3-2 0 0,3-2 0 15,0-3 0-15,8-21 0 0,-12 38 0 0,12-38 0 0,-7 31 0 0,7-31 0 16,0 0 0-16,0 0 0 0,0 0 0 0,0 0 0 15,0 0 0-15,0 0 0 0,0 0 0 16,34 12 0-16,-25-20 0 0,0-1 0 0,0-1 0 16,2-3-160-1,-2 1-528-15,-1-1-96 0,0-1-32 0,-3 0 0 16,1 0-1584-16,-3-1-320 0,-2-1-64 0,0-1-16 0,-3 3-528 16,-3 0-96-16,-2 4-32 0,-28-3 0 15,5 7-96-15,1 4-32 0,3 2 0 16,2 3 0-16,3 2 3776 0,2 1 768 0,3-1 128 0,2 1 48 0,2 0 2320 0,3-1 448 15,1-2 112-15,2 0 16 0,1-2-720 0,5-1-144 16,0 0-32-16,0 0 0 0,0 0-896 0,0 0-176 16,0 0-32-16,22-1-16 0,-22 1-1024 0,26-4-208 15,-26 4-32-15,32-5-16 0,-10 1-304 0,3 1-64 16,3-1-16-16,2-2 0 0,0 2-352 0,1-1 128 16,0-2-128-16,-2 0 0 0,1-2 0 0,-2 0 0 15,-2-1 0-15,-3 0 0 0,-2 1-240 0,0-1-64 16,-3 0-16-16,-2-2 0 15,-1 3-1984-15,-3-2-416 0,-2 1-80 0,-2 0-16 16,-3-2-2176-16,-1 1-432 0,-3 1-80 0,-2-1-32 0,-2 1 4416 0,-2 0 880 0,0-1 240 0,-3 1 0 16,-1-1 0-16,0 1-176 0,1 0 176 0,-2 3-128 15,2 2 2576-15,1 1 528 0,0 1 96 0,1 1 48 16,0 0 400-16,1 2 64 0,1 0 32 0,0 2 0 16,2-2-1520-16,-1 2-304 0,3-2-64 0,0 0 0 15,0 0-960-15,0 0-176 0,0 0-32 0,-3 31 0 16,3-31-256-16,0 0-48 0,0 48-16 0,0-48 16 15,-1 49-256-15,1-49 0 0,-3 56 0 0,3-56 0 16,-5 55 0-16,5-55 0 0,-6 53 0 0,6-53-144 0,-4 47 144 0,4-47-192 16,0 40 192-16,0-40-176 0,0 0 176 0,8 41-192 15,-8-41 192-15,0 0-176 0,0 0 176 0,26 26-208 16,-26-26 80-16,20-2 128 0,-20 2-192 0,24-7 64 16,-10 0 128-16,1 0-192 0,0-1 16 0,2-2 16 15,1-1 0-15,-1 1 0 0,-1-1 160 0,0 1-208 16,-2-2 80-16,-1 2 128 0,0 1-128 15,-3 2 128-15,-1 2-128 0,-1 0 128 0,-8 5 0 0,0 0 0 16,0 0 0-16,19-3-128 0,-19 3 128 0,0 0 0 16,0 0 0-16,0 0 0 0,0 0 0 0,0 0 0 15,21 30 0-15,-21-30 0 16,0 0 0-16,0 0 128 0,0 0-128 0,31 23 0 0,-31-23 0 0,0 0 128 0,28 8-128 0,-28-8 0 16,21 0 0-16,-21 0 0 0,22-6 0 0,-22 6 128 15,22-6-128-15,-11 1 0 16,-1-1 0-16,0 0 0 0,0-1 0 0,-1-2 0 0,-2 1 0 0,-2-1 0 15,-1-1 0-15,-2-1 0 0,-1 3 0 0,-2-1-128 16,-2-3 128-16,-1 2 0 0,-1-2 0 0,-2 3 0 16,0 0 0-16,-1 1 0 0,1 2 0 0,-2 3 0 15,3 3 0-15,-1 1 0 0,7-1 0 0,0 0 0 0,-13 18 0 0,13-18 0 16,0 0 0-16,-10 36 0 0,10-36 0 0,-3 33 192 16,3-33-64-16,2 40 0 0,-2-40 48 0,6 35 16 15,-6-35 0-15,10 34 0 0,-10-34-64 0,0 0-128 31,27 36 192-31,-27-36-64 0,0 0-128 0,37 16 0 0,-37-16-160 0,29-2-19168 16</inkml:trace>
  <inkml:trace contextRef="#ctx0" brushRef="#br0" timeOffset="-117965.89">21773 11318 23039 0,'0'-1'2048'0,"0"1"-1648"16,0 1-400-16,-1-1 0 0,-1 0 272 0,-1 2-16 0,3-2-16 0,-11 6 0 16,-1 1 640-16,-4 3 128 0,-2 2 16 0,-4 1 16 15,1 1-96-15,-3 3-32 0,0-1 0 0,1 1 0 16,0-3-224-16,4-2-48 0,3-2-16 0,4-3 0 16,4 0-240-16,8-7-64 0,0 0 0 0,0 0 0 15,0 0 64-15,0 0 0 0,0 0 0 0,0 0 0 16,29 14 64-16,-29-14 32 0,34-2 0 0,-14 2 0 15,1-2-32-15,-1 1-16 0,1 1 0 0,0-2 0 16,-1 2-432-16,1 0 128 0,-21 0-128 0,36 2 0 0,-36-2 0 16,24 5 0-16,-24-5 0 0,0 0 0 0,0 0 0 0,0 0 0 15,0 0 0-15,0 0 0 0,6 34 0 0,-15-28 0 16,-2 2 0-16,-3-1 0 0,-2 2 0 0,-1-1 0 16,-2 1 0-16,0 0 0 0,-3 1 0 0,2-3 0 15,0 2 0-15,1-2 0 0,3-2-128 0,4-3 128 16,3 1 0-16,3-1 0 0,6-2 0 0,0 0 0 15,0 0 0-15,0 0 0 0,0 0-176 0,19 0 176 16,-19 0-128-16,23-5 128 16,-9 3-464-16,1-3-16 0,2-2 0 0,0 0 0 15,3 0-2448-15,-2-2-480 0</inkml:trace>
  <inkml:trace contextRef="#ctx0" brushRef="#br0" timeOffset="-117473.66">21945 11354 9215 0,'5'-5'400'0,"-3"2"96"0,-2 3-496 0,5-2 0 0,-5 2 0 16,0 0 0-16,5-2 1856 0,-5 2 288 0,10-5 48 0,-2 0 16 15,0 3 608-15,-1-2 128 0,-7 4 32 0,11-3 0 0,-11 3-640 0,0 0-128 16,0 0-32-16,0 0 0 0,0 0-832 0,0 0-192 16,0 0-16-16,0 0-16 0,-11 14-544 0,11-14-96 15,-13 7-32-15,7-2 0 0,6-5-80 0,-14 12-32 16,14-12 0-16,-12 14 0 0,12-14-80 0,-11 19-32 15,11-19 0-15,-10 22 0 16,10-22-32-16,-10 26 0 0,10-26 0 0,-7 28 0 0,7-28-192 0,0 0 176 16,-5 42-176-16,5-42 160 0,0 0-160 0,6 36 0 15,-6-36 0-15,0 0 0 0,0 0 0 0,20 33 0 16,-20-33 0-16,0 0 0 0,0 0 0 0,35 7 0 0,-35-7 0 0,19-6 0 16,-8 0 0-16,-1 0-176 0,3-2 176 0,-1-1-128 31,1-1-240-16,0-1-32-15,0-1-16 0,-1-2 0 0,-1 0-32 0,-1 1 0 0,-1-1 0 0,0-2 0 0,-3 1 112 0,0 1 16 0,-3 2 0 0,-1-2 0 16,-1 2 320-16,0 0 0 0,-2 5 0 0,0 2 0 16,0 2 0-16,1 3 0 0,0 0 0 0,0 0 128 15,-11 15 80-15,11-15 16 0,-11 24 0 0,11-24 0 16,-11 33 0-16,11-33 0 0,-11 38 0 0,11-38 0 0,-9 38-80 0,9-38-16 16,-3 31 0-16,3-31 0 15,0 0 0-15,0 0-128 0,11 38 192 0,-11-38-64 16,0 0-128-16,0 0 0 0,29 9 0 0,-29-9 128 15,17-5-128-15,-9 1 0 0,2-3 0 0,0 2 0 16,0-5-256-16,1 1-16 0,1-3-16 0,1 0-18320 16</inkml:trace>
  <inkml:trace contextRef="#ctx0" brushRef="#br0" timeOffset="-117078.28">22379 11359 25791 0,'0'0'1152'0,"0"0"224"0,0 0-1104 0,-13 16-272 0,13-16 0 0,0 0 0 16,0 0 1280-16,0 0 192 0,0 0 32 0,-14 22 16 16,14-22 320-16,0 0 64 15,0 0 16-15,0 0 0 16,0 0-832-16,0 0-176 0,0 0-16 0,0 0-16 0,24 14-528 0,-14-18-96 0,1-2-32 0,0-1 0 16,1 0-224-16,-1 0 0 0,1-1 0 0,0 4 0 31,-2-3 0-31,-1 4 0 0,-9 3 0 0,16-4 0 0,-16 4 0 0,0 0 0 15,0 0 0-15,0 0 0 0,0 0 0 0,18 40 0 0,-18-40 0 0,-4 31 0 16,4-31 0-16,-9 31 0 16,9-31 0-16,-13 33 0 0,13-33 0 0,-15 33 0 0,15-33 0 0,-17 28 0 0,17-28 0 0,-13 22 0 31,13-22 0-31,0 0 0 0,-14 14 0 0,14-14 0 16,0 0 0-16,-6 2 0 0,6-6 0 0,0-1 0 15,2 0 0-15,1-2 0 0,2-2 128 0,0-2-128 16,2-1 176-16,1-1-176 0,2-1 208 0,1 0-64 15,1-1-16-15,1-4 0 0,0 3-128 0,0-5 0 16,0 4 0-16,1-5 0 0,1-3 0 0,0 1 0 0,1 0 0 16,0 3 0-1,-1 1-512-15,0 6 0 0,1 2 16 0,-2 3 0 16,0 5-1072-16,-1 1-224 0</inkml:trace>
  <inkml:trace contextRef="#ctx0" brushRef="#br0" timeOffset="-116713.68">22810 11283 14047 0,'5'-3'304'0,"-1"1"64"0,0-2 16 0,-1 1 16 16,0 1-400-16,0 0 0 0,2-1 0 0,1-4 0 16,4-1 2400-16,1-1 400 0,2-3 80 0,-2 0 0 0,0 0-448 0,-2-2-80 15,-1 4-32-15,-1-1 0 0,-2 1-608 0,-3 3-128 16,-1 0-32-16,-2 2 0 0,0 1-768 0,-2 1-144 16,-2 3-48-16,-2 0 0 0,-2 3-320 0,9-3-64 15,-19 10-16-15,19-10 0 0,-20 16 0 0,20-16 0 16,-19 21 0-16,19-21 0 0,-19 31 96 0,19-31 16 15,-17 40 0-15,17-40 0 0,-11 48-80 16,11-48-16-16,-6 52 0 0,6-52 0 0,-2 59-208 0,2-59 144 16,-1 57-144-16,1-57 128 0,-2 48-128 0,2-48 0 15,-3 44 0-15,3-44 128 0,-5 40-128 0,5-40 0 16,-7 38 0-16,7-38 0 0,-10 35 0 0,10-35 0 0,-14 32 0 0,14-32 0 16,-18 33 0-16,18-33 0 0,-23 31 0 0,23-31 0 15,-23 26-144-15,23-26 144 0,-20 19 0 0,20-19 0 16,-17 12-288-16,17-12 48 0,-17 4 16 0,7-4 0 31,2-2-288-31,-1-2-48 0,0-3-16 0,2-1 0 0,0-3-1072 16,-1-1-208-16,2-5-64 0,1-2-14352 0</inkml:trace>
  <inkml:trace contextRef="#ctx0" brushRef="#br0" timeOffset="-116554.56">22565 11482 8287 0,'10'-48'368'0,"-7"36"80"0,-1 8-448 0,-2 4 0 0,0 0 0 0,0 0 0 0,7-7 2944 0,-7 7 496 15,20-5 96-15,-6 3 32 0,3 2 656 0,2 0 128 16,1 2 16-16,2 0 16 15,0 3-2496-15,-1-3-496 0,1-1-112 0,0-1 0 0,-1-1-832 0,1-1-176 16,0 0-16-16,-1-2-16 0,-3 1-240 0,-1-2 176 16,1 0-176-16,-1-2 160 0,0 0-160 0,0-1 0 15,-1 0 0-15,-3 0 0 16,0 1-512-16,-1 0-16 0,0-1-16 0,-2 2-17808 0</inkml:trace>
  <inkml:trace contextRef="#ctx0" brushRef="#br0" timeOffset="-115815.52">23150 11325 5519 0,'0'0'496'0,"8"-5"-496"0,-8 5 0 0,6-4 0 16,-6 4 4656-16,0 0 832 0,9-5 160 0,-2 2 48 15,2-3-3136-15,3-2-608 0,1-1-128 0,-1 2-32 16,-3-2-112-16,-1 4-16 0,-2 0-16 0,-2 0 0 16,-2 1-848-16,-2 4-160 0,0-3-48 0,-2 0 0 15,-1 3-384-15,-1-2-80 0,-2 2 0 0,-1 0-128 16,-3 2 176-16,0 1-176 0,-2-2 160 0,-1 4-160 15,-1 1 192-15,0 1-48 0,0 0-16 0,0 2 0 0,14-9-128 0,-25 22 192 32,25-22-192-32,-14 26 192 0,14-26 0 0,-14 24 16 15,14-24 0-15,0 0 0 0,-9 31-16 0,9-31-16 0,0 0 0 0,0 0 0 16,0 0-176-16,27 26 0 0,-27-26 144 0,17 0-144 0,-17 0 0 0,20-3 0 16,-9-1 0-16,2 1 0 0,-1-4 0 0,0 2 0 15,1 0 0-15,-1-4 0 0,0 2 0 0,0-3 0 16,-2 1 0-16,-1 0-128 0,1-1 128 0,-3-2-128 15,0 0 128-15,-2 5-128 0,-2 0 128 0,0 0 0 0,-1 0-144 16,0-2 144-16,-2 2 0 0,1-1 0 0,-2 1 0 0,-1 1 0 16,0 0 0-16,-1 1 0 0,-2 3 0 0,-1 2 0 15,6 0 0-15,0 0 0 0,-22 20 0 0,22-20 0 16,-17 28 0-16,17-28 0 0,-18 32 0 0,18-32 0 16,-13 34 128-16,13-34-128 0,0 0 128 0,-5 40-128 15,5-40 256-15,0 0-16 0,0 0-16 0,22 31 0 16,-22-31-224-16,20 5 128 15,-20-5-128-15,23-3 0 0,-23 3 0 0,18-2 0 16,-7-3 0-16,1 1 0 0,2-4 0 0,0 1 0 0,2-2 0 0,-1-1 0 16,1 1-464-1,1-1 16-15,0 1 0 0,-1-3 0 0,2 3-64 0,0 0-16 0,-2 1 0 0,1 1 0 16,0 0 128-16,-1-3 16 0,0 3 16 0,0 0 0 0,-2-2 368 0,0 2 0 16,-1-1 0-16,-2 2 0 15,-2 0 160-15,-1 2 48 0,-4 1 16 0,0 1 0 0,-2-1 80 0,-2 3 16 16,0 0 0-16,0-2 0 0,0 2-64 0,0 0-16 31,0 0 0-31,0 0 0 0,0 0-96 0,-12 5-16 0,12-5 0 0,0 0 0 0,0 0-128 0,-14 5 0 16,14-5 0-16,0 0 0 0,-16 7 0 0,16-7 0 15,0 0 0-15,-21 15 0 0,21-15 0 0,-16 18 0 16,16-18 128-16,-17 26-128 0,17-26 128 0,-16 31 0 16,16-31 0-16,-17 35 0 0,17-35-128 0,-14 41 192 15,14-41-192-15,-10 34 192 0,10-34-64 0,0 0 0 0,3 35 0 0,-3-35 0 16,0 0-128-16,23 16 0 0,-23-16 0 15,23 0 0-15,-23 0 0 0,27-2 0 0,-12-3 0 0,-1 2 0 16,0-1-160-16,0-3-16 0,0 2 0 0,-4-2 0 31,-1 2-448-31,-9 5-80 0,15-10-32 0,-8 6 0 16,0-5-1248-16,0 1-256 0</inkml:trace>
  <inkml:trace contextRef="#ctx0" brushRef="#br0" timeOffset="-115419.37">23739 11323 11231 0,'0'0'240'0,"0"0"48"0,0 0 16 0,0 0 16 31,0 0-320-31,0 0 0 0,-5-3 0 0,5 3 0 0,0 0 2736 0,0 0 464 0,0 0 112 0,0 0 16 0,0 0-1344 0,0 0-272 31,0 0-48-31,0 0-16 0,0 0-672 0,0 0-128 16,0 0-16-16,0 0-16 0,0 0-160 0,0 0-16 0,0 0-16 0,24 17 0 16,-24-17 528-16,0 0 128 15,0 0 0-15,25 10 16 0,-25-10-480 0,17 4-112 16,-17-4 0-16,22 0-16 0,-9-2-368 0,0 0-64 15,1 1 0-15,-1-2-16 0,1 0-240 0,0-2 128 16,0 0-128-16,-1 1 0 0,0-1 0 0,0 0 0 16,-1-2 0-16,-1 2 0 0,-2-4 0 0,-1 4 0 15,-1-3 0-15,-1 0 0 0,-1 1 0 0,-3-1 0 16,1 1 0-16,-3-3 0 0,0 1 0 0,-1-1 0 0,-2 1 0 0,1-2 0 16,-2 1 0-16,-1 0 0 0,1 1 0 0,-1-1 0 15,0 3 0-15,0 1 0 0,0 1-128 0,-1 4 128 16,-1 1 0-16,7 0 0 0,-16 9 0 0,16-9 0 15,-17 20 160-15,17-20 32 0,-22 36 16 0,22-36 0 16,-24 51 160-16,11-22 16 0,1 1 16 0,0 1 0 16,4 0 112-16,8-31 0 0,-11 57 16 0,11-57 0 15,0 45-224-15,0-45-48 0,12 31-16 0,-12-31 0 16,20 23-240-16,-20-23 0 0,30 13 0 0,-12-11 0 16,2-2 0-16,2-3-128 0,2-1-16 0,2-4-20736 15</inkml:trace>
  <inkml:trace contextRef="#ctx0" brushRef="#br0" timeOffset="-112187.66">17501 12067 13823 0,'8'-7'1216'0,"-2"1"-960"0,0 0-256 0,-1 2 0 32,-1 1 896-32,-1 1 144 0,0-1 32 0,2-3 0 15,5-2 608-15,1-3 128 0,1 1 32 0,-2-2 0 0,-2 3-256 0,-1 1-48 0,-4 4-16 0,0-3 0 31,-1 4-128-31,-2 1-32 0,0 2 0 0,0-2 0 16,-3 2-512-16,1 0-96 0,0 2-32 0,0 0 0 16,-1 0-144-16,0 3-16 0,3-5-16 0,0 0 0 15,-10 22-128-15,10-22-32 0,-9 28 0 0,9-28 0 16,-12 36-240-16,12-36-144 0,-14 40 160 0,5-19-160 16,9-21 0-16,-15 43 128 0,6-21-128 0,9-22 0 0,-14 39 0 15,14-39 0-15,-8 29 0 0,8-29 0 0,0 0 0 16,0 0 0-16,0 0 0 0,0 0 0 0,0 0 0 0,0 0 0 15,0 0 0-15,38 18 0 0,-22-27 0 0,1-2 0 16,4-1 0-16,-3-3 0 0,0 4 0 0,-1-4 0 16,0 1 0-16,0-1 0 15,-1 0-448-15,-2 3-128 0,-2-2-16 0,-2 4-16 16,-3 0-1440-16,-1 4-304 0,-3 0-48 0,-2 2-12416 0</inkml:trace>
  <inkml:trace contextRef="#ctx0" brushRef="#br0" timeOffset="-111966.06">17285 12173 3679 0,'-14'-4'160'0,"5"2"32"0,2-1-192 0,2 1 0 0,3 2 0 0,2-1 0 15,0 0 2400-15,-1-1 432 0,-1-1 96 0,1 0 16 16,2 0 960-16,2 0 192 0,2 1 32 0,-5 2 16 16,0 0-1152-16,28 4-240 0,-28-4-32 0,33 4-16 15,-33-4-1616-15,46 3-320 0,-18-2-64 0,3-2 0 16,1-2-304-16,0 0-48 0,0-2-16 0,0-3 0 15,-1 1-160-15,-3 0-48 0,-3-3 0 0,0 1 0 16,0-2-128-16,0-1 0 0,-1 2 0 0,-1-2 0 16,1 2-240-16,-5 1-16 0,-1 2-16 0,-4-1-12320 15,-3 4-2448-15</inkml:trace>
  <inkml:trace contextRef="#ctx0" brushRef="#br0" timeOffset="-111506.06">17855 11963 17503 0,'3'-3'768'0,"0"1"176"0,0 0-752 0,-1 2-192 0,0-2 0 0,-2 2 0 16,0 0 2624-16,0 0 480 15,0 0 96-15,0 0 32 0,0 0-608 0,23 47-112 0,-23-47-16 0,7 38-16 16,-7-38-1520-16,5 41-288 0,-5-41-64 0,7 40-16 16,-7-40-352-16,0 0-80 0,17 44-16 0,-17-44 0 15,0 0-144-15,0 0 0 0,33 20 0 0,-33-20 0 16,18-3 0-16,-10-4 0 0,2 2-192 0,-2-3 192 15,-1-1-1104 1,0 0-112-16,0-2 0 0,-1-1-16 16,-1 2-2160-16,0-3-448 0,-1 0-64 0,-2 1-32 0,0-1 1136 0,-2 0 240 0,0 3 32 0,-2-2 16 0,1 1 1984 15,-2-1 400-15,0 1 128 0,0 1 0 0,0 2 2320 0,-1 2 560 16,1 0 96-16,-1 4 32 0,2 4 80 0,-2 1 32 16,2 0 0-16,2-3 0 0,0 0-1344 0,-7 28-272 15,7-28-48-15,-3 30-16 0,3-30-800 0,-1 41-144 16,1-41-48-16,1 45 0 0,-1-45-192 0,0 48-32 15,0-48-16-15,-1 52 0 0,1-52-80 0,-6 48 0 16,6-48-128-16,-9 51 192 0,9-51-192 0,-14 47 0 16,6-24 0-16,-1-2 0 0,-1-1 0 0,0-3 0 15,-1 0 0-15,0-3 0 0,-1-2 0 0,1-3 0 16,-1-2 0-16,0-1 0 0,0-2 0 0,-2-4 0 0,-1 0 0 16,-2-2 0-1,-2-1-448-15,1-4-96 0,0-2-16 0,2-1 0 16,4-1-2208-16,1-1-448 0</inkml:trace>
  <inkml:trace contextRef="#ctx0" brushRef="#br0" timeOffset="-111191.29">18131 12084 9215 0,'2'-2'816'0,"0"2"-656"16,-1 0-160-16,-1-2 0 0,0 1 880 0,1 1 144 15,1-2 16-15,1-3 16 0,1 1-192 0,-1-1-32 16,1 1-16-16,-1 1 0 16,0-2 192-16,0 2 32 0,-2 1 16 0,1 0 0 15,-2 2 128-15,0 0 32 0,0 0 0 0,0 0 0 16,0 0-144-16,0 0-32 0,0 0 0 0,0 0 0 0,0 0 704 0,11 40 144 16,-11-40 32-16,2 31 0 0,-2-31-736 0,0 43-144 15,0-43-16-15,-1 52-16 16,1-52-400-16,-3 50-80 0,3-50-16 0,-5 49 0 0,5-49-272 0,-6 41-64 0,6-41-16 0,-5 38 0 15,5-38-160-15,-5 32 0 0,5-32 0 0,-4 24 0 32,4-24 0-32,0 0 0 0,0 0 0 0,0 0 0 15,0 0-544-15,0 0-96 0,0 0 0 0,0 0-16832 0</inkml:trace>
  <inkml:trace contextRef="#ctx0" brushRef="#br0" timeOffset="-110905.91">18107 12039 20271 0,'-3'2'896'0,"1"-1"192"16,1 1-880-16,0-2-208 16,0 0 0-16,1 0 0 0,1 2 1872 0,0-2 336 0,-1 0 64 0,0 0 16 0,0 0-144 0,0 0-32 15,31 5 0-15,-31-5 0 0,28-5-896 0,-11 0-176 16,2-2-32-16,0 1-16 0,1 0-528 0,0-1-96 16,1 0-32-16,-3 2 0 15,-1 3-336-15,-17 2 144 16,25 2-144-16,-25-2 0 0,0 0 0 0,0 0 0 15,25 34 0-15,-25-34 0 0,-6 30 0 0,-2-13 0 16,-3 0 0-16,-4 4 0 0,-2 0 0 0,0 0 0 16,-4 1 0-16,1-3 0 0,0-2 0 0,-1-1 0 0,1-2 0 15,2-3 0-15,3-3 0 0,3-3 0 0,3 0 0 16,2-5-144 0,4-2-304-16,1-1-48 0,2-1-16 0,2-4 0 15,2 1-1120-15,4-2-224 0,3-1-64 0,2-2-13456 0</inkml:trace>
  <inkml:trace contextRef="#ctx0" brushRef="#br0" timeOffset="-110525.08">18351 12139 11967 0,'0'0'1072'0,"0"0"-864"0,0 0-208 0,0 0 0 0,0 0 2320 0,0 0 432 16,0 0 64-16,0 0 32 0,0 0 448 0,0 0 96 16,0 0 0-16,0 0 16 0,0 0-1456 0,0 0-288 15,0 0-64-15,35 21-16 0,-35-21-1024 0,26-2-208 16,-10 0-32-16,0 1-16 15,2-3-160-15,0 1-16 0,0-2-128 0,-1 0 192 0,0 1-192 0,-1-4 0 16,-1 2 0-16,-1-1 0 0,-1 0 0 0,-1-1 0 16,0 1 0-16,-2-2 0 0,0 1 0 0,-4-1 0 15,0 0 0-15,-4-1 0 0,0 3 0 0,-3 0 0 0,-2-1 0 0,-2 0 0 16,-2 0 0-16,-3 3 0 0,-1-2 0 0,-2 3 0 16,-2 1 0-16,-2 1 0 0,-3 2 0 0,0 3 0 15,-1 3 0-15,0 1 0 0,2 1 0 0,0 3 0 16,1 1 0-16,3 5 192 0,1 0-48 0,1 3-16 15,3 2 128-15,10-22 0 0,-12 42 16 0,12-42 0 16,0 44 32-16,0-44 0 0,15 35 0 0,-15-35 0 16,0 0 0-16,38 32 0 0,-38-32 0 0,37 11 0 15,-37-11-144-15,42 4-32 0,-20-4 0 0,-1-2 0 16,-1 0-128-16,-1-3 0 0,-2-2 0 0,0 0 0 16,-1 0-224-16,0-1-32 0,-1-1 0 0,0 2-19776 15</inkml:trace>
  <inkml:trace contextRef="#ctx0" brushRef="#br0" timeOffset="-110143.23">19000 12228 10127 0,'-2'0'896'0,"2"0"-704"15,-1-2-192-15,1 2 0 0,0 0 2480 0,0 0 464 0,1-2 80 0,-1-2 32 16,0 1 528-16,0 0 96 0,0 3 32 0,1-2 0 16,-1 2-1568-16,0 0-304 0,0 0-64 0,0 0-16 15,0 0-1120-15,0 0-240 0,0 0-32 0,0 0-16 16,0 0-352-16,0 0 144 0,0 0-144 0,27 2 0 16,-27-2 0-16,0 0 0 0,0 0 0 0,0 0 0 15,27 1 0-15,-27-1 0 0,0 0 0 0,0 0 0 0,0 0 0 0,0 0 0 16,0 0 0-16,0 0 0 0,0 0 0 0,0 0 0 15,0 0 0-15,0 0 0 16,0 0 0-16,0 0 0 0,-10 26 0 0,3-24 0 16,2 0 0-16,0-2 0 0,0 0 0 0,2-2 0 15,0 0 0-15,1-1 128 0,1 1-128 0,0-1 0 0,1-2 272 0,2 1-48 32,1-1-16-32,-1 0 0 0,2 1-208 0,1-1 0 0,0 0 0 0,2-2-19120 0</inkml:trace>
  <inkml:trace contextRef="#ctx0" brushRef="#br1" timeOffset="-79440.28">560 9073 18431 0,'2'0'1632'0,"0"0"-1312"0,0-2-320 0,-2 2 0 15,1 0 240-15,1 0-32 0,2-1 0 0,4-1 0 16,1 1 672-16,3-2 128 0,2 0 16 0,-1 0 16 15,0 1-256-15,0 0-48 0,0 0-16 0,-1-1 0 16,-12 3-80-16,0 0-32 0,29 1 0 0,-23 1 0 0,-6-2-416 0,0 0-64 16,0 0-128-16,0 0 176 15,0 0-176-15,0 0 0 0,0 0-192 0</inkml:trace>
  <inkml:trace contextRef="#ctx0" brushRef="#br1" timeOffset="-79109.06">611 9094 3679 0,'-4'0'320'0,"1"0"-320"0,1 0 0 0,0 0 0 0,1 0 1536 0,1 0 256 0,0 0 32 0,-2 0 16 0,0 2 864 0,1 1 176 0,-2-1 48 0,0 1 0 16,1-1-432-16,0 0-96 0,1 1-16 0,-1 0 0 31,2 1-768-31,-1 0-144 0,0 2-48 0,-1 0 0 0,0 2-528 0,-1-1-128 0,0 4 0 0,1 1-16 16,-1 2-400-1,0-1-80-15,-1 3-16 0,2 1 0 0,-2-1-128 0,0 3-128 0,1-1 144 16,0 2-144-16,1-1 0 0,-1 0 0 0,2-4 0 0,-1-1 0 15,2-2 0 1,0-12 128-16,0 0-128 0,7 32 0 0,-7-32 0 0,0 0 0 0,0 0 0 0,0 0 0 16,0 0 0-16,37 20 0 0,-31-20 0 0,1-3 0 15,-1 3 0-15,1-2 0 0,-2 0 0 0,2 1 0 0,0-2 128 0,2 0 48 16,-1 1 0-16,-1-1 0 0,2 2 0 0,-1 1 0 16,0-2 0-16,-8 2 0 15,0 0-176-15,0 0 0 0,0 0 0 0,41 10 0 31,-41-10-480-31,0 0-80 0</inkml:trace>
  <inkml:trace contextRef="#ctx0" brushRef="#br1" timeOffset="-78875">888 9106 12895 0,'-1'-5'1152'0,"-1"0"-928"0,2 3-224 0,0 2 0 16,1-1 1408-16,-1 0 224 0,-1-1 48 0,0-4 16 16,0 2 656-16,1-3 128 0,1 2 16 0,1 0 16 15,0 3-1024-15,2-1-208 0,2 1-32 0,-1 2-16 16,3 0-48-16,-2 0-16 0,3 0 0 0,-9 0 0 16,0 0-672-16,0 0-144 0,35 5-32 0,-35-5 0 15,0 0-320-15,0 0 0 0,34 0 0 0,-27 0 0 16,0 0-480-16,0-2-16 0,-2 1 0 0,0 1-15760 15</inkml:trace>
  <inkml:trace contextRef="#ctx0" brushRef="#br1" timeOffset="-78700.23">972 9142 14735 0,'-1'0'640'0,"0"2"160"0,0-2-640 0,0 1-160 0,0 0 0 0,1-1 0 16,-1 2 1792-16,0 1 336 0,-2 2 64 15,-1 0 16-15,0 4 224 0,-1 3 64 0,0-2 0 0,0 1 0 16,0 1-1424-16,-1 0-288 0,3 2-48 0,-2-4-16 16,1 4-384-16,2-5-80 0,1 1 0 0,1-3-16 15,1 0-240-15,-1-2 0 0,3 0-192 0,0-2-10176 16,1-2-2032-16</inkml:trace>
  <inkml:trace contextRef="#ctx0" brushRef="#br1" timeOffset="-78289.34">1136 9126 12895 0,'2'-6'576'0,"-1"2"112"0,1-1-560 0,-1 2-128 16,0 1 0-16,0 2 0 0,-1 0 1536 0,1-2 288 16,1-3 48-16,0 2 16 0,1-1-544 0,1-1-96 15,-2 0-32-15,1 1 0 0,1 2-464 0,-1-1-112 16,-1 1 0-16,0 1-16 0,1-1 288 0,-2 2 64 15,0 0 16-15,0 0 0 0,-1 0-320 0,0 0-64 16,0 2-16-16,-1-2 0 0,0 1 112 0,-1 1 0 16,0 1 16-16,0 1 0 0,0-2-128 0,-2 4-16 15,0 0-16-15,0 1 0 0,2 0-224 0,-3 3-32 0,0 2-16 0,2 0 0 16,-1 3-112-16,-1 0-32 0,3 3 0 0,-1 0 0 16,0 1 112-16,0-2 32 15,2-1 0-15,1-16 0 0,1 28-160 0,-1-28-128 0,0 0 192 0,0 0-192 16,14 36 128-16,-14-36-128 0,0 0 0 0,0 0 0 15,0 0 0-15,0 0 0 0,40 10 0 0,-33-13 0 16,2 1 0-16,-2-3 0 0,2 1 0 0,-3-1 0 0,1 1 0 16,0-2 0-16,-1 1 0 0,-1 1 0 15,0-1-144-15,-2 0-48 0,0 3 0 0,-2-3 0 16,0 1-1808-16,-2 1-368 0,-2-2-80 0,0 0-12368 16</inkml:trace>
  <inkml:trace contextRef="#ctx0" brushRef="#br1" timeOffset="-78115.66">1034 9203 8287 0,'-4'0'736'0,"2"0"-592"16,1 1-144-16,1-1 0 0,0 0 2240 16,0 0 432-16,0 0 80 0,-1-1 0 0,1 1 1040 0,1 0 208 15,3 0 32-15,3-2 16 0,1 2-1616 0,-8 0-336 16,23-3-64-16,-23 3-16 0,29-6-1296 0,-12 3-256 0,-1-2-48 0,2 1-16 16,0 1-272-16,-1-2-128 15,0 1 128-15,-2 1-128 0,-15 3 0 0,30-5 0 16,-30 5 0-16,26-4 0 15,-26 4-608-15,25-2-96 0,-25 2-32 0,0 0-17040 0</inkml:trace>
  <inkml:trace contextRef="#ctx0" brushRef="#br1" timeOffset="-77938.38">1457 9118 10127 0,'2'-5'896'0,"0"3"-704"0,0-1-192 15,0 1 0-15,-1 2 2352 0,0 0 432 0,1-2 96 0,0 2 0 16,2-3 688-16,1 1 128 0,2-1 16 0,0 0 16 0,0 2-1952 0,1-1-400 15,-1 0-80-15,1 1-16 0,-8 1-976 0,0 0-304 16,27-3 128-16,-27 3-128 0,0 0 0 0,27-2-240 31,-27 2 48-31,0 0-11184 0,0 0-2224 0</inkml:trace>
  <inkml:trace contextRef="#ctx0" brushRef="#br1" timeOffset="-77799.7">1599 9137 11055 0,'-2'5'480'0,"1"-3"112"0,0 0-464 0,0 0-128 0,1 1 0 0,-1-3 0 0,1 1 2496 0,-1 3 464 16,0 0 112-16,-1 1 0 0,0 3 128 0,-1 1 0 16,1-2 16-16,1 0 0 0,-1 1-1312 0,1 0-272 15,1-8-48-15,-1 17-16 0,1-17-1072 0,0 0-224 0,0 0-32 0,0 0-16 16,0 0-224-16,13 36 0 0,-13-36 0 0,0 0-11920 16,0 0-2352-16</inkml:trace>
  <inkml:trace contextRef="#ctx0" brushRef="#br1" timeOffset="-77432.55">1811 9101 18431 0,'5'-7'816'0,"-2"3"160"0,0-1-784 0,-1 2-192 16,-1 1 0-16,0 0 0 0,0 0 2160 0,0-1 384 15,1-2 80-15,1 0 0 0,-2-3-224 0,1 2-48 16,0-1-16-16,-3 5 0 0,1-1-1248 0,-3 1-240 15,1 2-48-15,-3 2-16 0,0 3-432 0,0-3-96 16,-3 4 0-16,1 2-16 0,-1 0-240 0,-2 1 0 16,1 0 128-16,0 1-128 0,1 0 0 0,3-3 0 0,2 0 0 0,1-3 0 15,3 0 0-15,1 0 0 0,-2-4 0 0,0 0 0 16,0 0 0-16,0 0 0 0,0 0 0 0,42 9 0 16,-42-9 0-16,0 0 0 15,33 3 0-15,-33-3 0 0,0 0 0 0,0 0 0 0,42 14 0 0,-42-14 0 16,0 0 0-16,0 0 0 0,0 0 0 0,28 33 0 15,-28-33 0-15,0 0 0 0,-3 21 0 0,-1-13 0 16,-1-2 0-16,-2 2 0 0,1-3 0 0,-2 0 0 16,0 0 0-16,-2 1 0 0,-3-1 0 0,-1-1 0 15,1 1 0-15,0-2 0 0,2-1 0 0,0-2 0 0,3 0 0 0,3 0 0 16,2-2 0-16,3-3-11872 16,2 2-2400-16</inkml:trace>
  <inkml:trace contextRef="#ctx0" brushRef="#br1" timeOffset="-76944.23">2193 9118 9215 0,'-3'0'816'0,"-1"0"-656"0,2 0-160 16,1 0 0-16,0 0 1584 0,-1 1 272 0,0 0 64 0,-4-1 16 16,0 3 656-16,-1 0 128 0,1 1 32 0,3-2 0 15,1 1-832-15,1 1-176 0,3 1-16 0,-2-5-16 16,0 0-608-16,0 0-112 0,0 0-32 0,0 0 0 16,37 12-448-16,-37-12-112 0,0 0-16 0,30-5 0 15,-30 5-384-15,21-7 0 0,-11 2 0 0,0 0 0 0,1-1 0 0,-2 0 0 16,0 0 0-16,-2-2 0 0,1 1 0 0,-3 0 0 15,-1 1-128-15,0-1 128 0,-3 1 0 0,-1-1-144 16,-1 0 144-16,-3 2 0 0,0 1 0 0,-2-1-128 16,-1 2 128-16,-2 1 0 0,1 0 0 0,-1 2 0 15,-3 0 0-15,1 2 0 0,-2 3 0 0,0 0 0 16,-1 4 0-16,0 1 0 0,0 3 0 0,1-1 0 16,1 3 0-16,2 1 0 0,2-1 0 0,2 1 128 15,0 1-128-15,1-1 0 0,4 1 176 0,-1-4-176 16,2-13 192-16,0 0-192 0,7 32 384 0,-7-32-16 15,0 0-16-15,0 0 0 0,34 24-352 0,-34-24 128 0,0 0-128 0,40-2 0 16,-40 2 0-16,31-5 0 0,-15 0 0 0,0-2 0 31,1 0-560-31,-1 2-80 0,0-2 0 0,-2 1-10368 0,2 0-2080 0</inkml:trace>
  <inkml:trace contextRef="#ctx0" brushRef="#br1" timeOffset="-76215.85">2461 9189 9215 0,'7'-3'400'0,"-3"0"96"0,-1 2-496 0,-1-1 0 0,0-1 0 0,-1 3 0 15,0-2 1728-15,2-1 240 0,0-1 48 0,2-4 16 16,1 2 864-16,-2-3 176 0,1 1 48 0,-1 1 0 0,-2-3-880 0,1 3-192 16,-1-2-16-16,-1 1-16 0,0-1-832 15,-1 0-160-15,-1-1-48 0,-1 0 0 0,0 1-528 0,-1 2-96 16,1 2-32-16,-3-2 0 0,0 5-96 0,0-2-32 16,-3 3 0-16,1 1 0 0,-1 3-192 0,-1 0 144 15,1 3-144-15,0 1 128 0,0 3-128 0,1 1 0 16,0 2 0-16,2 3 0 15,-1 0 0-15,1 2 0 0,2 0 0 0,0-1 0 0,1 2 0 0,1-5 0 16,1-14 0-16,0 0 0 0,7 31 0 0,-7-31 0 16,0 0 0-16,0 0 0 0,0 0 0 0,0 0 0 15,42 5 0-15,-31-11 0 0,0 2 0 0,0-5 0 0,0 1 0 16,1-1 0-16,-1-3 0 0,-1 0 0 0,0 0 0 0,-1 0 0 16,-1 1 0-16,0 1 0 15,-3 1 0-15,0-1 0 0,-2 0-144 0,-3 2 144 0,0 2 0 0,0 2 0 16,-2 1 0-16,-1-1 0 0,-1 3 0 0,1 2 0 15,-1 1 0-15,0 1 0 0,-1 3 0 0,0 0 0 16,1 2 0-16,0 2 0 0,2 0 0 0,-1 1 0 16,3-11 0-1,-2 22 0-15,2-22 0 0,0 0 0 0,6 31 0 0,-6-31 0 16,0 0 0-16,0 0 0 0,0 0 0 0,0 0 0 0,40 23 0 0,-40-23 0 0,22-5 0 16,-12 1 0-1,1-3 0-15,1 2 0 0,0-5 0 0,1 3 0 0,-1-4 0 0,1 2 0 31,-1-1-528-31,-1 2 0 0,0-1 0 0,-1 0 0 16,0 1-2224-16,-1-1-432 0,1-1-80 0,-1 3-32 16,-3 0 304-16,1 2 64 0,-1-2 16 0,0 1 0 0,-1 0 2256 0,-1 2 448 15,-1 1 208-15,0-2-192 0,-2 3 1568 0,0 0 320 16,-2 0 64-16,-1-1 16 0,0 1 608 0,0 1 128 16,-2 1 32-16,0-2 0 0,0 4-816 0,0-2-176 15,-1 3-16-15,0 0-16 0,0 1-704 0,-2-1-144 16,1 4-32-16,1 0 0 0,-1 1-256 0,2 0-48 0,0 0-16 0,1 1 0 15,1 1-192-15,1-3-128 0,1 2 160 0,0-9-160 16,0 0 0-16,0 0 0 0,0 0 0 0,0 0 0 16,14 34 0-16,-14-34 0 0,0 0 0 0,0 0 0 15,0 0 0-15,0 0 0 0,0 0 0 0,0 0 0 16,39 23 0-16,-39-23 0 0,0 0 0 0,0 0 0 16,0 0 0-16,0 0 0 0,0 0 0 0,0 0 0 15,0 0 0-15,0 0 0 0,14 35 0 0,-16-30 0 16,0 0 0-16,-2-2 0 0,0 2 0 0,0-1 0 0,1 0 0 15,-1-1 0-15,-1 0 0 0,1-1 0 0,-1 0 0 0,0 0 0 16,0-1 0-16,1-1 0 0,1 0-192 0,3-1-64 16,-1-1-32-16,1 0-11520 15,1-1-2304-15</inkml:trace>
  <inkml:trace contextRef="#ctx0" brushRef="#br1" timeOffset="-75964.01">2902 9084 11967 0,'2'-2'528'0,"-1"0"112"0,1 2-512 0,-2-2-128 16,1 2 0-16,-1 0 0 0,1-2 1792 0,0 2 336 0,0-1 64 0,1-1 16 16,0 2 176-16,0-3 48 0,0 3 0 0,0-2 0 15,1 2-704-15,1-1-128 0,-1 0-16 0,1 1-16 16,0 0-608-16,-4 0-128 16,0 0-32-16,0 0 0 0,0 0-256 0,0 0-48 0,34 21-16 0,-34-21 0 15,0 0-160-15,0 0-48 0,21 38 0 0,-21-38 0 16,0 0-80-16,0 0-32 0,19 33 0 0,-19-33 0 15,0 0-160-15,0 0 0 0,0 0 0 0,0 0 0 16,0 0-304-16,0 0-32 0,33-1-16 0,-30-7 0 16,2 1-3040-16,-1-3-624 0</inkml:trace>
  <inkml:trace contextRef="#ctx0" brushRef="#br1" timeOffset="-75722.38">3096 9020 10591 0,'4'-26'224'0,"-3"20"48"0,0 1 16 15,-1 5 32-15,0-2-320 0,0 1 0 0,-1-3 0 0,1-4 0 0,-1 2 3456 16,0-2 640-16,0 4 128 0,1 1 32 0,-2 6-1680 0,0 1-336 15,0 6-64-15,-1 2 0 0,1 2-768 0,0 2-160 16,2-16-32-16,-2 43 0 0,2-19-560 0,0 0-112 16,0-24-32-16,3 51 0 0,-3-51-224 0,6 53-48 15,-6-53-16-15,4 47 0 0,-4-47-224 0,3 43 128 16,-3-43-128-16,0 43 0 0,0-43 0 0,-1 36 128 16,1-36-128-16,-3 32 0 0,-2-17 208 0,0-1 0 0,-2-2 0 0,-2-1 0 15,-1-1-80-15,-2 0-128 0,-3-6 176 0,-3 1-176 16,-4-2 0-16,-2-1 0 15,0-1 0-15,-1-1 0 0,-3-1-208 0,-1-3-160 0,2-2-16 0,2-3-17920 16</inkml:trace>
  <inkml:trace contextRef="#ctx0" brushRef="#br1" timeOffset="-74904.8">3572 9011 19343 0,'0'-2'1728'0,"0"2"-1392"0,0 0-336 0,0 0 0 16,0 0 1840-16,0 2 288 15,-1-2 64-15,1 3 16 0,-1 0-256 16,-1 1-48-16,-1 3-16 0,0 0 0 0,0 2-1248 0,1 2-240 0,-1 0-48 0,0 1-16 16,1 0-144-16,0 4-16 0,1-2-16 0,-1 3 0 15,2-17-160-15,-2 32 0 0,2-32 0 0,1 32 128 16,-1-32-128-16,0 0 0 15,7 36 0-15,-7-36 0 0,0 0 0 0,0 0 0 16,0 0 0-16,31 35 128 0,-31-35-128 0,0 0 0 0,0 0 0 0,29 0 0 0,-21-2 0 0,-2-3-144 16,0-1 144-16,-1 0 0 15,-2 0-624-15,-1 0-16 0,-2-2 0 0,-1 0 0 16,-2 3-2336-16,-2-4-480 0,-2 4-80 0,-2-3-32 16,0 2-128-16,-2-2-16 0,-2 2-16 0,-1-2 0 15,-1 3 1728-15,-1-2 336 0,-1 5 80 0,-1-2 16 0,0 4 1248 0,2 2 320 16,0 2 0-16,2 3 0 15,3-2 1392-15,2 2 336 0,2 0 64 0,2-1 0 16,3 0 1632-16,1 1 320 0,1-7 64 16,0 0 16-16,0 0-752 0,0 0-128 0,0 0-48 0,42 21 0 0,-42-21-1008 0,29-3-208 15,-11 0-32-15,0-5-16 0,3 2-704 0,0 0-144 0,1-2-16 0,1 0-16 16,0-2-432-16,-1 3-96 16,-1-2-16-16,0-1 0 0,-2 3-208 0,-1 0 0 15,-2 1 0-15,-1 2 0 16,-1 0 0-16,-14 4 0 0,22-10 0 0,-12 8 0 15,-3-3-160-15,-1 3-32 0,-3-1 0 0,-1 1 0 16,-2 1-240-16,-1 0-48 16,-1 1-16-16,-2 0 0 0,0 0 272 0,-1 0 48 0,0 0 16 0,0 1 0 15,1 0 160-15,0 1 0 0,-1-1 0 0,3 3 0 16,-1-1 144-16,2 1 64 0,1 2 16 0,0 0 0 16,0-6 208-16,0 0 32 0,0 0 16 0,8 34 0 0,-8-34-160 0,0 0-16 15,0 0-16-15,24 36 0 0,-24-36-288 0,0 0 160 16,0 0-160-16,0 0 128 0,44 16-128 0,-44-16 0 15,21-8 0-15,-11 1 0 0,-2 0 0 0,0-2 0 16,0-1 0-16,-3 1 0 0,0-1 0 0,-2-1 0 16,-2 1 0-16,-1-1 0 0,-3 3 0 0,-2-2 0 15,0 1 0-15,-3 2 0 0,0-2 0 0,-3 4 0 16,-1-3-144-16,-1 5 144 0,-1 0-272 0,1 0 0 16,1 1 0-16,1 2 0 15,0 0-640-15,3 2-128 0,2 1-32 0,1-1-16144 0</inkml:trace>
  <inkml:trace contextRef="#ctx0" brushRef="#br1" timeOffset="-74555.2">4120 8981 7359 0,'-3'-5'656'0,"0"2"-528"16,1 1-128-16,1 0 0 0,0 2 2048 0,1 0 368 16,0 2 80-16,-1 0 0 0,1 3 848 0,-1 2 176 15,1-7 16-15,0 29 16 0,0-29-1504 0,1 47-288 0,1-18-64 16,-3 4-16-16,1 4-1072 0,-1-1-224 0,0-2-32 0,0 1-16 15,0-2-208-15,0-5-128 0,1-28 128 16,1 43-128-16,-1-43 0 0,4 38 0 0,-4-38 0 0,0 0 0 16,0 0 0-16,0 0 0 0,0 0-128 0,0 0 128 15,0 0-1360 1,0 0-192-16,34 7-48 0,-31-19-12976 0</inkml:trace>
  <inkml:trace contextRef="#ctx0" brushRef="#br1" timeOffset="-74317.46">4124 9004 10127 0,'-3'-4'448'0,"2"1"96"0,0 1-544 0,0 1 0 16,1 1 0-16,1 0 0 0,0 1 2208 0,1 1 336 16,2 0 64-16,-4-2 16 0,0 0 144 0,0 0 48 15,0 0 0-15,47 18 0 0,-47-18-1136 0,0 0-208 16,45 6-64-16,-45-6 0 0,30 3-640 0,-30-3-128 16,26 0-16-16,-14-2-16 15,-12 2-256-15,0 0-48 0,0 0-16 0,0 0 0 0,0 0-288 0,0 0 0 16,0 0 0-16,0 0 0 0,19 35 0 0,-27-26 0 0,-2 1 0 15,-2 0 0-15,0-1 0 0,-2 2 0 16,0-3 0-16,1 1 0 16,0-2 128-16,1 0-128 0,3-4 0 0,3 0 0 0,0-2 0 0,3 0 0 0,2-1 0 0,2-1-11328 15,2-1-2192-15</inkml:trace>
  <inkml:trace contextRef="#ctx0" brushRef="#br1" timeOffset="-74127.58">4377 8999 20271 0,'3'-5'448'0,"-2"2"80"0,1 0 32 0,-1 1 16 0,-1 1-576 16,0 1 0-16,1 0 0 0,0 0 0 0,0-2 3984 0,1 0 688 16,0 1 144-16,2-1 32 0,0 2-2928 0,0 0-592 15,2 0-112-15,-1 0-32 0,2 2-720 0,-1-2-144 32,-6 0-16-32,0 0-16 0,0 0-288 0,0 0 0 0,36 11 0 0,-36-11 0 0,0 0-176 0,0 0-80 15,0 0-32-15,0 0 0 16,0 0-1808-16,0 0-352 0</inkml:trace>
  <inkml:trace contextRef="#ctx0" brushRef="#br1" timeOffset="-74001.08">4429 9071 10367 0,'-7'9'224'0,"4"-7"48"0,2-2 16 0,1 0 0 0,0 0-288 0,0 2 0 0,-2-1 0 15,0 4 0-15,0-1 3632 0,-1 3 656 16,-1 0 144-16,1 3 32 16,1 0-1344-16,-1 1-272 0,3-11-48 0,0 0-16 15,0 29-1552-15,0-29-304 0,0 0-64 0,3 28-16 16,-3-28-672-16,0 0-176 0,0 0 0 0,0 0 0 31,0 0-448-31,0 0-112 0,35 14-16 0,-25-21-16400 0</inkml:trace>
  <inkml:trace contextRef="#ctx0" brushRef="#br1" timeOffset="-73716.7">4629 9058 16575 0,'0'0'1472'0,"0"-2"-1168"15,0 2-304-15,0 0 0 0,0 0 2336 0,0 0 416 16,-1 0 64-16,1-2 32 0,-1 0-352 0,-1-1-80 15,0-1-16-15,0 1 0 0,0 1-1072 0,0-3-224 16,-1 2-32-16,-1 1-16 0,0 0-544 0,0 2-96 16,-3 0-32-16,1 0 0 0,-3 2-384 0,2 3 128 15,-1 0-128-15,0 0 0 0,3 4 0 0,0 0 0 16,1 3 0-16,4-12 0 0,-3 21 0 0,3-21 0 16,0 0 0-16,3 34 0 0,-3-34 0 0,0 0 0 15,0 0 0-15,30 28 0 0,-30-28 0 0,0 0 0 16,34 3 0-16,-34-3 0 0,25-5-208 0,-12 0 16 0,0 0 16 15,0-2 0 1,0 0-1552-16,-1-2-320 0,0 0-64 0,0 1-8448 16,-1-4-1696-16</inkml:trace>
  <inkml:trace contextRef="#ctx0" brushRef="#br1" timeOffset="-73193.69">4812 8814 7359 0,'-1'-20'320'0,"0"7"80"0,1 1-400 0,0 5 0 0,0 3 0 0,0 1 0 0,1 1 2736 16,-1-3 464-16,1-2 80 0,0-2 32 15,0 1 288-15,0 4 64 0,-1 1 16 0,0 3 0 0,0 3-1456 0,0 1-304 16,0-4-48-16,0 0-16 0,-2 29-1088 0,-1-17-208 16,3-12-48-16,-4 34-16 0,1-16-192 0,-1 3-48 15,1 3 0-15,-1-3 0 0,0 0-16 0,0 3-16 16,-1 4 0-16,-2 4 0 0,2 3-96 0,0 0-128 16,2 1 176-16,1-4-176 0,1-2 128 0,1-30-128 15,3 43 0-15,-3-43 0 0,0 0 0 0,13 37 0 16,-13-37 0-16,0 0 0 0,0 0 0 0,0 0 0 15,0 0 0-15,35 1 0 0,-30-6 0 0,1-5 0 16,-1-2 0-16,-3 0 0 0,2 0-304 0,-2-2-16 16,-1 2 0-16,-1-2 0 0,0 0 0 0,-1 2-16 15,-1-2 0-15,0-2 0 0,0-1 48 0,0 0 16 0,0 1 0 0,0 2 0 16,2 2 272-16,1 1 0 0,0 3 0 0,1 3 0 16,2-2 0-16,0 4 0 0,1 1 0 0,1 2 0 15,1 0 192-15,-7 0-48 0,0 0-16 0,0 0 0 16,0 0 64-16,39 14 16 0,-39-14 0 0,0 0 0 15,0 0-208-15,0 0 128 0,39 28-128 0,-39-28 0 16,0 0 0-16,0 0 128 16,0 0-128-16,0 0 0 0,0 0 0 0,20 36 0 0,-23-31 0 0,-3-2 0 15,1 1 0-15,-3-1 0 0,-3 1 0 0,0-4 0 16,-1 1 0-16,-2-2-160 0,0 1 160 0,-1 0-192 0,1-2 0 0,1 2 0 16,1 0 0-16,1 0 0 0,3 0 64 0,3 0 0 15,1 2 0-15,2-1 0 0,2 1 128 0,2 1 0 16,-2-3 0-16,0 0 128 0,0 0 144 0,0 0 48 15,45 25 0-15,-45-25 0 0,0 0 112 0,51 19 16 16,-51-19 16-16,39 12 0 0,-39-12-128 0,38 10-16 16,-38-10-16-16,0 0 0 0,47 16-304 0,-47-16 0 15,0 0 0-15,39 12 0 16,-39-12-272-16,0 0-176 0</inkml:trace>
  <inkml:trace contextRef="#ctx0" brushRef="#br1" timeOffset="-72104.02">5359 9063 11055 0,'-1'-2'976'0,"1"-1"-784"0,0 1-192 0,-1 1 0 0,1 0 1808 0,0-1 320 15,-1-1 64-15,1-4 16 0,-1 0 736 0,0-2 128 16,1 0 48-16,1 1 0 0,-1 1-672 0,0 2-128 16,0 0-16-16,0 4-16 0,0 0-1248 0,0 2-240 15,-1 2-48-15,0 2-16 0,0 0-480 0,-1 7-80 16,2-12-32-16,-2 26 0 0,2-26-144 0,-1 39 0 15,1-39 0-15,0 41 128 0,0-41-128 0,5 39 0 16,-5-39 0-16,6 33 0 0,-6-33 0 0,0 0 0 16,0 0 0-16,0 0 0 0,26 30 0 0,-19-32 0 0,1-4 0 0,2-2 0 15,0-2 0-15,0-2 0 0,0-2 0 0,0 2 0 16,-1-2 0-16,-2 2-144 0,-1-2 144 0,-2 2 0 16,0 3-288-16,-2-2 48 0,-1 1 16 0,-2 0 0 15,1 1 224-15,-2 2 0 0,0-3 0 0,0 3-144 16,-2 1 144-16,1 0 0 0,1 4 0 0,-1 1 0 15,2 4 0-15,0 0 144 0,0 1-144 0,0 4 160 16,0 1 16-16,1-9 0 0,0 0 0 0,1 37 0 16,-1-37-48-16,0 0 0 0,8 36 0 0,-8-36 0 15,0 0-128-15,0 0 160 0,28 32-160 0,-28-32 160 0,0 0-160 0,0 0 0 16,38-1 0-16,-28-5 0 0,0 0 0 0,1-3 0 16,-1-1 0-16,1-1 0 0,-1 1-240 15,1 1-80-15,-1-1 0 0,1-2-16 16,0 0-1216-16,0 0-240 0,-2 1-64 0,0 1 0 15,-1 1-384-15,-2-1-96 0,0 0-16 0,-1 1 0 16,-3-2 1520-16,0 2 288 0,-1 0 64 0,-2 3 16 0,0-1 1264 0,-1 2 256 16,1 0 48-16,0 2 16 0,-1 0 496 0,0 0 112 15,0 1 0-15,0 1 16 0,1-2-544 0,0 2-112 16,-1 0-32-16,2 1 0 0,-1 0-384 0,0-2-80 16,0 2-16-16,0 0 0 0,1 0-272 0,-1-2-64 0,1 2-16 15,0 0 0-15,0 0 32 0,-1 0 16 0,1 0 0 0,-1 2 0 16,0-2-48-16,-1 3-16 0,1 2 0 0,0 1 0 15,1-6-16-15,0 0-16 0,-1 38 0 0,1-38 0 16,-1 36-48-16,1-36-128 0,-3 47 192 0,1-16-64 16,1 0-128-16,-1 4 0 0,0 3 0 0,1 0 0 15,-1 0 0-15,0 0 0 0,1 0 128 0,0-4-128 16,1-2 0-16,1-1 0 0,2-2 0 0,-3-29 0 16,9 47 0-16,-9-47 0 0,12 33 0 0,-12-33 0 15,0 0 0-15,0 0 0 0,0 0 0 0,0 0 0 16,34 8-560-16,-29-18-32 0,-1-4-16 0,-2-2 0 15,-2 1-1616-15,0-3-320 0,0-2-64 0,-2 1-13344 16</inkml:trace>
  <inkml:trace contextRef="#ctx0" brushRef="#br1" timeOffset="-71898.38">5590 9026 15663 0,'1'-10'688'0,"0"3"144"0,1 2-656 0,0 1-176 16,1 3 0-16,-1 1 0 0,0-2 2576 0,3 0 496 15,3-1 80-15,5 1 32 0,3-2-480 0,-16 4-80 16,38-1-32-16,-38 1 0 0,37 1-1456 0,-37-1-304 15,34 4-48-15,-34-4-16 0,0 0-384 0,40 5-96 0,-40-5-16 16,0 0 0-16,35 9-144 0,-35-9-128 16,0 0 144-16,0 0-144 0,0 0 128 0,0 0-128 0,25 38 0 0,-28-30 0 15,-3 1 128-15,-2 0-128 0,-2 1 0 0,-3-1 0 16,-1 1 128-16,-2-1-128 0,0-2 0 0,-1-2 0 16,-2-1 0-16,3-1 0 0,0-2 0 0,3-1-12048 15,4-1-2432-15</inkml:trace>
  <inkml:trace contextRef="#ctx0" brushRef="#br1" timeOffset="-70916.72">6271 9084 7711 0,'-5'-6'160'0,"1"1"32"0,1-1 16 0,1 2 32 0,1 2-240 0,0-1 0 0,1 1 0 0,-1 0 0 16,0-5 3408-16,-1 0 640 0,0-1 128 0,1 0 32 0,0 2-992 0,0-1-192 0,1 3-32 0,-1 1-16 16,1-1-960-16,0 1-192 0,-1 0-32 0,0 1-16 31,0 1-1168-31,0 0-224 0,-2-1-64 0,-1 2 0 15,0 0-320-15,-1 0 144 0,-2-2-144 0,0 4 0 0,0-2 128 0,-1 2-128 0,0-1 0 0,-2 0 0 16,1 2 0-16,0 1 0 0,1 0 0 0,-1 0 0 16,1 3 0-16,0-3 0 0,3 6 0 0,-2-3 0 15,3 3 0-15,-1 3 0 0,2 2 0 0,1 2 0 16,2-17 0-16,-3 37 0 0,3-37 0 0,5 31 0 16,-5-31 0-16,0 0 0 0,0 0 0 0,29 38 0 15,-29-38 0-15,0 0 0 0,31-4 0 0,-20-2 0 0,1-3 0 0,0-2 0 16,0-1 0-16,0-3 0 15,0-1 0-15,1-1 0 0,-1 1 0 0,-2-3 0 16,1 4 0-16,-1-4 0 0,0 0-128 16,-2-2 128-1,1 0-448-15,-2-1 0 0,-1 3 0 0,-3-2 0 0,0 2 128 0,-3-2 48 16,0 0 0-16,-2 2 0 0,0 0 272 0,0 3 0 16,-1 1 0-16,-1 4 0 0,2 2 368 0,-1 3 128 15,2 3 16-15,-1 3 16 0,0 0-96 0,-1 5-32 0,1 0 0 16,-1 4 0-16,3-9-144 0,-2 25-48 0,2-25 0 0,-1 32 0 15,1-32-80-15,1 33 0 0,-1-33-128 0,5 36 192 16,-5-36-64-16,7 38-128 0,-7-38 176 0,8 35-176 16,-8-35 128-16,8 33-128 0,-8-33 0 0,8 36 0 15,-8-36 0-15,9 31 0 0,-9-31 0 0,0 0 0 16,11 35 0-16,-11-35 0 0,0 0 0 0,0 0 0 16,0 0 0-16,0 0 0 0,0 0 0 0,0 0 0 15,33 5-512 1,-25-14-128-16,1-2 0 0,2-2-16 0,-1 0-928 0,1-2-176 0,0-2-32 0,0-1-16 15,0 0 16-15,-1 0 0 0,-1 2 0 0,-2 1 0 16,1 3 1088-16,-3 0 240 0,0 2 32 0,-1 3 16 0,-1-1 1184 0,0 3 224 16,-2 2 48-16,0 2 16 0,-1 1 512 0,0 3 96 15,-2 2 32-15,0-1 0 0,-2 4-544 0,1 1-128 16,-2 0 0-16,1 3-16 0,0-1-592 0,-1 0-112 16,1 3-32-16,1 0 0 0,-1 5-144 0,0-1-128 15,1 2 192-15,3-20-192 0,-2 32 224 0,2-32-64 16,0 0-16-16,6 32 0 0,-6-32-144 0,0 0 0 15,0 0 0-15,0 0 0 0,0 0 0 0,35 7 0 16,-27-14 0-16,-1 0 0 0,2-3 0 0,-1 1 0 0,-1-2 0 16,2 1 0-16,-1-4-368 0,2 0 0 0,0-1 0 0,0-1 0 31,0 0-336-31,-2 1-80 0,0 1-16 0,-3 2 0 0,1 1 464 0,-2 3 80 0,-2 3 32 0,-1 0 0 16,0 5 384-16,-1 0 80 0,-1 1 16 0,-1 3 0 15,1 0 336-15,-1 4 80 0,-1 1 16 0,0 1 0 16,-1 2-304-16,1-1-48 0,0 1-16 0,0 0 0 15,0 0-144-15,2 1-48 0,1-13 0 0,-2 25 0 16,2-25-128-16,0 0 160 0,0 0-160 0,7 33 160 0,-7-33-160 16,0 0 0-16,0 0 0 0,0 0 0 0,0 0 0 0,0 0 0 15,0 0 0-15,36 14 0 0,-31-14 0 0,1-2 0 16,-1 2 0-16,1-3 0 16,0 0-784-16,2 0-96 0,1-3-16 0,0 2-16832 15</inkml:trace>
  <inkml:trace contextRef="#ctx0" brushRef="#br1" timeOffset="-70377.07">6977 8900 16575 0,'3'-8'736'0,"-1"4"160"0,0-1-720 0,0 3-176 0,-1-1 0 0,-1 1 0 0,1 2 2064 0,0-2 384 15,0-3 80-15,0 2 16 0,-1 0 272 0,-2 0 48 16,-2 5 16-16,-1-1 0 16,-3 2-1408-16,0 2-256 0,-2 0-64 0,-1 2-16 0,-1 2-672 0,-1-1-128 15,0 1-16-15,0 0-16 0,-1 1-304 16,1 0 160-16,0 0-160 0,2 1 128 16,0-1-128-16,3-1 0 0,2 1 0 0,3-3 0 0,0 1 160 0,3-8-160 15,0 0 192-15,0 0-192 0,0 0 128 0,0 0-128 16,28 30 0-16,-28-30 0 15,0 0 0-15,34 4 0 0,-34-4 0 0,26-2 0 16,-26 2 0-16,25-3 0 0,-25 3 0 0,0 0 0 16,28-3 0-16,-28 3 0 0,0 0 0 0,0 0 0 0,0 0-224 0,0 0 48 0,0 0 16 0,0 0 0 15,0 0 160-15,-5 35-208 0,-3-26 80 0,-1 0 128 16,-1 1-352-16,0-1 48 0,1-1 16 16,2 1 0-16,-1-2 32 0,2-1 16 15,2-2 0-15,0-2 0 0,3 0-528 0,2-4-128 0,2-1 0 16,1 0-10096-16,0-3-2000 15</inkml:trace>
  <inkml:trace contextRef="#ctx0" brushRef="#br1" timeOffset="-70075.38">7177 8848 19343 0,'3'-10'848'0,"-2"5"192"0,1 0-832 0,-1 1-208 15,0 2 0-15,0-1 0 0,0 1 2544 0,-1-1 464 0,1-3 80 0,1 0 32 16,0 0-768-16,0 1-160 0,0 4-16 0,-1-1-16 16,-1 2-1296-16,0 0-256 0,0 0-48 0,0 0-16 15,0 0-320-15,9 44-64 0,-9-44-16 0,1 28 0 16,-1-28-144-16,-1 32 0 0,1-32 0 0,-2 46 128 16,-1-25-128-16,1 1 0 0,-1 1 0 0,-1 1 0 15,-1 2 0-15,2 0 0 0,0-4 128 0,3-22-128 16,-2 37 0-16,2-37 0 0,0 0 0 0,8 33 0 15,-8-33 0-15,0 0 0 0,0 0 0 0,0 0 0 16,30 5 0-16,-22-12 0 0,1 0 0 0,-1-2 0 16,1-3-736-16,-1 0-32 0,0 0 0 0,-1 0 0 15,-3-2-1216-15,1 2-256 0,-1 2-64 0,-2-2-7616 16,-1 1-1520-16</inkml:trace>
  <inkml:trace contextRef="#ctx0" brushRef="#br1" timeOffset="-69903.49">7089 8940 18431 0,'-8'7'816'0,"3"-4"160"0,1 1-784 0,4-2-192 16,0-1 0-16,1 1 0 0,2-2 3376 0,-3 0 624 0,0 0 128 16,0 0 32-16,44 12-1568 0,-44-12-304 0,49-2-64 0,-21-1-16 15,1-3-1408-15,-1 0-288 0,0-3-48 0,-2 0-16 16,1-1-320-16,-3 0-128 0,0 1 0 0,-1 2-19072 16</inkml:trace>
  <inkml:trace contextRef="#ctx0" brushRef="#br1" timeOffset="-69130.54">8078 8828 12895 0,'2'-4'1152'0,"-1"-1"-928"0,-1 1-224 0,0 3 0 15,0-1 1216-15,0-2 192 0,0-2 32 0,0-5 16 16,0-1 272-16,0-3 64 0,0 2 16 0,-2 0 0 15,1 4-80-15,-2 0 0 0,0-1-16 0,0 5 0 16,1 1-192-16,-2 1-48 16,-1 2 0-16,0 1 0 0,-2 1-448 0,1 1-80 0,-2 1-32 0,1 2 0 15,0-1-416-15,0 1-96 0,0 2-16 0,-1 4 0 16,1 2-208-16,-1 1-48 0,2 5-128 0,-2 0 192 0,3 3-192 0,1-1 144 16,1 2-144-16,3-23 128 0,-2 48-128 0,2-48 128 15,1 52-128-15,-1-23 128 0,0-29-128 0,2 57 0 16,-2-29 0-16,0 1 0 0,0-29 0 0,-2 56 0 15,1-30 0-15,1-26 0 0,-6 43 0 0,6-43 0 16,-4 31 0-16,4-31 0 0,0 0 0 0,-5 26 0 16,3-21 0-16,0-3 0 0,1-2 0 0,0-1 0 15,0-3 0-15,1-1-176 16,0-1-848-16,-1-4-160 0,1 0-32 0,-2-4-16 16,1 0-2224-16,-3 0-432 0,-2-3-80 0,0-2-32 15,-3 0 96-15,0 0 32 0,0 0 0 0,-2 0 0 16,1 1 1648-16,0-2 336 0,2 4 64 0,1 2 16 0,2 4 3376 0,1 1 672 0,1 5 144 0,1 1 32 15,2 3 976-15,1 0 192 0,1 2 32 0,2-1 16 16,-4-1-496-16,0 0-80 0,0 0-32 0,0 0 0 16,43 13-1088-16,-43-13-208 0,28 0-64 0,-12-1 0 15,4-2-896-15,0-3-192 0,1 2-48 0,1-5 0 16,-1 1-160-16,0-1-48 0,3-3 0 16,-3 2 0-16,0-1-320 0,-2 4 128 0,-2-1-128 0,-2 2 0 15,0 1 0-15,-3 2-128 0,0 2 0 0,-12 1 0 16,0 0-1216-1,27 1-256-15</inkml:trace>
  <inkml:trace contextRef="#ctx0" brushRef="#br1" timeOffset="-68781.71">8248 8966 14735 0,'4'-4'1312'0,"-1"1"-1056"16,0 0-256-16,-1 0 0 15,0 2 2512-15,-1-1 448 0,1 0 96 0,2-1 16 0,1-2 64 0,3 0 32 16,1-2 0-16,0 0 0 0,0 2-1680 0,-2 1-336 0,1 1-64 0,0-1 0 15,-1 3-608-15,1-2-112 0,-8 3-32 0,0 0 0 16,23-1-208-16,-23 1-128 16,0 0 160-16,0 0-160 15,0 0 0-15,0 0 0 0,31 26 0 0,-31-26 0 0,0 0 0 0,0 0 0 0,12 47 0 0,-12-47 0 32,0 30 0-32,0-30 0 0,-2 29 0 0,2-29 0 15,-4 26 0-15,4-26 0 0,0 0 0 0,-6 26 0 0,6-26 0 0,0 0 0 0,-5 12 0 0,4-12 0 16,0 0 0-16,1-2 0 0,0-2 0 0,0-1 0 0,1 0 0 15,0-4 0 1,2 1 0-16,-1-1 0 0,1-1 320 0,2-2-48 16,0-3 0-16,3-2 0 0,0 0-112 0,1 0-32 0,1 1 0 0,-1-1 0 0,1 1-128 0,-1 3 0 15,2 1 0-15,-2 3 128 0,0 0-128 0,0 2 0 16,0 3 0-16,-1 3 0 31,-1-1-512-31,-7 2-48 0,0 0 0 0,0 0-18448 0</inkml:trace>
  <inkml:trace contextRef="#ctx0" brushRef="#br1" timeOffset="-67848.78">8774 8914 24879 0,'0'-5'1088'0,"-1"0"256"0,0 1-1088 0,0 2-256 0,1 1 0 0,-1 0 0 16,-2-2 1152-16,-2 0 160 0,-1-3 32 0,-4 0 16 15,-2-1-592-15,0 3-112 0,1 3-16 0,2-1-16 16,0 4-48-16,1 3-16 0,1-1 0 0,0 2 0 16,0 2-208-16,0 1-32 0,2 2-16 0,-1 1 0 15,2 0-160-15,-1 2-16 0,5-14-128 0,-7 31 192 0,7-31 416 0,-4 38 80 16,4-38 16-16,0 0 0 0,4 40-48 0,-4-40 0 16,0 0 0-16,0 0 0 0,31 24-400 0,-31-24-96 15,24-2-16-15,-12-3 0 0,0 0-144 0,-1-5 128 16,2 1-128-16,-1-3 128 0,-3 3-128 0,1-3 160 15,0-5-160-15,0 1 160 0,-3-1-160 0,-2 3 0 16,-2 0 0-16,-2 0 0 0,-2 2 0 0,-2 0 0 16,-3 1 0-16,-2 1 0 0,-3 2 0 0,-1 1 0 0,0 3 0 0,-2 1 0 15,1 3 0-15,-1 1 0 0,0 3-144 0,1 1 144 16,1 2 0-16,1 0 0 0,-2 1 0 0,3 0 0 16,1 2 0-16,3-3 0 0,0 1 0 0,2-2 0 15,1-1 128-15,3 0-128 0,0-5 0 0,0 0 144 16,0 0-144-16,0 0 0 0,0 0 0 0,42 7 0 15,-29-10 0-15,1 0 128 0,2-1-128 0,0-1 0 16,2 1 0-16,0-3 0 0,-1 2 0 0,0-2 0 16,0 1 0-16,-1 0 0 0,0-1 0 0,-1 0 0 15,1 2 0-15,-2 0 0 0,-1 1 0 0,-1 1 0 16,-12 3 0-16,20-1 0 0,-20 1 0 0,0 0 0 0,0 0 0 0,0 0 0 16,0 0 0-16,0 0 0 0,0 0 0 15,26 38 0-15,-26-38 0 0,-4 20 0 0,0-11 176 0,-2 3-48 16,0 2-128-16,-1-2 192 0,0 0-64 0,-1 2-128 15,0-2 176-15,1 0-176 0,0-1 208 0,2-3-64 16,0-1-16-16,3-2 0 0,0-2-128 16,2-3 160-16,0 2-160 0,1-4 160 0,2-1-32 0,1-4 0 15,0 0 0-15,3-2 0 0,1-1-128 0,2-4 128 16,1-2-128-16,0 1 128 0,0 0-128 0,0-1 0 0,1 2 0 0,0-3 0 16,0 0 0-16,0 3 0 15,-1 0 0-15,0 2 0 0,-1 3 0 0,-2 2 0 16,0 2 0-16,-1 2 0 0,-2 1 0 0,-5 2 0 0,0 0 0 0,0 0 0 15,0 0 0-15,0 0 0 0,11 34 0 0,-11-34 0 16,-3 28 0-16,3-28 0 0,-5 28 0 0,5-28 0 16,-8 32 0-16,8-32 0 0,-10 32 0 0,3-15 0 15,0-2 0-15,0 1 0 0,7-16 0 0,-8 19 0 16,4-12 0-16,1-3 0 0,3-4 0 0,0 0 0 16,0 0 0-16,0 0 0 0,3-2 0 0,1-4 0 15,2-2 0-15,-1-2 0 0,3-4 0 0,1 0 0 0,1 0-208 0,1-3 16 16,1 0 16-16,1-1 0 0,1 1-48 0,-1-3-16 15,2 0 0-15,-1 1 0 16,-2 2 240-16,0 1-176 0,-2 4 176 0,-2 5-160 0,0 2 160 0,-8 5 0 16,0 0 0-16,0 0 0 0,0 0 0 0,0 0 0 15,0 0 128-15,21 40-128 0,-21-40 240 0,0 0-32 16,-3 41 0-16,3-41 0 16,-6 33-16-16,0-14-16 0,6-19 0 0,-11 40 0 0,6-21-16 0,-2 1 0 15,7-20 0-15,-7 35 0 0,7-35-160 0,-3 26 192 0,3-26-192 16,0 0 192-16,0 0-336 0,0 0-64 0,0 0-16 0,0 0-19360 31</inkml:trace>
  <inkml:trace contextRef="#ctx0" brushRef="#br1" timeOffset="-67119.85">9639 8825 4607 0,'3'-6'400'0,"-1"4"-400"16,0-1 0-16,-1 1 0 0,0 1 2304 0,0 0 368 0,0 1 80 0,1-3 0 15,-1 1 656-15,2-1 128 0,1 1 32 0,-2 0 0 16,-1 0-832-16,0-1-176 0,0 1-16 0,-1 1-16 16,0 1-1040-16,-1-2-208 0,-1 4-32 0,-1-2-16 15,-1 3-688-15,-1 0-144 0,-1 0-16 0,-1 3-16 16,-1 0-368-16,0 3 128 0,0 2-128 0,-1 1 0 15,1 0 0-15,0 2 0 0,1 0 0 0,1 0 128 16,1 1-128-16,0-1 0 0,5-14 0 0,-3 24 0 16,3-24 0-16,0 0 0 0,0 0 0 0,0 0 0 15,0 0 0-15,0 0 0 0,39 23 0 0,-28-28 0 16,1-1 0-16,2-3 0 0,1-2 0 0,1-1-128 0,1 0-192 16,0-2-16-16,-1 2-16 0,2-4 0 15,-1 3-96-15,-3-2 0 0,1 0-16 0,-2 1 0 0,-1-3 176 0,-1 2 32 16,-2 1 16-16,-2 3 0 0,-2 2 240 0,-1 4 0 15,-3 3 192-15,-1 0-192 0,-1 4 448 0,0 2 0 16,1-4-16-16,-9 15 0 0,4-1-176 0,-3 0-48 16,1 5 0-16,-1 0 0 0,0 0-208 0,1 0 176 15,-1 0-176-15,1-3 160 0,1-2-160 0,2 3 0 16,-1-4 0-16,5-13 0 0,0 0 0 0,-2 30 0 0,2-30 128 16,0 0-128-16,0 0 0 0,0 0 0 0,0 0 0 0,35 5 0 15,-25-12 0-15,1-1 0 0,0 0 0 0,1-2 0 16,2-1 0-16,0-2 192 0,1-1-192 0,-1-2 192 15,0 1-192-15,1 0 0 0,-2-1 0 0,0 0 0 16,-2 1 0-16,0-1 0 0,-1 3 0 0,-2-1 0 16,0 2 0-16,-1 1 0 0,-1-1 0 0,-2 3 0 15,0 1 0-15,-3-1 0 0,-1 3 0 0,-1 0 0 16,-1 1 0-16,-2 3 0 0,1 0 128 0,-3 0-128 16,0 1 0-16,1 2 0 0,-2 1 144 0,1 0-144 15,-1 0 0-15,1 1 0 0,0 1 0 0,3-1 0 16,-1 1 0-16,1-3 0 0,2 3 0 0,0-3-12544 15,1-1-2400-15</inkml:trace>
  <inkml:trace contextRef="#ctx0" brushRef="#br1" timeOffset="-66250.33">10028 8765 5519 0,'3'-3'496'0,"0"1"-496"15,-1 0 0-15,-2 2 0 0,0-2 2176 0,2 1 352 0,1-4 64 0,3 1 16 16,-1-1 976-16,1-1 208 0,-2 3 48 0,-3 0 0 16,0 3-1280-16,-1 1-256 0,-2 3-64 0,0 0 0 15,-2 4-1056-15,-2-1-224 16,6-7-32-16,-11 23-16 0,5-9-480 0,-1 1-112 0,1 2 0 0,-2-3-16 16,8-14-128-16,-11 30-32 0,11-30 0 0,-10 29 0 15,10-29 48-15,-6 26 16 16,6-26 0-16,0 0 0 0,-3 32-16 0,3-32 0 0,0 0 0 0,0 0 0 15,0 0-192-15,0 0 128 0,34 23-128 16,-25-26 0-16,2-1 0 0,2 0 0 0,0-2 0 0,-1-1 0 16,3 0 0-16,-1 0 0 0,2-3 0 0,-1 1 0 0,-1 2 0 0,0-3-208 15,0 3 64-15,-1-2 16 0,-1 1 128 0,-1-1-192 16,-1 2 192-16,-1-2-192 0,-1 2 192 0,-3 1 0 16,-1-1 0-16,-2 0 0 0,-1 1 0 0,0 0 0 15,-2 0 0-15,0 1 0 0,-1 0 0 0,-1 0 0 16,1 0 0-16,-1 1 0 0,1 1 0 0,-1-2 0 15,0 3 0-15,0 0 0 0,0-1 192 0,0-1-16 16,0 3-16-16,1 1 0 16,0-2-160-16,1 2 192 0,-1 2-192 0,0-2 192 0,-1 1-192 0,0 1 0 15,0 1 144-15,0 0-144 0,-2 0 0 0,0 2 144 0,1 0-144 0,-2-1 0 32,1 4 160-32,-2-4-160 0,0 4 128 0,0-4-128 0,1 2 0 0,0-1 0 0,1-2 128 0,-1 1-128 15,2 0 0-15,0-3 0 16,0 0 0-16,0-1 0 0,3 0 0 0,-1 0 0 0,1 0 0 0,0-1 0 15,1 0 0-15,0-2 0 16,1 1 0-16,-1-1 0 0,2-1 0 0,-1 0 0 0,1 1 0 0,0-2 0 16,1 3 0-16,-1-3 0 0,0 2 0 0,0 0 0 15,-2 0 0-15,2 0 0 0,0 0 0 0,-1 3 0 16,-1-2-128-16,0 2-16 0,0 0 0 0,0 0 0 16,-1 2-112-16,0-2-32 0,0 1 0 0,-1 1 0 0,1 1 96 0,-2-1 32 31,-1 0 0-31,1 0 0 0,0 3 160 0,-1-4-160 0,0 1 160 15,0 0-160-15,0 0 160 0,-1-1 0 16,1 1 0-16,1-2 0 0,-1 2 0 0,1 1 0 0,0-3 0 0,1 2 0 0,1-2 0 0,-1 0 0 16,1 1 0-16,0-1 0 0,1 0 0 0,0 0-128 31,1 1 128-31,0-2-128 0,1 1-144 0,-1 0-32 0,1-1 0 0,-1 1 0 31,2-2-144-31,-1 2-48 0,0 0 0 0,0-2 0 0,0 1 256 0,-1 1 48 0,-1-2 16 0,0 0 0 0,0 1 176 0,0 1 0 0,-2 0 0 0,0-2 0 16,-1 2 320-16,-1 0-16 15,2 2 0-15,-2-1 0 16,0 1 128-16,0 1 16 0,1-1 16 0,-1 1 0 16,1 0-192-16,0 0-32 0,0 0-16 0,1 0 0 15,-1 0 32-15,1-2 0 0,1 1 0 0,0 0 0 16,0-1-64-16,1 1-16 0,0-2 0 0,0 0 0 16,0 2-176-16,1-2 0 0,-1 0 144 0,1-2-144 15,1 2 0-15,-1 0 144 0,0 0-144 0,1-2 0 16,-1 1 0-16,0 1 0 0,-1-2 0 0,1 0 0 15,1 1-208-15,-1 1-112 0,1-2 0 0,1 1-18624 16</inkml:trace>
  <inkml:trace contextRef="#ctx0" brushRef="#br1" timeOffset="-65694.84">10470 8837 10127 0,'1'-6'448'0,"-1"1"96"0,0 3-544 15,0-3 0-15,0 3 0 0,0 0 0 16,0 1 2064-16,-1-2 304 0,1-1 64 0,-3-1 16 0,0 1 496 0,-1-1 112 16,-1 3 16-16,-1 1 0 15,1 4-1104-15,-3-2-224 0,1 3-32 0,-2 0-16 0,1 2-752 0,-1 0-160 16,1 0-16-16,0 2-16 15,2 1-416-15,0 0-80 0,1 2 0 0,2 1-16 0,3-12-240 0,-7 23 176 16,7-23-176-16,-3 24 160 0,3-24-32 0,0 0-128 16,0 0 192-16,9 38-64 0,-9-38-128 0,0 0 192 0,0 0-192 0,36 12 192 15,-24-13-192-15,2-4 160 0,3-2-160 0,-1-4 160 16,3 2-160-16,-2-5 160 0,2 2-160 0,-2-2 160 16,-2-1-160-16,-1 0 0 0,-2 0 0 0,-3-1 0 15,-3 1 0-15,-3 1 0 0,-2 1-192 0,-3 0 192 16,-1 3-208-16,-3 1 80 0,-3-1 128 0,-2 3-208 15,-3 2 0-15,-1 1 0 0,-4 2 0 0,1 2 0 16,-2 2 208-16,2 2 0 0,0 3 0 0,0 0 0 16,2 3 0-16,1-1 0 0,1 3 160 0,3 0-160 15,1 0 0-15,4 0 0 0,6-12 128 0,0 0-12000 16,-2 29-2400-16</inkml:trace>
  <inkml:trace contextRef="#ctx0" brushRef="#br1" timeOffset="-65033.34">10177 8889 6447 0,'7'-10'576'0,"-3"5"-576"15,-1 0 0-15,1 0 0 0,-1 1 1200 0,-1 1 128 0,1-2 16 0,3-2 16 0,1-6 960 0,3 0 192 16,-3 1 48-16,-2 1 0 16,-3 3-384-16,-2 4-64 0,-3 1 0 0,-3 3-16 0,-1 1-416 0,-4 3-80 15,-1 1 0-15,-2 2-16 0,-1 0-704 0,0 0-144 16,1 3-32-16,0-1 0 0,-1-2-160 0,2 3-32 16,2-3-16-16,1 1 0 0,1 0-128 0,0-1-32 15,3 1 0-15,-1-1 0 0,2 0-112 0,0 0-32 16,2 0 0-16,1-4 0 0,0 2 0 0,1-1 0 15,0 0 0-15,1-1 0 0,0 2-16 0,1-3-16 16,0 3 0-16,1-2 0 0,-2-3 16 0,0 0 0 0,0 0 0 16,0 0 0-16,0 0-176 0,0 0 160 0,35 30-160 0,-35-30 160 15,0 0-160-15,35 5 0 0,-35-5 0 0,33-2 0 16,-15-1 0-16,1-1 0 0,-1-2 0 0,1 0 0 16,-2-4 0-16,0 0 0 0,0-2 128 0,-3 0-128 15,-1 1 0 1,-4-1 0-16,-2 3 0 0,-2-2 0 15,-3 0 0-15,-2 2 0 0,-2 2 0 0,-3-3 0 0,-1 3 0 0,-3 0 0 0,-3-2 0 0,-2 2 0 16,-3 1 0-16,-1 2 0 0,1 0 0 0,-2 3 0 16,1-1 0-16,-1 4 0 0,2 1 0 0,2 0 0 15,0 3 0-15,2 0 0 0,1 2 128 0,2-1-128 16,1 3 0 0,3-3 0-16,-1 2 0 0,4-1 0 0,1-2-224 0,2-6-32 0,0 0 0 0,0 0-18320 15</inkml:trace>
  <inkml:trace contextRef="#ctx0" brushRef="#br1" timeOffset="-64211.52">10799 8850 21183 0,'0'-2'1888'0,"1"2"-1504"16,-1 0-384-16,1 0 0 0,0 0 2160 0,0-2 352 15,-1 1 80-15,4-1 16 0,1-1-288 0,0-1-48 16,2 0-16-16,0 0 0 0,1 0-1296 0,-1-1-272 16,1 0-48-16,1-2-16 0,-1 2-384 0,0-1-80 0,-1-2-16 0,-1 1 0 15,-1 0-144-15,-1 0 0 0,-2-2 0 0,-2 1 0 16,-1 2 0-16,-2-2 0 0,-1 4 128 0,-2-4-128 16,-2 4 0-16,-1-3 0 0,-3 2 0 0,-1 0 0 15,-1 2 128-15,-1 1-128 0,0 2 128 0,-3 2-128 16,2 4 0-16,0 1 128 0,2 2-128 0,1 3 0 15,0 0 0-15,0 2 0 0,2 2 128 0,1 1-128 16,2 2 0-16,0-2 0 0,4 2 0 0,-1-3 0 16,5-16 0-16,-5 28 0 0,5-28 0 0,0 0 0 15,0 0 0-15,12 38 0 0,-12-38 0 0,0 0 0 16,0 0 208-16,37 6-32 0,-24-9-16 0,2-3 0 0,-1-2 16 0,4-2 0 16,1-3 0-16,2-2 0 0,-1 0-176 0,1-1 160 15,-3-3-160-15,-1 2 160 0,-1-1-160 0,-3-1 0 16,-1 2 0-16,-1 0 0 0,-2-2 0 0,-1 0 0 15,1-2 0-15,-3-1 0 0,0-1 0 0,-1-3 0 16,-3 0 0-16,-1-3 0 0,-1 2-144 0,-1 1 144 16,-1 1 0-16,-1 4 0 0,-1 2 0 0,1 3 0 15,0 6 0-15,-1 2 0 0,0 4 0 0,0 2 176 16,2 0-48-16,-1 4-128 0,-1 4 256 0,4-6-48 0,-6 22-16 16,6-22 0-16,-9 38-192 0,5-16 176 0,0 3-176 0,1 4 160 15,0 1-160-15,0 6 0 0,0 4 144 0,0 3-144 16,1-2 128-16,1-1-128 0,1-2 160 0,0-5-160 15,0-33 0-15,5 53 128 0,-5-53-128 0,7 40 0 16,-7-40 0-16,0 0 0 0,18 38 0 0,-18-38 0 16,0 0-800-1,0 0-96-15</inkml:trace>
  <inkml:trace contextRef="#ctx0" brushRef="#br1" timeOffset="-62871.86">866 9680 14735 0,'-4'-2'1312'0,"2"2"-1056"15,0 0-256-15,1 0 0 0,0 0 1280 0,-1 0 208 16,-2 2 48-16,-1-2 0 0,-1 1 1088 16,0 0 208-16,1 1 48 0,2-1 16 0,4 1-960 0,0 1-192 15,3 1-32-15,2-4-16 0,-6 0-832 0,0 0-160 16,0 0-48-16,41 5 0 0,-26-8-272 0,0-1-64 15,2-1-16-15,-1 0 0 0,2 1-112 0,-1-4 0 0,-3 4-16 16,0-3 0-16,0 3-176 0,-3-2 0 16,1 1 0-16,-2 1 128 0,-2-1-128 0,0 2 0 15,-4 1 0-15,0-3 0 0,-1 1 0 0,-2 1 0 0,-1 1 0 0,-1 0 0 16,-2 0-400-16,-1 1-64 16,0-2-16-16,-2 1 0 0,-1 4-768 0,0-2-160 0,0 3-16 0,-1-2-16 31,2 3 384-31,-1-3 80 0,3 2 16 0,-1 0 0 0,1-1 672 0,1 1 144 0,1 1 144 0,0-3-208 0,0 3 208 15,0-1 128-15,1-1 0 0,-1 2-128 16,1-1 960-16,0 2 64 0,-1-1 32 16,-1 4 0-16,1 1 96 0,-2 0 32 0,0 3 0 0,-1 2 0 0,1-2-528 0,0 3-96 15,-3 4-32-15,0 2 0 16,1-2-352-16,-1 2-176 0,-1 3 160 0,-1 0-160 0,2 2 0 0,0-5 128 16,3-2-128-16,1-5 0 0,1-2 0 0,2-3 0 15,1-3 0-15,2-3 0 0,-1-3 0 0,3-3 0 16,1 0 0-16,1-3-12128 15,2-4-2400-15</inkml:trace>
  <inkml:trace contextRef="#ctx0" brushRef="#br1" timeOffset="-61849.48">1324 9611 8287 0,'1'-5'736'0,"-1"3"-592"0,1 2-144 0,-1-2 0 0,0 2 1376 0,0 0 240 15,-1 0 48-15,1 0 16 0,-1 0 960 0,0 0 192 16,0 0 48-16,0 0 0 16,0-2-416-16,0 1-80 0,0 1-16 0,0-2 0 0,0 0-784 0,0 1-176 15,1 1-16-15,0 0-16 16,0 0-624-16,0-2-128 15,0 2-32-15,0 0 0 0,0 2-384 0,0-2-80 16,0 0 0-16,0 3-128 0,0-1 0 0,0-2 0 16,0 0 0-16,0 0 0 0,0 0 0 0,1-2 0 0,-1 2 0 15,1-2 0-15,-1 2 0 0,1-1 0 0,-1-1 0 0,0 0 0 16,0 2 128-16,1-3-128 0,-1 1 0 0,1 2 0 16,-1-3 0-16,1 3 0 0,-1 0 0 0,0 1 0 15,0 1 0-15,1-2 0 0,-1 2 0 0,0-1 0 16,-1 1 0-16,1 0 0 0,0 3 128 0,0 0-128 15,-1-1 0-15,1 1 160 0,-1 0-160 0,0 0 128 16,1 2-128-16,-2-3 160 0,1 1-160 0,-1 0 160 16,1 2-160-16,-1-1 160 0,0 0-160 0,0 3 160 0,-1 1-160 15,-1-1 0-15,1 3 144 0,-2 0-144 0,0 5 0 16,0-2 128-16,0-2-128 0,0 3 0 0,-1 1 0 0,0 0 0 16,2 0 0-16,-1-1 128 0,2-2-128 0,1-1 0 15,0-2 0-15,0-2 0 0,1-3 0 0,0-1 0 16,2-2 0-16,-1-2 0 0,0 1 0 0,1-2 0 15,0-3 0-15,0 1 0 0,1 0 0 0,-1-3 0 16,1 1 0-16,0-1 0 0,1-2 0 0,-1 2 0 16,1-4 0-16,-2 4 0 0,1-3 0 0,1 2 0 15,0 0 0-15,0 2 128 0,-2-3-128 0,2 2 0 16,0 3 0-16,-1-3 0 0,1 0 0 0,-1 3 0 0,-1 0 0 0,2-1 0 16,-1 1 0-16,0 1 0 0,-1 0 0 0,1 0 0 15,0 1 0-15,-2-2 0 0,2 2 0 0,0-2 0 16,1 0 0-16,-1-1 0 0,1 0 0 0,-1-1 128 15,2 0 0-15,-1 0 0 16,1 0 0-16,-1-1 0 0,2-2-128 0,0 2 0 0,-1 0 0 0,1-1 0 16,0 0 0-16,1 2 0 0,-1-3 0 0,0 2 0 15,-1 1 0-15,0 1 0 0,-1 0 0 0,0 1 0 16,0 0 0-16,-1 0 0 0,0 2 0 0,-2-2 0 16,1 2 0-16,0-1 0 0,0 1 0 0,-1 0 0 0,1 0 144 0,-1 0-144 15,1 0 192-15,-1 0-192 0,1 0 144 0,0 0-144 16,0 1 0-16,0-1 144 0,0 2-144 0,0-2 0 15,1 0 0-15,-2 0 0 0,1 0 0 0,0 0 0 16,1 2 0-16,-2-2 0 0,1 0 0 0,0 0 0 16,-1 0 0-16,1 1 0 0,-1-1 0 0,1 1 0 15,-1-1 0-15,1 0 0 0,-1 0 0 0,0 0 0 16,0 0 0-16,1 0 0 0,-1 0 0 0,0 0 0 16,1 0 0-16,-1 0 0 0,1 0 0 0,0 0 0 0,-1 0 0 0,0 0 0 15,1 0 0-15,0 0 0 0,-1 2 0 16,0-1 0-16,0 1 0 0,1 0 0 0,-1-1 0 15,1 1 0-15,-1-1 0 0,1 0 0 0,0 1 0 0,0 1 0 16,1-1 0-16,-1-1 0 0,1 1 0 0,-1 0 0 16,0 0 0-16,0-1 0 0,1 3 0 0,-1-3 0 15,1 3 0-15,-1-2 0 16,0 0 0-16,0 3 0 0,1-1 0 0,-2 0 0 0,0-4 0 0,0 0 0 16,0 0 0-16,0 0 0 0,0 0 0 0,1 30 0 15,-1-25 0-15,0 0 0 0,0 2 0 0,0-7 0 16,0 0 0-16,0 0 0 0,0 0 128 0,0 0-128 15,0 0 0-15,0 0 0 0,0 0 0 0,0 0 0 16,0 0 0-16,0 0 0 0,0 0 0 0,0 0-19328 16</inkml:trace>
  <inkml:trace contextRef="#ctx0" brushRef="#br1" timeOffset="-59747.73">1422 9734 16575 0,'2'-4'1472'0,"-1"1"-1168"0,-1-1-304 0,1 3 0 16,0 1 848-16,-1 0 112 0,1-2 32 0,1 0 0 15,0-1 768-15,-1 1 160 0,-1 4 16 0,0 3 16 16,0 5-640-16,-1 2-128 0,-1 0-32 0,1 4 0 16,-1 0-528-16,1 1-112 0,0 2-32 0,1-19 0 15,3 38-112-15,-3-38-32 0,4 29 0 0,-4-29 0 16,0 0-336-16,0 0 128 0,0 0-128 0,0 0 0 15,0 0 0-15,0 0 0 0,37 22-192 0,-30-28-15008 16</inkml:trace>
  <inkml:trace contextRef="#ctx0" brushRef="#br1" timeOffset="-58846.88">1654 9794 1839 0,'2'0'160'0,"0"0"-160"15,0 0 0-15,-1 0 0 0,0-2 2640 0,0 2 496 16,0-1 112-16,1 1 16 0,1-2-80 0,1 0-16 16,2-1 0-16,-2-2 0 0,1 0-544 0,0 1-128 15,-3-3 0-15,2 1-16 0,-2 0-1264 0,0-1-240 16,-1-1-48-16,-1 2-16 0,-1-2-544 0,-1 2-112 0,0 0-32 0,-2 2 0 16,0-1-224-16,-3 3 176 15,1-1-176-15,-3 1 160 0,1 2-160 0,-1 0 0 0,-1 2 0 0,1-1 0 16,1 3 0-16,1-1 0 0,1 3 0 0,0 0 0 15,2 3 0-15,-1 0 0 0,1 1 0 0,1 2 0 16,-1 2 0-16,1-1 0 0,0 0 0 0,1 3 0 16,1-3 0-16,0 1 0 0,0 2 0 0,0-4 0 15,1-12 160-15,0 0-160 0,0 0 192 0,0 0-192 16,0 0 256-16,0 0-48 0,0 0-16 0,0 0 0 16,37 21-192-16,-30-28 0 0,1-2 128 0,0-1-128 0,1 1 0 15,0-2 0-15,-1 1 0 0,0-2 0 0,1 0 0 16,-2 0 0-16,0 2 0 0,-1 1 0 0,0 0 0 0,-2 1 0 15,1-1 0-15,-1 3 0 0,-2 0 0 0,0 2 0 16,-1 3 0-16,0-1 0 0,-1 2 0 0,-1 0 0 16,0 2 0-16,0 1 0 0,1 0 0 0,-1 3 0 15,0 1 0-15,0 3 0 0,0-2 192 0,1 3 64 16,0-1 0-16,0 1 0 0,0-11-112 0,0 0-16 16,4 29 0-16,-4-29 0 0,0 0-128 0,0 0 0 15,0 0 0-15,0 0 128 0,0 0-128 0,0 0 0 0,0 0 0 0,0 0 0 16,40 9 0-16,-35-14 128 0,1-2-128 0,0 0 0 15,0 0 0-15,0 0 0 0,1-2 0 16,0 1 0-16,1-1 0 0,0-2 0 0,0 0 0 16,0 2 0-16,2-2-304 0,-2 1-32 0,1 0-16 0,0 1 0 15,0 2-32-15,-2-1 0 0,2 2 0 0,-3 1 0 16,1 2 384-16,-3 3-176 0,0-1 176 0,-1 1-128 16,-1 1 128-16,-1 2 0 0,0 1 0 0,-1 1 0 15,0-2 128-15,0 4 16 0,0 0 0 0,0 1 0 16,0-8 160-16,-2 18 16 0,0-9 16 0,0-1 0 0,-1 3-48 0,0-2-16 15,-1 3 0-15,0-2 0 0,-1 2-128 0,2-2-16 16,-2 1-128-16,0-2 192 0,2 0-192 0,-1-1 128 16,1-1-128-16,0 1 0 0,1-4 0 0,0 1 128 15,1 0-128-15,0-4 0 0,1 0 0 0,0 1 0 16,0-2 0-16,1-2 0 0,0 0 0 0,1-1 0 16,0-2 0-16,0-1 0 15,2-1 0-15,0-1 0 0,-1-1 0 0,2-3 0 0,0 0 0 0,-1 0 0 16,0 2 0-16,1-1 0 0,0-4 0 0,1 1 0 15,0 0 0-15,1 2 0 0,0-2 0 0,0 1 0 0,1 0 0 16,-1 3 0-16,2 2 0 0,-3 2 0 16,2 0 0-16,-1 3 0 0,0 0 0 15,-2 3 0-15,-5 0 0 0,0 0 0 0,0 0 0 0,0 0 0 16,0 0 0-16,0 0 0 0,39 27 0 16,-39-27 0-16,0 0 0 0,0 0 0 0,0 0 0 0,19 42 0 0,-19-42 0 0,0 0 0 15,4 36 128-15,-4-36 48 0,2 33 0 0,-3-16 0 16,1-17-176-16,-2 38 128 0,1-21-128 0,-1-1 128 15,0-2-128-15,2-14 0 16,-2 21 0-16,2-14 0 0,0-7 0 0,0 0 0 0,0 0 0 0,0 0-12496 16,0 0-2544-16</inkml:trace>
  <inkml:trace contextRef="#ctx0" brushRef="#br1" timeOffset="-58258.95">1028 9527 10127 0,'1'-6'896'0,"0"1"-704"15,1 3-192-15,0 0 0 0,-1-1 1536 0,0 3 288 16,0 0 48-16,1 0 16 0,0 0 1248 0,0 0 240 16,1 0 48-16,0 3 16 0,-2 1-1008 0,-1 1-208 15,-2 1-48-15,-1 2 0 0,-1-1-1024 0,0 3-192 16,-2-1-64-16,1-1 0 0,-1 3-576 0,0-1-112 16,0-1-16-16,0-2-16 0,-1 3-176 0,1-3 192 0,-2 3-192 0,2 1 192 15,-2 1-192-15,2 2 0 0,-1 0 144 0,1 3-144 16,-1 0 0-16,2 1 0 0,0 4 0 0,0 0 128 15,3 1-128-15,0 1 0 0,2-1 128 0,-1 0-128 16,1-23 160-16,3 38-32 0,-3-38-128 0,5 29 192 16,-5-29-192-16,0 0 128 0,0 0-128 0,0 0 0 15,23 36 0-15,-23-36 128 0,0 0-128 0,0 0 0 16,31-1 272-16,-22-2 16 0,1-3 0 0,1 2 0 16,0-1-32-16,0 0-16 0,1-1 0 0,0 0 0 0,2 0-240 0,0-1 144 15,0 2-144-15,-1-3 128 0,-1 2-128 0,-1-2 0 16,0 1 0-16,-1 2-19776 15</inkml:trace>
  <inkml:trace contextRef="#ctx0" brushRef="#br1" timeOffset="-56412.23">2600 9612 19343 0,'4'-8'1728'0,"-1"-1"-1392"16,0 4-336-16,0-2 0 0,-2 4 736 0,0 1 80 15,1-3 16-15,1-2 0 0,1-3 1040 0,0-2 224 16,1 1 32-16,-2-1 16 0,-1 5-576 0,-2-2-112 15,0 4-32-15,-2 0 0 0,-1 2-528 0,-2-1-128 0,2 0 0 0,-2 3-16 16,-1-2-256-16,-1 3-48 0,0-2-16 0,1 2 0 16,-1 2-224-16,0-2-32 0,0 4-16 0,-2 0 0 15,3-2-160-15,-1 3 160 0,2 2-160 0,-2 0 160 16,2 2-160-16,-1 1 0 0,1 4 144 0,0 1-144 16,1 1 0-16,1 2 0 0,-1 2 0 0,1 1 128 15,1 3-128-15,0 4 0 0,2 1 0 0,-1 3 0 16,1-3 0-16,1 1 0 0,0 1 0 0,0-1 0 15,1-2 0-15,-2-28 0 0,3 48 0 0,-3-48 0 0,2 37 0 0,-2-37 0 32,0 0 0-32,2 34 0 0,-1-29 0 0,0 0 0 0,-1-1 0 0,0-2 0 0,-1-1 0 15,0-1-160-15,1-1 160 0,-2 0-160 16,1-2-784-16,-1 0-144 0,0-1-48 0,0-1 0 16,-1 0-1776-16,0-2-352 0</inkml:trace>
  <inkml:trace contextRef="#ctx0" brushRef="#br1" timeOffset="-56223.98">2399 9824 10367 0,'-3'-9'224'0,"1"4"48"0,0 1 16 0,1 1 0 0,1 0-288 0,0 1 0 16,1 2 0-16,0-4 0 15,2 1 3072-15,0-1 544 0,2 0 112 0,0 0 32 0,3 0-528 0,0 1-96 16,2 1-32-16,2 0 0 0,-1-1-1520 0,1-1-304 0,1 1-64 0,0-2-16 16,1 0-688-16,0 1-128 0,2-4-16 0,0 2-16 15,0-2-224-15,-1 1-128 0,-2 0 128 0,1 3-128 31,-1-3 0-31,-2 4 0 0,0-2 0 0,-2 3 0 16,-9 2-256-16,0 0-128 0,0 0-32 0,31 2-17344 0</inkml:trace>
  <inkml:trace contextRef="#ctx0" brushRef="#br1" timeOffset="-55796.37">2715 9737 11967 0,'-3'-1'528'0,"1"0"112"16,1 1-512-16,0-1-128 0,1 1 0 0,0 0 0 0,-1 0 2176 0,1-1 416 16,-1 0 80-16,1-1 16 0,0-3-352 0,1 2-64 15,0 0-16-15,1 0 0 0,1 0-1232 0,-1-2-256 32,1 3-64-32,0-2 0 0,2 1-256 0,-2-2-48 0,2 3-16 0,0-1 0 15,-1 1 112-15,1-1 16 0,-1 1 0 0,0 2 0 0,0 0-128 0,-1 0 0 0,0 3-16 0,0 1 0 31,-3-4-48-31,0 0-16 0,0 0 0 0,0 0 0 0,18 36-160 0,-18-36-16 0,0 0-128 0,0 0 192 16,8 36-192-16,-8-36 0 0,0 0 0 0,4 30 0 16,-3-23 0-16,-1 3 0 0,1-5 0 0,-1 2 0 15,-1-3 0-15,0 1 0 0,0 0 0 0,0-3 0 32,-1 3 128-32,0-2-128 0,0-1 0 0,0-1 0 15,-1 0 0-15,0-2 128 0,2 0-128 0,-1-2 0 16,1-1 0-16,-1-1 0 0,1-2 128 0,0 0-128 15,1-1 432-15,1-1 32 0,0 0 16 0,1-2 0 0,0 0-288 16,2 0-48-16,1-1-16 0,0 0 0 0,1 2-128 0,0-1 0 16,1 3 0-16,-1 1 0 0,2 2 0 0,-1-1 0 15,1 1 0-15,0 2 0 0,-1 1 0 0,1 0 0 16,0-1 0-16,-1 1 0 0,0 1 0 0,-1-1 0 16,1 2 0-16,-1-1 0 15,-1 1-1616-15,2 0-256 0</inkml:trace>
  <inkml:trace contextRef="#ctx0" brushRef="#br1" timeOffset="-54719.55">3060 9720 12223 0,'2'-4'528'0,"-1"1"128"0,1-2-528 16,-1 3-128-16,-1 0 0 0,1 0 0 0,-1 1 2272 0,1-4 416 16,0 1 96-16,0-4 48 0,0 0 208 0,-1 1 32 15,0 1 16-15,0 1 48 0,0 2-1072 0,-1 2-208 16,-1 1-32-16,0 0 32 0,0 2-1040 15,-1 0-208-15,1 3-32 0,-2 2 16 16,0 1-464-16,0 1-128 0,1 1 0 0,-2 3 0 0,1 2 0 0,2-1 0 16,0 0 0-16,1-2 0 0,1-12-176 0,0 0 176 15,0 0-160-15,9 33 160 0,-9-33-144 0,0 0 144 0,0 0-192 16,0 0 192-16,34 6-128 0,-26-11 128 0,-1 0-160 16,1-2 160-16,-1 0 0 0,1-2 0 0,-1-1 0 15,-1 0 0-15,1 1 0 0,-1-3 0 0,-2 2 0 0,1-2 0 16,-2 3 0-16,-1-1-160 0,1 1 160 0,-3 1 0 15,0 2-128-15,-3-2 128 0,0 4 0 0,-3-1 0 16,0 0 0-16,-2 1 0 0,-1 1 0 0,0 1 0 16,-1-1 0-16,0 3 0 0,1 0 0 0,-2 0 0 15,1 3 0-15,1 0 0 0,1 1 0 0,0-2 0 16,3 1 0-16,-1 1 0 0,3 1 0 0,0-2 0 0,1 1 0 0,1 1 0 16,1-3 0-16,2 0 0 15,1 1 0-15,0-2 0 0,2 1 0 0,1-2 0 0,-6 0 0 0,0 0 0 16,22-6 0-16,-14 4 0 0,2-2 0 0,0-1 0 15,0 0 0-15,1 0 0 0,-1 0 0 0,1 1 0 16,1-1 0-16,-1 0 0 0,2 1 0 0,1 1 0 16,-14 3 0-16,25-7 0 15,-25 7 0-15,24-2 0 0,-24 2 0 0,0 0 0 0,31 0 0 0,-31 0 0 16,0 0 0-16,0 0 0 0,0 0-160 0,0 0 160 16,36 12 0-16,-36-12-144 0,0 0 144 0,0 0 0 0,0 0 0 0,6 33 0 15,-7-24 0-15,-2-1 0 0,1 1 0 0,0-2 0 31,-1 0 0-31,0 0 0 0,0 0 0 0,0-2 0 0,2-2 0 0,0 1 144 0,0-1-144 0,0-3 0 16,1 2 192-16,0-4-64 0,1 2 0 0,-1-2-128 16,1 1 128-16,-1-1-128 0,1-1 0 0,1 0 0 15,0-1 0-15,0 0 0 16,1 0 0-16,1-1 0 0,-1-1 0 0,1 2 0 0,1-4 0 0,0 2 0 16,2-2 0-1,-1-1 0-15,2-1 0 0,0 1 0 0,0-3 0 0,0 3 0 0,0 2 0 0,-1-1 0 16,0 2 0-16,-1 3 0 0,0 1 0 0,-1 1 0 0,-1 1 0 0,-4 0 0 15,0 0 0-15,0 0 0 0,0 0 0 0,0 0 0 16,0 0 0-16,0 0 0 0,25 38 0 0,-25-38 0 31,0 0 0-31,2 31 0 0,-2-31 0 0,-2 24 0 0,2-24 0 0,-3 23 0 0,1-13 0 0,0 0 0 16,0-5 0-16,1 2 0 0,0-3 0 0,0 1 0 16,2-3 0-16,0-2 0 15,-1 1 0-15,1-2 0 0,1-1 0 0,2-1 0 0,-1-5 0 0,2 0 0 16,1-4 0-16,1 0 0 0,-1 0 0 0,2-2 0 15,0-2 0-15,0 1 0 16,1-1 0-16,-1 1 0 0,1 0 0 0,-1 0 0 0,0-2 0 0,1 3-176 0,-2 2 176 0,0 3-160 31,0 4 160-31,-1 0 0 0,-1 5 0 0,-5 0 0 0,0 0 0 0,0 0 0 0,0 0 0 16,0 0 0-16,20 43 0 0,-20-43 0 0,4 29 0 0,-4-29 0 16,-1 30 0-16,1-30 0 0,-2 36 160 0,1-21-160 15,0 0 176-15,0-3-176 0,1-12 192 0,-1 24-192 16,2-17 128-16,-1-1-128 0,2 0 0 0,0-3 0 15,1-1 0-15,0-1 0 0,1-2 0 0,0-1-12320 16,1-1-2496-16</inkml:trace>
  <inkml:trace contextRef="#ctx0" brushRef="#br1" timeOffset="-54010.21">4001 9718 4607 0,'1'1'400'0,"-1"0"-400"0,0 1 0 0,0-2 0 16,1 1 2064-16,-1 1 336 0,0 0 64 0,1-1 16 15,0 3 1024-15,0-2 208 0,1 1 32 0,0-1 16 16,2 1-880-16,-1-3-192 0,0 0-16 0,2-3-16 0,0 0-1296 0,0-1-256 15,1-3-48-15,0 0-16 0,1-1-592 0,-1 0-128 16,2 0-32-16,-2-2 0 0,0 1-288 0,-3 0 0 16,1 1 128-16,-1-1-128 0,-1 2 0 0,-1 0 0 15,-1 2 0-15,-2-2 0 0,-1 1 0 0,-1 0 0 16,-1 1 0-16,-2 3 0 0,0-2 0 0,-1 3 0 16,-2-1 0-16,-1 2 0 0,1 0 0 0,-2 3 0 15,-1 2 0-15,0 1 0 0,0 1 0 0,1 3 0 16,1-1 0-16,0 1-144 0,1 4 144 0,0 0-128 15,1 3 128-15,0-1-128 0,4-1 128 0,-1 2 0 0,1 1 0 16,1 1 0-16,2-2 0 0,1-3 0 0,1-14 0 0,0 0 0 16,0 0 0-16,0 0 0 0,26 33 0 0,-26-33 0 15,21-3 0-15,-10-3 0 0,3-2 0 0,-1-1 0 16,0 0 0-16,0-1 0 0,2-4 0 0,-1 2 0 16,-3 2 0-16,-1 1 0 0,0 0 0 0,-1-1 0 15,-1 0 0-15,-2 1 0 0,-1 3 0 0,-3 1 0 16,-1 2 0-16,-1 1 0 0,0 1 0 0,-1 2 0 15,-1 1 0-15,-1 3 0 0,0-2 0 0,0 3 0 16,1-1 0-16,0 2 0 0,0 0 0 0,1 0 0 0,-1 2 0 16,2-9 0-16,0 0 0 0,0 30 0 0,0-30 0 0,0 0 144 15,0 0-144-15,0 0 160 0,0 0 0 0,32 34 0 16,-32-34 0-16,0 0 0 0,29-2-160 0,-29 2 0 16,22-2 0-16,-22 2 128 0,22-7-128 0,-22 7 0 15,20-5 0-15,-20 5-176 16,0 0-1280-16,28-2-256 0</inkml:trace>
  <inkml:trace contextRef="#ctx0" brushRef="#br1" timeOffset="-53615.14">4787 9711 10127 0,'-2'-1'448'0,"0"-1"96"0,1 1-544 0,0 0 0 0,1-1 0 0,1-1 0 15,-1 1 2560-15,1-1 416 0,0-4 80 0,-1-1 16 16,1-3 256-16,-1-1 64 0,0 3 16 0,0 0 0 16,1-1-1264-16,-1 0-256 0,-1 2-48 0,0 0-16 15,0-1-1088-15,-2 1-224 0,1 1-32 0,-1 0-16 0,1 0-208 0,0 0-32 16,-1 1-16-16,0-2 0 15,0 3-208-15,-1 0 128 0,-1 1-128 0,-1 3 0 0,0 2 0 0,-2 3 128 16,-1 1-128-16,-1 3 0 0,0 3 0 0,0 1 0 16,-2 2 0-16,0 3 0 0,2 1 0 0,1 0 0 15,1 2 0-15,-1 2 0 0,1 4 0 0,1-2 0 16,2-1 0-16,0-2 0 0,2-1 0 0,3-20 0 16,2 33 0-16,-2-33 0 0,0 0 0 0,0 0 0 15,23 33 0-15,-23-33 0 0,0 0-128 0,0 0 128 0,39-2 0 0,-27-3 0 31,0-1-928-31,0-2-80 0,1 1-16 0,1-3-10912 0,0 3-2192 16</inkml:trace>
  <inkml:trace contextRef="#ctx0" brushRef="#br1" timeOffset="-52873">4902 9751 8287 0,'2'-2'736'0,"0"1"-592"0,-1 1-144 0,0-2 0 15,0 2 2976-15,1-2 560 0,0 0 112 0,3-4 32 16,2 0-160-16,0-2-48 0,-1-1 0 0,2 0 0 15,-2-1-1520-15,0 1-304 16,-1 2-64-16,-2-3-16 0,1 0-976 0,0 1-192 16,-2-2-32-16,-1 3-16 0,-1-2-224 0,0 4-128 15,-1-2 128-15,-3 4-128 0,1 1 0 0,-2 1 0 0,-1 2 0 0,-1 2 128 16,-1 1-128-16,0 1 0 0,0 2 128 0,0 0-128 0,0 4 0 0,-1-1 0 31,1 0 0-31,0 4 0 0,0 0 0 0,1 2 0 0,0-1 0 0,1 0 0 0,0 1 0 0,3-1 0 16,-2 0 0-16,2 0 0 0,3-14 0 0,-2 20 0 31,2-20 0-31,0 0 0 0,0 0 0 0,0 0 0 0,0 0 0 0,0 0 0 0,0 0 0 0,38 11 0 0,-28-18 0 16,-1-2 0-1,0 1 0-15,1-1 0 0,0-1 0 0,0-2 0 16,0 1 0-16,-2 1 0 0,0-2 0 0,-2 1 0 16,-1 1 0-16,-1 0 0 0,-2 2 0 0,0 0 0 15,-1 3 0-15,-1-2 0 0,0 5 0 0,-2-1 0 16,1 1 0-16,0 2 0 0,-1 0 0 0,0 0 0 15,1 2 0-15,-1 2 0 0,0 0 0 0,0 3 0 16,0 2 0-16,2-9 0 0,-3 19 0 0,3-19 0 16,-2 22 0-16,2-22 0 0,0 0 0 0,-1 26 0 15,1-26 0-15,0 0 0 0,0 0 0 0,0 0 0 16,0 0 0-16,0 0 0 0,0 0 0 0,0 0 0 0,31 28 0 16,-26-30 0-16,1-5 0 0,-2 2 0 0,2 0 0 0,-1-2 0 15,2-3 0-15,0 1-128 16,2-1-816-16,-1 1-144 0,1-3-48 0,1 0 0 15,-1 2-1040-15,0-1-224 0,0-1-32 0,1 1-16 16,-1 1 640-16,-1 0 128 0,2 0 16 0,-2 1 16 0,0 2 1328 0,-1 2 320 16,-1 0 0-16,0 1 0 0,-2 2 1152 0,1 2 240 15,-5 0 48-15,0 0 16 0,0 0 384 0,0 0 80 16,0 0 0-16,0 0 16 0,23 36-800 0,-23-36-176 16,0 0-16-16,8 35-16 0,-8-35-512 0,2 31-96 0,-2-31-32 15,-1 32 0-15,1-32-288 0,-3 32 128 0,1-13-128 0,-1 0 0 16,0-3 128-16,-1 0-128 0,1-3 0 0,0-2 0 15,3-11 0-15,-3 15 0 0,3-11 0 16,-1-1 0-16,1-3 0 0,1-3 0 0,-1-1 0 0,2-1 0 16,1-5 128-16,1-1-128 0,0 1 0 0,0-4 0 15,3-1 416-15,0-3-32 0,0-2 0 0,2-1 0 16,0-2-192-16,0-1-64 0,3 0 0 0,-2 3 0 16,2 0-128-16,-1 4 0 0,-1 3 144 0,0 4-144 15,-1 1 0-15,-3 2 0 0,2 4 0 0,-3 1 0 16,-5 2 0-16,0 0-256 0,0 0 64 0,0 0-18032 15</inkml:trace>
  <inkml:trace contextRef="#ctx0" brushRef="#br1" timeOffset="-52539.5">5502 9684 12895 0,'-4'-6'576'0,"0"0"112"0,1 2-560 0,1 0-128 16,1 1 0-16,0 1 0 0,-1 1 1376 0,-2-3 240 0,-2-1 48 0,0-1 16 15,-1 0-224-15,-2-1-48 16,1 5-16-16,0 2 0 0,2 0-112 0,-1 2-32 0,3 0 0 0,-1 1 0 16,2 4-208-16,0 0-32 0,0 0-16 0,-1 5 0 15,1 0 16-15,1 4 0 0,-1 4 0 0,0 0 0 16,1 4 32-16,-1 0 16 0,2 2 0 0,-1 0 0 15,0 3-496-15,0-3-112 0,0 0 0 0,0-5-16 16,2-21-176-16,-1 38-48 0,1-38 0 16,0 31 0-16,0-31-208 0,0 0 0 0,0 31 0 0,0-31 0 15,0 0 0-15,0 0 0 0,0 0 0 0,0 0 0 16,0 0-432-16,0 0-80 0,0 0 0 0,4-10-16 16,-3-2-1936-16,0 0-384 0,0-2-80 0,0-1-11808 15</inkml:trace>
  <inkml:trace contextRef="#ctx0" brushRef="#br1" timeOffset="-52288.01">5406 9704 5519 0,'1'-5'496'0,"-1"3"-496"16,-1 1 0-16,1 1 0 0,1-2 2512 0,1-3 416 16,0-4 80-16,1-2 0 15,2 1 592-15,0 2 112 0,0 1 32 0,1 1 0 0,1 1-1520 0,0 2-304 16,3 1-64-16,-1-3-16 0,-9 5-864 0,24-7-160 0,-24 7-48 0,27-8 0 16,-27 8-400-16,28-6-96 15,-28 6-16-15,0 0 0 16,39 2-128-16,-39-2-128 0,0 0 192 0,0 0-192 15,34 26 128-15,-34-26-128 0,0 0 0 0,0 0 0 0,3 40 0 0,-9-29 0 0,-1 2 0 0,-3 0 0 16,-3 0 144-16,0 1-144 0,0-2 0 0,-3 2 144 16,-2 0-144-16,0-1 0 0,-2 1 0 0,4-3 0 15,1-3 0-15,2-3 0 0,3-3 0 0,2-2 0 16,4-3 0-16,1 0-272 16,2-1 32-16,2-1-11744 0,3-3-2352 0</inkml:trace>
  <inkml:trace contextRef="#ctx0" brushRef="#br1" timeOffset="-51908.73">5661 9687 22111 0,'-6'7'976'0,"3"-5"208"0,0 3-944 0,1-4-240 16,1 1 0-16,1 0 0 16,0-1 1952-16,0 2 352 0,0 0 64 0,0-3 0 0,0 0-96 0,0 0-32 15,0 0 0-15,0 0 0 0,38 27-1296 0,-38-27-272 16,0 0-48-16,41-1-16 15,-41 1-352-15,28-7-64 0,-14 0 0 0,-1 1-16 0,-1 0-176 0,1-1 0 16,-1-3 0-16,-1 3 0 0,-2-1 0 0,-1-1 0 16,-2 3 0-16,1-2 0 15,-4 1 0-15,0 0 0 0,-2 1 0 0,-2-2 0 0,-1 3 0 0,-2 0-176 0,-2 1 176 0,-2-1-128 32,-2 2-48-32,-1 1 0 0,-2 2 0 0,-2 0 0 15,2 3-208-15,0 2-64 0,1-1 0 0,1 3 0 0,1 0 240 0,1 1 32 0,0 3 16 0,0 1 0 16,1 0 464-16,1 2 80 0,0 1 32 0,2 1 0 15,1-2 16-15,1 3 0 0,3-17 0 0,-1 32 0 16,1-32-64-16,0 0-16 0,18 35 0 0,-18-35 0 0,0 0-144 0,35 16-16 16,-35-16-16-16,29 1 0 0,-29-1-176 0,30-6 0 15,-13-1 0-15,-1 2 0 0,-2-3 0 0,-1 0-224 32,0 1 32-32,2-4 0 0,2-1-656 15,0-1-128-15,-1 1-32 0,0 0-16976 0</inkml:trace>
  <inkml:trace contextRef="#ctx0" brushRef="#br1" timeOffset="-51591.31">6199 9484 17503 0,'1'-4'768'0,"0"1"176"0,0 0-752 0,-1 1-192 0,0 1 0 0,-1 1 0 16,1 0 2064-16,-1-2 384 0,-1 2 80 0,0-2 16 15,-1 1 208-15,0 2 32 0,-1 1 16 0,-1 1 0 16,2 1-1520-16,-1 0-320 0,0 1-48 0,1 2-16 15,0-1-560-15,0 0-112 0,3-6-32 0,-6 22 0 16,6-22-192-16,-4 28 0 0,4-28 0 0,-5 36 0 16,5-36 0-16,-4 35 0 0,4-35 0 0,-2 38 0 15,2-38 128-15,-1 38-128 0,1-38 0 0,2 36 144 16,-2-36-144-16,0 0 160 0,9 34-160 0,-9-34 160 0,0 0-160 0,0 0 0 16,0 0 0-16,30 25 128 0,-30-25-128 0,0 0 0 15,19-2 0-15,-15-5 0 0,1 2-144 0,0 0-16 16,-1-2 0-16,0-2 0 15,1 1-720-15,-2-1-144 0,0-2-16 0,-1 0-16 16,0 2-1088-16,-2 0-224 0,0-1-32 0,-2-2-16 16,0 2-1232-16,-2-1-256 0</inkml:trace>
  <inkml:trace contextRef="#ctx0" brushRef="#br1" timeOffset="-51438.43">6089 9608 10879 0,'-20'0'240'0,"14"1"48"0,4-1 16 0,1 2 0 0,1-2-304 0,-2 0 0 0,-2 3 0 0,0 3 0 15,-2 0 4560-15,2 3 864 0,4-9 160 0,0 0 48 16,0 0-2256-16,0 0-448 0,28 28-96 0,-28-28-16 15,33 1-1552-15,-33-1-320 0,40-6-64 0,-18 3-16 16,0-1-352-16,-1-1-80 0,1-1-16 0,-2 1 0 16,-1 0-288-16,-19 5-128 0,34-7 128 0,-34 7-128 15,27-7 0-15,-27 7 0 0,22-5 0 0,-22 5-20528 16</inkml:trace>
  <inkml:trace contextRef="#ctx0" brushRef="#br1" timeOffset="-49435.3">6581 9454 6447 0,'-1'-2'576'0,"-1"2"-576"15,1 2 0-15,1-2 0 0,0 0 1376 0,-1 0 160 16,0 1 48-16,0 1 0 0,0-2 272 0,-1 2 64 16,2-1 16-16,0 1 0 0,1-2 64 15,1 1 16-15,0-1 0 0,2 1 0 0,0-1-160 0,0-1-48 16,2 0 0-16,0 1 0 16,0-2-528-16,1 1-128 0,2 1 0 0,-9 0-16 0,0 0-528 0,30-4-96 15,-30 4-32-15,24-1 0 0,-24 1-128 0,0 0-32 0,34 0 0 0,-34 0 0 31,0 0-112-31,32-2-16 0,-32 2-16 0,0 0 0 0,27-2-176 0,-20 2 0 16,-2-2 144-16,-1 2-144 0,-1-2 0 0,-1 2 144 0,-1-1-144 0,-1 1 0 16,0 0 0-16,-2 0 0 15,1 1 0-15,-2 1 0 0,1 0 128 0,-2 0-128 0,2 1 0 0,-1-1 0 16,0 0 0-16,0 1 0 0,0 1 0 0,2-1 0 0,-1 0 0 16,1 1 0-16,-1 0 0 0,2-1 0 0,0 2 128 15,-1-1-128-15,2 1 0 0,-1 0 0 0,1-1 0 0,-1 2 0 16,0-6 128-16,0 0-128 15,0 0 0-15,0 0 0 0,9 36 0 0,-9-36 0 0,0 0 128 0,9 37-128 16,-9-37 0-16,0 0 0 0,10 45 160 0,-10-45-160 31,6 33 128-31,-6-33-128 0,8 33 0 0,-8-33 128 0,0 0-128 0,8 44 0 16,-8-44 0-16,0 0 128 0,0 0-128 0,13 44 0 0,-13-44 160 0,0 0-160 31,0 0 192-31,11 34-192 0,-11-34 272 0,0 0-48 0,0 0-16 0,0 0 0 0,0 0 32 16,-4 17 0-16,2-16 0 15,-3 1 0-15,-1-2-80 0,-1 3-16 0,-2-2 0 0,-1 1 0 16,-3 1-16-16,0 0 0 0,-3 0 0 0,-1 2 0 16,-1 0-128-16,-2 2 0 0,0-1 0 0,-2 0 0 15,0-2 0-15,0 1 0 0,1 0 0 0,4-3-13232 16,1-2-2640-16</inkml:trace>
  <inkml:trace contextRef="#ctx0" brushRef="#br1" timeOffset="-48332.25">7064 9732 3679 0,'-8'-2'320'0,"2"2"-320"0,2-2 0 0,1 1 0 16,1 1 1408-16,0 0 192 16,0 0 64-16,-1 0 0 0,-2-2-128 0,-2 2 0 0,1 0-16 0,-2-2 0 15,3 4 608-15,0-2 128 0,2 0 32 0,1 0 0 16,1 2-400-16,1-4-80 0,3 4-16 0,0-2 0 15,4 0-384-15,2 0-96 0,4 0-16 0,1-2 0 16,2 0-32-16,4 1-16 16,4-2 0-16,4 0 0 0,1 0-528 0,0 0-96 15,1-1-32-15,0 0 0 0,-1-1-256 0,-1 0-48 16,1 0-16-16,-2-2 0 0,-3 2-128 0,-1 0-16 16,0 3-128-16,-1-2 192 0,-2 1-192 0,-1 0 0 15,-19 3 128-15,29-2-128 0,-17 0 0 0,-3 0 0 0,-3 1 0 16,-1-1 0-16,-2 2 0 0,-2 0 0 0,0 0 0 0,-2 0 0 15,-1 0 0-15,0 0 0 0,-2 0 0 0,0 0 0 32,-2 0-384-32,0 0-80 0,-2 0-16 0,0 0 0 15,-1 0-2240-15,0-2-448 0</inkml:trace>
  <inkml:trace contextRef="#ctx0" brushRef="#br1" timeOffset="-48034.44">7409 9614 6783 0,'-17'-8'144'0,"12"6"48"0,2 2 0 0,2 0 0 0,2 0-192 0,-3 0 0 0,-3-2 0 0,-5-1 0 16,-2-1 2448-16,-1 1 464 0,0 2 96 0,2 0 0 0,3-2-400 0,0 1-96 15,2 0-16-15,0 1 0 0,3 1-480 0,-1 0-96 16,1 0-32-16,0 0 0 16,2 0-592-16,-1 0-112 0,1 0-32 0,0 0 0 0,1 0-432 0,-1 0-80 15,2 1-32-15,0 1 0 0,1 0-272 0,0-2-48 16,2 1-16-16,1 1 0 0,1-2-48 0,-6 0-16 16,0 0 0-16,30 0 0 0,-30 0 96 0,31 0 16 15,-31 0 0-15,37 1 0 0,-37-1-64 0,42 3-16 16,-42-3 0-16,46 5 0 0,-46-5-80 0,42 7-16 15,-42-7 0-15,37 12 0 0,-37-12-144 0,0 0 128 0,43 17-128 0,-43-17 128 16,0 0-128-16,0 0 0 0,0 0 0 0,0 0 0 16,0 0 0-16,18 38 0 15,-25-30 0-15,-2 1 0 0,-3 2 0 0,-3 1 0 0,-3 0 128 0,0 2-128 16,1-5 0-16,-2 3 0 0,-4 0 0 16,-3 0 0-16,0 0 0 0,1 0 0 0,3-3-192 0,6-2-19472 15</inkml:trace>
  <inkml:trace contextRef="#ctx0" brushRef="#br1" timeOffset="-47060.83">7954 9682 12895 0,'2'-1'1152'0,"0"0"-928"0,-1 1-224 0,0-2 0 15,0 2 1504-15,0-2 256 0,1 1 48 0,0-4 16 16,3 3 672-16,0-3 144 0,-2 0 32 0,1 1 0 16,-1 1-752-16,0-1-128 0,-2 3-48 0,1 1 0 15,-2 0-736-15,0 3-160 0,0 2-16 0,-2 0-16 16,0 6-432-16,-2 3-96 0,0 4-16 0,0 2 0 15,-2 2-144-15,0 2-128 0,-1 0 144 0,1 1-144 0,0 1 0 0,0 3 0 16,-1-2 0-16,0 0 0 16,0 0 0-16,2-4 0 0,1-1 0 0,4-22 0 0,-3 30 0 0,3-30 0 15,0 0 0-15,0 0 0 16,0 0-640-16,0 0-112 0,0 0-16 0,38 14-16000 16</inkml:trace>
  <inkml:trace contextRef="#ctx0" brushRef="#br1" timeOffset="-46826.46">8195 9591 18431 0,'5'-9'816'0,"-1"3"160"0,0 3-784 0,-2 1-192 15,0 2 0-15,-2 2 0 0,1 1 1536 0,-1-3 256 0,0 0 48 0,0 0 16 16,10 44 80-16,-10-44 32 0,-1 49 0 0,-1-21 0 16,-3 2-656-16,-1 0-128 0,1 2-32 0,-2-1 0 15,1-1-384-15,-1-1-96 0,2 0-16 0,-1-5 0 16,1-1-496-16,1-3-160 0,0-4 0 15,4-16 0-15,-2 28 0 0,2-28 0 0,0 0 0 0,0 0 0 16,-2 26-192-16,2-24-112 0,1 1-16 0,-1-3 0 16,0-2-1904-16,-1 1-384 0,1-4-80 0,-1 1-11328 15</inkml:trace>
  <inkml:trace contextRef="#ctx0" brushRef="#br1" timeOffset="-46649.1">8012 9905 7359 0,'-16'-3'320'0,"5"1"80"0,2 2-400 0,2 0 0 0,4 0 0 0,0 0 0 0,0 2 2064 0,-2-1 336 15,-2 4 64-15,-2-2 16 0,2 0 80 0,3 0 0 16,3 2 16-16,1-5 0 16,0 0-208-16,0 0-64 0,0 0 0 0,39-3 0 0,-24-2-576 0,2-1-128 15,1-3-32-15,0-1 0 0,3 0-944 0,-1 1-192 16,0-1-48-16,0 0 0 0,-1 2-384 16,2 0 0-16,-1 1 0 0,1 1 0 0,-2 0-240 15,1 3-128-15,-3 0-16 0,-17 3-16 16,34-3-2832-16,-34 3-560 0</inkml:trace>
  <inkml:trace contextRef="#ctx0" brushRef="#br1" timeOffset="-45832.62">8382 9821 1839 0,'4'0'160'0,"-3"0"-160"0,-1 0 0 0,0 0 0 16,0 0 2176-16,0 0 384 0,0-1 96 0,-1 1 16 15,0-3 912-15,-1 1 192 0,-1 0 48 0,-1 1 0 16,0-1-1056-16,-1 2-208 0,0 0-32 0,0 2-16 16,-2 1-1136-16,1 2-224 0,-1 0-64 0,-1 4 0 15,1 0-464-15,-1 3-112 0,1 0 0 0,-1 2-16 16,3 1-240-16,0-1-64 0,5-14 0 0,-3 28 0 0,3-28-192 15,0 0 0-15,4 32 0 0,-4-32 0 0,0 0 0 0,0 0 0 16,0 0 0-16,0 0 0 0,41 18 0 0,-30-23 0 16,0 0 0-16,1-1 0 0,0-2 0 0,1-1 0 15,-2-1 0-15,0-1 0 0,-2 1 0 0,-1-2 0 16,0 0 0-16,-3 0 0 16,0 3 0-16,-1-2-192 0,-3 1 192 0,-1 0-208 0,0 0-48 0,-4 1-16 15,-1 0 0-15,-1-1 0 0,-1 3 112 0,-2 0 32 16,-1 0 0-16,-2 4 0 0,0 1 128 0,-1 2 0 15,-1 5 0-15,-2-2 0 0,1 1 0 0,0 3 0 0,3-1 0 16,1 2 0-16,3-1 128 0,0 1-128 16,2-2 128-16,2 2-128 0,0-1 208 0,4-7-16 15,0 0-16-15,0 0 0 0,0 0-32 0,0 0 0 16,0 0 0-16,0 0 0 0,44 17-16 0,-31-22 0 0,2 0 0 0,0 0 0 16,-1-2 0-16,1 0 0 15,0 0 0-15,0-2 0 0,0 1-128 0,-1 1 0 0,-1 0 0 0,-1 0 0 16,1 0 0-16,0 0 0 0,0-1 0 0,-1 2 0 15,-1-1 0-15,-1 2 0 0,1 0 0 0,-1-1 0 16,0 1 0-16,-3 1 0 16,0 2 0-16,-5 2 0 0,1 0 0 0,-3 2 0 0,0 1 0 0,-2 2 0 15,1-3 0-15,-2 1 0 0,0 2 0 0,-2 1 0 0,2-1 0 0,-1 2 0 16,0-1 128-16,1 2-128 0,2-2 0 0,0 0 128 16,1-6-128-16,0 0 128 0,0 0 0 0,0 0 0 15,4 34 0-15,-4-34 0 0,0 0-128 0,0 0 0 16,0 0 0-16,0 0 128 15,23 35-128-15,-23-35 0 0,0 0 144 0,0 0-144 0,0 0 0 0,33 1 128 16,-25-6-128-16,1 0 0 0,-1 0 0 0,1-2 0 16,0-3 0-16,1 1 0 0,-1 2 0 0,0-3 0 15,2-1 0-15,-3 3 0 0,-1-1 0 0,1-2 0 0,0 0-128 16,-1-1 128-16,0 3-224 0,-1-2 32 16,-2 3 16-16,-1 3 0 0,-2 0 176 0,0 3 0 0,-1 2 0 0,0 0 0 31,-1 3 0-31,0 1 0 0,-1 1 0 0,0 2 0 15,2-7 0-15,-3 17 0 0,3-17 0 0,-4 26 0 16,4-26 0-16,-1 29 0 0,1-29 0 0,1 30 0 16,-1-30 0-16,0 0 0 0,9 36 0 0,-9-36 128 15,0 0-128-15,0 0 0 0,0 0 0 0,33 21 0 16,-33-21 0-16,14-2 128 0,-5-3-128 0,-1 0 0 16,0-2 240-16,2 0-32 0,-2-3 0 0,0-1 0 15,0 1-80-15,-2-1 0 0,0 1-128 0,-1-2 192 0,2-1-64 16,-2 0 0-16,0-3-128 0,-1 1 192 0,-1-1-192 0,-3 1 128 15,1 1-128-15,-1 2 0 0,-1 0 0 0,-1 3 0 16,0 0 0-16,-1 1 0 0,1 4 0 0,-1-1-288 16,1 2 64-16,1 3-12544 15,0 0-2512-15</inkml:trace>
  <inkml:trace contextRef="#ctx0" brushRef="#br1" timeOffset="-43155.31">9204 9798 7359 0,'0'-2'656'16,"0"2"-528"-16,0 0-128 0,0 0 0 15,1 0 512-15,-1 0 80 16,1 0 16-16,-1 0 0 0,1 0 608 0,0-2 112 0,1 2 16 0,-1-2 16 0,0 1 112 0,0 1 32 16,-1-2 0-16,1 2 0 0,-1 0-192 0,0-2-32 31,0 2-16-31,0 2 0 0,-1-2-752 0,0 2-128 0,-1-1-48 0,0 1 0 0,0 0-208 0,1 0-128 16,-1 0 160-16,0 1-160 15,1 0 224-15,-1-1-48 0,1 0-16 0,0 0 0 0,1-1 176 0,0 1 48 16,0-2 0-16,0 0 0 0,2 0 112 0,-1-2 16 31,0 1 16-31,1-1 0 0,-1 0-32 0,1 0-16 0,-1 2 0 0,-1-3 0 0,1 1-160 0,0 0-48 16,0 1 0-16,0-1 0 0,-1 2-64 0,1-2-16 15,-1-1 0-15,0 3 0 0,0-2 0 0,0 0-16 0,0 1 0 0,-1 1 0 16,1-2-176-16,-1 2 128 0,1 0-128 0,0-1 128 16,1 1-128-16,-1-1 0 0,1-1 0 0,0 1 0 15,1-1 0-15,0 0 0 0,-1 1 0 0,0-2 0 31,2 0 0-31,-1-2 0 0,1 0 0 0,1 0 0 16,0-3 0-16,1-3 192 0,0 0-192 0,1 1 192 0,-1 1 160 0,-2-1 32 0,2-2 16 0,-1 2 0 31,-2-1 16-31,0 1 0 0,-1 1 0 0,0-1 0 0,-1 3 0 0,-1 0 0 0,0 1 0 0,-1 2 0 16,2 2-32-16,-2 1-16 0,-1 0 0 0,1 1 0 16,0 1-112-16,-1 0-32 15,0 1 0-15,0-1 0 0,0 2-224 0,0 1 144 16,1 0-144-16,-1 1 128 0,0 0-128 0,0 2 0 0,0 0 0 0,1 3 128 15,-1 2-128-15,0 0 0 16,-1 2 0-16,0 1 0 0,0 0 0 0,-1 3 0 0,1 2 0 0,-1 2 0 0,1 2 0 0,-1 2 0 31,1-3 0-31,0 3 0 0,0-4 0 0,0 1 0 16,4-23 0-16,-4 37 0 0,4-37 0 0,-1 25 0 16,1-25 0-16,0 0 0 0,0 0 0 0,0 0 0 15,0 0 0-15,0 0 0 0,40 12 0 0,-26-21 0 0,2-1 0 16,2-2 0-16,0-2 0 0,1-3 0 0,-1 3 0 15,0-2 0-15,-2 1 0 0,-1-1-144 0,-2 2 144 0,-1 1-208 32,-2 1-768-32,-4-2-160 0,-1 3-16 0,-3 1-16 15,-2 3-1344-15,-4-3-272 0,-2 4-48 0,-4 0-16 16,-2 0-624-16,-2 1-128 0,1 2-32 0,-3 1 0 0,-4 1 1056 16,-2 0 208-16,1 2 32 0,-2 0 16 0,3 1 1712 0,-2 1 352 0,-1 2 64 0,1-2 0 15,3 1 368-15,1 1 64 0,2-1 16 0,2 3 0 16,3-2 1600-16,2 0 336 0,2 2 64 0,1-3 16 15,2 1 464-15,3-2 80 0,0-1 32 0,3 0 0 16,-2-2-416-16,0 0-64 0,0 0-32 0,0 0 0 0,37 8-544 0,-37-8-96 16,22-3-32-16,-8-1 0 0,3 1-720 0,2-2-160 15,1-2-16-15,1 0-16 0,0 0-480 0,1-2-80 16,3 0-32-16,0 1 0 0,-1-2-160 0,-2 1 0 16,-2 2 0-16,-1-2 0 0,-1 4-192 0,-2-2-112 15,0 3-16-15,-2 0-11776 16,-1 2-2336-16</inkml:trace>
  <inkml:trace contextRef="#ctx0" brushRef="#br1" timeOffset="-42565.2">9586 9523 11967 0,'0'-8'1072'0,"0"2"-864"15,1 1-208-15,-1 3 0 16,0 2 1568-16,1-4 272 0,-1-1 48 0,0-3 16 0,1-1 672 0,-1 0 144 16,-1 4 32-16,-1 2 0 0,1 3-960 0,-2 5-176 15,0 7-32-15,0 1-16 0,-1 4-608 16,0 7-128-16,0 5-32 0,1 3 0 0,-1 0-464 0,0 1-80 0,1 0-32 16,-2-2 0-16,1-3-224 0,0 1 0 0,0 0 0 0,0-3 0 15,4-26 0-15,-4 45 0 0,4-45 0 0,-2 33 0 16,2-33 0-16,0 0 0 0,0 0 0 0,0 0 0 15,6 33 0-15,-5-31 0 0,0-4 0 0,0-1 0 16,0 0 0-16,1-3 0 0,0-1 0 0,0-3 0 16,2 1 0-16,0-3 0 0,0 1 128 0,-1-1-128 15,1 2 208-15,0-4 0 0,0 0 0 0,1-1 0 16,0 1 16-16,0 0 0 0,2 0 0 0,-2 4 0 16,1 1 0-16,-1 2 0 0,2 3 0 0,-2 3 0 15,0-1-96-15,-1 5-128 0,-4-3 176 0,0 0-176 16,0 0 144-16,7 39-144 0,-7-39 0 0,1 31 144 0,-1-31-144 15,-2 33 0-15,2-33 0 0,-3 33 0 0,3-33 0 0,-1 27 0 16,1-27 0-16,0 0 0 0,0 0 0 0,0 0 0 16,0 0 0-16,0 0 0 0,0 0 0 0,0 0 0 15,0 0 0-15,0 0-12224 16,0 0-2352-16</inkml:trace>
  <inkml:trace contextRef="#ctx0" brushRef="#br1" timeOffset="-42238.58">9744 9784 15663 0,'-2'5'688'0,"2"-3"144"0,0-1-656 0,1 1-176 0,0 0 0 0,0-2 0 15,1 2 2432-15,2-2 448 0,-4 0 80 0,0 0 32 16,29 0-368-16,-16-2-80 0,0 0-16 0,2-3 0 16,-1-1-1248-16,0 0-256 0,0-1-64 0,-2 0 0 15,-1 1-608-15,-1-2-128 0,1 3-32 0,-3-4 0 16,-1 4-192-16,-2-3 0 0,-1 2 0 0,-2 0 0 15,-1 0-176-15,-2 1-16 0,-1 0-16 0,-3-2 0 16,0 2-256-16,-3 1-48 0,-1 1-16 0,-3 0 0 16,-1 1 240-16,-2 1 48 0,-1 2 16 0,1 4 0 15,1 2 224-15,1 1 0 16,2 1 0-16,2 2-144 0,2 2 352 0,0 3 80 0,1 1 16 0,1-1 0 0,5-16 400 0,-4 40 64 16,4-40 32-16,0 0 0 0,13 48-336 0,-13-48-64 15,0 0-16-15,32 25 0 0,-32-25-224 0,30 4-160 16,-30-4 192-16,35 0-192 0,-17-3 0 0,1-1 0 15,-1-2 0-15,1 0-18496 0</inkml:trace>
  <inkml:trace contextRef="#ctx0" brushRef="#br1" timeOffset="-41634.3">10228 9728 11807 0,'1'-5'512'0,"-1"2"128"0,1-1-512 0,0 1-128 15,0 0 0-15,0 1 0 0,1 1 2048 0,0-4 400 16,2-1 80-16,3-1 16 0,-1-1 528 0,2-1 128 16,0 3 0-16,0 1 16 0,-2 0-1488 0,0 3-320 15,-3-1-48-15,0 3-16 0,-1 0-800 0,-1 0-160 16,-2 0-48-16,0 3 0 0,-2-2-128 0,0 2-16 16,-3 2-16-16,-1 0 0 0,-1 0 16 0,-1 2 16 15,0-3 0-15,-3 4 0 0,2-3-64 0,-1 4-16 16,-1-4 0-16,0 3 0 0,1 0-128 0,0-2 160 0,1 1-160 0,0-1 160 15,1 1-160-15,0 0 0 0,0 3 0 16,1-3 128-16,2 0-128 0,0 1 0 0,2-1 0 0,1 0 128 16,1-1-128-16,1 2 0 0,0-4 0 0,1-4 0 15,0 0 0-15,0 0 0 0,0 0 0 0,0 0 0 16,0 0 0-16,0 0 0 0,0 0 0 0,40 14 0 16,-30-17-256-16,2-2 32 0,2 0 0 0,0 1 0 15,1 0-704-15,-1-3-144 0,1 3-16 0,0 1-16 16,0-2 528-16,-2 3 128 0,-1 0 0 0,-12 2 16 0,20-3 432 15,-20 3 0-15,0 0 0 0,0 0-128 0,0 0 128 0,0 0 0 16,0 0 0-16,0 0 0 0,0 0 320 0,0 0-16 16,-1 36 0-16,-10-28 0 0,0 1 128 0,-3 0 16 15,0 0 16-15,-3-1 0 0,-1 1-208 0,1-2-64 16,-2 0 0-16,1-1 0 0,-1 0-192 0,1-1 144 16,2-1-144-16,2-1 128 0,2-1-128 0,1-2 0 15,2 0 0-15,1 0 0 16,1 0-464-16,3 0-80 0,1 0-16 0,3-2-15856 0</inkml:trace>
  <inkml:trace contextRef="#ctx0" brushRef="#br1" timeOffset="-41097.56">10564 9630 7359 0,'-3'0'160'0,"2"-2"32"0,-2 2 16 0,1 0 0 0,0 2-208 0,0-2 0 16,0 2 0-16,-1 1 0 0,-3 2 1936 0,-1-1 352 15,-1 6 64-15,0-3 16 0,1 4 832 0,0-1 192 16,1 2 16-16,0 0 16 0,-1 1-1120 0,2 2-208 15,-2 2-48-15,2 0-16 0,0-1-944 0,5-16-192 16,-6 34-48-16,6-34 0 0,-3 32-352 0,3-32-80 16,0 0-16-16,4 31 0 0,-4-31-192 0,0 0-32 0,0 0-16 0,0 0 0 15,32 7-160-15,-22-11 0 16,2-4 0-16,1-3 0 0,1 1 0 0,0-4 0 0,1 0 0 0,-1-3 0 31,0 3-432-31,-1 0-16 0,0 0 0 0,-3-1 0 0,0-1-176 16,-2 1-32-16,0 0-16 0,-2 0 0 0,-1-1 192 15,-1 3 32-15,-1 2 16 0,-3 2 0 0,0 1 432 0,0 3 0 0,-2 3 0 0,-1 2 128 16,-1 2 448-16,0 0 80 0,-1 3 32 0,-1 1 0 16,1 3-176-16,-2 2-48 15,2 4 0-15,-3 1 0 0,2 1-160 0,-1 2-48 0,2 2 0 0,-1-1 0 0,6-20-80 0,-6 37-32 16,6-37 0-16,-1 28 0 0,1-28-16 0,0 0-128 16,0 0 192-16,0 0-64 0,27 34-128 0,-27-34 0 15,18-5 0-15,-9 0 0 0,1 0 0 0,-2-3 0 16,1 0 0-16,2-2 0 31,-1-1-320-31,-1-1-128 0,0 2-48 0,1-2-17312 0</inkml:trace>
  <inkml:trace contextRef="#ctx0" brushRef="#br1" timeOffset="-40748.5">10782 9690 14735 0,'-4'4'640'0,"2"-4"160"0,0 0-640 0,0 2-160 0,1-2 0 0,1 0 0 0,-1 0 1904 0,0 1 336 15,-1 1 80-15,0-2 16 0,1 0 544 0,1 0 128 0,0-2 0 0,2 1 16 16,0-1-1216-16,3 0-240 0,-1-1-48 0,3-2-16 16,-1 2-992-1,1-2-208-15,2 1-48 0,0 0 0 0,-1 2-256 0,-2-1 0 0,2 3 0 0,-3 0 0 16,-5 0 0-16,0 0 0 0,0 0 0 0,0 0 0 31,0 0 0-31,18 38 0 0,-18-38 0 0,0 0 0 0,-5 41 0 0,5-41 0 16,-5 30 0-1,-1-15 0-15,1 2 0 0,-3-1 0 0,0 0 0 0,0-2 0 0,-1 1 0 0,0-4 0 16,1-3-128-16,0-1 128 0,2-2 0 0,1-3 0 16,1-2 0-16,1-2 0 0,1-1 0 0,1-2 0 15,1 1 0-15,1-4 0 0,2-1 240 0,0-2-64 16,3 1-16-16,1-4 0 0,3-1 48 0,-1-2 16 16,1 1 0-16,3-3 0 0,3-2-224 0,2-3 128 15,2 1-128-15,-1 4 0 0,0 0 0 0,-2 4 0 16,1 3 0-16,-2 1 0 15,-1 4-400-15,-2-1-80 0,-1 4-16 0,-3 1-11584 0,-9 3-2320 16</inkml:trace>
  <inkml:trace contextRef="#ctx0" brushRef="#br1" timeOffset="-40367.2">11166 9550 20271 0,'6'-12'896'0,"-4"5"192"16,2 0-880-16,-1 1-208 0,-1 2 0 0,0-1 0 15,-1 0 1920-15,3-4 352 0,1-3 64 0,0-4 16 16,0 3-16-16,-3 4 0 0,0 2 0 0,-3 3 0 16,-1 3-1104-16,-2 2-208 0,0 4-64 0,-3 2 0 15,2 1-592-15,-3 4-128 0,1 2-32 0,-3 4 0 0,2 3-208 0,-1 2 176 16,0 3-176-16,-1 3 160 0,2-3-160 0,0 2 0 16,-1 1 144-16,2-3-144 0,1-2 192 0,2-1-48 15,0 3 0-15,4-26 0 0,-5 51-144 0,5-51 0 16,-3 49 0-16,3-49 0 0,-3 48 0 0,3-48 0 15,-4 43 0-15,4-43 0 0,-4 37 0 0,4-37 0 0,-4 32 0 0,4-32 0 16,-8 27 0-16,8-27 0 0,-8 24 0 0,8-24 0 16,-10 24-128-16,4-17 128 0,1 0-160 0,-1-2 160 15,0 0-160-15,1-1 160 0,-2-2-160 0,1-1 160 16,-1 1 0-16,1-4-144 0,-1-1 144 0,-2 1 0 16,2-3-304-16,-2-1 32 15,-1-2 0-15,-1-2 0 16,0-3-784-16,0 0-160 0,0-4-16 0,0-1-16 0,2-4-2704 0,2 1-528 0,1 0-128 0,3-5 0 15</inkml:trace>
  <inkml:trace contextRef="#ctx0" brushRef="#br1" timeOffset="-40223.72">10909 9796 11055 0,'19'-10'480'0,"-14"8"112"15,-2 1-464-15,-2 1-128 0,-1 0 0 16,3-1 0-16,2-1 2464 0,4-1 480 0,4 0 80 0,2-3 32 0,1 1 368 0,2-1 80 16,-1 0 16-16,-1-1 0 0,0 0-1664 0,2 0-336 15,-1 0-64-15,2 0-16 0,-1-1-912 0,-1 2-176 16,0 0-32-16,-2 2-16 0,1 1-304 0,-2-1 0 15,-14 4-176-15,25-1 176 16,-25 1-1376-16,0 0-160 0,31 0-48 0,-31 0-14912 0</inkml:trace>
  <inkml:trace contextRef="#ctx0" brushRef="#br1" timeOffset="-39522.57">11355 9715 14735 0,'3'-4'640'0,"-1"1"160"0,0 1-640 0,0 0-160 0,-1 0 0 0,0 1 0 16,1-1 2576-16,1-1 496 0,2-1 80 0,0-1 32 15,0-1-208-15,-1 0-32 16,-1 3-16-16,-1-1 0 0,-1 2-1424 0,-1-1-288 0,-1 3-48 0,-1 0-16 16,-1 0-768-16,0 1-144 0,-2 1-48 0,0 0 0 15,-2-1-192-15,1 0 0 0,-2 1 0 0,1-2 0 16,-2 0 0-16,3 0-128 0,-1 0 128 0,3 1-160 16,-1 1 160-16,1-2 0 0,-1 3 0 0,0-1 0 0,1 2 0 0,-2 1 0 15,1 0 0-15,1 0 0 16,0 3 0-16,-1 0 0 15,1 2 0-15,4-10 0 0,-9 24 0 0,9-24 192 0,-7 33-64 0,7-33 0 0,-3 33-128 16,3-33 192-16,0 0-64 0,6 40 0 0,-6-40-128 0,0 0 0 16,0 0 0-16,0 0 0 0,29 24 0 0,-29-24 0 31,15-7 0-31,-6 0 0 0,0 0 0 0,-1-3-256 0,2 0 64 0,-2-1 0 16,1-1-128-16,0 0-48 0,-2-2 0 0,-1 2 0 15,1 0 96-15,-2-2 16 0,0 0 0 0,0 0 0 0,-2 1 256 0,-2 2 0 0,1 2 0 0,-2 1 0 16,0 4 192-16,-1 1 64 0,-1 1 0 0,2 2 0 15,-3 2 64-15,1 1 0 0,-1 1 16 0,-1 3 0 32,4-7-144-32,-6 17-16 0,6-17-16 0,-7 21 0 15,7-21-160-15,0 0 192 0,-6 29-192 0,6-29 192 16,0 0-192-16,3 40 0 0,-3-40 144 0,0 0-144 16,0 0 0-16,0 0 0 0,23 33 0 0,-23-33 0 15,0 0 0-15,0 0 0 0,27 1 0 0,-18-4 0 0,-1-2 0 0,1 1 0 16,1-1 0-16,1 0 0 0,0-3-256 15,1 2-64-15,-1-2 0 0,0 2-16 16,-1 0-128-16,-2 0-32 0,1-1 0 0,0 0 0 0,2-1 128 0,-1-1 32 16,0 2 0-16,-1-3 0 0,-2 5 336 0,-1 0 0 15,-3 1 0-15,-2 2 0 0,0-1 368 0,-3 1 80 16,1 0 32-16,-3 1 0 0,0 1-128 0,-1 0-32 16,1 1 0-16,-2 1 0 0,2-2-112 0,-2 2-16 15,0-2-16-15,1 3 0 0,0-1-176 0,0 0 160 16,-1 0-160-16,1 3 160 0,-2-1-160 0,2 0 0 0,1 3 0 15,-2-3 0-15,6-4 128 0,-7 17-128 0,7-17 128 16,-7 20-128-16,7-20 192 0,-5 25-64 0,5-25 0 0,-3 28 0 16,3-28-128-16,-2 29 128 0,2-29-128 0,0 0 128 15,5 40-128-15,-5-40 0 0,0 0 144 0,0 0-144 16,22 34 0-16,-22-34 0 0,0 0 0 0,0 0 128 16,31 7-368-16,-31-7-64 0,18-8-16 0,-8 1 0 31,0-1-1520-31,-1-1-304 0,1 1-64 0,-1-2-14304 0</inkml:trace>
  <inkml:trace contextRef="#ctx0" brushRef="#br1" timeOffset="-39191.01">11700 9780 11919 0,'-2'2'256'0,"1"-1"48"0,0 0 16 0,0-1 32 0,0 2-352 0,0-1 0 16,0 1 0-16,-1 1 0 0,2-3 3952 16,0 0 720-16,-6 18 128 0,6-18 48 15,0 0-1984-15,0 0-400 0,0 0-80 0,0 0-16 0,0 0-1312 0,0 0-272 16,35 22-48-16,-35-22-16 0,18-5-480 0,-7 0-112 15,0 0 0-15,-1 0-128 0,-1-1 0 0,-1-1 0 16,1 2 0-16,-2-2 0 0,0 2 0 0,-1-2 0 16,0 2 0-16,-2-2 0 0,-1 0 0 0,-1-1 0 15,-1 0 0-15,-2 0 0 0,0 1 0 0,-3-2 0 16,1 1 0-16,-3 1 0 0,-1 0 0 0,-3 2 0 0,1 3 0 0,-2 0 0 16,-2 6-144-16,1 1 144 0,2 2-128 0,0 2 128 15,0 3 0-15,2 0 0 0,2-1 0 0,6-11 128 16,-13 29 192-16,13-29 64 0,-7 36 0 15,7-36 0-15,1 32 48 0,-1-32 16 0,0 0 0 0,19 37 0 16,-19-37-256-16,0 0-64 0,32 21 0 0,-32-21 0 16,0 0-128-16,37 6 0 0,-37-6 0 0,23-4 0 31,-11 0-368-31,0-3-96 0,0 0-32 0,0-1-18624 0</inkml:trace>
  <inkml:trace contextRef="#ctx0" brushRef="#br1" timeOffset="-38705.78">12189 9756 19343 0,'0'-2'1728'0,"0"1"-1392"0,0 1-336 0,0 0 0 16,-2 0 2192-16,2 0 368 0,-1 0 80 0,-1 0 16 0,0 0 80 0,-1 3 16 15,-1-1 0-15,-1 5 0 16,1 0-1648-16,-2 3-320 0,6-10-64 0,-9 28-16 16,9-28-352-16,-8 34-80 0,8-34-16 0,-8 40 0 0,8-40-128 0,-3 40-128 15,3-40 192-15,0 36-192 16,0-36 144-16,0 0-144 0,6 40 0 0,-6-40 144 16,0 0-144-16,0 0 0 15,9 36 0-15,-9-36 0 0,0 0 0 0,0 0 0 0,0 0 0 0,0 0 0 0,0 0-144 0,0 0-16 31,0 0 0-31,0 0 0 16,32-3-368-16,-25-6-80 0,1-2-16 0,0-2 0 16,0 1-768-16,0-4-144 0,0-1-48 0,-2 0-14576 0</inkml:trace>
  <inkml:trace contextRef="#ctx0" brushRef="#br1" timeOffset="-38512.87">12055 9836 2751 0,'-8'6'256'0,"1"-1"-256"0,2-2 0 0,2 0 0 0,0-1 3136 0,-2 3 576 0,-6 5 112 0,-5 2 16 31,-2 4 384-31,3-2 80 0,5-2 16 0,6-5 0 16,4-7-1680-16,0 0-336 0,0 0-64 0,0 0 0 0,38 5-1200 0,-21-9-224 16,5-2-48-16,1-1-16 0,3-1-240 0,0-1-64 15,1 0 0-15,-2 1 0 0,0 0-240 0,-3 3-48 16,-2-2-16-16,-1 2 0 0,0 3-144 0,-19 2 0 16,34-5 0-16,-19 2 0 0,-15 3 0 0,25-2-176 15,-25 2 48-15,0 0 0 16,23-2-704-16,-23 2-144 0,0 0-32 0,0 0-17808 0</inkml:trace>
  <inkml:trace contextRef="#ctx0" brushRef="#br1" timeOffset="-38086.43">12380 9806 14735 0,'4'-7'640'0,"-2"4"160"0,-1 1-640 0,1 0-160 0,-1 1 0 0,0 1 0 16,0 0 2432-16,1-2 464 0,1 2 96 0,-3 0 16 15,0 0 320-15,0 0 64 0,0 0 0 0,0 0 16 16,14 35-1904-16,-14-35-384 0,0 0-80 0,4 43-16 15,-4-43-560-15,5 33-112 0,-5-33-32 0,0 0 0 16,13 38-144-16,-13-38-48 0,0 0 0 0,0 0 0 16,30 26-128-16,-30-26 0 0,0 0 0 0,27-2 0 15,-17-3 0-15,-2-2 0 0,1-2 0 0,0 2 0 16,-2-3-224-16,1-2-80 0,-2 2-16 0,0-3 0 16,-3 3-384-16,0-2-96 15,0 3-16-15,-1-3 0 0,0 0-208 0,-1 0-64 0,0 0 0 0,-1 1 0 0,0 3 752 0,0-1 144 16,-2 2 16-16,2 3 16 0,0 3 608 0,-2-1 112 15,1 4 16-15,-1 0 16 0,2-2 400 16,0 0 80-16,0 0 16 0,-7 27 0 0,7-27-640 0,-5 26-128 16,5-26-32-16,-6 33 0 15,6-33-96-15,-3 38 0 0,3-38-16 0,-4 40 0 0,4-40-48 0,-5 43-128 16,5-43 192-16,-8 45-64 0,3-22-128 0,-1-1 128 16,-2 2-128-16,1-1 128 0,-1-1-128 0,-2 1 0 0,-1 3 0 0,-2-2 0 15,0 2 0-15,-1-5 0 0,1-1 0 0,0-3 0 16,0-4 0-16,1-1 0 0,-2-4 128 0,1-2-128 15,-1-3 0-15,0-1 0 0,-1-5 0 0,-1-1 0 16,0-4-192-16,-1-3-80 0,-1-3-16 0,2 0-18544 16</inkml:trace>
  <inkml:trace contextRef="#ctx0" brushRef="#br1" timeOffset="-37453.15">12717 9777 15663 0,'2'0'688'0,"-2"0"144"15,0 0-656-15,0 1-176 0,0-1 0 0,0 1 0 0,0-1 2192 0,0 0 416 16,0 0 80-16,0 0 0 0,0 0 256 0,-4 36 32 0,4-36 16 0,-5 32 0 16,5-32-1392-16,-5 41-256 0,5-41-64 0,-8 46-16 15,8-46-736-15,-5 45-144 16,5-45-16-16,-4 45-16 0,4-45-160 0,-1 38-16 0,1-38-16 0,-1 31 0 0,1-31-160 0,0 0 0 31,1 37 144-31,-1-37-144 0,0 0 0 0,0 0 0 0,0 0 0 0,0 0 0 0,0 0-128 0,0 0-64 31,0 0 0-31,0 0 0 16,0 0-816-16,14-7-160 0,-11-5-48 0,-1-2 0 16,1-3-1872-16,-1 1-384 0,-1-1-80 0,-1-3-16 0,0-3-480 0,0 0-112 0,0-3 0 0,-1-5-16 15,1 1 1696-15,-1 1 352 0,1 0 64 0,0 5 16 0,0 3 3392 0,-1 2 704 16,0 7 128-16,0 3 16 15,0 4 1344-15,1 4 272 0,-1 1 48 0,1 1 16 0,0-1-736 16,0 0-160-16,0 0-32 0,0 0 0 0,0 0-1136 0,0 0-224 0,29 40-48 16,-29-40-16-16,0 0-928 0,36 13-176 0,-36-13-32 0,32 4-16 31,-32-4-224-31,29 0-144 0,-29 0 192 0,27-2-192 16,-27 2 128-16,24-1-128 0,-24 1 0 0,0 0 0 15,0 0 0-15,0 0 0 0,32 17 0 0,-32-17 0 0,0 0 0 0,-4 26 0 16,4-26 0-16,-14 22 0 15,3-11 0-15,-2 1 0 0,-1 0 0 0,-3 2 0 16,-1-2 0-16,0 0 0 0,-3-1 0 0,3-3 0 16,2-1-272-16,1-1 32 0,4-1 16 0,2-4 0 0,1 1-128 0,5-4-32 15,0 0 0-15,2-5-11552 16,4 2-2320-16</inkml:trace>
  <inkml:trace contextRef="#ctx0" brushRef="#br1" timeOffset="-37056.16">12912 9888 14735 0,'0'0'640'0,"0"0"160"0,0 0-640 0,0 0-160 0,0 0 0 0,0 0 0 16,0 0 3456-16,0 0 672 16,0 0 128-16,0 0 32 0,0 0-1152 0,38 8-208 0,-38-8-48 0,0 0-16 15,37 4-1952-15,-37-4-384 16,25 0-80-16,-25 0 0 0,24 2-256 0,-24-2-32 0,23-2-16 0,-23 2 0 15,23-6-144-15,-13 1 0 0,0 2 0 0,0-2 0 16,-1 0 0-16,-1-1 0 0,1-1 0 0,-4 0 0 16,2-1 0-16,-3-1 0 0,-1 0 0 0,0 0 0 15,-2 0 0-15,-2-2 0 0,-2 4 0 0,0-3 0 16,-4 0 0-16,0 4 0 0,-2-2 0 0,-1 4 0 0,-1 1 0 16,-2 3 0-16,0 3 0 0,-1 1 0 0,0 6-176 0,1-2 48 15,0 5 0-15,0 0 0 0,2 3 320 0,1 2 80 16,1-1 16-16,2 2 0 15,7-19 288-15,-8 41 48 0,8-41 16 0,1 40 0 16,-1-40-176-16,0 0-16 0,16 40-16 0,-16-40 0 16,0 0-240-16,28 26-32 0,-28-26-16 0,0 0 0 0,37 15-144 15,-37-15 0-15,29 2 0 0,-29-2 0 0,25-2-288 0,-25 2-96 16,22-3 0-16,-22 3-20288 16</inkml:trace>
  <inkml:trace contextRef="#ctx0" brushRef="#br1" timeOffset="-35522.89">8209 10344 12895 0,'-1'-5'1152'0,"-1"0"-928"16,2 1-224-16,0 1 0 0,-1 1 1360 0,0-2 240 0,0-4 32 0,-1-4 16 15,-1-5 464-15,1 2 80 0,-2 0 32 0,2 1 0 16,-1 5-464-16,1 3-96 0,0 4 0 0,-1 2-16 16,0 7-368-16,0 2-80 15,0 3-16-15,-1 5 0 0,1 2-480 0,-1 4-80 0,1 3-32 0,0 0 0 16,0 3-336-16,-1-2-64 15,0 1 0-15,-1-5-16 0,0 1-176 0,2 0 0 16,-2 2 0-16,0-2 0 0,1 1 0 0,0-5 0 0,1-1 0 0,1-3 0 16,-1-4 0-16,1-5 0 0,0-2 0 0,1-3 0 15,1-2 0-15,-1-5 0 0,1 1 0 0,1-4 0 0,1-3 0 0,0 1 0 16,1-1 0-16,0-4 0 0,2-2 0 0,0-1 0 16,0-2 0-16,1 2 0 0,-2 1 0 0,3-2 0 15,-1 1 0-15,3 0 0 0,0 2 0 0,0 3 0 16,0 4 0-16,-1 3 0 0,0 1 0 15,1 2 0-15,-9 3 0 0,0 0 0 0,0 0 0 0,37 17 0 16,-37-17 0-16,0 0 0 0,19 38 0 0,-19-38 0 16,8 35 0-16,-8-35 0 0,2 36 0 0,-2-36 0 15,-3 38 0-15,3-38 0 0,-6 29 0 0,6-29 0 0,-6 22 0 16,3-16 0-16,0-1 0 16,1-4 0-16,0-1 0 0,1-3 0 0,2 0 0 0,1-4 0 0,1-3 0 0,2-2 0 31,1-2-576-31,2 0 0 0</inkml:trace>
  <inkml:trace contextRef="#ctx0" brushRef="#br1" timeOffset="-35046.23">8532 10462 25791 0,'2'2'1152'0,"-1"-1"224"16,1 1-1104-16,-1-2-272 0,-1-2 0 0,0 1 0 15,1-1 1584-15,0 0 256 0,0-3 48 0,2-2 16 0,1 0-1088 0,-1-4-224 16,0 1-32-16,0-2-16 15,1 1 224-15,-1 0 32 0,0-1 16 0,0 0 0 0,0 1-272 0,-2 1-48 16,-2-1-16-16,-2 2 0 0,0 1-480 0,-3 1 0 16,-1 2 0-16,-2 0 0 0,0 5 160 0,-2 2-160 15,-1 3 160-15,0 3-160 0,0 3 240 0,-1 1-48 16,0 3-16-16,0 2 0 0,1-1-176 0,1 2 128 16,3 0-128-16,1 0 128 0,2-3-128 0,0 3 0 15,1 0 0-15,1-2 0 0,3-16 0 0,-2 30 0 16,2-30 0-16,0 0 0 0,0 0 0 0,0 0 0 0,0 0 0 0,34 29 0 15,-24-31 0-15,0-4 0 16,0 0 0-16,1-2 0 0,2-1 0 16,1-3 0-16,0 0 0 0,2-2 0 0,0 0 0 0,0-3 0 15,0 3 0-15,-2 0 0 0,0 0 0 0,-2 2 0 16,-3 0 0-16,-1 3 0 16,-3 2 0-16,-1 2 0 0,-1 2 0 0,-2 3 0 15,-2 0 0-15,-1 2 0 0,0 3 0 0,-1-2 0 16,-1 1 0-16,1 4 0 0,-2-2 0 0,0 3 0 0,0 2 0 0,0 0 0 15,2 1 0-15,1 0 0 0,2-12 0 0,-2 26 0 16,2-26 0-16,0 0 0 0,0 0 0 0,0 0 0 16,15 34 0-16,-15-34 0 0,0 0 0 0,25 0 0 15,-16-3 0-15,2-2 0 0,-1 0-176 0,2-1 48 16,2-3 0-16,0-1 0 16,2 0-2256-16,0-2-448 0,1 0-96 0,1-2-11840 0</inkml:trace>
  <inkml:trace contextRef="#ctx0" brushRef="#br1" timeOffset="-34759.11">8908 10304 3679 0,'0'0'320'0,"1"-1"-320"15,-1 1 0-15,2-2 0 0,0-3 3056 0,4 1 528 0,0-6 128 0,2 1 0 16,-3 2 640-16,0 1 112 0,-4 2 16 0,-3 4 16 16,-2 1-2256-16,-2 2-464 0,-2 3-96 0,-4 0-16 15,1 4-992-15,-1 0-208 0,-1 1-32 0,0-1-16 16,2 1-160-16,1-2-16 0,2-1-16 16,1-1 0-16,2-1-224 0,3 0 128 0,2-3-128 0,0 1 0 15,0-4 0-15,0 0 0 0,0 0 0 0,0 0 0 16,0 0 0-16,36 17 0 0,-36-17 0 0,0 0 0 15,38 13 0-15,-38-13 0 0,0 0 0 0,38 16 0 16,-38-16 0-16,0 0 0 0,44 30 0 0,-44-30 0 0,0 0 0 0,27 36 0 16,-27-36 0-16,0 0 0 0,0 0 0 0,8 40 0 15,-8-40 0-15,-9 19 0 0,2-7 0 0,-2-2 0 16,-2-1 0-16,-1-2 0 0,-2 1 0 0,-3-2 0 16,-1 1 0-16,-2-4 0 0,-1-1 0 0,-2 0 0 15,2-4 0-15,2 1 0 0,3-3 0 0,4-3-208 16,2 1 32-16,5-2-18192 0</inkml:trace>
  <inkml:trace contextRef="#ctx0" brushRef="#br1" timeOffset="-33883.74">9328 10280 18431 0,'1'-7'1632'0,"-1"3"-1312"31,0 1-320-31,0 3 0 0,0-2 1680 0,0 1 272 0,1-2 48 0,-1-1 16 0,1-3-288 0,-1 2-64 16,0 3-16 0,0 3 0-16,0 0-784 0,-1 4-160 0,1-5-16 0,0 0-16 15,0 0-288-15,-2 33-48 16,2-33-16-16,-2 24 0 0,2-24-48 0,-2 27-16 16,2-27 0-16,-4 37 0 0,1-18 80 0,-1 2 16 0,0 3 0 0,-1 0 0 15,0-3-160-15,1 0-16 0,-1 1-16 0,0-1 0 16,2-4-160-16,3-17 128 0,-1 26-128 0,1-26 128 15,0 0-128-15,0 0 0 0,0 0 0 0,0 0 128 16,0 0-128-16,0 0 0 0,0 0 0 0,15-8 128 16,-10-1 96-16,0-3 16 0,0-2 0 0,0 2 0 15,0 0-240-15,0-2 0 0,1-3 128 0,-1 3-128 16,0 2 0-16,0 1 0 0,2-1 0 0,-1 2 0 16,3 1 0-16,-2 1 0 0,1 4 0 0,1 1 0 0,-9 3 144 0,0 0 48 15,0 0 0-15,0 0 0 0,35 19 16 0,-35-19 16 16,0 0 0-16,0 0 0 15,16 43-224-15,-16-43 0 0,0 0 0 0,4 35 0 0,-4-35 0 0,-5 24 0 16,-1-13 0-16,1 0 0 0,-3-1 0 0,0 1 0 16,0-4 0-16,-2 1 0 0,2 0 0 0,-1-3 128 15,0 0-128-15,-2 0 0 0,2-2 0 0,0 1 0 16,-1-4 0-16,1-2 0 0,2 2 0 0,0-3 0 16,0-1 0-16,1 1 0 0,1-1 0 0,1 1 0 15,2-2 0-15,0-1 0 0,1 0-256 0,2 0-80 0,2 0-32 0,2 0-17472 16</inkml:trace>
  <inkml:trace contextRef="#ctx0" brushRef="#br1" timeOffset="-33469.93">9562 10500 5519 0,'-1'-4'240'0,"0"1"64"0,0 0-304 0,0 1 0 15,1 1 0-15,-1 1 0 0,1-1 2064 0,-1 1 368 16,0-2 64-16,1 2 0 0,-1 0 224 0,1 2 32 16,0 2 16-16,0-4 0 15,0 0-176-15,0 0-32 0,0 0-16 0,0 0 0 0,24 36-1088 0,-24-36-224 16,0 0-32-16,0 0-16 0,37 14-656 0,-37-14-128 16,25 0-16-16,-12-4-16 0,2-1-144 0,-1-1-32 15,0-2 0-15,0-1 0 0,0-1 0 0,-1-1-16 16,0 0 0-16,-2-1 0 0,-2 3-176 0,-2-2 0 15,-2 1 0-15,-2 0 0 0,-1 1 0 0,-3 2 0 16,-1 0 0-16,-1 2 0 0,-4-3 0 0,0 4 0 16,-4-1 0-16,1 3 0 0,-1 0 0 0,-1 4 0 0,-1 1 0 0,-2 3 0 15,0 4 0-15,1-1 0 0,1 3 0 0,0 3 0 16,3 3 0-16,0 2 0 0,3 1 0 0,0 0 0 16,3 1 0-16,0-2 0 0,4-20 0 0,3 36 0 15,-3-36 144-15,0 0 0 0,22 34 0 0,-22-34 0 16,0 0-16-16,43 9 0 15,-43-9 0-15,31-5 0 0,-14 1-128 0,-2-4 0 0,2 1 0 0,0-2 0 0,-1-1-192 16,-2 3-112-16,0 0-16 0,0-2-17856 16</inkml:trace>
  <inkml:trace contextRef="#ctx0" brushRef="#br1" timeOffset="-32934.72">9917 10500 14735 0,'-5'0'1312'0,"2"0"-1056"15,2 0-256-15,0-1 0 0,1 1 1120 0,0 0 160 16,0 0 48-16,0-1 0 0,1 1 1440 0,1-2 304 0,2 2 48 0,2-3 16 0,1 0-800 0,2-1-160 31,2 0-16-31,1-1-16 0,1 0-1200 0,0-2-240 16,1 2-64-16,0-4 0 0,0 4-416 0,-1-3-96 15,-1 1 0-15,-2 0-128 0,0 1 0 0,-4 0 0 16,1 2 0-16,-4-1 0 0,0 0 0 0,-2 1 0 16,-1 1 0-16,-2-1 0 0,-1 2-400 0,-3 1 16 15,-1-1 0-15,-2 2 0 16,-1 2-176-16,-3-1-16 0,-2 1-16 0,-1 3 0 0,-1 0 336 0,0 1 80 16,0 1 16-16,3 1 0 0,0 1 160 0,2 0 0 0,0 3 0 0,2 0 0 15,1 0 144-15,1-2 16 0,1 1 0 0,3-1 0 16,0-1 224-16,4-9 32 0,0 0 16 0,0 0 0 15,0 0-16-15,11 38 0 0,-11-38 0 0,0 0 0 16,31 2-96-16,-31-2-32 0,29-2 0 0,-12-3 0 16,1 1-160-16,2 0-128 0,1-2 144 0,1-1-144 15,-1 0 0-15,0-2 0 0,-1 1-208 0,-1 1-12160 16,1-2-2432-16</inkml:trace>
  <inkml:trace contextRef="#ctx0" brushRef="#br1" timeOffset="-32569.38">10217 10410 3679 0,'-2'-5'320'16,"1"0"-320"-16,0 2 0 0,0 2 0 0,0-1 3984 0,1 0 736 15,-1 1 144-15,0-1 16 0,1 0-1456 0,-2 0-288 16,0 2-64-16,0 1-16 0,1 4-1104 0,1-5-224 16,0 0-32-16,-6 29-16 0,6-29-832 0,-5 31-160 0,5-31-48 15,-4 35 0-15,4-35-400 0,-6 34-96 0,6-34-16 0,-5 32 0 16,5-32-128-16,-5 26 0 0,5-26 0 0,0 0 128 15,-5 22-128-15,5-21 0 16,0 0 0-16,0-2 0 0,2-3 0 0,0-1 0 0,1-1 128 0,1-4-128 16,0-2 0-16,2 0 0 0,0-2 0 0,2 0 0 15,0 0 0-15,0-2 0 0,2-1 0 0,-2 2 0 16,0 1 0-16,0 0 0 0,0-3 0 0,-1 3 0 16,0 2 0-16,-1 3 0 15,2 1 0-15,-2 4 0 0,1 0 0 0,-7 4 208 0,0 0-48 16,0 0-16-16,0 0 48 0,0 0 0 0,16 39 0 0,-16-39 0 0,0 29-32 15,0-29 0-15,-3 30 0 0,3-30 0 0,-5 29-160 0,5-29 0 16,-4 27 0-16,4-27 0 0,0 0 0 0,0 31 0 16,0-31 0-16,0 0 0 0,0 0-224 0,0 0-80 15</inkml:trace>
  <inkml:trace contextRef="#ctx0" brushRef="#br1" timeOffset="-32027.17">10691 10406 7359 0,'-3'0'656'0,"3"0"-528"31,-1 2-128-31,0-2 0 0,0 1 1504 0,-1 0 272 0,-2 1 48 0,-1 3 16 16,-3 1 1648-16,1 2 336 16,-2 2 64-16,4-1 16 0,0 1-832 0,2-1-144 15,3-9-48-15,0 0 0 0,0 0-1728 0,0 0-336 16,0 0-80-16,0 0-16 0,31 29-480 0,-31-29-112 15,27-5 0-15,-11 0-128 0,1-2 128 0,2-2-128 0,0-1 0 0,-1-1 0 16,-2 3 0-16,0-4 0 0,1 1 0 0,-2-1 0 16,-1 0 0-16,-2 1 0 0,-1 0 0 0,-2-1 0 15,-2 3 0-15,-3 0 0 0,-3-1 0 0,-1 1 0 16,-1 2 0-16,-4-1 0 0,-2 4 0 0,-1-1 0 16,-1 0 0-16,-3 3 0 0,1 2 0 0,-2 1 0 15,0 3 0-15,-1 3 0 0,-1 0 0 0,0 2 0 16,1 2 0-16,0 1 0 0,0 1 0 0,1 1 0 15,0 3 0-15,2 2 0 0,2-3 0 0,1 3 0 16,1-2 128-16,2-1-128 0,5-16 144 0,-2 31-144 0,2-31 192 0,0 0-48 16,14 36-16-16,-14-36 0 0,0 0 16 0,33 19 0 15,-33-19 0-15,33 1 0 0,-12-4 0 0,0-3 0 16,0 0 0-16,2-2 0 0,0-4-144 0,-1 1 0 16,-1-3 0-16,1 2 0 15,-3 0-448-15,-1 0-128 0,-1 3-32 0,-2-3-18016 0</inkml:trace>
  <inkml:trace contextRef="#ctx0" brushRef="#br1" timeOffset="-31712.55">11045 10324 20271 0,'0'-3'1792'0,"0"0"-1424"16,0 0-368-16,1-1 0 0,0 3 1328 0,0-3 192 0,1-4 32 0,1-1 16 15,0-2 352-15,0 1 64 0,1 3 0 0,-1 6 16 16,-3 1-304-16,0 0-64 15,0 0-16-15,0 0 0 0,12 46-880 0,-12-46-176 16,1 40-48-16,-1-40 0 0,1 42-368 0,-1-42-144 0,-1 41 0 0,1-41 144 16,0 35-144-16,0-35 0 0,0 0 0 0,5 38 0 0,-5-38 0 0,0 0 0 15,0 0 0-15,0 0 0 0,0 0 0 0,36 24 0 16,-28-26 0-16,-1-5 0 16,2 2 0-16,0-5 0 0,1-4 128 0,0 0-128 0,1 0 304 0,-2-5-32 15,0 2 0-15,1-4 0 0,0 2 0 0,-2-3 0 16,0 1 0-16,-1-2 0 0,0 1-144 15,-1 3-128-15,-1 0 192 0,-2 5-192 0,0 1 0 0,-1 3 0 16,1 5 0-16,-2 2 0 16,0 3-416-16,-1 0-144 0,0 0-16 0,0 0-16 15,0 0-1744-15,4 41-352 0</inkml:trace>
  <inkml:trace contextRef="#ctx0" brushRef="#br1" timeOffset="-31236.23">11322 10436 911 0,'5'0'0'0,"-2"-1"0"0,1 0 0 0,-1-1 0 15,-1 1 3472-15,-1 0 624 0,3 0 112 0,1-4 16 16,4-2 192-16,2-2 16 0,1-2 16 0,0-1 0 16,-1-1-1952-16,-1 1-384 0,-1 1-64 0,-2-1-32 15,0 2-1248-15,-2-1-256 0,-1 2-64 0,-2 0 0 16,0 0-256-16,-3 2-48 0,1 2-16 0,-3 1 0 16,0 3-128-16,-1-1 0 0,-2 4 144 0,-1-1-144 15,-2 4 0-15,-1 1 144 0,-1 2-144 16,0-1 0-16,0 2 0 0,0 3 0 15,0 0 0-15,0 0 0 0,1 3 0 0,1 0 0 0,0 2 0 0,0-2 0 16,2 1 0-16,-1-2 0 0,3 1 0 0,-1-1 0 0,6-14 0 0,-3 23 0 16,3-23 0-16,0 0 0 0,0 0 0 0,0 0 0 15,25 31 0-15,-25-31 0 16,19-2 0-16,-7-1 0 0,0-1 0 0,0-4 0 0,1 2 0 0,0-2 0 0,-1-1 0 0,-1 0 0 16,0 0 0-16,-3 0 0 15,-1 1-128-15,0-1 128 16,-2 0-288-16,0 0 32 0,-1 1 16 0,-2-1 0 0,-1 1 64 0,-1 0 16 0,0 1 0 0,-2 0 0 31,-1-1 160-31,-1 4 0 0,1-1 0 0,0 3 0 0,-1-1 0 0,0 3 176 0,2 0-16 0,-1 1 0 16,2 1 0-16,-1 1 0 0,2-3 0 0,0 0 0 15,0 0-160-15,0 0 128 0,0 32-128 0,0-32 128 16,0 0 32-16,5 34 0 16,-5-34 0-16,0 0 0 15,0 0-16-15,18 40 0 0,-18-40 0 0,0 0 0 0,0 0-144 0,0 0 0 16,38 19 0-16,-38-19 0 0,17-3-160 0,-10-1-64 15,2-1-16-15,0-2-12208 16,0-3-2448-16</inkml:trace>
  <inkml:trace contextRef="#ctx0" brushRef="#br1" timeOffset="-30652.3">11683 10182 19343 0,'5'-18'848'0,"-3"8"192"0,1-2-832 0,-2 5-208 15,0 2 0-15,-1 3 0 0,1-2 2624 0,0-2 464 16,-1-1 112-16,0-2 0 0,0 0-720 0,0 6-160 15,-2 3-16-15,-1 5-16 0,-1 4-1344 0,0 5-272 0,-2 4-48 0,-1 4-16 16,-1 5-304-16,0 1-64 0,-1 2-16 0,0 0 0 16,0 1-224-16,1-3 0 0,0-1 128 0,2-2-128 15,-1 0 0-15,2 0 0 0,0-3 128 0,5-22-128 16,-4 37 0-16,4-37 0 0,0 0 0 0,9 35 0 16,-9-35 0-16,0 0 0 0,0 0 0 0,0 0 0 15,33 5 0-15,-25-12 0 0,3 0 0 0,-1-5 0 16,2-1-400-1,0-2-32-15,1 0 0 0,-1-3 0 0,1 1-352 0,0-3-80 0,0 2-16 0,-1-3 0 16,-1-1-208-16,-1 1-32 0,0 2-16 0,-2 0 0 0,-2 3 720 16,0 4 144-16,-2 3 16 0,-2 3 16 0,-1 4 704 0,-1 2 144 15,0 0 32-15,0 0 0 0,0 0 480 16,0 0 96-16,-9 28 32 0,9-28 0 0,-9 27-608 0,9-27-128 16,-10 35-32-16,10-35 0 0,-12 37-256 0,12-37-48 15,-10 34-16-15,10-34 0 0,-7 31-32 0,7-31-128 16,-1 28 192-16,1-28-64 0,0 0-128 0,0 0 0 15,7 36 144-15,-7-36-144 0,0 0 0 0,0 0 0 16,0 0 0-16,0 0 0 0,35 10 0 0,-28-15 0 16,0 0 0-16,1-2 0 0,0 0-176 0,2-5-48 15,-1 0-16-15,1 0 0 0,-1-2-64 0,1 0-16 16,0-3 0-16,-2 0 0 0,-1 1-16 0,1 0-16 16,-2-1 0-16,-1 0 0 0,0 3 208 0,-2 0 144 0,0 2-192 0,-1 5 192 15,-1 4 0-15,0 1 0 0,-1 2 0 0,0 0 144 16,0 0 272-16,0 0 48 0,-5 24 16 15,5-24 0-15,0 0-192 0,-5 30-32 0,5-30-16 0,-5 29 0 16,5-29-80-16,-5 31-16 0,5-31 0 0,-6 42 0 16,3-17-16-16,3-25 0 0,-1 47 0 0,1-47 0 15,3 35-128-15,-3-35 192 0,0 0-192 0,12 39 192 16,-12-39-192-16,0 0 0 0,0 0 0 0,0 0 0 16,0 0-544-16,33 7-96 0,-25-14 0 15,-1-2-17712-15</inkml:trace>
  <inkml:trace contextRef="#ctx0" brushRef="#br1" timeOffset="-29868.2">12205 10474 11967 0,'-2'0'256'0,"1"0"64"0,0 0 16 0,0 0 0 0,1 0-336 0,0 0 0 0,-1 0 0 0,1-1 0 16,-1-2 1936-16,1 0 320 0,1-2 64 0,-1-2 16 16,2 0 624-16,0 0 128 0,0-2 32 0,0 0 0 15,-1-1-992-15,1 0-192 0,1-1-32 0,-1-1-16 16,-1 2-992-16,-1-2-192 0,1-1-32 0,-3 1-16 16,0-1-400-16,-1 1-64 0,-1 2-32 0,-2 2 0 15,1 2-32-15,-3 4 0 0,1 0 0 0,-1 4 0 16,0 3 0-16,0 4-128 0,-1 2 192 0,-1 4-64 15,0 2-128-15,0 2 0 0,-1 0 0 0,0 2 128 0,0-1-128 0,2 1 0 16,0 2 0-16,-1 1 0 0,3-2 0 0,0-2 0 16,7-20 0-16,-7 36 0 0,7-36 0 0,0 0 0 15,5 33 0-15,-5-33 0 0,0 0 0 0,0 0 0 16,0 0 0-16,35 1 0 16,-25-9-176-16,0 1 48 0,1-4 0 0,1 1 0 0,-1-2-208 0,-1-2-48 15,-1 0 0-15,0-1 0 0,0 1 0 0,-2 0-16 16,2-3 0-16,-4 3 0 0,1-2 208 0,-3 1 32 15,0 3 16-15,-2 1 0 0,0 3 144 0,-1 4 0 0,-1 1 0 16,0 3 128-16,-1 1 320 0,2-1 80 0,0 0 16 0,-6 16 0 16,6-16-176-16,-7 21-48 15,7-21 0-15,-5 29 0 0,5-29-128 0,-3 30-48 0,3-30 0 0,0 0 0 16,5 41-144-16,-5-41 0 0,0 0 0 0,14 34 0 16,-14-34 0-16,0 0 0 0,0 0 0 0,35 23 0 15,-35-23 0-15,0 0 0 0,29-3 0 0,-19-2 0 16,0-1 0-16,2-2 0 0,-1-1 0 0,0-1 0 15,1-1-272-15,0-1 64 0,2-2 16 0,1-3 0 16,0 2 16-16,-1-1 16 16,1-2 0-16,-2 0 0 0,1 0 160 0,-2-1 0 0,0 0-144 0,0-3 144 0,-2 1 0 15,0 2 0-15,0-2 0 0,-2 6 0 0,-3 4 0 0,0 4 0 16,-3 2 0-16,-1 2 0 0,0 3 0 0,-2 0 192 16,1 0-64-1,0 0 0-15,0 0 48 0,0 0 0 0,0 0 0 0,-8 17 0 0,8-17-48 0,0 0 0 16,-7 19 0-16,7-19 0 15,-7 16-128-15,7-16 160 0,-6 22-160 0,6-22 160 0,-7 26-160 0,7-26 128 16,-6 28-128-16,6-28 128 0,-7 36-128 0,7-36 160 16,-6 36-160-16,6-36 160 0,-5 35-32 0,5-35-128 15,-1 40 192-15,1-40-64 0,0 36-128 0,0-36 0 16,2 33 0-16,-2-33 0 0,0 0 0 0,0 0 0 16,10 36 0-16,-10-36 0 15,0 0 0-15,0 0-272 0,0 0 64 0,13-7 16 16,-9 2-816-16,-1-3-144 0,1-1-48 0,-2-2-16592 0</inkml:trace>
  <inkml:trace contextRef="#ctx0" brushRef="#br1" timeOffset="-29656.22">12430 10403 10127 0,'-7'2'896'0,"2"1"-704"0,1-2-192 0,2 0 0 0,0 1 2544 0,0-1 464 0,0 1 112 0,-1 0 16 31,-1 1 0-31,-1 1 16 0,-1-1 0 0,3 0 0 15,0 1-864-15,1-4-176 0,1 0-48 0,3 0 0 0,1-2-1152 0,0 0-224 0,3-1-48 0,1 0-16 16,4 1-288-16,-1-3-48 0,3 0-16 0,0 1 0 0,2-1-272 0,-1 0 0 16,1-1 128-16,0 1-128 15,0 2 0-15,-1-2 0 16,0 0 0-16,-14 5 0 0,24-7 0 0,-24 7 0 16,21-5 0-16,-21 5 0 15,20-4-528-15,-20 4-64 0,0 0-16 0,0 0-18080 0</inkml:trace>
  <inkml:trace contextRef="#ctx0" brushRef="#br1" timeOffset="-29263.6">12604 10455 14735 0,'-1'0'640'0,"0"0"160"0,1 1-640 0,0 1-160 0,0-2 0 0,0 0 0 15,0 2 2880-15,0-2 560 0,0 0 96 0,0 0 32 16,0 0-1136-16,0 0-240 0,0 0-32 0,29 26-16 15,-29-26-1008-15,0 0-208 0,0 0-32 0,39 5-16 16,-39-5-400-16,25-3-80 0,-11 1-16 0,0-3 0 16,0 0-208-16,-1-1-48 0,1 0-128 0,-1 0 192 15,-1-2-64-15,-1 1-128 0,0 0 176 0,-2 0-176 16,-1 1 0-16,-2-2 0 0,-1 2 0 0,-2 0 0 16,0-1 0-16,-3-2 0 0,-1 4 0 0,-2-3 0 0,-1 1-160 0,-2 2-96 15,-2-1 0-15,-2 3-16 16,-1-1-256-16,-1 4-48 0,0 2-16 0,-1 0 0 15,1 3 0-15,1 2 0 0,1 0 0 0,0 3 0 0,2 0 592 0,0 3 240 16,-1-3-16-16,3 2 0 0,-1-1 256 0,1 1 48 16,-1 3 16-16,7-15 0 0,-11 31-32 0,11-31-16 15,-5 28 0-15,5-28 0 0,0 0-112 0,0 0-32 16,12 36 0-16,-12-36 0 0,0 0-112 0,0 0-32 16,39 4 0-16,-39-4 0 0,27-6-208 0,-13 0 128 0,1 2-128 15,0-4 0-15,1 2-160 0,-2-2-128 0,0 1-32 16,-1 0 0-1,0 0-1104-15,0 0-240 0,-1 0-32 0,0 2-14768 0</inkml:trace>
  <inkml:trace contextRef="#ctx0" brushRef="#br1" timeOffset="-28662.81">13021 10427 9215 0,'5'-4'816'0,"-3"1"-656"0,1 0-160 0,-3 3 0 16,0 0 2304-16,0 0 416 0,8-5 96 0,-5 1 0 15,3-1 288-15,0 0 48 0,0 1 16 0,-2 1 0 0,0-1-1040 0,-4 4-208 16,3-1-32-16,-3 1-16 16,0 0-992-16,-3 1-208 0,0 1-32 0,0 0-16 0,-2 1-496 0,0-1-128 15,1-2 0-15,-1 2 0 16,1-2-288-16,0 2-80 0,-1-2-16 0,1 0 0 0,2 0 384 0,-1 0-144 16,0-2 144-16,0 1 0 0,1 0 144 0,-1-1 144 15,0-1 32-15,0 1 0 0,1 0 128 0,0 1 48 16,1-1 0-16,-1 0 0 0,0 0-128 0,0 1-32 15,1 1 0-15,-1 0 0 0,1 0-80 0,1 0-32 16,-3 3 0-16,3-3 0 0,0 0-96 0,0 0-128 16,-8 16 176-16,8-16-176 0,0 0 128 0,-6 24-128 0,6-24 0 15,0 0 0-15,-9 36 0 0,9-36 0 16,0 0 0-16,-6 35 0 0,6-35 0 0,0 0 0 0,-3 33 0 16,3-33 0-16,0 0 0 0,0 0 0 0,0 0 0 0,0 0 0 15,0 0 0-15,22 31 0 0,-22-31 0 0,16-6 0 16,-8 0 0-16,2 1-144 0,0-2 144 0,0-2-128 15,1-1-144-15,-1 1-32 16,1 0 0-16,-1-1 0 0,0-2-16 0,-2 0-16 0,1 2 0 0,-2-1 0 16,1 0 48-16,-2-1 16 0,0-1 0 0,-2-1 0 15,2-2-16-15,-2-1 0 0,-2-2 0 0,1 0 0 0,-1-5 144 16,-1 0 144-16,0-2-208 0,0 3 80 16,-1 2 128-16,0-1 0 0,0 4 128 0,-1 3-128 0,0 3 512 0,0 3 16 15,0-1 16-15,0 5 0 0,0 3-80 16,0 2-16-16,-1 3 0 0,2-3 0 0,0 0-128 15,-6 35-16-15,6-35-16 0,-6 47 0 0,3-18-96 0,-1 5-32 16,0 1 0-16,1 0 0 0,-1 0 16 0,2-3 0 16,0-4 0-16,2-28 0 0,0 54 32 0,0-54 16 15,4 50 0-15,-4-50 0 0,7 43-224 0,-7-43 0 16,11 35 0-16,-11-35 0 0,0 0 0 0,21 32-208 0,-21-32 32 0,0 0-19840 16</inkml:trace>
  <inkml:trace contextRef="#ctx0" brushRef="#br2" timeOffset="1248.86">363 10609 2751 0,'0'-2'256'0,"-1"2"-256"0,1-2 0 0,0 2 0 16,-1-1 320-16,0 1 32 0,1-2 0 0,-2 0 0 16,0-1 400-1,-1-1 80-15,1 1 0 0,1 2 16 0,-1 0 176 0,0-1 48 0,0 0 0 0,0 2 0 16,1-1 16-16,0 1 0 0,0 0 0 0,1 0 0 15,-1 0 160-15,1 0 32 0,0 1 16 0,0-1 0 16,0 2-32-16,-1-2-16 0,1 0 0 0,0 0 0 0,0 0-112 0,1 0-32 16,-1 0 0-16,0 2 0 0,0-2-320 0,0 0-64 15,0 1-16-15,0 0 0 16,0-1-160-16,1 2-32 0,-1-2-16 0,1 1 0 0,0 1-128 16,0-2-32-16,1 0 0 0,0 2 0 0,0-2 48 0,1 0 0 15,0-2 0-15,2 2 0 0,0-2-96 0,-1 1-16 16,3-1 0-16,0 0 0 15,1 0 48-15,3-1 0 16,0-1 0-16,2 1 0 0,-1 1-16 0,1-3 0 0,1 2 0 0,-2 0 0 0,0 0-176 0,-3 1-128 16,0 1 192-16,0-1-192 15,-3 1 0-15,1-1 0 0,-2 0 0 0,0 0 0 16,0 2 0-16,-2-2 0 0,0 1 0 0,-1 1 0 16,0 0 0-16,-1 0 0 0,-1 0 0 0,-1 0 0 31,0 1-512-31,-2 1-64 0,-1 0-16 0,0-1 0 0,-1 2-1872 15,0 0-368-15,1 0-80 0</inkml:trace>
  <inkml:trace contextRef="#ctx0" brushRef="#br2" timeOffset="1456.28">480 10595 1839 0,'0'0'160'15,"0"0"-160"-15,0 0 0 0,-1 0 0 0,1 0 1280 0,0-2 240 16,-2 1 32-16,0 1 16 0,-1 0 544 16,1-2 128-16,-1 2 0 0,1 0 16 0,-2 2-304 0,1-1-64 15,0 3-16-15,0-1 0 0,0 1-512 0,0 4-96 16,-1 1-32-16,2 1 0 0,-2 4-320 0,0 2-64 15,0 1-16-15,1 0 0 0,-1 0-336 0,-1 0-80 16,1-1-16-16,0 0 0 0,0-2-224 0,1-1-48 16,0 0-128-16,0-3 192 0,1-1-192 0,0 1 0 15,2-1 128-15,0-2-128 0,3 1 0 0,0-4 0 0,1-2 0 16,1-2 0 0,3 0-560-16,-1-2-48 0,0 1-16 0</inkml:trace>
  <inkml:trace contextRef="#ctx0" brushRef="#br2" timeOffset="1899.13">701 10461 16575 0,'1'-1'1472'15,"0"1"-1168"-15,0 0-304 0,-1 0 0 16,0 1 752-16,-1 0 80 0,0 2 32 0,0 4 0 0,-1 0 976 0,-1 2 192 16,0 3 32-16,-2 0 16 0,1 2-272 0,-2 0-48 15,0 3-16-15,1-2 0 0,0 3-816 0,1-1-160 16,-1 0-48-16,-1-1 0 0,3 3-464 0,-2-5-112 15,0 1-16-15,1-1 0 0,-1-2-128 0,1-3 0 16,2-2 0-16,-1 0 0 0,0-2 0 0,2 0 0 16,0 0 0-16,0-3 0 0,0 0 0 0,0-2 0 15,1 2 0-15,0-1 0 0,0-1 0 0,0 2 0 16,0-2 0-16,0-2 0 0,0 2 0 0,0-1 0 16,0 1 0-16,1-2 0 0,0 0 0 0,2-2 0 0,0-1 0 0,0 0 0 15,0 0 0-15,2-1 192 16,0-2-192-16,2 1 192 0,-1-1 32 0,1-1 16 0,0 0 0 0,1 1 0 15,0 1-80-15,-1 0-16 16,-2 3 0-16,2-1 0 0,-2 2 32 0,1 1 0 0,-1 2 0 0,-1-2 0 16,1 2 16-16,-2 2 16 0,0 0 0 0,-1 1 0 15,0 1-208-15,-2 0 0 0,1 0 0 0,-1 3 0 16,0-3 0-16,-1 4 128 0,0-1-128 0,-1 2 0 16,0-1 0-16,0 1 0 0,0 2 128 0,0-1-128 15,1-2 0-15,0 0 0 0,1 0 128 0,0-1-128 0,1-2 0 16,1-1 0-16,1 1 0 0,-1-2 0 15,3-1-384-15,0-2-64 0,1-2 0 0</inkml:trace>
  <inkml:trace contextRef="#ctx0" brushRef="#br2" timeOffset="2279.04">858 10683 8287 0,'-3'2'736'0,"1"1"-592"0,1-1-144 0,1 0 0 0,0 0 2240 0,0-1 432 0,-1 1 80 0,1 3 0 15,-1 2 512-15,1 1 112 0,0 1 16 0,0 0 0 0,2-2-1040 0,0-4-208 0,2 1-32 0,0-1-16 16,1-5-1136-16,3 1-208 0,1-4-48 0,0-1-16 16,2-2-432-16,0-2-96 0,0-1-16 0,0 1 0 15,0-1-144-15,-3 1 0 16,1 1 0-16,-2 0 0 0,1 1 0 0,0-2 0 0,-3 3 0 0,0-2 0 16,-1 2 0-16,-2 2 0 0,0-2 0 0,-2 2 0 15,-1 0 0-15,-1 0 0 0,-2 1 0 0,-2-1 0 16,0 3 0-16,-3 0 0 0,0 4 0 0,-2 0 0 15,-2 1 0-15,-1 1 0 0,1 3 0 0,1 0 0 16,0 1 0-16,2 1 0 0,0 3 0 0,0 0 0 0,3 0 0 16,0 2 0-16,2 0 0 15,0-2 0-15,2 3 0 0,1-1 0 0,1 0 0 0,1-14 0 16,0 0 160-16,0 0 0 0,11 38 0 0,-11-38 0 16,0 0-32-16,0 0 0 0,0 0 0 0,40 15 0 0,-30-16-128 0,1-1 0 15,1 0 144-15,-1-2-144 0,1 1 0 0,-1 0 0 16,1 0 0-16,-1-1 128 0,0 1-128 15,0-1 0 1,-1 1 0-16,0 0 0 0,2 1-512 16,-1 0 0-16,-1-2-16 0,-1 1-11648 0,1 0-2336 0</inkml:trace>
  <inkml:trace contextRef="#ctx0" brushRef="#br2" timeOffset="3592.2">1492 10469 22111 0,'0'-5'1968'0,"1"1"-1584"0,1 0-384 0,0 3 0 16,0-2 128-16,-1 2-128 0,0 0 128 0,2-1-128 15,2 0 1568 1,0-1 224-16,3-1 64 0,-2 3 0 0,2-1-576 0,-3 4-128 16,2-1 0-16,-3 3-16 0,0 1-688 0,-1-1-128 0,0 2-16 0,-1 0-16 15,-2-6-288-15,0 0 0 0,0 0 0 0,0 0-144 32,0 0-1232-32,0 36-240 0,-2-29-48 0,-1-2-11744 0</inkml:trace>
  <inkml:trace contextRef="#ctx0" brushRef="#br2" timeOffset="3750.2">1523 10558 14671 0,'-14'8'1296'0,"11"-8"-1040"0,3 0-256 0,-1 0 0 15,1 0 0 1,-2 1 0-16,0 1-208 0,-2 0 208 0,-1-1 2128 0,0 3 560 0,-1-2 96 0,2 3 64 0,1-2-224 0,1 1-64 31,-1 3 0-31,1 0 32 0,1 3-736 0,1-10-128 16,0 0-48-16,-3 31 48 0,3-31-816 0,-2 24-144 16,2-24-48-16,-3 25 32 0,3-25-752 0,0 0 0 15,-3 29 0-15,3-22 0 0,0 0-192 0,0-2-64 16,0 0 0-16,1-2 0 15,2-1-768-15,0-2-144 0,2-5-48 0,3 0-15936 0</inkml:trace>
  <inkml:trace contextRef="#ctx0" brushRef="#br2" timeOffset="4143.63">1643 10545 4607 0,'2'-5'400'0,"-1"3"-400"0,1 2 0 0,-1-1 0 16,0 1 2304-16,-1 1 384 0,1-1 80 0,0 3 16 15,0 1 928-15,0 2 176 0,-1 1 32 0,0 2 16 16,-1 2-1424-16,0 1-272 0,-1 0-64 0,0 0-16 15,0 0-1040-15,0-2-208 0,0 1-32 0,0-4-16 16,0 3-480-16,0-5-112 0,0 0-16 0,-1 0 0 16,1-3-256-16,0 2 0 0,0-4 128 0,-1 0-128 15,1 0 0-15,0 0 0 0,1-2 0 0,0-1 0 16,1 1 0-16,0-3 0 0,0 1 0 0,1-1 0 0,1 0 0 0,0-1-144 16,0-2 144-16,1 2-128 0,0 0-16 0,-1-1 0 15,3-1 0-15,-1-1 0 0,1 1 144 0,1-1-192 16,-2 3 192-16,2-2-192 0,0 2 192 0,0 0 0 15,0 0 0-15,-1 0 0 0,2 0 0 0,-1-1 0 16,1 2 0-16,-1-2 0 0,1 3 0 0,-2-1 144 16,2 0-144-16,-2 2 0 0,1 1 192 0,-2 2-64 15,1 0 0-15,0 0-128 0,-2 2 224 0,-3-2-64 16,0 0-16-16,0 0 0 0,0 0-144 0,13 38 0 16,-13-38 144-16,0 24-144 0,0-24 0 0,-2 24 128 15,0-10-128-15,0-4 0 0,0 1 0 0,0-2 0 16,1 1 0-16,1-3 128 0,0-1-128 0,1-2 0 0,0 0 0 0,2-1 0 31,0-3-416-31,0-2-48 0,3 1-16 0,0-6-17264 0</inkml:trace>
  <inkml:trace contextRef="#ctx0" brushRef="#br2" timeOffset="4396.09">1963 10510 15663 0,'0'0'1392'16,"0"0"-1120"-16,0 2-272 0,0-2 0 0,-1 0 1264 15,0 0 192-15,1 2 32 0,-1 1 16 0,-2 2 1440 0,0-1 272 16,-1 3 64-16,2 0 16 0,0 1-1328 0,2-8-272 16,0 0-48-16,-2 28-16 0,2-28-928 0,0 0-176 15,3 40-32-15,-3-40-16 0,3 38-304 0,-3-38-176 16,1 43 192-16,-1-43-192 0,2 41 128 0,-2-41-128 16,-1 38 0-16,1-38 0 0,-2 32 0 0,2-32 0 15,0 0 0-15,-2 34 0 0,2-27 0 0,-1 0 0 16,1-5 0-16,-1 0 0 0,-1-1-176 0,0-2-32 15,0-1-16-15,0 0 0 16,0-5-1904-16,1 0-384 0,0-3-80 0,-1 0-12624 0</inkml:trace>
  <inkml:trace contextRef="#ctx0" brushRef="#br2" timeOffset="4649.91">1888 10554 10127 0,'-2'-11'448'0,"1"4"96"0,1 0-544 0,0 4 0 0,0 2 0 15,0 1 0-15,0 0 2192 0,0-1 336 0,2-1 64 0,1 2 16 16,2-2 416-16,0 2 96 0,-5 0 16 0,0 0 0 15,0 0-1120-15,41 8-224 0,-41-8-32 0,26 1-16 16,-26-1-912-16,31 0-176 0,-17 0-32 16,1-1-16-16,-1 1-368 0,-2 0-80 0,-12 0-16 0,0 0 0 15,0 0-144-15,36 8 0 0,-36-8 0 0,0 0 0 16,0 0 0-16,0 0 0 0,0 0 0 0,0 0 0 16,8 42-144-16,-16-32 144 0,-1-1 0 0,-2-1 0 0,-1 2-144 15,-1-1 144-15,-2-2 0 0,0 0-144 0,1 0-48 0,2 0 0 16,1-5 0-16,3 0 0 15,1 1-496-15,3-3-96 0,3 0-32 0,2 0 0 16,2-2-272-16,2-1-64 0,3-1-16 0,1-1-13552 0</inkml:trace>
  <inkml:trace contextRef="#ctx0" brushRef="#br2" timeOffset="5346.75">2213 10531 911 0,'7'-3'0'0,"-2"1"0"0,0 0 0 0,-3 2 0 0,-1 0 2752 0,-1 0 480 0,1 0 96 0,0 0 0 16,1 0 432-16,0 1 80 15,-1 0 0-15,-2 1 16 0,-1 1-1104 0,-1 0-208 0,-1 1-48 0,-1 1-16 16,0 0-1024-16,1 1-208 0,-1 0-32 0,0 0-16 16,2 0-720-16,0 0-144 0,0 4-16 0,1-3-16 31,2-7-176-31,0 0-128 0,1 31 144 0,-1-31-144 0,0 0 0 0,0 0 128 0,0 0-128 0,22 42 0 16,-22-42 0-16,0 0 0 0,0 0 0 0,34 17 0 15,-34-17 0-15,0 0 0 16,28-3 0-16,-19 0 0 0,-1-2 0 0,1-1 0 15,2-3 0-15,-2 0 0 0,1-2-176 0,-1 0 176 0,-1 2-160 0,0-1 160 0,1 1-208 0,-2-2 48 16,-1 0 16-16,0-1 0 0,-1 3 144 0,-3 0 0 16,1-1-144-1,-1 1 144-15,-1 2 0 0,-2-1 0 0,1 4 0 0,-2 1 0 0,1 1 0 0,-1-1 0 16,2 3 0-16,-3 3 0 0,1-1 0 0,0 1 0 16,0 1 0-16,-1 4 0 15,2-1 0-15,-2 4 0 0,3-11 0 16,-4 24 128-16,4-24-128 0,-2 28 160 0,2-28-160 15,1 29 160-15,-1-29-160 0,0 0 0 0,7 36 144 0,-7-36-144 16,0 0 0-16,0 0 0 0,0 0 0 0,0 0 128 16,35 23-128-16,-28-24 0 0,1-4 0 0,0 0 0 15,0 0 0-15,1-3 0 0,-1 0 0 0,0 0 0 16,0 3 0-16,-1-3 0 0,1 0 0 0,-1 1 0 16,1-1 0-16,-2-1 0 0,1 2 0 0,1-3 0 15,-2 1-160-15,1 0 160 0,-1 0-192 0,1-2 192 0,-1 2-208 0,0-2 64 16,-1 1 16-16,1-2 0 0,0-2 128 0,-1-1 0 15,0-1 0-15,-1 1-128 0,2-1 128 0,-1-1-160 16,-1 3 160-16,1 2-160 0,0 1 160 0,-3 3-128 16,0 1 128-16,0 2-128 0,-1 3 128 0,-1 1 0 15,-1 1 0-15,-1 1 0 0,0 1 0 0,0 1 0 16,-1 2 0-16,-1-1 128 0,0 2-128 0,0 0 128 16,0 1-128-16,0-2 128 0,1 2 64 0,-1-1 32 15,1 0 0-15,0 1 0 0,0 0-48 0,2-2-16 16,-1 0 0-16,0 2 0 0,1 0 16 0,0 0 0 0,1-7 0 15,0 0 0-15,0 0-176 0,0 36 160 16,0-36-160-16,0 0 160 0,5 38-160 0,-5-38 160 16,4 33-160-16,-4-33 160 0,5 40-160 0,-5-40 0 0,4 40 0 0,-4-40 0 15,4 39 0-15,-4-39 0 0,0 0 0 0,9 44 0 16,-9-44 0-16,0 0 0 0,0 0 0 0,0 0 0 31,0 0-608-31,0 0-96 0,0 0-32 0,29-2-17424 0</inkml:trace>
  <inkml:trace contextRef="#ctx0" brushRef="#br2" timeOffset="5557.99">2516 10432 9215 0,'-6'-3'816'0,"1"3"-656"15,1 0-160-15,1 0 0 0,2 2 3504 0,0 1 656 16,-1-1 144-16,-2 3 32 0,-1 2-1072 0,0 3-192 16,-1 2-64-16,3 2 0 0,1-4-1280 0,2-10-272 15,0 0-48-15,0 0-16 0,0 0-816 0,0 0-176 16,34 35-16-16,-21-36-16 0,0-1-96 0,2-2-16 15,1-4 0-15,0 1 0 0,1-1-256 0,0-1 0 16,2-2 128-16,2 2-128 0,-1 1 0 0,0 1 0 16,-1 0 0-16,0 3 0 0,-2 1 0 0,0 0-144 0,-1 0 144 0,-2 2-192 31,-2 1-528-31,-12 0-112 0,0 0-32 0,0 0-17216 0</inkml:trace>
  <inkml:trace contextRef="#ctx0" brushRef="#br2" timeOffset="5996.82">2997 10432 14735 0,'6'-3'640'0,"-2"0"160"0,-1 0-640 0,0 0-160 0,-1 3 0 0,-1-2 0 16,0 1 2272-16,2-3 416 0,0 1 96 0,1-2 16 0,0 1 688 0,-2 1 144 16,-2 1 16-16,-1 2 16 0,-2 0-2064 0,-1 1-400 15,-1 0-96-15,-3 2-16 0,0 2-720 0,-1-1-160 31,-3 3-16-31,1-2-16 0,1-1-48 0,-2 2-128 0,-1 1 192 0,1 2-64 0,1-4-128 0,2 2 128 16,1 0-128-16,2-1 128 0,1-2-128 0,1 3 0 16,2-3 0-16,0 1 0 0,1 0 0 0,1-1 0 15,0 1 0-15,2 0 0 0,0-2 0 16,-2-3 0-16,0 0 0 0,0 0 0 0,0 0 0 0,0 0 0 0,37 35 0 16,-37-35 0-16,0 0 0 0,33 19 0 0,-33-19 0 0,0 0 0 15,34 17 0-15,-34-17 0 0,0 0 0 0,0 0 0 31,41 21 0-31,-41-21 0 0,0 0 0 0,0 0 0 0,0 0 0 0,33 19 0 0,-33-19 0 0,0 0 0 16,0 0 0-16,0 0 0 16,0 0 0-16,0 0 0 0,-7 22 0 0,-1-17 0 15,-2-1 0-15,-2 3 0 0,-2-3 0 0,-3 4 0 16,-2-3 0-16,0 2 0 0,0-1 0 0,4 0 0 0,2-2 0 0,1 1 0 16,3-3 0-16,2 1 0 0,0 0 0 0,2-2 0 15,0 1-400-15,2-2-16 0,3 1 0 0,1-2 0 16,1 1-1248-16,2-3-256 0</inkml:trace>
  <inkml:trace contextRef="#ctx0" brushRef="#br2" timeOffset="6235.09">3213 10529 6447 0,'2'-5'576'0,"0"1"-576"15,1 1 0-15,-1 0 0 0,-1 1 2784 0,0 2 448 0,0 0 96 0,1-2 0 16,3-1 832-16,1-2 144 0,0 2 48 0,1 0 0 16,0 1-3024-16,0 2-608 0,2 0-112 0,-9 0-32 15,0 0 176-15,0 0 16 0,32 11 16 0,-32-11 0 16,0 0-464-16,0 0-80 0,0 0-32 0,0 0 0 16,34 26-208-16,-34-26 0 0,0 0 0 0,0 0 0 15,0 0 0-15,0 0-240 0,0 0 48 0,0 0 16 16,-5 23-1920-16,-2-20-384 0</inkml:trace>
  <inkml:trace contextRef="#ctx0" brushRef="#br2" timeOffset="6361.92">3272 10581 7359 0,'-6'9'320'0,"5"-7"80"0,1-2-400 0,0 0 0 0,0 0 0 0,0 3 0 0,0-1 2400 0,1 3 400 15,-1-5 80-15,0 0 0 0,0 0 1056 0,0 0 208 16,17 43 32-16,-17-43 16 0,0 0-1696 0,0 0-352 16,0 0-64-16,36 26-16 0,-36-26-1424 0,0 0-272 15,0 0-64-15,31 2-16 0,-24-4-288 0,0-1 0 16,0-1 0-16,0-1-18368 15</inkml:trace>
  <inkml:trace contextRef="#ctx0" brushRef="#br2" timeOffset="6928.56">485 11223 23039 0,'0'-2'2048'0,"0"0"-1648"0,0 2-400 0,0 0 0 15,0 0 1760-15,0 2 272 0,0-2 48 0,-1 0 16 16,0 2 0-16,1 1 0 0,-1-1 0 0,0 3 0 16,1 2-1184-16,-1 0-224 0,0 3-48 0,1 1-16 15,-1 1-416-15,0 2-80 0,1-14 0 0,-2 27-128 16,1-14 144-16,-1 2-144 0,0-1 0 0,0-2 144 15,1 2-144-15,0-1 0 0,0 0 0 0,-1-1 0 16,0-2 0-16,0-1 0 0,2-1 0 0,0-2 0 0,1 0-240 0,1-2-16 16,1 0-16-16</inkml:trace>
  <inkml:trace contextRef="#ctx0" brushRef="#br2" timeOffset="7546.05">862 11264 11055 0,'4'-5'480'0,"-1"0"112"0,1 3-464 16,-2-2-128-16,-2 3 0 0,1 1 0 0,0-2 1472 0,0 1 288 0,2-1 48 0,-1 0 16 0,1 0 896 16,-2 0 176-16,-1 2 48 0,-1 2 0 0,-2 0-704 0,-2 0-128 15,0 3-16-15,-3 0-16 0,0-1-1056 0,-1 1-224 16,-2 1-32-16,-1 0-16 16,1 0-448-16,-2-2-96 0,-1 3-16 0,0-5 0 0,1 3-192 0,1-3 0 15,2 1 128-15,2-1-128 0,1 0 0 0,2-2 128 0,1 2-128 0,1-2 0 31,2 0 208-31,1 0-48 0,1 1-16 0,2-1 0 0,1-1-144 0,1 1 0 0,3 0 144 0,-8 0-144 32,0 0 192-32,31 3-16 0,-31-3-16 0,0 0 0 15,41 5-160-15,-41-5 160 0,0 0-160 0,40 7 160 16,-40-7-160-16,0 0 0 0,0 0 0 0,41 14 128 16,-41-14-128-16,0 0 0 0,0 0 0 0,0 0 0 0,0 0 0 15,0 0 0-15,0 0 0 0,0 0 0 0,6 35 0 0,-13-31 0 16,-1 2 0-16,-3 1 0 0,-1-2 0 0,-1 2 0 15,-2-1 0-15,0 0 0 0,0-1 0 0,2-1 0 16,3 1 0-16,1-2 0 0,5 0-192 0,1 0 48 16,2 0 0-16,2-3 0 15,1 1-1504-15,3-2-288 0,3-2-64 0</inkml:trace>
  <inkml:trace contextRef="#ctx0" brushRef="#br2" timeOffset="7847.41">1120 11195 16575 0,'7'-6'736'0,"-3"2"160"16,0 0-720-16,-2 3-176 0,-1-1 0 0,-1 2 0 0,0-1 2144 0,0-2 400 0,1 0 80 0,-2-2 0 15,0 1 64-15,-2 1 0 0,0 1 0 0,-2 2 0 16,1 0-1232-16,0 2-240 0,1-1-64 0,-1 3 0 16,0-2-784-16,2 3-176 0,-1 1-16 0,1 0-16 15,0 1-160-15,2 1 0 0,-1 3 0 0,1-11 0 16,0 0 0-16,3 33 0 0,-3-33 0 0,3 34 0 15,-3-34 0-15,4 38 0 0,-4-38 0 0,5 37 0 16,-5-37 0-16,0 0 0 0,12 48 0 0,-12-48 0 0,0 0-128 0,10 35 128 16,-10-35 0-16,0 0 0 0,0 0 0 0,0 0 0 15,0 0 0-15,0 0 0 0,0 0-224 0,0 0 80 16,0 0 16-16,30-1 0 16,-27-5-784-16,0-3-160 0,2 1-16 0,-2 0-16 15,1 0-1056-15,-1-2-208 0,0 1-32 0,-1 0-6752 16,0 1-1344-16</inkml:trace>
  <inkml:trace contextRef="#ctx0" brushRef="#br2" timeOffset="8039.7">989 11302 11055 0,'-7'2'480'0,"2"-1"112"0,2 0-464 0,1-1-128 0,2 0 0 0,0 0 0 16,1 0 3056-16,0 2 592 0,2-2 112 0,0 3 16 15,3-2-16-15,-6-1-16 0,0 0 0 0,29 2 0 16,-29-2-2192-16,26-2-432 0,-26 2-96 15,29-4 0-15,-14 2-608 0,1 0-112 0,0 0-32 0,-2-1 0 16,2-1-272-16,-16 4 0 0,32-3 0 0,-17 1 0 16,-1-1 0-16,0 1 0 0,0-1-128 0,2-1-18832 15</inkml:trace>
  <inkml:trace contextRef="#ctx0" brushRef="#br2" timeOffset="8498.42">1763 11152 17503 0,'-3'-1'1552'0,"1"0"-1232"0,1-1-320 0,1 2 0 0,0 0 1344 0,0 0 224 16,-2-2 32-16,0-1 16 0,1 2 832 0,0-1 176 16,2 0 16-16,2 2 16 15,0 0-880-15,4 0-176 0,0 2-48 0,-7-2 0 0,0 0-800 0,0 0-176 16,39 10-16-16,-39-10-16 0,0 0-400 0,0 0-144 31,38 16 0-31,-38-16 144 0,0 0-144 0,0 0-144 0,0 0 144 0,0 0-208 16,0 0-1888-16,0 0-368 0</inkml:trace>
  <inkml:trace contextRef="#ctx0" brushRef="#br2" timeOffset="8653.67">1744 11280 9215 0,'-4'5'400'0,"2"-3"96"0,0 1-496 0,1-1 0 0,1-2 0 0,0 2 0 16,0-1 2496-16,1 3 384 0,0 2 96 0,1 0 16 15,-2-6 80-15,0 0 32 0,0 0 0 0,0 0 0 0,13 41-1200 0,-13-41-240 0,0 0-64 0,0 0 0 31,0 0-1072-31,0 0-208 0,0 0-64 0,0 0-11344 0,0 0-2288 0</inkml:trace>
  <inkml:trace contextRef="#ctx0" brushRef="#br2" timeOffset="8985.91">2004 11166 16575 0,'1'0'736'0,"-1"0"160"0,1 0-720 0,-1 1-176 0,0 1 0 0,0 0 0 0,-1 3 2032 0,0 0 368 31,-1 6 80-31,-1 4 16 0,-2 4 208 0,-1 0 48 16,1 2 16-16,-2-2 0 0,2 1-1232 0,0-2-240 16,0-1-48-16,2-5-16 0,0-1-784 0,3-11-144 15,0 0-48-15,0 0 0 0,0 0-256 0,0 0 0 16,0 0 0-16,0 0 0 0,0 0 0 0,0 0 0 0,11-5 0 0,-8-4 0 16,0-3-224-16,-1 0-48 0,1-2-16 0,0 2 0 31,1 0-336-31,-1-1-64 0,0 0-16 0,1-1 0 0,0 0 448 0,-1 2 64 0,2 0 32 0,-1 3 0 15,0 1 160-15,0 4 0 0,2-1 0 0,0 2 128 16,-1 1 128-16,0 2 48 0,2 2 0 0,-1 1 0 16,-6-3 288-16,0 0 64 0,0 0 16 0,0 0 0 15,35 40-400-15,-35-40-80 0,0 0 0 0,16 36-16 16,-16-36-176-16,0 0 192 0,13 40-192 0,-13-40 192 16,0 0-192-16,8 33 0 0,-8-33 0 0,0 0 0 0,0 0 0 0,0 0 0 15,0 0 0-15,0 0 0 0,0 0 0 16,0 0 0-16,0 0-192 0,0 0-18112 15</inkml:trace>
  <inkml:trace contextRef="#ctx0" brushRef="#br2" timeOffset="9239.61">2366 11145 27647 0,'-2'3'1216'0,"1"-1"256"0,0 0-1168 0,0 0-304 16,0-1 0-16,-1 1 0 0,1 0 272 0,-2 1 0 0,-2 1 0 0,0 2 0 15,-2 0 432-15,2 2 64 0,-1-1 32 0,2 2 0 16,1 1 352-16,3-10 80 0,-2 23 16 0,2-23 0 16,2 33-672-16,-2-33-144 0,3 41-32 0,-3-41 0 15,5 57-400-15,-3-24 0 16,-2 2 0-16,0 1 0 0,0-3 0 0,-1-2 0 0,0-3 128 0,0-2-128 16,1-26 0-16,-2 39 0 0,2-39 0 0,0 26 128 15,0-26-128-15,0 0 0 0,0 0 0 0,0 0 0 16,0 0-752-16,0 0-128 0,0 0-16 0,2 4-14896 15</inkml:trace>
  <inkml:trace contextRef="#ctx0" brushRef="#br2" timeOffset="10174.28">2233 11224 10127 0,'-1'-8'448'0,"1"4"96"0,1-1-544 0,0 2 0 15,0 2 0-15,0 0 0 0,0 1 2256 0,3-2 352 16,0-1 64-16,3-2 16 0,2 3 400 0,1-2 96 15,1 1 16-15,1 0 0 0,0 1-1216 0,1 0-256 16,1-2-32-16,0 1-16 0,1-2-1024 0,-1 0-208 0,0 0-32 0,0 2-16 16,-2 0-192-16,0 3-32 0,-12 0-16 0,0 0 0 15,30 2-160-15,-30-2 0 0,0 0 0 0,0 0 0 16,0 0 0-16,0 0 0 0,24 39 0 0,-25-30 0 16,-3 2 0-16,-1 1 0 0,-1 0 0 0,-1-1 0 15,-3 1 0-15,-1 0 0 0,-3 2 0 0,-1 1 0 16,2-4 0-16,0-1 0 0,3-2 0 0,2-2 0 15,2-4-144-15,2-1 144 0,1-2 0 0,2-1 0 16,2-2-400-16,1-3 16 0,2-1 16 0,4-1 0 16,1-3-1280-1,2 0-256-15,2 0-48 0,1 0-16 0,1 1-2064 0,0-1-400 0,2 0-96 0,-1 0-16 32,-2 1 1680-32,0 1 336 0,1 0 64 0,-1 1 16 0,-1 2 1648 0,-2-1 336 0,-2 2 64 0,-1 1 16 0,0 2 1424 0,-3 1 304 15,-1 0 48-15,-1 2 16 0,-1 0 2000 0,-2 2 416 16,0-2 80-16,-2 2 0 0,0 0-848 0,-2 1-176 15,1 0-48-15,-2 1 0 0,0 1-1184 16,1 0-240-16,-1-1-64 0,1 2 0 0,-1 2-640 0,1 0-128 16,0-1-16-16,3 2-16 0,0 1-288 0,1-10-64 15,0 0-16-15,0 0 0 0,6 33-176 0,-6-33 0 0,0 0 144 0,0 0-144 16,0 0 0-16,0 0 0 0,34 32 0 0,-34-32 0 16,0 0 0-16,0 0 0 0,30-3 0 15,-22 0 128 1,-1-2-128-16,-1-1 0 0,3 0 0 0,-2-3 0 0,2 0 0 15,-1-1 0-15,-1 0 0 0,1 1 0 0,-2-3 0 0,-1 1-128 0,0 1 128 0,-2 0-128 16,0 1-32-16,0 0 0 0,-2 1 0 0,-1 1 0 16,0 2 160-16,0 3-128 0,-1 0 128 0,-1 2-128 15,1 2 128-15,-1 0 0 0,0 1 0 16,0 2 0-16,0 1 0 0,-1 0 0 16,1 3 0-16,0 0 128 0,2-9-128 0,0 0 192 0,-2 34-64 0,2-34 0 0,0 0 64 0,1 35 0 31,-1-35 16-31,0 0 0 0,10 33-64 0,-10-33-16 0,0 0 0 0,0 0 0 15,0 0-128-15,29 29 0 0,-29-29 0 0,0 0 128 0,0 0-128 16,30-2 0 0,-23-1 0-16,2-2 0 0,0-2 0 0,0-2 0 15,1 0 0-15,0-1 0 0,1-2-256 0,-1 0-16 16,1-1-16-16,-1 0 0 16,1 1-1504-16,-1-1-320 0,0 0-48 0,-3 1-16 15,2 0-1152-15,-3 1-256 0,0 3-32 0,-2-3-16 16,1 1 1088-16,-2 3 224 0,0-2 32 0,-2 1 16 0,1 1 1744 0,-1 0 336 0,0 0 192 0,-1 0-192 15,1-1 1216-15,-2 2 224 0,0-4 48 0,0 3 16 16,0 0 1248-16,0 0 240 0,1 0 48 0,0 2 16 16,0 0-304-16,0 1-64 0,0 2-16 0,0 1 0 15,0-1-1040-15,0 2-208 0,0 0-32 0,0 0-16 16,-1 2-640-16,1 1-128 0,-1 1-32 0,0 3 0 16,1-7-192-16,0 0-64 0,-2 34 0 0,2-34 0 0,0 35-128 15,0-35 0-15,0 40 144 0,0-40-144 0,1 41 0 0,-1-41 144 16,0 47-144-16,0-47 0 0,1 43 0 0,-1-43 0 15,3 38 0-15,-3-38 0 0,0 0 0 0,9 40 0 16,-9-40 0-16,0 0 0 0,0 0 0 0,0 0 0 16,0 0 0-16,0 0 0 0,0 0 0 0,33 14-272 15,-29-22 48-15,-2 0 16 16,1 1-1840-16,-3-4-352 0</inkml:trace>
  <inkml:trace contextRef="#ctx0" brushRef="#br2" timeOffset="10365.94">2817 11084 14735 0,'-2'3'1312'0,"1"-2"-1056"0,1 1-256 0,1-2 0 16,0 3 2848-16,0-1 512 0,0 1 96 0,-1-3 32 16,0 0-352-16,0 0-64 0,0 0 0 0,31 42-16 15,-31-42-1648-15,0 0-320 0,0 0-64 0,48 19 0 16,-48-19-576-16,0 0-96 0,45 1-32 0,-45-1 0 16,32-3-320-16,-16-2 0 0,0 3 0 0,-1-3 0 15,1 0-192-15,1-2-128 0</inkml:trace>
  <inkml:trace contextRef="#ctx0" brushRef="#br2" timeOffset="10568.73">3338 11057 12287 0,'-1'0'544'0,"0"0"112"0,1 0-528 0,-1 0-128 0,0 0 0 16,-1 0 0-16,1 0 0 0</inkml:trace>
  <inkml:trace contextRef="#ctx0" brushRef="#br2" timeOffset="11147.42">3290 11095 11855 0,'0'-4'512'0,"1"3"128"0,0-1-512 0,-1 2-128 16,0 0 0-16,0-1 0 15,0 1 2208-15,0 0 416 0,1-1 64 16,-1 1 32-16,0 0 256 0,0 0 48 0,0 0 16 0,0 0 0 0,0 0-1216 0,0 0-240 15,0 0-48 1,0 0-16-16,-1 1-688 0,1-1-128 0,0 0-16 0,1 1-16 0,-1-1-384 0,1 0-80 16,-1 0-16-1,1 0 0-15,0-1-48 0,0 0-16 0,0 1 0 0,0 0 0 0,0-2 0 0,0 2-128 0,-1 0 192 16,1 0-64-16,0-2-128 0,-1 2 0 0,0-1 0 0,0 1 128 16,0 0-128-16,0 0 0 0,0 0 0 0,0 0 128 15,0 0-128-15,0 0 0 0,-1 0 0 0,1 0 0 16,-1-2 0-16,1 2 0 15,0 0 128-15,1-1-128 0,-1 1 0 0,-1 0 0 0,1 0 0 0,0 0 0 32,0-2 0-32,0 2 0 0,0-1 128 0,0 0-128 0,0 1 0 0,0-2 0 0,0 0 0 0,1 1 128 15,-1 1-128-15,0 0 0 16,0 0 144-16,1 0-144 0,-1 0 0 0,0 0 128 0,0 0-128 0,0 0 0 0,0 0 0 0,1 0 0 16,-1 0 0-16,1 1 0 15,-1-1 0-15,1 2 0 16,-1-2 0-16,0 0 0 0,0 0 0 0,0 2 0 15,0-2 0-15,0 0 0 0,0 0 0 0,0 0 0 16,0 0 0-16,0 0 0 0,0 0 0 0,0 0 144 16,0 0-144-16,1 0 0 0,-1 1 192 0,1 0-192 15,0-1 192-15,0 0-192 0,0 0 192 0,1 0-192 16,0 0 192-16,0 0-192 0,1 2 192 0,0-1-192 16,-3-1 192-16,0 0-192 0,0 0 128 0,0 0-128 0,0 0 0 15,0 0 0-15,32 26 0 0,-32-26 0 0,0 0 0 16,0 0 0-16,0 0 0 0,0 0 0 0,35 24 0 0,-35-24 0 15,0 0 0-15,0 0-256 0,0 0 80 0,0 0 16 32,0 0-1072-32,0 0-224 0</inkml:trace>
  <inkml:trace contextRef="#ctx0" brushRef="#br2" timeOffset="11348.2">3328 11180 3679 0,'0'3'320'0,"-1"-3"-320"16,1 0 0-16,0 0 0 0,-1 0 2384 15,1 2 416-15,0-2 80 0,-1 3 0 16,0-2 1536-16,1 0 288 0,0 2 64 0,2 1 16 16,0-1-1744-16,-2-3-352 0,0 0-64 0,0 0 0 0,0 0-1680 0,34 14-336 15,-34-14-64-15,0 0-16 16,32 5-336-16,-32-5-192 0,0 0 192 0,35-1-192 0,-35 1 0 0,20-2 0 16,-12 0-160-16,2 0-18848 0</inkml:trace>
  <inkml:trace contextRef="#ctx0" brushRef="#br2" timeOffset="12229.53">3769 11108 6447 0,'-3'0'576'0,"1"2"-576"16,1-2 0-16,1 0 0 0,-1 2 1152 0,0-2 112 0,-2 1 16 0,-1 0 16 15,0 1 960-15,1 1 192 0,0-1 48 0,1-1 0 16,2 1-96-16,3-2-16 0,1 0 0 0,3 0 0 15,2-2-304-15,2 1-64 16,4-1-16-16,0-1 0 0,2 1-848 0,-1 0-192 0,0 0-16 0,0-1-16 16,-16 3-416-16,31-2-64 0,-15 0-32 0,0 1 0 15,-1-1-272-15,-2 2-144 0,-13 0 160 0,23-2-160 0,-13 0 0 16,0-1 0-16,-2 0 0 0,-1 0 0 16,0 0-592-16,-3-3-112 0,0 2-32 0,-2-1-16704 15</inkml:trace>
  <inkml:trace contextRef="#ctx0" brushRef="#br2" timeOffset="12418.5">3923 10944 19343 0,'-5'-8'848'0,"3"2"192"15,0 3-832-15,1 0-208 0,1 3 0 0,0 0 0 0,0 0 1824 0,0 0 320 0,0 1 64 0,1 3 16 16,0 3 16-16,-1-7 16 16,0 0 0-16,5 49 0 0,-5-49-1008 0,4 55-208 15,-2-23-32-15,-1-2-16 0,0 1-640 0,-1-2-128 0,0-29-32 0,1 50 0 16,-1-50-192-16,6 35 0 15,-6-35 128-15,0 0-128 0,16 36 0 0,-16-36 0 0,0 0 0 0,0 0 0 16,30-1-160-16,-18-8-32 0,0-3 0 0,-1-2 0 31,0 0-1088-31,3-4-240 0</inkml:trace>
  <inkml:trace contextRef="#ctx0" brushRef="#br2" timeOffset="12812.2">4207 10925 13823 0,'9'-27'608'0,"-5"15"128"0,-1 6-592 0,-3 3-144 0,0 3 0 0,1-2 0 0,0-1 2368 0,1-1 448 16,1-3 96-16,-1 4 16 0,-1 3 16 0,-2 3 16 31,-1 6 0-31,-2 1 0 0,1 6-1312 0,-3 3-272 0,1 5-48 0,2 2-16 0,-1 2-784 0,1 1-144 31,1-1-48-31,2 0 0 0,0-28-144 0,1 48-16 0,-1-48-16 0,4 38 0 0,-4-38-160 0,0 0 128 16,10 42-128-16,-10-42 128 16,0 0-128-16,0 0 0 15,0 0 0-15,0 0 0 0,22 36 0 0,-18-36 0 16,1-2 0-16,-2-2 0 0,2-1 0 0,-1 0 0 15,0-3 0-15,0-1 0 0,-1 0 0 0,1-1 0 16,-2 0 0-16,2-1 0 0,0 1 0 0,0-1 0 16,0 1 0-16,2 0 0 0,-2 3 0 0,2 0 0 0,-1 3 0 0,0 1 0 15,0 1 0-15,-1 0 0 0,1 2 0 0,0-1 0 16,-2 2 0-16,1 1 0 0,-4-2 0 0,0 0 0 16,0 0 128-16,0 0-128 0,0 0 192 0,30 31-64 15,-30-31-128-15,0 0 0 0,0 0 144 0,0 0-144 16,0 0 0-16,0 0 0 0,28 38 0 0,-28-38 128 15,0 0-128-15,0 0 0 0,0 0 0 0,0 0 128 16,0 0-128-16,0 0 0 0,0 0 0 0,0 0 0 16,37 28 0-16,-33-28 128 0,2 0-128 0,-1 0 0 15,-1-2 0-15,2 0 0 0,-1 1 0 0,2-3-12624 16,-2 1-2528-16</inkml:trace>
  <inkml:trace contextRef="#ctx0" brushRef="#br2" timeOffset="13256.5">4535 11105 8287 0,'-2'0'736'0,"1"2"-592"0,1-2-144 0,0 1 0 16,0 1 2176-16,-1-2 384 0,0 2 96 0,0 2 16 16,1 1 1344-16,0-5 272 0,0 0 48 0,0 0 16 15,0 0-2000-15,0 0-400 0,34 33-80 0,-34-33-16 16,0 0-1248-16,34 8-256 0,-34-8-48 0,26-3-16 16,-26 3-160-16,27-7-128 0,-16 3 144 0,0-2-144 15,0 0 0-15,-2-1 0 0,0-1 0 0,-2 1 0 0,-2 0 0 0,0-2 0 16,-2-1 0-16,-3 3 0 0,0-2 0 0,-1-1 0 15,-2 3 0-15,-2-2 0 16,-1 1 0-16,-4 1-128 0,0 0 128 0,-3 2 0 0,-1 3-192 0,-1 0 192 16,3 4-192-16,-1 3 192 0,4-1-128 0,0 6 128 15,1 4 0-15,-1 3 0 0,3 2 0 0,1-2 0 16,0 4 0-16,3-3 0 0,2-18 368 0,-1 38-32 16,1-38 0-16,6 34 0 0,-6-34-32 0,0 0-16 15,23 34 0-15,-23-34 0 0,0 0-160 0,40 18-128 16,-40-18 144-16,33 1-144 0,-16-4 0 0,1-4 0 0,2-1 0 15,1-3-19360-15</inkml:trace>
  <inkml:trace contextRef="#ctx0" brushRef="#br2" timeOffset="13904.23">5260 11057 25791 0,'0'0'1152'0,"0"0"224"0,1 0-1104 0,0 0-272 15,0 1 0-15,0 1 0 16,0-2 2112-16,0 1 384 0,1 0 64 0,-2-1 0 0,0 0-704 0,0 0-160 16,0 0-32-16,0 0 0 0,0 0-1088 0,0 0-208 0,0 0-48 0,0 0-16 15,0 0-176-15,0 0-128 0,28 0 192 0,-25-5-192 16,0-2 0-16,0-3 0 16,-1 1 0-16,-1 0 0 0,-1-2 0 0,-2 0 0 0,0 2 0 0,-1 0 0 31,-1 1 0-31,-1 1 0 0,-2-2 0 0,-2 2 0 0,0 3 0 0,-2 1 0 0,0 3 0 0,0 3 0 15,-1 1 0-15,-2 5 0 0,1 1 0 0,0 2 0 16,2-1 0-16,-1 6 0 0,1 2-128 0,-1 4 128 16,2 0 0-16,0 0 0 0,2 1 0 0,1 2 0 15,0-2 0-15,4-1 0 0,0-3 0 0,3-20 0 16,0 29 0-16,0-29 0 0,0 0 0 0,0 0 0 16,0 0 0-16,31 34 0 0,-21-36 0 0,0-1 0 15,1-4 0-15,1-3 0 0,3-2 0 0,1-4 0 0,-2 0 0 0,1-1 0 16,0-1 0-16,-2 1 0 0,-1 0 0 0,-3 2 0 15,0 0 0 1,-4 2 0-16,0-1-160 0,-1 2 160 0,-2 2-160 16,-2 1 160-16,1 4-128 0,-1 3 128 0,0 0 0 0,-1 4-144 0,1 2 144 0,0-4 0 15,0 0 0-15,-5 24 0 16,5-24 0-16,0 0 0 0,-2 36 0 0,2-36 128 0,0 0-128 0,3 38 192 16,-3-38-64-1,0 0 0-15,0 0 16 0,16 38 16 0,-16-38 0 0,0 0 0 0,0 0-32 0,0 0 0 0,41 14 0 16,-41-14 0-16,20-5-128 0,-10 0 0 15,0-1 0-15,1-2 0 0,0-1 0 0,1-1 0 0,0-1 0 16,-1-1 0 0,0 1-816-16,0 0-80 0</inkml:trace>
  <inkml:trace contextRef="#ctx0" brushRef="#br2" timeOffset="14525.73">5542 11038 11807 0,'-3'-2'256'0,"2"-3"48"0,-1 3 16 0,1-1 16 0,0 1-336 0,1 1 0 0,0 0 0 0,0-3 0 0,-1 0 3136 0,1 0 576 16,-1-1 96-16,1 1 32 0,-1 3-864 0,1 1-160 16,0 0-48-16,0 0 0 0,0 0-1248 0,2 31-256 15,-2-31-48-15,-2 29-16 0,2-29-768 0,-5 30-160 16,3-15-16-16,-2 1-16 0,0-1-240 0,0-1 144 16,1-2-144-16,-1 0 128 0,1-3-128 0,1-2 192 15,1 0-192-15,-1-2 192 0,1-3-192 0,1 0 0 16,-1-2 0-16,1-2 128 0,1 0-128 0,0-3 0 15,0 0 0-15,1-2 0 0,0 0 0 0,1-2 0 0,1 0 0 0,-1-1 0 16,1-2 0-16,1-1 0 0,0 1 0 0,-2-1 0 16,2 1 0-16,0 0 0 0,0 0 0 0,1 1 0 15,-2 2 0-15,2 1 0 0,1-2 0 0,1 3 0 16,0 0 0-16,0 3 0 0,1-1 0 0,-9 5 0 16,0 0 0-16,25 0 0 0,-25 0 0 0,0 0 0 15,0 0 0-15,0 0 0 0,32 28 128 0,-32-28-128 16,0 0 128-16,9 36-128 0,-9-36 128 0,0 0-128 15,3 38 160-15,-3-38-160 0,-5 23 192 0,5-23-192 0,-7 20 128 16,2-11-128-16,0 0 0 0,-1 1 0 16,0-1 0-16,-1-4 0 0,3 0 0 0,0 0 0 0,0-3 0 0,3-1 0 15,0-1 0-15,0-1 0 0,1-4 128 0,1 0-128 16,1-2 0-16,2-2 0 0,1-1 0 16,0-2 0-16,4-2 0 0,0-2 0 0,1-1 0 0,0-2 0 15,2 1 0-15,0 1 0 0,1 0-176 0,-1 3 176 16,-2 2-192-16,0 2 192 0,-1 3-192 0,-1 0 192 15,-1 5-192-15,-1 0 192 0,-6 2 0 0,0 0 0 16,0 0 0-16,0 0 0 0,0 0 0 0,0 0 0 16,24 36 0-16,-24-36 0 0,0 0 0 0,3 34 0 0,-3-34 0 15,0 0 0-15,0 34 0 0,0-34 176 0,0 0-176 0,-2 30 160 16,2-30 0-16,0 0 0 0,-3 24 0 0,3-24 0 16,0 0-160-16,0 0 160 0,-5 26-160 0,5-26 160 15,0 0-160-15,0 0 0 16,0 0 0-16,0 0 0 0,-1 29 0 0,3-29 0 0,0 2 0 0,0-4 0 15,1 2 0-15,-1-3 0 0,3-1-192 0,1-1 192 16,0 0-1008 0,1-1-80-16,-1 0 0 0,3 0-16704 0</inkml:trace>
  <inkml:trace contextRef="#ctx0" brushRef="#br2" timeOffset="15296.09">5918 11084 12895 0,'0'-8'576'0,"0"4"112"0,1-1-560 0,0 0-128 0,-1 3 0 0,1-1 0 0,0-1 2224 0,-1-1 400 16,2-3 96-16,1-1 16 0,-1 1 304 0,0 2 64 16,0 3 16-16,-1 3 0 0,-1 1-1600 0,0-1-320 15,0 0-64-15,-4 23-16 0,4-23-576 0,-6 26-112 16,6-26-32-16,-6 29 0 0,6-29-224 0,-6 31-48 16,6-31-128-16,-3 30 192 0,3-30 80 0,0 0 16 15,1 34 0-15,-1-34 0 0,0 0-128 0,0 0-32 16,0 0 0-16,0 0 0 0,38 9-128 0,-29-16 0 0,1 0 0 0,0 0 0 15,0-3 0-15,2 1 0 0,0-5 128 0,0-1-128 16,0 0 0-16,-3-2 0 16,0 0 0-16,-1 0 0 0,-3 1 0 0,-2-1 0 0,-1 2 0 0,-3-1 0 15,-2 2 0-15,-2 0-144 0,-3-2 144 0,-2 4 0 16,0 2-208-16,-1 3 64 0,-1 4 16 0,0 2 0 16,0 4 128-16,1 0 0 0,2 2-144 0,-2 2 144 0,-1 2 0 15,1 3 0-15,0 1 0 0,2 0 0 0,1 1 0 16,0 0 0-16,3-1 0 0,0 0 0 0,5-13 192 15,-3 24-64-15,3-24 0 0,0 0 0 0,0 0-128 0,0 0 160 16,0 0-160-16,29 29 160 0,-29-29-160 0,24-6 0 31,-9 0 0-31,1 0 128 0,1-4-128 0,0 0 0 0,1-1 0 0,0 1 0 0,1-2 0 0,0 2 0 16,0 1 0-16,-1-1 0 0,-2 2 0 0,-1 2 0 16,-1-1-128-16,-2 0 128 0,0 2-128 0,-3 1 128 15,-9 4-160-15,15-5 160 16,-15 5 0-16,0 0 0 0,0 0-128 0,0 0 128 15,0 0 0-15,0 0 0 0,0 0 0 0,0 0 0 0,2 31 0 0,-2-31 0 0,-8 18 0 0,8-18 0 32,-8 22 0-32,8-22 160 0,-4 26-160 0,4-26 128 0,0 0 16 0,-2 33 0 0,2-33 0 0,0 0 0 15,0 0-144-15,0 0 160 0,0 0-160 0,30 29 160 32,-30-29-160-32,0 0 0 0,25-3 0 0,-17-2 0 0,1 1 0 0,1-4 0 0,1 2 128 0,-1-3-128 15,0-1 0-15,-1 0 0 0,1-1 0 0,0 1 0 16,-2-2 0-16,0 0 0 0,0 0 0 0,-2 2 0 15,0 1-144-15,-1-2 144 0,-2 3 0 0,0 1 0 16,0 1-144-16,-2 1 144 16,0 2 0-16,-1 0-144 0,0 1 144 0,-1 2 0 15,-1 0 0-15,0 2 0 0,0 1 0 0,-1 2 0 16,3-5 0-16,-5 18 0 0,5-18 0 0,-4 26 0 16,4-26 0-16,-2 31 0 0,2-31 192 0,1 31-48 15,-1-31 0-15,0 0 0 0,7 36 96 0,-7-36 16 16,0 0 0-16,0 0 0 0,0 0-256 0,0 0 176 15,33 26-176-15,-33-26 160 0,0 0-160 0,23-2 0 16,-23 2 0-16,16-8 0 0,-9 2-128 0,1-2-16 16,-2 1 0-16,1-4 0 15,0 1-944-15,1-1-176 0,-2 0-32 0,0-1-16544 0</inkml:trace>
  <inkml:trace contextRef="#ctx0" brushRef="#br2" timeOffset="15690.77">6526 10965 4607 0,'0'0'400'0,"0"0"-400"0,0 0 0 0,0 0 0 16,0-2 2496-16,0 1 432 0,-1-3 80 0,1 0 0 15,0 0 512-15,-1 2 80 0,1 0 32 0,0 0 0 16,-1 2-1056-16,1 0-208 0,0 0-32 0,0 0-16 16,0 0-1024-16,0 0-208 0,-5 29-32 0,5-29-16 15,0 0-608-15,-8 37-128 0,8-37-32 0,-6 36 0 16,6-36-128-16,-9 35-16 0,9-35-128 0,-10 31 192 16,10-31-16-16,-7 30-16 0,7-30 0 0,-6 22 0 15,6-22-160-15,0 0 0 0,0 0 0 0,0 0 128 16,0 0-128-16,0 0 0 0,0 0 0 0,0 0 0 0,0 0 0 0,11-9 0 15,-6-1 0-15,1-2 0 0,1-2 0 0,0-3 0 16,1 1 0-16,-1-3 0 0,2 0-208 0,-1-2 80 16,1 0 128-16,-1 3-208 0,-1 2 48 0,0 2 16 15,0 3 0-15,0 3 0 0,-1 1 144 0,-1 4 0 16,0 1 0-16,-5 2-128 0,0 0 128 0,0 0 0 16,0 0 0-16,0 0 0 0,18 38 0 0,-18-38 0 15,0 0 0-15,1 40 128 0,-1-40-128 0,-2 33 192 16,2-33-64-16,-4 32 0 0,4-32 16 0,-4 26 16 0,4-26 0 0,0 0 0 15,-3 29-160-15,3-29 0 0,0 0 144 0,0 0-144 16,0 0 0-16,0 0 0 0,0 0 0 0,0 0 0 16,0 0 0-16,0 0 0 0,14-4 0 0,-9-4 0 15,1-2-320-15,1 0-16 16,0-2-16-16,0-2-12096 0,2 0-2416 0</inkml:trace>
  <inkml:trace contextRef="#ctx0" brushRef="#br2" timeOffset="15976.98">6779 10797 10415 0,'4'-9'224'0,"-3"3"48"0,1 0 16 0,-1 3 16 0,0 0-304 0,0 3 0 16,-1 0 0-16,1-2 0 0,0 0 3664 15,1 2 688-15,-1 0 128 0,-1 0 16 0,0 0-1344 0,0 0-272 16,0 0-48-16,7 38-16 0,-7-38-1504 0,0 0-304 16,-1 40-64-16,1-40-16 0,-4 33-560 0,4-33-112 15,-5 35-32-15,5-35 0 0,-7 38-80 0,7-38-16 16,-6 41 0-16,6-41 0 0,-8 47 16 0,8-47 0 15,-5 50 0-15,5-50 0 0,-3 45-144 16,3-45 160-16,1 31-160 0,-1-31 160 0,0 0-160 0,0 0 0 16,11 36 0-16,-11-36 0 0,0 0 0 0,0 0 0 0,0 0 0 15,0 0 0-15,29 0-192 0,-24-8 0 0,3-1-16 0,-1-2 0 32,-1-1-272-32,0-3-48 0,0 1-16 0,-2-3 0 15,0-2-2096-15,-2-4-432 0,-1-3-64 0,-3 0-11232 0</inkml:trace>
  <inkml:trace contextRef="#ctx0" brushRef="#br2" timeOffset="16133.85">6691 10880 1839 0,'-18'15'160'0,"10"-9"-160"0,4-1 0 0,2-2 0 16,2-2 4064-16,-1 1 784 0,1-2 144 0,0 0 48 0,-7 25-80 0,7-25-16 15,0 0 0-15,16 36 0 0,-16-36-2864 0,34 9-576 16,-10-12-112-16,2-2-32 0,0-2-592 0,1-4-128 16,4 1-32-16,0-3 0 0,-1 1-416 0,-1 1-192 15,0-1 160-15,-4 1-160 0,-2 1 0 0,0 1-240 16</inkml:trace>
  <inkml:trace contextRef="#ctx0" brushRef="#br2" timeOffset="16735.25">7335 10977 19343 0,'1'-3'1728'0,"0"1"-1392"31,0 0-336-31,-1-1 0 0,0 3 1792 0,1-2 304 0,-1-3 48 0,1-2 16 0,-1 0 400 0,0 0 96 15,-1 0 16-15,-2 4 0 0,0 1-1296 0,-2 2-256 0,0 5-48 0,-2-1-16 32,1 6-704-32,-1 0-144 0,0 4-16 0,0 2-16 0,2 6-176 0,5-22 0 0,-8 44 0 0,8-44 0 15,0 43 0-15,0-43 128 0,0 0-128 0,19 45 0 16,-19-45 144-16,0 0-144 16,36 19 160-16,-20-21-160 15,2-3 144-15,-1-2-144 0,2-4 128 0,-1-2-128 16,0-1 128-16,0-2-128 0,-3 1 128 0,-1-1-128 15,-1-4 0-15,-4 2 0 0,-2-1 128 0,-3 1-128 16,-2 1 0-16,-6 3 0 0,-3 1 0 0,-2 4 0 16,-3-1 0-16,-5 3-144 0,-3 1 144 0,-5 3 0 0,-2 0-320 0,0 6 64 15,-1 1 0-15,3 4 0 0,4 1 256 0,3 0-160 16,4 3 160-16,4-1-128 0,3 2 128 0,2-1 0 16,5-12 0-16,0 0 0 0,4 40 0 0,-4-40 0 15,0 0 0-15,32 26 0 0,-32-26 0 0,37 7 0 16,-13-7 0-16,1-5-18128 15</inkml:trace>
  <inkml:trace contextRef="#ctx0" brushRef="#br2" timeOffset="17053.16">7736 10752 30399 0,'-1'-10'1344'0,"0"5"288"0,1-2-1312 0,-2 2-320 0,0 1 0 0,0 1 0 16,-1 1 1216-16,-1-5 160 0,-4-3 32 0,-1-1 16 15,-1 1-176-15,1 3-32 0,0 4-16 0,2 4 0 16,1 4-544-16,1 2-96 0,0 4-32 0,5-11 0 16,-7 28-240-16,7-28-48 0,-8 36-16 0,8-36 0 15,-2 48-224-15,2-48 0 0,1 54 0 0,-1-54 0 0,4 62 0 0,-4-62 128 16,9 66-128-16,-2-30 0 0,0-1 0 0,-7-35 0 16,15 59 0-16,-15-59 0 0,15 50 0 0,-15-50 0 15,12 40 0-15,-12-40 0 0,11 36 0 16,-11-36 0-16,0 0 0 0,9 48 0 0,-9-48 0 0,0 0 0 15,-3 40 0-15,3-40 0 0,-10 24 0 0,4-17 0 16,-1 2 0-16,0-3 0 0,-1 0 0 0,-1-3 0 16,0-1 0-16,-3-2 0 0,0-2 0 0,-3-1 0 15,-1-4 0-15,-1 0-160 16,-1-5-1008-16,1 0-208 0</inkml:trace>
  <inkml:trace contextRef="#ctx0" brushRef="#br2" timeOffset="17195.4">7524 11079 11967 0,'11'-17'528'0,"-6"12"112"0,-1 0-512 0,-3 5-128 0,1-2 0 0,0 2 0 15,4 0 3328-15,3-2 624 16,7 0 128-16,-16 2 16 0,34 0-512 0,-34 0-96 0,33 2-32 0,-33-2 0 16,29 2-2176-16,-29-2-448 0,30-2-96 0,-15 0-16 15,-1-1-416-15,0-2-96 16,1 3-16-16,1-5 0 0,0 0-320 0</inkml:trace>
  <inkml:trace contextRef="#ctx0" brushRef="#br2" timeOffset="19827.4">8445 10920 5519 0,'-3'0'496'0,"1"0"-496"0,1 1 0 0,1-1 0 0,0 1 1248 0,0-1 160 0,0 0 16 0,-1 0 16 16,1 2 1328-16,-1 1 272 0,1-1 48 0,0 1 16 31,0 1-240-31,0-4-48 0,0 0-16 0,0 0 0 0,0 0-944 0,0 0-192 0,0 0-48 0,0 0 0 31,7 37-784-31,-4-36-176 0,-1 0-16 0,1-1-16 0,-1-1-368 0,1-1-80 16,1-3-16-16,-1 0 0 0,0 1-160 0,1-4 128 15,0 2-128-15,-2-2 128 0,1 1-128 0,-2-1 0 0,1 0 0 0,-2 1 0 0,-1 0 0 0,-2 0 0 32,0-1 0-32,-4 2 0 0,0 1 0 0,-3 0 0 15,-1 2 0-15,-2 1 0 0,0 0 0 0,-2 2 0 16,-1 4 0-16,0-1 0 0,0 1 0 0,1 2 0 15,2 2 0-15,0 2 0 0,1 0 0 0,3 2 0 16,0 0 0-16,1 4 0 0,0 0 0 0,3 1 0 0,5-17 0 16,-6 36 0-16,6-36 0 0,3 34 0 0,-3-34 0 0,0 0 0 15,0 0 0-15,28 41 160 0,-28-41-160 0,0 0 160 16,34 8-160-16,-34-8 192 0,28-5-192 0,-13-1 192 16,-1-2-192-16,0-2 128 0,1-2-128 0,-1-1 128 15,-1 0-128-15,0-1 0 0,1 0 0 0,-2-1 0 16,-2 1 0-16,-1-1 0 0,0 2 0 0,-2-3 0 15,-1 1 0-15,-1 1 0 0,-1 0 0 0,1-1 0 16,-2-1-192-16,0-3 192 0,0 0-192 0,-1-2 192 16,-1 2-144-16,0-3 144 0,-1 1 0 0,-1 0 0 15,1 1 0-15,0 2 0 0,-1 4 0 0,0 2 0 16,0 2 0-16,0 5 0 0,-1 1 0 0,1 3 0 0,0 1 0 0,-1 3 0 16,0 2 0-16,-1 2 0 0,-1 4 208 15,1 4-48-15,3-15-16 0,-6 40 0 0,6-40 0 0,-2 45 0 16,2-45 0-16,-1 50 0 0,1-50-144 0,3 50 0 15,-3-50 144-15,5 47-144 0,-5-47 0 0,8 41 144 16,-8-41-144-16,10 38 0 0,-10-38 0 0,0 0 0 16,18 38 0-16,-18-38 0 0,0 0 0 0,0 0 0 15,0 0 0-15,0 0 0 0,35 11 0 0,-29-18 0 16,2 0 0-16,-1-4 0 16,2 1-480-16,-1-2-48 0,1-2-16 0,0 0 0 15,-1 0-1776-15,0-1-368 0,2 0-64 0,-2-1 0 16,0 2-64-16,0 0 0 0,-1-2 0 0,0 3 0 0,-1 1 1952 0,-1 3 384 0,-1 0 80 0,0 4 16 15,-1 2 1120-15,-2 1 224 0,0 2 64 0,-2 0 0 16,0 3 1312-16,0 1 272 0,-2 1 48 0,0 2 16 16,0 2-704-16,-2-2-144 0,0 5-32 0,1-1 0 15,-1 2-944-15,1 1-192 0,4-14-32 0,-8 28-16 16,8-28-288-16,-2 30-64 0,2-30-16 0,0 0 0 16,6 40-80-16,-6-40-16 0,0 0 0 0,0 0 0 15,20 36-144-15,-20-36 0 0,0 0 0 0,0 0 0 16,33 11 0-16,-24-14 0 0,1-1 128 0,0-3-128 15,1 0 0-15,1-4 0 0,-1 0 0 0,0-1 0 0,0 0 0 16,-1-2 0-16,0 0 0 0,0 1 0 0,-3 0-128 0,-1 0 128 16,-1 0-160-16,0-1 160 0,-1 0-176 0,-3 0 176 15,1 2-192-15,-1 0 192 0,-1 4 0 0,-2 1-128 16,0 2 128-16,2 2 0 0,-2 2 0 0,0 3 0 16,0 1 0-16,0 4 0 0,0 0 0 0,-1 4 0 15,3-11 0-15,-3 29 0 0,3-29 0 0,-1 32 144 16,1-32-144-16,1 37 128 0,-1-37-128 0,0 0 160 15,8 47-160-15,-8-47 160 0,0 0-160 0,0 0 128 16,24 41-128-16,-24-41 128 0,0 0-128 0,0 0 0 16,32 9 0-16,-25-12 0 0,2-1 0 0,-1-1 0 0,-1-3 0 0,2-1 0 15,0 0-256-15,0-3-16 0,0 0-16 0,1 1 0 32,0-1-2000-32,0 0-400 0</inkml:trace>
  <inkml:trace contextRef="#ctx0" brushRef="#br2" timeOffset="20230.33">9144 10837 11055 0,'4'-3'480'0,"-3"1"112"0,0 2-464 0,-1 0-128 16,0 0 0-16,0 0 0 0,0 0 2400 0,0 0 464 0,0-1 80 0,0 0 32 16,0-2 240-16,1-1 48 0,-1 1 16 0,1-1 0 15,0-1-1360-15,0 0-288 0,-1 1-48 0,0-1-16 0,1 1-832 0,0-1-160 16,-1 2-48-16,-1 0 0 0,0 2-256 0,1 0-48 16,-3 1-16-16,-1 2 0 0,-1 1-64 0,-2 2-16 15,0 1 0-15,-2 4 0 0,-1 0-128 0,-1 1 0 16,-1 1 144-16,2 0-144 0,1 0 0 0,2 0 0 15,0-1 0-15,2 1 128 0,5-12-128 0,-7 22 0 16,7-22 0-16,0 0 0 0,0 0 0 0,0 0 0 16,0 0 0-16,0 0 128 0,29 33-128 0,-29-33 0 15,0 0 0-15,32 2 0 0,-32-2 0 0,23 1 0 0,-23-1 0 0,0 0 0 16,29 6 0-16,-29-6 0 0,0 0 0 0,0 0 0 16,0 0 0-16,0 0 0 0,29 26 0 0,-29-26 0 15,0 0 0-15,-6 22 0 0,1-15 0 0,-1 0 0 16,-2 1 0-16,0-1 0 0,-1 2 0 0,-2-2 0 15,1-1 0-15,-1-2 0 16,1 0 0-16,1-4 0 0,0 0 0 0,3-2 0 0,2-3 0 0,2 1-128 16,2-1-96-16,3 0-16 0,2-5 0 0,2 3 0 31,3-4-1104-31,2 1-208 0,4 0-48 0,1-1-16 0,-2 2-2288 16,3 1-448-16,1-2-80 0,6-2-3504 15,-4 3-688-15</inkml:trace>
  <inkml:trace contextRef="#ctx0" brushRef="#br2" timeOffset="20487.28">9330 10886 4031 0,'0'0'352'0,"1"0"-352"0,0 0 0 0,1-2 0 0,3-2 2480 0,4-3 416 15,6-3 96-15,2-5 16 0,1 1 400 0,-1 0 96 16,-3 2 16-16,-5 3 0 0,-2 2-768 0,-4 2-160 31,-2 2-32-31,-2 3 0 0,0 0-1216 0,-2 0-256 0,-2 3-64 16,1 0 0-16,-2 1-592 0,1 1-128 0,0 2-32 0,0 0 0 0,1 0-112 0,0 4-32 0,4-11 0 0,-8 25 0 31,8-25-128-31,-4 27 0 0,4-27 0 0,-3 32 0 0,3-32 0 0,1 32 0 0,-1-32 0 16,0 0 0-16,8 44 0 0,-8-44 0 0,0 0 128 0,15 35-128 31,-15-35 0-31,0 0 0 0,0 0 0 0,24 34 0 16,-24-34 0-16,0 0 0 0,0 0 0 0,0 0 0 15,29 2 0-15,-23-6 0 0,-2-1 0 0,2 0 0 16,0-3 0-16,-1 0-144 0,-1-2 144 0,0 0 0 16,-2 1-576-16,-1-1 0 15,-1-1 0-15,-2 1 0 0,-2-2-1504 0,-1 0-304 0,-2 3-64 0,-1-3-16 16,-1 3-1088-16,-2 0-224 15</inkml:trace>
  <inkml:trace contextRef="#ctx0" brushRef="#br2" timeOffset="20627.21">9330 10889 10127 0,'-50'15'448'0,"40"-11"96"0,9-4-544 0,1 0 0 16,-1 1 0-16,-3 2 0 0,-2 1 2688 0,-1 2 448 15,-2 5 64-15,1 0 32 0,8-11 736 0,0 0 160 16,0 0 32-16,0 0 0 0,0 0-2224 0,35 33-432 16,-35-33-96-16,40-3 0 0,-16-1-656 0,2-1-128 15,-2-1-32-15,1 0 0 0,0-1-272 0,-2 0-48 16,-1 0-16-16,-1 0 0 0,-2 2-256 0,-1-2 0 15,-3 3 0-15,-1-2-19904 0</inkml:trace>
  <inkml:trace contextRef="#ctx0" brushRef="#br2" timeOffset="22600.21">10171 10792 9215 0,'2'-5'816'0,"0"2"-656"16,-1 1-160-16,0 2 0 0,-1-1 1424 0,1 0 256 16,1-4 48-16,2 0 16 0,0-1 1216 0,-1 0 240 15,-1 2 64-15,0-1 0 0,-2 3-768 0,-1 1-128 16,-1 1-48-16,-1 1 0 0,0 1-1104 0,-3 1-208 0,1-1-48 0,-2 2-16 15,1 1-464-15,-3 0-96 16,1 3 0-16,0 1-16 0,-1 0-160 0,-2 3-16 16,0 5-16-16,-1 4 0 0,0 0-176 0,-1 5 192 0,-1 3-192 0,-1 4 192 15,0 0-192-15,1 3 0 0,0 0 0 0,1-1 128 16,1-7-128-16,3-1 0 0,3-4 0 0,0-4 0 16,6-19 0-16,-4 31 0 15,4-31 0-15,0 0 0 0,0 0-1168 0,0 0-176 0,4 33-16 16,0-31-15616-16</inkml:trace>
  <inkml:trace contextRef="#ctx0" brushRef="#br2" timeOffset="23248.64">10362 10898 2751 0,'1'-2'256'0,"-1"0"-256"0,0 0 0 0,-1 1 0 16,1 1 1968-16,0-2 336 0,0 2 80 0,0-2 16 16,0 1 320-16,-1-2 64 0,1 0 16 0,-1 1 0 15,1 1-608-15,-2-1-112 0,1 2-32 0,-1 2 0 0,1-1-688 0,-2 3-144 16,-1 1-16 0,-1 4-16-16,-1-1-448 0,0 3-96 0,-1 1 0 0,-1 2-16 0,1 0-192 0,0 3-48 31,0-1 0-31,7-16 0 0,-10 35-96 0,10-35-32 0,-5 30 0 0,5-30 0 0,0 0 48 0,-1 33 0 15,1-33 0-15,0 0 0 0,0 0-304 16,0 0 128-16,30 5-128 0,-20-10 0 16,2-3 240-16,2-3-64 0,0-1-16 0,1-2 0 0,1 0-160 0,-1 1 128 0,-2 0-128 15,0 0 128-15,0 0-128 0,-1 0 0 16,0-1 0-16,-2 0 0 0,-1 2 0 0,-1 0 0 0,-2 0 0 0,0 3 0 31,-2 0 0-31,-1 1 0 0,-1 1 0 0,0 2 0 0,-2-1 0 0,-1 1 0 0,0 2 0 0,0 1 0 31,0 2 0-31,-2 0 0 0,2 2 0 0,-2 1 0 0,0 2 0 0,0-1 0 16,0 3 0-16,3-7 0 0,-6 21 256 0,6-21-16 16,-7 24-16-16,7-24 0 0,-4 29-32 0,4-29-16 15,0 0 0-15,-1 45 0 0,1-45 16 0,0 0 0 16,5 38 0-16,-5-38 0 16,0 0-64-16,0 0-128 0,0 0 192 0,25 31-64 0,-25-31-128 0,0 0 0 15,0 0 0-15,30-1 128 0,-20-2-128 0,0 0 0 16,1-4 0-16,-1 2 0 0,1-2 0 0,0 0-144 15,0-1 144-15,0 1-12608 16,0-2-2416-16</inkml:trace>
  <inkml:trace contextRef="#ctx0" brushRef="#br2" timeOffset="23824.81">10843 10846 12639 0,'-5'3'1120'0,"1"-1"-896"0,1 1-224 0,0-3 0 15,3 2 0-15,-1-2 0 0,-1 1 0 0,-1 0 0 16,0 1 0-16,-1 1 0 0,0-1 0 0,0-1 0 16,0-1 0-16,2 0 0 0,0-1 0 0,0-1-144 15,0 2 1760-15,0-3 368 0,0 1 64 0,1 0 0 16,1-2 752-16,-1 1 144 0,0 2 16 0,0-1 16 15,-1 1-176-15,1 0-48 0,-1 2 0 0,0 0 0 16,-1 2-1056-16,0 2-224 0,-1 1-32 0,0 0-16 16,4-6-848-16,-8 18-160 0,8-18-32 0,-11 26-16 0,11-26-368 0,-14 31 0 15,6-14 0-15,0-2 0 0,1 0-208 0,7-15 32 16,-12 27 16-16,12-27 0 0,-10 21-32 0,10-21 0 16,0 0 0-16,-8 17 0 0,8-17-32 0,0 0-16 15,0 0 0-15,0 0 0 0,0 0-16 0,1 0 0 16,2-4 0-16,0-2 0 0,0-1 0 0,2-3 0 15,0 1 0-15,0-3 0 0,1 3-16 0,-1-3-16 16,2-2 0-16,-1 2 0 0,2 0 64 0,-1-1 16 16,1 0 0-16,1-1 16 0,0 3 192 0,0 0 0 0,2 2 0 0,0-1 0 15,0 3 0-15,0 0 0 16,0 2 0-16,0 1 0 0,0-1 0 0,0 2 0 0,1 1 0 16,-1 1 160-16,-11 1 32 0,0 0 16 0,29 6 0 0,-29-6 0 15,0 0-64-15,0 0-16 0,0 0 0 0,30 38 0 16,-30-38-128-16,0 0 128 0,3 41-128 0,-3-41 128 15,-7 32-128-15,7-32 0 0,-12 36 0 0,12-36 128 16,-15 33-128-16,8-19 0 0,7-14 0 0,-12 24 0 16,12-24 0-16,-7 14 0 0,7-14 0 0,0 0 0 15,0 0 0-15,2-2 0 0,0-3-128 0,3 0 128 16,0-3-688-16,3-3-64 0,2-3-16 0,1-2-17376 16</inkml:trace>
  <inkml:trace contextRef="#ctx0" brushRef="#br2" timeOffset="24056.07">11132 10832 14735 0,'0'-4'640'0,"1"1"160"0,1 0-640 0,-2 1-160 15,2 1 0-15,-1 0 0 0,0 1 1648 0,2-4 288 16,1 1 64-16,0-2 16 0,2 0 816 0,-2 3 176 16,0-1 16-16,0 1 16 0,-1 2-880 0,-1 2-176 0,-2-2-48 0,0 0 0 15,0 0-1232-15,0 0-256 0,0 0-64 0,0 0 0 16,0 0-384-16,32 22 0 0,-32-22 128 0,0 0-128 15,0 0 0-15,0 0 0 0,24 7 0 0,-19-7 0 16,-2 2 0-16,1-2 0 0,-1 0 0 0,0 0 0 31,0 1-576-31,-3 1-112 0</inkml:trace>
  <inkml:trace contextRef="#ctx0" brushRef="#br2" timeOffset="24228.48">11135 10941 16575 0,'0'0'1472'0,"1"0"-1168"15,-1 0-304-15,0 0 0 16,0 0 1792-16,0 0 288 0,0 0 64 0,0 0 16 0,0 0 1040 0,0 0 192 16,0 0 64-1,0 0 0-15,0 0-1824 0,7 39-352 0,-7-39-80 0,-8 25-16 0,8-25-784 0,-11 31-144 16,11-31-48-16,-15 36 0 0,15-36-208 0,-12 28 0 16,12-28 0-16,0 0 0 0,-7 26 0 0,7-26 0 15,0 0-192-15,0 0-18304 0</inkml:trace>
  <inkml:trace contextRef="#ctx0" brushRef="#br2" timeOffset="24489.02">11301 10934 10127 0,'0'2'896'0,"0"-2"-704"0,1 0-192 0,-1 1 0 16,1-1 2752-16,-1 2 528 0,1-2 112 0,-1 0 0 15,0 0-368-15,0 0-80 0,0 0 0 0,0 0-16 31,38 11-880-31,-25-13-192 0,2 0-16 0,1-2-16 16,1 1-1056-16,1-2-224 0,2 0-32 0,-1-2-16 0,0 1-304 0,-2 0-64 0,-1 2-128 0,0-3 192 16,-1 4-192-16,-2-1 0 0,-2 1 0 0,-2 0 0 0,-1 1 0 0,-8 2 0 15,0 0 0-15,0 0 0 0,0 0 0 0,0 0 0 16,0 0-192-16,0 0-12112 31,-2 2-2432-31</inkml:trace>
  <inkml:trace contextRef="#ctx0" brushRef="#br2" timeOffset="24704.11">11533 10756 12895 0,'2'-7'576'0,"-1"2"112"0,1 1-560 0,-1 1-128 0,0 1 0 0,0 2 0 15,1-2 2608-15,-1 2 480 0,2-1 112 0,-1 2 0 16,-2-1 96-16,0 0 16 0,0 0 0 0,-5 37 0 16,5-37-1648-16,-14 39-320 0,4-14-64 0,-2 4 0 15,1-3-640-15,-3 3-128 0,0-1-32 0,-1 2 0 16,1 2-176-16,0-4-48 0,2-2 0 0,2-2 0 15,10-24-32-15,-9 33-16 0,9-33 0 0,0 0 0 16,0 0-208-16,0 0 176 0,0 0-176 0,0 0 160 16,28 27-160-16,-17-33 0 0,3-1 0 0,2-5 0 15,0 1 0-15,1-1 128 0,1-2-128 0,-1-1 0 16,0 1 0-16,0-1 0 0,-2 1-224 0,-1 2-12992 16,-2 1-2592-16</inkml:trace>
  <inkml:trace contextRef="#ctx0" brushRef="#br2" timeOffset="25245.11">11910 10828 11055 0,'8'-8'480'0,"-4"2"112"0,1 0-464 0,-2 2-128 16,1 1 0-16,-1-1 0 0,1 0 1680 0,4-5 320 15,3-4 64-15,3-3 16 0,2-2 576 0,-2 2 112 16,-1 2 32-16,-2 4 0 0,-2 3-480 0,-3 0-80 16,-1 4-32-16,-3 3 0 0,0 2-912 0,-4 2-176 15,2-4-32-15,-8 18-16 0,8-18-688 0,-13 29-144 16,4-10-32-16,0-1 0 0,-1 4-64 0,0 2-16 0,-3 2 0 0,1 2 0 31,-1 1-128-31,1 1 0 0,2-1 0 0,1-1 128 0,2-2-128 0,7-26 0 0,-6 45 0 0,6-45 0 16,0 0 0-16,8 38 0 0,-8-38 0 0,0 0 0 15,0 0 0-15,38 8 0 0,-24-11 0 0,1-1 0 16,0-2 0-16,2 0 0 0,0-3 0 0,0-2 128 16,1 2-128-16,-2-2 0 0,0 1 0 0,-2-1 128 15,-1 0-128-15,-1 2 0 0,-1-3-192 0,-2 3 192 16,-2-1-1472-16,-4-2-160 0</inkml:trace>
  <inkml:trace contextRef="#ctx0" brushRef="#br2" timeOffset="25465.65">11878 10887 8287 0,'-11'4'736'0,"7"-3"-592"16,-1 1-144-16,2 0 0 0,1-2 2896 0,2 0 560 16,0 2 96-1,0-2 32-15,0 0 528 0,0 0 112 0,0 0 32 0,0 0 0 0,0 0-2320 0,29 10-464 16,-29-10-80-16,21-2-32 0,-8-1-640 0,1 1-128 15,-1 0-16-15,2-1-16 0,1 1 656 0,1-3 128 16,4 0 16-16,-1 1 16 16,1-1-1872-16,-2 0-368 0,-1 1-80 0,0 1-16 0,0-2 768 0,-1 3 192 0,-1-3 0 0,0 0 0 15,-2 1-320-15,0-1 32 0,0 0 0 0,-2 0-19360 32</inkml:trace>
  <inkml:trace contextRef="#ctx0" brushRef="#br2" timeOffset="25623.81">12361 10804 24879 0,'0'0'1088'0,"0"-2"256"0,1 2-1088 0,0-1-256 15,0 1 0-15,0 0 0 0,1 0 1472 0,1-2 256 16,1 2 32-16,2-3 16 0,1 3 560 0,1-2 112 16,0 1 32-16,0 0 0 0,0 1-1520 0,-1 0-320 15,2 0-48-15,-2 0-16 0,1 0-432 0,-2-2-144 16,0 2 0-16,-2 0 0 15,-4 0-304-15,0 0-160 0,0 0-48 0,0 0-17808 0</inkml:trace>
  <inkml:trace contextRef="#ctx0" brushRef="#br2" timeOffset="26372.4">12389 10865 11967 0,'-1'1'528'0,"0"-1"112"0,1 2-512 0,0-2-128 0,0 0 0 0,0 0 0 15,0 2 1536-15,0-2 288 0,0 0 48 0,0 0 16 16,0 0 1120-16,0 0 208 0,-8 33 48 0,8-33 16 15,-8 26-848-15,8-26-192 0,-13 31-16 0,13-31-16 16,-17 36-1120-16,8-20-240 0,9-16-32 0,-17 36-16 16,17-36-416-16,-11 24-64 0,11-24-32 0,0 0 0 15,0 0-288-15,0 0 0 0,0 0 0 0,0 0 0 16,0 0 0-16,0 0 0 0,35 3 0 0,-24-14 0 16,1-3-768-16,1 0-48 0,-1-4-16 15,-1 5 0-15,-2 2-2208 0,1-1-448 16,3-5-96-16,0-2 0 0,-1 5 848 0,-1 0 176 0,2-3 48 0,-1 5 0 0,-1 0 2256 0,-3 3 464 15,0 1 96-15,-1 4 16 0,-1 2 1968 0,-1 0 400 16,-1 2 64-16,-4 0 32 0,0 0-32 0,0 0 0 16,0 0 0-16,0 0 0 0,0 0-1440 0,0 0-288 15,0 0-64-15,16 42-16 0,-16-42-384 0,0 0-80 16,-2 35-16-16,2-35 0 0,0 0-80 0,-11 43-32 16,11-43 0-16,-12 28 0 0,12-28-144 0,-14 29-16 15,14-29-16-15,-13 21 0 0,13-21-176 0,-9 14 0 16,9-14 0-16,-6 8 128 0,4-8-128 0,2 0 0 15,0-3 0-15,2-2 0 0,0-2 0 0,2-2 0 0,2-3 0 0,-1 0 0 16,3-1 0-16,-2 0 0 0,2-1 0 0,0 0 0 16,1-3-144-16,0 1 144 0,1 1 0 0,-1 1 0 15,1-2 0-15,-1 1 0 0,3 1 0 16,-3 2 0-16,0 5 0 0,-1-2 0 0,1 6 0 0,-3 1 0 16,0 0 0-16,-6 2 0 0,0 0 0 0,0 0 0 15,0 0 0-15,0 0 0 0,0 0 0 0,13 44 0 16,-13-44 0-16,0 0 0 0,-7 40 0 0,7-40 0 15,-10 36 0-15,10-36 0 0,-14 37 128 0,14-37-128 16,-11 29 0-16,11-29 0 0,-9 24 0 0,9-24 0 0,0 0 0 0,0 0 0 16,-11 23 0-16,11-23 0 0,0 0 0 0,0-1 0 15,2-2 0-15,-1-2 0 0,2 1 0 0,2-6 0 16,-1 1 0-16,2-2 0 16,1 1 0-16,-1-2 0 0,1 0-128 0,2-2 128 0,0-3-256 0,0 0 0 15,2 1 0-15,-1-1 0 16,1-2-160-16,-2 1-32 0,2 1 0 0,-1 3 0 0,0 2 224 0,-2 3 32 15,0 1 16-15,-2 4 0 0,0 1 176 0,-3 3 0 16,-3 0 0-16,0 0 0 0,0 0 0 0,0 0 0 16,0 0 0-16,2 36 0 0,-2-36 0 0,0 0 144 15,-7 37-144-15,7-37 160 0,-8 32 0 0,8-32 0 0,-9 35 0 0,9-35 0 16,-8 31 96-16,8-31 32 0,0 0 0 0,-6 33 0 16,6-33-288-16,0 0 160 0,0 0-160 0,0 0 128 15,0 0-128-15,0 0 0 0,0 0 0 0,0 0 0 31,0 0-928-31,0 0-64 0</inkml:trace>
  <inkml:trace contextRef="#ctx0" brushRef="#br2" timeOffset="26698.96">12821 10920 10815 0,'0'0'240'0,"0"0"48"0,0 0 16 0,0 0 0 0,0 0-304 0,0 0 0 0,0 0 0 0,0 0 0 0,0 0 2944 0,0 0 544 15,0 0 96-15,0 0 32 0,0 0-560 0,32 14-112 16,-32-14-32-16,0 0 0 15,26 5-1216-15,-26-5-240 0,22 0-48 0,-22 0-16 0,21 0-816 0,-21 0-176 16,21-2-16-16,-9-1-16 0,1 1-208 0,-2-3-32 16,1 2-128-16,-1-3 192 0,0 0-64 0,0 0-128 15,-2-2 176-15,-1 1-176 0,1-1 0 0,-2-3 0 16,0 2 0-16,-2-3 0 0,-1 0 0 0,-3 0 0 16,-2 1 0-16,-3 1 0 0,-1 0 0 0,-4 2 0 15,-1 2 0-15,-2 4 0 0,-2 0 0 0,-2 6 0 16,0 4 0-16,1 3 0 0,-1 1 192 15,1 5-64-15,2-3 0 0,-1 5-128 0,1 4 448 16,0 1-32-16,3 0 0 0,10-24 0 0,-13 48 128 0,13-48 32 16,1 40 0-16,-1-40 0 0,0 0-96 0,32 39-16 0,-32-39 0 0,37 15 0 15,-37-15-256-15,40 5-48 0,-15-5-16 0,1-3 0 16,0-1-144-16,2-5 0 0,2-1 0 0,-1-2-21120 16</inkml:trace>
  <inkml:trace contextRef="#ctx0" brushRef="#br2" timeOffset="28173.28">370 11880 11967 0,'-1'0'1072'0,"0"0"-864"0,1 0-208 0,0 0 0 15,0 0 1280-15,-1 0 192 0,0 2 64 0,-1-2 0 16,0 1 320-16,-2 1 64 0,1 0 0 0,0-2 16 15,2 1-400-15,-1 1-64 16,0-2-32-16,1 0 0 0,0 0-496 0,1 0-112 0,0 0 0 16,0 0-16-16,2-2 0 0,1 1 0 0,0 1 0 0,1-4 0 0,1 1-80 0,0 1-16 31,2-3 0-31,0 0 0 0,1 3-80 0,0-3 0 0,1 2-16 0,0 1 0 0,2 0-336 0,-11 2-64 31,0 0-16-31,0 0 0 0,34 8-208 0,-34-8 128 0,0 0-128 0,0 0 0 0,19 39 0 0,-19-39 0 16,0 29 0-1,-2-13 0-15,-2 1 0 0,-2 0 0 0,2-2 0 0,-3 0 0 16,1-1 0-16,-3 3 0 0,0-4 0 0,-1 1 0 16,-1-2-272-16,0-1 48 0,1-1 16 0,0-1 0 31,2-4-224-31,0 0-32 0,3-3-16 0,-1 0 0 0,3 0 352 0,-1-2 128 0,1 0 0 0,2-2-144 16,1 2 144-16,0 0 0 0,3-1 0 0,1 0 0 15,0-1 400-15,3 2 16 0,0-2 0 0,2 1 0 16,-9 1-96-16,0 0 0 0,30 1-16 0,-30-1 0 15,0 0-128-15,39 4-32 0,-39-4 0 0,0 0 0 0,38 2-144 16,-38-2 128-16,0 0-128 0,0 0 128 0,40 7-128 0,-32-7 0 16,2 0 0-16,0-2 0 0,-1-3-240 0,1 1-80 15</inkml:trace>
  <inkml:trace contextRef="#ctx0" brushRef="#br2" timeOffset="29028.19">710 11937 11055 0,'0'-2'976'15,"0"1"-784"-15,0 1-192 0,-1 0 0 16,1 0 1744-16,0-2 304 16,0 1 64-16,-1 0 16 0,0-1 496 0,1-1 112 0,-1 0 16 0,0 2 0 15,1 0-784-15,-1 1-160 0,0 0-16 16,1 1-16-16,-1 1-752 0,0 1-160 15,0 2-32-15,0 1 0 0,0 3-400 0,0 1-96 0,0 2-16 0,1-12 0 16,0 27-64-16,0-27-32 0,0 29 0 0,0-29 0 0,-3 32-224 0,3-32 0 16,-1 28 128-16,1-28-128 0,0 0 0 0,0 0 0 15,2 28 0-15,0-28 0 0,-2 0 0 0,2-2 0 16,0-3 0-16,0-2 0 0,2 0 0 0,-1-4 0 16,1 1 0-16,0-2 0 0,-1 0 0 15,0 0 0-15,1 0 0 0,0-2 0 0,0 2 0 0,-1 0-128 16,1 0 128-16,0 1 0 0,-1 1 0 0,1 1 0 15,2-1 0-15,-2 1 0 0,1 4 0 0,0 0 0 16,1 3 0-16,-1 0 0 16,0 2 256-16,0 0-32 0,-5 0-16 0,0 0 0 0,0 0-16 0,0 0-16 0,27 33 0 0,-27-33 0 15,0 0-48-15,12 35-128 16,-12-35 192-16,0 0-64 0,9 43-128 0,-9-43 0 0,0 0 0 0,5 42 0 31,-5-42 0-31,0 0 0 0,2 36 0 0,-3-26 0 0,1-10 0 0,-2 15 0 0,2-11 0 0,-1 0 0 0,1-1 0 16,1-3 0-1,-1-2 0-15,1-1 0 0,1 0-448 0,0-1-64 0,2-3 0 0</inkml:trace>
  <inkml:trace contextRef="#ctx0" brushRef="#br2" timeOffset="29617.98">1066 12036 21183 0,'1'1'944'0,"1"-1"192"15,0 0-912 1,-1 0-224-16,0 0 0 0,-1 0 0 0,1 0 2208 0,1 0 400 0,1 0 80 0,0 0 0 16,2 0-320-16,-1-1-80 0,0 1-16 0,1 0 0 15,-5 0-1392-15,0 0-288 0,16-4-48 0,-11 0-16 16,1 0-352-16,-1 0-176 0,1-3 160 0,-1 2-160 16,-1 0 0-16,1-2 0 0,-1-2 0 0,-2 2 0 15,0-1 0-15,-1-1 0 0,-2 3 0 0,-2 0 0 16,0-1 0-16,-3 2 0 0,-1-2 0 0,-2 3 0 15,-1 1 0-15,-1-2 0 0,1 3 0 0,-3 0 0 16,0 0 0-16,1 1 0 0,1 2 0 0,1 1 0 16,2 2 0-16,0 1 0 0,1 2 0 0,2 1 0 0,-1 3 0 15,1-2 0-15,2 1 0 0,-1 2 0 0,1 2 0 0,0 0 0 16,3-2 0-16,-1 2 0 0,1-14 192 0,0 0-64 16,6 36-128-16,-6-36 192 0,0 0-64 0,0 0-128 15,0 0 176-15,0 0-176 0,0 0 128 0,39 22-128 16,-32-25 0-16,1-3 0 0,1-2 0 0,0-2 0 15,1 1 0-15,0-5 0 0,1 0 128 0,0-1-128 16,-1-1 0-16,1 1 0 0,-1 0 0 0,-1 0 0 16,-1-2 0-16,0 0 0 0,-2 1 0 0,-1-1-144 15,-1 0 144-15,-2 2-128 0,-2 0-48 0,0-4 0 0,-1 2 0 16,-2-2 0-16,-1 2 176 0,0 1-208 0,1 2 80 0,-1 2 128 16,0 2-144-16,1 1 144 0,2 3 0 0,-1 0 0 15,0 1 0-15,0 3 0 16,1 0 0-16,-1-1 0 0,1 1 0 0,0 2 144 0,1 0-144 0,0 0 192 15,0 0 96-15,0 0 32 0,0 2 0 16,0 3 0-16,1 0-64 0,-1-5 0 0,0 0 0 0,7 35 0 16,-7-35-64-16,6 38 0 0,-6-38-16 0,7 50 0 15,-7-50-176-15,6 54 128 0,-6-54-128 0,6 48 128 0,-6-48-128 16,6 45 0-16,-6-45 144 0,7 35-144 0,-7-35 0 0,9 34 0 16,-9-34 0-16,0 0 128 0,19 38-128 0,-19-38 0 15,0 0 0-15,0 0 0 16,0 0-416-1,39 28 0-15,-39-28 0 0,21-4-18832 0</inkml:trace>
  <inkml:trace contextRef="#ctx0" brushRef="#br2" timeOffset="30878.44">1801 11768 7359 0,'0'-2'656'0,"0"1"-528"0,1 0-128 0,1 1 0 0,0 0 2880 0,-1 0 560 16,0 0 96-16,3 0 32 0,1 0-752 0,-5 0-128 16,0 0-48-16,0 0 0 0,0 0-784 0,38 10-176 15,-38-10-16-15,0 0-16 0,0 0-976 0,0 0-192 16,0 0-32-16,32 30-16 0,-32-30-432 0,0 0 0 15,0 0 0-15,0 0-16528 0</inkml:trace>
  <inkml:trace contextRef="#ctx0" brushRef="#br2" timeOffset="31053.89">1817 11932 16575 0,'-4'2'736'0,"1"-1"160"0,1 3-720 0,2-3-176 16,0 1 0-16,0 0 0 0,-1 3 1904 0,0 0 336 0,-1 4 80 0,0 3 16 15,0 3 256-15,-1-1 48 0,3-14 16 0,-2 26 0 16,2-26-1232-16,0 0-240 0,0 0-48 0,3 29-16 16,0-26-848-16,1-3-272 0,1-4 160 0,3-1-11616 15,0-4-2304-15</inkml:trace>
  <inkml:trace contextRef="#ctx0" brushRef="#br2" timeOffset="31399.73">2037 11864 22111 0,'-1'3'976'0,"0"0"208"0,0 0-944 0,0 2-240 0,1-3 0 0,-1 0 0 16,-1 3 1408-16,0 2 224 0,-1 7 48 0,-2 3 16 0,0 4 256 0,0 1 48 15,0 0 16-15,1-1 0 0,2-2-656 0,0-3-128 16,2-16-16-16,0 0-16 0,0 0-736 0,6 33-144 16,-3-33-16-16,-1 0-16 0,1-4-288 0,-1 1 0 15,0-2 0-15,1-3 0 0,0 0 0 0,0-2 0 16,0-1 0-16,1-1 0 0,1-2 0 0,-1-1-256 0,2-1 80 0,-2 1 16 31,1-1-288-31,0 0-64 16,0 1-16-16,0 1 0 0,-1 4 272 0,0-2 64 0,1 1 16 0,0 1 0 0,-1-2 176 0,2 5 0 0,-2 2 0 0,0 1 128 15,0 2 112-15,1 1 16 0,-5 1 16 0,0 0 0 16,0 0 160-16,0 0 16 0,0 0 16 0,28 32 0 16,-28-32-176-16,0 0-32 0,14 35-16 0,-14-35 0 15,0 0-240-15,8 40 128 0,-8-40-128 0,0 0 0 16,4 40 0-16,-4-40 0 0,0 0 0 0,6 31 0 15,-6-31 0-15,0 0 0 0,0 0 0 0,0 0 0 0,0 0-208 16,0 0-96 0,0 0-16-16,34 2-17792 0</inkml:trace>
  <inkml:trace contextRef="#ctx0" brushRef="#br2" timeOffset="31669.99">2414 11856 34095 0,'-5'1'1504'0,"2"0"320"0,1 2-1456 0,0-3-368 0,1 1 0 0,-1 1 0 0,0-2 128 0,-1 3-128 0,-3 0 160 0,-1 3-160 16,-2 0 0-16,1 2 0 0,0 1 0 0,1 0 0 15,1 1 896-15,1 4 96 0,1 5 16 16,3 2 0-16,1-21-160 0,1 50-16 0,0-19-16 0,0 2 0 16,0 3-624-16,0 2-192 0,-1 2 128 0,0-2-128 15,0 0 0-15,-1-5 128 0,1-4-128 0,0-1 0 31,0 0 128-31,0-2-128 0,0-26 0 0,5 39 0 0,-5-39 0 0,0 0 0 0,0 0 0 0,0 0 0 16,0 0-448 0,0 0-80-16,0 0-32 0,0 0-11344 0,28-5-2256 0</inkml:trace>
  <inkml:trace contextRef="#ctx0" brushRef="#br2" timeOffset="31954.94">2281 11904 19343 0,'-4'-4'848'0,"1"3"192"0,2-1-832 0,0 1-208 0,1 1 0 0,0 0 0 0,0 1 1728 0,1 1 288 32,1-1 64-32,-2-1 16 0,0 0-48 0,0 0-16 0,0 0 0 0,35 16 0 0,-35-16-672 0,0 0-128 31,38 0-16-31,-23-3-16 0,1-2-704 0,0-1-144 16,-1 1-32-16,1 1 0 0,-1 1-320 0,-15 3 128 15,27-3-128-15,-27 3 0 0,0 0 0 0,0 0 0 16,0 0 0-16,37 26 0 0,-37-26 0 0,0 0 0 15,-2 41 0-15,-3-23 0 0,-3 0 0 0,-1 2 0 0,-2 2 0 0,-2-1 0 16,-2 0 0-16,-1-1 0 0,0-2 0 0,2-4 0 16,2 1 0-16,1-6-128 0,3 1 128 0,1-6 0 15,3-1 0-15,1-3-128 0,2-3 128 0,1-3 0 32,2-2-976-32,3-1-112 0,0-3-32 0,3 0-15264 0</inkml:trace>
  <inkml:trace contextRef="#ctx0" brushRef="#br2" timeOffset="32601.46">2614 11944 13823 0,'4'-2'608'0,"-2"0"128"0,0 1-592 0,-1 1-144 16,0 0 0-16,-1 0 0 0,0-2 2432 0,0 2 448 15,0 0 80-15,-2-2 32 0,0 2-336 0,-2 2-64 16,0 0-16-16,-1 1 0 16,-1-1-976-16,2 5-192 0,0 0-32 15,0 3-16-15,2 0-608 0,2-10-128 0,-3 29-32 0,3-29 0 0,2 32-400 0,-2-32-192 16,6 32 160-16,-6-32-160 15,0 0 0-15,20 34 128 0,-20-34-128 0,0 0 0 0,0 0 0 0,39 15 0 16,-39-15 0-16,23-8 0 16,-10 1 0-16,-2-2 0 0,0-3 0 0,-1 0 0 0,-1 0 0 0,1-2 0 0,-1-2 0 0,-1 1-160 15,0-1-96-15,-1 1-32 0,1-1 0 16,-3-1 0-16,1 0 0 0,-3 1 0 0,1 0 0 16,-3-1 0-16,1 2 288 0,-2 1-128 0,-1 2 128 0,0 3 0 15,0 3 0-15,0 1 0 0,0 2 0 0,0 3 0 16,0 0 208-16,1 2 0 0,0 3 0 0,-1-1 0 15,-1 5 80-15,2-9 16 0,-2 23 0 0,2-23 0 16,-1 32-96-16,1-32-16 0,-1 46 0 0,2-20 0 16,-1-26-192-16,4 47 176 0,-4-47-176 0,9 50 160 0,-9-50-160 15,14 38 192-15,-14-38-192 0,0 0 192 0,26 31-192 0,-26-31 0 16,0 0 0-16,0 0 0 0,36 1 0 0,-27-7 0 16,1-3-128-16,0-1 128 0,0-3-272 0,0 0 16 15,1-1 0-15,0-3 0 16,1 0-480-16,1 1-96 0,-2-3 0 0,0 2-16 15,1-2-176-15,-3 0-48 0,0 1 0 0,1-4 0 16,-3 3 144-16,-1-2 32 0,-3-3 0 0,0 0 0 0,-1-2 592 0,-2 2 128 16,-1-2 32-16,0 5 0 0,0 2 144 0,-1 5 192 15,1 2-32-15,0 2-16 0,0 4 496 0,-1-1 112 16,1 4 16-16,0 1 0 0,-1 0 192 0,-1 4 64 0,1-2 0 16,1 2 0-16,-2 1-128 0,-1 1 0 15,0 2-16-15,1 0 0 0,-1 0-448 0,0 2-96 0,1 2-16 0,-2-1 0 16,5-9-96-16,-7 28-32 0,7-28 0 15,-4 36 0-15,4-36-48 0,-2 48-16 16,2-48 0-16,3 53 0 0,-3-53-128 0,5 53 160 16,-2-24-160-16,-3-29 160 0,8 54-160 0,-8-54 0 0,11 45 144 15,-11-45-144-15,9 36 0 0,-9-36 0 0,0 0 0 0,15 33 0 16,-15-33 0-16,0 0 0 0,0 0 0 0,0 0 0 16,0 0-128-16,0 0-64 0,0 0 0 0,17-7 0 15,-16-3-1328-15,-2-2-272 0</inkml:trace>
  <inkml:trace contextRef="#ctx0" brushRef="#br2" timeOffset="32791.06">2901 11852 23951 0,'-3'2'2128'15,"2"0"-1696"-15,2-1-432 0,0 1 0 0,0 0 2304 0,1 3 368 16,-2-5 80-16,0 0 0 0,0 0-640 16,18 34-144-16,-18-34-32 0,0 0 0 0,33 25-1072 0,-33-25-224 0,0 0-32 0,42 6-16 15,-42-6-304-15,31-6-64 0,-13-1-16 0,-2 0 0 16,1-2-208-16,-1 1 0 0,0-1 0 0,-1 0 0 15,-1 1-192 1,0 1-64-16,1 1-32 0,-15 6-18880 0</inkml:trace>
  <inkml:trace contextRef="#ctx0" brushRef="#br2" timeOffset="32982.24">3294 11840 13823 0,'1'-3'1216'0,"1"-1"-960"15,0 3-256-15,-1 1 0 0,1 0 3264 0,-1 0 624 32,3-2 112-32,-4 2 32 0,0 0-384 0,0 0-80 0,34 2-16 0,-34-2 0 0,0 0-2384 0,0 0-464 15,38 17-112-15,-38-17-16 0,0 0-432 0,0 0-144 32,0 0 0-32,34 22 0 0,-34-22 0 0,0 0 0 0,0 0 0 0,0 0 0 15,0 0-1056-15,0 0-112 0,0 0-32 0,0 0-16752 0</inkml:trace>
  <inkml:trace contextRef="#ctx0" brushRef="#br2" timeOffset="33092.64">3341 11947 20271 0,'-8'18'896'0,"5"-13"192"0,2-3-880 16,1-1-208-16,-1 1 0 0,1 0 0 15,0-2 3088-15,0 0 576 0,0 26 112 0,0-26 32 16,0 0-1360-16,10 39-272 0,-10-39-48 0,0 0-16 16,0 0-1152-16,0 0-256 0,41 11-32 0,-31-16-16 15,-1-1-480-15,-1-2-176 0,2-1 0 0,-2 0-19488 16</inkml:trace>
  <inkml:trace contextRef="#ctx0" brushRef="#br2" timeOffset="35449.21">3822 11864 17503 0,'-2'2'1552'0,"2"-2"-1232"0,0 1-320 0,0 0 0 16,1-1 1344-16,1 0 192 0,0 0 64 0,2 0 0 15,-4 0 576-15,0 0 112 0,30-2 16 0,-17-2 16 16,3 1-448-16,0 0-80 0,3-1-32 0,0 1 0 16,0-2-976-16,0 1-192 0,-2 1-32 0,0-1-16 15,-17 4-336-15,30-3-64 0,-30 3-16 0,25-2 0 16,-25 2-128-16,22-7 0 0,-14 2 0 0,0 1 0 0,-2-2-208 0,-1 0 16 15,-2 0 16-15,-1-2 0 16,-2 0-1808-16,-2-1-384 0,0-1-64 0,-2 1 0 31,-1 1-2032-31,-1-1-400 0,-1 2-64 0,-1-3-32 0,-1 3 1840 0,-2-2 368 0,0-1 80 0,1 3 16 0,0-1 1856 0,1 2 368 16,1 1 80-16,2 3 16 0,-1 0 2288 16,2 4 464-16,-1 3 80 0,2 3 32 0,-1 3 640 0,0 3 128 15,2 2 32-15,-2 4 0 0,1 3-576 0,0 3-128 16,1 5 0-16,-2 0-16 0,1 0-1200 0,0-3-256 0,-1 5-32 0,1-2-16 15,0-3-448-15,0-1-80 0,1-1-32 0,1-3 0 16,2-23-288-16,3 34-64 16,-3-34-16-16,0 0 0 0,0 0-176 0,0 0 0 0,0 0 0 0,35 7 0 15,-22-21 0-15,0-2 0 0,1-4-144 0,1-3 144 32,-1 2-1632-32,4-5-224 0</inkml:trace>
  <inkml:trace contextRef="#ctx0" brushRef="#br2" timeOffset="36316.41">4217 11681 9215 0,'3'-18'400'0,"-2"10"96"0,0 3-496 0,-1 4 0 0,0 0 0 0,0 1 0 0,0-2 3024 0,-1 1 512 16,1-3 112-16,-2 3 0 0,0 2 16 0,-1 3 0 16,-1 1 0-16,0 5 0 0,-1-1-1888 0,0 1-384 15,0 6-80-15,-1 1-16 0,3 4-736 0,-2 0-160 16,1 3-16-16,2 1-16 0,0 1-192 0,0-1-48 16,2-25 0-16,-1 43 0 0,1-43-128 0,-1 38 0 31,1-38 0-31,1 34 0 0,-1-34 0 0,0 0 0 0,5 39 0 0,-5-39 0 0,0 0 0 0,0 0 0 15,0 0 0-15,0 0 0 0,0 0 0 0,0 0 0 16,0 0 0-16,0 0 0 0,0 0 0 0,0 0 0 31,0 0 0-31,33 10 0 0,-27-15 0 0,-2 0 0 0,2 0 0 0,-2 0 0 16,3-1-128-16,-1 1 128 0,2 0 0 0,-1 0 0 16,1 0 0-16,-2 2 0 0,1 0 0 0,-2 0 0 15,1 1 0-15,-2 1 0 0,0 1 0 0,-1 0 0 16,0 1 0-16,-2 1 0 0,1 1 0 0,-2-3 0 15,0 0 0-15,0 0 0 0,0 0 0 0,5 30 0 16,-5-30 0-16,0 0 0 0,0 0 0 0,7 38 0 16,-7-38 0-16,0 0 0 0,0 0 0 0,0 0 0 15,0 0 0-15,30 31 0 0,-30-31 0 0,16-3 0 16,-8 0 0-16,1-3 0 0,1-1 0 0,-1 0 0 16,0 0-240-16,1-3 80 0,0 1 16 0,0-3 0 15,1 1-720-15,-1 1-144 0,0-1-16 0,-2 0-16 16,-1 0-1584-16,0 3-320 0,-2-1-64 0,0-1-16 15,0 3 144-15,-3 0 16 0,1 2 16 0,-1 1 0 16,0 1 1344-16,-1 3 272 0,-1 0 48 0,1 2 16 0,-1 1 1168 0,0 0 448 16,0 1 0-16,0-1-16 0,-1 2 1536 0,0-1 304 15,0-2 64-15,0 0 16 0,0 1 368 0,1-2 80 16,0 1 16-16,0-4 0 0,1 1-1040 0,0-3-208 16,0 1-32-16,1-1-16 0,1-1-624 0,-1 0-128 15,2-3-32-15,-1-1 0 0,0 0-480 0,-2-1-80 16,1 1-32-16,-1 0 0 0,0 1 16 0,0-2 0 15,-2 1 0-15,0 2 0 0,-1 0 32 0,0 1 0 0,0 3 0 16,-1-2 0-16,0 4-16 0,0-1 0 0,1 4 0 16,0-2 0-16,-1 3-16 0,0 0 0 0,0 1 0 0,2 1 0 15,-2 0 0-15,0-1 0 0,0-1 0 16,1 2 0-16,1-2-160 0,-1 0 192 0,1-2-192 0,0 3 192 16,0-3-192-16,0 1 0 0,0-2 144 0,1-2-144 15,0 2 0-15,-1 0 128 0,1 0-128 0,-1-1 0 16,1 1 0-16,0 0 0 0,-1-2 0 0,1 2 0 15,0-3 0-15,0 3 0 0,0-2 0 0,0 0 128 16,1 2-128-16,-1-2 0 0,1 2 0 0,0 0 0 16,0-2 0-16,0 1 0 0,0 1 0 0,0-2 128 0,1 0-128 0,-1 1 0 15,-1 1 0-15,1-2 0 0,0 2 0 0,1 0 0 16,-1-2 0-16,0 2 0 0,1-2 0 0,-2 1 0 16,1-1 0-16,0 2 0 0,0-2 0 0,0 2 0 15,-1 2 0-15,1-2 0 0,-1 0 0 0,0 0 0 16,0 2 0-16,0-2 0 0,0 0 0 0,0 0 0 15,1 0 0-15,-1 0 0 0,0 0 0 0,0 0 0 16,0 0 0-16,0 0 0 0,0 0 0 0,0 0 0 16,-1 0 0-16,1 0 0 0,0-2 0 0,1 2 0 15,-1-2 0-15,0 1 0 0,0-1 0 0,1 2 0 16,-1 0 0-16,0 0 0 16,0 2-464-16,0-2-64 0</inkml:trace>
  <inkml:trace contextRef="#ctx0" brushRef="#br2" timeOffset="36923.52">4493 11944 12447 0,'-2'0'544'0,"0"0"128"0,0 0-544 0,1 0-128 15,0 0 0-15,0 0 0 0,0 0 1664 0,-1 0 320 16,-1 0 48-16,1 2 16 0,-2-2 784 0,0 1 176 16,1 1 16-16,0 0 16 0,1-1-832 0,-1 1-160 15,1 0-48-15,1 0 0 0,0 3-992 0,1-3-208 16,0 2-32-16,0-1-16 0,0-3-432 0,0 0-64 0,0 0-32 15,0 0 0-15,0 0-80 0,0 0-16 16,0 0 0-16,44 22 0 0,-44-22 64 0,23-4 16 0,-9 1 0 16,1-2 0-16,2 0-64 0,-1-3-16 0,0-1 0 0,-1 1 0 15,-4 0-128-15,1-2 0 0,0 1 0 0,-2-3 0 16,1 3 0-16,-4-3 0 0,0 2 0 0,-3-2 0 16,-1 3 0-16,-2 0 0 0,-2-1 0 0,-3 0 0 15,-1 4 0-15,-2-4 0 0,-2 3 0 0,-1 0 0 16,-1 0-128-16,-2 2 128 0,-1-2 0 0,1 4 0 0,-1 1 0 0,1 4 0 15,0 1 0-15,1 2 0 16,1 1 0-16,0 3 0 0,2 0 0 16,0 0 0-16,1 2 0 0,-2-1 0 0,3 2 0 0,-2 0 0 15,3 2 0-15,0 0 0 0,2 0 0 0,-1 0 0 16,2 3 0-16,1 0 0 0,2-17 0 16,-1 33 0-16,1-33 160 0,3 33 64 0,-3-33 16 0,0 0 0 0,16 40-80 0,-16-40-16 15,0 0 0-15,0 0 0 16,39 30-144-16,-39-30 0 0,0 0 0 0,39 4 0 0,-39-4 0 0,29-8 0 15,-13 4 0-15,-1-6 0 0,1 3 0 0,0-2 0 16,-1-1-160-16,0 3-12960 16,1-2-2576-16</inkml:trace>
  <inkml:trace contextRef="#ctx0" brushRef="#br2" timeOffset="37410.17">5185 11918 11967 0,'1'-2'1072'0,"-1"0"-864"15,1 1-208-15,0 1 0 0,-1-2 1776 0,1 2 304 16,0-3 64-16,1-1 16 0,0-4 816 0,0 2 160 0,0-4 48 0,0 3 0 16,-2-2-1136-16,1 1-208 15,-2-1-48-15,1 2-16 0,-2-1-864 0,0 0-160 0,0 2-48 0,-1 0 0 16,-1 1-384-16,0 2-64 0,0 3-32 0,-1-1 0 15,0 2-48-15,0 1-16 0,-1 3 0 0,0 0 0 16,-2 2-160-16,2 0 192 0,-2 4-192 0,0 2 192 16,-1 0-192-16,0 2 0 0,4 0 0 0,-1 2 0 15,2 3 0-15,0 2 0 0,4-22 0 0,-3 38 0 16,3-38 0-16,0 36 0 0,0-36 128 0,0 0-128 16,14 42 0-16,-14-42 0 0,0 0 0 0,0 0 128 0,38 26-128 0,-38-26 0 15,28-4 144-15,-12-2-144 0,0-3 0 16,2-2 0-16,0-3 0 0,0-1 0 0,1-2-128 0,0-1-64 15,1 1 0-15,-1-2 0 16,0-3-1904-16,-3 4-384 0,-1-4-80 0,-1 1-13312 16</inkml:trace>
  <inkml:trace contextRef="#ctx0" brushRef="#br2" timeOffset="38500.52">5442 11681 10991 0,'-3'-53'976'0,"3"44"-784"16,0 7-192-16,0 2 0 0,0-3 240 0,-1-3 0 16,0-4 0-16,-1-7 16 0,-1-1 4272 0,-1 3 848 15,0 5 160-15,2 6 64 0,-2 4-2624 0,0 5-528 16,1 6-96-16,-1 4-32 0,0 6-1472 0,0 4-288 15,1 4-64-15,-1 5-16 0,0 2-208 0,0 2-32 16,0 4-16-16,-1-2 0 0,2-3-96 0,0-4 0 0,0-1-128 0,1-6 192 16,2-26-192-16,-3 45 0 15,3-45 128-15,2 33-128 0,-2-33 0 0,0 0 0 0,0 0 0 0,0 0 0 16,0 0 0-16,0 0 0 0,0 0 0 0,33 12 0 16,-27-19 0-16,1-2 0 0,0-3 0 0,1 0 0 15,2-2 0-15,-2 0 0 0,1 0 0 0,0 2 0 16,-1 0 0-16,0 0 0 0,2 2 0 0,-1 1 0 15,-2 4 0-15,1 1 0 0,-1 1 0 0,0 3 0 16,-7 0 0-16,0 0 0 0,0 0 0 0,0 0 0 16,0 0 0-16,29 40 0 0,-29-40 0 0,0 0 0 0,0 0 0 0,12 43 0 15,-12-43 0-15,0 0 0 0,0 0 0 0,17 43 0 16,-17-43 0-16,0 0 0 0,0 0 0 0,0 0 0 16,36 21 0-16,-36-21 0 0,22-7 0 0,-11 2 0 15,2-1 0-15,1-1 0 0,0-1 0 0,1-2-192 16,2 1 192-16,-1-3-160 0,0 2-112 15,1-1-32-15,-1 1 0 0,-2 1 0 0,1-1-16 0,-2 1-16 16,0 2 0-16,-1-1 0 0,-3 4 208 0,0-1 128 16,-1 2-160-16,-2 0 160 0,0 2 0 0,-1-1 0 0,0-1-128 0,-2 1 128 15,-1-1 0-15,0-1 0 16,-2 1 0-16,0-1 0 0,-2 1 0 0,1-1 0 0,-2-1 128 0,-1 0-128 16,0-2 0-16,0 1 160 0,-1 0-160 15,-1-1 128-15,-1 0 0 0,0 0 0 0,-1 0 0 0,2 2 0 16,-2 3-128-16,1 2 128 0,1 2-128 0,-2 0 128 15,3 5-128-15,-2 1 160 0,1 2-160 0,-2 2 160 16,3 2-160-16,-2 1 0 0,1 2 0 16,1 2 128-16,5-19-128 0,-7 38 0 0,7-38 0 0,-5 38 0 0,5-38 0 0,1 31 128 15,-1-31-128-15,0 0 0 0,0 0 0 0,13 38 128 16,-13-38-128-16,0 0 0 0,0 0 0 16,0 0 0-16,36-2 0 0,-27-5 0 0,1-1 0 15,1-4 0-15,-2 0 0 0,2-2 0 16,0-2 0-16,-2 0 0 0,2-1 0 0,-4 2 0 0,0 1 0 0,-2-2 0 15,0 1 0-15,-2 1 0 16,-2 2-176-16,-1 1 176 0,-1 2-128 0,1 1 128 0,-2 5 0 0,-1 1 0 16,2 2 0-16,-2 1 0 0,1 2 0 0,0 5 0 15,2-8 0-15,-5 17 0 0,5-17 0 16,-4 30 0-16,4-30 0 0,-1 29 0 0,1-29 128 0,0 33-128 16,0-33 128-16,0 0-128 0,9 36 0 0,-9-36 144 15,0 0-144-15,0 0 0 0,0 0 128 0,31 25-128 16,-23-27 0-16,0-2 0 0,1-2 0 0,1 0 0 0,0-4 0 0,0 0 0 15,1 1 0-15,-1-3 0 0,2 0 0 0,-1-1 0 16,1 1 0-16,-1-1 0 0,0-1 0 0,0 2 0 16,-2-1 0-16,0 3 0 0,-2-1 0 0,-1 2 0 15,-1 3 0-15,-1 1 0 0,-1 2 0 0,-3 1 0 16,0 2 0-16,0 0 0 0,0 0 0 0,0 0 0 16,0 0 0-16,0 0 0 0,1 38 0 0,-1-38 0 15,-4 28 0-15,4-28 0 0,-8 32 0 0,4-14 0 16,4-18 0-16,-10 36 0 0,6-22 0 0,4-14 0 0,-6 24 0 15,6-24 0-15,0 0 0 0,-3 24 0 0,3-24 0 0,0 0 0 16,0 0 0-16,0 0 0 0,0 0 0 0,0 0 0 16,7-6 0-16,-3 0 0 0,-1-1 0 0,1-1 0 15,1-1 0 1,0-1 0-16,1-1 0 0,0-1 0 0,1 2 0 0,-1-4 0 0,2 2 0 0,-1 0 0 31,1-1-160-31,-2 1 160 0,2 0-192 0,-2 2 48 0,0-1 0 0,1 0 0 0,-1 4 144 0,0-2 0 16,0 4 0-1,0-2 0-15,0 5 0 0,-1-3 0 0,2 2 0 0,-2 0 0 0,2 0 0 0,-7 3 0 0,0 0 0 0,0 0 0 16,0 0 0-16,0 0 0 16,0 0 0-16,0 0 0 15,29 28 0-15,-29-28 128 0,0 0-128 0,4 38 0 16,-4-38 128-16,-1 33-128 0,1-33 128 0,0 31-128 16,0-31 144-16,-1 30-144 0,1-30 192 0,0 29-192 15,0-29 144-15,0 0-144 0,5 32 0 0,-5-32 144 16,0 0-144-16,0 0 0 0,0 0 0 0,0 0 0 15,0 0-160-15,29 3-16 0,-24-9 0 0,3-4-18544 16</inkml:trace>
  <inkml:trace contextRef="#ctx0" brushRef="#br2" timeOffset="38958.85">6481 11913 23951 0,'-1'0'1056'0,"1"0"224"0,0 0-1024 0,0 0-256 16,0-2 0-16,0 2 0 0,1-2 1584 0,0-1 256 15,1 1 48-15,0-5 16 0,1 2 240 0,2-2 48 16,0-2 16-16,0 1 0 0,1-2-1136 0,-1 1-240 16,1 0-32-16,-1-1-16 0,0-2-496 0,-1 0-96 15,-2 1-32-15,0-1 0 0,-1 2-160 0,-2 1 0 16,0-3 0-16,-2 3 128 0,0 2-128 0,-2 1 0 0,0 3 0 0,-1 2 0 16,-1 2 0-16,-2 2 0 0,0 5 0 0,-1 1 0 15,-1 3 0-15,0 0 0 0,1 3 0 0,1 1 0 16,0 1 0-16,0-1 0 0,2 1 0 0,7-17 0 15,-10 26 0-15,10-26 0 0,-8 24 0 0,8-24 128 16,0 0-128-16,0 0 128 0,5 35-128 0,-5-35 128 16,0 0-128-16,0 0 0 0,0 0 144 0,31 23-144 15,-31-23 128-15,0 0-128 0,0 0 128 0,39 10-128 16,-39-10 0-16,0 0 0 0,33 14 0 0,-33-14 0 0,0 0 0 0,0 0 0 16,34 31 0-16,-34-31 0 0,0 0 0 0,13 36 0 15,-13-36 0-15,-1 28 0 0,1-28 0 0,-8 31 0 16,0-15 0-16,-3 1 0 0,-2 0 0 0,-2-1 0 15,-4 1 0-15,-2-3 0 0,-1-1 0 0,0-5 0 16,3 0 0-16,0-4 0 0,2-1 0 0,3-3 0 16,1-2 0-16,1 1 0 0,2-3 0 0,1-1 0 15,3-2 0-15,0-3 0 0,2-1-336 0,2-2 16 16,3-1 0-16,2-1 0 16,3-2-1472-16,3-1-304 0,2 2-48 0,3-2-14240 0</inkml:trace>
  <inkml:trace contextRef="#ctx0" brushRef="#br2" timeOffset="39273.7">6639 11888 17503 0,'6'-1'768'0,"-2"-1"176"0,-4 2-752 0,0 0-192 0,0 0 0 0,0 0 0 15,0 0 2272-15,0 0 416 0,0 0 96 0,0 0 16 16,35 14 64-16,-35-14 16 0,0 0 0 0,0 0 0 16,40 17-1600-16,-40-17-304 0,0 0-64 0,38 0-16 15,-38 0-576-15,30-10-128 0,-13 3-32 0,-1-2 0 16,0-1-160-16,-2-2 0 0,-2 1 0 0,0-1 0 15,-4 0 0-15,-1-2 0 0,-2 2 0 0,-2-1 0 16,-4 2 0-16,-2-1 0 0,-3 3 0 0,-4-1 0 16,0 3 0-16,-5 0 0 0,-2 2 0 0,-2 2 0 0,1 3-144 0,1 3 144 15,1 4 0-15,1 5 0 0,1 2 0 0,1 1 0 16,0 4 0-16,2 2 0 0,2-1 0 0,2 1 272 16,0 2-16-16,3-2-16 0,4-21 176 0,0 38 32 15,0-38 16-15,0 0 0 0,23 41-80 0,-23-41-32 16,0 0 0-16,47 21 0 0,-47-21-224 0,37 4-128 15,-37-4 128-15,40-4-128 0,-21 1 0 0,1-4 0 16,0-2 0-16,2-1-20192 0</inkml:trace>
  <inkml:trace contextRef="#ctx0" brushRef="#br2" timeOffset="41250.26">7301 11868 11967 0,'-2'-4'1072'0,"0"-1"-864"15,1 2-208-15,0 1 0 0,1 0 1488 0,-1 2 256 16,0-2 48-16,0 1 16 0,-1-3 1200 0,-1 1 256 31,-1 1 32-31,0 2 16 0,1 1-1216 0,-2 0-240 0,-1 4-64 0,2-2 0 0,-1 3-848 0,0 0-176 31,-1 2-48-31,1 0 0 0,1 2-448 0,-1 1-80 0,5-11-32 0,0 0 0 16,-5 32-160-16,5-32 0 0,0 0 0 0,0 0 0 0,0 0 0 0,12 39 0 0,-12-39 0 0,0 0 0 16,0 0 0-16,0 0 0 0,40 7 0 0,-29-12 0 15,2 1 128-15,-2-4-128 16,2-1 0-16,-2-2 128 15,1 1-128-15,-2-2 160 0,0 2-160 0,-1-1 160 16,-1 4-160-16,-3-3 0 0,0 1 0 0,-2 2 0 16,-2-1 0-16,-3 1 0 0,-1 0 0 0,-1 0 0 15,-3 1 0-15,0 0 0 0,-2 1 0 0,-2 1 0 16,-1 1 0-16,-2-1 0 0,0 3 0 0,-2-1 0 16,0 1 0-16,0 0 0 0,2 2 0 0,3 0 128 0,3 1-128 15,1-1 160-15,3 3-160 0,1-1 160 0,2-1-160 0,1-2 0 16,0 0 0-16,0 0 0 0,0 0 0 0,0 0 0 15,34 13 0-15,-34-13 0 16,32-3-896-16,-14 0-128 0</inkml:trace>
  <inkml:trace contextRef="#ctx0" brushRef="#br2" timeOffset="41646.51">7715 11765 20271 0,'2'-6'896'0,"0"1"192"0,0 1-880 0,-1 1-208 0,-1-1 0 0,0 3 0 15,-1-2 848-15,1-2 128 0,-1-1 32 0,-2-3 0 16,0 0 80-16,0 1 0 16,-3 1 16-16,1 0 0 0,1 5 736 0,-1-3 144 0,0 2 16 0,2 3 16 15,-1 0-800-15,1 0-144 0,-1 0-48 0,1 1 0 16,-1 3-640-16,-1-1-128 0,1 1-16 0,-2 2-16 16,1 2 48-16,-1 1 16 0,1 0 0 0,-1 3 0 15,6-12-96-15,-10 30-32 0,10-30 0 0,-7 40 0 16,7-40-160-16,-3 45 160 0,3-45-160 0,3 52 160 0,-3-52-160 0,6 53 0 15,-6-53 0-15,10 64 0 0,-3-31 0 0,-2 0 0 16,-5-33 0-16,13 66 0 0,-13-66 0 0,10 57 0 16,-10-57 0-16,10 43 0 0,-10-43 0 0,0 0 0 15,9 42 0-15,-9-42 0 0,0 0 0 0,-1 32 0 16,1-32 0-16,-6 16 0 0,2-9 0 0,-2-2 0 16,-1 2 0-16,-2-2 0 0,0 0 0 0,-1-1 0 15,-2 1 0-15,-3-3 0 0,0 0 0 0,-2-2 0 16,-2 0 0-16,0-2 0 0,1-2 0 0,-2-4 0 15,0-1 0-15,2-3 0 16,3-5-1200-16,1-1-112 0,2-6-32 0,2-6-15680 0</inkml:trace>
  <inkml:trace contextRef="#ctx0" brushRef="#br2" timeOffset="41791.13">7502 11928 20271 0,'0'0'896'0,"23"0"192"0,-23 0-880 0,0 0-208 15,0 0 0-15,32 7 0 0,-32-7 2752 0,0 0 512 0,42 12 112 0,-42-12 16 16,56 14-864-16,-56-14-160 0,54 9-48 0,-54-9 0 15,46 0-1424-15,-26-2-304 0,-1-3-48 0,-3 0-16 16,0-1-336-16,-3 0-64 0,3-1 0 16,-1 0-12864-16,0 0-2560 0</inkml:trace>
  <inkml:trace contextRef="#ctx0" brushRef="#br2" timeOffset="43707.05">8289 11778 9215 0,'2'-2'816'0,"-1"-3"-656"16,0 3-160-16,-1 1 0 0,1-1 1344 0,-1 1 224 16,2-2 48-16,0-4 16 0,-1 2 672 0,1-3 128 15,-1 2 16-15,0 3 16 0,0 0-336 0,-1 1-64 16,0 2-16-16,-1 2 0 0,-1 1-640 0,0 0-128 16,1 3-16-16,1-6-16 0,-5 20-560 0,1-5-112 15,1 5-32-15,-1-1 0 0,0 2-224 0,0 1-32 16,4-22-16-16,-5 40 0 0,5-40-272 0,-3 33 0 15,3-33 128-15,1 38-128 0,-1-38 0 0,0 0 0 0,6 38 0 0,-6-38 0 16,0 0 0-16,0 0 0 0,0 0 0 0,0 0 0 16,0 0 0-16,38 24 0 15,-31-26 0-15,-1-3 0 0,2 2 192 0,-1-1-64 0,1-1 0 0,-2 2-128 16,1-1 128-16,-3 1-128 0,1 1 0 0,-2-1 0 16,0 1 0-16,-2 0 0 0,1 0-240 0,-2-1 80 15,0 1-1264-15,-1-1-256 0,0 1-48 0,0 0-16 16,-2 0-1264-16,-3 1-256 0,-1-3-64 0,-2 1 0 15,-3 1-368-15,-1-3-80 0,-1 2 0 0,-1-1-16 16,0 2 1984-16,-3-3 400 0,-1 2 64 0,-1-1 32 0,3 1 1312 0,1-2 448 16,0 2 0-16,1 0 0 0,2 1 1968 0,3 1 384 15,2-1 80-15,0 4 0 0,4-2 128 0,2 1 0 16,1 1 16-16,1 0 0 0,1 0-720 0,1 0-160 16,2 1-32-16,-4-3 0 15,0 0-384-15,0 0-64 0,43 5-32 0,-28-7 0 0,1 1-832 0,1-3-160 16,4 0-48-16,0-1 0 0,3-1-288 0,2-1-64 0,2-2-16 15,0-1 0-15,0 1-224 0,-3-3 176 0,-1 3-176 0,-2-3 160 16,-2 2-160-16,-2-2 0 16,0 0 0-16,-4 1 0 0,0 1 0 0,-2-1 0 0,-1 2-176 0,-2 0 176 31,-3 0-688-31,0 2-48 0,-1-2-16 0,-3 2 0 16,1 1-736-16,-3-2-160 0,0 0-16 0,-3 1-16 15,1-2 1008-15,-3-1 208 0,0 1 32 0,0 0 16 0,-1 1 416 0,1-2 0 0,-1 3 0 0,1-2 176 16,2 2 624-16,0 2 128 0,0 3 32 0,0-1 0 15,1 1 128-15,1 2 16 0,0 0 16 0,-1 2 0 16,1-1-544-16,-1 3-128 0,1 3 0 0,1-7-16 16,-3 22-192-16,3-22-48 0,-2 38 0 0,2-38 0 0,-1 54-64 15,-1-26 0-15,0 3-128 0,0-2 192 16,0 0-192-16,-1-4 0 0,3-25 128 0,-3 43-128 0,3-43 0 0,1 35 0 16,-1-35 0-16,0 0 0 0,12 43 0 0,-12-43 0 15,0 0 0-15,0 0 0 0,0 0 0 0,38 14 0 16,-28-16 0-16,1-5 0 0,1-2 0 0,1 0 128 15,0-1-128-15,1 0 0 0,-1-1 0 0,0 3 0 16,-1-2 0-16,-1 3 0 0,-1 0 0 0,0 3 128 16,-2 1-128-16,-2-1 0 15,-6 4 0-15,0 0 0 0,0 0 0 0,0 0 0 0,0 0 0 0,0 0 0 16,0 0 0-16,35 25 0 0,-35-25 0 0,0 0 0 0,0 0 0 0,0 0 0 16,30 36 0-16,-30-36 0 0,0 0 0 0,0 0 0 15,38 25 0-15,-38-25 0 0,0 0 0 0,37 11 0 16,-37-11 144-16,24 0-144 15,-11-3 128-15,1-2-128 0,0 1 160 0,2-4-160 0,0 2 192 16,0-4-192-16,1-2 128 16,-1 2-128-16,-1 1 0 0,-1 0 0 0,-2-2 0 15,-2 0 0-15,-2 2 0 0,0-1 0 0,-3 1 0 0,-2-3 0 16,-1 2 0-16,-4-1 0 0,-1 1 0 0,-4 1 0 0,0-3 0 0,-4 2 0 16,1 1 0-16,-1 2 0 0,2 3 0 0,-1 4 0 0,1 2 0 0,1 2 0 15,0 3 0-15,-1 0 0 0,3 1 0 0,-1 1 0 16,2 1 0-16,5-10 0 0,-7 30 0 0,7-30 0 15,-2 33 0-15,2-33 0 0,4 35 128 0,-4-35-128 16,10 35 144-16,-10-35-144 0,0 0 192 0,29 37-64 31,-29-37-128-31,0 0 192 0,42 17-192 0,-42-17 0 0,31 0 0 0,-31 0 0 32,31-7-384-32,-16 3-112 0,0 1-16 0,-1-5-18320 0</inkml:trace>
  <inkml:trace contextRef="#ctx0" brushRef="#br2" timeOffset="44334.22">9668 11861 12895 0,'-2'-2'1152'0,"0"0"-928"15,1 1-224-15,1 1 0 0,0-1 3104 0,-1 0 576 16,-1-3 112-16,0-1 32 0,-1 0-304 0,1-5-64 16,1 1-16-16,1-1 0 0,1 1-2240 0,1-3-448 15,1 0-96-15,0 0-16 0,0 0-352 0,-1 0-80 16,-2 0-16-16,0 1 0 0,-1-1-192 0,-1 5 0 15,-1 0 0-15,-2 2 0 0,1 3 0 0,-2 2 0 16,0 0 0-16,-4 4 0 0,2 1 0 0,-2 2 0 0,-2 3 0 0,0 4 0 16,0 2 0-16,0 2 128 0,0 5-128 0,0 1 0 15,0 2 0-15,0-2 0 0,1 1 0 0,0-1 0 16,0 0 0-16,2-3 0 0,1-3 0 0,3-2 0 16,5-16 0-16,-6 25 128 0,6-25-128 0,0 0 0 15,0 0 0-15,0 0 0 0,0 0 0 0,0 0 0 16,0 0 0-16,39 11 0 15,-29-17 0-15,1-1 0 0,1 0 0 0,1-2 0 0,2-3 0 0,2-2 0 16,1 0 0-16,-3 1 0 0,-1-1 0 0,0 0 0 16,-1 0 0-16,-1 2 0 0,-3 0 0 0,0 3 0 15,-4 1 0-15,-1 1 0 0,-1 2 0 0,-2 1 0 0,-1 1 0 16,-1 1 0-16,-1-1 0 0,-2 3 0 0,1 0 0 16,-1 0 0-16,-1 1 0 0,1 1 0 0,-1 0 0 0,0 1 0 15,1-1 0-15,0 1 0 0,0 1 0 0,1 1 0 16,0-3 0-16,0 3 0 0,0 0 0 0,1-1 0 15,0 1 0-15,2-5 0 0,0 0 0 16,0 0 0-16,0 0 0 0,9 36 144 0,-9-36 80 0,0 0 16 16,0 0 0-16,26 33 0 0,-26-33-112 0,0 0-128 0,0 0 176 15,39 22-176-15,-39-22 128 0,0 0-128 16,33 3 0-16,-22-6 0 0,-1 0 0 16,3-2-256-16,0-4 64 0,0 2-19024 0</inkml:trace>
  <inkml:trace contextRef="#ctx0" brushRef="#br2" timeOffset="45030.99">9916 11762 31327 0,'-5'2'2784'0,"2"-1"-2224"0,2 0-560 0,1-1 0 16,-1 0 0-16,-1 2-224 0,-1-2 16 0,-3 3 0 15,-1-1-1120-15,1 1-208 0,-1-1-64 0,2 1 0 16,3 1 1600-16,2-4 304 0,0 0 64 0,0 0 16 15,0 0 640-15,0 0 144 0,0 0 32 0,-3 31 0 16,3-31-688-16,0 0-128 0,-9 34-16 0,9-34-16 0,-10 30 496 0,5-14 112 16,-1 1 0-16,1 1 16 0,-1-2 96 0,1-2 16 15,5-14 0-15,-9 23 0 0,9-23-560 0,-6 19-96 16,6-19-32-16,0 0 0 16,0 0-208-16,0 0-64 0,0 0 0 0,0 0 0 0,17-5-128 0,-9-3 192 0,1-2-192 15,2-6 192-15,2-2-192 16,0 0 192-16,0-2-192 0,-1 0 192 15,0 0-192-15,-2-1 0 0,1 2 0 0,-2-3 0 0,-2 2 0 0,1 2 0 16,-2 2 0-16,0 0 0 0,-1 2 0 0,0 4 0 16,1 2 128-16,-2 4-128 0,0 4 144 0,-4 0 0 0,0 0 0 0,0 0 0 15,0 0 0-15,0 0 0 0,19 39 0 0,-19-39 0 16,6 34-16 0,-6-34-128-16,4 41 192 0,-4-41-64 0,0 42-128 0,0-42 0 0,-2 38 0 0,2-38 128 15,-1 29-128-15,1-29 0 0,0 0 0 0,-3 37 0 16,3-37 0-16,0 0 0 0,0 0 0 0,-5 29 0 15,5-26 0-15,-2 0 0 0,0-3 0 16,1-1 0-16,0-1 0 0,0-1 0 0,1-2 0 0,0-2 0 16,2-2 0-16,1-2 0 0,1 0 0 0,0-1 0 0,2-2 0 0,1 0 0 15,0 1 0-15,2-1 0 0,-1 1 0 0,0 1 0 16,0 0 0 0,1 2 0-16,-1 1-128 0,1 0 128 0,0-1 0 0,-1 6 0 0,1-2 0 0,-1 2 0 15,0-1 0-15,-1 3 0 16,-7 2 0-16,12-3 0 0,-12 3 0 0,0 0 0 15,0 0 0-15,24 0 0 0,-24 0 0 0,0 0 0 16,0 0 0-16,0 0 0 0,0 0 0 0,30 29 0 0,-30-29 0 16,0 0 0-16,0 0 0 0,11 38 0 15,-11-38 0-15,0 0 0 0,4 33 0 0,-4-33 0 0,0 0 0 0,-4 40 0 0,4-40 0 0,-5 27 0 16,5-27 0-16,0 0 0 0,-3 33 0 0,3-33 0 31,0 0 0-31,0 0 0 0,0 0 0 0,0 0 0 16,0 0 0-16,0 0 0 0,0 0 0 0,0 0 0 15,0 0 0-15,32 7 0 0,-25-14 0 0,-1-1 0 16,1 0-464 0,-1 0-32-16,1-2 0 0,-1-1 0 0,1 2-1504 0,-1-1-304 0</inkml:trace>
  <inkml:trace contextRef="#ctx0" brushRef="#br2" timeOffset="45952.02">10395 11842 4607 0,'2'-2'400'0,"-1"-1"-400"0,0 1 0 0,0 2 0 16,0-2 2208-16,-1 1 352 0,1-1 80 0,0 1 16 15,2-2 1168-15,-2 0 224 0,0 1 48 0,-1-1 16 16,0 3-1408-16,-1 0-272 0,1 0-64 0,-7 6-16 16,7-6-1312-16,-9 13-256 0,2-5-48 0,7-8-16 15,-13 23-400-15,6-9-96 0,0 3-16 0,1 0 0 16,6-17-208-16,-9 33 144 0,9-33-144 0,-4 28 128 16,4-28-128-16,0 0 160 0,0 0-160 0,0 0 160 15,20 36-160-15,-20-36 0 0,0 0 0 0,29-5 128 0,-17 0-128 0,1-3 0 16,1-2 0-16,-1 0 128 0,1-2-128 15,-2 0 0-15,0 0 0 0,-2-2 0 0,-1 2 0 16,-1 0 0-16,-2 1 0 0,-1-3 0 0,-2 4 0 0,-2-2 0 16,-2-1 0-16,-4 2 0 0,0 2 0 0,-3-1-224 15,-2 1 80-15,-2-1 16 0,-2 1 128 0,-1 3-192 16,-1 3 192-16,0 3-192 0,-1 2 192 0,0 2 0 16,2 1 0-16,2 2-128 0,1 3 128 0,1-1 0 15,3-1 0-15,8-8 0 0,-11 21 0 0,11-21 0 0,0 0 0 0,0 0 128 16,0 0 64-16,6 33 0 15,-6-33 16-15,0 0 0 0,0 0 0 0,41 7 0 0,-41-7 0 0,31-4 0 16,-15 1-48-16,0-2-16 0,1-1 0 0,1 0 0 16,-2-1-144-16,1-1 0 0,0 2 0 0,-2-3 128 15,1 1-128-15,-1 1 0 0,0-1 0 16,-2-1 0-16,1 3 0 0,-3-2 0 0,0 1 0 0,-2 2 0 16,0 1 0-16,-9 4 0 0,11-5 0 0,-11 5 0 15,0 0 0-15,0 0 0 0,0 0 0 16,0 0 0-16,0 0 0 0,0 0 0 0,0 0 0 0,0 0 0 15,0 0 0-15,-5 26 0 0,5-26 0 0,0 0 0 0,-6 24 0 0,6-24 0 16,0 0 0-16,-3 28 0 0,3-28 0 0,0 0 0 16,0 0 0-16,4 36 128 0,-4-36 16 0,0 0 0 15,0 0 0-15,18 36 0 16,-18-36-144-16,0 0 0 0,0 0 0 0,27 28 128 0,-27-28-128 0,0 0 0 16,0 0 0-16,29 9 0 0,-29-9 0 0,0 0 0 15,21-4 0-15,-13-1 0 0,2 0 0 0,-3-1 0 16,0 0 0-16,1-1 0 0,0 0 0 0,1-3 0 15,-2-1 0-15,1-1 0 0,0 0-176 16,-2 0 48-16,0 0 0 0,-1-2 0 0,1 0 128 16,-2-1-208-16,-1 1 80 0,0 0 128 0,-1 2-160 0,0 3 160 0,-2 2 0 0,0 2-144 31,-1 0 144-31,1 5 0 0,-1-1 0 0,0 2 0 16,1-1 0-16,0 0 0 0,0 0 0 0,-9 26 0 0,9-26 0 0,-6 29 0 0,6-29 128 0,-6 35-128 15,6-35 192-15,-5 36-16 0,5-36-16 0,-2 28 0 16,2-28 864-16,0 0 160 0,3 36 32 0,-3-36 16 15,0 0-896-15,0 0-176 0,0 0-32 0,17 36-128 0,-17-36 0 0,0 0 0 16,0 0 0-16,0 0 0 0,0 0 0 0,0 0 0 16,29 3 0-16,-22-6 0 31,0 0-976-31,0-2-208 0,0 1-32 0,0-1-16 16,0-1 176-16,1 0 32 0,-2-1 16 0,1 0-17344 15</inkml:trace>
  <inkml:trace contextRef="#ctx0" brushRef="#br2" timeOffset="46366.66">11015 11754 1839 0,'0'-4'160'0,"1"1"-160"0,0 1 0 0,-1 2 0 16,0-2 2928-16,1 1 544 0,0-2 112 0,0-2 32 15,0 1 416-15,0 0 64 0,-1 4 32 0,0 0 0 16,0 0-1280-16,0 0-256 0,-3 28-48 0,3-28-16 16,-5 29-1408-16,5-29-288 0,-7 38-48 0,7-38-16 15,-11 37-368-15,11-37-80 0,-13 38 0 0,6-21-16 16,0 0-48-16,7-17-16 0,-12 26 0 0,12-26 0 15,0 0-112-15,-8 21 0 0,8-21-128 0,0 0 192 16,0 0-192-16,0 0 0 0,0 0 0 0,0 0 0 0,7-7 0 0,-4 0 0 16,2 0 0-16,0-3 0 15,1-1 0-15,2-3 0 0,1 1 0 0,1-3 0 0,0-3 0 0,0 0 0 16,1-3 0-16,1-3 0 0,-1 1 0 0,-1 0 0 16,-1 4 0-16,0 3 0 0,-1 5 0 0,-1 3-128 15,1 1 128-15,-2 3 0 0,-6 5 768 0,9-4 224 16,-9 4 32-16,0 0 16 15,0 0-1632-15,0 0-336 0,0 0-64 0,0 0-16 16,35 16 816-16,-35-16 192 0,0 0 0 0,0 0 0 0,29 33 0 0,-29-33 0 0,0 0 0 0,21 32 0 16,-21-32 0-16,0 0 0 0,14 41 0 0,-14-41 0 15,0 0 0-15,2 39 0 0,-2-39 0 0,0 0 0 16,-8 35 0-16,8-35 0 16,0 0 0-16,-9 31 0 0,9-31 0 0,0 0 0 0,0 0 0 0,0 0 0 15,-8 21 0-15,7-22-192 0,2-2 16 0,0 0 16 16,0-4-1056-1,2 2-224-15</inkml:trace>
  <inkml:trace contextRef="#ctx0" brushRef="#br2" timeOffset="46713.59">11453 11553 23951 0,'-1'-3'1056'0,"0"3"224"0,1-2-1024 0,0 2-256 0,0 0 0 0,-1 0 0 0,1 0 1808 0,0 0 304 16,0 0 64-16,0 0 16 0,0 0-80 0,0 0-32 15,0 0 0-15,0 0 0 0,0 0-1152 0,0 0-224 16,0 0-64-16,0 0 0 0,0 0-336 0,-6 33-80 16,6-33-16-16,0 0 0 0,-3 33-208 0,3-33 0 0,-6 41 128 0,6-41-128 15,-9 50 0-15,9-50 0 0,-11 59 0 0,3-31 0 16,1 3 0-16,-2-2 0 16,1-2 0-16,1-2 0 0,7-25 0 0,-11 45 128 0,11-45-128 0,-7 40 0 15,7-40 0-15,2 35 0 0,-2-35 128 0,0 0-128 16,0 0 0-16,25 25 0 15,-25-25 0-15,22-5 0 0,-9-3 0 0,0-1 0 0,1-2 0 0,1-2 0 16,-1-1 0-16,-1 0-128 0,0 0 128 0,-2 2 0 16,0-2-288-16,-1 0 48 0,0-1 16 0,-1 1 0 15,-3 0-480-15,-1-2-112 16,-1 1-16-16,-3-2 0 0,-1 1-2032 0,-3-1-400 0,0 0-96 0,-3 1-16 16,-2 2-1120-16,-2 2-240 0,-3 2-32 0,-2 3-16 15</inkml:trace>
  <inkml:trace contextRef="#ctx0" brushRef="#br2" timeOffset="46839.49">11314 11719 5519 0,'-44'14'496'0,"37"-11"-496"0,5-3 0 16,2 0 0-16,0 0 3392 0,0 0 576 0,-9 3 112 0,9-3 16 0,-8 4 624 0,8-4 112 16,0 0 32-16,0 0 0 0,28 0-2880 0,-9-4-576 15,4-1-128-15,3-2 0 0,3-1-720 0,1 1-144 16,0-3-32-16,-2 1 0 16,0 0-384-16,-3 1 128 0,-4 1-128 0,1-2-12928 15,-2 1-2656-15</inkml:trace>
  <inkml:trace contextRef="#ctx0" brushRef="#br2" timeOffset="47566.44">11965 11707 23951 0,'0'-2'2128'0,"0"1"-1696"0,0 1-432 0,-1 0 0 15,0 0 1504-15,-1 1 224 0,-1 1 32 0,-2 1 16 0,-3 3-368 0,-2 4-64 16,-1 3 0-16,0 2-16 0,0 4-448 0,1 2-96 15,1 1-16-15,9-22 0 0,-13 41-400 0,13-41-96 16,-2 35-16-16,2-35 0 0,0 0-48 0,0 0-16 16,26 36 0-16,-26-36 0 0,26 0 128 0,-11-3 0 15,0-4 16-15,-2 2 0 0,0-4-160 0,1-2-48 16,0-2 0-16,2-1 0 0,-2-3-128 0,-2 0 0 16,-2 1 0-16,-3-3 0 0,-2 2 0 0,-3 1 0 15,-3-1 0-15,-2 3 0 0,-4 0 0 0,-2 4 0 0,-1 1 0 0,-5 2 0 16,-3 0 0-16,-2 0 0 0,-1 4 0 0,0 1 0 15,2 0 0-15,-1 4 0 0,2 0 0 0,2 5 0 16,3-2 0-16,2 3 0 0,3 0 0 0,8-8 0 16,0 0 0-16,0 0 0 0,-1 32 0 0,1-32 0 15,0 0 0-15,36 18 0 0,-36-18 0 0,39 10 0 16,-39-10-176-16,48 4-64 0,-23-4-16 0,1 0-11776 16,2 0-2368-16</inkml:trace>
  <inkml:trace contextRef="#ctx0" brushRef="#br2" timeOffset="48057.03">12400 11675 7359 0,'6'-6'320'0,"-4"1"80"0,0 3-400 0,-1-3 0 16,-1 3 0-16,0-1 0 0,0-1 2816 0,-1-3 496 15,0-3 80-15,-2-4 32 0,-1-3-128 0,-1 1-32 16,-1-3 0-16,0 2 0 0,0 1-896 0,1 1-176 16,1-1-32-16,-1 2-16 0,3 6-1168 0,0 0-224 15,0 3-48-15,1 0-16 0,-1 4-304 0,0-1-64 16,1 2-16-16,0 0 0 0,-2 2-160 0,3-2-16 15,-6 11-128-15,0-3 192 0,6-8-64 0,-11 29-128 0,11-29 176 0,-14 43-176 16,14-43 960-16,-14 49 64 0,6-15 32 16,-1 1 0-1,1 6-1680-15,0 1-336 0,1 3-64 0,2-5 0 0,1-4 832 0,3-1 192 0,0-3 0 16,1-32 0-16,2 56 0 0,-2-56 0 16,7 50 0-16,-7-50 0 0,9 42 0 0,-9-42 0 0,0 0 0 0,13 46 0 15,-13-46 768-15,0 0 192 0,8 33 64 16,-8-33 0-16,0 0-816 0,0 0-208 0,0 0 0 0,-8 31 0 15,8-31-736-15,-9 7-224 0,2-5-64 16,0 1 0-16,-2-3 816 0,-2 0 208 0,0 0 0 0,-2-3 0 0,-1-2-368 0,-2-2 16 16,-2-2 0-16,-1-4 0 15,0-2-1520 1,1-4-304-16,4-2-64 0,3-1-16 0,2-2-1680 0,2-2-336 16,1-2-64-16,0-5-16 0,2 0 2304 0,2-1 464 0,4 4 96 0,3 3 16 0,4 6 2272 0,2 4 464 15,3 3 80-15,1 3 32 0,2 3 2080 0,2 1 432 16,0 2 80-16,3 3 0 0,2-1-1280 0,1 1-256 15,2 0-48-15,-1 1-16 0,-1-2 256 0,1 0 64 16,1-2 0-16,0 2 0 16,0-1-3696-1,-2-3-720-15,-1 2-160 0,-2-3-32 0,-3 4 1440 0,1-5 288 0</inkml:trace>
  <inkml:trace contextRef="#ctx0" brushRef="#br2" timeOffset="52046.41">13020 11821 12895 0,'-1'0'1152'0,"1"0"-928"0,0 0-224 16,0 0 0-1,1 0 1472-15,-1 0 240 0,1 2 48 0,-1-2 16 16,0 0 880-16,0 0 176 0,0 0 48 0,0 0 0 16,0 0-672-16,0 0-128 0,0 0-32 0,0 0 0 15,0 0-928-15,0 0-192 0,30 14-32 0,-24-19-16 16,1 1-544-16,-1-1-96 0,2-2-32 0,0 0 0 0,0 0-208 0,0-3 0 16,-2 1 0-16,0-1 0 0,-3 1 0 0,1-3 0 15,-3 2 0-15,-2 1 0 0,-1 0 0 0,-2 1 0 16,-3 1 0-16,0-1 0 0,-4 2 0 15,0-1 0-15,-2 3-128 0,-2 1 128 0,0 0 0 0,-2 3 0 16,1 3-128-16,0 0 128 0,2 1 0 0,0 4 0 16,0 0 0-16,2 2 0 0,0 3 0 0,1 0 0 15,0 4 0-15,1 2 0 0,1 2 0 0,9-21 0 16,-16 43 0-16,16-43 0 0,-9 38 0 0,9-38 0 16,0 0 0-16,3 42 144 0,-3-42-16 0,0 0-128 0,0 0 192 15,23 34-64-15,-23-34 0 0,0 0-128 0,29 6 192 0,-18-8-64 16,2 0 0-16,2-5 0 0,1-2 0 0,1-1 0 15,1-2-128-15,0-2 0 0,2 0 0 16,-3-1 0-16,0-2 0 0,-1 1 0 0,-1 0 0 0,-2-4 0 16,-1 4-160-16,-1-6-16 0,-1 1 0 15,-3 0 0-15,1-3-224 16,-3 0-48-16,-1 1-16 0,0-3 0 0,-2-1 80 0,0 1 32 0,0 0 0 0,-3 0 0 16,1 2 352-16,-1 1 0 0,1 0 0 0,-1 3 0 15,1 4 0-15,0 2 0 0,-1 4 192 0,1 5-64 0,0 3 256 0,0 2 64 16,0 3 0-16,0-3 0 0,0 0-144 0,0 0-32 15,-4 42 0-15,4-42 0 0,-1 45-80 0,1-45 0 16,-1 57-16-16,1-57 0 0,-3 62-176 16,2-27 192-16,-1 0-192 0,0 3 192 0,0-3-192 0,0-1 192 15,0-3-192-15,2-31 192 0,0 52-192 0,0-52 0 16,3 40 144-16,-3-40-144 0,0 0 0 0,0 0 0 16,18 41 0-16,-18-41 0 0,0 0 0 0,24-2 0 15,-15-2 0-15,1-4 0 0,2-1 0 0,1-1 0 0,0-4-176 16,0-3 176-1,1 1-448-15,-1-1 0 0,0-4 0 0,-2 0 0 16,0-1-368-16,-1 0-64 0,0 1-16 0,-2 0 0 16,-1 4 208-16,0 3 48 0,-1 2 0 0,-3 3 0 0,1 1 512 0,-2 2 128 0,0 3 0 0,-2 3 0 15,-1 0 192-15,-1 2 64 0,2-2 0 0,0 0 16 16,-10 17 384-16,10-17 80 0,-12 16 16 0,12-16 0 16,-14 22-224-16,14-22-32 0,-14 21-16 0,14-21 0 15,-13 24-224-15,13-24-64 16,-10 23 0-16,10-23 0 0,-9 24-16 0,9-24-16 0,0 0 0 0,-7 37 0 15,7-37-160-15,0 0 192 0,0 0-192 0,3 35 192 0,-3-35-192 0,0 0 0 16,0 0 144-16,0 0-144 0,0 0 0 0,25 28 0 16,-25-28 0-16,0 0 0 0,23 1 0 0,-14-4 0 15,0 0 0-15,2-1 0 0,-1-1 0 0,1 0 0 16,-1-1 0-16,1 0 0 16,0-1-128-16,0-3 0 0,0 1 0 0,0 0 0 0,0-3-160 0,0-2-32 15,0-1 0-15,-2-1 0 0,2-1-48 0,-2-2-16 16,-2 0 0-16,1 0 0 0,-3 0 176 0,0 0 16 15,-1-1 16-15,-2 3 0 0,-1 2 176 0,-1 6 0 0,0 2 128 0,-1 4-128 16,1 5 240-16,-2 1-32 0,2-3 0 16,0 0 0-16,-10 33 112 0,10-33 0 0,-11 42 16 0,11-42 0 15,-10 51-96-15,6-21-32 16,1 1 0-16,3-31 0 0,-4 52 48 0,4-52 16 0,1 41 0 0,-1-41 0 16,0 0-48-16,11 42-16 15,-11-42 0-15,0 0 0 0,0 0-208 16,30 26 0-16,-30-26 0 0,0 0 0 0,28-2 0 0,-19-1 0 0,1-1 0 0,1-5 0 15,0 1 0-15,2-1-240 0,1-3 32 0,0-4 0 32,-1 1-976-32,2-2-192 0,0-1-32 0,1-2-16256 0</inkml:trace>
  <inkml:trace contextRef="#ctx0" brushRef="#br2" timeOffset="52488.39">13936 11626 2751 0,'3'-4'128'0,"-1"1"16"0,0 1-144 0,-1-1 0 0,-1 1 0 0,0 0 0 15,1 0 2592-15,0-1 480 0,-1-2 112 0,0 1 16 16,-1-4 576-16,-1 4 112 0,-2 1 16 0,-2 1 16 15,0 0-1136-15,-3 4-224 0,-2 0-64 0,0 1 0 16,-1 1-1216-16,-2 4-256 0,0 1-64 0,0 0 0 16,0 3-496-16,1 2-96 0,0 1-32 0,2 0 0 15,11-15 16-15,-18 32 0 0,18-32 0 0,-12 34 0 16,12-34-192-16,0 0-32 0,0 42-128 0,0-42 192 0,0 0-192 0,0 0 128 16,32 34-128-16,-32-34 0 0,0 0 944 0,37 11 80 15,-37-11 32-15,25 5 0 16,-25-5-1648-16,0 0-336 0,33 9-64 0,-33-9-16 0,0 0 800 0,0 0 208 15,32 19 0-15,-32-19 0 0,0 0 0 0,0 0 0 16,0 0 0-16,0 0 0 0,2 38 0 0,-2-38 0 16,-13 14 0-16,5-9 0 0,-1 2 0 0,-1 1 0 15,-3-2 0-15,0 0 0 0,0 0 0 0,-1 0 0 16,1-1 0-16,2-2 0 0,2-2 0 0,2 1 0 0,1-4 0 0,3 1-128 16,0-2-48-16,4-3 0 0,1 1 0 0,2-4 0 31,4-2-592-31,4-2-112 0,2 0-16 0,3-2-17456 0</inkml:trace>
  <inkml:trace contextRef="#ctx0" brushRef="#br2" timeOffset="52960.14">14197 11562 21183 0,'4'-11'944'0,"-2"6"192"0,0 0-912 0,1 0-224 0,-1 1 0 0,-1 2 0 15,1-1 2048-15,0-2 384 0,2 0 64 0,1-2 0 0,-2 1-160 0,-1 3-32 16,-1 2-16-16,-1 1 0 0,0 0-1200 0,0 0-256 15,0 0-32-15,-12 32-16 0,12-32-512 0,-10 30-96 16,10-30-32-16,-12 38 0 0,12-38-144 0,-12 43 0 16,12-43 0-16,-13 53 0 0,13-53 0 0,-13 54 0 15,13-54 128-15,-9 50-128 0,9-50 0 0,-3 37 0 16,3-37 0-16,0 0 0 0,0 0 0 0,16 42 0 16,-16-42 128-16,0 0-128 0,0 0 0 0,31 13 128 15,-31-13-128-15,20-2 128 0,-10 0-128 0,-1 1 160 16,0-3-160-16,1 1 160 0,-1 1-160 0,-1-1 0 15,2-1 0-15,-3 1 0 0,1-1 0 0,-1 1 0 0,-2-2 0 0,0 3 0 16,0-3 0-16,-2 0-144 0,-1 2 144 0,-1-3-160 31,0 1-320-31,-3-1-64 0,1 0-16 0,-2 2 0 16,-2-4-720-16,-2 2-128 0,-2 0-48 0,-2 0 0 16,-1-2-16-16,-5-1 0 0,-3 0 0 0,-5-3 0 15,-3 1-224-15,-4 0-48 0,-2 0-16 0,-2 3 0 16,0-1-240-16,1 4-48 0,3 3-16 0,5 0 0 0,7 4 1296 15,4 1 256-15,7 2 48 0,1 1 16 0,8-6 3328 0,0 0 656 0,0 0 144 0,0 0 32 16,18 35-224-16,-18-35-32 0,36 10-16 0,-11-5 0 16,5-3-1824-16,1-4-352 0,3-1-80 0,2-3-16 15,2-2-480-15,-2-2-112 0,-1-1 0 0,-3-1-16 0,-2 1-368 0,-4 1-192 16,0-2 192-16,-2 0-192 0,-3 0 0 0,2 2-304 16</inkml:trace>
</inkml:ink>
</file>

<file path=ppt/ink/ink185.xml><?xml version="1.0" encoding="utf-8"?>
<inkml:ink xmlns:inkml="http://www.w3.org/2003/InkML">
  <inkml:definitions>
    <inkml:context xml:id="ctx0">
      <inkml:inkSource xml:id="inkSrc0">
        <inkml:traceFormat>
          <inkml:channel name="X" type="integer" max="27388" units="cm"/>
          <inkml:channel name="Y" type="integer" max="18258" units="cm"/>
          <inkml:channel name="F" type="integer" max="65535" units="dev"/>
          <inkml:channel name="T" type="integer" max="2.14748E9" units="dev"/>
        </inkml:traceFormat>
        <inkml:channelProperties>
          <inkml:channelProperty channel="X" name="resolution" value="1000.29218" units="1/cm"/>
          <inkml:channelProperty channel="Y" name="resolution" value="1000.43835" units="1/cm"/>
          <inkml:channelProperty channel="F" name="resolution" value="0" units="1/dev"/>
          <inkml:channelProperty channel="T" name="resolution" value="1" units="1/dev"/>
        </inkml:channelProperties>
      </inkml:inkSource>
      <inkml:timestamp xml:id="ts0" timeString="2023-10-30T10:24:20.492"/>
    </inkml:context>
    <inkml:brush xml:id="br0">
      <inkml:brushProperty name="width" value="0.05292" units="cm"/>
      <inkml:brushProperty name="height" value="0.05292" units="cm"/>
      <inkml:brushProperty name="color" value="#00B050"/>
    </inkml:brush>
  </inkml:definitions>
  <inkml:trace contextRef="#ctx0" brushRef="#br0">14609 11598 1839 0,'3'-7'160'0,"-1"1"-160"15,0 2 0-15,-1 2 0 0,0 0 592 0,0-1 96 0,2-3 16 0,0-4 0 16,3-4 32-16,0-1 16 0,0 1 0 0,-1 2 0 16,-1 1-144-16,-1 2-32 0,0 3 0 0,-1-1 0 15,-1 2 96-15,-1 0 16 0,1 3 0 0,-1 0 0 16,0-1-112-16,1 3 0 15,-2 0-16-15,1 0 0 0,0 1 80 0,-1 1 32 16,1 0 0-16,-1 0 0 0,0 1 384 0,-1 0 80 16,0 2 16-16,-1-1 0 0,1 3 336 0,-1-3 80 0,0 4 16 0,-1-1 0 0,0 2-352 0,-1 1-64 15,-1-1-16-15,1 1 0 16,0-1-400-16,0 4-96 16,-3 2-16-16,0 3 0 0,-1 5-352 0,-3 3-80 0,0 0-16 0,1 3 0 15,-1 1-192-15,0 1 0 0,0 2 128 0,-1 1-128 0,0 1 0 0,0-3 0 16,1 0 0-16,1-6 0 0,2-2 0 0,0-5 0 15,4-2 0-15,-1-3 0 32,2-2-464-32,2-3 16 0,1-2 0 0,1-2 0 0,0-1-1232 0,1-4-240 0</inkml:trace>
  <inkml:trace contextRef="#ctx0" brushRef="#br0" timeOffset="1379.75">14738 11768 5519 0,'0'-2'496'0,"0"0"-496"16,0 2 0-16,0-2 0 16,0 2 752-16,1 0 48 0,-1-3 16 0,1-2 0 0,-1 3 368 0,1-3 80 0,-1 0 16 0,0 1 0 15,0 0 0-15,0 0 16 16,-1 1 0-16,1 0 0 0,0 1-64 0,0 1-16 0,-1-1 0 0,1 0 0 15,-1 2-208-15,1-1-48 0,0 2-16 0,-1 1 0 16,0 0-176-16,0 1-48 0,-1 1 0 0,0 4 0 16,0-2-208-16,0 4-32 0,0 3-16 0,0 0 0 15,-1 6-192-15,0-2-32 16,-1 1-16-16,2-1 0 0,-1 1-224 0,0-2 0 0,1 1 0 0,-1-1 0 16,2-2 0-16,0-1 0 0,0-2 0 0,2-2-160 0,0-2 160 0,0 0 0 31,0-2-144-31,1-3 144 0,0 1-128 0,1-3 128 0,1 0-160 0,-1 0 160 15,2-3-256-15,0 1 64 0,0-2 0 0,2-1 0 16,-1 0-96-16,1 0-16 0,0-1 0 16,-1 0 0-1,1 1-112-15,-1-1-32 0,0 1 0 0,0 0 0 16,-1 0-64-16,1-2 0 0,-2 2-16 0,1-2 0 16,0 0 32-16,0 0 16 0,0-3 0 0,-1 1 0 0,1 0 288 0,0-1 192 0,-2 0-208 0,2 1 80 15,-1 0 128-15,0-1 0 0,-1 0 0 0,0 2 0 16,1 1 0-16,-2 1 0 0,0-1 160 0,0 2-160 15,1 0 480-15,-1 1 0 0,-1 0 0 0,1 1 0 16,-1 1 96-16,-1 1 32 0,1 1 0 0,-1 0 0 16,0 0-96-16,0 3-32 0,0-1 0 0,-1 3 0 0,0-1 32 15,-1 4 16-15,1-1 0 0,-1 2 0 16,0 2-80-16,-1 0-32 0,2 1 0 0,-1-1 0 0,-1 1-224 0,1 0-64 16,0 0 0-16,0 0 0 0,1-4-128 0,0 3 0 15,0-1 0-15,0 1 0 0,1-1 0 0,1-1 0 16,0-2 0-16,1-2 0 0,0-1 0 0,1-1 0 15,1-1-144-15,0-2 144 0,1 0-176 0,0-2 32 16,0 2 0-16,1-5 0 16,0 3-816-16,1-3-176 0,-1-2-16 0,2 2-7488 15,-1-3-1472-15</inkml:trace>
  <inkml:trace contextRef="#ctx0" brushRef="#br0" timeOffset="1800.29">14992 11785 6447 0,'0'-4'272'0,"0"3"80"0,0-1-352 0,0 1 0 15,0 0 0-15,0 1 0 0,0 1 1792 0,0-1 304 16,0 1 48-16,-1 1 16 0,0 1 384 0,-1 2 80 0,1 1 0 0,-1 0 16 16,0 3-848-16,0 0-192 0,0 2-16 0,0 0-16 15,-1 1-160-15,0 0-48 0,0-1 0 0,0 1 0 16,0 0-1088-16,0 0-272 0,1-3 0 0,0 1 0 16,1-1-960-16,0-4-256 0,0 0-64 15,1-2 0-15,-1 1 368 0,1-3 64 0,1-1 16 0,-1-1 0 31,1 1 272-31,1-5 64 0,-2 1 16 0,2 0 0 0,0 0 160 0,0-4 48 0,1-1 0 0,0 0 0 16,-1 0 272-16,0-3-128 0,1 0 128 0,-1 2 0 16,1-1 208-16,-1 2 160 0,1-1 16 0,0 0 16 15,1 3 304-15,-2 0 64 0,1 2 16 0,1 0 0 16,1 1 912-16,-1-3 176 0,2 3 48 0,-1 1 0 16,1 0-1760-16,0 1-352 0,-2-1-64 0,-4 3 0 0,0 0 656 15,0 0 144-15,0 0 32 0,0 0 0 0,0 0-288 16,0 0-48-16,0 0-16 0,0 0 0 0,23 32-224 0,-23-32 0 0,0 0 0 0,1 21 0 15,-1-13 0-15,-1 0 0 16,-1 0 0-16,2 1 0 0,-2 0 0 0,0 1 0 16,0-1 0-16,0-2 0 0,1 0 0 0,0 1-208 15,0-4 64-15,0 2 16 0,1-1-704 16,0-2-128-16,0 0-16 0,0-1-16 16,0 1-688-16,0-3-144 0,1 0-32 0,1-2-6736 0,1-1-1360 15</inkml:trace>
  <inkml:trace contextRef="#ctx0" brushRef="#br0" timeOffset="2018.66">15149 11700 5519 0,'2'-9'240'0,"-1"6"64"0,1-2-304 0,-1 3 0 0,0 0 0 0,0 1 0 16,0 1 2272-16,1-2 400 0,-1 0 80 16,3-2 0-16,0 3 688 0,-1-2 128 0,0 3 16 0,0 0 16 0,0 0-1232 0,0 1-256 15,-1 2-64-15,0-1 0 0,0 1-1088 16,0 0-208-16,1 0-48 0,-1-1-16 15,-1 1-544-15,1-1-144 0,0 1 0 0,0 1 0 16,-1 1-832-16,0-3-224 0,0 5-48 0,-1-2-14832 16</inkml:trace>
  <inkml:trace contextRef="#ctx0" brushRef="#br0" timeOffset="2152.96">15163 11821 9215 0,'-1'2'400'0,"1"-2"96"0,1 1-496 0,-1-1 0 0,0 2 0 0,0-2 0 0,0 0 1952 0,-1 2 288 15,1 2 64-15,-1 1 16 0,0 0 176 16,0 3 48-16,-2 1 0 0,0 0 0 0,-1 3-1248 0,1 0-240 0,-2 1-48 0,-1 0-16 0,2-1-768 0,-2 0-224 16,2 0 0-16,0-3 128 15,1 0-1088-15,1-1-192 0,0-4-64 0,2 1-11072 16</inkml:trace>
  <inkml:trace contextRef="#ctx0" brushRef="#br0" timeOffset="2367.91">15223 11873 15663 0,'1'0'1392'0,"0"2"-1120"31,0-2-272-31,-1 0 0 0,1 0 2048 0,1 0 368 0,0 1 64 0,3-1 16 0,-5 0-80 0,0 0-16 16,0 0 0-16,35-3 0 15,-35 3-1216-15,0 0-240 0,30-7-48 0,-30 7-16 16,0 0-592-16,29-10-112 0,-29 10-32 0,17-6 0 15,-17 6-144-15,16-6-224 0,-16 6 48 0,0 0 16 32,16-7-1472-32,-12 5-288 0</inkml:trace>
  <inkml:trace contextRef="#ctx0" brushRef="#br0" timeOffset="2632.38">15399 11676 11967 0,'-2'-1'528'0,"0"0"112"15,1 1-512-15,-1 0-128 0,1 1 0 0,0-1 0 0,0 1 2096 0,-1 1 384 16,-2 1 80-16,-1 4 0 0,0-2 960 0,-2 4 176 16,0 2 32-16,-1 2 16 0,1-1-2992 0,0 2-608 15,0 2-144-15,1 2 0 0,-1 0 368 0,1-1 32 16,0 2 16-16,1-3 0 0,3-1-48 0,-1-1-16 16,2 0 0-16,1-14 0 0,1 21-176 0,-1-21-48 15,0 0 0-15,0 0 0 0,0 0 0 0,16 32-128 16,-16-32 192-16,0 0-64 0,0 0-128 0,0 0 192 0,0 0-192 0,38 5 192 15,-31-8-192-15,1-2 0 16,0 2 0-16,0-4 0 16,1 2-592-16,-1-1-48 0,-1-2-16 0,1 4 0 15,-1-3-1424-15,1 3-288 0</inkml:trace>
  <inkml:trace contextRef="#ctx0" brushRef="#br0" timeOffset="3002.6">15628 11658 687 0,'2'-3'0'0,"-1"1"0"15,0 1 0-15,-1-1 0 0,0 2 0 0,0 0 0 0,0 0 1408 0,0-1 240 16,1 0 32-16,-1 1 16 0,1-2 528 15,-1 2 96-15,0 0 32 0,0 2 0 0,-1-1 80 0,0 0 0 0,1 2 16 0,-3 1 0 16,1 2-512-16,-2 0-96 16,1 1-32-16,1 3 0 0,-2 0-784 0,0 3-176 15,0 4-16-15,-1-1-16 0,2 4-512 0,-1 1-112 0,0 0 0 0,0 3-16 16,1 0-176-16,0-1 0 16,1 1 0-16,0-3 0 0,2 1 0 0,0-22 0 15,3 35 0-15,-3-35 0 0,0 0-128 0,10 38 128 16,-10-38 0-16,0 0 0 0,0 0 0 0,0 0 0 0,0 0 192 0,0 0-64 0,39 19 192 15,-34-23 48-15,2-2 0 0,0-2 0 0,0-1-368 0,-1 0-320 16,1-2 64-16,-3 1 16 16,2-1-1152-16,-2 1-224 0,-2-2-48 0,1 2-12128 15</inkml:trace>
  <inkml:trace contextRef="#ctx0" brushRef="#br0" timeOffset="3208.8">15531 11835 7359 0,'-1'-3'656'0,"1"3"-528"0,1-2-128 0,-1 2 0 0,0 0 1680 0,1 0 304 16,-1 0 64-16,1-1 16 0,2 0 1136 0,0-1 208 15,-3 2 48-15,0 0 16 0,0 0-960 0,0 0-192 16,0 0-32-16,37 3-16 16,-37-3-1104-16,0 0-208 0,0 0-64 0,36 0 0 15,-36 0-560-15,0 0-112 0,0 0-32 0,34-3 0 16,-34 3-512-16,0 0-128 0,0 0 0 0,29-3-16608 0</inkml:trace>
  <inkml:trace contextRef="#ctx0" brushRef="#br0" timeOffset="3395.19">15781 11778 15663 0,'3'-1'1392'0,"-1"0"-1120"16,0-1-272-16,-1 1 0 0,1 1 2192 0,-1 0 384 15,3-2 80-15,1-1 16 0,3 0-384 0,-1 0-80 16,-7 3-16-16,16-5 0 0,-10 2-1280 0,-6 3-256 16,0 0-48-16,0 0-16 0,0 0-400 0,0 0-192 15,0 0 160-15,0 0-10656 16,0 0-2112-16</inkml:trace>
  <inkml:trace contextRef="#ctx0" brushRef="#br0" timeOffset="3630.99">15814 11880 12895 0,'0'2'1152'0,"0"-2"-928"0,1 1-224 0,-1 1 0 15,0-2 1952-15,-1 2 352 0,1 1 64 0,-1 1 0 16,0 2 336-16,0 2 64 0,-1 2 16 0,-2 0 0 16,1 2-1744-16,0-1-336 0,0 2-80 0,-1 0-16 0,0 0-608 0,1 0 0 15,0 0 0-15,0-2 0 16,1-1 0-16,0-1-160 0,2-9 160 0,-1 14-208 15,2-9-912-15,0 0-176 0,0-3-48 0,1 0 0 16,0-2-912-16,0-2-192 0,0 2-48 0,0-2-7600 16</inkml:trace>
  <inkml:trace contextRef="#ctx0" brushRef="#br0" timeOffset="4271.52">15862 11968 7023 0,'11'-14'144'0,"-6"9"48"0,-2 0 0 0,-2 5 0 0,0-1-192 0,0 0 0 0,1-2 0 0,1-1 0 15,3-1 2864-15,0-2 528 0,-1 2 96 0,0 3 32 16,-2-1-464-16,0 3-96 0,0 0-16 0,-1 0 0 15,-1 3-960-15,0-1-208 0,-1 2-48 0,-1 2 0 16,1 0-816-16,-1 2-160 0,1-8-48 0,-1 15 0 16,-1-6-384-16,1 0-96 0,-1 0-16 0,0 1 0 15,1-1-208-15,-1-1 128 0,0 1-128 0,-1-2 0 16,2 0 0-16,-1-2 0 0,0 0 0 0,1-1 0 16,0-3 0-16,1 1 0 0,0 0 0 0,-1-4 0 15,2 0 0-15,0-1 0 0,0 1 0 0,0-3 0 16,2 0 0-16,0-2 0 0,1 0 0 0,0-5 0 15,1 3 0-15,0-1 0 0,1-2 0 0,0 1 0 16,-1-1 0-16,2 0 0 0,-1 1 0 0,1 1 0 16,-1 2 0-16,0 1 0 0,-2 0 0 0,1 2 0 15,0 1 0-15,-2 1 0 0,1 1 176 0,0 2-176 0,-1 0 304 0,0 0-48 16,-1 2-16-16,0-1 0 0,0 1-96 0,0 2-16 16,-1 1 0-16,0 1 0 15,-1 2-128-15,-1-1 0 0,1 1 144 0,-1 1-144 0,-1 0 0 0,0 1 0 16,1-1 0-16,-1-1 128 15,1 3-128-15,-1-1 0 0,1-3 0 0,0 2 0 0,0-1 0 0,0-2 0 16,0 0 0-16,0-2 0 0,-1 1 0 16,1 0 0-16,0-1 0 0,-1-1 0 0,2-1 0 0,-1-2 0 0,1 0 0 15,0 0 0-15,1-2-144 0,0 0 144 0,1-1-160 16,0-2 160-16,1 0-448 16,0-1 16-16,1-2 0 0,0 1 0 15,1-2-448-15,-1 1-80 0,1 0-32 16,0 0 0-16,1 1-128 0,-1 0-32 0,1-1 0 0,-1 4 0 0,0-1 432 15,-1 0 80-15,0 3 0 0,-1 0 16 0,0 0 432 0,-1 1 192 0,1 1-160 0,-2 0 160 16,1 0 0-16,-2 1 192 0,1 1-16 0,0-2 0 16,1 1 272-16,-1 0 64 0,0-1 16 0,0 2 0 0,-1-1-80 0,0 1-32 15,1 0 0 1,-1 1 0-16,-1-1 80 0,1 0 16 0,1 0 0 0,-1 3 0 16,0 0-112-16,-1 0-16 0,1 0 0 0,-2 0 0 0,1 4-160 0,-2-2-32 15,2 3-16-15,-3 1 0 0,1 0-176 0,-1 0 160 16,2 1-160-16,-1-1 160 15,-1 1-160-15,2-3 0 0,-1 1 0 0,3 0 0 16,-2-3 0-16,2 0 0 0,-1 0 0 0,1-2 0 0,0-1 0 0,0-1 0 0,1 0 0 0,0-1 0 31,0 0-624-31,0-2-48 0,1 0-16 0,0-2-10016 0,1-1-2016 0</inkml:trace>
  <inkml:trace contextRef="#ctx0" brushRef="#br0" timeOffset="4711.47">16186 12049 10127 0,'-2'2'896'0,"1"-2"-704"15,0 2-192-15,1-2 0 0,0 0 1968 0,-1 0 352 16,0 1 80-16,-1 1 16 0,-1 0-112 0,0 0 0 15,1 1-16-15,1 1 0 0,1-1-1040 0,0-1-208 16,0 0-32-16,2 1-16 0,-2-3-144 0,0 0-16 16,0 0-16-16,0 0 0 0,0 0-48 0,0 0-16 15,37 5 0-15,-37-5 0 0,0 0-304 0,0 0-64 16,29-7-16-16,-29 7 0 0,15-5-80 0,-9 0-16 16,1 0 0-16,-1-1 0 0,-1 0-144 0,0 2-128 0,-1-4 144 0,0 2-144 15,-1 0 128-15,1-2-128 0,-3 0 0 0,1-1 0 16,0 2 0-16,-1-3 128 0,-1 0-128 0,-1 1 0 15,-2 0 0-15,0 1 0 16,-2-1 0-16,-1 2 0 0,-1 2 0 0,-1 0 0 0,0 1 0 0,0 2 0 16,1 2 0-16,-1 2 0 0,1 2 0 0,0 1 0 15,1 2 192-15,-1 3-48 0,1 4-16 0,-1 0 0 0,3 5 128 16,-1 2 32-16,2 2 0 0,2 2 0 0,1-1-96 16,0-24-32-16,8 44 0 0,-8-44 0 0,14 38-32 0,-14-38 0 15,0 0 0-15,36 39 0 0,-36-39-128 0,0 0 128 16,42 23-128-16,-42-23 128 0,32 0-320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4AD6F77-CFCE-A445-8E2C-54D16F9EECCC}" type="datetimeFigureOut">
              <a:rPr lang="en-US" smtClean="0"/>
              <a:t>10/30/2023</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42D00-D33B-6747-961F-9152114FB45F}" type="slidenum">
              <a:rPr lang="en-US" smtClean="0"/>
              <a:t>‹#›</a:t>
            </a:fld>
            <a:endParaRPr lang="en-US"/>
          </a:p>
        </p:txBody>
      </p:sp>
    </p:spTree>
    <p:extLst>
      <p:ext uri="{BB962C8B-B14F-4D97-AF65-F5344CB8AC3E}">
        <p14:creationId xmlns:p14="http://schemas.microsoft.com/office/powerpoint/2010/main" val="2981403554"/>
      </p:ext>
    </p:extLst>
  </p:cSld>
  <p:clrMap bg1="lt1" tx1="dk1" bg2="lt2" tx2="dk2" accent1="accent1" accent2="accent2" accent3="accent3" accent4="accent4" accent5="accent5" accent6="accent6" hlink="hlink" folHlink="folHlink"/>
  <p:notesStyle>
    <a:lvl1pPr marL="0" algn="l" defTabSz="685783" rtl="0" eaLnBrk="1" latinLnBrk="0" hangingPunct="1">
      <a:defRPr sz="900" kern="1200">
        <a:solidFill>
          <a:schemeClr val="tx1"/>
        </a:solidFill>
        <a:latin typeface="+mn-lt"/>
        <a:ea typeface="+mn-ea"/>
        <a:cs typeface="+mn-cs"/>
      </a:defRPr>
    </a:lvl1pPr>
    <a:lvl2pPr marL="342892" algn="l" defTabSz="685783" rtl="0" eaLnBrk="1" latinLnBrk="0" hangingPunct="1">
      <a:defRPr sz="900" kern="1200">
        <a:solidFill>
          <a:schemeClr val="tx1"/>
        </a:solidFill>
        <a:latin typeface="+mn-lt"/>
        <a:ea typeface="+mn-ea"/>
        <a:cs typeface="+mn-cs"/>
      </a:defRPr>
    </a:lvl2pPr>
    <a:lvl3pPr marL="685783" algn="l" defTabSz="685783" rtl="0" eaLnBrk="1" latinLnBrk="0" hangingPunct="1">
      <a:defRPr sz="900" kern="1200">
        <a:solidFill>
          <a:schemeClr val="tx1"/>
        </a:solidFill>
        <a:latin typeface="+mn-lt"/>
        <a:ea typeface="+mn-ea"/>
        <a:cs typeface="+mn-cs"/>
      </a:defRPr>
    </a:lvl3pPr>
    <a:lvl4pPr marL="1028675" algn="l" defTabSz="685783" rtl="0" eaLnBrk="1" latinLnBrk="0" hangingPunct="1">
      <a:defRPr sz="900" kern="1200">
        <a:solidFill>
          <a:schemeClr val="tx1"/>
        </a:solidFill>
        <a:latin typeface="+mn-lt"/>
        <a:ea typeface="+mn-ea"/>
        <a:cs typeface="+mn-cs"/>
      </a:defRPr>
    </a:lvl4pPr>
    <a:lvl5pPr marL="1371566" algn="l" defTabSz="685783" rtl="0" eaLnBrk="1" latinLnBrk="0" hangingPunct="1">
      <a:defRPr sz="900" kern="1200">
        <a:solidFill>
          <a:schemeClr val="tx1"/>
        </a:solidFill>
        <a:latin typeface="+mn-lt"/>
        <a:ea typeface="+mn-ea"/>
        <a:cs typeface="+mn-cs"/>
      </a:defRPr>
    </a:lvl5pPr>
    <a:lvl6pPr marL="1714457" algn="l" defTabSz="685783" rtl="0" eaLnBrk="1" latinLnBrk="0" hangingPunct="1">
      <a:defRPr sz="900" kern="1200">
        <a:solidFill>
          <a:schemeClr val="tx1"/>
        </a:solidFill>
        <a:latin typeface="+mn-lt"/>
        <a:ea typeface="+mn-ea"/>
        <a:cs typeface="+mn-cs"/>
      </a:defRPr>
    </a:lvl6pPr>
    <a:lvl7pPr marL="2057348" algn="l" defTabSz="685783" rtl="0" eaLnBrk="1" latinLnBrk="0" hangingPunct="1">
      <a:defRPr sz="900" kern="1200">
        <a:solidFill>
          <a:schemeClr val="tx1"/>
        </a:solidFill>
        <a:latin typeface="+mn-lt"/>
        <a:ea typeface="+mn-ea"/>
        <a:cs typeface="+mn-cs"/>
      </a:defRPr>
    </a:lvl7pPr>
    <a:lvl8pPr marL="2400240" algn="l" defTabSz="685783" rtl="0" eaLnBrk="1" latinLnBrk="0" hangingPunct="1">
      <a:defRPr sz="900" kern="1200">
        <a:solidFill>
          <a:schemeClr val="tx1"/>
        </a:solidFill>
        <a:latin typeface="+mn-lt"/>
        <a:ea typeface="+mn-ea"/>
        <a:cs typeface="+mn-cs"/>
      </a:defRPr>
    </a:lvl8pPr>
    <a:lvl9pPr marL="2743132" algn="l" defTabSz="685783"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a:t>
            </a:fld>
            <a:endParaRPr lang="en-US"/>
          </a:p>
        </p:txBody>
      </p:sp>
    </p:spTree>
    <p:extLst>
      <p:ext uri="{BB962C8B-B14F-4D97-AF65-F5344CB8AC3E}">
        <p14:creationId xmlns:p14="http://schemas.microsoft.com/office/powerpoint/2010/main" val="307574150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a:t>
            </a:fld>
            <a:endParaRPr lang="en-US"/>
          </a:p>
        </p:txBody>
      </p:sp>
    </p:spTree>
    <p:extLst>
      <p:ext uri="{BB962C8B-B14F-4D97-AF65-F5344CB8AC3E}">
        <p14:creationId xmlns:p14="http://schemas.microsoft.com/office/powerpoint/2010/main" val="266072175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3</a:t>
            </a:fld>
            <a:endParaRPr lang="en-US"/>
          </a:p>
        </p:txBody>
      </p:sp>
    </p:spTree>
    <p:extLst>
      <p:ext uri="{BB962C8B-B14F-4D97-AF65-F5344CB8AC3E}">
        <p14:creationId xmlns:p14="http://schemas.microsoft.com/office/powerpoint/2010/main" val="272976464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4</a:t>
            </a:fld>
            <a:endParaRPr lang="en-US"/>
          </a:p>
        </p:txBody>
      </p:sp>
    </p:spTree>
    <p:extLst>
      <p:ext uri="{BB962C8B-B14F-4D97-AF65-F5344CB8AC3E}">
        <p14:creationId xmlns:p14="http://schemas.microsoft.com/office/powerpoint/2010/main" val="29274363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5</a:t>
            </a:fld>
            <a:endParaRPr lang="en-US"/>
          </a:p>
        </p:txBody>
      </p:sp>
    </p:spTree>
    <p:extLst>
      <p:ext uri="{BB962C8B-B14F-4D97-AF65-F5344CB8AC3E}">
        <p14:creationId xmlns:p14="http://schemas.microsoft.com/office/powerpoint/2010/main" val="404832211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6</a:t>
            </a:fld>
            <a:endParaRPr lang="en-US"/>
          </a:p>
        </p:txBody>
      </p:sp>
    </p:spTree>
    <p:extLst>
      <p:ext uri="{BB962C8B-B14F-4D97-AF65-F5344CB8AC3E}">
        <p14:creationId xmlns:p14="http://schemas.microsoft.com/office/powerpoint/2010/main" val="45430403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7</a:t>
            </a:fld>
            <a:endParaRPr lang="en-US"/>
          </a:p>
        </p:txBody>
      </p:sp>
    </p:spTree>
    <p:extLst>
      <p:ext uri="{BB962C8B-B14F-4D97-AF65-F5344CB8AC3E}">
        <p14:creationId xmlns:p14="http://schemas.microsoft.com/office/powerpoint/2010/main" val="143257734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8</a:t>
            </a:fld>
            <a:endParaRPr lang="en-US"/>
          </a:p>
        </p:txBody>
      </p:sp>
    </p:spTree>
    <p:extLst>
      <p:ext uri="{BB962C8B-B14F-4D97-AF65-F5344CB8AC3E}">
        <p14:creationId xmlns:p14="http://schemas.microsoft.com/office/powerpoint/2010/main" val="174389767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9</a:t>
            </a:fld>
            <a:endParaRPr lang="en-US"/>
          </a:p>
        </p:txBody>
      </p:sp>
    </p:spTree>
    <p:extLst>
      <p:ext uri="{BB962C8B-B14F-4D97-AF65-F5344CB8AC3E}">
        <p14:creationId xmlns:p14="http://schemas.microsoft.com/office/powerpoint/2010/main" val="28125327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10</a:t>
            </a:fld>
            <a:endParaRPr lang="en-US"/>
          </a:p>
        </p:txBody>
      </p:sp>
    </p:spTree>
    <p:extLst>
      <p:ext uri="{BB962C8B-B14F-4D97-AF65-F5344CB8AC3E}">
        <p14:creationId xmlns:p14="http://schemas.microsoft.com/office/powerpoint/2010/main" val="27187441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11</a:t>
            </a:fld>
            <a:endParaRPr lang="en-US"/>
          </a:p>
        </p:txBody>
      </p:sp>
    </p:spTree>
    <p:extLst>
      <p:ext uri="{BB962C8B-B14F-4D97-AF65-F5344CB8AC3E}">
        <p14:creationId xmlns:p14="http://schemas.microsoft.com/office/powerpoint/2010/main" val="9466810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12</a:t>
            </a:fld>
            <a:endParaRPr lang="en-US"/>
          </a:p>
        </p:txBody>
      </p:sp>
    </p:spTree>
    <p:extLst>
      <p:ext uri="{BB962C8B-B14F-4D97-AF65-F5344CB8AC3E}">
        <p14:creationId xmlns:p14="http://schemas.microsoft.com/office/powerpoint/2010/main" val="128220061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13</a:t>
            </a:fld>
            <a:endParaRPr lang="en-US"/>
          </a:p>
        </p:txBody>
      </p:sp>
    </p:spTree>
    <p:extLst>
      <p:ext uri="{BB962C8B-B14F-4D97-AF65-F5344CB8AC3E}">
        <p14:creationId xmlns:p14="http://schemas.microsoft.com/office/powerpoint/2010/main" val="30840097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14</a:t>
            </a:fld>
            <a:endParaRPr lang="en-US"/>
          </a:p>
        </p:txBody>
      </p:sp>
    </p:spTree>
    <p:extLst>
      <p:ext uri="{BB962C8B-B14F-4D97-AF65-F5344CB8AC3E}">
        <p14:creationId xmlns:p14="http://schemas.microsoft.com/office/powerpoint/2010/main" val="54623683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15</a:t>
            </a:fld>
            <a:endParaRPr lang="en-US"/>
          </a:p>
        </p:txBody>
      </p:sp>
    </p:spTree>
    <p:extLst>
      <p:ext uri="{BB962C8B-B14F-4D97-AF65-F5344CB8AC3E}">
        <p14:creationId xmlns:p14="http://schemas.microsoft.com/office/powerpoint/2010/main" val="424891432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16</a:t>
            </a:fld>
            <a:endParaRPr lang="en-US"/>
          </a:p>
        </p:txBody>
      </p:sp>
    </p:spTree>
    <p:extLst>
      <p:ext uri="{BB962C8B-B14F-4D97-AF65-F5344CB8AC3E}">
        <p14:creationId xmlns:p14="http://schemas.microsoft.com/office/powerpoint/2010/main" val="6959693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17</a:t>
            </a:fld>
            <a:endParaRPr lang="en-US"/>
          </a:p>
        </p:txBody>
      </p:sp>
    </p:spTree>
    <p:extLst>
      <p:ext uri="{BB962C8B-B14F-4D97-AF65-F5344CB8AC3E}">
        <p14:creationId xmlns:p14="http://schemas.microsoft.com/office/powerpoint/2010/main" val="237432133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00942D00-D33B-6747-961F-9152114FB45F}" type="slidenum">
              <a:rPr lang="en-US" smtClean="0"/>
              <a:t>18</a:t>
            </a:fld>
            <a:endParaRPr lang="en-US"/>
          </a:p>
        </p:txBody>
      </p:sp>
    </p:spTree>
    <p:extLst>
      <p:ext uri="{BB962C8B-B14F-4D97-AF65-F5344CB8AC3E}">
        <p14:creationId xmlns:p14="http://schemas.microsoft.com/office/powerpoint/2010/main" val="181125197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19</a:t>
            </a:fld>
            <a:endParaRPr lang="en-US"/>
          </a:p>
        </p:txBody>
      </p:sp>
    </p:spTree>
    <p:extLst>
      <p:ext uri="{BB962C8B-B14F-4D97-AF65-F5344CB8AC3E}">
        <p14:creationId xmlns:p14="http://schemas.microsoft.com/office/powerpoint/2010/main" val="304445919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20</a:t>
            </a:fld>
            <a:endParaRPr lang="en-US"/>
          </a:p>
        </p:txBody>
      </p:sp>
    </p:spTree>
    <p:extLst>
      <p:ext uri="{BB962C8B-B14F-4D97-AF65-F5344CB8AC3E}">
        <p14:creationId xmlns:p14="http://schemas.microsoft.com/office/powerpoint/2010/main" val="128076793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21</a:t>
            </a:fld>
            <a:endParaRPr lang="en-US"/>
          </a:p>
        </p:txBody>
      </p:sp>
    </p:spTree>
    <p:extLst>
      <p:ext uri="{BB962C8B-B14F-4D97-AF65-F5344CB8AC3E}">
        <p14:creationId xmlns:p14="http://schemas.microsoft.com/office/powerpoint/2010/main" val="2291471765"/>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22</a:t>
            </a:fld>
            <a:endParaRPr lang="en-US"/>
          </a:p>
        </p:txBody>
      </p:sp>
    </p:spTree>
    <p:extLst>
      <p:ext uri="{BB962C8B-B14F-4D97-AF65-F5344CB8AC3E}">
        <p14:creationId xmlns:p14="http://schemas.microsoft.com/office/powerpoint/2010/main" val="3115493920"/>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23</a:t>
            </a:fld>
            <a:endParaRPr lang="en-US"/>
          </a:p>
        </p:txBody>
      </p:sp>
    </p:spTree>
    <p:extLst>
      <p:ext uri="{BB962C8B-B14F-4D97-AF65-F5344CB8AC3E}">
        <p14:creationId xmlns:p14="http://schemas.microsoft.com/office/powerpoint/2010/main" val="1821544850"/>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24</a:t>
            </a:fld>
            <a:endParaRPr lang="en-US"/>
          </a:p>
        </p:txBody>
      </p:sp>
    </p:spTree>
    <p:extLst>
      <p:ext uri="{BB962C8B-B14F-4D97-AF65-F5344CB8AC3E}">
        <p14:creationId xmlns:p14="http://schemas.microsoft.com/office/powerpoint/2010/main" val="3657738796"/>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25</a:t>
            </a:fld>
            <a:endParaRPr lang="en-US"/>
          </a:p>
        </p:txBody>
      </p:sp>
    </p:spTree>
    <p:extLst>
      <p:ext uri="{BB962C8B-B14F-4D97-AF65-F5344CB8AC3E}">
        <p14:creationId xmlns:p14="http://schemas.microsoft.com/office/powerpoint/2010/main" val="261494085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26</a:t>
            </a:fld>
            <a:endParaRPr lang="en-US"/>
          </a:p>
        </p:txBody>
      </p:sp>
    </p:spTree>
    <p:extLst>
      <p:ext uri="{BB962C8B-B14F-4D97-AF65-F5344CB8AC3E}">
        <p14:creationId xmlns:p14="http://schemas.microsoft.com/office/powerpoint/2010/main" val="1055453730"/>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27</a:t>
            </a:fld>
            <a:endParaRPr lang="en-US"/>
          </a:p>
        </p:txBody>
      </p:sp>
    </p:spTree>
    <p:extLst>
      <p:ext uri="{BB962C8B-B14F-4D97-AF65-F5344CB8AC3E}">
        <p14:creationId xmlns:p14="http://schemas.microsoft.com/office/powerpoint/2010/main" val="4278044180"/>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28</a:t>
            </a:fld>
            <a:endParaRPr lang="en-US"/>
          </a:p>
        </p:txBody>
      </p:sp>
    </p:spTree>
    <p:extLst>
      <p:ext uri="{BB962C8B-B14F-4D97-AF65-F5344CB8AC3E}">
        <p14:creationId xmlns:p14="http://schemas.microsoft.com/office/powerpoint/2010/main" val="4276804508"/>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29</a:t>
            </a:fld>
            <a:endParaRPr lang="en-US"/>
          </a:p>
        </p:txBody>
      </p:sp>
    </p:spTree>
    <p:extLst>
      <p:ext uri="{BB962C8B-B14F-4D97-AF65-F5344CB8AC3E}">
        <p14:creationId xmlns:p14="http://schemas.microsoft.com/office/powerpoint/2010/main" val="285870397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00942D00-D33B-6747-961F-9152114FB45F}" type="slidenum">
              <a:rPr lang="en-US" smtClean="0"/>
              <a:t>30</a:t>
            </a:fld>
            <a:endParaRPr lang="en-US"/>
          </a:p>
        </p:txBody>
      </p:sp>
    </p:spTree>
    <p:extLst>
      <p:ext uri="{BB962C8B-B14F-4D97-AF65-F5344CB8AC3E}">
        <p14:creationId xmlns:p14="http://schemas.microsoft.com/office/powerpoint/2010/main" val="407701955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2" Type="http://schemas.openxmlformats.org/officeDocument/2006/relationships/chart" Target="../charts/chart1.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2" Type="http://schemas.openxmlformats.org/officeDocument/2006/relationships/chart" Target="../charts/chart2.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2" Type="http://schemas.openxmlformats.org/officeDocument/2006/relationships/chart" Target="../charts/chart3.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Cover 1">
    <p:bg>
      <p:bgPr>
        <a:solidFill>
          <a:srgbClr val="1C3D74"/>
        </a:solidFill>
        <a:effectLst/>
      </p:bgPr>
    </p:bg>
    <p:spTree>
      <p:nvGrpSpPr>
        <p:cNvPr id="1" name=""/>
        <p:cNvGrpSpPr/>
        <p:nvPr/>
      </p:nvGrpSpPr>
      <p:grpSpPr>
        <a:xfrm>
          <a:off x="0" y="0"/>
          <a:ext cx="0" cy="0"/>
          <a:chOff x="0" y="0"/>
          <a:chExt cx="0" cy="0"/>
        </a:xfrm>
      </p:grpSpPr>
      <p:sp>
        <p:nvSpPr>
          <p:cNvPr id="7"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8"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40104469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bg>
      <p:bgPr>
        <a:gradFill>
          <a:gsLst>
            <a:gs pos="12000">
              <a:srgbClr val="1C3D74"/>
            </a:gs>
            <a:gs pos="100000">
              <a:srgbClr val="2DB8C5"/>
            </a:gs>
          </a:gsLst>
          <a:lin ang="19800000" scaled="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2803259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8_Custom Layout">
    <p:bg>
      <p:bgPr>
        <a:gradFill flip="none" rotWithShape="1">
          <a:gsLst>
            <a:gs pos="74000">
              <a:srgbClr val="10746A"/>
            </a:gs>
            <a:gs pos="18000">
              <a:srgbClr val="0096E3">
                <a:lumMod val="90000"/>
                <a:lumOff val="10000"/>
              </a:srgbClr>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319369459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9_Custom Layout">
    <p:bg>
      <p:bgPr>
        <a:gradFill flip="none" rotWithShape="1">
          <a:gsLst>
            <a:gs pos="0">
              <a:srgbClr val="73B82B">
                <a:lumMod val="88000"/>
                <a:lumOff val="12000"/>
              </a:srgbClr>
            </a:gs>
            <a:gs pos="97312">
              <a:srgbClr val="10746A"/>
            </a:gs>
            <a:gs pos="59000">
              <a:srgbClr val="10746A">
                <a:lumMod val="94000"/>
                <a:lumOff val="6000"/>
              </a:srgbClr>
            </a:gs>
          </a:gsLst>
          <a:lin ang="1200000" scaled="0"/>
          <a:tileRect/>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6607723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0_Custom Layout">
    <p:bg>
      <p:bgPr>
        <a:gradFill>
          <a:gsLst>
            <a:gs pos="0">
              <a:srgbClr val="73B82B">
                <a:lumMod val="88000"/>
                <a:lumOff val="12000"/>
              </a:srgbClr>
            </a:gs>
            <a:gs pos="69000">
              <a:srgbClr val="2DB8C5"/>
            </a:gs>
          </a:gsLst>
          <a:lin ang="0" scaled="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4187795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11_Custom Layout">
    <p:bg>
      <p:bgPr>
        <a:gradFill flip="none" rotWithShape="1">
          <a:gsLst>
            <a:gs pos="85484">
              <a:srgbClr val="8D3786"/>
            </a:gs>
            <a:gs pos="19000">
              <a:srgbClr val="EC008C"/>
            </a:gs>
          </a:gsLst>
          <a:path path="circle">
            <a:fillToRect l="100000" t="100000"/>
          </a:path>
          <a:tileRect r="-100000" b="-100000"/>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10555885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2_Custom Layout">
    <p:bg>
      <p:bgPr>
        <a:gradFill flip="none" rotWithShape="1">
          <a:gsLst>
            <a:gs pos="3226">
              <a:srgbClr val="8D3786"/>
            </a:gs>
            <a:gs pos="35000">
              <a:srgbClr val="8D3786"/>
            </a:gs>
            <a:gs pos="100000">
              <a:srgbClr val="F18500"/>
            </a:gs>
          </a:gsLst>
          <a:lin ang="19800000" scaled="0"/>
          <a:tileRect/>
        </a:gradFill>
        <a:effectLst/>
      </p:bgPr>
    </p:bg>
    <p:spTree>
      <p:nvGrpSpPr>
        <p:cNvPr id="1" name=""/>
        <p:cNvGrpSpPr/>
        <p:nvPr/>
      </p:nvGrpSpPr>
      <p:grpSpPr>
        <a:xfrm>
          <a:off x="0" y="0"/>
          <a:ext cx="0" cy="0"/>
          <a:chOff x="0" y="0"/>
          <a:chExt cx="0" cy="0"/>
        </a:xfrm>
      </p:grpSpPr>
      <p:sp>
        <p:nvSpPr>
          <p:cNvPr id="4" name="Content Placeholder 2"/>
          <p:cNvSpPr>
            <a:spLocks noGrp="1"/>
          </p:cNvSpPr>
          <p:nvPr>
            <p:ph sz="quarter" idx="10" hasCustomPrompt="1"/>
          </p:nvPr>
        </p:nvSpPr>
        <p:spPr>
          <a:xfrm>
            <a:off x="943599" y="1751595"/>
            <a:ext cx="7870825" cy="1171575"/>
          </a:xfrm>
          <a:prstGeom prst="rect">
            <a:avLst/>
          </a:prstGeom>
        </p:spPr>
        <p:txBody>
          <a:bodyPr/>
          <a:lstStyle>
            <a:lvl1pPr marL="0" indent="0">
              <a:buNone/>
              <a:defRPr sz="4000" b="1">
                <a:solidFill>
                  <a:schemeClr val="bg1"/>
                </a:solidFill>
                <a:latin typeface="Arial" panose="020B0604020202020204" pitchFamily="34" charset="0"/>
                <a:cs typeface="Arial" panose="020B0604020202020204" pitchFamily="34" charset="0"/>
              </a:defRPr>
            </a:lvl1pPr>
          </a:lstStyle>
          <a:p>
            <a:r>
              <a:rPr lang="en-US"/>
              <a:t>Title page – </a:t>
            </a:r>
            <a:br>
              <a:rPr lang="en-US"/>
            </a:br>
            <a:r>
              <a:rPr lang="en-US"/>
              <a:t>Arial Bold 40pt</a:t>
            </a:r>
          </a:p>
        </p:txBody>
      </p:sp>
      <p:sp>
        <p:nvSpPr>
          <p:cNvPr id="5"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a:t>Insert sub-heading / date</a:t>
            </a:r>
          </a:p>
        </p:txBody>
      </p:sp>
    </p:spTree>
    <p:extLst>
      <p:ext uri="{BB962C8B-B14F-4D97-AF65-F5344CB8AC3E}">
        <p14:creationId xmlns:p14="http://schemas.microsoft.com/office/powerpoint/2010/main" val="30868620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6_Content slide 3">
    <p:spTree>
      <p:nvGrpSpPr>
        <p:cNvPr id="1" name=""/>
        <p:cNvGrpSpPr/>
        <p:nvPr/>
      </p:nvGrpSpPr>
      <p:grpSpPr>
        <a:xfrm>
          <a:off x="0" y="0"/>
          <a:ext cx="0" cy="0"/>
          <a:chOff x="0" y="0"/>
          <a:chExt cx="0" cy="0"/>
        </a:xfrm>
      </p:grpSpPr>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BF9F98BB-2095-434E-97D1-3636B7E7563C}"/>
              </a:ext>
            </a:extLst>
          </p:cNvPr>
          <p:cNvSpPr>
            <a:spLocks noGrp="1"/>
          </p:cNvSpPr>
          <p:nvPr>
            <p:ph type="body" sz="quarter" idx="13" hasCustomPrompt="1"/>
          </p:nvPr>
        </p:nvSpPr>
        <p:spPr>
          <a:xfrm>
            <a:off x="186596" y="1311275"/>
            <a:ext cx="86720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marL="0" indent="0">
              <a:buNone/>
            </a:pPr>
            <a:endParaRPr lang="en-US"/>
          </a:p>
        </p:txBody>
      </p:sp>
    </p:spTree>
    <p:extLst>
      <p:ext uri="{BB962C8B-B14F-4D97-AF65-F5344CB8AC3E}">
        <p14:creationId xmlns:p14="http://schemas.microsoft.com/office/powerpoint/2010/main" val="231646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1_Content slide 3">
    <p:spTree>
      <p:nvGrpSpPr>
        <p:cNvPr id="1" name=""/>
        <p:cNvGrpSpPr/>
        <p:nvPr/>
      </p:nvGrpSpPr>
      <p:grpSpPr>
        <a:xfrm>
          <a:off x="0" y="0"/>
          <a:ext cx="0" cy="0"/>
          <a:chOff x="0" y="0"/>
          <a:chExt cx="0" cy="0"/>
        </a:xfrm>
      </p:grpSpPr>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BF9F98BB-2095-434E-97D1-3636B7E7563C}"/>
              </a:ext>
            </a:extLst>
          </p:cNvPr>
          <p:cNvSpPr>
            <a:spLocks noGrp="1"/>
          </p:cNvSpPr>
          <p:nvPr>
            <p:ph type="body" sz="quarter" idx="13" hasCustomPrompt="1"/>
          </p:nvPr>
        </p:nvSpPr>
        <p:spPr>
          <a:xfrm>
            <a:off x="186596" y="1311275"/>
            <a:ext cx="4277455"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marL="0" indent="0">
              <a:buNone/>
            </a:pPr>
            <a:endParaRPr lang="en-US"/>
          </a:p>
        </p:txBody>
      </p:sp>
      <p:sp>
        <p:nvSpPr>
          <p:cNvPr id="9" name="Text Placeholder 2">
            <a:extLst>
              <a:ext uri="{FF2B5EF4-FFF2-40B4-BE49-F238E27FC236}">
                <a16:creationId xmlns:a16="http://schemas.microsoft.com/office/drawing/2014/main" id="{35C7A6F9-784D-428C-B9C4-650A70FFC077}"/>
              </a:ext>
            </a:extLst>
          </p:cNvPr>
          <p:cNvSpPr>
            <a:spLocks noGrp="1"/>
          </p:cNvSpPr>
          <p:nvPr>
            <p:ph type="body" sz="quarter" idx="14" hasCustomPrompt="1"/>
          </p:nvPr>
        </p:nvSpPr>
        <p:spPr>
          <a:xfrm>
            <a:off x="4580865" y="1311275"/>
            <a:ext cx="4277455"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p:txBody>
      </p:sp>
    </p:spTree>
    <p:extLst>
      <p:ext uri="{BB962C8B-B14F-4D97-AF65-F5344CB8AC3E}">
        <p14:creationId xmlns:p14="http://schemas.microsoft.com/office/powerpoint/2010/main" val="31022035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6C74048-C75E-FD4A-A2F0-C36E16C2A344}"/>
              </a:ext>
            </a:extLst>
          </p:cNvPr>
          <p:cNvSpPr>
            <a:spLocks noGrp="1"/>
          </p:cNvSpPr>
          <p:nvPr>
            <p:ph type="pic" sz="quarter" idx="11" hasCustomPrompt="1"/>
          </p:nvPr>
        </p:nvSpPr>
        <p:spPr>
          <a:xfrm>
            <a:off x="4679950" y="1311276"/>
            <a:ext cx="4186238" cy="2791997"/>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9"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4679950" y="4176072"/>
            <a:ext cx="4186238" cy="87954"/>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1"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00C9E275-0734-425E-938B-16131D4657EE}"/>
              </a:ext>
            </a:extLst>
          </p:cNvPr>
          <p:cNvSpPr>
            <a:spLocks noGrp="1"/>
          </p:cNvSpPr>
          <p:nvPr>
            <p:ph type="body" sz="quarter" idx="13" hasCustomPrompt="1"/>
          </p:nvPr>
        </p:nvSpPr>
        <p:spPr>
          <a:xfrm>
            <a:off x="186596" y="1311275"/>
            <a:ext cx="438540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908282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2">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B6C74048-C75E-FD4A-A2F0-C36E16C2A344}"/>
              </a:ext>
            </a:extLst>
          </p:cNvPr>
          <p:cNvSpPr>
            <a:spLocks noGrp="1"/>
          </p:cNvSpPr>
          <p:nvPr>
            <p:ph type="pic" sz="quarter" idx="11" hasCustomPrompt="1"/>
          </p:nvPr>
        </p:nvSpPr>
        <p:spPr>
          <a:xfrm>
            <a:off x="6767512" y="1311276"/>
            <a:ext cx="2098675" cy="2773707"/>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3"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2"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3" name="Text Placeholder 2">
            <a:extLst>
              <a:ext uri="{FF2B5EF4-FFF2-40B4-BE49-F238E27FC236}">
                <a16:creationId xmlns:a16="http://schemas.microsoft.com/office/drawing/2014/main" id="{9602840F-CF0A-4B0C-876C-214741C51912}"/>
              </a:ext>
            </a:extLst>
          </p:cNvPr>
          <p:cNvSpPr>
            <a:spLocks noGrp="1"/>
          </p:cNvSpPr>
          <p:nvPr>
            <p:ph type="body" sz="quarter" idx="13" hasCustomPrompt="1"/>
          </p:nvPr>
        </p:nvSpPr>
        <p:spPr>
          <a:xfrm>
            <a:off x="186596" y="1311275"/>
            <a:ext cx="6447286"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516180862"/>
      </p:ext>
    </p:extLst>
  </p:cSld>
  <p:clrMapOvr>
    <a:masterClrMapping/>
  </p:clrMapOvr>
  <p:extLst>
    <p:ext uri="{DCECCB84-F9BA-43D5-87BE-67443E8EF086}">
      <p15:sldGuideLst xmlns:p15="http://schemas.microsoft.com/office/powerpoint/2012/main">
        <p15:guide id="1" pos="4195">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3 ">
    <p:spTree>
      <p:nvGrpSpPr>
        <p:cNvPr id="1" name=""/>
        <p:cNvGrpSpPr/>
        <p:nvPr/>
      </p:nvGrpSpPr>
      <p:grpSpPr>
        <a:xfrm>
          <a:off x="0" y="0"/>
          <a:ext cx="0" cy="0"/>
          <a:chOff x="0" y="0"/>
          <a:chExt cx="0" cy="0"/>
        </a:xfrm>
      </p:grpSpPr>
      <p:sp>
        <p:nvSpPr>
          <p:cNvPr id="9" name="Picture Placeholder 5">
            <a:extLst>
              <a:ext uri="{FF2B5EF4-FFF2-40B4-BE49-F238E27FC236}">
                <a16:creationId xmlns:a16="http://schemas.microsoft.com/office/drawing/2014/main" id="{EBDDE399-7978-8146-B813-A0B3CFED1CCE}"/>
              </a:ext>
            </a:extLst>
          </p:cNvPr>
          <p:cNvSpPr>
            <a:spLocks noGrp="1"/>
          </p:cNvSpPr>
          <p:nvPr>
            <p:ph type="pic" sz="quarter" idx="14" hasCustomPrompt="1"/>
          </p:nvPr>
        </p:nvSpPr>
        <p:spPr>
          <a:xfrm>
            <a:off x="6767512"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1" name="Picture Placeholder 5">
            <a:extLst>
              <a:ext uri="{FF2B5EF4-FFF2-40B4-BE49-F238E27FC236}">
                <a16:creationId xmlns:a16="http://schemas.microsoft.com/office/drawing/2014/main" id="{6D51F31A-86D2-8C4F-A1A9-C88372B37B39}"/>
              </a:ext>
            </a:extLst>
          </p:cNvPr>
          <p:cNvSpPr>
            <a:spLocks noGrp="1"/>
          </p:cNvSpPr>
          <p:nvPr>
            <p:ph type="pic" sz="quarter" idx="16" hasCustomPrompt="1"/>
          </p:nvPr>
        </p:nvSpPr>
        <p:spPr>
          <a:xfrm>
            <a:off x="6767513" y="1311274"/>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7"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1"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8" name="Text Placeholder 8">
            <a:extLst>
              <a:ext uri="{FF2B5EF4-FFF2-40B4-BE49-F238E27FC236}">
                <a16:creationId xmlns:a16="http://schemas.microsoft.com/office/drawing/2014/main" id="{C8558A91-5849-F74E-9FFB-8BB3E3F86F0C}"/>
              </a:ext>
            </a:extLst>
          </p:cNvPr>
          <p:cNvSpPr>
            <a:spLocks noGrp="1"/>
          </p:cNvSpPr>
          <p:nvPr>
            <p:ph type="body" sz="quarter" idx="17" hasCustomPrompt="1"/>
          </p:nvPr>
        </p:nvSpPr>
        <p:spPr>
          <a:xfrm>
            <a:off x="6767513"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3"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739CEF63-09E5-47AB-B122-292E3DA7266B}"/>
              </a:ext>
            </a:extLst>
          </p:cNvPr>
          <p:cNvSpPr>
            <a:spLocks noGrp="1"/>
          </p:cNvSpPr>
          <p:nvPr>
            <p:ph type="body" sz="quarter" idx="13" hasCustomPrompt="1"/>
          </p:nvPr>
        </p:nvSpPr>
        <p:spPr>
          <a:xfrm>
            <a:off x="186596" y="1311275"/>
            <a:ext cx="6447286"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8400498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4">
    <p:spTree>
      <p:nvGrpSpPr>
        <p:cNvPr id="1" name=""/>
        <p:cNvGrpSpPr/>
        <p:nvPr/>
      </p:nvGrpSpPr>
      <p:grpSpPr>
        <a:xfrm>
          <a:off x="0" y="0"/>
          <a:ext cx="0" cy="0"/>
          <a:chOff x="0" y="0"/>
          <a:chExt cx="0" cy="0"/>
        </a:xfrm>
      </p:grpSpPr>
      <p:sp>
        <p:nvSpPr>
          <p:cNvPr id="14" name="Picture Placeholder 5">
            <a:extLst>
              <a:ext uri="{FF2B5EF4-FFF2-40B4-BE49-F238E27FC236}">
                <a16:creationId xmlns:a16="http://schemas.microsoft.com/office/drawing/2014/main" id="{DE942392-5A1D-4B43-9FC3-CF83A59FC53E}"/>
              </a:ext>
            </a:extLst>
          </p:cNvPr>
          <p:cNvSpPr>
            <a:spLocks noGrp="1"/>
          </p:cNvSpPr>
          <p:nvPr>
            <p:ph type="pic" sz="quarter" idx="16" hasCustomPrompt="1"/>
          </p:nvPr>
        </p:nvSpPr>
        <p:spPr>
          <a:xfrm>
            <a:off x="6767513" y="1311275"/>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8"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12" hasCustomPrompt="1"/>
          </p:nvPr>
        </p:nvSpPr>
        <p:spPr>
          <a:xfrm>
            <a:off x="6767511"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5" name="Text Placeholder 8">
            <a:extLst>
              <a:ext uri="{FF2B5EF4-FFF2-40B4-BE49-F238E27FC236}">
                <a16:creationId xmlns:a16="http://schemas.microsoft.com/office/drawing/2014/main" id="{C8558A91-5849-F74E-9FFB-8BB3E3F86F0C}"/>
              </a:ext>
            </a:extLst>
          </p:cNvPr>
          <p:cNvSpPr>
            <a:spLocks noGrp="1"/>
          </p:cNvSpPr>
          <p:nvPr>
            <p:ph type="body" sz="quarter" idx="17" hasCustomPrompt="1"/>
          </p:nvPr>
        </p:nvSpPr>
        <p:spPr>
          <a:xfrm>
            <a:off x="6767513"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6" name="Picture Placeholder 5">
            <a:extLst>
              <a:ext uri="{FF2B5EF4-FFF2-40B4-BE49-F238E27FC236}">
                <a16:creationId xmlns:a16="http://schemas.microsoft.com/office/drawing/2014/main" id="{EBDDE399-7978-8146-B813-A0B3CFED1CCE}"/>
              </a:ext>
            </a:extLst>
          </p:cNvPr>
          <p:cNvSpPr>
            <a:spLocks noGrp="1"/>
          </p:cNvSpPr>
          <p:nvPr>
            <p:ph type="pic" sz="quarter" idx="14" hasCustomPrompt="1"/>
          </p:nvPr>
        </p:nvSpPr>
        <p:spPr>
          <a:xfrm>
            <a:off x="6767512"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7"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8"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9"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9"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2" name="Text Placeholder 2">
            <a:extLst>
              <a:ext uri="{FF2B5EF4-FFF2-40B4-BE49-F238E27FC236}">
                <a16:creationId xmlns:a16="http://schemas.microsoft.com/office/drawing/2014/main" id="{A5E523E2-4C7B-424A-8715-BA3BD5E8B973}"/>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147593527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5">
    <p:spTree>
      <p:nvGrpSpPr>
        <p:cNvPr id="1" name=""/>
        <p:cNvGrpSpPr/>
        <p:nvPr/>
      </p:nvGrpSpPr>
      <p:grpSpPr>
        <a:xfrm>
          <a:off x="0" y="0"/>
          <a:ext cx="0" cy="0"/>
          <a:chOff x="0" y="0"/>
          <a:chExt cx="0" cy="0"/>
        </a:xfrm>
      </p:grpSpPr>
      <p:sp>
        <p:nvSpPr>
          <p:cNvPr id="21"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2098675"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2"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3"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33"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6767513" y="1322601"/>
            <a:ext cx="2098675"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34"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767512" y="417795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6"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7216A11E-B4A5-4F26-9049-F166D72D6258}"/>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86992327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ontent slide text + image + caption 6">
    <p:spTree>
      <p:nvGrpSpPr>
        <p:cNvPr id="1" name=""/>
        <p:cNvGrpSpPr/>
        <p:nvPr/>
      </p:nvGrpSpPr>
      <p:grpSpPr>
        <a:xfrm>
          <a:off x="0" y="0"/>
          <a:ext cx="0" cy="0"/>
          <a:chOff x="0" y="0"/>
          <a:chExt cx="0" cy="0"/>
        </a:xfrm>
      </p:grpSpPr>
      <p:sp>
        <p:nvSpPr>
          <p:cNvPr id="21" name="Picture Placeholder 5">
            <a:extLst>
              <a:ext uri="{FF2B5EF4-FFF2-40B4-BE49-F238E27FC236}">
                <a16:creationId xmlns:a16="http://schemas.microsoft.com/office/drawing/2014/main" id="{FA0FF9DD-FA38-C644-8804-531A719824B2}"/>
              </a:ext>
            </a:extLst>
          </p:cNvPr>
          <p:cNvSpPr>
            <a:spLocks noGrp="1"/>
          </p:cNvSpPr>
          <p:nvPr>
            <p:ph type="pic" sz="quarter" idx="20" hasCustomPrompt="1"/>
          </p:nvPr>
        </p:nvSpPr>
        <p:spPr>
          <a:xfrm>
            <a:off x="4572001" y="1322602"/>
            <a:ext cx="4305300" cy="1242000"/>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2" name="Text Placeholder 8">
            <a:extLst>
              <a:ext uri="{FF2B5EF4-FFF2-40B4-BE49-F238E27FC236}">
                <a16:creationId xmlns:a16="http://schemas.microsoft.com/office/drawing/2014/main" id="{C8558A91-5849-F74E-9FFB-8BB3E3F86F0C}"/>
              </a:ext>
            </a:extLst>
          </p:cNvPr>
          <p:cNvSpPr>
            <a:spLocks noGrp="1"/>
          </p:cNvSpPr>
          <p:nvPr>
            <p:ph type="body" sz="quarter" idx="22" hasCustomPrompt="1"/>
          </p:nvPr>
        </p:nvSpPr>
        <p:spPr>
          <a:xfrm>
            <a:off x="4571999" y="2607606"/>
            <a:ext cx="4305302"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3" name="Picture Placeholder 5">
            <a:extLst>
              <a:ext uri="{FF2B5EF4-FFF2-40B4-BE49-F238E27FC236}">
                <a16:creationId xmlns:a16="http://schemas.microsoft.com/office/drawing/2014/main" id="{EBDDE399-7978-8146-B813-A0B3CFED1CCE}"/>
              </a:ext>
            </a:extLst>
          </p:cNvPr>
          <p:cNvSpPr>
            <a:spLocks noGrp="1"/>
          </p:cNvSpPr>
          <p:nvPr>
            <p:ph type="pic" sz="quarter" idx="21" hasCustomPrompt="1"/>
          </p:nvPr>
        </p:nvSpPr>
        <p:spPr>
          <a:xfrm>
            <a:off x="4572001" y="2874141"/>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4" name="Text Placeholder 8">
            <a:extLst>
              <a:ext uri="{FF2B5EF4-FFF2-40B4-BE49-F238E27FC236}">
                <a16:creationId xmlns:a16="http://schemas.microsoft.com/office/drawing/2014/main" id="{C8558A91-5849-F74E-9FFB-8BB3E3F86F0C}"/>
              </a:ext>
            </a:extLst>
          </p:cNvPr>
          <p:cNvSpPr>
            <a:spLocks noGrp="1"/>
          </p:cNvSpPr>
          <p:nvPr>
            <p:ph type="body" sz="quarter" idx="23" hasCustomPrompt="1"/>
          </p:nvPr>
        </p:nvSpPr>
        <p:spPr>
          <a:xfrm>
            <a:off x="4571999" y="4173000"/>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25"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6778626" y="2877213"/>
            <a:ext cx="2098675" cy="124076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6"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778624" y="4176072"/>
            <a:ext cx="2098676"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5"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10" name="Text Placeholder 2">
            <a:extLst>
              <a:ext uri="{FF2B5EF4-FFF2-40B4-BE49-F238E27FC236}">
                <a16:creationId xmlns:a16="http://schemas.microsoft.com/office/drawing/2014/main" id="{11A76B9A-C73D-41F4-848B-7B422BD2540C}"/>
              </a:ext>
            </a:extLst>
          </p:cNvPr>
          <p:cNvSpPr>
            <a:spLocks noGrp="1"/>
          </p:cNvSpPr>
          <p:nvPr>
            <p:ph type="body" sz="quarter" idx="13" hasCustomPrompt="1"/>
          </p:nvPr>
        </p:nvSpPr>
        <p:spPr>
          <a:xfrm>
            <a:off x="186597" y="1311275"/>
            <a:ext cx="4288564"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6850096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Content slide 2 column text + image + caption 1">
    <p:spTree>
      <p:nvGrpSpPr>
        <p:cNvPr id="1" name=""/>
        <p:cNvGrpSpPr/>
        <p:nvPr/>
      </p:nvGrpSpPr>
      <p:grpSpPr>
        <a:xfrm>
          <a:off x="0" y="0"/>
          <a:ext cx="0" cy="0"/>
          <a:chOff x="0" y="0"/>
          <a:chExt cx="0" cy="0"/>
        </a:xfrm>
      </p:grpSpPr>
      <p:sp>
        <p:nvSpPr>
          <p:cNvPr id="19"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6102847" y="1322601"/>
            <a:ext cx="2763341"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20"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6102847" y="4177950"/>
            <a:ext cx="2763341"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1"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9" name="Text Placeholder 2">
            <a:extLst>
              <a:ext uri="{FF2B5EF4-FFF2-40B4-BE49-F238E27FC236}">
                <a16:creationId xmlns:a16="http://schemas.microsoft.com/office/drawing/2014/main" id="{6B742EC7-0905-4619-9932-945C15BD9FB8}"/>
              </a:ext>
            </a:extLst>
          </p:cNvPr>
          <p:cNvSpPr>
            <a:spLocks noGrp="1"/>
          </p:cNvSpPr>
          <p:nvPr>
            <p:ph type="body" sz="quarter" idx="26" hasCustomPrompt="1"/>
          </p:nvPr>
        </p:nvSpPr>
        <p:spPr>
          <a:xfrm>
            <a:off x="3144721" y="1311275"/>
            <a:ext cx="285455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marL="457200" indent="0">
              <a:buFont typeface="Arial" panose="020B0604020202020204" pitchFamily="34" charset="0"/>
              <a:buNone/>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p:txBody>
      </p:sp>
      <p:sp>
        <p:nvSpPr>
          <p:cNvPr id="8" name="Text Placeholder 2">
            <a:extLst>
              <a:ext uri="{FF2B5EF4-FFF2-40B4-BE49-F238E27FC236}">
                <a16:creationId xmlns:a16="http://schemas.microsoft.com/office/drawing/2014/main" id="{E839734A-FE59-489D-8235-3CE5E3DE21EF}"/>
              </a:ext>
            </a:extLst>
          </p:cNvPr>
          <p:cNvSpPr>
            <a:spLocks noGrp="1"/>
          </p:cNvSpPr>
          <p:nvPr>
            <p:ph type="body" sz="quarter" idx="27" hasCustomPrompt="1"/>
          </p:nvPr>
        </p:nvSpPr>
        <p:spPr>
          <a:xfrm>
            <a:off x="186595" y="1311275"/>
            <a:ext cx="285455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7171970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Content slide 1 column text + image + caption">
    <p:spTree>
      <p:nvGrpSpPr>
        <p:cNvPr id="1" name=""/>
        <p:cNvGrpSpPr/>
        <p:nvPr/>
      </p:nvGrpSpPr>
      <p:grpSpPr>
        <a:xfrm>
          <a:off x="0" y="0"/>
          <a:ext cx="0" cy="0"/>
          <a:chOff x="0" y="0"/>
          <a:chExt cx="0" cy="0"/>
        </a:xfrm>
      </p:grpSpPr>
      <p:sp>
        <p:nvSpPr>
          <p:cNvPr id="13"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2496620" y="1309603"/>
            <a:ext cx="6380681" cy="2808372"/>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4"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496620" y="4176072"/>
            <a:ext cx="638068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6" name="Text Placeholder 2">
            <a:extLst>
              <a:ext uri="{FF2B5EF4-FFF2-40B4-BE49-F238E27FC236}">
                <a16:creationId xmlns:a16="http://schemas.microsoft.com/office/drawing/2014/main" id="{57C490C0-3F42-428E-9663-C0315B61F18B}"/>
              </a:ext>
            </a:extLst>
          </p:cNvPr>
          <p:cNvSpPr>
            <a:spLocks noGrp="1"/>
          </p:cNvSpPr>
          <p:nvPr>
            <p:ph type="body" sz="quarter" idx="13" hasCustomPrompt="1"/>
          </p:nvPr>
        </p:nvSpPr>
        <p:spPr>
          <a:xfrm>
            <a:off x="186597" y="1311275"/>
            <a:ext cx="21262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47394508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Title + hero image + caption">
    <p:spTree>
      <p:nvGrpSpPr>
        <p:cNvPr id="1" name=""/>
        <p:cNvGrpSpPr/>
        <p:nvPr/>
      </p:nvGrpSpPr>
      <p:grpSpPr>
        <a:xfrm>
          <a:off x="0" y="0"/>
          <a:ext cx="0" cy="0"/>
          <a:chOff x="0" y="0"/>
          <a:chExt cx="0" cy="0"/>
        </a:xfrm>
      </p:grpSpPr>
      <p:sp>
        <p:nvSpPr>
          <p:cNvPr id="7" name="Picture Placeholder 5">
            <a:extLst>
              <a:ext uri="{FF2B5EF4-FFF2-40B4-BE49-F238E27FC236}">
                <a16:creationId xmlns:a16="http://schemas.microsoft.com/office/drawing/2014/main" id="{FA0FF9DD-FA38-C644-8804-531A719824B2}"/>
              </a:ext>
            </a:extLst>
          </p:cNvPr>
          <p:cNvSpPr>
            <a:spLocks noGrp="1"/>
          </p:cNvSpPr>
          <p:nvPr>
            <p:ph type="pic" sz="quarter" idx="24" hasCustomPrompt="1"/>
          </p:nvPr>
        </p:nvSpPr>
        <p:spPr>
          <a:xfrm>
            <a:off x="287339" y="1322601"/>
            <a:ext cx="8578850" cy="2792301"/>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10"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87339" y="4177950"/>
            <a:ext cx="857885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
        <p:nvSpPr>
          <p:cNvPr id="12"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Tree>
    <p:extLst>
      <p:ext uri="{BB962C8B-B14F-4D97-AF65-F5344CB8AC3E}">
        <p14:creationId xmlns:p14="http://schemas.microsoft.com/office/powerpoint/2010/main" val="3461591256"/>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Hero image + caption">
    <p:spTree>
      <p:nvGrpSpPr>
        <p:cNvPr id="1" name=""/>
        <p:cNvGrpSpPr/>
        <p:nvPr/>
      </p:nvGrpSpPr>
      <p:grpSpPr>
        <a:xfrm>
          <a:off x="0" y="0"/>
          <a:ext cx="0" cy="0"/>
          <a:chOff x="0" y="0"/>
          <a:chExt cx="0" cy="0"/>
        </a:xfrm>
      </p:grpSpPr>
      <p:sp>
        <p:nvSpPr>
          <p:cNvPr id="4" name="Picture Placeholder 5">
            <a:extLst>
              <a:ext uri="{FF2B5EF4-FFF2-40B4-BE49-F238E27FC236}">
                <a16:creationId xmlns:a16="http://schemas.microsoft.com/office/drawing/2014/main" id="{EBDDE399-7978-8146-B813-A0B3CFED1CCE}"/>
              </a:ext>
            </a:extLst>
          </p:cNvPr>
          <p:cNvSpPr>
            <a:spLocks noGrp="1"/>
          </p:cNvSpPr>
          <p:nvPr>
            <p:ph type="pic" sz="quarter" idx="24" hasCustomPrompt="1"/>
          </p:nvPr>
        </p:nvSpPr>
        <p:spPr>
          <a:xfrm>
            <a:off x="279400" y="250826"/>
            <a:ext cx="8597901" cy="3867149"/>
          </a:xfrm>
          <a:prstGeom prst="rect">
            <a:avLst/>
          </a:prstGeom>
          <a:solidFill>
            <a:schemeClr val="bg1">
              <a:lumMod val="85000"/>
            </a:schemeClr>
          </a:solidFill>
        </p:spPr>
        <p:txBody>
          <a:bodyPr anchor="ctr"/>
          <a:lstStyle>
            <a:lvl1pPr marL="0" indent="0" algn="ctr">
              <a:buNone/>
              <a:defRPr sz="1600" b="0" i="0">
                <a:solidFill>
                  <a:schemeClr val="tx2"/>
                </a:solidFill>
                <a:latin typeface="4 Text" pitchFamily="2" charset="77"/>
              </a:defRPr>
            </a:lvl1pPr>
          </a:lstStyle>
          <a:p>
            <a:r>
              <a:rPr lang="en-US"/>
              <a:t>Drag and drop image</a:t>
            </a:r>
          </a:p>
        </p:txBody>
      </p:sp>
      <p:sp>
        <p:nvSpPr>
          <p:cNvPr id="6" name="Text Placeholder 8">
            <a:extLst>
              <a:ext uri="{FF2B5EF4-FFF2-40B4-BE49-F238E27FC236}">
                <a16:creationId xmlns:a16="http://schemas.microsoft.com/office/drawing/2014/main" id="{C8558A91-5849-F74E-9FFB-8BB3E3F86F0C}"/>
              </a:ext>
            </a:extLst>
          </p:cNvPr>
          <p:cNvSpPr>
            <a:spLocks noGrp="1"/>
          </p:cNvSpPr>
          <p:nvPr>
            <p:ph type="body" sz="quarter" idx="25" hasCustomPrompt="1"/>
          </p:nvPr>
        </p:nvSpPr>
        <p:spPr>
          <a:xfrm>
            <a:off x="287339" y="4177950"/>
            <a:ext cx="8578850" cy="87953"/>
          </a:xfrm>
          <a:prstGeom prst="rect">
            <a:avLst/>
          </a:prstGeom>
        </p:spPr>
        <p:txBody>
          <a:bodyPr lIns="0" tIns="0" rIns="0" bIns="0"/>
          <a:lstStyle>
            <a:lvl1pPr marL="0" indent="0">
              <a:buNone/>
              <a:defRPr sz="1000" b="0" i="0">
                <a:solidFill>
                  <a:schemeClr val="tx2"/>
                </a:solidFill>
                <a:latin typeface="Arial" panose="020B0604020202020204" pitchFamily="34" charset="0"/>
                <a:cs typeface="Arial" panose="020B0604020202020204" pitchFamily="34" charset="0"/>
              </a:defRPr>
            </a:lvl1pPr>
            <a:lvl2pPr marL="342900" indent="0">
              <a:buNone/>
              <a:defRPr sz="1000">
                <a:solidFill>
                  <a:schemeClr val="accent5"/>
                </a:solidFill>
                <a:latin typeface="Channel 4 Chadwick" pitchFamily="2" charset="77"/>
              </a:defRPr>
            </a:lvl2pPr>
            <a:lvl3pPr marL="685800" indent="0">
              <a:buNone/>
              <a:defRPr sz="1000">
                <a:solidFill>
                  <a:schemeClr val="accent5"/>
                </a:solidFill>
                <a:latin typeface="Channel 4 Chadwick" pitchFamily="2" charset="77"/>
              </a:defRPr>
            </a:lvl3pPr>
            <a:lvl4pPr marL="1028700" indent="0">
              <a:buNone/>
              <a:defRPr sz="1000">
                <a:solidFill>
                  <a:schemeClr val="accent5"/>
                </a:solidFill>
                <a:latin typeface="Channel 4 Chadwick" pitchFamily="2" charset="77"/>
              </a:defRPr>
            </a:lvl4pPr>
            <a:lvl5pPr marL="1371600" indent="0">
              <a:buNone/>
              <a:defRPr sz="1000">
                <a:solidFill>
                  <a:schemeClr val="accent5"/>
                </a:solidFill>
                <a:latin typeface="Channel 4 Chadwick" pitchFamily="2" charset="77"/>
              </a:defRPr>
            </a:lvl5pPr>
          </a:lstStyle>
          <a:p>
            <a:pPr lvl="0"/>
            <a:r>
              <a:rPr lang="en-US"/>
              <a:t>Click to edit caption: Arial Regular 10pt</a:t>
            </a:r>
          </a:p>
        </p:txBody>
      </p:sp>
    </p:spTree>
    <p:extLst>
      <p:ext uri="{BB962C8B-B14F-4D97-AF65-F5344CB8AC3E}">
        <p14:creationId xmlns:p14="http://schemas.microsoft.com/office/powerpoint/2010/main" val="243658652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grpSp>
        <p:nvGrpSpPr>
          <p:cNvPr id="35" name="Group 34">
            <a:extLst>
              <a:ext uri="{FF2B5EF4-FFF2-40B4-BE49-F238E27FC236}">
                <a16:creationId xmlns:a16="http://schemas.microsoft.com/office/drawing/2014/main" id="{D0557C50-0B31-9348-AF2A-301002B74889}"/>
              </a:ext>
            </a:extLst>
          </p:cNvPr>
          <p:cNvGrpSpPr/>
          <p:nvPr userDrawn="1"/>
        </p:nvGrpSpPr>
        <p:grpSpPr>
          <a:xfrm>
            <a:off x="203484" y="1234649"/>
            <a:ext cx="2219675" cy="1349665"/>
            <a:chOff x="1985262" y="1786188"/>
            <a:chExt cx="3594613" cy="2579532"/>
          </a:xfrm>
        </p:grpSpPr>
        <p:sp>
          <p:nvSpPr>
            <p:cNvPr id="36" name="TextBox 35">
              <a:extLst>
                <a:ext uri="{FF2B5EF4-FFF2-40B4-BE49-F238E27FC236}">
                  <a16:creationId xmlns:a16="http://schemas.microsoft.com/office/drawing/2014/main" id="{B0759468-3783-DD45-AC2F-7E3842278B7D}"/>
                </a:ext>
              </a:extLst>
            </p:cNvPr>
            <p:cNvSpPr txBox="1"/>
            <p:nvPr/>
          </p:nvSpPr>
          <p:spPr>
            <a:xfrm>
              <a:off x="2401825" y="1786188"/>
              <a:ext cx="2677754" cy="1470585"/>
            </a:xfrm>
            <a:prstGeom prst="rect">
              <a:avLst/>
            </a:prstGeom>
            <a:noFill/>
          </p:spPr>
          <p:txBody>
            <a:bodyPr wrap="square" rtlCol="0">
              <a:spAutoFit/>
            </a:bodyPr>
            <a:lstStyle/>
            <a:p>
              <a:pPr algn="ctr"/>
              <a:r>
                <a:rPr lang="en-US" sz="4400" b="1">
                  <a:solidFill>
                    <a:srgbClr val="2DB8C5"/>
                  </a:solidFill>
                  <a:latin typeface="Arial" panose="020B0604020202020204" pitchFamily="34" charset="0"/>
                  <a:cs typeface="Arial" panose="020B0604020202020204" pitchFamily="34" charset="0"/>
                </a:rPr>
                <a:t>19%</a:t>
              </a:r>
            </a:p>
          </p:txBody>
        </p:sp>
        <p:cxnSp>
          <p:nvCxnSpPr>
            <p:cNvPr id="37" name="Straight Connector 36">
              <a:extLst>
                <a:ext uri="{FF2B5EF4-FFF2-40B4-BE49-F238E27FC236}">
                  <a16:creationId xmlns:a16="http://schemas.microsoft.com/office/drawing/2014/main" id="{7499D1F6-6F64-E045-A629-F16A8AF17DEB}"/>
                </a:ext>
              </a:extLst>
            </p:cNvPr>
            <p:cNvCxnSpPr/>
            <p:nvPr/>
          </p:nvCxnSpPr>
          <p:spPr>
            <a:xfrm flipV="1">
              <a:off x="2114979" y="3256871"/>
              <a:ext cx="3407805" cy="10321"/>
            </a:xfrm>
            <a:prstGeom prst="line">
              <a:avLst/>
            </a:prstGeom>
            <a:ln w="28575">
              <a:solidFill>
                <a:srgbClr val="2DB8C5"/>
              </a:solidFill>
            </a:ln>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49D3155A-02B7-9146-95B9-2D706BFA7810}"/>
                </a:ext>
              </a:extLst>
            </p:cNvPr>
            <p:cNvSpPr txBox="1"/>
            <p:nvPr/>
          </p:nvSpPr>
          <p:spPr>
            <a:xfrm>
              <a:off x="1985262" y="3500871"/>
              <a:ext cx="3594613" cy="864849"/>
            </a:xfrm>
            <a:prstGeom prst="rect">
              <a:avLst/>
            </a:prstGeom>
            <a:noFill/>
          </p:spPr>
          <p:txBody>
            <a:bodyPr wrap="square" rtlCol="0">
              <a:spAutoFit/>
            </a:bodyPr>
            <a:lstStyle/>
            <a:p>
              <a:pPr algn="ctr"/>
              <a:r>
                <a:rPr lang="en-US" sz="1400">
                  <a:solidFill>
                    <a:srgbClr val="2DB8C5"/>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2DB8C5"/>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52" name="Group 51">
            <a:extLst>
              <a:ext uri="{FF2B5EF4-FFF2-40B4-BE49-F238E27FC236}">
                <a16:creationId xmlns:a16="http://schemas.microsoft.com/office/drawing/2014/main" id="{D0557C50-0B31-9348-AF2A-301002B74889}"/>
              </a:ext>
            </a:extLst>
          </p:cNvPr>
          <p:cNvGrpSpPr/>
          <p:nvPr userDrawn="1"/>
        </p:nvGrpSpPr>
        <p:grpSpPr>
          <a:xfrm>
            <a:off x="3299430" y="1210655"/>
            <a:ext cx="2156489" cy="1349665"/>
            <a:chOff x="1985262" y="1786188"/>
            <a:chExt cx="3594613" cy="2579532"/>
          </a:xfrm>
        </p:grpSpPr>
        <p:sp>
          <p:nvSpPr>
            <p:cNvPr id="53" name="TextBox 52">
              <a:extLst>
                <a:ext uri="{FF2B5EF4-FFF2-40B4-BE49-F238E27FC236}">
                  <a16:creationId xmlns:a16="http://schemas.microsoft.com/office/drawing/2014/main" id="{B0759468-3783-DD45-AC2F-7E3842278B7D}"/>
                </a:ext>
              </a:extLst>
            </p:cNvPr>
            <p:cNvSpPr txBox="1"/>
            <p:nvPr/>
          </p:nvSpPr>
          <p:spPr>
            <a:xfrm>
              <a:off x="2401825" y="1786188"/>
              <a:ext cx="2677754" cy="1526203"/>
            </a:xfrm>
            <a:prstGeom prst="rect">
              <a:avLst/>
            </a:prstGeom>
            <a:noFill/>
          </p:spPr>
          <p:txBody>
            <a:bodyPr wrap="square" rtlCol="0">
              <a:spAutoFit/>
            </a:bodyPr>
            <a:lstStyle/>
            <a:p>
              <a:pPr algn="ctr"/>
              <a:r>
                <a:rPr lang="en-US" sz="4400" b="1">
                  <a:solidFill>
                    <a:srgbClr val="8D3786"/>
                  </a:solidFill>
                  <a:latin typeface="Arial" panose="020B0604020202020204" pitchFamily="34" charset="0"/>
                  <a:cs typeface="Arial" panose="020B0604020202020204" pitchFamily="34" charset="0"/>
                </a:rPr>
                <a:t>19%</a:t>
              </a:r>
            </a:p>
          </p:txBody>
        </p:sp>
        <p:cxnSp>
          <p:nvCxnSpPr>
            <p:cNvPr id="54" name="Straight Connector 53">
              <a:extLst>
                <a:ext uri="{FF2B5EF4-FFF2-40B4-BE49-F238E27FC236}">
                  <a16:creationId xmlns:a16="http://schemas.microsoft.com/office/drawing/2014/main" id="{7499D1F6-6F64-E045-A629-F16A8AF17DEB}"/>
                </a:ext>
              </a:extLst>
            </p:cNvPr>
            <p:cNvCxnSpPr/>
            <p:nvPr/>
          </p:nvCxnSpPr>
          <p:spPr>
            <a:xfrm flipV="1">
              <a:off x="2114979" y="3256871"/>
              <a:ext cx="3407806" cy="10321"/>
            </a:xfrm>
            <a:prstGeom prst="line">
              <a:avLst/>
            </a:prstGeom>
            <a:ln w="28575">
              <a:solidFill>
                <a:srgbClr val="8D3786"/>
              </a:solidFill>
            </a:ln>
          </p:spPr>
          <p:style>
            <a:lnRef idx="1">
              <a:schemeClr val="accent1"/>
            </a:lnRef>
            <a:fillRef idx="0">
              <a:schemeClr val="accent1"/>
            </a:fillRef>
            <a:effectRef idx="0">
              <a:schemeClr val="accent1"/>
            </a:effectRef>
            <a:fontRef idx="minor">
              <a:schemeClr val="tx1"/>
            </a:fontRef>
          </p:style>
        </p:cxnSp>
        <p:sp>
          <p:nvSpPr>
            <p:cNvPr id="55" name="TextBox 54">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8D3786"/>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8D3786"/>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56" name="Group 55">
            <a:extLst>
              <a:ext uri="{FF2B5EF4-FFF2-40B4-BE49-F238E27FC236}">
                <a16:creationId xmlns:a16="http://schemas.microsoft.com/office/drawing/2014/main" id="{D0557C50-0B31-9348-AF2A-301002B74889}"/>
              </a:ext>
            </a:extLst>
          </p:cNvPr>
          <p:cNvGrpSpPr/>
          <p:nvPr userDrawn="1"/>
        </p:nvGrpSpPr>
        <p:grpSpPr>
          <a:xfrm>
            <a:off x="6395376" y="1210655"/>
            <a:ext cx="2184743" cy="1349665"/>
            <a:chOff x="1985262" y="1786188"/>
            <a:chExt cx="3594613" cy="2579532"/>
          </a:xfrm>
        </p:grpSpPr>
        <p:sp>
          <p:nvSpPr>
            <p:cNvPr id="57" name="TextBox 56">
              <a:extLst>
                <a:ext uri="{FF2B5EF4-FFF2-40B4-BE49-F238E27FC236}">
                  <a16:creationId xmlns:a16="http://schemas.microsoft.com/office/drawing/2014/main" id="{B0759468-3783-DD45-AC2F-7E3842278B7D}"/>
                </a:ext>
              </a:extLst>
            </p:cNvPr>
            <p:cNvSpPr txBox="1"/>
            <p:nvPr/>
          </p:nvSpPr>
          <p:spPr>
            <a:xfrm>
              <a:off x="2401825" y="1786188"/>
              <a:ext cx="2677754" cy="1526203"/>
            </a:xfrm>
            <a:prstGeom prst="rect">
              <a:avLst/>
            </a:prstGeom>
            <a:noFill/>
          </p:spPr>
          <p:txBody>
            <a:bodyPr wrap="square" rtlCol="0">
              <a:spAutoFit/>
            </a:bodyPr>
            <a:lstStyle/>
            <a:p>
              <a:pPr algn="ctr"/>
              <a:r>
                <a:rPr lang="en-US" sz="4400" b="1">
                  <a:solidFill>
                    <a:srgbClr val="10746A"/>
                  </a:solidFill>
                  <a:latin typeface="Arial" panose="020B0604020202020204" pitchFamily="34" charset="0"/>
                  <a:cs typeface="Arial" panose="020B0604020202020204" pitchFamily="34" charset="0"/>
                </a:rPr>
                <a:t>19%</a:t>
              </a:r>
            </a:p>
          </p:txBody>
        </p:sp>
        <p:cxnSp>
          <p:nvCxnSpPr>
            <p:cNvPr id="58" name="Straight Connector 57">
              <a:extLst>
                <a:ext uri="{FF2B5EF4-FFF2-40B4-BE49-F238E27FC236}">
                  <a16:creationId xmlns:a16="http://schemas.microsoft.com/office/drawing/2014/main" id="{7499D1F6-6F64-E045-A629-F16A8AF17DEB}"/>
                </a:ext>
              </a:extLst>
            </p:cNvPr>
            <p:cNvCxnSpPr/>
            <p:nvPr/>
          </p:nvCxnSpPr>
          <p:spPr>
            <a:xfrm flipV="1">
              <a:off x="2114979" y="3256871"/>
              <a:ext cx="3407804" cy="10321"/>
            </a:xfrm>
            <a:prstGeom prst="line">
              <a:avLst/>
            </a:prstGeom>
            <a:ln w="28575">
              <a:solidFill>
                <a:srgbClr val="10746A"/>
              </a:solidFill>
            </a:ln>
          </p:spPr>
          <p:style>
            <a:lnRef idx="1">
              <a:schemeClr val="accent1"/>
            </a:lnRef>
            <a:fillRef idx="0">
              <a:schemeClr val="accent1"/>
            </a:fillRef>
            <a:effectRef idx="0">
              <a:schemeClr val="accent1"/>
            </a:effectRef>
            <a:fontRef idx="minor">
              <a:schemeClr val="tx1"/>
            </a:fontRef>
          </p:style>
        </p:cxnSp>
        <p:sp>
          <p:nvSpPr>
            <p:cNvPr id="59" name="TextBox 58">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10746A"/>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10746A"/>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60" name="Group 59">
            <a:extLst>
              <a:ext uri="{FF2B5EF4-FFF2-40B4-BE49-F238E27FC236}">
                <a16:creationId xmlns:a16="http://schemas.microsoft.com/office/drawing/2014/main" id="{D0557C50-0B31-9348-AF2A-301002B74889}"/>
              </a:ext>
            </a:extLst>
          </p:cNvPr>
          <p:cNvGrpSpPr/>
          <p:nvPr userDrawn="1"/>
        </p:nvGrpSpPr>
        <p:grpSpPr>
          <a:xfrm>
            <a:off x="1800890" y="2785639"/>
            <a:ext cx="2268189" cy="1349665"/>
            <a:chOff x="1985262" y="1786188"/>
            <a:chExt cx="3594613" cy="2579532"/>
          </a:xfrm>
        </p:grpSpPr>
        <p:sp>
          <p:nvSpPr>
            <p:cNvPr id="61" name="TextBox 60">
              <a:extLst>
                <a:ext uri="{FF2B5EF4-FFF2-40B4-BE49-F238E27FC236}">
                  <a16:creationId xmlns:a16="http://schemas.microsoft.com/office/drawing/2014/main" id="{B0759468-3783-DD45-AC2F-7E3842278B7D}"/>
                </a:ext>
              </a:extLst>
            </p:cNvPr>
            <p:cNvSpPr txBox="1"/>
            <p:nvPr/>
          </p:nvSpPr>
          <p:spPr>
            <a:xfrm>
              <a:off x="2401825" y="1786188"/>
              <a:ext cx="2677754" cy="1470585"/>
            </a:xfrm>
            <a:prstGeom prst="rect">
              <a:avLst/>
            </a:prstGeom>
            <a:noFill/>
          </p:spPr>
          <p:txBody>
            <a:bodyPr wrap="square" rtlCol="0">
              <a:spAutoFit/>
            </a:bodyPr>
            <a:lstStyle/>
            <a:p>
              <a:pPr algn="ctr"/>
              <a:r>
                <a:rPr lang="en-US" sz="4400" b="1">
                  <a:solidFill>
                    <a:srgbClr val="F18500"/>
                  </a:solidFill>
                  <a:latin typeface="Arial" panose="020B0604020202020204" pitchFamily="34" charset="0"/>
                  <a:cs typeface="Arial" panose="020B0604020202020204" pitchFamily="34" charset="0"/>
                </a:rPr>
                <a:t>19%</a:t>
              </a:r>
            </a:p>
          </p:txBody>
        </p:sp>
        <p:cxnSp>
          <p:nvCxnSpPr>
            <p:cNvPr id="62" name="Straight Connector 61">
              <a:extLst>
                <a:ext uri="{FF2B5EF4-FFF2-40B4-BE49-F238E27FC236}">
                  <a16:creationId xmlns:a16="http://schemas.microsoft.com/office/drawing/2014/main" id="{7499D1F6-6F64-E045-A629-F16A8AF17DEB}"/>
                </a:ext>
              </a:extLst>
            </p:cNvPr>
            <p:cNvCxnSpPr/>
            <p:nvPr/>
          </p:nvCxnSpPr>
          <p:spPr>
            <a:xfrm flipV="1">
              <a:off x="2114979" y="3256871"/>
              <a:ext cx="3407805" cy="10321"/>
            </a:xfrm>
            <a:prstGeom prst="line">
              <a:avLst/>
            </a:prstGeom>
            <a:ln w="28575">
              <a:solidFill>
                <a:srgbClr val="F18500"/>
              </a:solidFill>
            </a:ln>
          </p:spPr>
          <p:style>
            <a:lnRef idx="1">
              <a:schemeClr val="accent1"/>
            </a:lnRef>
            <a:fillRef idx="0">
              <a:schemeClr val="accent1"/>
            </a:fillRef>
            <a:effectRef idx="0">
              <a:schemeClr val="accent1"/>
            </a:effectRef>
            <a:fontRef idx="minor">
              <a:schemeClr val="tx1"/>
            </a:fontRef>
          </p:style>
        </p:cxnSp>
        <p:sp>
          <p:nvSpPr>
            <p:cNvPr id="63" name="TextBox 62">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F18500"/>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F18500"/>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grpSp>
        <p:nvGrpSpPr>
          <p:cNvPr id="64" name="Group 63">
            <a:extLst>
              <a:ext uri="{FF2B5EF4-FFF2-40B4-BE49-F238E27FC236}">
                <a16:creationId xmlns:a16="http://schemas.microsoft.com/office/drawing/2014/main" id="{D0557C50-0B31-9348-AF2A-301002B74889}"/>
              </a:ext>
            </a:extLst>
          </p:cNvPr>
          <p:cNvGrpSpPr/>
          <p:nvPr userDrawn="1"/>
        </p:nvGrpSpPr>
        <p:grpSpPr>
          <a:xfrm>
            <a:off x="4949634" y="2785639"/>
            <a:ext cx="2289366" cy="1349665"/>
            <a:chOff x="1985262" y="1786188"/>
            <a:chExt cx="3594613" cy="2579532"/>
          </a:xfrm>
        </p:grpSpPr>
        <p:sp>
          <p:nvSpPr>
            <p:cNvPr id="65" name="TextBox 64">
              <a:extLst>
                <a:ext uri="{FF2B5EF4-FFF2-40B4-BE49-F238E27FC236}">
                  <a16:creationId xmlns:a16="http://schemas.microsoft.com/office/drawing/2014/main" id="{B0759468-3783-DD45-AC2F-7E3842278B7D}"/>
                </a:ext>
              </a:extLst>
            </p:cNvPr>
            <p:cNvSpPr txBox="1"/>
            <p:nvPr/>
          </p:nvSpPr>
          <p:spPr>
            <a:xfrm>
              <a:off x="2401825" y="1786188"/>
              <a:ext cx="2677753" cy="1470585"/>
            </a:xfrm>
            <a:prstGeom prst="rect">
              <a:avLst/>
            </a:prstGeom>
            <a:noFill/>
          </p:spPr>
          <p:txBody>
            <a:bodyPr wrap="square" rtlCol="0">
              <a:spAutoFit/>
            </a:bodyPr>
            <a:lstStyle/>
            <a:p>
              <a:pPr algn="ctr"/>
              <a:r>
                <a:rPr lang="en-US" sz="4400" b="1">
                  <a:solidFill>
                    <a:srgbClr val="73B82B"/>
                  </a:solidFill>
                  <a:latin typeface="Arial" panose="020B0604020202020204" pitchFamily="34" charset="0"/>
                  <a:cs typeface="Arial" panose="020B0604020202020204" pitchFamily="34" charset="0"/>
                </a:rPr>
                <a:t>19%</a:t>
              </a:r>
            </a:p>
          </p:txBody>
        </p:sp>
        <p:cxnSp>
          <p:nvCxnSpPr>
            <p:cNvPr id="66" name="Straight Connector 65">
              <a:extLst>
                <a:ext uri="{FF2B5EF4-FFF2-40B4-BE49-F238E27FC236}">
                  <a16:creationId xmlns:a16="http://schemas.microsoft.com/office/drawing/2014/main" id="{7499D1F6-6F64-E045-A629-F16A8AF17DEB}"/>
                </a:ext>
              </a:extLst>
            </p:cNvPr>
            <p:cNvCxnSpPr/>
            <p:nvPr/>
          </p:nvCxnSpPr>
          <p:spPr>
            <a:xfrm flipV="1">
              <a:off x="2114979" y="3271937"/>
              <a:ext cx="3407805" cy="10321"/>
            </a:xfrm>
            <a:prstGeom prst="line">
              <a:avLst/>
            </a:prstGeom>
            <a:ln w="28575">
              <a:solidFill>
                <a:srgbClr val="73B82B"/>
              </a:solidFill>
            </a:ln>
          </p:spPr>
          <p:style>
            <a:lnRef idx="1">
              <a:schemeClr val="accent1"/>
            </a:lnRef>
            <a:fillRef idx="0">
              <a:schemeClr val="accent1"/>
            </a:fillRef>
            <a:effectRef idx="0">
              <a:schemeClr val="accent1"/>
            </a:effectRef>
            <a:fontRef idx="minor">
              <a:schemeClr val="tx1"/>
            </a:fontRef>
          </p:style>
        </p:cxnSp>
        <p:sp>
          <p:nvSpPr>
            <p:cNvPr id="67" name="TextBox 66">
              <a:extLst>
                <a:ext uri="{FF2B5EF4-FFF2-40B4-BE49-F238E27FC236}">
                  <a16:creationId xmlns:a16="http://schemas.microsoft.com/office/drawing/2014/main" id="{49D3155A-02B7-9146-95B9-2D706BFA7810}"/>
                </a:ext>
              </a:extLst>
            </p:cNvPr>
            <p:cNvSpPr txBox="1"/>
            <p:nvPr/>
          </p:nvSpPr>
          <p:spPr>
            <a:xfrm>
              <a:off x="1985262" y="3500872"/>
              <a:ext cx="3594613" cy="864848"/>
            </a:xfrm>
            <a:prstGeom prst="rect">
              <a:avLst/>
            </a:prstGeom>
            <a:noFill/>
          </p:spPr>
          <p:txBody>
            <a:bodyPr wrap="square" rtlCol="0">
              <a:spAutoFit/>
            </a:bodyPr>
            <a:lstStyle/>
            <a:p>
              <a:pPr algn="ctr"/>
              <a:r>
                <a:rPr lang="en-US" sz="1400">
                  <a:solidFill>
                    <a:srgbClr val="73B82B"/>
                  </a:solidFill>
                  <a:latin typeface="Arial" panose="020B0604020202020204" pitchFamily="34" charset="0"/>
                  <a:ea typeface="Frutiger-Light" panose="02020603050405020304" pitchFamily="18" charset="77"/>
                  <a:cs typeface="Arial" panose="020B0604020202020204" pitchFamily="34" charset="0"/>
                </a:rPr>
                <a:t>Insert text Insert Text</a:t>
              </a:r>
            </a:p>
            <a:p>
              <a:pPr algn="ctr"/>
              <a:r>
                <a:rPr lang="en-US" sz="1400">
                  <a:solidFill>
                    <a:srgbClr val="73B82B"/>
                  </a:solidFill>
                  <a:latin typeface="Arial" panose="020B0604020202020204" pitchFamily="34" charset="0"/>
                  <a:ea typeface="Frutiger-Light" panose="02020603050405020304" pitchFamily="18" charset="77"/>
                  <a:cs typeface="Arial" panose="020B0604020202020204" pitchFamily="34" charset="0"/>
                </a:rPr>
                <a:t>Insert text Insert Text</a:t>
              </a:r>
            </a:p>
          </p:txBody>
        </p:sp>
      </p:grpSp>
      <p:sp>
        <p:nvSpPr>
          <p:cNvPr id="23" name="Content Placeholder 2"/>
          <p:cNvSpPr>
            <a:spLocks noGrp="1"/>
          </p:cNvSpPr>
          <p:nvPr>
            <p:ph sz="quarter" idx="10" hasCustomPrompt="1"/>
          </p:nvPr>
        </p:nvSpPr>
        <p:spPr>
          <a:xfrm>
            <a:off x="186596" y="211096"/>
            <a:ext cx="8672097" cy="1171575"/>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Tree>
    <p:extLst>
      <p:ext uri="{BB962C8B-B14F-4D97-AF65-F5344CB8AC3E}">
        <p14:creationId xmlns:p14="http://schemas.microsoft.com/office/powerpoint/2010/main" val="2476875357"/>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2_Content slide 3">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4348A56A-D03E-7C4E-AE8E-F896E6A5A11B}"/>
              </a:ext>
            </a:extLst>
          </p:cNvPr>
          <p:cNvGraphicFramePr/>
          <p:nvPr userDrawn="1">
            <p:extLst>
              <p:ext uri="{D42A27DB-BD31-4B8C-83A1-F6EECF244321}">
                <p14:modId xmlns:p14="http://schemas.microsoft.com/office/powerpoint/2010/main" val="286463332"/>
              </p:ext>
            </p:extLst>
          </p:nvPr>
        </p:nvGraphicFramePr>
        <p:xfrm>
          <a:off x="2925649" y="1218723"/>
          <a:ext cx="4923808" cy="3149179"/>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5" name="Text Placeholder 2">
            <a:extLst>
              <a:ext uri="{FF2B5EF4-FFF2-40B4-BE49-F238E27FC236}">
                <a16:creationId xmlns:a16="http://schemas.microsoft.com/office/drawing/2014/main" id="{A91CD518-0B4F-4DDD-8245-74B5057E9664}"/>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58380185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3_Content slide 3">
    <p:spTree>
      <p:nvGrpSpPr>
        <p:cNvPr id="1" name=""/>
        <p:cNvGrpSpPr/>
        <p:nvPr/>
      </p:nvGrpSpPr>
      <p:grpSpPr>
        <a:xfrm>
          <a:off x="0" y="0"/>
          <a:ext cx="0" cy="0"/>
          <a:chOff x="0" y="0"/>
          <a:chExt cx="0" cy="0"/>
        </a:xfrm>
      </p:grpSpPr>
      <p:graphicFrame>
        <p:nvGraphicFramePr>
          <p:cNvPr id="5" name="Chart 4">
            <a:extLst>
              <a:ext uri="{FF2B5EF4-FFF2-40B4-BE49-F238E27FC236}">
                <a16:creationId xmlns:a16="http://schemas.microsoft.com/office/drawing/2014/main" id="{ADE844C2-66A4-7347-BB76-EF1AA2EFEA89}"/>
              </a:ext>
            </a:extLst>
          </p:cNvPr>
          <p:cNvGraphicFramePr/>
          <p:nvPr userDrawn="1">
            <p:extLst>
              <p:ext uri="{D42A27DB-BD31-4B8C-83A1-F6EECF244321}">
                <p14:modId xmlns:p14="http://schemas.microsoft.com/office/powerpoint/2010/main" val="1544693725"/>
              </p:ext>
            </p:extLst>
          </p:nvPr>
        </p:nvGraphicFramePr>
        <p:xfrm>
          <a:off x="3380198" y="1259540"/>
          <a:ext cx="5003514" cy="3295755"/>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6" name="Text Placeholder 2">
            <a:extLst>
              <a:ext uri="{FF2B5EF4-FFF2-40B4-BE49-F238E27FC236}">
                <a16:creationId xmlns:a16="http://schemas.microsoft.com/office/drawing/2014/main" id="{796BE319-1C15-41CC-A596-E46D2BF7CC74}"/>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297081320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4_Content slide 3">
    <p:spTree>
      <p:nvGrpSpPr>
        <p:cNvPr id="1" name=""/>
        <p:cNvGrpSpPr/>
        <p:nvPr/>
      </p:nvGrpSpPr>
      <p:grpSpPr>
        <a:xfrm>
          <a:off x="0" y="0"/>
          <a:ext cx="0" cy="0"/>
          <a:chOff x="0" y="0"/>
          <a:chExt cx="0" cy="0"/>
        </a:xfrm>
      </p:grpSpPr>
      <p:graphicFrame>
        <p:nvGraphicFramePr>
          <p:cNvPr id="4" name="Chart 3">
            <a:extLst>
              <a:ext uri="{FF2B5EF4-FFF2-40B4-BE49-F238E27FC236}">
                <a16:creationId xmlns:a16="http://schemas.microsoft.com/office/drawing/2014/main" id="{EF8E69A5-8A32-3B48-8662-8A79DC2E0921}"/>
              </a:ext>
            </a:extLst>
          </p:cNvPr>
          <p:cNvGraphicFramePr/>
          <p:nvPr userDrawn="1">
            <p:extLst>
              <p:ext uri="{D42A27DB-BD31-4B8C-83A1-F6EECF244321}">
                <p14:modId xmlns:p14="http://schemas.microsoft.com/office/powerpoint/2010/main" val="3268563056"/>
              </p:ext>
            </p:extLst>
          </p:nvPr>
        </p:nvGraphicFramePr>
        <p:xfrm>
          <a:off x="2586555" y="1209354"/>
          <a:ext cx="5804951" cy="3027488"/>
        </p:xfrm>
        <a:graphic>
          <a:graphicData uri="http://schemas.openxmlformats.org/drawingml/2006/chart">
            <c:chart xmlns:c="http://schemas.openxmlformats.org/drawingml/2006/chart" xmlns:r="http://schemas.openxmlformats.org/officeDocument/2006/relationships" r:id="rId2"/>
          </a:graphicData>
        </a:graphic>
      </p:graphicFrame>
      <p:sp>
        <p:nvSpPr>
          <p:cNvPr id="7"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5" name="Text Placeholder 2">
            <a:extLst>
              <a:ext uri="{FF2B5EF4-FFF2-40B4-BE49-F238E27FC236}">
                <a16:creationId xmlns:a16="http://schemas.microsoft.com/office/drawing/2014/main" id="{020285F8-6946-46F6-9325-70AD32F1D6C8}"/>
              </a:ext>
            </a:extLst>
          </p:cNvPr>
          <p:cNvSpPr>
            <a:spLocks noGrp="1"/>
          </p:cNvSpPr>
          <p:nvPr>
            <p:ph type="body" sz="quarter" idx="13" hasCustomPrompt="1"/>
          </p:nvPr>
        </p:nvSpPr>
        <p:spPr>
          <a:xfrm>
            <a:off x="186597" y="1311275"/>
            <a:ext cx="229662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a:p>
            <a:r>
              <a:rPr lang="en-US"/>
              <a:t>Bullet points</a:t>
            </a:r>
          </a:p>
          <a:p>
            <a:pPr>
              <a:defRPr/>
            </a:pPr>
            <a:r>
              <a:rPr lang="en-US"/>
              <a:t>Bullet points</a:t>
            </a:r>
          </a:p>
          <a:p>
            <a:pPr>
              <a:defRPr/>
            </a:pPr>
            <a:r>
              <a:rPr lang="en-US"/>
              <a:t>Bullet points</a:t>
            </a:r>
          </a:p>
          <a:p>
            <a:pPr lvl="1">
              <a:buFont typeface="Arial" panose="020B0604020202020204" pitchFamily="34" charset="0"/>
              <a:buChar char="-"/>
              <a:defRPr/>
            </a:pPr>
            <a:r>
              <a:rPr lang="en-US" sz="1400">
                <a:solidFill>
                  <a:srgbClr val="1C3D74"/>
                </a:solidFill>
                <a:latin typeface="Arial" panose="020B0604020202020204" pitchFamily="34" charset="0"/>
                <a:cs typeface="Arial" panose="020B0604020202020204" pitchFamily="34" charset="0"/>
              </a:rPr>
              <a:t>Sub-bullet point</a:t>
            </a:r>
          </a:p>
          <a:p>
            <a:pPr>
              <a:defRPr/>
            </a:pPr>
            <a:endParaRPr lang="en-US"/>
          </a:p>
        </p:txBody>
      </p:sp>
    </p:spTree>
    <p:extLst>
      <p:ext uri="{BB962C8B-B14F-4D97-AF65-F5344CB8AC3E}">
        <p14:creationId xmlns:p14="http://schemas.microsoft.com/office/powerpoint/2010/main" val="3314826278"/>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5_Content slide 3">
    <p:spTree>
      <p:nvGrpSpPr>
        <p:cNvPr id="1" name=""/>
        <p:cNvGrpSpPr/>
        <p:nvPr/>
      </p:nvGrpSpPr>
      <p:grpSpPr>
        <a:xfrm>
          <a:off x="0" y="0"/>
          <a:ext cx="0" cy="0"/>
          <a:chOff x="0" y="0"/>
          <a:chExt cx="0" cy="0"/>
        </a:xfrm>
      </p:grpSpPr>
      <p:graphicFrame>
        <p:nvGraphicFramePr>
          <p:cNvPr id="5" name="Table 4">
            <a:extLst>
              <a:ext uri="{FF2B5EF4-FFF2-40B4-BE49-F238E27FC236}">
                <a16:creationId xmlns:a16="http://schemas.microsoft.com/office/drawing/2014/main" id="{3AFD6674-8208-4117-92B8-8BA50FAB180F}"/>
              </a:ext>
            </a:extLst>
          </p:cNvPr>
          <p:cNvGraphicFramePr>
            <a:graphicFrameLocks noGrp="1"/>
          </p:cNvGraphicFramePr>
          <p:nvPr userDrawn="1">
            <p:extLst>
              <p:ext uri="{D42A27DB-BD31-4B8C-83A1-F6EECF244321}">
                <p14:modId xmlns:p14="http://schemas.microsoft.com/office/powerpoint/2010/main" val="2266213361"/>
              </p:ext>
            </p:extLst>
          </p:nvPr>
        </p:nvGraphicFramePr>
        <p:xfrm>
          <a:off x="287338" y="1689652"/>
          <a:ext cx="7137192" cy="1106344"/>
        </p:xfrm>
        <a:graphic>
          <a:graphicData uri="http://schemas.openxmlformats.org/drawingml/2006/table">
            <a:tbl>
              <a:tblPr firstRow="1" bandRow="1">
                <a:tableStyleId>{5C22544A-7EE6-4342-B048-85BDC9FD1C3A}</a:tableStyleId>
              </a:tblPr>
              <a:tblGrid>
                <a:gridCol w="1189532">
                  <a:extLst>
                    <a:ext uri="{9D8B030D-6E8A-4147-A177-3AD203B41FA5}">
                      <a16:colId xmlns:a16="http://schemas.microsoft.com/office/drawing/2014/main" val="3822116847"/>
                    </a:ext>
                  </a:extLst>
                </a:gridCol>
                <a:gridCol w="1189532">
                  <a:extLst>
                    <a:ext uri="{9D8B030D-6E8A-4147-A177-3AD203B41FA5}">
                      <a16:colId xmlns:a16="http://schemas.microsoft.com/office/drawing/2014/main" val="1796008628"/>
                    </a:ext>
                  </a:extLst>
                </a:gridCol>
                <a:gridCol w="1189532">
                  <a:extLst>
                    <a:ext uri="{9D8B030D-6E8A-4147-A177-3AD203B41FA5}">
                      <a16:colId xmlns:a16="http://schemas.microsoft.com/office/drawing/2014/main" val="3879958063"/>
                    </a:ext>
                  </a:extLst>
                </a:gridCol>
                <a:gridCol w="1189532">
                  <a:extLst>
                    <a:ext uri="{9D8B030D-6E8A-4147-A177-3AD203B41FA5}">
                      <a16:colId xmlns:a16="http://schemas.microsoft.com/office/drawing/2014/main" val="3650332254"/>
                    </a:ext>
                  </a:extLst>
                </a:gridCol>
                <a:gridCol w="1189532">
                  <a:extLst>
                    <a:ext uri="{9D8B030D-6E8A-4147-A177-3AD203B41FA5}">
                      <a16:colId xmlns:a16="http://schemas.microsoft.com/office/drawing/2014/main" val="3035283889"/>
                    </a:ext>
                  </a:extLst>
                </a:gridCol>
                <a:gridCol w="1189532">
                  <a:extLst>
                    <a:ext uri="{9D8B030D-6E8A-4147-A177-3AD203B41FA5}">
                      <a16:colId xmlns:a16="http://schemas.microsoft.com/office/drawing/2014/main" val="2593290401"/>
                    </a:ext>
                  </a:extLst>
                </a:gridCol>
              </a:tblGrid>
              <a:tr h="276586">
                <a:tc>
                  <a:txBody>
                    <a:bodyPr/>
                    <a:lstStyle/>
                    <a:p>
                      <a:pPr algn="ctr"/>
                      <a:r>
                        <a:rPr lang="en-US" sz="800" b="0" i="0">
                          <a:latin typeface="+mj-lt"/>
                        </a:rPr>
                        <a:t>XXXXXXXXXXXXX</a:t>
                      </a: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a:t>
                      </a:r>
                      <a:endParaRPr lang="en-US" sz="800">
                        <a:latin typeface="+mj-lt"/>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ap="flat" cmpd="sng" algn="ctr">
                      <a:solidFill>
                        <a:schemeClr val="bg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rgbClr val="1C3D74"/>
                    </a:solidFill>
                  </a:tcPr>
                </a:tc>
                <a:extLst>
                  <a:ext uri="{0D108BD9-81ED-4DB2-BD59-A6C34878D82A}">
                    <a16:rowId xmlns:a16="http://schemas.microsoft.com/office/drawing/2014/main" val="1577180098"/>
                  </a:ext>
                </a:extLst>
              </a:tr>
              <a:tr h="276586">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988255196"/>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001B71"/>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3377887121"/>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001B71"/>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001B71"/>
                      </a:solidFill>
                      <a:prstDash val="solid"/>
                      <a:round/>
                      <a:headEnd type="none" w="med" len="med"/>
                      <a:tailEnd type="none" w="med" len="med"/>
                    </a:lnT>
                    <a:lnB w="12700" cap="flat" cmpd="sng" algn="ctr">
                      <a:solidFill>
                        <a:srgbClr val="001B71"/>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1C3D74"/>
                      </a:solidFill>
                      <a:prstDash val="solid"/>
                      <a:round/>
                      <a:headEnd type="none" w="med" len="med"/>
                      <a:tailEnd type="none" w="med" len="med"/>
                    </a:lnL>
                    <a:lnR w="12700" cap="flat" cmpd="sng" algn="ctr">
                      <a:solidFill>
                        <a:srgbClr val="1C3D74"/>
                      </a:solidFill>
                      <a:prstDash val="solid"/>
                      <a:round/>
                      <a:headEnd type="none" w="med" len="med"/>
                      <a:tailEnd type="none" w="med" len="med"/>
                    </a:lnR>
                    <a:lnT w="12700" cap="flat" cmpd="sng" algn="ctr">
                      <a:solidFill>
                        <a:srgbClr val="1C3D74"/>
                      </a:solidFill>
                      <a:prstDash val="solid"/>
                      <a:round/>
                      <a:headEnd type="none" w="med" len="med"/>
                      <a:tailEnd type="none" w="med" len="med"/>
                    </a:lnT>
                    <a:lnB w="12700" cap="flat" cmpd="sng" algn="ctr">
                      <a:solidFill>
                        <a:srgbClr val="1C3D74"/>
                      </a:solidFill>
                      <a:prstDash val="solid"/>
                      <a:round/>
                      <a:headEnd type="none" w="med" len="med"/>
                      <a:tailEnd type="none" w="med" len="med"/>
                    </a:lnB>
                    <a:solidFill>
                      <a:schemeClr val="bg1"/>
                    </a:solidFill>
                  </a:tcPr>
                </a:tc>
                <a:extLst>
                  <a:ext uri="{0D108BD9-81ED-4DB2-BD59-A6C34878D82A}">
                    <a16:rowId xmlns:a16="http://schemas.microsoft.com/office/drawing/2014/main" val="2157991891"/>
                  </a:ext>
                </a:extLst>
              </a:tr>
            </a:tbl>
          </a:graphicData>
        </a:graphic>
      </p:graphicFrame>
      <p:graphicFrame>
        <p:nvGraphicFramePr>
          <p:cNvPr id="6" name="Table 5">
            <a:extLst>
              <a:ext uri="{FF2B5EF4-FFF2-40B4-BE49-F238E27FC236}">
                <a16:creationId xmlns:a16="http://schemas.microsoft.com/office/drawing/2014/main" id="{485AC98B-3184-4158-8DB1-FD0896BAEA5C}"/>
              </a:ext>
            </a:extLst>
          </p:cNvPr>
          <p:cNvGraphicFramePr>
            <a:graphicFrameLocks noGrp="1"/>
          </p:cNvGraphicFramePr>
          <p:nvPr userDrawn="1">
            <p:extLst>
              <p:ext uri="{D42A27DB-BD31-4B8C-83A1-F6EECF244321}">
                <p14:modId xmlns:p14="http://schemas.microsoft.com/office/powerpoint/2010/main" val="2248348035"/>
              </p:ext>
            </p:extLst>
          </p:nvPr>
        </p:nvGraphicFramePr>
        <p:xfrm>
          <a:off x="287338" y="3153802"/>
          <a:ext cx="7137192" cy="1106344"/>
        </p:xfrm>
        <a:graphic>
          <a:graphicData uri="http://schemas.openxmlformats.org/drawingml/2006/table">
            <a:tbl>
              <a:tblPr firstRow="1" bandRow="1">
                <a:tableStyleId>{5C22544A-7EE6-4342-B048-85BDC9FD1C3A}</a:tableStyleId>
              </a:tblPr>
              <a:tblGrid>
                <a:gridCol w="1189532">
                  <a:extLst>
                    <a:ext uri="{9D8B030D-6E8A-4147-A177-3AD203B41FA5}">
                      <a16:colId xmlns:a16="http://schemas.microsoft.com/office/drawing/2014/main" val="3822116847"/>
                    </a:ext>
                  </a:extLst>
                </a:gridCol>
                <a:gridCol w="1189532">
                  <a:extLst>
                    <a:ext uri="{9D8B030D-6E8A-4147-A177-3AD203B41FA5}">
                      <a16:colId xmlns:a16="http://schemas.microsoft.com/office/drawing/2014/main" val="1796008628"/>
                    </a:ext>
                  </a:extLst>
                </a:gridCol>
                <a:gridCol w="1189532">
                  <a:extLst>
                    <a:ext uri="{9D8B030D-6E8A-4147-A177-3AD203B41FA5}">
                      <a16:colId xmlns:a16="http://schemas.microsoft.com/office/drawing/2014/main" val="3879958063"/>
                    </a:ext>
                  </a:extLst>
                </a:gridCol>
                <a:gridCol w="1189532">
                  <a:extLst>
                    <a:ext uri="{9D8B030D-6E8A-4147-A177-3AD203B41FA5}">
                      <a16:colId xmlns:a16="http://schemas.microsoft.com/office/drawing/2014/main" val="3650332254"/>
                    </a:ext>
                  </a:extLst>
                </a:gridCol>
                <a:gridCol w="1189532">
                  <a:extLst>
                    <a:ext uri="{9D8B030D-6E8A-4147-A177-3AD203B41FA5}">
                      <a16:colId xmlns:a16="http://schemas.microsoft.com/office/drawing/2014/main" val="3035283889"/>
                    </a:ext>
                  </a:extLst>
                </a:gridCol>
                <a:gridCol w="1189532">
                  <a:extLst>
                    <a:ext uri="{9D8B030D-6E8A-4147-A177-3AD203B41FA5}">
                      <a16:colId xmlns:a16="http://schemas.microsoft.com/office/drawing/2014/main" val="2593290401"/>
                    </a:ext>
                  </a:extLst>
                </a:gridCol>
              </a:tblGrid>
              <a:tr h="276586">
                <a:tc>
                  <a:txBody>
                    <a:bodyPr/>
                    <a:lstStyle/>
                    <a:p>
                      <a:pPr algn="ctr"/>
                      <a:r>
                        <a:rPr lang="en-US" sz="800" b="0" i="0">
                          <a:latin typeface="+mj-lt"/>
                        </a:rPr>
                        <a:t>XXXXXXXXXXXXX</a:t>
                      </a:r>
                    </a:p>
                  </a:txBody>
                  <a:tcPr marL="32707" marR="32707" marT="49061" marB="49061" anchor="ctr">
                    <a:lnL w="12700" cap="flat" cmpd="sng" algn="ctr">
                      <a:solidFill>
                        <a:srgbClr val="2DB8C5"/>
                      </a:solidFill>
                      <a:prstDash val="solid"/>
                      <a:round/>
                      <a:headEnd type="none" w="med" len="med"/>
                      <a:tailEnd type="none" w="med" len="med"/>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a:t>
                      </a:r>
                      <a:endParaRPr lang="en-US" sz="800">
                        <a:latin typeface="+mj-lt"/>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mpd="sng">
                      <a:noFill/>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0" i="0" u="none" strike="noStrike" kern="1200" cap="none" spc="0" normalizeH="0" baseline="0" noProof="0">
                          <a:ln>
                            <a:noFill/>
                          </a:ln>
                          <a:solidFill>
                            <a:prstClr val="white"/>
                          </a:solidFill>
                          <a:effectLst/>
                          <a:uLnTx/>
                          <a:uFillTx/>
                          <a:latin typeface="+mj-lt"/>
                          <a:ea typeface="+mn-ea"/>
                          <a:cs typeface="+mn-cs"/>
                        </a:rPr>
                        <a:t>XXXXXXXXXXXXX</a:t>
                      </a:r>
                      <a:endParaRPr kumimoji="0" lang="en-US" sz="800" b="1" i="0" u="none" strike="noStrike" kern="1200" cap="none" spc="0" normalizeH="0" baseline="0" noProof="0">
                        <a:ln>
                          <a:noFill/>
                        </a:ln>
                        <a:solidFill>
                          <a:prstClr val="white"/>
                        </a:solidFill>
                        <a:effectLst/>
                        <a:uLnTx/>
                        <a:uFillTx/>
                        <a:latin typeface="+mj-lt"/>
                        <a:ea typeface="+mn-ea"/>
                        <a:cs typeface="+mn-cs"/>
                      </a:endParaRPr>
                    </a:p>
                  </a:txBody>
                  <a:tcPr marL="32707" marR="32707" marT="49061" marB="49061" anchor="ctr">
                    <a:lnL w="12700" cmpd="sng">
                      <a:noFill/>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rgbClr val="2DB8C5"/>
                    </a:solidFill>
                  </a:tcPr>
                </a:tc>
                <a:extLst>
                  <a:ext uri="{0D108BD9-81ED-4DB2-BD59-A6C34878D82A}">
                    <a16:rowId xmlns:a16="http://schemas.microsoft.com/office/drawing/2014/main" val="1577180098"/>
                  </a:ext>
                </a:extLst>
              </a:tr>
              <a:tr h="276586">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988255196"/>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77887121"/>
                  </a:ext>
                </a:extLst>
              </a:tr>
              <a:tr h="276586">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a:r>
                        <a:rPr lang="en-US" sz="800" b="0" i="0" err="1">
                          <a:solidFill>
                            <a:schemeClr val="tx1"/>
                          </a:solidFill>
                          <a:latin typeface="+mj-lt"/>
                        </a:rPr>
                        <a:t>xxxxxxxxxx</a:t>
                      </a:r>
                      <a:endParaRPr lang="en-US" sz="800" b="0" i="0">
                        <a:solidFill>
                          <a:schemeClr val="tx1"/>
                        </a:solidFill>
                        <a:latin typeface="+mj-lt"/>
                      </a:endParaRPr>
                    </a:p>
                  </a:txBody>
                  <a:tcPr marL="32707" marR="32707" marT="49061" marB="49061" anchor="ctr">
                    <a:lnL w="12700" cap="flat" cmpd="sng" algn="ctr">
                      <a:solidFill>
                        <a:srgbClr val="2DB8C5"/>
                      </a:solidFill>
                      <a:prstDash val="solid"/>
                      <a:round/>
                      <a:headEnd type="none" w="med" len="med"/>
                      <a:tailEnd type="none" w="med" len="med"/>
                    </a:lnL>
                    <a:lnR w="12700" cap="flat" cmpd="sng" algn="ctr">
                      <a:solidFill>
                        <a:srgbClr val="2DB8C5"/>
                      </a:solidFill>
                      <a:prstDash val="solid"/>
                      <a:round/>
                      <a:headEnd type="none" w="med" len="med"/>
                      <a:tailEnd type="none" w="med" len="med"/>
                    </a:lnR>
                    <a:lnT w="12700" cap="flat" cmpd="sng" algn="ctr">
                      <a:solidFill>
                        <a:srgbClr val="2DB8C5"/>
                      </a:solidFill>
                      <a:prstDash val="solid"/>
                      <a:round/>
                      <a:headEnd type="none" w="med" len="med"/>
                      <a:tailEnd type="none" w="med" len="med"/>
                    </a:lnT>
                    <a:lnB w="12700" cap="flat" cmpd="sng" algn="ctr">
                      <a:solidFill>
                        <a:srgbClr val="2DB8C5"/>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157991891"/>
                  </a:ext>
                </a:extLst>
              </a:tr>
            </a:tbl>
          </a:graphicData>
        </a:graphic>
      </p:graphicFrame>
      <p:sp>
        <p:nvSpPr>
          <p:cNvPr id="10" name="Content Placeholder 2"/>
          <p:cNvSpPr>
            <a:spLocks noGrp="1"/>
          </p:cNvSpPr>
          <p:nvPr>
            <p:ph sz="quarter" idx="10" hasCustomPrompt="1"/>
          </p:nvPr>
        </p:nvSpPr>
        <p:spPr>
          <a:xfrm>
            <a:off x="186596" y="262396"/>
            <a:ext cx="8672097" cy="1036377"/>
          </a:xfrm>
          <a:prstGeom prst="rect">
            <a:avLst/>
          </a:prstGeom>
        </p:spPr>
        <p:txBody>
          <a:bodyPr/>
          <a:lstStyle>
            <a:lvl1pPr marL="0" indent="0">
              <a:buNone/>
              <a:defRPr sz="2500" b="1">
                <a:solidFill>
                  <a:srgbClr val="1C3D74"/>
                </a:solidFill>
                <a:latin typeface="Arial" panose="020B0604020202020204" pitchFamily="34" charset="0"/>
                <a:cs typeface="Arial" panose="020B0604020202020204" pitchFamily="34" charset="0"/>
              </a:defRPr>
            </a:lvl1pPr>
          </a:lstStyle>
          <a:p>
            <a:r>
              <a:rPr lang="en-US"/>
              <a:t>Click to edit slide title (up to 2 lines) – </a:t>
            </a:r>
            <a:br>
              <a:rPr lang="en-US"/>
            </a:br>
            <a:r>
              <a:rPr lang="en-US"/>
              <a:t>Arial Bold 25pt title</a:t>
            </a:r>
          </a:p>
        </p:txBody>
      </p:sp>
      <p:sp>
        <p:nvSpPr>
          <p:cNvPr id="7" name="Text Placeholder 2">
            <a:extLst>
              <a:ext uri="{FF2B5EF4-FFF2-40B4-BE49-F238E27FC236}">
                <a16:creationId xmlns:a16="http://schemas.microsoft.com/office/drawing/2014/main" id="{3ABA65EC-BE67-47F1-855B-E0BFD2EA8CE3}"/>
              </a:ext>
            </a:extLst>
          </p:cNvPr>
          <p:cNvSpPr>
            <a:spLocks noGrp="1"/>
          </p:cNvSpPr>
          <p:nvPr>
            <p:ph type="body" sz="quarter" idx="13" hasCustomPrompt="1"/>
          </p:nvPr>
        </p:nvSpPr>
        <p:spPr>
          <a:xfrm>
            <a:off x="186596" y="1311275"/>
            <a:ext cx="8672097" cy="2952750"/>
          </a:xfrm>
          <a:prstGeom prst="rect">
            <a:avLst/>
          </a:prstGeom>
        </p:spPr>
        <p:txBody>
          <a:bodyPr/>
          <a:lstStyle>
            <a:lvl1pPr marL="285750" indent="-285750">
              <a:buFont typeface="Arial" panose="020B0604020202020204" pitchFamily="34" charset="0"/>
              <a:buChar char="•"/>
              <a:defRPr sz="1400">
                <a:solidFill>
                  <a:srgbClr val="1C3D74"/>
                </a:solidFill>
                <a:latin typeface="+mj-lt"/>
              </a:defRPr>
            </a:lvl1pPr>
            <a:lvl2pPr>
              <a:buFont typeface="Arial" panose="020B0604020202020204" pitchFamily="34" charset="0"/>
              <a:buChar char="-"/>
              <a:defRPr sz="1400">
                <a:solidFill>
                  <a:srgbClr val="1C3D74"/>
                </a:solidFill>
                <a:latin typeface="+mj-lt"/>
              </a:defRPr>
            </a:lvl2pPr>
            <a:lvl3pPr>
              <a:defRPr>
                <a:solidFill>
                  <a:srgbClr val="1C3D74"/>
                </a:solidFill>
                <a:latin typeface="+mj-lt"/>
              </a:defRPr>
            </a:lvl3pPr>
            <a:lvl4pPr>
              <a:defRPr>
                <a:solidFill>
                  <a:srgbClr val="1C3D74"/>
                </a:solidFill>
                <a:latin typeface="+mj-lt"/>
              </a:defRPr>
            </a:lvl4pPr>
            <a:lvl5pPr>
              <a:defRPr>
                <a:solidFill>
                  <a:srgbClr val="1C3D74"/>
                </a:solidFill>
                <a:latin typeface="+mj-lt"/>
              </a:defRPr>
            </a:lvl5pPr>
          </a:lstStyle>
          <a:p>
            <a:pPr marL="0" indent="0">
              <a:buNone/>
            </a:pPr>
            <a:r>
              <a:rPr lang="en-US"/>
              <a:t>Click to edit Master title style – Arial Regular 14pt</a:t>
            </a:r>
          </a:p>
        </p:txBody>
      </p:sp>
    </p:spTree>
    <p:extLst>
      <p:ext uri="{BB962C8B-B14F-4D97-AF65-F5344CB8AC3E}">
        <p14:creationId xmlns:p14="http://schemas.microsoft.com/office/powerpoint/2010/main" val="3833570291"/>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End slide_Logo">
    <p:bg>
      <p:bgPr>
        <a:solidFill>
          <a:srgbClr val="1C3D74"/>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F016AB-50EC-D145-8FEE-4F74E8E3B1D6}"/>
              </a:ext>
            </a:extLst>
          </p:cNvPr>
          <p:cNvPicPr>
            <a:picLocks noChangeAspect="1"/>
          </p:cNvPicPr>
          <p:nvPr userDrawn="1"/>
        </p:nvPicPr>
        <p:blipFill>
          <a:blip r:embed="rId2"/>
          <a:stretch>
            <a:fillRect/>
          </a:stretch>
        </p:blipFill>
        <p:spPr>
          <a:xfrm>
            <a:off x="2126986" y="3228967"/>
            <a:ext cx="4335556" cy="1158812"/>
          </a:xfrm>
          <a:prstGeom prst="rect">
            <a:avLst/>
          </a:prstGeom>
        </p:spPr>
      </p:pic>
      <p:sp>
        <p:nvSpPr>
          <p:cNvPr id="2" name="TextBox 1">
            <a:extLst>
              <a:ext uri="{FF2B5EF4-FFF2-40B4-BE49-F238E27FC236}">
                <a16:creationId xmlns:a16="http://schemas.microsoft.com/office/drawing/2014/main" id="{AF811C00-D549-464E-ADFA-3C1836754071}"/>
              </a:ext>
            </a:extLst>
          </p:cNvPr>
          <p:cNvSpPr txBox="1"/>
          <p:nvPr userDrawn="1"/>
        </p:nvSpPr>
        <p:spPr>
          <a:xfrm>
            <a:off x="3282511" y="1820461"/>
            <a:ext cx="2770419" cy="646331"/>
          </a:xfrm>
          <a:prstGeom prst="rect">
            <a:avLst/>
          </a:prstGeom>
          <a:noFill/>
        </p:spPr>
        <p:txBody>
          <a:bodyPr wrap="square" rtlCol="0">
            <a:spAutoFit/>
          </a:bodyPr>
          <a:lstStyle/>
          <a:p>
            <a:pPr algn="l"/>
            <a:r>
              <a:rPr lang="en-GB" sz="3600" b="1">
                <a:solidFill>
                  <a:schemeClr val="bg1"/>
                </a:solidFill>
                <a:latin typeface="Arial" panose="020B0604020202020204" pitchFamily="34" charset="0"/>
                <a:cs typeface="Arial" panose="020B0604020202020204" pitchFamily="34" charset="0"/>
              </a:rPr>
              <a:t>Thank you</a:t>
            </a:r>
          </a:p>
        </p:txBody>
      </p:sp>
    </p:spTree>
    <p:extLst>
      <p:ext uri="{BB962C8B-B14F-4D97-AF65-F5344CB8AC3E}">
        <p14:creationId xmlns:p14="http://schemas.microsoft.com/office/powerpoint/2010/main" val="2263592765"/>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2_End slide_Logo">
    <p:bg>
      <p:bgPr>
        <a:solidFill>
          <a:srgbClr val="1C3D74"/>
        </a:solidFill>
        <a:effectLst/>
      </p:bgPr>
    </p:bg>
    <p:spTree>
      <p:nvGrpSpPr>
        <p:cNvPr id="1" name=""/>
        <p:cNvGrpSpPr/>
        <p:nvPr/>
      </p:nvGrpSpPr>
      <p:grpSpPr>
        <a:xfrm>
          <a:off x="0" y="0"/>
          <a:ext cx="0" cy="0"/>
          <a:chOff x="0" y="0"/>
          <a:chExt cx="0" cy="0"/>
        </a:xfrm>
      </p:grpSpPr>
      <p:pic>
        <p:nvPicPr>
          <p:cNvPr id="7" name="Picture 6">
            <a:extLst>
              <a:ext uri="{FF2B5EF4-FFF2-40B4-BE49-F238E27FC236}">
                <a16:creationId xmlns:a16="http://schemas.microsoft.com/office/drawing/2014/main" id="{90F016AB-50EC-D145-8FEE-4F74E8E3B1D6}"/>
              </a:ext>
            </a:extLst>
          </p:cNvPr>
          <p:cNvPicPr>
            <a:picLocks noChangeAspect="1"/>
          </p:cNvPicPr>
          <p:nvPr userDrawn="1"/>
        </p:nvPicPr>
        <p:blipFill>
          <a:blip r:embed="rId2"/>
          <a:stretch>
            <a:fillRect/>
          </a:stretch>
        </p:blipFill>
        <p:spPr>
          <a:xfrm>
            <a:off x="2126986" y="1954745"/>
            <a:ext cx="4335556" cy="1158812"/>
          </a:xfrm>
          <a:prstGeom prst="rect">
            <a:avLst/>
          </a:prstGeom>
        </p:spPr>
      </p:pic>
    </p:spTree>
    <p:extLst>
      <p:ext uri="{BB962C8B-B14F-4D97-AF65-F5344CB8AC3E}">
        <p14:creationId xmlns:p14="http://schemas.microsoft.com/office/powerpoint/2010/main" val="42936928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image" Target="../media/image1.pn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5.xml"/><Relationship Id="rId13" Type="http://schemas.openxmlformats.org/officeDocument/2006/relationships/slideLayout" Target="../slideLayouts/slideLayout20.xml"/><Relationship Id="rId18" Type="http://schemas.openxmlformats.org/officeDocument/2006/relationships/theme" Target="../theme/theme2.xml"/><Relationship Id="rId3" Type="http://schemas.openxmlformats.org/officeDocument/2006/relationships/slideLayout" Target="../slideLayouts/slideLayout10.xml"/><Relationship Id="rId7" Type="http://schemas.openxmlformats.org/officeDocument/2006/relationships/slideLayout" Target="../slideLayouts/slideLayout14.xml"/><Relationship Id="rId12" Type="http://schemas.openxmlformats.org/officeDocument/2006/relationships/slideLayout" Target="../slideLayouts/slideLayout19.xml"/><Relationship Id="rId17" Type="http://schemas.openxmlformats.org/officeDocument/2006/relationships/slideLayout" Target="../slideLayouts/slideLayout24.xml"/><Relationship Id="rId2" Type="http://schemas.openxmlformats.org/officeDocument/2006/relationships/slideLayout" Target="../slideLayouts/slideLayout9.xml"/><Relationship Id="rId16" Type="http://schemas.openxmlformats.org/officeDocument/2006/relationships/slideLayout" Target="../slideLayouts/slideLayout23.xml"/><Relationship Id="rId20" Type="http://schemas.openxmlformats.org/officeDocument/2006/relationships/image" Target="../media/image1.png"/><Relationship Id="rId1" Type="http://schemas.openxmlformats.org/officeDocument/2006/relationships/slideLayout" Target="../slideLayouts/slideLayout8.xml"/><Relationship Id="rId6" Type="http://schemas.openxmlformats.org/officeDocument/2006/relationships/slideLayout" Target="../slideLayouts/slideLayout13.xml"/><Relationship Id="rId11" Type="http://schemas.openxmlformats.org/officeDocument/2006/relationships/slideLayout" Target="../slideLayouts/slideLayout18.xml"/><Relationship Id="rId5" Type="http://schemas.openxmlformats.org/officeDocument/2006/relationships/slideLayout" Target="../slideLayouts/slideLayout12.xml"/><Relationship Id="rId15" Type="http://schemas.openxmlformats.org/officeDocument/2006/relationships/slideLayout" Target="../slideLayouts/slideLayout22.xml"/><Relationship Id="rId10" Type="http://schemas.openxmlformats.org/officeDocument/2006/relationships/slideLayout" Target="../slideLayouts/slideLayout17.xml"/><Relationship Id="rId19" Type="http://schemas.openxmlformats.org/officeDocument/2006/relationships/image" Target="../media/image2.jpeg"/><Relationship Id="rId4" Type="http://schemas.openxmlformats.org/officeDocument/2006/relationships/slideLayout" Target="../slideLayouts/slideLayout11.xml"/><Relationship Id="rId9" Type="http://schemas.openxmlformats.org/officeDocument/2006/relationships/slideLayout" Target="../slideLayouts/slideLayout16.xml"/><Relationship Id="rId14"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theme" Target="../theme/theme3.xml"/><Relationship Id="rId2" Type="http://schemas.openxmlformats.org/officeDocument/2006/relationships/slideLayout" Target="../slideLayouts/slideLayout26.xml"/><Relationship Id="rId1" Type="http://schemas.openxmlformats.org/officeDocument/2006/relationships/slideLayout" Target="../slideLayouts/slideLayout25.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90F016AB-50EC-D145-8FEE-4F74E8E3B1D6}"/>
              </a:ext>
            </a:extLst>
          </p:cNvPr>
          <p:cNvPicPr>
            <a:picLocks noChangeAspect="1"/>
          </p:cNvPicPr>
          <p:nvPr userDrawn="1"/>
        </p:nvPicPr>
        <p:blipFill>
          <a:blip r:embed="rId9"/>
          <a:stretch>
            <a:fillRect/>
          </a:stretch>
        </p:blipFill>
        <p:spPr>
          <a:xfrm>
            <a:off x="298188" y="373575"/>
            <a:ext cx="2489200" cy="665316"/>
          </a:xfrm>
          <a:prstGeom prst="rect">
            <a:avLst/>
          </a:prstGeom>
        </p:spPr>
      </p:pic>
      <p:cxnSp>
        <p:nvCxnSpPr>
          <p:cNvPr id="4" name="Straight Connector 3">
            <a:extLst>
              <a:ext uri="{FF2B5EF4-FFF2-40B4-BE49-F238E27FC236}">
                <a16:creationId xmlns:a16="http://schemas.microsoft.com/office/drawing/2014/main" id="{CA670BE8-3C46-EF4F-BC90-6793A5222276}"/>
              </a:ext>
            </a:extLst>
          </p:cNvPr>
          <p:cNvCxnSpPr/>
          <p:nvPr userDrawn="1"/>
        </p:nvCxnSpPr>
        <p:spPr>
          <a:xfrm>
            <a:off x="298188" y="4830791"/>
            <a:ext cx="85680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6779460"/>
      </p:ext>
    </p:extLst>
  </p:cSld>
  <p:clrMap bg1="lt1" tx1="dk1" bg2="lt2" tx2="dk2" accent1="accent1" accent2="accent2" accent3="accent3" accent4="accent4" accent5="accent5" accent6="accent6" hlink="hlink" folHlink="folHlink"/>
  <p:sldLayoutIdLst>
    <p:sldLayoutId id="2147483717" r:id="rId1"/>
    <p:sldLayoutId id="2147483750" r:id="rId2"/>
    <p:sldLayoutId id="2147483765" r:id="rId3"/>
    <p:sldLayoutId id="2147483766" r:id="rId4"/>
    <p:sldLayoutId id="2147483767" r:id="rId5"/>
    <p:sldLayoutId id="2147483768" r:id="rId6"/>
    <p:sldLayoutId id="2147483769" r:id="rId7"/>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1" pos="2880" userDrawn="1">
          <p15:clr>
            <a:srgbClr val="F26B43"/>
          </p15:clr>
        </p15:guide>
        <p15:guide id="2" orient="horz" pos="158" userDrawn="1">
          <p15:clr>
            <a:srgbClr val="F26B43"/>
          </p15:clr>
        </p15:guide>
        <p15:guide id="3" pos="176" userDrawn="1">
          <p15:clr>
            <a:srgbClr val="F26B43"/>
          </p15:clr>
        </p15:guide>
        <p15:guide id="4" orient="horz" pos="2981" userDrawn="1">
          <p15:clr>
            <a:srgbClr val="F26B43"/>
          </p15:clr>
        </p15:guide>
        <p15:guide id="5" pos="5585" userDrawn="1">
          <p15:clr>
            <a:srgbClr val="F26B43"/>
          </p15:clr>
        </p15:guide>
        <p15:guide id="6" orient="horz" pos="1620" userDrawn="1">
          <p15:clr>
            <a:srgbClr val="F26B43"/>
          </p15:clr>
        </p15:guide>
        <p15:guide id="7" orient="horz" pos="554" userDrawn="1">
          <p15:clr>
            <a:srgbClr val="F26B43"/>
          </p15:clr>
        </p15:guide>
        <p15:guide id="8" orient="horz" pos="690" userDrawn="1">
          <p15:clr>
            <a:srgbClr val="F26B43"/>
          </p15:clr>
        </p15:guide>
        <p15:guide id="9" orient="horz" pos="826" userDrawn="1">
          <p15:clr>
            <a:srgbClr val="F26B43"/>
          </p15:clr>
        </p15:guide>
        <p15:guide id="10" pos="2812" userDrawn="1">
          <p15:clr>
            <a:srgbClr val="F26B43"/>
          </p15:clr>
        </p15:guide>
        <p15:guide id="11" pos="2948" userDrawn="1">
          <p15:clr>
            <a:srgbClr val="F26B43"/>
          </p15:clr>
        </p15:guide>
        <p15:guide id="12" pos="1474" userDrawn="1">
          <p15:clr>
            <a:srgbClr val="F26B43"/>
          </p15:clr>
        </p15:guide>
        <p15:guide id="13" pos="4263" userDrawn="1">
          <p15:clr>
            <a:srgbClr val="F26B43"/>
          </p15:clr>
        </p15:guide>
        <p15:guide id="14" orient="horz" pos="2822" userDrawn="1">
          <p15:clr>
            <a:srgbClr val="F26B43"/>
          </p15:clr>
        </p15:guide>
        <p15:guide id="15" orient="horz" pos="2754"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A23B30F1-BEAB-1D48-98D9-E0838B9BE62A}"/>
              </a:ext>
            </a:extLst>
          </p:cNvPr>
          <p:cNvPicPr>
            <a:picLocks noChangeAspect="1"/>
          </p:cNvPicPr>
          <p:nvPr userDrawn="1"/>
        </p:nvPicPr>
        <p:blipFill rotWithShape="1">
          <a:blip r:embed="rId19"/>
          <a:srcRect t="86937"/>
          <a:stretch/>
        </p:blipFill>
        <p:spPr>
          <a:xfrm>
            <a:off x="0" y="4471626"/>
            <a:ext cx="9144000" cy="671874"/>
          </a:xfrm>
          <a:prstGeom prst="rect">
            <a:avLst/>
          </a:prstGeom>
        </p:spPr>
      </p:pic>
      <p:pic>
        <p:nvPicPr>
          <p:cNvPr id="10" name="Picture 9">
            <a:extLst>
              <a:ext uri="{FF2B5EF4-FFF2-40B4-BE49-F238E27FC236}">
                <a16:creationId xmlns:a16="http://schemas.microsoft.com/office/drawing/2014/main" id="{F674CA67-DD21-8043-AD24-58925882A109}"/>
              </a:ext>
            </a:extLst>
          </p:cNvPr>
          <p:cNvPicPr>
            <a:picLocks noChangeAspect="1"/>
          </p:cNvPicPr>
          <p:nvPr userDrawn="1"/>
        </p:nvPicPr>
        <p:blipFill>
          <a:blip r:embed="rId20">
            <a:alphaModFix/>
          </a:blip>
          <a:stretch>
            <a:fillRect/>
          </a:stretch>
        </p:blipFill>
        <p:spPr>
          <a:xfrm>
            <a:off x="298188" y="4539884"/>
            <a:ext cx="1760102" cy="470442"/>
          </a:xfrm>
          <a:prstGeom prst="rect">
            <a:avLst/>
          </a:prstGeom>
        </p:spPr>
      </p:pic>
      <p:sp>
        <p:nvSpPr>
          <p:cNvPr id="13" name="TextBox 12">
            <a:extLst>
              <a:ext uri="{FF2B5EF4-FFF2-40B4-BE49-F238E27FC236}">
                <a16:creationId xmlns:a16="http://schemas.microsoft.com/office/drawing/2014/main" id="{5EFACAD1-D0A6-9749-A5C6-07C38D8E6F7D}"/>
              </a:ext>
            </a:extLst>
          </p:cNvPr>
          <p:cNvSpPr txBox="1"/>
          <p:nvPr userDrawn="1"/>
        </p:nvSpPr>
        <p:spPr>
          <a:xfrm>
            <a:off x="7926850" y="4846638"/>
            <a:ext cx="939338" cy="138499"/>
          </a:xfrm>
          <a:prstGeom prst="rect">
            <a:avLst/>
          </a:prstGeom>
          <a:noFill/>
        </p:spPr>
        <p:txBody>
          <a:bodyPr wrap="square" lIns="0" tIns="0" rIns="0" bIns="0" rtlCol="0">
            <a:spAutoFit/>
          </a:bodyPr>
          <a:lstStyle/>
          <a:p>
            <a:pPr algn="r"/>
            <a:fld id="{A98891B2-5225-5C40-A770-7C3A43B5E5B1}" type="slidenum">
              <a:rPr lang="en-US" sz="900" b="0" i="0" smtClean="0">
                <a:solidFill>
                  <a:schemeClr val="bg1"/>
                </a:solidFill>
                <a:latin typeface="Arial" panose="020B0604020202020204" pitchFamily="34" charset="0"/>
                <a:cs typeface="Arial" panose="020B0604020202020204" pitchFamily="34" charset="0"/>
              </a:rPr>
              <a:pPr algn="r"/>
              <a:t>‹#›</a:t>
            </a:fld>
            <a:endParaRPr lang="en-US" sz="900" b="0" i="0">
              <a:solidFill>
                <a:schemeClr val="bg1"/>
              </a:solidFill>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247695733"/>
      </p:ext>
    </p:extLst>
  </p:cSld>
  <p:clrMap bg1="lt1" tx1="dk1" bg2="lt2" tx2="dk2" accent1="accent1" accent2="accent2" accent3="accent3" accent4="accent4" accent5="accent5" accent6="accent6" hlink="hlink" folHlink="folHlink"/>
  <p:sldLayoutIdLst>
    <p:sldLayoutId id="2147483885" r:id="rId1"/>
    <p:sldLayoutId id="2147483868" r:id="rId2"/>
    <p:sldLayoutId id="2147483869" r:id="rId3"/>
    <p:sldLayoutId id="2147483870" r:id="rId4"/>
    <p:sldLayoutId id="2147483871" r:id="rId5"/>
    <p:sldLayoutId id="2147483872" r:id="rId6"/>
    <p:sldLayoutId id="2147483873" r:id="rId7"/>
    <p:sldLayoutId id="2147483874" r:id="rId8"/>
    <p:sldLayoutId id="2147483875" r:id="rId9"/>
    <p:sldLayoutId id="2147483876" r:id="rId10"/>
    <p:sldLayoutId id="2147483877" r:id="rId11"/>
    <p:sldLayoutId id="2147483878" r:id="rId12"/>
    <p:sldLayoutId id="2147483879" r:id="rId13"/>
    <p:sldLayoutId id="2147483880" r:id="rId14"/>
    <p:sldLayoutId id="2147483881" r:id="rId15"/>
    <p:sldLayoutId id="2147483882" r:id="rId16"/>
    <p:sldLayoutId id="2147483883" r:id="rId17"/>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686">
          <p15:clr>
            <a:srgbClr val="F26B43"/>
          </p15:clr>
        </p15:guide>
        <p15:guide id="2" pos="18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703466171"/>
      </p:ext>
    </p:extLst>
  </p:cSld>
  <p:clrMap bg1="lt1" tx1="dk1" bg2="lt2" tx2="dk2" accent1="accent1" accent2="accent2" accent3="accent3" accent4="accent4" accent5="accent5" accent6="accent6" hlink="hlink" folHlink="folHlink"/>
  <p:sldLayoutIdLst>
    <p:sldLayoutId id="2147483844" r:id="rId1"/>
    <p:sldLayoutId id="2147483884" r:id="rId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customXml" Target="../ink/ink2.xml"/><Relationship Id="rId13" Type="http://schemas.openxmlformats.org/officeDocument/2006/relationships/image" Target="../media/image8.png"/><Relationship Id="rId3" Type="http://schemas.openxmlformats.org/officeDocument/2006/relationships/customXml" Target="../ink/ink1.xml"/><Relationship Id="rId7" Type="http://schemas.openxmlformats.org/officeDocument/2006/relationships/image" Target="../media/image5.png"/><Relationship Id="rId12" Type="http://schemas.openxmlformats.org/officeDocument/2006/relationships/customXml" Target="../ink/ink4.xml"/><Relationship Id="rId2" Type="http://schemas.openxmlformats.org/officeDocument/2006/relationships/notesSlide" Target="../notesSlides/notesSlide2.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3.xml"/><Relationship Id="rId9" Type="http://schemas.openxmlformats.org/officeDocument/2006/relationships/image" Target="../media/image6.png"/><Relationship Id="rId14" Type="http://schemas.openxmlformats.org/officeDocument/2006/relationships/customXml" Target="../ink/ink5.xml"/></Relationships>
</file>

<file path=ppt/slides/_rels/slide3.xml.rels><?xml version="1.0" encoding="UTF-8" standalone="yes"?>
<Relationships xmlns="http://schemas.openxmlformats.org/package/2006/relationships"><Relationship Id="rId8" Type="http://schemas.openxmlformats.org/officeDocument/2006/relationships/customXml" Target="../ink/ink7.xml"/><Relationship Id="rId13" Type="http://schemas.openxmlformats.org/officeDocument/2006/relationships/image" Target="../media/image8.png"/><Relationship Id="rId3" Type="http://schemas.openxmlformats.org/officeDocument/2006/relationships/customXml" Target="../ink/ink6.xml"/><Relationship Id="rId7" Type="http://schemas.openxmlformats.org/officeDocument/2006/relationships/image" Target="../media/image5.png"/><Relationship Id="rId12" Type="http://schemas.openxmlformats.org/officeDocument/2006/relationships/customXml" Target="../ink/ink9.xml"/><Relationship Id="rId2" Type="http://schemas.openxmlformats.org/officeDocument/2006/relationships/notesSlide" Target="../notesSlides/notesSlide3.xml"/><Relationship Id="rId16" Type="http://schemas.openxmlformats.org/officeDocument/2006/relationships/image" Target="../media/image3.png"/><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8.xml"/><Relationship Id="rId9" Type="http://schemas.openxmlformats.org/officeDocument/2006/relationships/image" Target="../media/image6.png"/><Relationship Id="rId14" Type="http://schemas.openxmlformats.org/officeDocument/2006/relationships/customXml" Target="../ink/ink10.xml"/></Relationships>
</file>

<file path=ppt/slides/_rels/slide4.xml.rels><?xml version="1.0" encoding="UTF-8" standalone="yes"?>
<Relationships xmlns="http://schemas.openxmlformats.org/package/2006/relationships"><Relationship Id="rId8" Type="http://schemas.openxmlformats.org/officeDocument/2006/relationships/customXml" Target="../ink/ink12.xml"/><Relationship Id="rId13" Type="http://schemas.openxmlformats.org/officeDocument/2006/relationships/image" Target="../media/image8.png"/><Relationship Id="rId3" Type="http://schemas.openxmlformats.org/officeDocument/2006/relationships/image" Target="../media/image4.png"/><Relationship Id="rId7" Type="http://schemas.openxmlformats.org/officeDocument/2006/relationships/image" Target="../media/image5.png"/><Relationship Id="rId12" Type="http://schemas.openxmlformats.org/officeDocument/2006/relationships/customXml" Target="../ink/ink14.xml"/><Relationship Id="rId17" Type="http://schemas.openxmlformats.org/officeDocument/2006/relationships/image" Target="../media/image10.png"/><Relationship Id="rId2" Type="http://schemas.openxmlformats.org/officeDocument/2006/relationships/notesSlide" Target="../notesSlides/notesSlide4.xml"/><Relationship Id="rId16" Type="http://schemas.openxmlformats.org/officeDocument/2006/relationships/customXml" Target="../ink/ink16.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3.xml"/><Relationship Id="rId4" Type="http://schemas.openxmlformats.org/officeDocument/2006/relationships/customXml" Target="../ink/ink11.xml"/><Relationship Id="rId9" Type="http://schemas.openxmlformats.org/officeDocument/2006/relationships/image" Target="../media/image6.png"/><Relationship Id="rId14" Type="http://schemas.openxmlformats.org/officeDocument/2006/relationships/customXml" Target="../ink/ink15.xml"/></Relationships>
</file>

<file path=ppt/slides/_rels/slide5.xml.rels><?xml version="1.0" encoding="UTF-8" standalone="yes"?>
<Relationships xmlns="http://schemas.openxmlformats.org/package/2006/relationships"><Relationship Id="rId8" Type="http://schemas.openxmlformats.org/officeDocument/2006/relationships/customXml" Target="../ink/ink18.xml"/><Relationship Id="rId13" Type="http://schemas.openxmlformats.org/officeDocument/2006/relationships/image" Target="../media/image8.png"/><Relationship Id="rId18" Type="http://schemas.openxmlformats.org/officeDocument/2006/relationships/customXml" Target="../ink/ink23.xml"/><Relationship Id="rId3" Type="http://schemas.openxmlformats.org/officeDocument/2006/relationships/customXml" Target="../ink/ink17.xml"/><Relationship Id="rId7" Type="http://schemas.openxmlformats.org/officeDocument/2006/relationships/image" Target="../media/image5.png"/><Relationship Id="rId12" Type="http://schemas.openxmlformats.org/officeDocument/2006/relationships/customXml" Target="../ink/ink20.xml"/><Relationship Id="rId17" Type="http://schemas.openxmlformats.org/officeDocument/2006/relationships/image" Target="../media/image11.png"/><Relationship Id="rId2" Type="http://schemas.openxmlformats.org/officeDocument/2006/relationships/notesSlide" Target="../notesSlides/notesSlide5.xml"/><Relationship Id="rId16" Type="http://schemas.openxmlformats.org/officeDocument/2006/relationships/customXml" Target="../ink/ink22.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9.xml"/><Relationship Id="rId19" Type="http://schemas.openxmlformats.org/officeDocument/2006/relationships/image" Target="../media/image12.png"/><Relationship Id="rId9" Type="http://schemas.openxmlformats.org/officeDocument/2006/relationships/image" Target="../media/image6.png"/><Relationship Id="rId14" Type="http://schemas.openxmlformats.org/officeDocument/2006/relationships/customXml" Target="../ink/ink21.xml"/></Relationships>
</file>

<file path=ppt/slides/_rels/slide6.xml.rels><?xml version="1.0" encoding="UTF-8" standalone="yes"?>
<Relationships xmlns="http://schemas.openxmlformats.org/package/2006/relationships"><Relationship Id="rId8" Type="http://schemas.openxmlformats.org/officeDocument/2006/relationships/customXml" Target="../ink/ink25.xml"/><Relationship Id="rId13" Type="http://schemas.openxmlformats.org/officeDocument/2006/relationships/image" Target="../media/image8.png"/><Relationship Id="rId18" Type="http://schemas.openxmlformats.org/officeDocument/2006/relationships/customXml" Target="../ink/ink30.xml"/><Relationship Id="rId3" Type="http://schemas.openxmlformats.org/officeDocument/2006/relationships/image" Target="../media/image13.png"/><Relationship Id="rId7" Type="http://schemas.openxmlformats.org/officeDocument/2006/relationships/image" Target="../media/image5.png"/><Relationship Id="rId12" Type="http://schemas.openxmlformats.org/officeDocument/2006/relationships/customXml" Target="../ink/ink27.xml"/><Relationship Id="rId17" Type="http://schemas.openxmlformats.org/officeDocument/2006/relationships/image" Target="../media/image12.png"/><Relationship Id="rId2" Type="http://schemas.openxmlformats.org/officeDocument/2006/relationships/notesSlide" Target="../notesSlides/notesSlide6.xml"/><Relationship Id="rId16" Type="http://schemas.openxmlformats.org/officeDocument/2006/relationships/customXml" Target="../ink/ink29.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26.xml"/><Relationship Id="rId19" Type="http://schemas.openxmlformats.org/officeDocument/2006/relationships/image" Target="../media/image14.png"/><Relationship Id="rId4" Type="http://schemas.openxmlformats.org/officeDocument/2006/relationships/customXml" Target="../ink/ink24.xml"/><Relationship Id="rId9" Type="http://schemas.openxmlformats.org/officeDocument/2006/relationships/image" Target="../media/image6.png"/><Relationship Id="rId14" Type="http://schemas.openxmlformats.org/officeDocument/2006/relationships/customXml" Target="../ink/ink28.xml"/></Relationships>
</file>

<file path=ppt/slides/_rels/slide7.xml.rels><?xml version="1.0" encoding="UTF-8" standalone="yes"?>
<Relationships xmlns="http://schemas.openxmlformats.org/package/2006/relationships"><Relationship Id="rId8" Type="http://schemas.openxmlformats.org/officeDocument/2006/relationships/customXml" Target="../ink/ink32.xml"/><Relationship Id="rId13" Type="http://schemas.openxmlformats.org/officeDocument/2006/relationships/image" Target="../media/image8.png"/><Relationship Id="rId18" Type="http://schemas.openxmlformats.org/officeDocument/2006/relationships/customXml" Target="../ink/ink37.xml"/><Relationship Id="rId3" Type="http://schemas.openxmlformats.org/officeDocument/2006/relationships/image" Target="../media/image15.png"/><Relationship Id="rId7" Type="http://schemas.openxmlformats.org/officeDocument/2006/relationships/image" Target="../media/image5.png"/><Relationship Id="rId12" Type="http://schemas.openxmlformats.org/officeDocument/2006/relationships/customXml" Target="../ink/ink34.xml"/><Relationship Id="rId17" Type="http://schemas.openxmlformats.org/officeDocument/2006/relationships/image" Target="../media/image12.png"/><Relationship Id="rId2" Type="http://schemas.openxmlformats.org/officeDocument/2006/relationships/notesSlide" Target="../notesSlides/notesSlide7.xml"/><Relationship Id="rId16" Type="http://schemas.openxmlformats.org/officeDocument/2006/relationships/customXml" Target="../ink/ink36.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33.xml"/><Relationship Id="rId19" Type="http://schemas.openxmlformats.org/officeDocument/2006/relationships/image" Target="../media/image16.png"/><Relationship Id="rId4" Type="http://schemas.openxmlformats.org/officeDocument/2006/relationships/customXml" Target="../ink/ink31.xml"/><Relationship Id="rId9" Type="http://schemas.openxmlformats.org/officeDocument/2006/relationships/image" Target="../media/image6.png"/><Relationship Id="rId14" Type="http://schemas.openxmlformats.org/officeDocument/2006/relationships/customXml" Target="../ink/ink35.xml"/></Relationships>
</file>

<file path=ppt/slides/_rels/slide8.xml.rels><?xml version="1.0" encoding="UTF-8" standalone="yes"?>
<Relationships xmlns="http://schemas.openxmlformats.org/package/2006/relationships"><Relationship Id="rId8" Type="http://schemas.openxmlformats.org/officeDocument/2006/relationships/customXml" Target="../ink/ink39.xml"/><Relationship Id="rId13" Type="http://schemas.openxmlformats.org/officeDocument/2006/relationships/image" Target="../media/image8.png"/><Relationship Id="rId18" Type="http://schemas.openxmlformats.org/officeDocument/2006/relationships/customXml" Target="../ink/ink44.xml"/><Relationship Id="rId3" Type="http://schemas.openxmlformats.org/officeDocument/2006/relationships/customXml" Target="../ink/ink38.xml"/><Relationship Id="rId21" Type="http://schemas.openxmlformats.org/officeDocument/2006/relationships/image" Target="../media/image18.png"/><Relationship Id="rId7" Type="http://schemas.openxmlformats.org/officeDocument/2006/relationships/image" Target="../media/image5.png"/><Relationship Id="rId12" Type="http://schemas.openxmlformats.org/officeDocument/2006/relationships/customXml" Target="../ink/ink41.xml"/><Relationship Id="rId17" Type="http://schemas.openxmlformats.org/officeDocument/2006/relationships/image" Target="../media/image12.png"/><Relationship Id="rId2" Type="http://schemas.openxmlformats.org/officeDocument/2006/relationships/notesSlide" Target="../notesSlides/notesSlide8.xml"/><Relationship Id="rId16" Type="http://schemas.openxmlformats.org/officeDocument/2006/relationships/customXml" Target="../ink/ink43.xml"/><Relationship Id="rId20" Type="http://schemas.openxmlformats.org/officeDocument/2006/relationships/customXml" Target="../ink/ink45.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23" Type="http://schemas.openxmlformats.org/officeDocument/2006/relationships/image" Target="../media/image19.png"/><Relationship Id="rId10" Type="http://schemas.openxmlformats.org/officeDocument/2006/relationships/customXml" Target="../ink/ink40.xml"/><Relationship Id="rId19" Type="http://schemas.openxmlformats.org/officeDocument/2006/relationships/image" Target="../media/image17.png"/><Relationship Id="rId9" Type="http://schemas.openxmlformats.org/officeDocument/2006/relationships/image" Target="../media/image6.png"/><Relationship Id="rId14" Type="http://schemas.openxmlformats.org/officeDocument/2006/relationships/customXml" Target="../ink/ink42.xml"/><Relationship Id="rId22" Type="http://schemas.openxmlformats.org/officeDocument/2006/relationships/customXml" Target="../ink/ink46.xml"/></Relationships>
</file>

<file path=ppt/slides/_rels/slide9.xml.rels><?xml version="1.0" encoding="UTF-8" standalone="yes"?>
<Relationships xmlns="http://schemas.openxmlformats.org/package/2006/relationships"><Relationship Id="rId8" Type="http://schemas.openxmlformats.org/officeDocument/2006/relationships/customXml" Target="../ink/ink48.xml"/><Relationship Id="rId13" Type="http://schemas.openxmlformats.org/officeDocument/2006/relationships/image" Target="../media/image8.png"/><Relationship Id="rId18" Type="http://schemas.openxmlformats.org/officeDocument/2006/relationships/customXml" Target="../ink/ink53.xml"/><Relationship Id="rId3" Type="http://schemas.openxmlformats.org/officeDocument/2006/relationships/image" Target="../media/image20.png"/><Relationship Id="rId7" Type="http://schemas.openxmlformats.org/officeDocument/2006/relationships/image" Target="../media/image5.png"/><Relationship Id="rId12" Type="http://schemas.openxmlformats.org/officeDocument/2006/relationships/customXml" Target="../ink/ink50.xml"/><Relationship Id="rId17" Type="http://schemas.openxmlformats.org/officeDocument/2006/relationships/image" Target="../media/image12.png"/><Relationship Id="rId2" Type="http://schemas.openxmlformats.org/officeDocument/2006/relationships/notesSlide" Target="../notesSlides/notesSlide9.xml"/><Relationship Id="rId16" Type="http://schemas.openxmlformats.org/officeDocument/2006/relationships/customXml" Target="../ink/ink52.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49.xml"/><Relationship Id="rId19" Type="http://schemas.openxmlformats.org/officeDocument/2006/relationships/image" Target="../media/image21.png"/><Relationship Id="rId4" Type="http://schemas.openxmlformats.org/officeDocument/2006/relationships/customXml" Target="../ink/ink47.xml"/><Relationship Id="rId9" Type="http://schemas.openxmlformats.org/officeDocument/2006/relationships/image" Target="../media/image6.png"/><Relationship Id="rId14" Type="http://schemas.openxmlformats.org/officeDocument/2006/relationships/customXml" Target="../ink/ink51.xml"/></Relationships>
</file>

<file path=ppt/slides/_rels/slide10.xml.rels><?xml version="1.0" encoding="UTF-8" standalone="yes"?>
<Relationships xmlns="http://schemas.openxmlformats.org/package/2006/relationships"><Relationship Id="rId8" Type="http://schemas.openxmlformats.org/officeDocument/2006/relationships/customXml" Target="../ink/ink55.xml"/><Relationship Id="rId13" Type="http://schemas.openxmlformats.org/officeDocument/2006/relationships/image" Target="../media/image8.png"/><Relationship Id="rId18" Type="http://schemas.openxmlformats.org/officeDocument/2006/relationships/image" Target="../media/image23.png"/><Relationship Id="rId3" Type="http://schemas.openxmlformats.org/officeDocument/2006/relationships/image" Target="../media/image22.png"/><Relationship Id="rId7" Type="http://schemas.openxmlformats.org/officeDocument/2006/relationships/image" Target="../media/image5.png"/><Relationship Id="rId12" Type="http://schemas.openxmlformats.org/officeDocument/2006/relationships/customXml" Target="../ink/ink57.xml"/><Relationship Id="rId17" Type="http://schemas.openxmlformats.org/officeDocument/2006/relationships/image" Target="../media/image12.png"/><Relationship Id="rId2" Type="http://schemas.openxmlformats.org/officeDocument/2006/relationships/notesSlide" Target="../notesSlides/notesSlide10.xml"/><Relationship Id="rId16" Type="http://schemas.openxmlformats.org/officeDocument/2006/relationships/customXml" Target="../ink/ink59.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56.xml"/><Relationship Id="rId4" Type="http://schemas.openxmlformats.org/officeDocument/2006/relationships/customXml" Target="../ink/ink54.xml"/><Relationship Id="rId9" Type="http://schemas.openxmlformats.org/officeDocument/2006/relationships/image" Target="../media/image6.png"/><Relationship Id="rId14" Type="http://schemas.openxmlformats.org/officeDocument/2006/relationships/customXml" Target="../ink/ink58.xml"/></Relationships>
</file>

<file path=ppt/slides/_rels/slide11.xml.rels><?xml version="1.0" encoding="UTF-8" standalone="yes"?>
<Relationships xmlns="http://schemas.openxmlformats.org/package/2006/relationships"><Relationship Id="rId8" Type="http://schemas.openxmlformats.org/officeDocument/2006/relationships/customXml" Target="../ink/ink61.xml"/><Relationship Id="rId13" Type="http://schemas.openxmlformats.org/officeDocument/2006/relationships/image" Target="../media/image8.png"/><Relationship Id="rId18" Type="http://schemas.openxmlformats.org/officeDocument/2006/relationships/image" Target="../media/image25.png"/><Relationship Id="rId3" Type="http://schemas.openxmlformats.org/officeDocument/2006/relationships/image" Target="../media/image24.png"/><Relationship Id="rId7" Type="http://schemas.openxmlformats.org/officeDocument/2006/relationships/image" Target="../media/image5.png"/><Relationship Id="rId12" Type="http://schemas.openxmlformats.org/officeDocument/2006/relationships/customXml" Target="../ink/ink63.xml"/><Relationship Id="rId17" Type="http://schemas.openxmlformats.org/officeDocument/2006/relationships/image" Target="../media/image12.png"/><Relationship Id="rId2" Type="http://schemas.openxmlformats.org/officeDocument/2006/relationships/notesSlide" Target="../notesSlides/notesSlide11.xml"/><Relationship Id="rId16" Type="http://schemas.openxmlformats.org/officeDocument/2006/relationships/customXml" Target="../ink/ink65.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62.xml"/><Relationship Id="rId4" Type="http://schemas.openxmlformats.org/officeDocument/2006/relationships/customXml" Target="../ink/ink60.xml"/><Relationship Id="rId9" Type="http://schemas.openxmlformats.org/officeDocument/2006/relationships/image" Target="../media/image6.png"/><Relationship Id="rId14" Type="http://schemas.openxmlformats.org/officeDocument/2006/relationships/customXml" Target="../ink/ink64.xml"/></Relationships>
</file>

<file path=ppt/slides/_rels/slide12.xml.rels><?xml version="1.0" encoding="UTF-8" standalone="yes"?>
<Relationships xmlns="http://schemas.openxmlformats.org/package/2006/relationships"><Relationship Id="rId8" Type="http://schemas.openxmlformats.org/officeDocument/2006/relationships/customXml" Target="../ink/ink67.xml"/><Relationship Id="rId13" Type="http://schemas.openxmlformats.org/officeDocument/2006/relationships/image" Target="../media/image8.png"/><Relationship Id="rId3" Type="http://schemas.openxmlformats.org/officeDocument/2006/relationships/image" Target="../media/image26.png"/><Relationship Id="rId7" Type="http://schemas.openxmlformats.org/officeDocument/2006/relationships/image" Target="../media/image5.png"/><Relationship Id="rId12" Type="http://schemas.openxmlformats.org/officeDocument/2006/relationships/customXml" Target="../ink/ink69.xml"/><Relationship Id="rId17" Type="http://schemas.openxmlformats.org/officeDocument/2006/relationships/image" Target="../media/image12.png"/><Relationship Id="rId2" Type="http://schemas.openxmlformats.org/officeDocument/2006/relationships/notesSlide" Target="../notesSlides/notesSlide12.xml"/><Relationship Id="rId16" Type="http://schemas.openxmlformats.org/officeDocument/2006/relationships/customXml" Target="../ink/ink71.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68.xml"/><Relationship Id="rId4" Type="http://schemas.openxmlformats.org/officeDocument/2006/relationships/customXml" Target="../ink/ink66.xml"/><Relationship Id="rId9" Type="http://schemas.openxmlformats.org/officeDocument/2006/relationships/image" Target="../media/image6.png"/><Relationship Id="rId14" Type="http://schemas.openxmlformats.org/officeDocument/2006/relationships/customXml" Target="../ink/ink70.xml"/></Relationships>
</file>

<file path=ppt/slides/_rels/slide13.xml.rels><?xml version="1.0" encoding="UTF-8" standalone="yes"?>
<Relationships xmlns="http://schemas.openxmlformats.org/package/2006/relationships"><Relationship Id="rId8" Type="http://schemas.openxmlformats.org/officeDocument/2006/relationships/customXml" Target="../ink/ink73.xml"/><Relationship Id="rId13" Type="http://schemas.openxmlformats.org/officeDocument/2006/relationships/image" Target="../media/image8.png"/><Relationship Id="rId18" Type="http://schemas.openxmlformats.org/officeDocument/2006/relationships/image" Target="../media/image27.png"/><Relationship Id="rId3" Type="http://schemas.openxmlformats.org/officeDocument/2006/relationships/customXml" Target="../ink/ink72.xml"/><Relationship Id="rId7" Type="http://schemas.openxmlformats.org/officeDocument/2006/relationships/image" Target="../media/image5.png"/><Relationship Id="rId12" Type="http://schemas.openxmlformats.org/officeDocument/2006/relationships/customXml" Target="../ink/ink75.xml"/><Relationship Id="rId17" Type="http://schemas.openxmlformats.org/officeDocument/2006/relationships/image" Target="../media/image12.png"/><Relationship Id="rId2" Type="http://schemas.openxmlformats.org/officeDocument/2006/relationships/notesSlide" Target="../notesSlides/notesSlide13.xml"/><Relationship Id="rId16" Type="http://schemas.openxmlformats.org/officeDocument/2006/relationships/customXml" Target="../ink/ink77.xml"/><Relationship Id="rId20" Type="http://schemas.openxmlformats.org/officeDocument/2006/relationships/image" Target="../media/image28.png"/><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74.xml"/><Relationship Id="rId19" Type="http://schemas.openxmlformats.org/officeDocument/2006/relationships/customXml" Target="../ink/ink78.xml"/><Relationship Id="rId9" Type="http://schemas.openxmlformats.org/officeDocument/2006/relationships/image" Target="../media/image6.png"/><Relationship Id="rId14" Type="http://schemas.openxmlformats.org/officeDocument/2006/relationships/customXml" Target="../ink/ink76.xml"/></Relationships>
</file>

<file path=ppt/slides/_rels/slide14.xml.rels><?xml version="1.0" encoding="UTF-8" standalone="yes"?>
<Relationships xmlns="http://schemas.openxmlformats.org/package/2006/relationships"><Relationship Id="rId8" Type="http://schemas.openxmlformats.org/officeDocument/2006/relationships/customXml" Target="../ink/ink80.xml"/><Relationship Id="rId13" Type="http://schemas.openxmlformats.org/officeDocument/2006/relationships/image" Target="../media/image8.png"/><Relationship Id="rId18" Type="http://schemas.openxmlformats.org/officeDocument/2006/relationships/customXml" Target="../ink/ink85.xml"/><Relationship Id="rId3" Type="http://schemas.openxmlformats.org/officeDocument/2006/relationships/customXml" Target="../ink/ink79.xml"/><Relationship Id="rId7" Type="http://schemas.openxmlformats.org/officeDocument/2006/relationships/image" Target="../media/image5.png"/><Relationship Id="rId12" Type="http://schemas.openxmlformats.org/officeDocument/2006/relationships/customXml" Target="../ink/ink82.xml"/><Relationship Id="rId17" Type="http://schemas.openxmlformats.org/officeDocument/2006/relationships/image" Target="../media/image12.png"/><Relationship Id="rId2" Type="http://schemas.openxmlformats.org/officeDocument/2006/relationships/notesSlide" Target="../notesSlides/notesSlide14.xml"/><Relationship Id="rId16" Type="http://schemas.openxmlformats.org/officeDocument/2006/relationships/customXml" Target="../ink/ink84.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81.xml"/><Relationship Id="rId19" Type="http://schemas.openxmlformats.org/officeDocument/2006/relationships/image" Target="../media/image29.png"/><Relationship Id="rId9" Type="http://schemas.openxmlformats.org/officeDocument/2006/relationships/image" Target="../media/image6.png"/><Relationship Id="rId14" Type="http://schemas.openxmlformats.org/officeDocument/2006/relationships/customXml" Target="../ink/ink83.xml"/></Relationships>
</file>

<file path=ppt/slides/_rels/slide15.xml.rels><?xml version="1.0" encoding="UTF-8" standalone="yes"?>
<Relationships xmlns="http://schemas.openxmlformats.org/package/2006/relationships"><Relationship Id="rId8" Type="http://schemas.openxmlformats.org/officeDocument/2006/relationships/customXml" Target="../ink/ink87.xml"/><Relationship Id="rId13" Type="http://schemas.openxmlformats.org/officeDocument/2006/relationships/image" Target="../media/image8.png"/><Relationship Id="rId18" Type="http://schemas.openxmlformats.org/officeDocument/2006/relationships/customXml" Target="../ink/ink92.xml"/><Relationship Id="rId3" Type="http://schemas.openxmlformats.org/officeDocument/2006/relationships/customXml" Target="../ink/ink86.xml"/><Relationship Id="rId7" Type="http://schemas.openxmlformats.org/officeDocument/2006/relationships/image" Target="../media/image5.png"/><Relationship Id="rId12" Type="http://schemas.openxmlformats.org/officeDocument/2006/relationships/customXml" Target="../ink/ink89.xml"/><Relationship Id="rId17" Type="http://schemas.openxmlformats.org/officeDocument/2006/relationships/image" Target="../media/image12.png"/><Relationship Id="rId2" Type="http://schemas.openxmlformats.org/officeDocument/2006/relationships/notesSlide" Target="../notesSlides/notesSlide15.xml"/><Relationship Id="rId16" Type="http://schemas.openxmlformats.org/officeDocument/2006/relationships/customXml" Target="../ink/ink91.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88.xml"/><Relationship Id="rId19" Type="http://schemas.openxmlformats.org/officeDocument/2006/relationships/image" Target="../media/image30.png"/><Relationship Id="rId9" Type="http://schemas.openxmlformats.org/officeDocument/2006/relationships/image" Target="../media/image6.png"/><Relationship Id="rId14" Type="http://schemas.openxmlformats.org/officeDocument/2006/relationships/customXml" Target="../ink/ink90.xml"/></Relationships>
</file>

<file path=ppt/slides/_rels/slide16.xml.rels><?xml version="1.0" encoding="UTF-8" standalone="yes"?>
<Relationships xmlns="http://schemas.openxmlformats.org/package/2006/relationships"><Relationship Id="rId8" Type="http://schemas.openxmlformats.org/officeDocument/2006/relationships/customXml" Target="../ink/ink94.xml"/><Relationship Id="rId13" Type="http://schemas.openxmlformats.org/officeDocument/2006/relationships/image" Target="../media/image8.png"/><Relationship Id="rId3" Type="http://schemas.openxmlformats.org/officeDocument/2006/relationships/customXml" Target="../ink/ink93.xml"/><Relationship Id="rId7" Type="http://schemas.openxmlformats.org/officeDocument/2006/relationships/image" Target="../media/image5.png"/><Relationship Id="rId12" Type="http://schemas.openxmlformats.org/officeDocument/2006/relationships/customXml" Target="../ink/ink96.xml"/><Relationship Id="rId17" Type="http://schemas.openxmlformats.org/officeDocument/2006/relationships/image" Target="../media/image12.png"/><Relationship Id="rId2" Type="http://schemas.openxmlformats.org/officeDocument/2006/relationships/notesSlide" Target="../notesSlides/notesSlide16.xml"/><Relationship Id="rId16" Type="http://schemas.openxmlformats.org/officeDocument/2006/relationships/customXml" Target="../ink/ink98.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95.xml"/><Relationship Id="rId9" Type="http://schemas.openxmlformats.org/officeDocument/2006/relationships/image" Target="../media/image6.png"/><Relationship Id="rId14" Type="http://schemas.openxmlformats.org/officeDocument/2006/relationships/customXml" Target="../ink/ink97.xml"/></Relationships>
</file>

<file path=ppt/slides/_rels/slide17.xml.rels><?xml version="1.0" encoding="UTF-8" standalone="yes"?>
<Relationships xmlns="http://schemas.openxmlformats.org/package/2006/relationships"><Relationship Id="rId8" Type="http://schemas.openxmlformats.org/officeDocument/2006/relationships/customXml" Target="../ink/ink100.xml"/><Relationship Id="rId13" Type="http://schemas.openxmlformats.org/officeDocument/2006/relationships/image" Target="../media/image8.png"/><Relationship Id="rId18" Type="http://schemas.openxmlformats.org/officeDocument/2006/relationships/image" Target="../media/image31.png"/><Relationship Id="rId3" Type="http://schemas.openxmlformats.org/officeDocument/2006/relationships/customXml" Target="../ink/ink99.xml"/><Relationship Id="rId7" Type="http://schemas.openxmlformats.org/officeDocument/2006/relationships/image" Target="../media/image5.png"/><Relationship Id="rId12" Type="http://schemas.openxmlformats.org/officeDocument/2006/relationships/customXml" Target="../ink/ink102.xml"/><Relationship Id="rId17" Type="http://schemas.openxmlformats.org/officeDocument/2006/relationships/image" Target="../media/image12.png"/><Relationship Id="rId2" Type="http://schemas.openxmlformats.org/officeDocument/2006/relationships/notesSlide" Target="../notesSlides/notesSlide17.xml"/><Relationship Id="rId16" Type="http://schemas.openxmlformats.org/officeDocument/2006/relationships/customXml" Target="../ink/ink104.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01.xml"/><Relationship Id="rId9" Type="http://schemas.openxmlformats.org/officeDocument/2006/relationships/image" Target="../media/image6.png"/><Relationship Id="rId14" Type="http://schemas.openxmlformats.org/officeDocument/2006/relationships/customXml" Target="../ink/ink103.xml"/></Relationships>
</file>

<file path=ppt/slides/_rels/slide18.xml.rels><?xml version="1.0" encoding="UTF-8" standalone="yes"?>
<Relationships xmlns="http://schemas.openxmlformats.org/package/2006/relationships"><Relationship Id="rId8" Type="http://schemas.openxmlformats.org/officeDocument/2006/relationships/customXml" Target="../ink/ink106.xml"/><Relationship Id="rId13" Type="http://schemas.openxmlformats.org/officeDocument/2006/relationships/image" Target="../media/image8.png"/><Relationship Id="rId18" Type="http://schemas.openxmlformats.org/officeDocument/2006/relationships/customXml" Target="../ink/ink111.xml"/><Relationship Id="rId3" Type="http://schemas.openxmlformats.org/officeDocument/2006/relationships/customXml" Target="../ink/ink105.xml"/><Relationship Id="rId21" Type="http://schemas.openxmlformats.org/officeDocument/2006/relationships/image" Target="../media/image33.png"/><Relationship Id="rId7" Type="http://schemas.openxmlformats.org/officeDocument/2006/relationships/image" Target="../media/image5.png"/><Relationship Id="rId12" Type="http://schemas.openxmlformats.org/officeDocument/2006/relationships/customXml" Target="../ink/ink108.xml"/><Relationship Id="rId17" Type="http://schemas.openxmlformats.org/officeDocument/2006/relationships/image" Target="../media/image12.png"/><Relationship Id="rId2" Type="http://schemas.openxmlformats.org/officeDocument/2006/relationships/notesSlide" Target="../notesSlides/notesSlide18.xml"/><Relationship Id="rId16" Type="http://schemas.openxmlformats.org/officeDocument/2006/relationships/customXml" Target="../ink/ink110.xml"/><Relationship Id="rId20" Type="http://schemas.openxmlformats.org/officeDocument/2006/relationships/customXml" Target="../ink/ink112.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07.xml"/><Relationship Id="rId19" Type="http://schemas.openxmlformats.org/officeDocument/2006/relationships/image" Target="../media/image32.png"/><Relationship Id="rId9" Type="http://schemas.openxmlformats.org/officeDocument/2006/relationships/image" Target="../media/image6.png"/><Relationship Id="rId14" Type="http://schemas.openxmlformats.org/officeDocument/2006/relationships/customXml" Target="../ink/ink109.xml"/></Relationships>
</file>

<file path=ppt/slides/_rels/slide19.xml.rels><?xml version="1.0" encoding="UTF-8" standalone="yes"?>
<Relationships xmlns="http://schemas.openxmlformats.org/package/2006/relationships"><Relationship Id="rId8" Type="http://schemas.openxmlformats.org/officeDocument/2006/relationships/customXml" Target="../ink/ink114.xml"/><Relationship Id="rId13" Type="http://schemas.openxmlformats.org/officeDocument/2006/relationships/image" Target="../media/image8.png"/><Relationship Id="rId18" Type="http://schemas.openxmlformats.org/officeDocument/2006/relationships/image" Target="../media/image34.png"/><Relationship Id="rId3" Type="http://schemas.openxmlformats.org/officeDocument/2006/relationships/customXml" Target="../ink/ink113.xml"/><Relationship Id="rId7" Type="http://schemas.openxmlformats.org/officeDocument/2006/relationships/image" Target="../media/image5.png"/><Relationship Id="rId12" Type="http://schemas.openxmlformats.org/officeDocument/2006/relationships/customXml" Target="../ink/ink116.xml"/><Relationship Id="rId17" Type="http://schemas.openxmlformats.org/officeDocument/2006/relationships/image" Target="../media/image12.png"/><Relationship Id="rId2" Type="http://schemas.openxmlformats.org/officeDocument/2006/relationships/notesSlide" Target="../notesSlides/notesSlide19.xml"/><Relationship Id="rId16" Type="http://schemas.openxmlformats.org/officeDocument/2006/relationships/customXml" Target="../ink/ink118.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15.xml"/><Relationship Id="rId9" Type="http://schemas.openxmlformats.org/officeDocument/2006/relationships/image" Target="../media/image6.png"/><Relationship Id="rId14" Type="http://schemas.openxmlformats.org/officeDocument/2006/relationships/customXml" Target="../ink/ink117.xml"/></Relationships>
</file>

<file path=ppt/slides/_rels/slide20.xml.rels><?xml version="1.0" encoding="UTF-8" standalone="yes"?>
<Relationships xmlns="http://schemas.openxmlformats.org/package/2006/relationships"><Relationship Id="rId8" Type="http://schemas.openxmlformats.org/officeDocument/2006/relationships/customXml" Target="../ink/ink120.xml"/><Relationship Id="rId13" Type="http://schemas.openxmlformats.org/officeDocument/2006/relationships/image" Target="../media/image8.png"/><Relationship Id="rId18" Type="http://schemas.openxmlformats.org/officeDocument/2006/relationships/customXml" Target="../ink/ink125.xml"/><Relationship Id="rId3" Type="http://schemas.openxmlformats.org/officeDocument/2006/relationships/customXml" Target="../ink/ink119.xml"/><Relationship Id="rId7" Type="http://schemas.openxmlformats.org/officeDocument/2006/relationships/image" Target="../media/image5.png"/><Relationship Id="rId12" Type="http://schemas.openxmlformats.org/officeDocument/2006/relationships/customXml" Target="../ink/ink122.xml"/><Relationship Id="rId17" Type="http://schemas.openxmlformats.org/officeDocument/2006/relationships/image" Target="../media/image12.png"/><Relationship Id="rId2" Type="http://schemas.openxmlformats.org/officeDocument/2006/relationships/notesSlide" Target="../notesSlides/notesSlide20.xml"/><Relationship Id="rId16" Type="http://schemas.openxmlformats.org/officeDocument/2006/relationships/customXml" Target="../ink/ink124.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21.xml"/><Relationship Id="rId19" Type="http://schemas.openxmlformats.org/officeDocument/2006/relationships/image" Target="../media/image35.png"/><Relationship Id="rId9" Type="http://schemas.openxmlformats.org/officeDocument/2006/relationships/image" Target="../media/image6.png"/><Relationship Id="rId14" Type="http://schemas.openxmlformats.org/officeDocument/2006/relationships/customXml" Target="../ink/ink123.xml"/></Relationships>
</file>

<file path=ppt/slides/_rels/slide21.xml.rels><?xml version="1.0" encoding="UTF-8" standalone="yes"?>
<Relationships xmlns="http://schemas.openxmlformats.org/package/2006/relationships"><Relationship Id="rId8" Type="http://schemas.openxmlformats.org/officeDocument/2006/relationships/customXml" Target="../ink/ink127.xml"/><Relationship Id="rId13" Type="http://schemas.openxmlformats.org/officeDocument/2006/relationships/image" Target="../media/image8.png"/><Relationship Id="rId18" Type="http://schemas.openxmlformats.org/officeDocument/2006/relationships/image" Target="../media/image37.png"/><Relationship Id="rId3" Type="http://schemas.openxmlformats.org/officeDocument/2006/relationships/image" Target="../media/image36.png"/><Relationship Id="rId7" Type="http://schemas.openxmlformats.org/officeDocument/2006/relationships/image" Target="../media/image5.png"/><Relationship Id="rId12" Type="http://schemas.openxmlformats.org/officeDocument/2006/relationships/customXml" Target="../ink/ink129.xml"/><Relationship Id="rId17" Type="http://schemas.openxmlformats.org/officeDocument/2006/relationships/image" Target="../media/image12.png"/><Relationship Id="rId2" Type="http://schemas.openxmlformats.org/officeDocument/2006/relationships/notesSlide" Target="../notesSlides/notesSlide21.xml"/><Relationship Id="rId16" Type="http://schemas.openxmlformats.org/officeDocument/2006/relationships/customXml" Target="../ink/ink131.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28.xml"/><Relationship Id="rId19" Type="http://schemas.openxmlformats.org/officeDocument/2006/relationships/image" Target="../media/image38.png"/><Relationship Id="rId4" Type="http://schemas.openxmlformats.org/officeDocument/2006/relationships/customXml" Target="../ink/ink126.xml"/><Relationship Id="rId9" Type="http://schemas.openxmlformats.org/officeDocument/2006/relationships/image" Target="../media/image6.png"/><Relationship Id="rId14" Type="http://schemas.openxmlformats.org/officeDocument/2006/relationships/customXml" Target="../ink/ink130.xml"/></Relationships>
</file>

<file path=ppt/slides/_rels/slide22.xml.rels><?xml version="1.0" encoding="UTF-8" standalone="yes"?>
<Relationships xmlns="http://schemas.openxmlformats.org/package/2006/relationships"><Relationship Id="rId8" Type="http://schemas.openxmlformats.org/officeDocument/2006/relationships/customXml" Target="../ink/ink133.xml"/><Relationship Id="rId13" Type="http://schemas.openxmlformats.org/officeDocument/2006/relationships/image" Target="../media/image8.png"/><Relationship Id="rId18" Type="http://schemas.openxmlformats.org/officeDocument/2006/relationships/image" Target="../media/image39.png"/><Relationship Id="rId3" Type="http://schemas.openxmlformats.org/officeDocument/2006/relationships/customXml" Target="../ink/ink132.xml"/><Relationship Id="rId7" Type="http://schemas.openxmlformats.org/officeDocument/2006/relationships/image" Target="../media/image5.png"/><Relationship Id="rId12" Type="http://schemas.openxmlformats.org/officeDocument/2006/relationships/customXml" Target="../ink/ink135.xml"/><Relationship Id="rId17" Type="http://schemas.openxmlformats.org/officeDocument/2006/relationships/image" Target="../media/image12.png"/><Relationship Id="rId2" Type="http://schemas.openxmlformats.org/officeDocument/2006/relationships/notesSlide" Target="../notesSlides/notesSlide22.xml"/><Relationship Id="rId16" Type="http://schemas.openxmlformats.org/officeDocument/2006/relationships/customXml" Target="../ink/ink137.xml"/><Relationship Id="rId20" Type="http://schemas.openxmlformats.org/officeDocument/2006/relationships/image" Target="../media/image40.png"/><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34.xml"/><Relationship Id="rId19" Type="http://schemas.openxmlformats.org/officeDocument/2006/relationships/customXml" Target="../ink/ink138.xml"/><Relationship Id="rId9" Type="http://schemas.openxmlformats.org/officeDocument/2006/relationships/image" Target="../media/image6.png"/><Relationship Id="rId14" Type="http://schemas.openxmlformats.org/officeDocument/2006/relationships/customXml" Target="../ink/ink136.xml"/></Relationships>
</file>

<file path=ppt/slides/_rels/slide23.xml.rels><?xml version="1.0" encoding="UTF-8" standalone="yes"?>
<Relationships xmlns="http://schemas.openxmlformats.org/package/2006/relationships"><Relationship Id="rId8" Type="http://schemas.openxmlformats.org/officeDocument/2006/relationships/customXml" Target="../ink/ink140.xml"/><Relationship Id="rId13" Type="http://schemas.openxmlformats.org/officeDocument/2006/relationships/image" Target="../media/image8.png"/><Relationship Id="rId3" Type="http://schemas.openxmlformats.org/officeDocument/2006/relationships/customXml" Target="../ink/ink139.xml"/><Relationship Id="rId7" Type="http://schemas.openxmlformats.org/officeDocument/2006/relationships/image" Target="../media/image5.png"/><Relationship Id="rId12" Type="http://schemas.openxmlformats.org/officeDocument/2006/relationships/customXml" Target="../ink/ink142.xml"/><Relationship Id="rId2" Type="http://schemas.openxmlformats.org/officeDocument/2006/relationships/notesSlide" Target="../notesSlides/notesSlide23.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41.xml"/><Relationship Id="rId9" Type="http://schemas.openxmlformats.org/officeDocument/2006/relationships/image" Target="../media/image6.png"/><Relationship Id="rId14" Type="http://schemas.openxmlformats.org/officeDocument/2006/relationships/customXml" Target="../ink/ink143.xml"/></Relationships>
</file>

<file path=ppt/slides/_rels/slide24.xml.rels><?xml version="1.0" encoding="UTF-8" standalone="yes"?>
<Relationships xmlns="http://schemas.openxmlformats.org/package/2006/relationships"><Relationship Id="rId8" Type="http://schemas.openxmlformats.org/officeDocument/2006/relationships/customXml" Target="../ink/ink145.xml"/><Relationship Id="rId13" Type="http://schemas.openxmlformats.org/officeDocument/2006/relationships/image" Target="../media/image8.png"/><Relationship Id="rId18" Type="http://schemas.openxmlformats.org/officeDocument/2006/relationships/image" Target="../media/image42.png"/><Relationship Id="rId3" Type="http://schemas.openxmlformats.org/officeDocument/2006/relationships/customXml" Target="../ink/ink144.xml"/><Relationship Id="rId7" Type="http://schemas.openxmlformats.org/officeDocument/2006/relationships/image" Target="../media/image5.png"/><Relationship Id="rId12" Type="http://schemas.openxmlformats.org/officeDocument/2006/relationships/customXml" Target="../ink/ink147.xml"/><Relationship Id="rId17" Type="http://schemas.openxmlformats.org/officeDocument/2006/relationships/customXml" Target="../ink/ink149.xml"/><Relationship Id="rId2" Type="http://schemas.openxmlformats.org/officeDocument/2006/relationships/notesSlide" Target="../notesSlides/notesSlide24.xml"/><Relationship Id="rId16" Type="http://schemas.openxmlformats.org/officeDocument/2006/relationships/image" Target="../media/image41.jpeg"/><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46.xml"/><Relationship Id="rId9" Type="http://schemas.openxmlformats.org/officeDocument/2006/relationships/image" Target="../media/image6.png"/><Relationship Id="rId14" Type="http://schemas.openxmlformats.org/officeDocument/2006/relationships/customXml" Target="../ink/ink148.xml"/></Relationships>
</file>

<file path=ppt/slides/_rels/slide25.xml.rels><?xml version="1.0" encoding="UTF-8" standalone="yes"?>
<Relationships xmlns="http://schemas.openxmlformats.org/package/2006/relationships"><Relationship Id="rId8" Type="http://schemas.openxmlformats.org/officeDocument/2006/relationships/customXml" Target="../ink/ink151.xml"/><Relationship Id="rId13" Type="http://schemas.openxmlformats.org/officeDocument/2006/relationships/image" Target="../media/image8.png"/><Relationship Id="rId3" Type="http://schemas.openxmlformats.org/officeDocument/2006/relationships/customXml" Target="../ink/ink150.xml"/><Relationship Id="rId7" Type="http://schemas.openxmlformats.org/officeDocument/2006/relationships/image" Target="../media/image5.png"/><Relationship Id="rId12" Type="http://schemas.openxmlformats.org/officeDocument/2006/relationships/customXml" Target="../ink/ink153.xml"/><Relationship Id="rId17" Type="http://schemas.openxmlformats.org/officeDocument/2006/relationships/image" Target="../media/image43.png"/><Relationship Id="rId2" Type="http://schemas.openxmlformats.org/officeDocument/2006/relationships/notesSlide" Target="../notesSlides/notesSlide25.xml"/><Relationship Id="rId16" Type="http://schemas.openxmlformats.org/officeDocument/2006/relationships/customXml" Target="../ink/ink155.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52.xml"/><Relationship Id="rId9" Type="http://schemas.openxmlformats.org/officeDocument/2006/relationships/image" Target="../media/image6.png"/><Relationship Id="rId14" Type="http://schemas.openxmlformats.org/officeDocument/2006/relationships/customXml" Target="../ink/ink154.xml"/></Relationships>
</file>

<file path=ppt/slides/_rels/slide26.xml.rels><?xml version="1.0" encoding="UTF-8" standalone="yes"?>
<Relationships xmlns="http://schemas.openxmlformats.org/package/2006/relationships"><Relationship Id="rId8" Type="http://schemas.openxmlformats.org/officeDocument/2006/relationships/customXml" Target="../ink/ink157.xml"/><Relationship Id="rId13" Type="http://schemas.openxmlformats.org/officeDocument/2006/relationships/image" Target="../media/image8.png"/><Relationship Id="rId3" Type="http://schemas.openxmlformats.org/officeDocument/2006/relationships/customXml" Target="../ink/ink156.xml"/><Relationship Id="rId7" Type="http://schemas.openxmlformats.org/officeDocument/2006/relationships/image" Target="../media/image5.png"/><Relationship Id="rId12" Type="http://schemas.openxmlformats.org/officeDocument/2006/relationships/customXml" Target="../ink/ink159.xml"/><Relationship Id="rId2" Type="http://schemas.openxmlformats.org/officeDocument/2006/relationships/notesSlide" Target="../notesSlides/notesSlide26.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58.xml"/><Relationship Id="rId9" Type="http://schemas.openxmlformats.org/officeDocument/2006/relationships/image" Target="../media/image6.png"/><Relationship Id="rId14" Type="http://schemas.openxmlformats.org/officeDocument/2006/relationships/customXml" Target="../ink/ink160.xml"/></Relationships>
</file>

<file path=ppt/slides/_rels/slide27.xml.rels><?xml version="1.0" encoding="UTF-8" standalone="yes"?>
<Relationships xmlns="http://schemas.openxmlformats.org/package/2006/relationships"><Relationship Id="rId8" Type="http://schemas.openxmlformats.org/officeDocument/2006/relationships/customXml" Target="../ink/ink162.xml"/><Relationship Id="rId13" Type="http://schemas.openxmlformats.org/officeDocument/2006/relationships/image" Target="../media/image8.png"/><Relationship Id="rId3" Type="http://schemas.openxmlformats.org/officeDocument/2006/relationships/customXml" Target="../ink/ink161.xml"/><Relationship Id="rId7" Type="http://schemas.openxmlformats.org/officeDocument/2006/relationships/image" Target="../media/image5.png"/><Relationship Id="rId12" Type="http://schemas.openxmlformats.org/officeDocument/2006/relationships/customXml" Target="../ink/ink164.xml"/><Relationship Id="rId2" Type="http://schemas.openxmlformats.org/officeDocument/2006/relationships/notesSlide" Target="../notesSlides/notesSlide27.xml"/><Relationship Id="rId16" Type="http://schemas.openxmlformats.org/officeDocument/2006/relationships/image" Target="../media/image44.png"/><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63.xml"/><Relationship Id="rId9" Type="http://schemas.openxmlformats.org/officeDocument/2006/relationships/image" Target="../media/image6.png"/><Relationship Id="rId14" Type="http://schemas.openxmlformats.org/officeDocument/2006/relationships/customXml" Target="../ink/ink165.xml"/></Relationships>
</file>

<file path=ppt/slides/_rels/slide28.xml.rels><?xml version="1.0" encoding="UTF-8" standalone="yes"?>
<Relationships xmlns="http://schemas.openxmlformats.org/package/2006/relationships"><Relationship Id="rId8" Type="http://schemas.openxmlformats.org/officeDocument/2006/relationships/customXml" Target="../ink/ink167.xml"/><Relationship Id="rId13" Type="http://schemas.openxmlformats.org/officeDocument/2006/relationships/image" Target="../media/image8.png"/><Relationship Id="rId18" Type="http://schemas.openxmlformats.org/officeDocument/2006/relationships/customXml" Target="../ink/ink171.xml"/><Relationship Id="rId3" Type="http://schemas.openxmlformats.org/officeDocument/2006/relationships/customXml" Target="../ink/ink166.xml"/><Relationship Id="rId7" Type="http://schemas.openxmlformats.org/officeDocument/2006/relationships/image" Target="../media/image5.png"/><Relationship Id="rId12" Type="http://schemas.openxmlformats.org/officeDocument/2006/relationships/customXml" Target="../ink/ink169.xml"/><Relationship Id="rId17" Type="http://schemas.openxmlformats.org/officeDocument/2006/relationships/hyperlink" Target="https://www.irobot.com/" TargetMode="External"/><Relationship Id="rId2" Type="http://schemas.openxmlformats.org/officeDocument/2006/relationships/notesSlide" Target="../notesSlides/notesSlide28.xml"/><Relationship Id="rId16" Type="http://schemas.openxmlformats.org/officeDocument/2006/relationships/image" Target="../media/image45.png"/><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68.xml"/><Relationship Id="rId19" Type="http://schemas.openxmlformats.org/officeDocument/2006/relationships/image" Target="../media/image46.png"/><Relationship Id="rId9" Type="http://schemas.openxmlformats.org/officeDocument/2006/relationships/image" Target="../media/image6.png"/><Relationship Id="rId14" Type="http://schemas.openxmlformats.org/officeDocument/2006/relationships/customXml" Target="../ink/ink170.xml"/></Relationships>
</file>

<file path=ppt/slides/_rels/slide29.xml.rels><?xml version="1.0" encoding="UTF-8" standalone="yes"?>
<Relationships xmlns="http://schemas.openxmlformats.org/package/2006/relationships"><Relationship Id="rId8" Type="http://schemas.openxmlformats.org/officeDocument/2006/relationships/customXml" Target="../ink/ink173.xml"/><Relationship Id="rId13" Type="http://schemas.openxmlformats.org/officeDocument/2006/relationships/image" Target="../media/image8.png"/><Relationship Id="rId3" Type="http://schemas.openxmlformats.org/officeDocument/2006/relationships/customXml" Target="../ink/ink172.xml"/><Relationship Id="rId7" Type="http://schemas.openxmlformats.org/officeDocument/2006/relationships/image" Target="../media/image5.png"/><Relationship Id="rId12" Type="http://schemas.openxmlformats.org/officeDocument/2006/relationships/customXml" Target="../ink/ink175.xml"/><Relationship Id="rId17" Type="http://schemas.openxmlformats.org/officeDocument/2006/relationships/image" Target="../media/image47.png"/><Relationship Id="rId2" Type="http://schemas.openxmlformats.org/officeDocument/2006/relationships/notesSlide" Target="../notesSlides/notesSlide29.xml"/><Relationship Id="rId16" Type="http://schemas.openxmlformats.org/officeDocument/2006/relationships/customXml" Target="../ink/ink177.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74.xml"/><Relationship Id="rId9" Type="http://schemas.openxmlformats.org/officeDocument/2006/relationships/image" Target="../media/image6.png"/><Relationship Id="rId14" Type="http://schemas.openxmlformats.org/officeDocument/2006/relationships/customXml" Target="../ink/ink176.xml"/></Relationships>
</file>

<file path=ppt/slides/_rels/slide30.xml.rels><?xml version="1.0" encoding="UTF-8" standalone="yes"?>
<Relationships xmlns="http://schemas.openxmlformats.org/package/2006/relationships"><Relationship Id="rId8" Type="http://schemas.openxmlformats.org/officeDocument/2006/relationships/customXml" Target="../ink/ink179.xml"/><Relationship Id="rId13" Type="http://schemas.openxmlformats.org/officeDocument/2006/relationships/image" Target="../media/image8.png"/><Relationship Id="rId18" Type="http://schemas.openxmlformats.org/officeDocument/2006/relationships/customXml" Target="../ink/ink184.xml"/><Relationship Id="rId3" Type="http://schemas.openxmlformats.org/officeDocument/2006/relationships/customXml" Target="../ink/ink178.xml"/><Relationship Id="rId21" Type="http://schemas.openxmlformats.org/officeDocument/2006/relationships/image" Target="../media/image50.png"/><Relationship Id="rId7" Type="http://schemas.openxmlformats.org/officeDocument/2006/relationships/image" Target="../media/image5.png"/><Relationship Id="rId12" Type="http://schemas.openxmlformats.org/officeDocument/2006/relationships/customXml" Target="../ink/ink181.xml"/><Relationship Id="rId17" Type="http://schemas.openxmlformats.org/officeDocument/2006/relationships/image" Target="../media/image48.png"/><Relationship Id="rId2" Type="http://schemas.openxmlformats.org/officeDocument/2006/relationships/notesSlide" Target="../notesSlides/notesSlide30.xml"/><Relationship Id="rId16" Type="http://schemas.openxmlformats.org/officeDocument/2006/relationships/customXml" Target="../ink/ink183.xml"/><Relationship Id="rId20" Type="http://schemas.openxmlformats.org/officeDocument/2006/relationships/customXml" Target="../ink/ink185.xml"/><Relationship Id="rId1" Type="http://schemas.openxmlformats.org/officeDocument/2006/relationships/slideLayout" Target="../slideLayouts/slideLayout12.xml"/><Relationship Id="rId11" Type="http://schemas.openxmlformats.org/officeDocument/2006/relationships/image" Target="../media/image7.png"/><Relationship Id="rId15" Type="http://schemas.openxmlformats.org/officeDocument/2006/relationships/image" Target="../media/image9.png"/><Relationship Id="rId10" Type="http://schemas.openxmlformats.org/officeDocument/2006/relationships/customXml" Target="../ink/ink180.xml"/><Relationship Id="rId19" Type="http://schemas.openxmlformats.org/officeDocument/2006/relationships/image" Target="../media/image49.png"/><Relationship Id="rId9" Type="http://schemas.openxmlformats.org/officeDocument/2006/relationships/image" Target="../media/image6.png"/><Relationship Id="rId14" Type="http://schemas.openxmlformats.org/officeDocument/2006/relationships/customXml" Target="../ink/ink18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2"/>
          <p:cNvSpPr>
            <a:spLocks noGrp="1"/>
          </p:cNvSpPr>
          <p:nvPr>
            <p:ph type="title" idx="4294967295"/>
          </p:nvPr>
        </p:nvSpPr>
        <p:spPr>
          <a:xfrm>
            <a:off x="943599" y="1751595"/>
            <a:ext cx="7870825" cy="1171575"/>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lvl1pPr marL="0" indent="0">
              <a:buNone/>
              <a:defRPr sz="4000" b="1">
                <a:solidFill>
                  <a:schemeClr val="bg1"/>
                </a:solidFill>
                <a:latin typeface="Arial" panose="020B0604020202020204" pitchFamily="34" charset="0"/>
                <a:cs typeface="Arial" panose="020B0604020202020204" pitchFamily="34" charset="0"/>
              </a:defRPr>
            </a:lvl1pPr>
          </a:lstStyle>
          <a:p>
            <a:pPr lvl="0">
              <a:spcBef>
                <a:spcPts val="750"/>
              </a:spcBef>
              <a:defRPr/>
            </a:pPr>
            <a:r>
              <a:rPr lang="en-US" dirty="0"/>
              <a:t>EMS702UP Statistical Thinking and Applied Machine Learning</a:t>
            </a:r>
            <a:br>
              <a:rPr lang="en-US" dirty="0"/>
            </a:br>
            <a:br>
              <a:rPr lang="en-US" dirty="0"/>
            </a:br>
            <a:endParaRPr kumimoji="0" lang="en-US" sz="4000" b="1" i="0" u="none" strike="noStrike" kern="1200" cap="none" spc="0" normalizeH="0" baseline="0" noProof="0" dirty="0">
              <a:ln>
                <a:noFill/>
              </a:ln>
              <a:solidFill>
                <a:schemeClr val="bg1"/>
              </a:solidFill>
              <a:effectLst/>
              <a:uLnTx/>
              <a:uFillTx/>
              <a:latin typeface="Arial" panose="020B0604020202020204" pitchFamily="34" charset="0"/>
              <a:ea typeface="+mn-ea"/>
              <a:cs typeface="Arial" panose="020B0604020202020204" pitchFamily="34" charset="0"/>
            </a:endParaRPr>
          </a:p>
        </p:txBody>
      </p:sp>
      <p:sp>
        <p:nvSpPr>
          <p:cNvPr id="7" name="Content Placeholder 2"/>
          <p:cNvSpPr>
            <a:spLocks noGrp="1"/>
          </p:cNvSpPr>
          <p:nvPr>
            <p:ph sz="quarter" idx="11" hasCustomPrompt="1"/>
          </p:nvPr>
        </p:nvSpPr>
        <p:spPr>
          <a:xfrm>
            <a:off x="943598" y="2973637"/>
            <a:ext cx="7870825" cy="1171575"/>
          </a:xfrm>
          <a:prstGeom prst="rect">
            <a:avLst/>
          </a:prstGeom>
        </p:spPr>
        <p:txBody>
          <a:bodyPr/>
          <a:lstStyle>
            <a:lvl1pPr marL="0" indent="0">
              <a:buNone/>
              <a:defRPr sz="2000" b="0">
                <a:solidFill>
                  <a:schemeClr val="bg1"/>
                </a:solidFill>
                <a:latin typeface="Arial" panose="020B0604020202020204" pitchFamily="34" charset="0"/>
                <a:cs typeface="Arial" panose="020B0604020202020204" pitchFamily="34" charset="0"/>
              </a:defRPr>
            </a:lvl1pPr>
          </a:lstStyle>
          <a:p>
            <a:r>
              <a:rPr lang="en-US" dirty="0"/>
              <a:t>W5.1-5.2 Fuzzy Rule Based System and Its Operations</a:t>
            </a:r>
          </a:p>
          <a:p>
            <a:r>
              <a:rPr lang="en-US" dirty="0"/>
              <a:t>Jun Chen</a:t>
            </a:r>
          </a:p>
        </p:txBody>
      </p:sp>
    </p:spTree>
    <p:extLst>
      <p:ext uri="{BB962C8B-B14F-4D97-AF65-F5344CB8AC3E}">
        <p14:creationId xmlns:p14="http://schemas.microsoft.com/office/powerpoint/2010/main" val="18639283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Fuzzy Rule Based Systems</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2" name="TextBox 1">
            <a:extLst>
              <a:ext uri="{FF2B5EF4-FFF2-40B4-BE49-F238E27FC236}">
                <a16:creationId xmlns:a16="http://schemas.microsoft.com/office/drawing/2014/main" id="{E3557D00-50C6-7D21-B888-1027CE8D2317}"/>
              </a:ext>
            </a:extLst>
          </p:cNvPr>
          <p:cNvSpPr txBox="1"/>
          <p:nvPr/>
        </p:nvSpPr>
        <p:spPr>
          <a:xfrm>
            <a:off x="186595" y="1096242"/>
            <a:ext cx="8672097" cy="1846659"/>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In any type of fuzzy logic systems,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fuzzy rules </a:t>
            </a:r>
            <a:r>
              <a:rPr lang="en-GB" sz="1400" dirty="0">
                <a:effectLst/>
                <a:latin typeface="Calibri" panose="020F0502020204030204" pitchFamily="34" charset="0"/>
                <a:ea typeface="DengXian" panose="02010600030101010101" pitchFamily="2" charset="-122"/>
                <a:cs typeface="Times New Roman" panose="02020603050405020304" pitchFamily="18" charset="0"/>
              </a:rPr>
              <a:t>using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linguistic variables </a:t>
            </a:r>
            <a:r>
              <a:rPr lang="en-GB" sz="1400" dirty="0">
                <a:effectLst/>
                <a:latin typeface="Calibri" panose="020F0502020204030204" pitchFamily="34" charset="0"/>
                <a:ea typeface="DengXian" panose="02010600030101010101" pitchFamily="2" charset="-122"/>
                <a:cs typeface="Times New Roman" panose="02020603050405020304" pitchFamily="18" charset="0"/>
              </a:rPr>
              <a:t>have to be built. These represent the ‘</a:t>
            </a:r>
            <a:r>
              <a:rPr lang="en-GB" sz="1400" b="1" i="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knowledge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about the process under investigation. There is more than one type of fuzzy rule-based systems, but the two most popular ones are:</a:t>
            </a:r>
          </a:p>
          <a:p>
            <a:pPr marL="342900" lvl="0" indent="-342900" algn="just">
              <a:spcBef>
                <a:spcPts val="600"/>
              </a:spcBef>
              <a:spcAft>
                <a:spcPts val="600"/>
              </a:spcAft>
              <a:buFont typeface="Symbol" panose="05050102010706020507" pitchFamily="18" charset="2"/>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Mamdani-type fuzzy rule base</a:t>
            </a:r>
          </a:p>
          <a:p>
            <a:pPr marL="342900" lvl="0" indent="-342900" algn="just">
              <a:spcBef>
                <a:spcPts val="600"/>
              </a:spcBef>
              <a:spcAft>
                <a:spcPts val="600"/>
              </a:spcAft>
              <a:buFont typeface="Symbol" panose="05050102010706020507" pitchFamily="18" charset="2"/>
              <a:buChar char=""/>
              <a:tabLst>
                <a:tab pos="3616325" algn="l"/>
              </a:tabLst>
            </a:pPr>
            <a:r>
              <a:rPr lang="en-GB" sz="1400" dirty="0" err="1">
                <a:effectLst/>
                <a:latin typeface="Calibri" panose="020F0502020204030204" pitchFamily="34" charset="0"/>
                <a:ea typeface="DengXian" panose="02010600030101010101" pitchFamily="2" charset="-122"/>
                <a:cs typeface="Times New Roman" panose="02020603050405020304" pitchFamily="18" charset="0"/>
              </a:rPr>
              <a:t>Sugeno</a:t>
            </a:r>
            <a:r>
              <a:rPr lang="en-GB" sz="1400" dirty="0">
                <a:effectLst/>
                <a:latin typeface="Calibri" panose="020F0502020204030204" pitchFamily="34" charset="0"/>
                <a:ea typeface="DengXian" panose="02010600030101010101" pitchFamily="2" charset="-122"/>
                <a:cs typeface="Times New Roman" panose="02020603050405020304" pitchFamily="18" charset="0"/>
              </a:rPr>
              <a:t>-type fuzzy rule base</a:t>
            </a:r>
          </a:p>
          <a:p>
            <a:pPr algn="just">
              <a:spcBef>
                <a:spcPts val="600"/>
              </a:spcBef>
              <a:spcAft>
                <a:spcPts val="600"/>
              </a:spcAft>
              <a:tabLst>
                <a:tab pos="3616325" algn="l"/>
              </a:tabLst>
            </a:pPr>
            <a:endParaRPr lang="en-GB" sz="14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p:spTree>
    <p:extLst>
      <p:ext uri="{BB962C8B-B14F-4D97-AF65-F5344CB8AC3E}">
        <p14:creationId xmlns:p14="http://schemas.microsoft.com/office/powerpoint/2010/main" val="124583818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Linguistic Variables and Hedges</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2" name="TextBox 1">
            <a:extLst>
              <a:ext uri="{FF2B5EF4-FFF2-40B4-BE49-F238E27FC236}">
                <a16:creationId xmlns:a16="http://schemas.microsoft.com/office/drawing/2014/main" id="{E3557D00-50C6-7D21-B888-1027CE8D2317}"/>
              </a:ext>
            </a:extLst>
          </p:cNvPr>
          <p:cNvSpPr txBox="1"/>
          <p:nvPr/>
        </p:nvSpPr>
        <p:spPr>
          <a:xfrm>
            <a:off x="186595" y="725091"/>
            <a:ext cx="8672097" cy="1415772"/>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If fuzzy logic operates with </a:t>
            </a:r>
            <a:r>
              <a:rPr lang="en-GB" sz="1400" b="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words</a:t>
            </a:r>
            <a:r>
              <a:rPr lang="en-GB" sz="1400"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 </a:t>
            </a:r>
            <a:r>
              <a:rPr lang="en-GB" sz="1400" dirty="0">
                <a:effectLst/>
                <a:latin typeface="Calibri" panose="020F0502020204030204" pitchFamily="34" charset="0"/>
                <a:ea typeface="DengXian" panose="02010600030101010101" pitchFamily="2" charset="-122"/>
                <a:cs typeface="Calibri" panose="020F0502020204030204" pitchFamily="34" charset="0"/>
              </a:rPr>
              <a:t>and terms of </a:t>
            </a:r>
            <a:r>
              <a:rPr lang="en-GB" sz="1400" b="1" dirty="0">
                <a:solidFill>
                  <a:srgbClr val="FF0000"/>
                </a:solidFill>
                <a:effectLst/>
                <a:latin typeface="Calibri" panose="020F0502020204030204" pitchFamily="34" charset="0"/>
                <a:ea typeface="DengXian" panose="02010600030101010101" pitchFamily="2" charset="-122"/>
                <a:cs typeface="Calibri" panose="020F0502020204030204" pitchFamily="34" charset="0"/>
              </a:rPr>
              <a:t>natural language</a:t>
            </a:r>
            <a:r>
              <a:rPr lang="en-GB" sz="1400" dirty="0">
                <a:effectLst/>
                <a:latin typeface="Calibri" panose="020F0502020204030204" pitchFamily="34" charset="0"/>
                <a:ea typeface="DengXian" panose="02010600030101010101" pitchFamily="2" charset="-122"/>
                <a:cs typeface="Calibri" panose="020F0502020204030204" pitchFamily="34" charset="0"/>
              </a:rPr>
              <a:t>, why all these mathematical formulas?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Because fuzzy sets theory allows for modelling of terms of natural language with the help of </a:t>
            </a:r>
            <a:r>
              <a:rPr lang="en-GB" sz="1400" b="1" dirty="0">
                <a:effectLst/>
                <a:latin typeface="Calibri" panose="020F0502020204030204" pitchFamily="34" charset="0"/>
                <a:ea typeface="DengXian" panose="02010600030101010101" pitchFamily="2" charset="-122"/>
                <a:cs typeface="Calibri" panose="020F0502020204030204" pitchFamily="34" charset="0"/>
              </a:rPr>
              <a:t>linguistic variables</a:t>
            </a:r>
            <a:r>
              <a:rPr lang="en-GB" sz="1400" dirty="0">
                <a:effectLst/>
                <a:latin typeface="Calibri" panose="020F0502020204030204" pitchFamily="34" charset="0"/>
                <a:ea typeface="DengXian" panose="02010600030101010101" pitchFamily="2" charset="-122"/>
                <a:cs typeface="Calibri" panose="020F0502020204030204" pitchFamily="34" charset="0"/>
              </a:rPr>
              <a:t>.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Calibri" panose="020F0502020204030204" pitchFamily="34" charset="0"/>
              </a:rPr>
              <a:t>Linguistic variables consist of the following:</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endParaRPr lang="en-GB" sz="14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p:pic>
        <p:nvPicPr>
          <p:cNvPr id="21" name="Picture 20">
            <a:extLst>
              <a:ext uri="{FF2B5EF4-FFF2-40B4-BE49-F238E27FC236}">
                <a16:creationId xmlns:a16="http://schemas.microsoft.com/office/drawing/2014/main" id="{50D23B14-DE79-2711-7E63-6AE36338AB88}"/>
              </a:ext>
            </a:extLst>
          </p:cNvPr>
          <p:cNvPicPr>
            <a:picLocks noChangeAspect="1"/>
          </p:cNvPicPr>
          <p:nvPr/>
        </p:nvPicPr>
        <p:blipFill>
          <a:blip r:embed="rId16"/>
          <a:stretch>
            <a:fillRect/>
          </a:stretch>
        </p:blipFill>
        <p:spPr>
          <a:xfrm>
            <a:off x="2022357" y="1903862"/>
            <a:ext cx="4374106" cy="2197551"/>
          </a:xfrm>
          <a:prstGeom prst="rect">
            <a:avLst/>
          </a:prstGeom>
        </p:spPr>
      </p:pic>
    </p:spTree>
    <p:extLst>
      <p:ext uri="{BB962C8B-B14F-4D97-AF65-F5344CB8AC3E}">
        <p14:creationId xmlns:p14="http://schemas.microsoft.com/office/powerpoint/2010/main" val="99036150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Linguistic Variables and Hedges</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3557D00-50C6-7D21-B888-1027CE8D2317}"/>
                  </a:ext>
                </a:extLst>
              </p:cNvPr>
              <p:cNvSpPr txBox="1"/>
              <p:nvPr/>
            </p:nvSpPr>
            <p:spPr>
              <a:xfrm>
                <a:off x="186595" y="725091"/>
                <a:ext cx="8672097" cy="969496"/>
              </a:xfrm>
              <a:prstGeom prst="rect">
                <a:avLst/>
              </a:prstGeom>
              <a:noFill/>
            </p:spPr>
            <p:txBody>
              <a:bodyPr wrap="square">
                <a:spAutoFit/>
              </a:bodyPr>
              <a:lstStyle/>
              <a:p>
                <a:pPr>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For (a), (b) and (d), consider the following examples. </a:t>
                </a:r>
              </a:p>
              <a:p>
                <a:pPr marL="457200">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𝑆𝑚𝑎𝑙𝑙</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𝑏𝑢𝑡</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𝑛𝑜𝑡</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𝑡𝑜𝑜</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𝑠𝑚𝑎𝑙𝑙</m:t>
                              </m:r>
                            </m:e>
                          </m:d>
                          <m:r>
                            <a:rPr lang="en-GB" sz="1400" b="0" i="1" smtClean="0">
                              <a:effectLst/>
                              <a:latin typeface="Cambria Math" panose="02040503050406030204" pitchFamily="18" charset="0"/>
                              <a:ea typeface="DengXian" panose="02010600030101010101" pitchFamily="2" charset="-122"/>
                              <a:cs typeface="Times New Roman" panose="02020603050405020304" pitchFamily="18" charset="0"/>
                            </a:rPr>
                            <m:t>)</m:t>
                          </m:r>
                        </m:e>
                      </m:d>
                    </m:oMath>
                  </m:oMathPara>
                </a14:m>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endParaRPr lang="en-GB" sz="1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 name="TextBox 1">
                <a:extLst>
                  <a:ext uri="{FF2B5EF4-FFF2-40B4-BE49-F238E27FC236}">
                    <a16:creationId xmlns:a16="http://schemas.microsoft.com/office/drawing/2014/main" id="{E3557D00-50C6-7D21-B888-1027CE8D2317}"/>
                  </a:ext>
                </a:extLst>
              </p:cNvPr>
              <p:cNvSpPr txBox="1">
                <a:spLocks noRot="1" noChangeAspect="1" noMove="1" noResize="1" noEditPoints="1" noAdjustHandles="1" noChangeArrowheads="1" noChangeShapeType="1" noTextEdit="1"/>
              </p:cNvSpPr>
              <p:nvPr/>
            </p:nvSpPr>
            <p:spPr>
              <a:xfrm>
                <a:off x="186595" y="725091"/>
                <a:ext cx="8672097" cy="969496"/>
              </a:xfrm>
              <a:prstGeom prst="rect">
                <a:avLst/>
              </a:prstGeom>
              <a:blipFill>
                <a:blip r:embed="rId3"/>
                <a:stretch>
                  <a:fillRect l="-211" t="-1258"/>
                </a:stretch>
              </a:blipFill>
            </p:spPr>
            <p:txBody>
              <a:bodyPr/>
              <a:lstStyle/>
              <a:p>
                <a:r>
                  <a:rPr lang="en-GB">
                    <a:noFill/>
                  </a:rPr>
                  <a:t> </a:t>
                </a:r>
              </a:p>
            </p:txBody>
          </p:sp>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p:sp>
        <p:nvSpPr>
          <p:cNvPr id="4" name="TextBox 3">
            <a:extLst>
              <a:ext uri="{FF2B5EF4-FFF2-40B4-BE49-F238E27FC236}">
                <a16:creationId xmlns:a16="http://schemas.microsoft.com/office/drawing/2014/main" id="{A6278240-A98E-F3E7-1065-28D780E9DCD4}"/>
              </a:ext>
            </a:extLst>
          </p:cNvPr>
          <p:cNvSpPr txBox="1"/>
          <p:nvPr/>
        </p:nvSpPr>
        <p:spPr>
          <a:xfrm>
            <a:off x="186594" y="1350492"/>
            <a:ext cx="8672096" cy="523220"/>
          </a:xfrm>
          <a:prstGeom prst="rect">
            <a:avLst/>
          </a:prstGeom>
          <a:noFill/>
        </p:spPr>
        <p:txBody>
          <a:bodyPr wrap="square">
            <a:spAutoFit/>
          </a:bodyPr>
          <a:lstStyle/>
          <a:p>
            <a:pPr algn="just">
              <a:spcBef>
                <a:spcPts val="600"/>
              </a:spcBef>
              <a:spcAft>
                <a:spcPts val="600"/>
              </a:spcAft>
            </a:pPr>
            <a:r>
              <a:rPr lang="en-GB" sz="1400" dirty="0">
                <a:effectLst/>
                <a:latin typeface="Calibri" panose="020F0502020204030204" pitchFamily="34" charset="0"/>
                <a:ea typeface="DengXian" panose="02010600030101010101" pitchFamily="2" charset="-122"/>
                <a:cs typeface="Times New Roman" panose="02020603050405020304" pitchFamily="18" charset="0"/>
              </a:rPr>
              <a:t>For the linguistic variables, ‘Slow’, ‘Medium’ and ‘Fast’,  given in the graph below, express ‘Slow OR Medium’, ‘Slow AND NOT (Fast)’</a:t>
            </a:r>
            <a:endParaRPr lang="en-GB" sz="1400" dirty="0"/>
          </a:p>
        </p:txBody>
      </p:sp>
      <p:grpSp>
        <p:nvGrpSpPr>
          <p:cNvPr id="12" name="Group 11">
            <a:extLst>
              <a:ext uri="{FF2B5EF4-FFF2-40B4-BE49-F238E27FC236}">
                <a16:creationId xmlns:a16="http://schemas.microsoft.com/office/drawing/2014/main" id="{BA3535F7-DED7-1FC8-306F-CA826F552BB5}"/>
              </a:ext>
            </a:extLst>
          </p:cNvPr>
          <p:cNvGrpSpPr/>
          <p:nvPr/>
        </p:nvGrpSpPr>
        <p:grpSpPr>
          <a:xfrm>
            <a:off x="2025958" y="1978575"/>
            <a:ext cx="5092083" cy="2320783"/>
            <a:chOff x="12399" y="0"/>
            <a:chExt cx="3729922" cy="2238405"/>
          </a:xfrm>
        </p:grpSpPr>
        <p:cxnSp>
          <p:nvCxnSpPr>
            <p:cNvPr id="13" name="Straight Arrow Connector 12">
              <a:extLst>
                <a:ext uri="{FF2B5EF4-FFF2-40B4-BE49-F238E27FC236}">
                  <a16:creationId xmlns:a16="http://schemas.microsoft.com/office/drawing/2014/main" id="{B14962E6-B923-B22E-FE9B-0056715FCFC2}"/>
                </a:ext>
              </a:extLst>
            </p:cNvPr>
            <p:cNvCxnSpPr/>
            <p:nvPr/>
          </p:nvCxnSpPr>
          <p:spPr>
            <a:xfrm flipH="1" flipV="1">
              <a:off x="12399" y="0"/>
              <a:ext cx="1010" cy="2238405"/>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1B8067B5-5195-8D59-43BA-EE7DDCBCC8D4}"/>
                </a:ext>
              </a:extLst>
            </p:cNvPr>
            <p:cNvCxnSpPr/>
            <p:nvPr/>
          </p:nvCxnSpPr>
          <p:spPr>
            <a:xfrm flipV="1">
              <a:off x="17308" y="2212444"/>
              <a:ext cx="3725013" cy="1762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p14="http://schemas.microsoft.com/office/powerpoint/2010/main">
        <mc:Choice Requires="p14">
          <p:contentPart p14:bwMode="auto" r:id="rId16">
            <p14:nvContentPartPr>
              <p14:cNvPr id="15" name="Ink 14">
                <a:extLst>
                  <a:ext uri="{FF2B5EF4-FFF2-40B4-BE49-F238E27FC236}">
                    <a16:creationId xmlns:a16="http://schemas.microsoft.com/office/drawing/2014/main" id="{B8231C68-C247-11ED-DAEA-5CAC7C439C20}"/>
                  </a:ext>
                </a:extLst>
              </p14:cNvPr>
              <p14:cNvContentPartPr/>
              <p14:nvPr/>
            </p14:nvContentPartPr>
            <p14:xfrm>
              <a:off x="573840" y="885600"/>
              <a:ext cx="7727400" cy="3576600"/>
            </p14:xfrm>
          </p:contentPart>
        </mc:Choice>
        <mc:Fallback xmlns="">
          <p:pic>
            <p:nvPicPr>
              <p:cNvPr id="15" name="Ink 14">
                <a:extLst>
                  <a:ext uri="{FF2B5EF4-FFF2-40B4-BE49-F238E27FC236}">
                    <a16:creationId xmlns:a16="http://schemas.microsoft.com/office/drawing/2014/main" id="{B8231C68-C247-11ED-DAEA-5CAC7C439C20}"/>
                  </a:ext>
                </a:extLst>
              </p:cNvPr>
              <p:cNvPicPr/>
              <p:nvPr/>
            </p:nvPicPr>
            <p:blipFill>
              <a:blip r:embed="rId17"/>
              <a:stretch>
                <a:fillRect/>
              </a:stretch>
            </p:blipFill>
            <p:spPr>
              <a:xfrm>
                <a:off x="564480" y="876240"/>
                <a:ext cx="7746120" cy="3595320"/>
              </a:xfrm>
              <a:prstGeom prst="rect">
                <a:avLst/>
              </a:prstGeom>
            </p:spPr>
          </p:pic>
        </mc:Fallback>
      </mc:AlternateContent>
    </p:spTree>
    <p:extLst>
      <p:ext uri="{BB962C8B-B14F-4D97-AF65-F5344CB8AC3E}">
        <p14:creationId xmlns:p14="http://schemas.microsoft.com/office/powerpoint/2010/main" val="1053196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Linguistic Variables and Hedges</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2" name="TextBox 1">
            <a:extLst>
              <a:ext uri="{FF2B5EF4-FFF2-40B4-BE49-F238E27FC236}">
                <a16:creationId xmlns:a16="http://schemas.microsoft.com/office/drawing/2014/main" id="{E3557D00-50C6-7D21-B888-1027CE8D2317}"/>
              </a:ext>
            </a:extLst>
          </p:cNvPr>
          <p:cNvSpPr txBox="1"/>
          <p:nvPr/>
        </p:nvSpPr>
        <p:spPr>
          <a:xfrm>
            <a:off x="186595" y="725091"/>
            <a:ext cx="8672097" cy="1785104"/>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For (c), hedges are applied on primary terms to realise 4 (strictly speaking 3) processes.</a:t>
            </a:r>
          </a:p>
          <a:p>
            <a:pPr lvl="0" algn="just">
              <a:spcBef>
                <a:spcPts val="600"/>
              </a:spcBef>
              <a:spcAft>
                <a:spcPts val="600"/>
              </a:spcAft>
              <a:buFont typeface="Symbol" panose="05050102010706020507" pitchFamily="18" charset="2"/>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Intensification or Concentration</a:t>
            </a:r>
          </a:p>
          <a:p>
            <a:pPr lvl="0" algn="just">
              <a:spcBef>
                <a:spcPts val="600"/>
              </a:spcBef>
              <a:spcAft>
                <a:spcPts val="600"/>
              </a:spcAft>
              <a:buFont typeface="Symbol" panose="05050102010706020507" pitchFamily="18" charset="2"/>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Dilation</a:t>
            </a:r>
          </a:p>
          <a:p>
            <a:pPr lvl="0" algn="just">
              <a:spcBef>
                <a:spcPts val="600"/>
              </a:spcBef>
              <a:spcAft>
                <a:spcPts val="600"/>
              </a:spcAft>
              <a:buFont typeface="Symbol" panose="05050102010706020507" pitchFamily="18" charset="2"/>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Fuzzification</a:t>
            </a:r>
          </a:p>
          <a:p>
            <a:pPr algn="just">
              <a:spcBef>
                <a:spcPts val="600"/>
              </a:spcBef>
              <a:spcAft>
                <a:spcPts val="600"/>
              </a:spcAft>
              <a:tabLst>
                <a:tab pos="3616325" algn="l"/>
              </a:tabLst>
            </a:pPr>
            <a:endParaRPr lang="en-GB" sz="1400" dirty="0">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p:grpSp>
        <p:nvGrpSpPr>
          <p:cNvPr id="12" name="Group 11">
            <a:extLst>
              <a:ext uri="{FF2B5EF4-FFF2-40B4-BE49-F238E27FC236}">
                <a16:creationId xmlns:a16="http://schemas.microsoft.com/office/drawing/2014/main" id="{BA3535F7-DED7-1FC8-306F-CA826F552BB5}"/>
              </a:ext>
            </a:extLst>
          </p:cNvPr>
          <p:cNvGrpSpPr/>
          <p:nvPr/>
        </p:nvGrpSpPr>
        <p:grpSpPr>
          <a:xfrm>
            <a:off x="2025958" y="1978575"/>
            <a:ext cx="5092083" cy="2320783"/>
            <a:chOff x="12399" y="0"/>
            <a:chExt cx="3729922" cy="2238405"/>
          </a:xfrm>
        </p:grpSpPr>
        <p:cxnSp>
          <p:nvCxnSpPr>
            <p:cNvPr id="13" name="Straight Arrow Connector 12">
              <a:extLst>
                <a:ext uri="{FF2B5EF4-FFF2-40B4-BE49-F238E27FC236}">
                  <a16:creationId xmlns:a16="http://schemas.microsoft.com/office/drawing/2014/main" id="{B14962E6-B923-B22E-FE9B-0056715FCFC2}"/>
                </a:ext>
              </a:extLst>
            </p:cNvPr>
            <p:cNvCxnSpPr/>
            <p:nvPr/>
          </p:nvCxnSpPr>
          <p:spPr>
            <a:xfrm flipH="1" flipV="1">
              <a:off x="12399" y="0"/>
              <a:ext cx="1010" cy="2238405"/>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1B8067B5-5195-8D59-43BA-EE7DDCBCC8D4}"/>
                </a:ext>
              </a:extLst>
            </p:cNvPr>
            <p:cNvCxnSpPr/>
            <p:nvPr/>
          </p:nvCxnSpPr>
          <p:spPr>
            <a:xfrm flipV="1">
              <a:off x="17308" y="2212444"/>
              <a:ext cx="3725013" cy="1762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xmlns:p14="http://schemas.microsoft.com/office/powerpoint/2010/main">
        <mc:Choice Requires="p14">
          <p:contentPart p14:bwMode="auto" r:id="rId16">
            <p14:nvContentPartPr>
              <p14:cNvPr id="3" name="Ink 2">
                <a:extLst>
                  <a:ext uri="{FF2B5EF4-FFF2-40B4-BE49-F238E27FC236}">
                    <a16:creationId xmlns:a16="http://schemas.microsoft.com/office/drawing/2014/main" id="{287AE40D-8D55-97EB-AD69-CDC6344E9066}"/>
                  </a:ext>
                </a:extLst>
              </p14:cNvPr>
              <p14:cNvContentPartPr/>
              <p14:nvPr/>
            </p14:nvContentPartPr>
            <p14:xfrm>
              <a:off x="1225800" y="1558080"/>
              <a:ext cx="5817600" cy="3183840"/>
            </p14:xfrm>
          </p:contentPart>
        </mc:Choice>
        <mc:Fallback xmlns="">
          <p:pic>
            <p:nvPicPr>
              <p:cNvPr id="3" name="Ink 2">
                <a:extLst>
                  <a:ext uri="{FF2B5EF4-FFF2-40B4-BE49-F238E27FC236}">
                    <a16:creationId xmlns:a16="http://schemas.microsoft.com/office/drawing/2014/main" id="{287AE40D-8D55-97EB-AD69-CDC6344E9066}"/>
                  </a:ext>
                </a:extLst>
              </p:cNvPr>
              <p:cNvPicPr/>
              <p:nvPr/>
            </p:nvPicPr>
            <p:blipFill>
              <a:blip r:embed="rId17"/>
              <a:stretch>
                <a:fillRect/>
              </a:stretch>
            </p:blipFill>
            <p:spPr>
              <a:xfrm>
                <a:off x="1216440" y="1548720"/>
                <a:ext cx="5836320" cy="3202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8">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9"/>
              <a:stretch>
                <a:fillRect/>
              </a:stretch>
            </p:blipFill>
            <p:spPr>
              <a:xfrm>
                <a:off x="754084" y="3791957"/>
                <a:ext cx="20160" cy="20880"/>
              </a:xfrm>
              <a:prstGeom prst="rect">
                <a:avLst/>
              </a:prstGeom>
            </p:spPr>
          </p:pic>
        </mc:Fallback>
      </mc:AlternateContent>
    </p:spTree>
    <p:extLst>
      <p:ext uri="{BB962C8B-B14F-4D97-AF65-F5344CB8AC3E}">
        <p14:creationId xmlns:p14="http://schemas.microsoft.com/office/powerpoint/2010/main" val="1040116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Linguistic Variables and Hedges</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E3557D00-50C6-7D21-B888-1027CE8D2317}"/>
                  </a:ext>
                </a:extLst>
              </p:cNvPr>
              <p:cNvSpPr txBox="1"/>
              <p:nvPr/>
            </p:nvSpPr>
            <p:spPr>
              <a:xfrm>
                <a:off x="186595" y="725091"/>
                <a:ext cx="8672097" cy="1797415"/>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Example 1</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The operator ‘very’ is a concentration (intensification) operator, which can be defined as </a:t>
                </a: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𝑉𝑒𝑟𝑦</m:t>
                      </m:r>
                      <m:d>
                        <m:d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dPr>
                        <m:e>
                          <m:r>
                            <a:rPr lang="en-GB" sz="1400" i="1">
                              <a:effectLst/>
                              <a:latin typeface="Cambria Math" panose="02040503050406030204" pitchFamily="18" charset="0"/>
                              <a:ea typeface="DengXian" panose="02010600030101010101" pitchFamily="2" charset="-122"/>
                              <a:cs typeface="Calibri" panose="020F0502020204030204" pitchFamily="34" charset="0"/>
                            </a:rPr>
                            <m:t>𝑢</m:t>
                          </m:r>
                        </m:e>
                      </m:d>
                      <m:r>
                        <a:rPr lang="en-GB" sz="1400" i="1">
                          <a:effectLst/>
                          <a:latin typeface="Cambria Math" panose="02040503050406030204" pitchFamily="18" charset="0"/>
                          <a:ea typeface="DengXian" panose="02010600030101010101" pitchFamily="2" charset="-122"/>
                          <a:cs typeface="Calibri" panose="020F0502020204030204" pitchFamily="34" charset="0"/>
                        </a:rPr>
                        <m:t>=</m:t>
                      </m:r>
                      <m:sSup>
                        <m:sSup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pPr>
                        <m:e>
                          <m:r>
                            <a:rPr lang="en-GB" sz="1400" i="1">
                              <a:effectLst/>
                              <a:latin typeface="Cambria Math" panose="02040503050406030204" pitchFamily="18" charset="0"/>
                              <a:ea typeface="DengXian" panose="02010600030101010101" pitchFamily="2" charset="-122"/>
                              <a:cs typeface="Calibri" panose="020F0502020204030204" pitchFamily="34" charset="0"/>
                            </a:rPr>
                            <m:t>𝑢</m:t>
                          </m:r>
                        </m:e>
                        <m:sup>
                          <m:r>
                            <a:rPr lang="en-GB" sz="1400" i="1">
                              <a:effectLst/>
                              <a:latin typeface="Cambria Math" panose="02040503050406030204" pitchFamily="18" charset="0"/>
                              <a:ea typeface="DengXian" panose="02010600030101010101" pitchFamily="2" charset="-122"/>
                              <a:cs typeface="Calibri" panose="020F0502020204030204" pitchFamily="34" charset="0"/>
                            </a:rPr>
                            <m:t>2</m:t>
                          </m:r>
                        </m:sup>
                      </m:sSup>
                      <m:r>
                        <a:rPr lang="en-GB" sz="1400" i="1">
                          <a:effectLst/>
                          <a:latin typeface="Cambria Math" panose="02040503050406030204" pitchFamily="18" charset="0"/>
                          <a:ea typeface="DengXian" panose="02010600030101010101" pitchFamily="2" charset="-122"/>
                          <a:cs typeface="Calibri" panose="020F0502020204030204" pitchFamily="34" charset="0"/>
                        </a:rPr>
                        <m:t> </m:t>
                      </m:r>
                    </m:oMath>
                  </m:oMathPara>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Determine the fuzzy set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𝑉𝑒𝑟𝑦</m:t>
                    </m:r>
                    <m:d>
                      <m:d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dPr>
                      <m:e>
                        <m:r>
                          <a:rPr lang="en-GB" sz="1400" i="1">
                            <a:effectLst/>
                            <a:latin typeface="Cambria Math" panose="02040503050406030204" pitchFamily="18" charset="0"/>
                            <a:ea typeface="DengXian" panose="02010600030101010101" pitchFamily="2" charset="-122"/>
                            <a:cs typeface="Calibri" panose="020F0502020204030204" pitchFamily="34" charset="0"/>
                          </a:rPr>
                          <m:t>𝑉𝑒𝑟𝑦</m:t>
                        </m:r>
                        <m:d>
                          <m:d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dPr>
                          <m:e>
                            <m:r>
                              <a:rPr lang="en-GB" sz="1400" i="1">
                                <a:effectLst/>
                                <a:latin typeface="Cambria Math" panose="02040503050406030204" pitchFamily="18" charset="0"/>
                                <a:ea typeface="DengXian" panose="02010600030101010101" pitchFamily="2" charset="-122"/>
                                <a:cs typeface="Calibri" panose="020F0502020204030204" pitchFamily="34" charset="0"/>
                              </a:rPr>
                              <m:t>𝑢</m:t>
                            </m:r>
                          </m:e>
                        </m:d>
                      </m:e>
                    </m:d>
                  </m:oMath>
                </a14:m>
                <a:r>
                  <a:rPr lang="en-GB" sz="1400" dirty="0">
                    <a:effectLst/>
                    <a:latin typeface="Calibri" panose="020F0502020204030204" pitchFamily="34" charset="0"/>
                    <a:ea typeface="Calibri" panose="020F0502020204030204" pitchFamily="34" charset="0"/>
                    <a:cs typeface="Calibri" panose="020F0502020204030204" pitchFamily="34" charset="0"/>
                  </a:rPr>
                  <a:t>, and illustrate it graphically. </a:t>
                </a:r>
              </a:p>
              <a:p>
                <a:pPr algn="just">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rPr>
                  <a:t>Solution</a:t>
                </a:r>
                <a:endParaRPr lang="en-GB" sz="1400" dirty="0">
                  <a:latin typeface="Calibri" panose="020F0502020204030204" pitchFamily="34" charset="0"/>
                  <a:ea typeface="Calibri" panose="020F0502020204030204" pitchFamily="34" charset="0"/>
                  <a:cs typeface="Calibri" panose="020F0502020204030204" pitchFamily="34" charset="0"/>
                </a:endParaRPr>
              </a:p>
            </p:txBody>
          </p:sp>
        </mc:Choice>
        <mc:Fallback xmlns="">
          <p:sp>
            <p:nvSpPr>
              <p:cNvPr id="2" name="TextBox 1">
                <a:extLst>
                  <a:ext uri="{FF2B5EF4-FFF2-40B4-BE49-F238E27FC236}">
                    <a16:creationId xmlns:a16="http://schemas.microsoft.com/office/drawing/2014/main" id="{E3557D00-50C6-7D21-B888-1027CE8D2317}"/>
                  </a:ext>
                </a:extLst>
              </p:cNvPr>
              <p:cNvSpPr txBox="1">
                <a:spLocks noRot="1" noChangeAspect="1" noMove="1" noResize="1" noEditPoints="1" noAdjustHandles="1" noChangeArrowheads="1" noChangeShapeType="1" noTextEdit="1"/>
              </p:cNvSpPr>
              <p:nvPr/>
            </p:nvSpPr>
            <p:spPr>
              <a:xfrm>
                <a:off x="186595" y="725091"/>
                <a:ext cx="8672097" cy="1797415"/>
              </a:xfrm>
              <a:prstGeom prst="rect">
                <a:avLst/>
              </a:prstGeom>
              <a:blipFill>
                <a:blip r:embed="rId3"/>
                <a:stretch>
                  <a:fillRect l="-211" t="-678"/>
                </a:stretch>
              </a:blipFill>
            </p:spPr>
            <p:txBody>
              <a:bodyPr/>
              <a:lstStyle/>
              <a:p>
                <a:r>
                  <a:rPr lang="en-GB">
                    <a:noFill/>
                  </a:rPr>
                  <a:t> </a:t>
                </a:r>
              </a:p>
            </p:txBody>
          </p:sp>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mc:AlternateContent xmlns:mc="http://schemas.openxmlformats.org/markup-compatibility/2006" xmlns:p14="http://schemas.microsoft.com/office/powerpoint/2010/main">
        <mc:Choice Requires="p14">
          <p:contentPart p14:bwMode="auto" r:id="rId18">
            <p14:nvContentPartPr>
              <p14:cNvPr id="15" name="Ink 14">
                <a:extLst>
                  <a:ext uri="{FF2B5EF4-FFF2-40B4-BE49-F238E27FC236}">
                    <a16:creationId xmlns:a16="http://schemas.microsoft.com/office/drawing/2014/main" id="{8885D6D3-C598-2766-9918-994CAB9D731D}"/>
                  </a:ext>
                </a:extLst>
              </p14:cNvPr>
              <p14:cNvContentPartPr/>
              <p14:nvPr/>
            </p14:nvContentPartPr>
            <p14:xfrm>
              <a:off x="1812240" y="2715120"/>
              <a:ext cx="4899240" cy="905760"/>
            </p14:xfrm>
          </p:contentPart>
        </mc:Choice>
        <mc:Fallback xmlns="">
          <p:pic>
            <p:nvPicPr>
              <p:cNvPr id="15" name="Ink 14">
                <a:extLst>
                  <a:ext uri="{FF2B5EF4-FFF2-40B4-BE49-F238E27FC236}">
                    <a16:creationId xmlns:a16="http://schemas.microsoft.com/office/drawing/2014/main" id="{8885D6D3-C598-2766-9918-994CAB9D731D}"/>
                  </a:ext>
                </a:extLst>
              </p:cNvPr>
              <p:cNvPicPr/>
              <p:nvPr/>
            </p:nvPicPr>
            <p:blipFill>
              <a:blip r:embed="rId19"/>
              <a:stretch>
                <a:fillRect/>
              </a:stretch>
            </p:blipFill>
            <p:spPr>
              <a:xfrm>
                <a:off x="1802880" y="2705760"/>
                <a:ext cx="4917960" cy="924480"/>
              </a:xfrm>
              <a:prstGeom prst="rect">
                <a:avLst/>
              </a:prstGeom>
            </p:spPr>
          </p:pic>
        </mc:Fallback>
      </mc:AlternateContent>
    </p:spTree>
    <p:extLst>
      <p:ext uri="{BB962C8B-B14F-4D97-AF65-F5344CB8AC3E}">
        <p14:creationId xmlns:p14="http://schemas.microsoft.com/office/powerpoint/2010/main" val="8452123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Linguistic Variables and Hedges</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3557D00-50C6-7D21-B888-1027CE8D2317}"/>
                  </a:ext>
                </a:extLst>
              </p:cNvPr>
              <p:cNvSpPr txBox="1"/>
              <p:nvPr/>
            </p:nvSpPr>
            <p:spPr>
              <a:xfrm>
                <a:off x="186595" y="725091"/>
                <a:ext cx="8672097" cy="2252091"/>
              </a:xfrm>
              <a:prstGeom prst="rect">
                <a:avLst/>
              </a:prstGeom>
              <a:noFill/>
            </p:spPr>
            <p:txBody>
              <a:bodyPr wrap="square">
                <a:spAutoFit/>
              </a:bodyPr>
              <a:lstStyle/>
              <a:p>
                <a:pPr>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Example 2 </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Consider a fuzzy set of ‘short pencil’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𝐴</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as:</a:t>
                </a:r>
              </a:p>
              <a:p>
                <a:pPr algn="just">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𝐴</m:t>
                      </m:r>
                      <m:r>
                        <a:rPr lang="en-GB" sz="1400" i="1">
                          <a:effectLst/>
                          <a:latin typeface="Cambria Math" panose="02040503050406030204" pitchFamily="18" charset="0"/>
                          <a:ea typeface="DengXian" panose="02010600030101010101" pitchFamily="2" charset="-122"/>
                          <a:cs typeface="Calibri" panose="020F0502020204030204" pitchFamily="34" charset="0"/>
                        </a:rPr>
                        <m:t>=</m:t>
                      </m:r>
                      <m:d>
                        <m:dPr>
                          <m:begChr m:val="{"/>
                          <m:endChr m:val="}"/>
                          <m:ctrlPr>
                            <a:rPr lang="en-GB" sz="1400" i="1">
                              <a:effectLst/>
                              <a:latin typeface="Cambria Math" panose="02040503050406030204" pitchFamily="18" charset="0"/>
                              <a:ea typeface="DengXian" panose="02010600030101010101" pitchFamily="2" charset="-122"/>
                              <a:cs typeface="Calibri" panose="020F0502020204030204" pitchFamily="34" charset="0"/>
                            </a:rPr>
                          </m:ctrlPr>
                        </m:dPr>
                        <m:e>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0.20</m:t>
                              </m:r>
                            </m:num>
                            <m:den>
                              <m:r>
                                <a:rPr lang="en-GB" sz="1400" i="1">
                                  <a:effectLst/>
                                  <a:latin typeface="Cambria Math" panose="02040503050406030204" pitchFamily="18" charset="0"/>
                                  <a:ea typeface="DengXian" panose="02010600030101010101" pitchFamily="2" charset="-122"/>
                                  <a:cs typeface="Calibri" panose="020F0502020204030204" pitchFamily="34" charset="0"/>
                                </a:rPr>
                                <m:t>𝑃𝑒𝑛𝑐𝑖𝑙</m:t>
                              </m:r>
                              <m:r>
                                <a:rPr lang="en-GB" sz="1400" i="1">
                                  <a:effectLst/>
                                  <a:latin typeface="Cambria Math" panose="02040503050406030204" pitchFamily="18" charset="0"/>
                                  <a:ea typeface="DengXian" panose="02010600030101010101" pitchFamily="2" charset="-122"/>
                                  <a:cs typeface="Calibri" panose="020F0502020204030204" pitchFamily="34" charset="0"/>
                                </a:rPr>
                                <m:t> 1</m:t>
                              </m:r>
                            </m:den>
                          </m:f>
                          <m:r>
                            <a:rPr lang="en-GB" sz="14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0.5</m:t>
                              </m:r>
                            </m:num>
                            <m:den>
                              <m:r>
                                <a:rPr lang="en-GB" sz="1400" i="1">
                                  <a:effectLst/>
                                  <a:latin typeface="Cambria Math" panose="02040503050406030204" pitchFamily="18" charset="0"/>
                                  <a:ea typeface="DengXian" panose="02010600030101010101" pitchFamily="2" charset="-122"/>
                                  <a:cs typeface="Calibri" panose="020F0502020204030204" pitchFamily="34" charset="0"/>
                                </a:rPr>
                                <m:t>𝑃𝑒𝑛𝑐𝑖𝑙</m:t>
                              </m:r>
                              <m:r>
                                <a:rPr lang="en-GB" sz="1400" i="1">
                                  <a:effectLst/>
                                  <a:latin typeface="Cambria Math" panose="02040503050406030204" pitchFamily="18" charset="0"/>
                                  <a:ea typeface="DengXian" panose="02010600030101010101" pitchFamily="2" charset="-122"/>
                                  <a:cs typeface="Calibri" panose="020F0502020204030204" pitchFamily="34" charset="0"/>
                                </a:rPr>
                                <m:t> 2</m:t>
                              </m:r>
                            </m:den>
                          </m:f>
                          <m:r>
                            <a:rPr lang="en-GB" sz="14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1</m:t>
                              </m:r>
                            </m:num>
                            <m:den>
                              <m:r>
                                <a:rPr lang="en-GB" sz="1400" i="1">
                                  <a:effectLst/>
                                  <a:latin typeface="Cambria Math" panose="02040503050406030204" pitchFamily="18" charset="0"/>
                                  <a:ea typeface="DengXian" panose="02010600030101010101" pitchFamily="2" charset="-122"/>
                                  <a:cs typeface="Calibri" panose="020F0502020204030204" pitchFamily="34" charset="0"/>
                                </a:rPr>
                                <m:t>𝑃𝑒𝑛𝑐𝑖𝑙</m:t>
                              </m:r>
                              <m:r>
                                <a:rPr lang="en-GB" sz="1400" i="1">
                                  <a:effectLst/>
                                  <a:latin typeface="Cambria Math" panose="02040503050406030204" pitchFamily="18" charset="0"/>
                                  <a:ea typeface="DengXian" panose="02010600030101010101" pitchFamily="2" charset="-122"/>
                                  <a:cs typeface="Calibri" panose="020F0502020204030204" pitchFamily="34" charset="0"/>
                                </a:rPr>
                                <m:t> 3</m:t>
                              </m:r>
                            </m:den>
                          </m:f>
                          <m:r>
                            <a:rPr lang="en-GB" sz="14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1</m:t>
                              </m:r>
                            </m:num>
                            <m:den>
                              <m:r>
                                <a:rPr lang="en-GB" sz="1400" i="1">
                                  <a:effectLst/>
                                  <a:latin typeface="Cambria Math" panose="02040503050406030204" pitchFamily="18" charset="0"/>
                                  <a:ea typeface="DengXian" panose="02010600030101010101" pitchFamily="2" charset="-122"/>
                                  <a:cs typeface="Calibri" panose="020F0502020204030204" pitchFamily="34" charset="0"/>
                                </a:rPr>
                                <m:t>𝑃𝑒𝑛𝑐𝑖𝑙</m:t>
                              </m:r>
                              <m:r>
                                <a:rPr lang="en-GB" sz="1400" i="1">
                                  <a:effectLst/>
                                  <a:latin typeface="Cambria Math" panose="02040503050406030204" pitchFamily="18" charset="0"/>
                                  <a:ea typeface="DengXian" panose="02010600030101010101" pitchFamily="2" charset="-122"/>
                                  <a:cs typeface="Calibri" panose="020F0502020204030204" pitchFamily="34" charset="0"/>
                                </a:rPr>
                                <m:t> 4</m:t>
                              </m:r>
                            </m:den>
                          </m:f>
                          <m:r>
                            <a:rPr lang="en-GB" sz="14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0.9</m:t>
                              </m:r>
                            </m:num>
                            <m:den>
                              <m:r>
                                <a:rPr lang="en-GB" sz="1400" i="1">
                                  <a:effectLst/>
                                  <a:latin typeface="Cambria Math" panose="02040503050406030204" pitchFamily="18" charset="0"/>
                                  <a:ea typeface="DengXian" panose="02010600030101010101" pitchFamily="2" charset="-122"/>
                                  <a:cs typeface="Calibri" panose="020F0502020204030204" pitchFamily="34" charset="0"/>
                                </a:rPr>
                                <m:t>𝑃𝑒𝑛𝑐𝑖𝑙</m:t>
                              </m:r>
                              <m:r>
                                <a:rPr lang="en-GB" sz="1400" i="1">
                                  <a:effectLst/>
                                  <a:latin typeface="Cambria Math" panose="02040503050406030204" pitchFamily="18" charset="0"/>
                                  <a:ea typeface="DengXian" panose="02010600030101010101" pitchFamily="2" charset="-122"/>
                                  <a:cs typeface="Calibri" panose="020F0502020204030204" pitchFamily="34" charset="0"/>
                                </a:rPr>
                                <m:t> 5</m:t>
                              </m:r>
                            </m:den>
                          </m:f>
                        </m:e>
                      </m:d>
                    </m:oMath>
                  </m:oMathPara>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Determine the fuzzy set ‘Very short pencils’. Now define a new linguistic hedge which ‘</a:t>
                </a:r>
                <a:r>
                  <a:rPr lang="en-GB" sz="1400" dirty="0" err="1">
                    <a:effectLst/>
                    <a:latin typeface="Calibri" panose="020F0502020204030204" pitchFamily="34" charset="0"/>
                    <a:ea typeface="Calibri" panose="020F0502020204030204" pitchFamily="34" charset="0"/>
                    <a:cs typeface="Calibri" panose="020F0502020204030204" pitchFamily="34" charset="0"/>
                  </a:rPr>
                  <a:t>fuzzifies</a:t>
                </a:r>
                <a:r>
                  <a:rPr lang="en-GB" sz="1400" dirty="0">
                    <a:effectLst/>
                    <a:latin typeface="Calibri" panose="020F0502020204030204" pitchFamily="34" charset="0"/>
                    <a:ea typeface="Calibri" panose="020F0502020204030204" pitchFamily="34" charset="0"/>
                    <a:cs typeface="Calibri" panose="020F0502020204030204" pitchFamily="34" charset="0"/>
                  </a:rPr>
                  <a:t>’ as: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h𝑒𝑑𝑔𝑒</m:t>
                    </m:r>
                    <m:r>
                      <a:rPr lang="en-GB" sz="1400" i="1">
                        <a:effectLst/>
                        <a:latin typeface="Cambria Math" panose="02040503050406030204" pitchFamily="18" charset="0"/>
                        <a:ea typeface="DengXian" panose="02010600030101010101" pitchFamily="2" charset="-122"/>
                        <a:cs typeface="Calibri" panose="020F0502020204030204" pitchFamily="34" charset="0"/>
                      </a:rPr>
                      <m:t>1</m:t>
                    </m:r>
                    <m:d>
                      <m:d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dPr>
                      <m:e>
                        <m:r>
                          <a:rPr lang="en-GB" sz="1400" i="1">
                            <a:effectLst/>
                            <a:latin typeface="Cambria Math" panose="02040503050406030204" pitchFamily="18" charset="0"/>
                            <a:ea typeface="DengXian" panose="02010600030101010101" pitchFamily="2" charset="-122"/>
                            <a:cs typeface="Calibri" panose="020F0502020204030204" pitchFamily="34" charset="0"/>
                          </a:rPr>
                          <m:t>𝑢</m:t>
                        </m:r>
                      </m:e>
                    </m:d>
                    <m:r>
                      <a:rPr lang="en-GB" sz="1400" i="1">
                        <a:effectLst/>
                        <a:latin typeface="Cambria Math" panose="02040503050406030204" pitchFamily="18" charset="0"/>
                        <a:ea typeface="DengXian" panose="02010600030101010101" pitchFamily="2" charset="-122"/>
                        <a:cs typeface="Calibri" panose="020F0502020204030204" pitchFamily="34" charset="0"/>
                      </a:rPr>
                      <m:t>=</m:t>
                    </m:r>
                    <m:sSup>
                      <m:sSup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sSupPr>
                      <m:e>
                        <m:r>
                          <a:rPr lang="en-GB" sz="1400" i="1">
                            <a:effectLst/>
                            <a:latin typeface="Cambria Math" panose="02040503050406030204" pitchFamily="18" charset="0"/>
                            <a:ea typeface="DengXian" panose="02010600030101010101" pitchFamily="2" charset="-122"/>
                            <a:cs typeface="Calibri" panose="020F0502020204030204" pitchFamily="34" charset="0"/>
                          </a:rPr>
                          <m:t>𝑢</m:t>
                        </m:r>
                      </m:e>
                      <m:sup>
                        <m:f>
                          <m:fPr>
                            <m:ctrlPr>
                              <a:rPr lang="en-GB" sz="14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400" i="1">
                                <a:effectLst/>
                                <a:latin typeface="Cambria Math" panose="02040503050406030204" pitchFamily="18" charset="0"/>
                                <a:ea typeface="DengXian" panose="02010600030101010101" pitchFamily="2" charset="-122"/>
                                <a:cs typeface="Calibri" panose="020F0502020204030204" pitchFamily="34" charset="0"/>
                              </a:rPr>
                              <m:t>1</m:t>
                            </m:r>
                          </m:num>
                          <m:den>
                            <m:r>
                              <a:rPr lang="en-GB" sz="1400" i="1">
                                <a:effectLst/>
                                <a:latin typeface="Cambria Math" panose="02040503050406030204" pitchFamily="18" charset="0"/>
                                <a:ea typeface="DengXian" panose="02010600030101010101" pitchFamily="2" charset="-122"/>
                                <a:cs typeface="Calibri" panose="020F0502020204030204" pitchFamily="34" charset="0"/>
                              </a:rPr>
                              <m:t>2</m:t>
                            </m:r>
                          </m:den>
                        </m:f>
                      </m:sup>
                    </m:sSup>
                  </m:oMath>
                </a14:m>
                <a:r>
                  <a:rPr lang="en-GB" sz="1400" dirty="0">
                    <a:effectLst/>
                    <a:latin typeface="Calibri" panose="020F0502020204030204" pitchFamily="34" charset="0"/>
                    <a:ea typeface="Calibri" panose="020F0502020204030204" pitchFamily="34" charset="0"/>
                    <a:cs typeface="Calibri" panose="020F0502020204030204" pitchFamily="34" charset="0"/>
                  </a:rPr>
                  <a:t>, determine the fuzzy set ‘hedge1 pencil’. Illustrate these two fuzzy sets graphically. What is the linguistic meaning of ‘hedge1’?</a:t>
                </a:r>
              </a:p>
              <a:p>
                <a:pPr algn="just">
                  <a:spcAft>
                    <a:spcPts val="600"/>
                  </a:spcAft>
                  <a:tabLst>
                    <a:tab pos="3616325" algn="l"/>
                  </a:tabLst>
                </a:pPr>
                <a:r>
                  <a:rPr lang="en-GB" sz="1400" b="1" dirty="0">
                    <a:latin typeface="Calibri" panose="020F0502020204030204" pitchFamily="34" charset="0"/>
                    <a:ea typeface="Calibri" panose="020F0502020204030204" pitchFamily="34" charset="0"/>
                    <a:cs typeface="Calibri" panose="020F0502020204030204" pitchFamily="34" charset="0"/>
                  </a:rPr>
                  <a:t>Solution</a:t>
                </a:r>
                <a:endParaRPr lang="en-GB" sz="1400" b="1" dirty="0">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2" name="TextBox 1">
                <a:extLst>
                  <a:ext uri="{FF2B5EF4-FFF2-40B4-BE49-F238E27FC236}">
                    <a16:creationId xmlns:a16="http://schemas.microsoft.com/office/drawing/2014/main" id="{E3557D00-50C6-7D21-B888-1027CE8D2317}"/>
                  </a:ext>
                </a:extLst>
              </p:cNvPr>
              <p:cNvSpPr txBox="1">
                <a:spLocks noRot="1" noChangeAspect="1" noMove="1" noResize="1" noEditPoints="1" noAdjustHandles="1" noChangeArrowheads="1" noChangeShapeType="1" noTextEdit="1"/>
              </p:cNvSpPr>
              <p:nvPr/>
            </p:nvSpPr>
            <p:spPr>
              <a:xfrm>
                <a:off x="186595" y="725091"/>
                <a:ext cx="8672097" cy="2252091"/>
              </a:xfrm>
              <a:prstGeom prst="rect">
                <a:avLst/>
              </a:prstGeom>
              <a:blipFill>
                <a:blip r:embed="rId3"/>
                <a:stretch>
                  <a:fillRect l="-211" t="-542" r="-211" b="-1897"/>
                </a:stretch>
              </a:blipFill>
            </p:spPr>
            <p:txBody>
              <a:bodyPr/>
              <a:lstStyle/>
              <a:p>
                <a:r>
                  <a:rPr lang="en-GB">
                    <a:noFill/>
                  </a:rPr>
                  <a:t> </a:t>
                </a:r>
              </a:p>
            </p:txBody>
          </p:sp>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3" name="Ink 2">
                <a:extLst>
                  <a:ext uri="{FF2B5EF4-FFF2-40B4-BE49-F238E27FC236}">
                    <a16:creationId xmlns:a16="http://schemas.microsoft.com/office/drawing/2014/main" id="{DD157179-B2E6-037B-60F7-1AB69683E71E}"/>
                  </a:ext>
                </a:extLst>
              </p14:cNvPr>
              <p14:cNvContentPartPr/>
              <p14:nvPr/>
            </p14:nvContentPartPr>
            <p14:xfrm>
              <a:off x="1202760" y="2487600"/>
              <a:ext cx="7635600" cy="1900080"/>
            </p14:xfrm>
          </p:contentPart>
        </mc:Choice>
        <mc:Fallback>
          <p:pic>
            <p:nvPicPr>
              <p:cNvPr id="3" name="Ink 2">
                <a:extLst>
                  <a:ext uri="{FF2B5EF4-FFF2-40B4-BE49-F238E27FC236}">
                    <a16:creationId xmlns:a16="http://schemas.microsoft.com/office/drawing/2014/main" id="{DD157179-B2E6-037B-60F7-1AB69683E71E}"/>
                  </a:ext>
                </a:extLst>
              </p:cNvPr>
              <p:cNvPicPr/>
              <p:nvPr/>
            </p:nvPicPr>
            <p:blipFill>
              <a:blip r:embed="rId19"/>
              <a:stretch>
                <a:fillRect/>
              </a:stretch>
            </p:blipFill>
            <p:spPr>
              <a:xfrm>
                <a:off x="1193400" y="2478240"/>
                <a:ext cx="7654320" cy="1918800"/>
              </a:xfrm>
              <a:prstGeom prst="rect">
                <a:avLst/>
              </a:prstGeom>
            </p:spPr>
          </p:pic>
        </mc:Fallback>
      </mc:AlternateContent>
    </p:spTree>
    <p:extLst>
      <p:ext uri="{BB962C8B-B14F-4D97-AF65-F5344CB8AC3E}">
        <p14:creationId xmlns:p14="http://schemas.microsoft.com/office/powerpoint/2010/main" val="5520717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Linguistic Variables and Hedges</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2" name="TextBox 1">
            <a:extLst>
              <a:ext uri="{FF2B5EF4-FFF2-40B4-BE49-F238E27FC236}">
                <a16:creationId xmlns:a16="http://schemas.microsoft.com/office/drawing/2014/main" id="{E3557D00-50C6-7D21-B888-1027CE8D2317}"/>
              </a:ext>
            </a:extLst>
          </p:cNvPr>
          <p:cNvSpPr txBox="1"/>
          <p:nvPr/>
        </p:nvSpPr>
        <p:spPr>
          <a:xfrm>
            <a:off x="186595" y="725091"/>
            <a:ext cx="8672097" cy="600164"/>
          </a:xfrm>
          <a:prstGeom prst="rect">
            <a:avLst/>
          </a:prstGeom>
          <a:noFill/>
        </p:spPr>
        <p:txBody>
          <a:bodyPr wrap="square">
            <a:spAutoFit/>
          </a:bodyPr>
          <a:lstStyle/>
          <a:p>
            <a:pPr>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Example 2 Continued…</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r>
              <a:rPr lang="en-GB" sz="1400" b="1" dirty="0">
                <a:latin typeface="Calibri" panose="020F0502020204030204" pitchFamily="34" charset="0"/>
                <a:ea typeface="Calibri" panose="020F0502020204030204" pitchFamily="34" charset="0"/>
                <a:cs typeface="Calibri" panose="020F0502020204030204" pitchFamily="34" charset="0"/>
              </a:rPr>
              <a:t>Solution</a:t>
            </a:r>
            <a:endParaRPr lang="en-GB" sz="1400" b="1" dirty="0">
              <a:effectLst/>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p:grpSp>
        <p:nvGrpSpPr>
          <p:cNvPr id="3" name="Group 2">
            <a:extLst>
              <a:ext uri="{FF2B5EF4-FFF2-40B4-BE49-F238E27FC236}">
                <a16:creationId xmlns:a16="http://schemas.microsoft.com/office/drawing/2014/main" id="{65A26261-9221-9284-09FA-CC7F11DE37FD}"/>
              </a:ext>
            </a:extLst>
          </p:cNvPr>
          <p:cNvGrpSpPr/>
          <p:nvPr/>
        </p:nvGrpSpPr>
        <p:grpSpPr>
          <a:xfrm>
            <a:off x="1834097" y="1373892"/>
            <a:ext cx="5121039" cy="2798302"/>
            <a:chOff x="12399" y="0"/>
            <a:chExt cx="3729922" cy="2238405"/>
          </a:xfrm>
        </p:grpSpPr>
        <p:cxnSp>
          <p:nvCxnSpPr>
            <p:cNvPr id="12" name="Straight Arrow Connector 11">
              <a:extLst>
                <a:ext uri="{FF2B5EF4-FFF2-40B4-BE49-F238E27FC236}">
                  <a16:creationId xmlns:a16="http://schemas.microsoft.com/office/drawing/2014/main" id="{C0212558-54B2-C516-2D27-684988732092}"/>
                </a:ext>
              </a:extLst>
            </p:cNvPr>
            <p:cNvCxnSpPr/>
            <p:nvPr/>
          </p:nvCxnSpPr>
          <p:spPr>
            <a:xfrm flipH="1" flipV="1">
              <a:off x="12399" y="0"/>
              <a:ext cx="1010" cy="2238405"/>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A7694644-0C4F-087F-778C-2FF062D7F873}"/>
                </a:ext>
              </a:extLst>
            </p:cNvPr>
            <p:cNvCxnSpPr/>
            <p:nvPr/>
          </p:nvCxnSpPr>
          <p:spPr>
            <a:xfrm flipV="1">
              <a:off x="17308" y="2212444"/>
              <a:ext cx="3725013" cy="1762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0ADD54FD-3F15-BFC7-1A79-73A630013F8A}"/>
                  </a:ext>
                </a:extLst>
              </p14:cNvPr>
              <p14:cNvContentPartPr/>
              <p14:nvPr/>
            </p14:nvContentPartPr>
            <p14:xfrm>
              <a:off x="1422720" y="1630080"/>
              <a:ext cx="6203880" cy="2799720"/>
            </p14:xfrm>
          </p:contentPart>
        </mc:Choice>
        <mc:Fallback>
          <p:pic>
            <p:nvPicPr>
              <p:cNvPr id="14" name="Ink 13">
                <a:extLst>
                  <a:ext uri="{FF2B5EF4-FFF2-40B4-BE49-F238E27FC236}">
                    <a16:creationId xmlns:a16="http://schemas.microsoft.com/office/drawing/2014/main" id="{0ADD54FD-3F15-BFC7-1A79-73A630013F8A}"/>
                  </a:ext>
                </a:extLst>
              </p:cNvPr>
              <p:cNvPicPr/>
              <p:nvPr/>
            </p:nvPicPr>
            <p:blipFill>
              <a:blip r:embed="rId19"/>
              <a:stretch>
                <a:fillRect/>
              </a:stretch>
            </p:blipFill>
            <p:spPr>
              <a:xfrm>
                <a:off x="1413360" y="1620720"/>
                <a:ext cx="6222600" cy="28184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5" name="Ink 14">
                <a:extLst>
                  <a:ext uri="{FF2B5EF4-FFF2-40B4-BE49-F238E27FC236}">
                    <a16:creationId xmlns:a16="http://schemas.microsoft.com/office/drawing/2014/main" id="{1C9E6CF3-CA6E-1445-55A2-CA9228EA27D4}"/>
                  </a:ext>
                </a:extLst>
              </p14:cNvPr>
              <p14:cNvContentPartPr/>
              <p14:nvPr/>
            </p14:nvContentPartPr>
            <p14:xfrm>
              <a:off x="2433600" y="1199880"/>
              <a:ext cx="4244400" cy="2858760"/>
            </p14:xfrm>
          </p:contentPart>
        </mc:Choice>
        <mc:Fallback>
          <p:pic>
            <p:nvPicPr>
              <p:cNvPr id="15" name="Ink 14">
                <a:extLst>
                  <a:ext uri="{FF2B5EF4-FFF2-40B4-BE49-F238E27FC236}">
                    <a16:creationId xmlns:a16="http://schemas.microsoft.com/office/drawing/2014/main" id="{1C9E6CF3-CA6E-1445-55A2-CA9228EA27D4}"/>
                  </a:ext>
                </a:extLst>
              </p:cNvPr>
              <p:cNvPicPr/>
              <p:nvPr/>
            </p:nvPicPr>
            <p:blipFill>
              <a:blip r:embed="rId21"/>
              <a:stretch>
                <a:fillRect/>
              </a:stretch>
            </p:blipFill>
            <p:spPr>
              <a:xfrm>
                <a:off x="2424240" y="1190520"/>
                <a:ext cx="4263120" cy="2877480"/>
              </a:xfrm>
              <a:prstGeom prst="rect">
                <a:avLst/>
              </a:prstGeom>
            </p:spPr>
          </p:pic>
        </mc:Fallback>
      </mc:AlternateContent>
      <mc:AlternateContent xmlns:mc="http://schemas.openxmlformats.org/markup-compatibility/2006">
        <mc:Choice xmlns:p14="http://schemas.microsoft.com/office/powerpoint/2010/main" Requires="p14">
          <p:contentPart p14:bwMode="auto" r:id="rId22">
            <p14:nvContentPartPr>
              <p14:cNvPr id="16" name="Ink 15">
                <a:extLst>
                  <a:ext uri="{FF2B5EF4-FFF2-40B4-BE49-F238E27FC236}">
                    <a16:creationId xmlns:a16="http://schemas.microsoft.com/office/drawing/2014/main" id="{6FE99B9F-6245-EECD-E7EB-30B8447806F1}"/>
                  </a:ext>
                </a:extLst>
              </p14:cNvPr>
              <p14:cNvContentPartPr/>
              <p14:nvPr/>
            </p14:nvContentPartPr>
            <p14:xfrm>
              <a:off x="6031440" y="2155680"/>
              <a:ext cx="2900520" cy="1147680"/>
            </p14:xfrm>
          </p:contentPart>
        </mc:Choice>
        <mc:Fallback>
          <p:pic>
            <p:nvPicPr>
              <p:cNvPr id="16" name="Ink 15">
                <a:extLst>
                  <a:ext uri="{FF2B5EF4-FFF2-40B4-BE49-F238E27FC236}">
                    <a16:creationId xmlns:a16="http://schemas.microsoft.com/office/drawing/2014/main" id="{6FE99B9F-6245-EECD-E7EB-30B8447806F1}"/>
                  </a:ext>
                </a:extLst>
              </p:cNvPr>
              <p:cNvPicPr/>
              <p:nvPr/>
            </p:nvPicPr>
            <p:blipFill>
              <a:blip r:embed="rId23"/>
              <a:stretch>
                <a:fillRect/>
              </a:stretch>
            </p:blipFill>
            <p:spPr>
              <a:xfrm>
                <a:off x="6022080" y="2146320"/>
                <a:ext cx="2919240" cy="1166400"/>
              </a:xfrm>
              <a:prstGeom prst="rect">
                <a:avLst/>
              </a:prstGeom>
            </p:spPr>
          </p:pic>
        </mc:Fallback>
      </mc:AlternateContent>
    </p:spTree>
    <p:extLst>
      <p:ext uri="{BB962C8B-B14F-4D97-AF65-F5344CB8AC3E}">
        <p14:creationId xmlns:p14="http://schemas.microsoft.com/office/powerpoint/2010/main" val="40745121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Linguistic Variables and Hedges</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3557D00-50C6-7D21-B888-1027CE8D2317}"/>
                  </a:ext>
                </a:extLst>
              </p:cNvPr>
              <p:cNvSpPr txBox="1"/>
              <p:nvPr/>
            </p:nvSpPr>
            <p:spPr>
              <a:xfrm>
                <a:off x="186595" y="1128963"/>
                <a:ext cx="8672097" cy="2154436"/>
              </a:xfrm>
              <a:prstGeom prst="rect">
                <a:avLst/>
              </a:prstGeom>
              <a:noFill/>
            </p:spPr>
            <p:txBody>
              <a:bodyPr wrap="square">
                <a:spAutoFit/>
              </a:bodyPr>
              <a:lstStyle/>
              <a:p>
                <a:pPr>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We can use </a:t>
                </a:r>
                <a:r>
                  <a:rPr lang="en-GB" sz="1400" b="1" dirty="0">
                    <a:effectLst/>
                    <a:latin typeface="Calibri" panose="020F0502020204030204" pitchFamily="34" charset="0"/>
                    <a:ea typeface="Calibri" panose="020F0502020204030204" pitchFamily="34" charset="0"/>
                    <a:cs typeface="Calibri" panose="020F0502020204030204" pitchFamily="34" charset="0"/>
                  </a:rPr>
                  <a:t>more than one hedge</a:t>
                </a:r>
                <a:r>
                  <a:rPr lang="en-GB" sz="1400" dirty="0">
                    <a:effectLst/>
                    <a:latin typeface="Calibri" panose="020F0502020204030204" pitchFamily="34" charset="0"/>
                    <a:ea typeface="Calibri" panose="020F0502020204030204" pitchFamily="34" charset="0"/>
                    <a:cs typeface="Calibri" panose="020F0502020204030204" pitchFamily="34" charset="0"/>
                  </a:rPr>
                  <a:t>, for example</a:t>
                </a:r>
              </a:p>
              <a:p>
                <a:pPr marL="342900" lvl="0" indent="-342900">
                  <a:spcBef>
                    <a:spcPts val="600"/>
                  </a:spcBef>
                  <a:spcAft>
                    <a:spcPts val="600"/>
                  </a:spcAft>
                  <a:buFont typeface="Symbol" panose="05050102010706020507" pitchFamily="18" charset="2"/>
                  <a:buChar char=""/>
                  <a:tabLst>
                    <a:tab pos="3616325" algn="l"/>
                  </a:tabLst>
                </a:pPr>
                <a:r>
                  <a:rPr lang="en-GB" sz="1400" i="1" dirty="0">
                    <a:effectLst/>
                    <a:latin typeface="Calibri" panose="020F0502020204030204" pitchFamily="34" charset="0"/>
                    <a:ea typeface="Calibri" panose="020F0502020204030204" pitchFamily="34" charset="0"/>
                    <a:cs typeface="Calibri" panose="020F0502020204030204" pitchFamily="34" charset="0"/>
                  </a:rPr>
                  <a:t>Almost very fast but generally below</a:t>
                </a:r>
                <a:r>
                  <a:rPr lang="en-GB" sz="1400" dirty="0">
                    <a:effectLst/>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100 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𝑘𝑚</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h𝑟</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spcBef>
                    <a:spcPts val="600"/>
                  </a:spcBef>
                  <a:spcAft>
                    <a:spcPts val="600"/>
                  </a:spcAft>
                  <a:buFont typeface="Symbol" panose="05050102010706020507" pitchFamily="18" charset="2"/>
                  <a:buChar char=""/>
                  <a:tabLst>
                    <a:tab pos="3616325" algn="l"/>
                  </a:tabLst>
                </a:pPr>
                <a:r>
                  <a:rPr lang="en-GB" sz="1400" i="1" dirty="0">
                    <a:effectLst/>
                    <a:latin typeface="Calibri" panose="020F0502020204030204" pitchFamily="34" charset="0"/>
                    <a:ea typeface="Calibri" panose="020F0502020204030204" pitchFamily="34" charset="0"/>
                    <a:cs typeface="Calibri" panose="020F0502020204030204" pitchFamily="34" charset="0"/>
                  </a:rPr>
                  <a:t>Close to 100 m but not very high</a:t>
                </a:r>
                <a:r>
                  <a:rPr lang="en-GB" sz="1400" dirty="0">
                    <a:effectLst/>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𝑏𝑢𝑡</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𝑎𝑛𝑑</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a:t>
                </a:r>
              </a:p>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As a summary</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linguistic variables and hedges allow us to construct mathematical models for expressions of natural language. </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These models can then be used to write and process rules and other objects. </a:t>
                </a:r>
              </a:p>
            </p:txBody>
          </p:sp>
        </mc:Choice>
        <mc:Fallback>
          <p:sp>
            <p:nvSpPr>
              <p:cNvPr id="2" name="TextBox 1">
                <a:extLst>
                  <a:ext uri="{FF2B5EF4-FFF2-40B4-BE49-F238E27FC236}">
                    <a16:creationId xmlns:a16="http://schemas.microsoft.com/office/drawing/2014/main" id="{E3557D00-50C6-7D21-B888-1027CE8D2317}"/>
                  </a:ext>
                </a:extLst>
              </p:cNvPr>
              <p:cNvSpPr txBox="1">
                <a:spLocks noRot="1" noChangeAspect="1" noMove="1" noResize="1" noEditPoints="1" noAdjustHandles="1" noChangeArrowheads="1" noChangeShapeType="1" noTextEdit="1"/>
              </p:cNvSpPr>
              <p:nvPr/>
            </p:nvSpPr>
            <p:spPr>
              <a:xfrm>
                <a:off x="186595" y="1128963"/>
                <a:ext cx="8672097" cy="2154436"/>
              </a:xfrm>
              <a:prstGeom prst="rect">
                <a:avLst/>
              </a:prstGeom>
              <a:blipFill>
                <a:blip r:embed="rId3"/>
                <a:stretch>
                  <a:fillRect l="-211" t="-565" b="-1977"/>
                </a:stretch>
              </a:blipFill>
            </p:spPr>
            <p:txBody>
              <a:bodyPr/>
              <a:lstStyle/>
              <a:p>
                <a:r>
                  <a:rPr lang="en-GB">
                    <a:noFill/>
                  </a:rPr>
                  <a:t> </a:t>
                </a:r>
              </a:p>
            </p:txBody>
          </p:sp>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mc:AlternateContent xmlns:mc="http://schemas.openxmlformats.org/markup-compatibility/2006">
        <mc:Choice xmlns:p14="http://schemas.microsoft.com/office/powerpoint/2010/main" Requires="p14">
          <p:contentPart p14:bwMode="auto" r:id="rId18">
            <p14:nvContentPartPr>
              <p14:cNvPr id="14" name="Ink 13">
                <a:extLst>
                  <a:ext uri="{FF2B5EF4-FFF2-40B4-BE49-F238E27FC236}">
                    <a16:creationId xmlns:a16="http://schemas.microsoft.com/office/drawing/2014/main" id="{8F326377-3072-D2CC-9587-3BD67AE94311}"/>
                  </a:ext>
                </a:extLst>
              </p14:cNvPr>
              <p14:cNvContentPartPr/>
              <p14:nvPr/>
            </p14:nvContentPartPr>
            <p14:xfrm>
              <a:off x="2174400" y="3391920"/>
              <a:ext cx="4188600" cy="410040"/>
            </p14:xfrm>
          </p:contentPart>
        </mc:Choice>
        <mc:Fallback>
          <p:pic>
            <p:nvPicPr>
              <p:cNvPr id="14" name="Ink 13">
                <a:extLst>
                  <a:ext uri="{FF2B5EF4-FFF2-40B4-BE49-F238E27FC236}">
                    <a16:creationId xmlns:a16="http://schemas.microsoft.com/office/drawing/2014/main" id="{8F326377-3072-D2CC-9587-3BD67AE94311}"/>
                  </a:ext>
                </a:extLst>
              </p:cNvPr>
              <p:cNvPicPr/>
              <p:nvPr/>
            </p:nvPicPr>
            <p:blipFill>
              <a:blip r:embed="rId19"/>
              <a:stretch>
                <a:fillRect/>
              </a:stretch>
            </p:blipFill>
            <p:spPr>
              <a:xfrm>
                <a:off x="2165040" y="3382560"/>
                <a:ext cx="4207320" cy="428760"/>
              </a:xfrm>
              <a:prstGeom prst="rect">
                <a:avLst/>
              </a:prstGeom>
            </p:spPr>
          </p:pic>
        </mc:Fallback>
      </mc:AlternateContent>
    </p:spTree>
    <p:extLst>
      <p:ext uri="{BB962C8B-B14F-4D97-AF65-F5344CB8AC3E}">
        <p14:creationId xmlns:p14="http://schemas.microsoft.com/office/powerpoint/2010/main" val="2039334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Fuzzy Rules Processing</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3557D00-50C6-7D21-B888-1027CE8D2317}"/>
                  </a:ext>
                </a:extLst>
              </p:cNvPr>
              <p:cNvSpPr txBox="1"/>
              <p:nvPr/>
            </p:nvSpPr>
            <p:spPr>
              <a:xfrm>
                <a:off x="186596" y="663599"/>
                <a:ext cx="8672097" cy="1261884"/>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Mamdani-type Fuzzy Rules Processing</a:t>
                </a: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Professor Ebrahim Mamdani (former QMUL Academic) controlled the plant by constructing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fuzzy rules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or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fuzzy conditional statements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of the following form:</a:t>
                </a:r>
              </a:p>
              <a:p>
                <a:pPr>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b="1" i="1" smtClean="0">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𝑃𝑟𝑒𝑠𝑠𝑢𝑟𝑒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𝐸𝑟𝑟𝑜𝑟</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d>
                        <m:dPr>
                          <m:ctrlPr>
                            <a:rPr lang="en-GB" sz="1400" i="1">
                              <a:effectLst/>
                              <a:latin typeface="Cambria Math" panose="020405030504060302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𝑃𝐸</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𝑁𝑒𝑔𝑎𝑡𝑖𝑣𝑒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𝐵𝑖𝑔</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d>
                        <m:dPr>
                          <m:ctrlPr>
                            <a:rPr lang="en-GB" sz="1400" i="1">
                              <a:effectLst/>
                              <a:latin typeface="Cambria Math" panose="020405030504060302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𝑁𝐵</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𝐻𝑒𝑎𝑡</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𝐶h𝑎𝑛𝑔𝑒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d>
                        <m:dPr>
                          <m:ctrlPr>
                            <a:rPr lang="en-GB" sz="1400" i="1">
                              <a:effectLst/>
                              <a:latin typeface="Cambria Math" panose="020405030504060302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𝐻𝐶</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𝑃𝑜𝑠𝑖𝑡𝑖𝑣𝑒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𝐵𝑖𝑔</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𝑃𝐵</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m:oMathPara>
                </a14:m>
                <a:endParaRPr lang="en-GB" sz="1400" b="1" dirty="0">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2" name="TextBox 1">
                <a:extLst>
                  <a:ext uri="{FF2B5EF4-FFF2-40B4-BE49-F238E27FC236}">
                    <a16:creationId xmlns:a16="http://schemas.microsoft.com/office/drawing/2014/main" id="{E3557D00-50C6-7D21-B888-1027CE8D2317}"/>
                  </a:ext>
                </a:extLst>
              </p:cNvPr>
              <p:cNvSpPr txBox="1">
                <a:spLocks noRot="1" noChangeAspect="1" noMove="1" noResize="1" noEditPoints="1" noAdjustHandles="1" noChangeArrowheads="1" noChangeShapeType="1" noTextEdit="1"/>
              </p:cNvSpPr>
              <p:nvPr/>
            </p:nvSpPr>
            <p:spPr>
              <a:xfrm>
                <a:off x="186596" y="663599"/>
                <a:ext cx="8672097" cy="1261884"/>
              </a:xfrm>
              <a:prstGeom prst="rect">
                <a:avLst/>
              </a:prstGeom>
              <a:blipFill>
                <a:blip r:embed="rId3"/>
                <a:stretch>
                  <a:fillRect l="-211" t="-966" r="-211"/>
                </a:stretch>
              </a:blipFill>
            </p:spPr>
            <p:txBody>
              <a:bodyPr/>
              <a:lstStyle/>
              <a:p>
                <a:r>
                  <a:rPr lang="en-GB">
                    <a:noFill/>
                  </a:rPr>
                  <a:t> </a:t>
                </a:r>
              </a:p>
            </p:txBody>
          </p:sp>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B8888FA9-738C-E3E6-9FCA-5D15F71AC697}"/>
                  </a:ext>
                </a:extLst>
              </p:cNvPr>
              <p:cNvSpPr txBox="1"/>
              <p:nvPr/>
            </p:nvSpPr>
            <p:spPr>
              <a:xfrm>
                <a:off x="186595" y="1925483"/>
                <a:ext cx="8672097" cy="2313454"/>
              </a:xfrm>
              <a:prstGeom prst="rect">
                <a:avLst/>
              </a:prstGeom>
              <a:noFill/>
            </p:spPr>
            <p:txBody>
              <a:bodyPr wrap="square">
                <a:spAutoFit/>
              </a:bodyPr>
              <a:lstStyle/>
              <a:p>
                <a:pPr algn="ctr">
                  <a:lnSpc>
                    <a:spcPct val="150000"/>
                  </a:lnSpc>
                  <a:spcAft>
                    <a:spcPts val="8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Where </a:t>
                </a:r>
                <a14:m>
                  <m:oMath xmlns:m="http://schemas.openxmlformats.org/officeDocument/2006/math">
                    <m:r>
                      <a:rPr lang="en-GB" sz="1400" i="1">
                        <a:effectLst/>
                        <a:latin typeface="Cambria Math" panose="02040503050406030204" pitchFamily="18" charset="0"/>
                        <a:ea typeface="DengXian" panose="02010600030101010101" pitchFamily="2" charset="-122"/>
                        <a:cs typeface="Calibri" panose="020F0502020204030204" pitchFamily="34" charset="0"/>
                      </a:rPr>
                      <m:t>𝐸𝑟𝑟𝑜𝑟</m:t>
                    </m:r>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𝑆𝑒𝑡𝑃𝑜𝑖𝑛𝑡</m:t>
                    </m:r>
                    <m:r>
                      <a:rPr lang="en-GB" sz="1400" i="1">
                        <a:effectLst/>
                        <a:latin typeface="Cambria Math" panose="02040503050406030204" pitchFamily="18" charset="0"/>
                        <a:ea typeface="DengXian" panose="02010600030101010101" pitchFamily="2" charset="-122"/>
                        <a:cs typeface="Calibri" panose="020F0502020204030204" pitchFamily="34" charset="0"/>
                      </a:rPr>
                      <m:t>−</m:t>
                    </m:r>
                    <m:r>
                      <a:rPr lang="en-GB" sz="1400" i="1">
                        <a:effectLst/>
                        <a:latin typeface="Cambria Math" panose="02040503050406030204" pitchFamily="18" charset="0"/>
                        <a:ea typeface="DengXian" panose="02010600030101010101" pitchFamily="2" charset="-122"/>
                        <a:cs typeface="Calibri" panose="020F0502020204030204" pitchFamily="34" charset="0"/>
                      </a:rPr>
                      <m:t>𝑀𝑒𝑎𝑠𝑢𝑟𝑒𝑑</m:t>
                    </m:r>
                    <m:r>
                      <a:rPr lang="en-GB" sz="1400" i="1">
                        <a:effectLst/>
                        <a:latin typeface="Cambria Math" panose="02040503050406030204" pitchFamily="18" charset="0"/>
                        <a:ea typeface="DengXian" panose="02010600030101010101" pitchFamily="2" charset="-122"/>
                        <a:cs typeface="Calibri" panose="020F0502020204030204" pitchFamily="34" charset="0"/>
                      </a:rPr>
                      <m:t> </m:t>
                    </m:r>
                    <m:r>
                      <a:rPr lang="en-GB" sz="1400" i="1">
                        <a:effectLst/>
                        <a:latin typeface="Cambria Math" panose="02040503050406030204" pitchFamily="18" charset="0"/>
                        <a:ea typeface="DengXian" panose="02010600030101010101" pitchFamily="2" charset="-122"/>
                        <a:cs typeface="Calibri" panose="020F0502020204030204" pitchFamily="34" charset="0"/>
                      </a:rPr>
                      <m:t>𝑂𝑢𝑡𝑝𝑢𝑡</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lnSpc>
                    <a:spcPct val="150000"/>
                  </a:lnSpc>
                  <a:spcAft>
                    <a:spcPts val="8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But Mamdani also increased the number of inputs and added ‘</a:t>
                </a:r>
                <a:r>
                  <a:rPr lang="en-GB" sz="1400" i="1" dirty="0">
                    <a:effectLst/>
                    <a:latin typeface="Calibri" panose="020F0502020204030204" pitchFamily="34" charset="0"/>
                    <a:ea typeface="Calibri" panose="020F0502020204030204" pitchFamily="34" charset="0"/>
                    <a:cs typeface="Calibri" panose="020F0502020204030204" pitchFamily="34" charset="0"/>
                  </a:rPr>
                  <a:t>Change in pressure error (CPE)</a:t>
                </a:r>
                <a:r>
                  <a:rPr lang="en-GB" sz="1400" dirty="0">
                    <a:effectLst/>
                    <a:latin typeface="Calibri" panose="020F0502020204030204" pitchFamily="34" charset="0"/>
                    <a:ea typeface="Calibri" panose="020F0502020204030204" pitchFamily="34" charset="0"/>
                    <a:cs typeface="Calibri" panose="020F0502020204030204" pitchFamily="34" charset="0"/>
                  </a:rPr>
                  <a:t>’ and ‘</a:t>
                </a:r>
                <a:r>
                  <a:rPr lang="en-GB" sz="1400" i="1" dirty="0">
                    <a:effectLst/>
                    <a:latin typeface="Calibri" panose="020F0502020204030204" pitchFamily="34" charset="0"/>
                    <a:ea typeface="Calibri" panose="020F0502020204030204" pitchFamily="34" charset="0"/>
                    <a:cs typeface="Calibri" panose="020F0502020204030204" pitchFamily="34" charset="0"/>
                  </a:rPr>
                  <a:t>Change in speed error (CSE)</a:t>
                </a:r>
                <a:r>
                  <a:rPr lang="en-GB" sz="1400" dirty="0">
                    <a:effectLst/>
                    <a:latin typeface="Calibri" panose="020F0502020204030204" pitchFamily="34" charset="0"/>
                    <a:ea typeface="Calibri" panose="020F0502020204030204" pitchFamily="34" charset="0"/>
                    <a:cs typeface="Calibri" panose="020F0502020204030204" pitchFamily="34" charset="0"/>
                  </a:rPr>
                  <a:t>’. These additional inputs add more degrees of freedom to the fuzzy system. </a:t>
                </a:r>
                <a:r>
                  <a:rPr lang="en-GB" sz="1400" i="1" dirty="0">
                    <a:effectLst/>
                    <a:latin typeface="Calibri" panose="020F0502020204030204" pitchFamily="34" charset="0"/>
                    <a:ea typeface="Calibri" panose="020F0502020204030204" pitchFamily="34" charset="0"/>
                    <a:cs typeface="Calibri" panose="020F0502020204030204" pitchFamily="34" charset="0"/>
                  </a:rPr>
                  <a:t>CPE</a:t>
                </a:r>
                <a:r>
                  <a:rPr lang="en-GB" sz="1400" dirty="0">
                    <a:effectLst/>
                    <a:latin typeface="Calibri" panose="020F0502020204030204" pitchFamily="34" charset="0"/>
                    <a:ea typeface="Calibri" panose="020F0502020204030204" pitchFamily="34" charset="0"/>
                    <a:cs typeface="Calibri" panose="020F0502020204030204" pitchFamily="34" charset="0"/>
                  </a:rPr>
                  <a:t> and </a:t>
                </a:r>
                <a:r>
                  <a:rPr lang="en-GB" sz="1400" i="1" dirty="0">
                    <a:effectLst/>
                    <a:latin typeface="Calibri" panose="020F0502020204030204" pitchFamily="34" charset="0"/>
                    <a:ea typeface="Calibri" panose="020F0502020204030204" pitchFamily="34" charset="0"/>
                    <a:cs typeface="Calibri" panose="020F0502020204030204" pitchFamily="34" charset="0"/>
                  </a:rPr>
                  <a:t>CSE</a:t>
                </a:r>
                <a:r>
                  <a:rPr lang="en-GB" sz="1400" dirty="0">
                    <a:effectLst/>
                    <a:latin typeface="Calibri" panose="020F0502020204030204" pitchFamily="34" charset="0"/>
                    <a:ea typeface="Calibri" panose="020F0502020204030204" pitchFamily="34" charset="0"/>
                    <a:cs typeface="Calibri" panose="020F0502020204030204" pitchFamily="34" charset="0"/>
                  </a:rPr>
                  <a:t> are indeed the </a:t>
                </a:r>
                <a:r>
                  <a:rPr lang="en-GB" sz="1400" b="1" dirty="0">
                    <a:effectLst/>
                    <a:latin typeface="Calibri" panose="020F0502020204030204" pitchFamily="34" charset="0"/>
                    <a:ea typeface="Calibri" panose="020F0502020204030204" pitchFamily="34" charset="0"/>
                    <a:cs typeface="Calibri" panose="020F0502020204030204" pitchFamily="34" charset="0"/>
                  </a:rPr>
                  <a:t>derivative term</a:t>
                </a:r>
                <a:r>
                  <a:rPr lang="en-GB" sz="1400" dirty="0">
                    <a:effectLst/>
                    <a:latin typeface="Calibri" panose="020F0502020204030204" pitchFamily="34" charset="0"/>
                    <a:ea typeface="Calibri" panose="020F0502020204030204" pitchFamily="34" charset="0"/>
                    <a:cs typeface="Calibri" panose="020F0502020204030204" pitchFamily="34" charset="0"/>
                  </a:rPr>
                  <a:t> in Mamdani’s controller. </a:t>
                </a: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rPr>
                  <a:t>Rule-based control was used before Mamdani’s controller, fuzzy logic control appear to be so innovative as Mamdani used fuzzy theory to calculate the output according to the set of rules that he formulated. The process is called ‘</a:t>
                </a:r>
                <a:r>
                  <a:rPr lang="en-GB" sz="1400" b="1" dirty="0">
                    <a:effectLst/>
                    <a:latin typeface="Calibri" panose="020F0502020204030204" pitchFamily="34" charset="0"/>
                    <a:ea typeface="DengXian" panose="02010600030101010101" pitchFamily="2" charset="-122"/>
                  </a:rPr>
                  <a:t>inference mechanism</a:t>
                </a:r>
                <a:r>
                  <a:rPr lang="en-GB" sz="1400" dirty="0">
                    <a:effectLst/>
                    <a:latin typeface="Calibri" panose="020F0502020204030204" pitchFamily="34" charset="0"/>
                    <a:ea typeface="DengXian" panose="02010600030101010101" pitchFamily="2" charset="-122"/>
                  </a:rPr>
                  <a:t>’ or ‘</a:t>
                </a:r>
                <a:r>
                  <a:rPr lang="en-GB" sz="1400" b="1" dirty="0">
                    <a:effectLst/>
                    <a:latin typeface="Calibri" panose="020F0502020204030204" pitchFamily="34" charset="0"/>
                    <a:ea typeface="DengXian" panose="02010600030101010101" pitchFamily="2" charset="-122"/>
                  </a:rPr>
                  <a:t>inference engine</a:t>
                </a:r>
                <a:r>
                  <a:rPr lang="en-GB" sz="1400" dirty="0">
                    <a:effectLst/>
                    <a:latin typeface="Calibri" panose="020F0502020204030204" pitchFamily="34" charset="0"/>
                    <a:ea typeface="DengXian" panose="02010600030101010101" pitchFamily="2" charset="-122"/>
                  </a:rPr>
                  <a:t>’. </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12" name="TextBox 11">
                <a:extLst>
                  <a:ext uri="{FF2B5EF4-FFF2-40B4-BE49-F238E27FC236}">
                    <a16:creationId xmlns:a16="http://schemas.microsoft.com/office/drawing/2014/main" id="{B8888FA9-738C-E3E6-9FCA-5D15F71AC697}"/>
                  </a:ext>
                </a:extLst>
              </p:cNvPr>
              <p:cNvSpPr txBox="1">
                <a:spLocks noRot="1" noChangeAspect="1" noMove="1" noResize="1" noEditPoints="1" noAdjustHandles="1" noChangeArrowheads="1" noChangeShapeType="1" noTextEdit="1"/>
              </p:cNvSpPr>
              <p:nvPr/>
            </p:nvSpPr>
            <p:spPr>
              <a:xfrm>
                <a:off x="186595" y="1925483"/>
                <a:ext cx="8672097" cy="2313454"/>
              </a:xfrm>
              <a:prstGeom prst="rect">
                <a:avLst/>
              </a:prstGeom>
              <a:blipFill>
                <a:blip r:embed="rId18"/>
                <a:stretch>
                  <a:fillRect l="-211" r="-211" b="-1847"/>
                </a:stretch>
              </a:blipFill>
            </p:spPr>
            <p:txBody>
              <a:bodyPr/>
              <a:lstStyle/>
              <a:p>
                <a:r>
                  <a:rPr lang="en-GB">
                    <a:noFill/>
                  </a:rPr>
                  <a:t> </a:t>
                </a:r>
              </a:p>
            </p:txBody>
          </p:sp>
        </mc:Fallback>
      </mc:AlternateContent>
    </p:spTree>
    <p:extLst>
      <p:ext uri="{BB962C8B-B14F-4D97-AF65-F5344CB8AC3E}">
        <p14:creationId xmlns:p14="http://schemas.microsoft.com/office/powerpoint/2010/main" val="384133866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Fuzzy Rules Processing</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3557D00-50C6-7D21-B888-1027CE8D2317}"/>
                  </a:ext>
                </a:extLst>
              </p:cNvPr>
              <p:cNvSpPr txBox="1"/>
              <p:nvPr/>
            </p:nvSpPr>
            <p:spPr>
              <a:xfrm>
                <a:off x="186596" y="663599"/>
                <a:ext cx="8672097" cy="1046440"/>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Mamdani-type Fuzzy Rules Processing</a:t>
                </a:r>
              </a:p>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Mathematically, a rule ‘a la Mamdani’ would be formulated as follows:</a:t>
                </a:r>
              </a:p>
              <a:p>
                <a:pPr>
                  <a:spcBef>
                    <a:spcPts val="600"/>
                  </a:spcBef>
                  <a:spcAft>
                    <a:spcPts val="600"/>
                  </a:spcAft>
                </a:pPr>
                <a14:m>
                  <m:oMathPara xmlns:m="http://schemas.openxmlformats.org/officeDocument/2006/math">
                    <m:oMathParaPr>
                      <m:jc m:val="centerGroup"/>
                    </m:oMathParaPr>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𝐴</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d>
                        <m:dPr>
                          <m:ctrlPr>
                            <a:rPr lang="en-GB" sz="1400" i="1">
                              <a:effectLst/>
                              <a:latin typeface="Cambria Math" panose="02040503050406030204" pitchFamily="18" charset="0"/>
                            </a:rPr>
                          </m:ctrlPr>
                        </m:dPr>
                        <m:e>
                          <m:sSub>
                            <m:sSubPr>
                              <m:ctrlPr>
                                <a:rPr lang="en-GB" sz="1400" i="1">
                                  <a:effectLst/>
                                  <a:latin typeface="Cambria Math" panose="020405030504060302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𝐴</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b>
                      </m:sSub>
                      <m:d>
                        <m:dPr>
                          <m:ctrlPr>
                            <a:rPr lang="en-GB" sz="1400" i="1">
                              <a:effectLst/>
                              <a:latin typeface="Cambria Math" panose="02040503050406030204" pitchFamily="18" charset="0"/>
                            </a:rPr>
                          </m:ctrlPr>
                        </m:dPr>
                        <m:e>
                          <m:sSub>
                            <m:sSubPr>
                              <m:ctrlPr>
                                <a:rPr lang="en-GB" sz="1400" i="1">
                                  <a:effectLst/>
                                  <a:latin typeface="Cambria Math" panose="020405030504060302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b>
                          </m:sSub>
                        </m:e>
                      </m:d>
                      <m:r>
                        <a:rPr lang="en-GB" sz="1400">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𝐴</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𝑖𝑚</m:t>
                          </m:r>
                        </m:sub>
                      </m:sSub>
                      <m:d>
                        <m:dPr>
                          <m:ctrlPr>
                            <a:rPr lang="en-GB" sz="1400" i="1">
                              <a:effectLst/>
                              <a:latin typeface="Cambria Math" panose="02040503050406030204" pitchFamily="18" charset="0"/>
                            </a:rPr>
                          </m:ctrlPr>
                        </m:dPr>
                        <m:e>
                          <m:sSub>
                            <m:sSubPr>
                              <m:ctrlPr>
                                <a:rPr lang="en-GB" sz="1400" i="1">
                                  <a:effectLst/>
                                  <a:latin typeface="Cambria Math" panose="020405030504060302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𝑚</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𝑦</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𝐵</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oMath>
                  </m:oMathPara>
                </a14:m>
                <a:endParaRPr lang="en-GB" sz="1400" b="1" dirty="0">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2" name="TextBox 1">
                <a:extLst>
                  <a:ext uri="{FF2B5EF4-FFF2-40B4-BE49-F238E27FC236}">
                    <a16:creationId xmlns:a16="http://schemas.microsoft.com/office/drawing/2014/main" id="{E3557D00-50C6-7D21-B888-1027CE8D2317}"/>
                  </a:ext>
                </a:extLst>
              </p:cNvPr>
              <p:cNvSpPr txBox="1">
                <a:spLocks noRot="1" noChangeAspect="1" noMove="1" noResize="1" noEditPoints="1" noAdjustHandles="1" noChangeArrowheads="1" noChangeShapeType="1" noTextEdit="1"/>
              </p:cNvSpPr>
              <p:nvPr/>
            </p:nvSpPr>
            <p:spPr>
              <a:xfrm>
                <a:off x="186596" y="663599"/>
                <a:ext cx="8672097" cy="1046440"/>
              </a:xfrm>
              <a:prstGeom prst="rect">
                <a:avLst/>
              </a:prstGeom>
              <a:blipFill>
                <a:blip r:embed="rId3"/>
                <a:stretch>
                  <a:fillRect l="-211" t="-1163"/>
                </a:stretch>
              </a:blipFill>
            </p:spPr>
            <p:txBody>
              <a:bodyPr/>
              <a:lstStyle/>
              <a:p>
                <a:r>
                  <a:rPr lang="en-GB">
                    <a:noFill/>
                  </a:rPr>
                  <a:t> </a:t>
                </a:r>
              </a:p>
            </p:txBody>
          </p:sp>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B8888FA9-738C-E3E6-9FCA-5D15F71AC697}"/>
                  </a:ext>
                </a:extLst>
              </p:cNvPr>
              <p:cNvSpPr txBox="1"/>
              <p:nvPr/>
            </p:nvSpPr>
            <p:spPr>
              <a:xfrm>
                <a:off x="186595" y="1925483"/>
                <a:ext cx="8672097" cy="1940403"/>
              </a:xfrm>
              <a:prstGeom prst="rect">
                <a:avLst/>
              </a:prstGeom>
              <a:noFill/>
            </p:spPr>
            <p:txBody>
              <a:bodyPr wrap="square">
                <a:spAutoFit/>
              </a:bodyPr>
              <a:lstStyle/>
              <a:p>
                <a:pPr>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Hence, in the case of the steam-boiler combination used by Mamdani, a typical rule would read:</a:t>
                </a:r>
              </a:p>
              <a:p>
                <a:pPr>
                  <a:spcBef>
                    <a:spcPts val="600"/>
                  </a:spcBef>
                  <a:spcAft>
                    <a:spcPts val="600"/>
                  </a:spcAft>
                </a:pPr>
                <a14:m>
                  <m:oMathPara xmlns:m="http://schemas.openxmlformats.org/officeDocument/2006/math">
                    <m:oMathParaPr>
                      <m:jc m:val="centerGroup"/>
                    </m:oMathParaPr>
                    <m:oMath xmlns:m="http://schemas.openxmlformats.org/officeDocument/2006/math">
                      <m:r>
                        <a:rPr lang="en-GB" sz="1400" b="1" i="1"/>
                        <m:t>𝐈𝐅</m:t>
                      </m:r>
                      <m:r>
                        <a:rPr lang="en-GB" sz="1400" i="1"/>
                        <m:t> </m:t>
                      </m:r>
                      <m:r>
                        <a:rPr lang="en-GB" sz="1400" i="1"/>
                        <m:t>𝑃𝑟𝑒𝑠𝑠𝑢𝑟𝑒</m:t>
                      </m:r>
                      <m:r>
                        <a:rPr lang="en-GB" sz="1400" i="1"/>
                        <m:t> </m:t>
                      </m:r>
                      <m:r>
                        <a:rPr lang="en-GB" sz="1400" i="1"/>
                        <m:t>𝐸𝑟𝑟𝑜𝑟</m:t>
                      </m:r>
                      <m:r>
                        <a:rPr lang="en-GB" sz="1400" i="1"/>
                        <m:t> </m:t>
                      </m:r>
                      <m:d>
                        <m:dPr>
                          <m:ctrlPr>
                            <a:rPr lang="en-GB" sz="1400" i="1"/>
                          </m:ctrlPr>
                        </m:dPr>
                        <m:e>
                          <m:r>
                            <a:rPr lang="en-GB" sz="1400" i="1"/>
                            <m:t>𝑃𝐸</m:t>
                          </m:r>
                        </m:e>
                      </m:d>
                      <m:r>
                        <a:rPr lang="en-GB" sz="1400" i="1"/>
                        <m:t> </m:t>
                      </m:r>
                      <m:r>
                        <m:rPr>
                          <m:sty m:val="p"/>
                        </m:rPr>
                        <a:rPr lang="en-GB" sz="1400"/>
                        <m:t>is</m:t>
                      </m:r>
                      <m:r>
                        <a:rPr lang="en-GB" sz="1400"/>
                        <m:t> </m:t>
                      </m:r>
                      <m:r>
                        <a:rPr lang="en-GB" sz="1400" i="1"/>
                        <m:t>′</m:t>
                      </m:r>
                      <m:r>
                        <a:rPr lang="en-GB" sz="1400" i="1"/>
                        <m:t>𝑁</m:t>
                      </m:r>
                      <m:sSup>
                        <m:sSupPr>
                          <m:ctrlPr>
                            <a:rPr lang="en-GB" sz="1400" i="1"/>
                          </m:ctrlPr>
                        </m:sSupPr>
                        <m:e>
                          <m:r>
                            <a:rPr lang="en-GB" sz="1400" i="1"/>
                            <m:t>𝐵</m:t>
                          </m:r>
                        </m:e>
                        <m:sup>
                          <m:r>
                            <a:rPr lang="en-GB" sz="1400" i="1"/>
                            <m:t>′</m:t>
                          </m:r>
                        </m:sup>
                      </m:sSup>
                      <m:r>
                        <m:rPr>
                          <m:sty m:val="p"/>
                        </m:rPr>
                        <a:rPr lang="en-GB" sz="1400"/>
                        <m:t>and</m:t>
                      </m:r>
                      <m:r>
                        <a:rPr lang="en-GB" sz="1400" i="1"/>
                        <m:t>  </m:t>
                      </m:r>
                      <m:r>
                        <a:rPr lang="en-GB" sz="1400" i="1"/>
                        <m:t>𝐶h𝑎𝑛𝑔𝑒</m:t>
                      </m:r>
                      <m:r>
                        <a:rPr lang="en-GB" sz="1400" i="1"/>
                        <m:t> </m:t>
                      </m:r>
                      <m:r>
                        <a:rPr lang="en-GB" sz="1400" i="1"/>
                        <m:t>𝑖𝑛</m:t>
                      </m:r>
                      <m:r>
                        <a:rPr lang="en-GB" sz="1400" i="1"/>
                        <m:t> </m:t>
                      </m:r>
                      <m:r>
                        <a:rPr lang="en-GB" sz="1400" i="1"/>
                        <m:t>𝑃𝑟𝑒𝑠𝑠𝑢𝑟𝑒</m:t>
                      </m:r>
                      <m:r>
                        <a:rPr lang="en-GB" sz="1400" i="1"/>
                        <m:t> </m:t>
                      </m:r>
                      <m:r>
                        <a:rPr lang="en-GB" sz="1400" i="1"/>
                        <m:t>𝐸𝑟𝑟𝑜𝑟</m:t>
                      </m:r>
                      <m:r>
                        <a:rPr lang="en-GB" sz="1400" i="1"/>
                        <m:t> </m:t>
                      </m:r>
                      <m:d>
                        <m:dPr>
                          <m:ctrlPr>
                            <a:rPr lang="en-GB" sz="1400" i="1"/>
                          </m:ctrlPr>
                        </m:dPr>
                        <m:e>
                          <m:r>
                            <a:rPr lang="en-GB" sz="1400" i="1"/>
                            <m:t>𝐶𝑃𝐸</m:t>
                          </m:r>
                        </m:e>
                      </m:d>
                      <m:r>
                        <a:rPr lang="en-GB" sz="1400" b="1"/>
                        <m:t> </m:t>
                      </m:r>
                      <m:r>
                        <m:rPr>
                          <m:sty m:val="p"/>
                        </m:rPr>
                        <a:rPr lang="en-GB" sz="1400"/>
                        <m:t>is</m:t>
                      </m:r>
                      <m:r>
                        <a:rPr lang="en-GB" sz="1400"/>
                        <m:t> </m:t>
                      </m:r>
                      <m:r>
                        <a:rPr lang="en-GB" sz="1400" i="1"/>
                        <m:t>′</m:t>
                      </m:r>
                      <m:r>
                        <a:rPr lang="en-GB" sz="1400" i="1"/>
                        <m:t>𝑁</m:t>
                      </m:r>
                      <m:sSup>
                        <m:sSupPr>
                          <m:ctrlPr>
                            <a:rPr lang="en-GB" sz="1400" i="1"/>
                          </m:ctrlPr>
                        </m:sSupPr>
                        <m:e>
                          <m:r>
                            <m:rPr>
                              <m:sty m:val="p"/>
                            </m:rPr>
                            <a:rPr lang="en-GB" sz="1400"/>
                            <m:t>B</m:t>
                          </m:r>
                        </m:e>
                        <m:sup>
                          <m:r>
                            <a:rPr lang="en-GB" sz="1400" i="1"/>
                            <m:t>′</m:t>
                          </m:r>
                        </m:sup>
                      </m:sSup>
                    </m:oMath>
                  </m:oMathPara>
                </a14:m>
                <a:endParaRPr lang="en-GB" sz="1400" dirty="0">
                  <a:latin typeface="Calibri" panose="020F0502020204030204" pitchFamily="34" charset="0"/>
                  <a:ea typeface="Calibri" panose="020F0502020204030204" pitchFamily="34" charset="0"/>
                  <a:cs typeface="Calibri" panose="020F0502020204030204" pitchFamily="34"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r>
                        <a:rPr lang="en-GB" sz="1400" b="1" i="1"/>
                        <m:t>𝐓𝐇𝐄𝐍</m:t>
                      </m:r>
                      <m:r>
                        <a:rPr lang="en-GB" sz="1400" i="1"/>
                        <m:t> </m:t>
                      </m:r>
                      <m:r>
                        <a:rPr lang="en-GB" sz="1400" i="1"/>
                        <m:t>𝐻𝑒𝑎𝑡</m:t>
                      </m:r>
                      <m:r>
                        <a:rPr lang="en-GB" sz="1400" i="1"/>
                        <m:t> </m:t>
                      </m:r>
                      <m:r>
                        <a:rPr lang="en-GB" sz="1400" i="1"/>
                        <m:t>𝐶h𝑎𝑛𝑔𝑒</m:t>
                      </m:r>
                      <m:r>
                        <a:rPr lang="en-GB" sz="1400" i="1"/>
                        <m:t> </m:t>
                      </m:r>
                      <m:d>
                        <m:dPr>
                          <m:ctrlPr>
                            <a:rPr lang="en-GB" sz="1400" i="1"/>
                          </m:ctrlPr>
                        </m:dPr>
                        <m:e>
                          <m:r>
                            <a:rPr lang="en-GB" sz="1400" i="1"/>
                            <m:t>𝐻𝐶</m:t>
                          </m:r>
                        </m:e>
                      </m:d>
                      <m:r>
                        <a:rPr lang="en-GB" sz="1400" i="1"/>
                        <m:t> </m:t>
                      </m:r>
                      <m:r>
                        <m:rPr>
                          <m:sty m:val="p"/>
                        </m:rPr>
                        <a:rPr lang="en-GB" sz="1400"/>
                        <m:t>is</m:t>
                      </m:r>
                      <m:r>
                        <a:rPr lang="en-GB" sz="1400" i="1"/>
                        <m:t> </m:t>
                      </m:r>
                      <m:r>
                        <a:rPr lang="en-GB" sz="1400" i="1"/>
                        <m:t>𝑃𝑜𝑠𝑖𝑡𝑖𝑣𝑒</m:t>
                      </m:r>
                      <m:r>
                        <a:rPr lang="en-GB" sz="1400" i="1"/>
                        <m:t> </m:t>
                      </m:r>
                      <m:r>
                        <a:rPr lang="en-GB" sz="1400" i="1"/>
                        <m:t>𝐵𝑖𝑔</m:t>
                      </m:r>
                      <m:r>
                        <a:rPr lang="en-GB" sz="1400" i="1"/>
                        <m:t> (</m:t>
                      </m:r>
                      <m:r>
                        <a:rPr lang="en-GB" sz="1400" i="1"/>
                        <m:t>𝑃𝐵</m:t>
                      </m:r>
                      <m:r>
                        <a:rPr lang="en-GB" sz="1400" i="1"/>
                        <m:t>)</m:t>
                      </m:r>
                    </m:oMath>
                  </m:oMathPara>
                </a14:m>
                <a:endParaRPr lang="en-GB" sz="1400" dirty="0">
                  <a:latin typeface="Calibri" panose="020F0502020204030204" pitchFamily="34" charset="0"/>
                  <a:ea typeface="Calibri" panose="020F0502020204030204" pitchFamily="34" charset="0"/>
                  <a:cs typeface="Calibri" panose="020F0502020204030204" pitchFamily="34" charset="0"/>
                </a:endParaRPr>
              </a:p>
              <a:p>
                <a:pPr>
                  <a:spcBef>
                    <a:spcPts val="600"/>
                  </a:spcBef>
                  <a:spcAft>
                    <a:spcPts val="600"/>
                  </a:spcAft>
                </a:pPr>
                <a:r>
                  <a:rPr lang="en-GB" sz="1400" dirty="0">
                    <a:latin typeface="Calibri" panose="020F0502020204030204" pitchFamily="34" charset="0"/>
                    <a:ea typeface="Calibri" panose="020F0502020204030204" pitchFamily="34" charset="0"/>
                    <a:cs typeface="Calibri" panose="020F0502020204030204" pitchFamily="34" charset="0"/>
                  </a:rPr>
                  <a:t>Where, </a:t>
                </a:r>
              </a:p>
              <a:p>
                <a:pPr>
                  <a:spcBef>
                    <a:spcPts val="600"/>
                  </a:spcBef>
                  <a:spcAft>
                    <a:spcPts val="600"/>
                  </a:spcAft>
                </a:pPr>
                <a14:m>
                  <m:oMathPara xmlns:m="http://schemas.openxmlformats.org/officeDocument/2006/math">
                    <m:oMathParaPr>
                      <m:jc m:val="centerGroup"/>
                    </m:oMathParaPr>
                    <m:oMath xmlns:m="http://schemas.openxmlformats.org/officeDocument/2006/math">
                      <m:r>
                        <a:rPr lang="en-GB" sz="1400" i="1"/>
                        <m:t>𝑃𝑟𝑒𝑠𝑠𝑢𝑟𝑒</m:t>
                      </m:r>
                      <m:r>
                        <a:rPr lang="en-GB" sz="1400" i="1"/>
                        <m:t> </m:t>
                      </m:r>
                      <m:r>
                        <a:rPr lang="en-GB" sz="1400" i="1"/>
                        <m:t>𝑒𝑟𝑟𝑜𝑟</m:t>
                      </m:r>
                      <m:r>
                        <a:rPr lang="en-GB" sz="1400" i="1"/>
                        <m:t>= </m:t>
                      </m:r>
                      <m:sSub>
                        <m:sSubPr>
                          <m:ctrlPr>
                            <a:rPr lang="en-GB" sz="1400" i="1"/>
                          </m:ctrlPr>
                        </m:sSubPr>
                        <m:e>
                          <m:r>
                            <a:rPr lang="en-GB" sz="1400" i="1"/>
                            <m:t>𝑋</m:t>
                          </m:r>
                        </m:e>
                        <m:sub>
                          <m:r>
                            <a:rPr lang="en-GB" sz="1400" i="1"/>
                            <m:t>1</m:t>
                          </m:r>
                        </m:sub>
                      </m:sSub>
                      <m:r>
                        <a:rPr lang="en-GB" sz="1400" i="1"/>
                        <m:t>, </m:t>
                      </m:r>
                      <m:r>
                        <a:rPr lang="en-GB" sz="1400" i="1"/>
                        <m:t>𝐶h𝑎𝑛𝑔𝑒</m:t>
                      </m:r>
                      <m:r>
                        <a:rPr lang="en-GB" sz="1400" i="1"/>
                        <m:t> </m:t>
                      </m:r>
                      <m:r>
                        <a:rPr lang="en-GB" sz="1400" i="1"/>
                        <m:t>𝑖𝑛</m:t>
                      </m:r>
                      <m:r>
                        <a:rPr lang="en-GB" sz="1400" i="1"/>
                        <m:t> </m:t>
                      </m:r>
                      <m:r>
                        <a:rPr lang="en-GB" sz="1400" i="1"/>
                        <m:t>𝑃𝑟𝑒𝑠𝑠𝑢𝑟𝑒</m:t>
                      </m:r>
                      <m:r>
                        <a:rPr lang="en-GB" sz="1400" i="1"/>
                        <m:t> </m:t>
                      </m:r>
                      <m:r>
                        <a:rPr lang="en-GB" sz="1400" i="1"/>
                        <m:t>𝑒𝑟𝑟𝑜𝑟</m:t>
                      </m:r>
                      <m:r>
                        <a:rPr lang="en-GB" sz="1400" i="1"/>
                        <m:t>=</m:t>
                      </m:r>
                      <m:sSub>
                        <m:sSubPr>
                          <m:ctrlPr>
                            <a:rPr lang="en-GB" sz="1400" i="1"/>
                          </m:ctrlPr>
                        </m:sSubPr>
                        <m:e>
                          <m:r>
                            <a:rPr lang="en-GB" sz="1400" i="1"/>
                            <m:t>𝑋</m:t>
                          </m:r>
                        </m:e>
                        <m:sub>
                          <m:r>
                            <a:rPr lang="en-GB" sz="1400" i="1"/>
                            <m:t>2</m:t>
                          </m:r>
                        </m:sub>
                      </m:sSub>
                    </m:oMath>
                  </m:oMathPara>
                </a14:m>
                <a:endParaRPr lang="en-GB" sz="1400" dirty="0">
                  <a:latin typeface="Calibri" panose="020F0502020204030204" pitchFamily="34" charset="0"/>
                  <a:ea typeface="Calibri" panose="020F0502020204030204" pitchFamily="34" charset="0"/>
                  <a:cs typeface="Calibri" panose="020F0502020204030204" pitchFamily="34" charset="0"/>
                </a:endParaRPr>
              </a:p>
              <a:p>
                <a:pPr>
                  <a:spcBef>
                    <a:spcPts val="600"/>
                  </a:spcBef>
                  <a:spcAft>
                    <a:spcPts val="600"/>
                  </a:spcAft>
                </a:pPr>
                <a14:m>
                  <m:oMathPara xmlns:m="http://schemas.openxmlformats.org/officeDocument/2006/math">
                    <m:oMathParaPr>
                      <m:jc m:val="centerGroup"/>
                    </m:oMathParaPr>
                    <m:oMath xmlns:m="http://schemas.openxmlformats.org/officeDocument/2006/math">
                      <m:sSub>
                        <m:sSubPr>
                          <m:ctrlPr>
                            <a:rPr lang="en-GB" sz="1400" i="1"/>
                          </m:ctrlPr>
                        </m:sSubPr>
                        <m:e>
                          <m:r>
                            <a:rPr lang="en-GB" sz="1400" i="1"/>
                            <m:t>𝐴</m:t>
                          </m:r>
                        </m:e>
                        <m:sub>
                          <m:r>
                            <a:rPr lang="en-GB" sz="1400" i="1"/>
                            <m:t>𝑖</m:t>
                          </m:r>
                          <m:r>
                            <a:rPr lang="en-GB" sz="1400" i="1"/>
                            <m:t>1</m:t>
                          </m:r>
                        </m:sub>
                      </m:sSub>
                      <m:d>
                        <m:dPr>
                          <m:ctrlPr>
                            <a:rPr lang="en-GB" sz="1400" i="1"/>
                          </m:ctrlPr>
                        </m:dPr>
                        <m:e>
                          <m:sSub>
                            <m:sSubPr>
                              <m:ctrlPr>
                                <a:rPr lang="en-GB" sz="1400" i="1"/>
                              </m:ctrlPr>
                            </m:sSubPr>
                            <m:e>
                              <m:r>
                                <a:rPr lang="en-GB" sz="1400" i="1"/>
                                <m:t>𝑥</m:t>
                              </m:r>
                            </m:e>
                            <m:sub>
                              <m:r>
                                <a:rPr lang="en-GB" sz="1400" i="1"/>
                                <m:t>1</m:t>
                              </m:r>
                            </m:sub>
                          </m:sSub>
                        </m:e>
                      </m:d>
                      <m:r>
                        <a:rPr lang="en-GB" sz="1400" i="1"/>
                        <m:t>=</m:t>
                      </m:r>
                      <m:r>
                        <a:rPr lang="en-GB" sz="1400" i="1"/>
                        <m:t>𝑁𝐵</m:t>
                      </m:r>
                      <m:r>
                        <a:rPr lang="en-GB" sz="1400" i="1"/>
                        <m:t>, </m:t>
                      </m:r>
                      <m:sSub>
                        <m:sSubPr>
                          <m:ctrlPr>
                            <a:rPr lang="en-GB" sz="1400" i="1"/>
                          </m:ctrlPr>
                        </m:sSubPr>
                        <m:e>
                          <m:r>
                            <a:rPr lang="en-GB" sz="1400" i="1"/>
                            <m:t>𝐴</m:t>
                          </m:r>
                        </m:e>
                        <m:sub>
                          <m:r>
                            <a:rPr lang="en-GB" sz="1400" i="1"/>
                            <m:t>𝑖</m:t>
                          </m:r>
                          <m:r>
                            <a:rPr lang="en-GB" sz="1400" i="1"/>
                            <m:t>2</m:t>
                          </m:r>
                        </m:sub>
                      </m:sSub>
                      <m:d>
                        <m:dPr>
                          <m:ctrlPr>
                            <a:rPr lang="en-GB" sz="1400" i="1"/>
                          </m:ctrlPr>
                        </m:dPr>
                        <m:e>
                          <m:sSub>
                            <m:sSubPr>
                              <m:ctrlPr>
                                <a:rPr lang="en-GB" sz="1400" i="1"/>
                              </m:ctrlPr>
                            </m:sSubPr>
                            <m:e>
                              <m:r>
                                <a:rPr lang="en-GB" sz="1400" i="1"/>
                                <m:t>𝑥</m:t>
                              </m:r>
                            </m:e>
                            <m:sub>
                              <m:r>
                                <a:rPr lang="en-GB" sz="1400" i="1"/>
                                <m:t>2</m:t>
                              </m:r>
                            </m:sub>
                          </m:sSub>
                        </m:e>
                      </m:d>
                      <m:r>
                        <a:rPr lang="en-GB" sz="1400" i="1"/>
                        <m:t>=</m:t>
                      </m:r>
                      <m:r>
                        <a:rPr lang="en-GB" sz="1400" i="1"/>
                        <m:t>𝑁𝐵</m:t>
                      </m:r>
                      <m:r>
                        <a:rPr lang="en-GB" sz="1400" i="1"/>
                        <m:t>, </m:t>
                      </m:r>
                      <m:sSub>
                        <m:sSubPr>
                          <m:ctrlPr>
                            <a:rPr lang="en-GB" sz="1400" i="1"/>
                          </m:ctrlPr>
                        </m:sSubPr>
                        <m:e>
                          <m:r>
                            <a:rPr lang="en-GB" sz="1400" i="1"/>
                            <m:t>𝐵</m:t>
                          </m:r>
                        </m:e>
                        <m:sub>
                          <m:r>
                            <a:rPr lang="en-GB" sz="1400" i="1"/>
                            <m:t>𝑖</m:t>
                          </m:r>
                        </m:sub>
                      </m:sSub>
                      <m:r>
                        <a:rPr lang="en-GB" sz="1400" i="1"/>
                        <m:t>=</m:t>
                      </m:r>
                      <m:r>
                        <a:rPr lang="en-GB" sz="1400" i="1"/>
                        <m:t>𝑃𝐵</m:t>
                      </m:r>
                    </m:oMath>
                  </m:oMathPara>
                </a14:m>
                <a:endParaRPr lang="en-GB" sz="1400" dirty="0">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12" name="TextBox 11">
                <a:extLst>
                  <a:ext uri="{FF2B5EF4-FFF2-40B4-BE49-F238E27FC236}">
                    <a16:creationId xmlns:a16="http://schemas.microsoft.com/office/drawing/2014/main" id="{B8888FA9-738C-E3E6-9FCA-5D15F71AC697}"/>
                  </a:ext>
                </a:extLst>
              </p:cNvPr>
              <p:cNvSpPr txBox="1">
                <a:spLocks noRot="1" noChangeAspect="1" noMove="1" noResize="1" noEditPoints="1" noAdjustHandles="1" noChangeArrowheads="1" noChangeShapeType="1" noTextEdit="1"/>
              </p:cNvSpPr>
              <p:nvPr/>
            </p:nvSpPr>
            <p:spPr>
              <a:xfrm>
                <a:off x="186595" y="1925483"/>
                <a:ext cx="8672097" cy="1940403"/>
              </a:xfrm>
              <a:prstGeom prst="rect">
                <a:avLst/>
              </a:prstGeom>
              <a:blipFill>
                <a:blip r:embed="rId18"/>
                <a:stretch>
                  <a:fillRect l="-211" t="-629"/>
                </a:stretch>
              </a:blipFill>
            </p:spPr>
            <p:txBody>
              <a:bodyPr/>
              <a:lstStyle/>
              <a:p>
                <a:r>
                  <a:rPr lang="en-GB">
                    <a:noFill/>
                  </a:rPr>
                  <a:t> </a:t>
                </a:r>
              </a:p>
            </p:txBody>
          </p:sp>
        </mc:Fallback>
      </mc:AlternateContent>
    </p:spTree>
    <p:extLst>
      <p:ext uri="{BB962C8B-B14F-4D97-AF65-F5344CB8AC3E}">
        <p14:creationId xmlns:p14="http://schemas.microsoft.com/office/powerpoint/2010/main" val="24920346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Fuzzy Rules Processing</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3557D00-50C6-7D21-B888-1027CE8D2317}"/>
                  </a:ext>
                </a:extLst>
              </p:cNvPr>
              <p:cNvSpPr txBox="1"/>
              <p:nvPr/>
            </p:nvSpPr>
            <p:spPr>
              <a:xfrm>
                <a:off x="186596" y="663599"/>
                <a:ext cx="8672097" cy="3477875"/>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Mamdani-type Fuzzy Rules Processing – Linguistic Variables</a:t>
                </a:r>
              </a:p>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A </a:t>
                </a:r>
                <a:r>
                  <a:rPr lang="en-GB" sz="1400" b="1" dirty="0">
                    <a:effectLst/>
                    <a:latin typeface="Calibri" panose="020F0502020204030204" pitchFamily="34" charset="0"/>
                    <a:ea typeface="Calibri" panose="020F0502020204030204" pitchFamily="34" charset="0"/>
                    <a:cs typeface="Calibri" panose="020F0502020204030204" pitchFamily="34" charset="0"/>
                  </a:rPr>
                  <a:t>linguistic variable </a:t>
                </a:r>
                <a:r>
                  <a:rPr lang="en-GB" sz="1400" dirty="0">
                    <a:effectLst/>
                    <a:latin typeface="Calibri" panose="020F0502020204030204" pitchFamily="34" charset="0"/>
                    <a:ea typeface="Calibri" panose="020F0502020204030204" pitchFamily="34" charset="0"/>
                    <a:cs typeface="Calibri" panose="020F0502020204030204" pitchFamily="34" charset="0"/>
                  </a:rPr>
                  <a:t>is generally defined by the following set:</a:t>
                </a: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&lt;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𝐿𝑋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𝑍</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𝐴</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&gt;</m:t>
                      </m:r>
                    </m:oMath>
                  </m:oMathPara>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14:m>
                  <m:oMath xmlns:m="http://schemas.openxmlformats.org/officeDocument/2006/math">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oMath>
                </a14:m>
                <a:r>
                  <a:rPr lang="en-GB" sz="1400" dirty="0">
                    <a:effectLst/>
                    <a:latin typeface="Calibri" panose="020F0502020204030204" pitchFamily="34" charset="0"/>
                    <a:ea typeface="Calibri" panose="020F0502020204030204" pitchFamily="34" charset="0"/>
                    <a:cs typeface="Calibri" panose="020F0502020204030204" pitchFamily="34" charset="0"/>
                  </a:rPr>
                  <a:t>: </a:t>
                </a:r>
                <a:r>
                  <a:rPr lang="en-GB" sz="1400" b="1" i="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Symbolic name </a:t>
                </a:r>
                <a:r>
                  <a:rPr lang="en-GB" sz="1400" dirty="0">
                    <a:effectLst/>
                    <a:latin typeface="Calibri" panose="020F0502020204030204" pitchFamily="34" charset="0"/>
                    <a:ea typeface="Calibri" panose="020F0502020204030204" pitchFamily="34" charset="0"/>
                    <a:cs typeface="Calibri" panose="020F0502020204030204" pitchFamily="34" charset="0"/>
                  </a:rPr>
                  <a:t>of linguistic variable, e.g. pressure, temperature, height, etc. </a:t>
                </a:r>
              </a:p>
              <a:p>
                <a:pPr algn="just">
                  <a:spcBef>
                    <a:spcPts val="600"/>
                  </a:spcBef>
                  <a:spcAft>
                    <a:spcPts val="600"/>
                  </a:spcAft>
                  <a:tabLst>
                    <a:tab pos="3616325" algn="l"/>
                  </a:tabLst>
                </a:pPr>
                <a14:m>
                  <m:oMath xmlns:m="http://schemas.openxmlformats.org/officeDocument/2006/math">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𝐿𝑋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oMath>
                </a14:m>
                <a:r>
                  <a:rPr lang="en-GB" sz="1400" dirty="0">
                    <a:effectLst/>
                    <a:latin typeface="Calibri" panose="020F0502020204030204" pitchFamily="34" charset="0"/>
                    <a:ea typeface="Calibri" panose="020F0502020204030204" pitchFamily="34" charset="0"/>
                    <a:cs typeface="Calibri" panose="020F0502020204030204" pitchFamily="34" charset="0"/>
                  </a:rPr>
                  <a:t>: </a:t>
                </a:r>
                <a:r>
                  <a:rPr lang="en-GB" sz="1400" b="1" i="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Linguistic value</a:t>
                </a:r>
                <a:r>
                  <a:rPr lang="en-GB" sz="1400" dirty="0">
                    <a:effectLst/>
                    <a:latin typeface="Calibri" panose="020F0502020204030204" pitchFamily="34" charset="0"/>
                    <a:ea typeface="Calibri" panose="020F0502020204030204" pitchFamily="34" charset="0"/>
                    <a:cs typeface="Calibri" panose="020F0502020204030204" pitchFamily="34" charset="0"/>
                  </a:rPr>
                  <a:t>, e.g.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𝑁𝐵</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𝑃𝐵</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𝑃𝑀</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𝑒𝑡𝑐</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14:m>
                  <m:oMath xmlns:m="http://schemas.openxmlformats.org/officeDocument/2006/math">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𝑍</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oMath>
                </a14:m>
                <a:r>
                  <a:rPr lang="en-GB" sz="1400" dirty="0">
                    <a:effectLst/>
                    <a:latin typeface="Calibri" panose="020F0502020204030204" pitchFamily="34" charset="0"/>
                    <a:ea typeface="Calibri" panose="020F0502020204030204" pitchFamily="34" charset="0"/>
                    <a:cs typeface="Calibri" panose="020F0502020204030204" pitchFamily="34" charset="0"/>
                  </a:rPr>
                  <a:t>: </a:t>
                </a:r>
                <a:r>
                  <a:rPr lang="en-GB" sz="1400" b="1" i="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Physical domain </a:t>
                </a:r>
                <a:r>
                  <a:rPr lang="en-GB" sz="1400" dirty="0">
                    <a:effectLst/>
                    <a:latin typeface="Calibri" panose="020F0502020204030204" pitchFamily="34" charset="0"/>
                    <a:ea typeface="Calibri" panose="020F0502020204030204" pitchFamily="34" charset="0"/>
                    <a:cs typeface="Calibri" panose="020F0502020204030204" pitchFamily="34" charset="0"/>
                  </a:rPr>
                  <a:t>where the linguistic value is defined (discrete or continuous).</a:t>
                </a:r>
              </a:p>
              <a:p>
                <a:pPr algn="just">
                  <a:spcBef>
                    <a:spcPts val="600"/>
                  </a:spcBef>
                  <a:spcAft>
                    <a:spcPts val="600"/>
                  </a:spcAft>
                  <a:tabLst>
                    <a:tab pos="3616325" algn="l"/>
                  </a:tabLst>
                </a:pP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𝐴</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e>
                    </m:d>
                  </m:oMath>
                </a14:m>
                <a:r>
                  <a:rPr lang="en-GB" sz="1400" dirty="0">
                    <a:effectLst/>
                    <a:latin typeface="Calibri" panose="020F0502020204030204" pitchFamily="34" charset="0"/>
                    <a:ea typeface="Calibri" panose="020F0502020204030204" pitchFamily="34" charset="0"/>
                    <a:cs typeface="Calibri" panose="020F0502020204030204" pitchFamily="34" charset="0"/>
                  </a:rPr>
                  <a:t>: A function that gives an </a:t>
                </a:r>
                <a:r>
                  <a:rPr lang="en-GB" sz="1400" b="1" i="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interpretation</a:t>
                </a:r>
                <a:r>
                  <a:rPr lang="en-GB" sz="1400" dirty="0">
                    <a:effectLst/>
                    <a:latin typeface="Calibri" panose="020F0502020204030204" pitchFamily="34" charset="0"/>
                    <a:ea typeface="Calibri" panose="020F0502020204030204" pitchFamily="34" charset="0"/>
                    <a:cs typeface="Calibri" panose="020F0502020204030204" pitchFamily="34" charset="0"/>
                  </a:rPr>
                  <a:t> of a linguistic value,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𝐴</m:t>
                    </m:r>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𝐿𝑋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𝑖</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𝜇</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𝐿𝑋</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a:t>
                </a:r>
              </a:p>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Having defined our linguistic variable, we can define </a:t>
                </a:r>
                <a:r>
                  <a:rPr lang="en-GB" sz="1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 set of ‘</a:t>
                </a:r>
                <a14:m>
                  <m:oMath xmlns:m="http://schemas.openxmlformats.org/officeDocument/2006/math">
                    <m:r>
                      <a:rPr lang="en-GB" sz="1400" b="1" i="1">
                        <a:solidFill>
                          <a:srgbClr val="FF0000"/>
                        </a:solidFill>
                        <a:effectLst/>
                        <a:latin typeface="Cambria Math" panose="02040503050406030204" pitchFamily="18" charset="0"/>
                        <a:ea typeface="DengXian" panose="02010600030101010101" pitchFamily="2" charset="-122"/>
                        <a:cs typeface="Times New Roman" panose="02020603050405020304" pitchFamily="18" charset="0"/>
                      </a:rPr>
                      <m:t>𝒎</m:t>
                    </m:r>
                  </m:oMath>
                </a14:m>
                <a:r>
                  <a:rPr lang="en-GB" sz="1400" b="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 rules </a:t>
                </a:r>
                <a:r>
                  <a:rPr lang="en-GB" sz="1400" dirty="0">
                    <a:effectLst/>
                    <a:latin typeface="Calibri" panose="020F0502020204030204" pitchFamily="34" charset="0"/>
                    <a:ea typeface="Calibri" panose="020F0502020204030204" pitchFamily="34" charset="0"/>
                    <a:cs typeface="Calibri" panose="020F0502020204030204" pitchFamily="34" charset="0"/>
                  </a:rPr>
                  <a:t>as:</a:t>
                </a:r>
              </a:p>
              <a:p>
                <a:pPr marL="457200"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𝑖𝑠</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𝐿</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𝑎𝑛𝑑</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𝑎𝑛𝑑</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𝑖𝑠</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𝐿</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𝑢</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𝐿𝑈</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m:oMathPara>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marL="457200"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𝑚</m:t>
                      </m:r>
                    </m:oMath>
                  </m:oMathPara>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2" name="TextBox 1">
                <a:extLst>
                  <a:ext uri="{FF2B5EF4-FFF2-40B4-BE49-F238E27FC236}">
                    <a16:creationId xmlns:a16="http://schemas.microsoft.com/office/drawing/2014/main" id="{E3557D00-50C6-7D21-B888-1027CE8D2317}"/>
                  </a:ext>
                </a:extLst>
              </p:cNvPr>
              <p:cNvSpPr txBox="1">
                <a:spLocks noRot="1" noChangeAspect="1" noMove="1" noResize="1" noEditPoints="1" noAdjustHandles="1" noChangeArrowheads="1" noChangeShapeType="1" noTextEdit="1"/>
              </p:cNvSpPr>
              <p:nvPr/>
            </p:nvSpPr>
            <p:spPr>
              <a:xfrm>
                <a:off x="186596" y="663599"/>
                <a:ext cx="8672097" cy="3477875"/>
              </a:xfrm>
              <a:prstGeom prst="rect">
                <a:avLst/>
              </a:prstGeom>
              <a:blipFill>
                <a:blip r:embed="rId3"/>
                <a:stretch>
                  <a:fillRect l="-211" t="-351"/>
                </a:stretch>
              </a:blipFill>
            </p:spPr>
            <p:txBody>
              <a:bodyPr/>
              <a:lstStyle/>
              <a:p>
                <a:r>
                  <a:rPr lang="en-GB">
                    <a:noFill/>
                  </a:rPr>
                  <a:t> </a:t>
                </a:r>
              </a:p>
            </p:txBody>
          </p:sp>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p:spTree>
    <p:extLst>
      <p:ext uri="{BB962C8B-B14F-4D97-AF65-F5344CB8AC3E}">
        <p14:creationId xmlns:p14="http://schemas.microsoft.com/office/powerpoint/2010/main" val="288213107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Fuzzy Rules Processing</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2" name="TextBox 1">
            <a:extLst>
              <a:ext uri="{FF2B5EF4-FFF2-40B4-BE49-F238E27FC236}">
                <a16:creationId xmlns:a16="http://schemas.microsoft.com/office/drawing/2014/main" id="{E3557D00-50C6-7D21-B888-1027CE8D2317}"/>
              </a:ext>
            </a:extLst>
          </p:cNvPr>
          <p:cNvSpPr txBox="1"/>
          <p:nvPr/>
        </p:nvSpPr>
        <p:spPr>
          <a:xfrm>
            <a:off x="186596" y="663599"/>
            <a:ext cx="8672097" cy="600164"/>
          </a:xfrm>
          <a:prstGeom prst="rect">
            <a:avLst/>
          </a:prstGeom>
          <a:noFill/>
        </p:spPr>
        <p:txBody>
          <a:bodyPr wrap="square">
            <a:spAutoFit/>
          </a:bodyPr>
          <a:lstStyle/>
          <a:p>
            <a:pPr>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Mamdani-type Fuzzy Rules Processing – Inference Mechanism</a:t>
            </a:r>
          </a:p>
          <a:p>
            <a:pPr algn="just">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There are two techniques of inference mechanism, i.e.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analytical</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and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graphical</a:t>
            </a:r>
            <a:r>
              <a:rPr lang="en-GB" sz="1400" dirty="0">
                <a:effectLst/>
                <a:latin typeface="Calibri" panose="020F0502020204030204" pitchFamily="34" charset="0"/>
                <a:ea typeface="DengXian" panose="02010600030101010101" pitchFamily="2" charset="-122"/>
                <a:cs typeface="Times New Roman" panose="02020603050405020304" pitchFamily="18" charset="0"/>
              </a:rPr>
              <a:t> (rule firing).</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p:sp>
        <p:nvSpPr>
          <p:cNvPr id="12" name="TextBox 11">
            <a:extLst>
              <a:ext uri="{FF2B5EF4-FFF2-40B4-BE49-F238E27FC236}">
                <a16:creationId xmlns:a16="http://schemas.microsoft.com/office/drawing/2014/main" id="{77F19A38-9D24-37AC-72B6-EB45C950757F}"/>
              </a:ext>
            </a:extLst>
          </p:cNvPr>
          <p:cNvSpPr txBox="1"/>
          <p:nvPr/>
        </p:nvSpPr>
        <p:spPr>
          <a:xfrm>
            <a:off x="186595" y="1241853"/>
            <a:ext cx="4572000" cy="382092"/>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Analytical Technique of Inference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14" name="TextBox 13">
                <a:extLst>
                  <a:ext uri="{FF2B5EF4-FFF2-40B4-BE49-F238E27FC236}">
                    <a16:creationId xmlns:a16="http://schemas.microsoft.com/office/drawing/2014/main" id="{E76B9801-0B29-EF08-7EC9-A0F2DD9DE4B2}"/>
                  </a:ext>
                </a:extLst>
              </p:cNvPr>
              <p:cNvSpPr txBox="1"/>
              <p:nvPr/>
            </p:nvSpPr>
            <p:spPr>
              <a:xfrm>
                <a:off x="186595" y="1623945"/>
                <a:ext cx="8672097" cy="2994281"/>
              </a:xfrm>
              <a:prstGeom prst="rect">
                <a:avLst/>
              </a:prstGeom>
              <a:noFill/>
            </p:spPr>
            <p:txBody>
              <a:bodyPr wrap="square">
                <a:spAutoFit/>
              </a:bodyPr>
              <a:lstStyle/>
              <a:p>
                <a:pPr>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Example 3 </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Consider a fuzzy algorithm relating </a:t>
                </a:r>
                <a:r>
                  <a:rPr lang="en-GB" sz="1400" i="1" dirty="0">
                    <a:effectLst/>
                    <a:latin typeface="Calibri" panose="020F0502020204030204" pitchFamily="34" charset="0"/>
                    <a:ea typeface="Calibri" panose="020F0502020204030204" pitchFamily="34" charset="0"/>
                    <a:cs typeface="Calibri" panose="020F0502020204030204" pitchFamily="34" charset="0"/>
                  </a:rPr>
                  <a:t>yaw error</a:t>
                </a:r>
                <a:r>
                  <a:rPr lang="en-GB" sz="1400" dirty="0">
                    <a:effectLst/>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𝜀</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and </a:t>
                </a:r>
                <a:r>
                  <a:rPr lang="en-GB" sz="1400" i="1" dirty="0">
                    <a:effectLst/>
                    <a:latin typeface="Calibri" panose="020F0502020204030204" pitchFamily="34" charset="0"/>
                    <a:ea typeface="Calibri" panose="020F0502020204030204" pitchFamily="34" charset="0"/>
                    <a:cs typeface="Calibri" panose="020F0502020204030204" pitchFamily="34" charset="0"/>
                  </a:rPr>
                  <a:t>rudder control movement</a:t>
                </a:r>
                <a:r>
                  <a:rPr lang="en-GB" sz="1400" dirty="0">
                    <a:effectLst/>
                    <a:latin typeface="Calibri" panose="020F0502020204030204" pitchFamily="34" charset="0"/>
                    <a:ea typeface="Calibri" panose="020F0502020204030204" pitchFamily="34" charset="0"/>
                    <a:cs typeface="Calibri" panose="020F0502020204030204" pitchFamily="34" charset="0"/>
                  </a:rPr>
                  <a:t>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𝛿</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consisting of only two fuzzy rules (or fuzzy conditional statements):</a:t>
                </a:r>
              </a:p>
              <a:p>
                <a:pPr marL="342900" lvl="0" indent="-342900" algn="just">
                  <a:spcAft>
                    <a:spcPts val="600"/>
                  </a:spcAft>
                  <a:buFont typeface="+mj-lt"/>
                  <a:buAutoNum type="alphaLcParenR"/>
                  <a:tabLst>
                    <a:tab pos="3616325" algn="l"/>
                  </a:tabLst>
                </a:pPr>
                <a14:m>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𝜀</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𝑚𝑢𝑐h</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𝑔𝑟𝑒𝑎𝑡𝑒𝑟</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𝑡h𝑎𝑛</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10℃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𝛿</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𝑔𝑟𝑒𝑎𝑡𝑙𝑦</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𝑟𝑒𝑑𝑢𝑐𝑒𝑑</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spcAft>
                    <a:spcPts val="600"/>
                  </a:spcAft>
                  <a:buFont typeface="+mj-lt"/>
                  <a:buAutoNum type="alphaLcParenR"/>
                  <a:tabLst>
                    <a:tab pos="3616325" algn="l"/>
                  </a:tabLst>
                </a:pPr>
                <a14:m>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𝜀</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𝑎𝑏𝑜𝑢𝑡</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15℃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𝛿</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𝑠𝑙𝑖𝑔h𝑡𝑙𝑦</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𝑟𝑒𝑑𝑢𝑐𝑒𝑑</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Where,                       </a:t>
                </a:r>
                <a14:m>
                  <m:oMath xmlns:m="http://schemas.openxmlformats.org/officeDocument/2006/math">
                    <m:r>
                      <a:rPr lang="en-GB" sz="1000" b="0" i="0" smtClean="0">
                        <a:effectLst/>
                        <a:latin typeface="Cambria Math" panose="02040503050406030204" pitchFamily="18" charset="0"/>
                        <a:ea typeface="DengXian" panose="02010600030101010101" pitchFamily="2" charset="-122"/>
                        <a:cs typeface="Times New Roman" panose="02020603050405020304" pitchFamily="18"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𝜀</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𝑚𝑢𝑐h</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𝑔𝑟𝑒𝑎𝑡𝑒𝑟</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𝑡h𝑎𝑛</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10℃=</m:t>
                    </m:r>
                    <m:d>
                      <m:dPr>
                        <m:begChr m:val="{"/>
                        <m:endChr m:val="}"/>
                        <m:ctrlPr>
                          <a:rPr lang="en-GB" sz="1000" i="1">
                            <a:effectLst/>
                            <a:latin typeface="Cambria Math" panose="02040503050406030204" pitchFamily="18" charset="0"/>
                            <a:ea typeface="DengXian" panose="02010600030101010101" pitchFamily="2" charset="-122"/>
                            <a:cs typeface="Calibri" panose="020F0502020204030204" pitchFamily="34" charset="0"/>
                          </a:rPr>
                        </m:ctrlPr>
                      </m:dPr>
                      <m:e>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10</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0.2</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12.5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0.5</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0.8</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17.5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1</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20</m:t>
                            </m:r>
                          </m:den>
                        </m:f>
                      </m:e>
                    </m:d>
                    <m:r>
                      <a:rPr lang="en-GB" sz="1000" b="0" i="1" smtClean="0">
                        <a:effectLst/>
                        <a:latin typeface="Cambria Math" panose="02040503050406030204" pitchFamily="18" charset="0"/>
                        <a:ea typeface="DengXian" panose="02010600030101010101" pitchFamily="2" charset="-122"/>
                        <a:cs typeface="Calibri" panose="020F0502020204030204" pitchFamily="34"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𝜀</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𝑎𝑏𝑜𝑢𝑡</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15℃=</m:t>
                    </m:r>
                    <m:d>
                      <m:dPr>
                        <m:begChr m:val="{"/>
                        <m:endChr m:val="}"/>
                        <m:ctrlPr>
                          <a:rPr lang="en-GB" sz="1000" i="1">
                            <a:effectLst/>
                            <a:latin typeface="Cambria Math" panose="02040503050406030204" pitchFamily="18" charset="0"/>
                            <a:ea typeface="DengXian" panose="02010600030101010101" pitchFamily="2" charset="-122"/>
                            <a:cs typeface="Calibri" panose="020F0502020204030204" pitchFamily="34" charset="0"/>
                          </a:rPr>
                        </m:ctrlPr>
                      </m:dPr>
                      <m:e>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10</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0.6</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12.5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1</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0.6</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17.5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0.1</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20</m:t>
                            </m:r>
                          </m:den>
                        </m:f>
                      </m:e>
                    </m:d>
                  </m:oMath>
                </a14:m>
                <a:endParaRPr lang="en-GB" sz="1000"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And                               </a:t>
                </a:r>
                <a14:m>
                  <m:oMath xmlns:m="http://schemas.openxmlformats.org/officeDocument/2006/math">
                    <m:r>
                      <a:rPr lang="en-GB" sz="1000" i="1">
                        <a:effectLst/>
                        <a:latin typeface="Cambria Math" panose="02040503050406030204" pitchFamily="18" charset="0"/>
                        <a:ea typeface="DengXian" panose="02010600030101010101" pitchFamily="2" charset="-122"/>
                        <a:cs typeface="Times New Roman" panose="02020603050405020304" pitchFamily="18" charset="0"/>
                      </a:rPr>
                      <m:t>𝛿</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𝑔𝑟𝑒𝑎𝑡𝑙𝑦</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𝑟𝑒𝑑𝑢𝑐𝑒𝑑</m:t>
                    </m:r>
                    <m:r>
                      <a:rPr lang="en-GB" sz="1000" i="1">
                        <a:effectLst/>
                        <a:latin typeface="Cambria Math" panose="02040503050406030204" pitchFamily="18" charset="0"/>
                        <a:ea typeface="DengXian" panose="02010600030101010101" pitchFamily="2" charset="-122"/>
                        <a:cs typeface="Calibri" panose="020F0502020204030204" pitchFamily="34" charset="0"/>
                      </a:rPr>
                      <m:t>=</m:t>
                    </m:r>
                    <m:d>
                      <m:dPr>
                        <m:begChr m:val="{"/>
                        <m:endChr m:val="}"/>
                        <m:ctrlPr>
                          <a:rPr lang="en-GB" sz="1000" i="1">
                            <a:effectLst/>
                            <a:latin typeface="Cambria Math" panose="02040503050406030204" pitchFamily="18" charset="0"/>
                            <a:ea typeface="DengXian" panose="02010600030101010101" pitchFamily="2" charset="-122"/>
                            <a:cs typeface="Calibri" panose="020F0502020204030204" pitchFamily="34" charset="0"/>
                          </a:rPr>
                        </m:ctrlPr>
                      </m:dPr>
                      <m:e>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1</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−10</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0.8</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−7.5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0.4</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0.1</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−2.5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0</m:t>
                            </m:r>
                          </m:den>
                        </m:f>
                      </m:e>
                    </m:d>
                    <m:r>
                      <a:rPr lang="en-GB" sz="1000" b="0" i="1" smtClean="0">
                        <a:effectLst/>
                        <a:latin typeface="Cambria Math" panose="02040503050406030204" pitchFamily="18" charset="0"/>
                        <a:ea typeface="DengXian" panose="02010600030101010101" pitchFamily="2" charset="-122"/>
                        <a:cs typeface="Calibri" panose="020F0502020204030204" pitchFamily="34"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𝛿</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𝑠𝑙𝑖𝑔h𝑡𝑙𝑦</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𝑟𝑒𝑑𝑢𝑐𝑒𝑑</m:t>
                    </m:r>
                    <m:r>
                      <a:rPr lang="en-GB" sz="1000" i="1">
                        <a:effectLst/>
                        <a:latin typeface="Cambria Math" panose="02040503050406030204" pitchFamily="18" charset="0"/>
                        <a:ea typeface="DengXian" panose="02010600030101010101" pitchFamily="2" charset="-122"/>
                        <a:cs typeface="Calibri" panose="020F0502020204030204" pitchFamily="34" charset="0"/>
                      </a:rPr>
                      <m:t>=</m:t>
                    </m:r>
                    <m:d>
                      <m:dPr>
                        <m:begChr m:val="{"/>
                        <m:endChr m:val="}"/>
                        <m:ctrlPr>
                          <a:rPr lang="en-GB" sz="1000" i="1">
                            <a:effectLst/>
                            <a:latin typeface="Cambria Math" panose="02040503050406030204" pitchFamily="18" charset="0"/>
                            <a:ea typeface="DengXian" panose="02010600030101010101" pitchFamily="2" charset="-122"/>
                            <a:cs typeface="Calibri" panose="020F0502020204030204" pitchFamily="34" charset="0"/>
                          </a:rPr>
                        </m:ctrlPr>
                      </m:dPr>
                      <m:e>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−10</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0.1</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−7.5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0.5</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1</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−2.5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0.6</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0</m:t>
                            </m:r>
                          </m:den>
                        </m:f>
                      </m:e>
                    </m:d>
                  </m:oMath>
                </a14:m>
                <a:endParaRPr lang="en-GB" sz="1000"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What is the change in rudder angle required if ‘</a:t>
                </a:r>
                <a:r>
                  <a:rPr lang="en-GB" sz="1400" i="1" dirty="0">
                    <a:effectLst/>
                    <a:latin typeface="Calibri" panose="020F0502020204030204" pitchFamily="34" charset="0"/>
                    <a:ea typeface="Calibri" panose="020F0502020204030204" pitchFamily="34" charset="0"/>
                    <a:cs typeface="Calibri" panose="020F0502020204030204" pitchFamily="34" charset="0"/>
                  </a:rPr>
                  <a:t>yaw error is about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20℃</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a:t>
                </a:r>
              </a:p>
              <a:p>
                <a:pPr algn="just">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Where                                               </a:t>
                </a:r>
                <a14:m>
                  <m:oMath xmlns:m="http://schemas.openxmlformats.org/officeDocument/2006/math">
                    <m:r>
                      <a:rPr lang="en-GB" sz="1000" b="0" i="0" smtClean="0">
                        <a:effectLst/>
                        <a:latin typeface="Cambria Math" panose="02040503050406030204" pitchFamily="18" charset="0"/>
                        <a:ea typeface="DengXian" panose="02010600030101010101" pitchFamily="2" charset="-122"/>
                        <a:cs typeface="Times New Roman" panose="02020603050405020304" pitchFamily="18"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𝑦𝑎𝑤</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𝑒𝑟𝑟𝑜𝑟</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𝑖𝑠</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m:t>
                    </m:r>
                    <m:r>
                      <a:rPr lang="en-GB" sz="1000" i="1">
                        <a:effectLst/>
                        <a:latin typeface="Cambria Math" panose="02040503050406030204" pitchFamily="18" charset="0"/>
                        <a:ea typeface="DengXian" panose="02010600030101010101" pitchFamily="2" charset="-122"/>
                        <a:cs typeface="Times New Roman" panose="02020603050405020304" pitchFamily="18" charset="0"/>
                      </a:rPr>
                      <m:t>𝑎𝑏𝑜𝑢𝑡</m:t>
                    </m:r>
                    <m:r>
                      <a:rPr lang="en-GB" sz="1000" i="1">
                        <a:effectLst/>
                        <a:latin typeface="Cambria Math" panose="02040503050406030204" pitchFamily="18" charset="0"/>
                        <a:ea typeface="DengXian" panose="02010600030101010101" pitchFamily="2" charset="-122"/>
                        <a:cs typeface="Times New Roman" panose="02020603050405020304" pitchFamily="18" charset="0"/>
                      </a:rPr>
                      <m:t> 20℃=</m:t>
                    </m:r>
                    <m:r>
                      <a:rPr lang="en-GB" sz="1000" i="1">
                        <a:effectLst/>
                        <a:latin typeface="Cambria Math" panose="02040503050406030204" pitchFamily="18" charset="0"/>
                        <a:ea typeface="DengXian" panose="02010600030101010101" pitchFamily="2" charset="-122"/>
                        <a:cs typeface="Calibri" panose="020F0502020204030204" pitchFamily="34" charset="0"/>
                      </a:rPr>
                      <m:t>𝐴</m:t>
                    </m:r>
                    <m:r>
                      <a:rPr lang="en-GB" sz="1000" i="1">
                        <a:effectLst/>
                        <a:latin typeface="Cambria Math" panose="02040503050406030204" pitchFamily="18" charset="0"/>
                        <a:ea typeface="DengXian" panose="02010600030101010101" pitchFamily="2" charset="-122"/>
                        <a:cs typeface="Calibri" panose="020F0502020204030204" pitchFamily="34" charset="0"/>
                      </a:rPr>
                      <m:t>=</m:t>
                    </m:r>
                    <m:d>
                      <m:dPr>
                        <m:begChr m:val="{"/>
                        <m:endChr m:val="}"/>
                        <m:ctrlPr>
                          <a:rPr lang="en-GB" sz="1000" i="1">
                            <a:effectLst/>
                            <a:latin typeface="Cambria Math" panose="02040503050406030204" pitchFamily="18" charset="0"/>
                            <a:ea typeface="DengXian" panose="02010600030101010101" pitchFamily="2" charset="-122"/>
                            <a:cs typeface="Calibri" panose="020F0502020204030204" pitchFamily="34" charset="0"/>
                          </a:rPr>
                        </m:ctrlPr>
                      </m:dPr>
                      <m:e>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10</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0.1</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12.5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0.4</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0.8</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17.5</m:t>
                            </m:r>
                          </m:den>
                        </m:f>
                        <m:r>
                          <a:rPr lang="en-GB" sz="1000" i="1">
                            <a:effectLst/>
                            <a:latin typeface="Cambria Math" panose="02040503050406030204" pitchFamily="18" charset="0"/>
                            <a:ea typeface="DengXian" panose="02010600030101010101" pitchFamily="2" charset="-122"/>
                            <a:cs typeface="Calibri" panose="020F0502020204030204" pitchFamily="34" charset="0"/>
                          </a:rPr>
                          <m:t>+</m:t>
                        </m:r>
                        <m:f>
                          <m:fPr>
                            <m:ctrlPr>
                              <a:rPr lang="en-GB" sz="1000" i="1">
                                <a:effectLst/>
                                <a:latin typeface="Cambria Math" panose="02040503050406030204" pitchFamily="18" charset="0"/>
                                <a:ea typeface="DengXian" panose="02010600030101010101" pitchFamily="2" charset="-122"/>
                                <a:cs typeface="Calibri" panose="020F0502020204030204" pitchFamily="34" charset="0"/>
                              </a:rPr>
                            </m:ctrlPr>
                          </m:fPr>
                          <m:num>
                            <m:r>
                              <a:rPr lang="en-GB" sz="1000" i="1">
                                <a:effectLst/>
                                <a:latin typeface="Cambria Math" panose="02040503050406030204" pitchFamily="18" charset="0"/>
                                <a:ea typeface="DengXian" panose="02010600030101010101" pitchFamily="2" charset="-122"/>
                                <a:cs typeface="Calibri" panose="020F0502020204030204" pitchFamily="34" charset="0"/>
                              </a:rPr>
                              <m:t>1</m:t>
                            </m:r>
                          </m:num>
                          <m:den>
                            <m:r>
                              <a:rPr lang="en-GB" sz="1000" i="1">
                                <a:effectLst/>
                                <a:latin typeface="Cambria Math" panose="02040503050406030204" pitchFamily="18" charset="0"/>
                                <a:ea typeface="DengXian" panose="02010600030101010101" pitchFamily="2" charset="-122"/>
                                <a:cs typeface="Calibri" panose="020F0502020204030204" pitchFamily="34" charset="0"/>
                              </a:rPr>
                              <m:t>20</m:t>
                            </m:r>
                          </m:den>
                        </m:f>
                      </m:e>
                    </m:d>
                  </m:oMath>
                </a14:m>
                <a:endParaRPr lang="en-GB" sz="1000"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Solution</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14" name="TextBox 13">
                <a:extLst>
                  <a:ext uri="{FF2B5EF4-FFF2-40B4-BE49-F238E27FC236}">
                    <a16:creationId xmlns:a16="http://schemas.microsoft.com/office/drawing/2014/main" id="{E76B9801-0B29-EF08-7EC9-A0F2DD9DE4B2}"/>
                  </a:ext>
                </a:extLst>
              </p:cNvPr>
              <p:cNvSpPr txBox="1">
                <a:spLocks noRot="1" noChangeAspect="1" noMove="1" noResize="1" noEditPoints="1" noAdjustHandles="1" noChangeArrowheads="1" noChangeShapeType="1" noTextEdit="1"/>
              </p:cNvSpPr>
              <p:nvPr/>
            </p:nvSpPr>
            <p:spPr>
              <a:xfrm>
                <a:off x="186595" y="1623945"/>
                <a:ext cx="8672097" cy="2994281"/>
              </a:xfrm>
              <a:prstGeom prst="rect">
                <a:avLst/>
              </a:prstGeom>
              <a:blipFill>
                <a:blip r:embed="rId18"/>
                <a:stretch>
                  <a:fillRect l="-211" t="-203" r="-211"/>
                </a:stretch>
              </a:blipFill>
            </p:spPr>
            <p:txBody>
              <a:bodyPr/>
              <a:lstStyle/>
              <a:p>
                <a:r>
                  <a:rPr lang="en-GB">
                    <a:noFill/>
                  </a:rPr>
                  <a:t> </a:t>
                </a:r>
              </a:p>
            </p:txBody>
          </p:sp>
        </mc:Fallback>
      </mc:AlternateContent>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05605145-815A-A2B1-1B50-DFCD50AFAAFB}"/>
                  </a:ext>
                </a:extLst>
              </p14:cNvPr>
              <p14:cNvContentPartPr/>
              <p14:nvPr/>
            </p14:nvContentPartPr>
            <p14:xfrm>
              <a:off x="4542120" y="2433240"/>
              <a:ext cx="2455560" cy="835200"/>
            </p14:xfrm>
          </p:contentPart>
        </mc:Choice>
        <mc:Fallback>
          <p:pic>
            <p:nvPicPr>
              <p:cNvPr id="15" name="Ink 14">
                <a:extLst>
                  <a:ext uri="{FF2B5EF4-FFF2-40B4-BE49-F238E27FC236}">
                    <a16:creationId xmlns:a16="http://schemas.microsoft.com/office/drawing/2014/main" id="{05605145-815A-A2B1-1B50-DFCD50AFAAFB}"/>
                  </a:ext>
                </a:extLst>
              </p:cNvPr>
              <p:cNvPicPr/>
              <p:nvPr/>
            </p:nvPicPr>
            <p:blipFill>
              <a:blip r:embed="rId20"/>
              <a:stretch>
                <a:fillRect/>
              </a:stretch>
            </p:blipFill>
            <p:spPr>
              <a:xfrm>
                <a:off x="4532760" y="2423880"/>
                <a:ext cx="2474280" cy="853920"/>
              </a:xfrm>
              <a:prstGeom prst="rect">
                <a:avLst/>
              </a:prstGeom>
            </p:spPr>
          </p:pic>
        </mc:Fallback>
      </mc:AlternateContent>
    </p:spTree>
    <p:extLst>
      <p:ext uri="{BB962C8B-B14F-4D97-AF65-F5344CB8AC3E}">
        <p14:creationId xmlns:p14="http://schemas.microsoft.com/office/powerpoint/2010/main" val="62071051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Fuzzy Rules Processing</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p:sp>
        <p:nvSpPr>
          <p:cNvPr id="12" name="TextBox 11">
            <a:extLst>
              <a:ext uri="{FF2B5EF4-FFF2-40B4-BE49-F238E27FC236}">
                <a16:creationId xmlns:a16="http://schemas.microsoft.com/office/drawing/2014/main" id="{77F19A38-9D24-37AC-72B6-EB45C950757F}"/>
              </a:ext>
            </a:extLst>
          </p:cNvPr>
          <p:cNvSpPr txBox="1"/>
          <p:nvPr/>
        </p:nvSpPr>
        <p:spPr>
          <a:xfrm>
            <a:off x="186595" y="525274"/>
            <a:ext cx="4572000" cy="382092"/>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Analytical Technique of Inference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4" name="TextBox 13">
            <a:extLst>
              <a:ext uri="{FF2B5EF4-FFF2-40B4-BE49-F238E27FC236}">
                <a16:creationId xmlns:a16="http://schemas.microsoft.com/office/drawing/2014/main" id="{E76B9801-0B29-EF08-7EC9-A0F2DD9DE4B2}"/>
              </a:ext>
            </a:extLst>
          </p:cNvPr>
          <p:cNvSpPr txBox="1"/>
          <p:nvPr/>
        </p:nvSpPr>
        <p:spPr>
          <a:xfrm>
            <a:off x="186596" y="907366"/>
            <a:ext cx="8672097" cy="2646878"/>
          </a:xfrm>
          <a:prstGeom prst="rect">
            <a:avLst/>
          </a:prstGeom>
          <a:noFill/>
        </p:spPr>
        <p:txBody>
          <a:bodyPr wrap="square">
            <a:spAutoFit/>
          </a:bodyPr>
          <a:lstStyle/>
          <a:p>
            <a:pPr>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Example 3 Continued…</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Solution</a:t>
            </a:r>
          </a:p>
          <a:p>
            <a:pPr algn="just">
              <a:spcAft>
                <a:spcPts val="600"/>
              </a:spcAft>
              <a:tabLst>
                <a:tab pos="3616325" algn="l"/>
              </a:tabLst>
            </a:pPr>
            <a:r>
              <a:rPr lang="en-GB" sz="1400" b="1" dirty="0">
                <a:latin typeface="Calibri" panose="020F0502020204030204" pitchFamily="34" charset="0"/>
                <a:ea typeface="Calibri" panose="020F0502020204030204" pitchFamily="34" charset="0"/>
                <a:cs typeface="Calibri" panose="020F0502020204030204" pitchFamily="34" charset="0"/>
              </a:rPr>
              <a:t>Step 1: Calculate the relational Matric for each rule</a:t>
            </a:r>
          </a:p>
          <a:p>
            <a:pPr algn="just">
              <a:spcAft>
                <a:spcPts val="600"/>
              </a:spcAft>
              <a:tabLst>
                <a:tab pos="3616325" algn="l"/>
              </a:tabLst>
            </a:pPr>
            <a:endParaRPr lang="en-GB" sz="1400" b="1"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endParaRPr lang="en-GB" sz="1400" b="1" dirty="0">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endParaRPr lang="en-GB" sz="1400" b="1"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endParaRPr lang="en-GB" sz="1400" b="1" dirty="0">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r>
              <a:rPr lang="en-GB" sz="1400" b="1" dirty="0">
                <a:latin typeface="Calibri" panose="020F0502020204030204" pitchFamily="34" charset="0"/>
                <a:ea typeface="Calibri" panose="020F0502020204030204" pitchFamily="34" charset="0"/>
                <a:cs typeface="Calibri" panose="020F0502020204030204" pitchFamily="34" charset="0"/>
              </a:rPr>
              <a:t>Step 2: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Calculate the overall relational matrix</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Aft>
                <a:spcPts val="600"/>
              </a:spcAft>
              <a:tabLst>
                <a:tab pos="3616325" algn="l"/>
              </a:tabLst>
            </a:pPr>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mc:Choice xmlns:p14="http://schemas.microsoft.com/office/powerpoint/2010/main" Requires="p14">
          <p:contentPart p14:bwMode="auto" r:id="rId18">
            <p14:nvContentPartPr>
              <p14:cNvPr id="3" name="Ink 2">
                <a:extLst>
                  <a:ext uri="{FF2B5EF4-FFF2-40B4-BE49-F238E27FC236}">
                    <a16:creationId xmlns:a16="http://schemas.microsoft.com/office/drawing/2014/main" id="{05DE27FF-860C-8A3A-8C9B-17174727051F}"/>
                  </a:ext>
                </a:extLst>
              </p14:cNvPr>
              <p14:cNvContentPartPr/>
              <p14:nvPr/>
            </p14:nvContentPartPr>
            <p14:xfrm>
              <a:off x="532080" y="1614960"/>
              <a:ext cx="7201080" cy="3229560"/>
            </p14:xfrm>
          </p:contentPart>
        </mc:Choice>
        <mc:Fallback>
          <p:pic>
            <p:nvPicPr>
              <p:cNvPr id="3" name="Ink 2">
                <a:extLst>
                  <a:ext uri="{FF2B5EF4-FFF2-40B4-BE49-F238E27FC236}">
                    <a16:creationId xmlns:a16="http://schemas.microsoft.com/office/drawing/2014/main" id="{05DE27FF-860C-8A3A-8C9B-17174727051F}"/>
                  </a:ext>
                </a:extLst>
              </p:cNvPr>
              <p:cNvPicPr/>
              <p:nvPr/>
            </p:nvPicPr>
            <p:blipFill>
              <a:blip r:embed="rId19"/>
              <a:stretch>
                <a:fillRect/>
              </a:stretch>
            </p:blipFill>
            <p:spPr>
              <a:xfrm>
                <a:off x="522720" y="1605600"/>
                <a:ext cx="7219800" cy="3248280"/>
              </a:xfrm>
              <a:prstGeom prst="rect">
                <a:avLst/>
              </a:prstGeom>
            </p:spPr>
          </p:pic>
        </mc:Fallback>
      </mc:AlternateContent>
    </p:spTree>
    <p:extLst>
      <p:ext uri="{BB962C8B-B14F-4D97-AF65-F5344CB8AC3E}">
        <p14:creationId xmlns:p14="http://schemas.microsoft.com/office/powerpoint/2010/main" val="25264685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Fuzzy Rules Processing</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p:sp>
        <p:nvSpPr>
          <p:cNvPr id="12" name="TextBox 11">
            <a:extLst>
              <a:ext uri="{FF2B5EF4-FFF2-40B4-BE49-F238E27FC236}">
                <a16:creationId xmlns:a16="http://schemas.microsoft.com/office/drawing/2014/main" id="{77F19A38-9D24-37AC-72B6-EB45C950757F}"/>
              </a:ext>
            </a:extLst>
          </p:cNvPr>
          <p:cNvSpPr txBox="1"/>
          <p:nvPr/>
        </p:nvSpPr>
        <p:spPr>
          <a:xfrm>
            <a:off x="186595" y="525274"/>
            <a:ext cx="4572000" cy="382092"/>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Analytical Technique of Inference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4" name="TextBox 13">
            <a:extLst>
              <a:ext uri="{FF2B5EF4-FFF2-40B4-BE49-F238E27FC236}">
                <a16:creationId xmlns:a16="http://schemas.microsoft.com/office/drawing/2014/main" id="{E76B9801-0B29-EF08-7EC9-A0F2DD9DE4B2}"/>
              </a:ext>
            </a:extLst>
          </p:cNvPr>
          <p:cNvSpPr txBox="1"/>
          <p:nvPr/>
        </p:nvSpPr>
        <p:spPr>
          <a:xfrm>
            <a:off x="186596" y="907366"/>
            <a:ext cx="8672097" cy="3231654"/>
          </a:xfrm>
          <a:prstGeom prst="rect">
            <a:avLst/>
          </a:prstGeom>
          <a:noFill/>
        </p:spPr>
        <p:txBody>
          <a:bodyPr wrap="square">
            <a:spAutoFit/>
          </a:bodyPr>
          <a:lstStyle/>
          <a:p>
            <a:pPr>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Example 3 Continued…</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Solution</a:t>
            </a:r>
          </a:p>
          <a:p>
            <a:pPr algn="just">
              <a:spcAft>
                <a:spcPts val="600"/>
              </a:spcAft>
              <a:tabLst>
                <a:tab pos="3616325" algn="l"/>
              </a:tabLst>
            </a:pPr>
            <a:r>
              <a:rPr lang="en-GB" sz="1400" b="1" dirty="0">
                <a:latin typeface="Calibri" panose="020F0502020204030204" pitchFamily="34" charset="0"/>
                <a:ea typeface="Calibri" panose="020F0502020204030204" pitchFamily="34" charset="0"/>
                <a:cs typeface="Calibri" panose="020F0502020204030204" pitchFamily="34" charset="0"/>
              </a:rPr>
              <a:t>Step 3: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Use the composition rule of inference to find the change in rudder angle given the yaw error</a:t>
            </a:r>
            <a:endParaRPr lang="en-GB" sz="1400" b="1" dirty="0">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endParaRPr lang="en-GB" sz="1400" b="1"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endParaRPr lang="en-GB" sz="1400" b="1" dirty="0">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endParaRPr lang="en-GB" sz="1400" b="1"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endParaRPr lang="en-GB" sz="1400" b="1" dirty="0">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endParaRPr lang="en-GB" sz="1400" dirty="0">
              <a:latin typeface="Calibri" panose="020F0502020204030204" pitchFamily="34" charset="0"/>
              <a:ea typeface="Calibri" panose="020F0502020204030204" pitchFamily="34" charset="0"/>
              <a:cs typeface="Calibri" panose="020F0502020204030204" pitchFamily="34" charset="0"/>
            </a:endParaRPr>
          </a:p>
          <a:p>
            <a:pPr algn="just">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Step 4: </a:t>
            </a:r>
            <a:r>
              <a:rPr lang="en-GB" sz="1400" b="1" dirty="0" err="1">
                <a:effectLst/>
                <a:latin typeface="Calibri" panose="020F0502020204030204" pitchFamily="34" charset="0"/>
                <a:ea typeface="DengXian" panose="02010600030101010101" pitchFamily="2" charset="-122"/>
                <a:cs typeface="Times New Roman" panose="02020603050405020304" pitchFamily="18" charset="0"/>
              </a:rPr>
              <a:t>Defuzzify</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 the output membership function to obtain the crisp value of the change in rudder angle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Aft>
                <a:spcPts val="600"/>
              </a:spcAft>
              <a:tabLst>
                <a:tab pos="3616325" algn="l"/>
              </a:tabLst>
            </a:pPr>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mc:AlternateContent xmlns:mc="http://schemas.openxmlformats.org/markup-compatibility/2006">
        <mc:Choice xmlns:p14="http://schemas.microsoft.com/office/powerpoint/2010/main" Requires="p14">
          <p:contentPart p14:bwMode="auto" r:id="rId18">
            <p14:nvContentPartPr>
              <p14:cNvPr id="2" name="Ink 1">
                <a:extLst>
                  <a:ext uri="{FF2B5EF4-FFF2-40B4-BE49-F238E27FC236}">
                    <a16:creationId xmlns:a16="http://schemas.microsoft.com/office/drawing/2014/main" id="{7EAB2DFD-D9E0-56BE-E7E7-F75D4F922059}"/>
                  </a:ext>
                </a:extLst>
              </p14:cNvPr>
              <p14:cNvContentPartPr/>
              <p14:nvPr/>
            </p14:nvContentPartPr>
            <p14:xfrm>
              <a:off x="1110960" y="1702440"/>
              <a:ext cx="7506720" cy="3301200"/>
            </p14:xfrm>
          </p:contentPart>
        </mc:Choice>
        <mc:Fallback>
          <p:pic>
            <p:nvPicPr>
              <p:cNvPr id="2" name="Ink 1">
                <a:extLst>
                  <a:ext uri="{FF2B5EF4-FFF2-40B4-BE49-F238E27FC236}">
                    <a16:creationId xmlns:a16="http://schemas.microsoft.com/office/drawing/2014/main" id="{7EAB2DFD-D9E0-56BE-E7E7-F75D4F922059}"/>
                  </a:ext>
                </a:extLst>
              </p:cNvPr>
              <p:cNvPicPr/>
              <p:nvPr/>
            </p:nvPicPr>
            <p:blipFill>
              <a:blip r:embed="rId19"/>
              <a:stretch>
                <a:fillRect/>
              </a:stretch>
            </p:blipFill>
            <p:spPr>
              <a:xfrm>
                <a:off x="1101600" y="1693080"/>
                <a:ext cx="7525440" cy="3319920"/>
              </a:xfrm>
              <a:prstGeom prst="rect">
                <a:avLst/>
              </a:prstGeom>
            </p:spPr>
          </p:pic>
        </mc:Fallback>
      </mc:AlternateContent>
    </p:spTree>
    <p:extLst>
      <p:ext uri="{BB962C8B-B14F-4D97-AF65-F5344CB8AC3E}">
        <p14:creationId xmlns:p14="http://schemas.microsoft.com/office/powerpoint/2010/main" val="10892816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Fuzzy Rules Processing</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p:sp>
        <p:nvSpPr>
          <p:cNvPr id="12" name="TextBox 11">
            <a:extLst>
              <a:ext uri="{FF2B5EF4-FFF2-40B4-BE49-F238E27FC236}">
                <a16:creationId xmlns:a16="http://schemas.microsoft.com/office/drawing/2014/main" id="{77F19A38-9D24-37AC-72B6-EB45C950757F}"/>
              </a:ext>
            </a:extLst>
          </p:cNvPr>
          <p:cNvSpPr txBox="1"/>
          <p:nvPr/>
        </p:nvSpPr>
        <p:spPr>
          <a:xfrm>
            <a:off x="186596" y="867120"/>
            <a:ext cx="4572000" cy="382092"/>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Analytical Technique of Inference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4" name="TextBox 13">
            <a:extLst>
              <a:ext uri="{FF2B5EF4-FFF2-40B4-BE49-F238E27FC236}">
                <a16:creationId xmlns:a16="http://schemas.microsoft.com/office/drawing/2014/main" id="{E76B9801-0B29-EF08-7EC9-A0F2DD9DE4B2}"/>
              </a:ext>
            </a:extLst>
          </p:cNvPr>
          <p:cNvSpPr txBox="1"/>
          <p:nvPr/>
        </p:nvSpPr>
        <p:spPr>
          <a:xfrm>
            <a:off x="186596" y="1476512"/>
            <a:ext cx="8672097" cy="1554272"/>
          </a:xfrm>
          <a:prstGeom prst="rect">
            <a:avLst/>
          </a:prstGeom>
          <a:noFill/>
        </p:spPr>
        <p:txBody>
          <a:bodyPr wrap="square">
            <a:spAutoFit/>
          </a:bodyPr>
          <a:lstStyle/>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obvious</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 drawbacks </a:t>
            </a:r>
            <a:r>
              <a:rPr lang="en-GB" sz="1400" dirty="0">
                <a:effectLst/>
                <a:latin typeface="Calibri" panose="020F0502020204030204" pitchFamily="34" charset="0"/>
                <a:ea typeface="DengXian" panose="02010600030101010101" pitchFamily="2" charset="-122"/>
                <a:cs typeface="Times New Roman" panose="02020603050405020304" pitchFamily="18" charset="0"/>
              </a:rPr>
              <a:t>associated with the analytical method is it is </a:t>
            </a:r>
            <a:r>
              <a:rPr lang="en-GB" sz="1400" b="1" i="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computationally expensive;</a:t>
            </a:r>
          </a:p>
          <a:p>
            <a:pPr marL="285750" indent="-285750" algn="just">
              <a:spcBef>
                <a:spcPts val="600"/>
              </a:spcBef>
              <a:spcAft>
                <a:spcPts val="600"/>
              </a:spcAft>
              <a:buFont typeface="Arial" panose="020B0604020202020204" pitchFamily="34" charset="0"/>
              <a:buChar char="•"/>
              <a:tabLst>
                <a:tab pos="3616325" algn="l"/>
              </a:tabLst>
            </a:pPr>
            <a:r>
              <a:rPr lang="en-GB" sz="1400" dirty="0">
                <a:solidFill>
                  <a:srgbClr val="002060"/>
                </a:solidFill>
                <a:latin typeface="Calibri" panose="020F0502020204030204" pitchFamily="34" charset="0"/>
                <a:ea typeface="DengXian" panose="02010600030101010101" pitchFamily="2" charset="-122"/>
                <a:cs typeface="Times New Roman" panose="02020603050405020304" pitchFamily="18" charset="0"/>
              </a:rPr>
              <a:t>E</a:t>
            </a:r>
            <a:r>
              <a:rPr lang="en-GB" sz="1400" dirty="0">
                <a:effectLst/>
                <a:latin typeface="Calibri" panose="020F0502020204030204" pitchFamily="34" charset="0"/>
                <a:ea typeface="DengXian" panose="02010600030101010101" pitchFamily="2" charset="-122"/>
                <a:cs typeface="Times New Roman" panose="02020603050405020304" pitchFamily="18" charset="0"/>
              </a:rPr>
              <a:t>specially when the number of rules + number of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antecedents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and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consequents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increases (multivariable case);</a:t>
            </a:r>
          </a:p>
          <a:p>
            <a:pPr marL="285750" indent="-285750" algn="just">
              <a:spcBef>
                <a:spcPts val="600"/>
              </a:spcBef>
              <a:spcAft>
                <a:spcPts val="600"/>
              </a:spcAft>
              <a:buFont typeface="Arial" panose="020B060402020202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In such a case, we will need the approach of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firing the rules</a:t>
            </a:r>
            <a:r>
              <a:rPr lang="en-GB" sz="1400" dirty="0">
                <a:effectLst/>
                <a:latin typeface="Calibri" panose="020F0502020204030204" pitchFamily="34" charset="0"/>
                <a:ea typeface="DengXian" panose="02010600030101010101" pitchFamily="2" charset="-122"/>
                <a:cs typeface="Times New Roman" panose="02020603050405020304" pitchFamily="18" charset="0"/>
              </a:rPr>
              <a:t>’, which can be illustrated graphically through the following example. </a:t>
            </a:r>
          </a:p>
          <a:p>
            <a:pPr algn="just">
              <a:spcAft>
                <a:spcPts val="600"/>
              </a:spcAft>
              <a:tabLst>
                <a:tab pos="3616325" algn="l"/>
              </a:tabLst>
            </a:pPr>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1190962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Fuzzy Rules Processing</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p:sp>
        <p:nvSpPr>
          <p:cNvPr id="12" name="TextBox 11">
            <a:extLst>
              <a:ext uri="{FF2B5EF4-FFF2-40B4-BE49-F238E27FC236}">
                <a16:creationId xmlns:a16="http://schemas.microsoft.com/office/drawing/2014/main" id="{77F19A38-9D24-37AC-72B6-EB45C950757F}"/>
              </a:ext>
            </a:extLst>
          </p:cNvPr>
          <p:cNvSpPr txBox="1"/>
          <p:nvPr/>
        </p:nvSpPr>
        <p:spPr>
          <a:xfrm>
            <a:off x="186595" y="525274"/>
            <a:ext cx="4572000" cy="382092"/>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Graphical Technique of Inference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7D0EF82F-2D45-9147-E93F-C322CECF9E29}"/>
                  </a:ext>
                </a:extLst>
              </p:cNvPr>
              <p:cNvSpPr txBox="1"/>
              <p:nvPr/>
            </p:nvSpPr>
            <p:spPr>
              <a:xfrm>
                <a:off x="202795" y="859092"/>
                <a:ext cx="8655898" cy="3262432"/>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Example 4 </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Consider the following set of rules:</a:t>
                </a:r>
              </a:p>
              <a:p>
                <a:pPr marL="342900" lvl="0" indent="-342900" algn="just">
                  <a:spcBef>
                    <a:spcPts val="600"/>
                  </a:spcBef>
                  <a:spcAft>
                    <a:spcPts val="600"/>
                  </a:spcAft>
                  <a:buFont typeface="+mj-lt"/>
                  <a:buAutoNum type="arabicParenR"/>
                  <a:tabLst>
                    <a:tab pos="3616325" algn="l"/>
                  </a:tabLst>
                </a:pPr>
                <a14:m>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𝑝𝑟𝑒𝑠𝑠𝑢𝑟𝑒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𝑁𝐵</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𝑡𝑖𝑚𝑒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𝑠h𝑜𝑟𝑡</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spcBef>
                    <a:spcPts val="600"/>
                  </a:spcBef>
                  <a:spcAft>
                    <a:spcPts val="600"/>
                  </a:spcAft>
                  <a:buFont typeface="+mj-lt"/>
                  <a:buAutoNum type="arabicParenR"/>
                  <a:tabLst>
                    <a:tab pos="3616325" algn="l"/>
                  </a:tabLst>
                </a:pPr>
                <a14:m>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𝑝𝑟𝑒𝑠𝑠𝑢𝑟𝑒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𝑁𝑆</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𝑡𝑖𝑚𝑒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𝑠h𝑜𝑟𝑡</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spcBef>
                    <a:spcPts val="600"/>
                  </a:spcBef>
                  <a:spcAft>
                    <a:spcPts val="600"/>
                  </a:spcAft>
                  <a:buFont typeface="+mj-lt"/>
                  <a:buAutoNum type="arabicParenR"/>
                  <a:tabLst>
                    <a:tab pos="3616325" algn="l"/>
                  </a:tabLst>
                </a:pPr>
                <a14:m>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𝑝𝑟𝑒𝑠𝑠𝑢𝑟𝑒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𝑍𝑒𝑟𝑜</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𝑡𝑖𝑚𝑒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𝑎𝑣𝑒𝑟𝑎𝑔𝑒</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spcBef>
                    <a:spcPts val="600"/>
                  </a:spcBef>
                  <a:spcAft>
                    <a:spcPts val="600"/>
                  </a:spcAft>
                  <a:buFont typeface="+mj-lt"/>
                  <a:buAutoNum type="arabicParenR"/>
                  <a:tabLst>
                    <a:tab pos="3616325" algn="l"/>
                  </a:tabLst>
                </a:pPr>
                <a14:m>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𝑝𝑟𝑒𝑠𝑠𝑢𝑟𝑒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𝑃𝑆</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𝑡𝑖𝑚𝑒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𝑙𝑜𝑛𝑔</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spcBef>
                    <a:spcPts val="600"/>
                  </a:spcBef>
                  <a:spcAft>
                    <a:spcPts val="600"/>
                  </a:spcAft>
                  <a:buFont typeface="+mj-lt"/>
                  <a:buAutoNum type="arabicParenR"/>
                  <a:tabLst>
                    <a:tab pos="3616325" algn="l"/>
                  </a:tabLst>
                </a:pPr>
                <a14:m>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𝑝𝑟𝑒𝑠𝑠𝑢𝑟𝑒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𝑃𝐵</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𝑡𝑖𝑚𝑒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𝑙𝑜𝑛𝑔</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What would be the fuzzy output if a crisp value of pressure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−22 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𝐾𝑝𝑎</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is recorded?</a:t>
                </a:r>
              </a:p>
              <a:p>
                <a:pPr algn="just">
                  <a:spcBef>
                    <a:spcPts val="600"/>
                  </a:spcBef>
                  <a:spcAft>
                    <a:spcPts val="600"/>
                  </a:spcAft>
                  <a:tabLst>
                    <a:tab pos="3616325" algn="l"/>
                  </a:tabLst>
                </a:pPr>
                <a:r>
                  <a:rPr lang="en-GB" sz="1400" b="1" dirty="0">
                    <a:latin typeface="Calibri" panose="020F0502020204030204" pitchFamily="34" charset="0"/>
                    <a:ea typeface="Calibri" panose="020F0502020204030204" pitchFamily="34" charset="0"/>
                    <a:cs typeface="Calibri" panose="020F0502020204030204" pitchFamily="34" charset="0"/>
                  </a:rPr>
                  <a:t>Solution</a:t>
                </a:r>
                <a:endParaRPr lang="en-GB" sz="1400" b="1" dirty="0">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3" name="TextBox 2">
                <a:extLst>
                  <a:ext uri="{FF2B5EF4-FFF2-40B4-BE49-F238E27FC236}">
                    <a16:creationId xmlns:a16="http://schemas.microsoft.com/office/drawing/2014/main" id="{7D0EF82F-2D45-9147-E93F-C322CECF9E29}"/>
                  </a:ext>
                </a:extLst>
              </p:cNvPr>
              <p:cNvSpPr txBox="1">
                <a:spLocks noRot="1" noChangeAspect="1" noMove="1" noResize="1" noEditPoints="1" noAdjustHandles="1" noChangeArrowheads="1" noChangeShapeType="1" noTextEdit="1"/>
              </p:cNvSpPr>
              <p:nvPr/>
            </p:nvSpPr>
            <p:spPr>
              <a:xfrm>
                <a:off x="202795" y="859092"/>
                <a:ext cx="8655898" cy="3262432"/>
              </a:xfrm>
              <a:prstGeom prst="rect">
                <a:avLst/>
              </a:prstGeom>
              <a:blipFill>
                <a:blip r:embed="rId18"/>
                <a:stretch>
                  <a:fillRect l="-211" t="-374" b="-935"/>
                </a:stretch>
              </a:blipFill>
            </p:spPr>
            <p:txBody>
              <a:bodyPr/>
              <a:lstStyle/>
              <a:p>
                <a:r>
                  <a:rPr lang="en-GB">
                    <a:noFill/>
                  </a:rPr>
                  <a:t> </a:t>
                </a:r>
              </a:p>
            </p:txBody>
          </p:sp>
        </mc:Fallback>
      </mc:AlternateContent>
    </p:spTree>
    <p:extLst>
      <p:ext uri="{BB962C8B-B14F-4D97-AF65-F5344CB8AC3E}">
        <p14:creationId xmlns:p14="http://schemas.microsoft.com/office/powerpoint/2010/main" val="174342815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Fuzzy Rules Processing</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p:sp>
        <p:nvSpPr>
          <p:cNvPr id="12" name="TextBox 11">
            <a:extLst>
              <a:ext uri="{FF2B5EF4-FFF2-40B4-BE49-F238E27FC236}">
                <a16:creationId xmlns:a16="http://schemas.microsoft.com/office/drawing/2014/main" id="{77F19A38-9D24-37AC-72B6-EB45C950757F}"/>
              </a:ext>
            </a:extLst>
          </p:cNvPr>
          <p:cNvSpPr txBox="1"/>
          <p:nvPr/>
        </p:nvSpPr>
        <p:spPr>
          <a:xfrm>
            <a:off x="186595" y="525274"/>
            <a:ext cx="4572000" cy="382092"/>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Graphical Technique of Inference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3" name="TextBox 2">
            <a:extLst>
              <a:ext uri="{FF2B5EF4-FFF2-40B4-BE49-F238E27FC236}">
                <a16:creationId xmlns:a16="http://schemas.microsoft.com/office/drawing/2014/main" id="{7D0EF82F-2D45-9147-E93F-C322CECF9E29}"/>
              </a:ext>
            </a:extLst>
          </p:cNvPr>
          <p:cNvSpPr txBox="1"/>
          <p:nvPr/>
        </p:nvSpPr>
        <p:spPr>
          <a:xfrm>
            <a:off x="285307" y="862467"/>
            <a:ext cx="8655898" cy="307777"/>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Example 4 Continued… </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2" name="Group 1">
            <a:extLst>
              <a:ext uri="{FF2B5EF4-FFF2-40B4-BE49-F238E27FC236}">
                <a16:creationId xmlns:a16="http://schemas.microsoft.com/office/drawing/2014/main" id="{33F5C769-388D-A93D-17D1-B052382F8225}"/>
              </a:ext>
            </a:extLst>
          </p:cNvPr>
          <p:cNvGrpSpPr/>
          <p:nvPr/>
        </p:nvGrpSpPr>
        <p:grpSpPr>
          <a:xfrm>
            <a:off x="293116" y="1241184"/>
            <a:ext cx="4100958" cy="2435374"/>
            <a:chOff x="12399" y="0"/>
            <a:chExt cx="3729922" cy="2238405"/>
          </a:xfrm>
        </p:grpSpPr>
        <p:cxnSp>
          <p:nvCxnSpPr>
            <p:cNvPr id="13" name="Straight Arrow Connector 12">
              <a:extLst>
                <a:ext uri="{FF2B5EF4-FFF2-40B4-BE49-F238E27FC236}">
                  <a16:creationId xmlns:a16="http://schemas.microsoft.com/office/drawing/2014/main" id="{4B17F64C-CCB9-5D1C-BE24-3CB8128E0FCB}"/>
                </a:ext>
              </a:extLst>
            </p:cNvPr>
            <p:cNvCxnSpPr/>
            <p:nvPr/>
          </p:nvCxnSpPr>
          <p:spPr>
            <a:xfrm flipH="1" flipV="1">
              <a:off x="12399" y="0"/>
              <a:ext cx="1010" cy="2238405"/>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4" name="Straight Arrow Connector 13">
              <a:extLst>
                <a:ext uri="{FF2B5EF4-FFF2-40B4-BE49-F238E27FC236}">
                  <a16:creationId xmlns:a16="http://schemas.microsoft.com/office/drawing/2014/main" id="{4276CCF0-61EB-08DC-F5D6-9945DFB6A4B3}"/>
                </a:ext>
              </a:extLst>
            </p:cNvPr>
            <p:cNvCxnSpPr/>
            <p:nvPr/>
          </p:nvCxnSpPr>
          <p:spPr>
            <a:xfrm flipV="1">
              <a:off x="17308" y="2212444"/>
              <a:ext cx="3725013" cy="1762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15" name="Group 14">
            <a:extLst>
              <a:ext uri="{FF2B5EF4-FFF2-40B4-BE49-F238E27FC236}">
                <a16:creationId xmlns:a16="http://schemas.microsoft.com/office/drawing/2014/main" id="{7380869B-0CDA-8989-C0AC-FF46260BBCAA}"/>
              </a:ext>
            </a:extLst>
          </p:cNvPr>
          <p:cNvGrpSpPr/>
          <p:nvPr/>
        </p:nvGrpSpPr>
        <p:grpSpPr>
          <a:xfrm>
            <a:off x="4930689" y="1241185"/>
            <a:ext cx="3828331" cy="2420658"/>
            <a:chOff x="12399" y="0"/>
            <a:chExt cx="3729922" cy="2238405"/>
          </a:xfrm>
        </p:grpSpPr>
        <p:cxnSp>
          <p:nvCxnSpPr>
            <p:cNvPr id="16" name="Straight Arrow Connector 15">
              <a:extLst>
                <a:ext uri="{FF2B5EF4-FFF2-40B4-BE49-F238E27FC236}">
                  <a16:creationId xmlns:a16="http://schemas.microsoft.com/office/drawing/2014/main" id="{E9720A8C-49FA-6D3E-2645-129883683918}"/>
                </a:ext>
              </a:extLst>
            </p:cNvPr>
            <p:cNvCxnSpPr/>
            <p:nvPr/>
          </p:nvCxnSpPr>
          <p:spPr>
            <a:xfrm flipH="1" flipV="1">
              <a:off x="12399" y="0"/>
              <a:ext cx="1010" cy="2238405"/>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7" name="Straight Arrow Connector 16">
              <a:extLst>
                <a:ext uri="{FF2B5EF4-FFF2-40B4-BE49-F238E27FC236}">
                  <a16:creationId xmlns:a16="http://schemas.microsoft.com/office/drawing/2014/main" id="{051FFDF0-46C4-E3B8-2857-53FE1D6B36A3}"/>
                </a:ext>
              </a:extLst>
            </p:cNvPr>
            <p:cNvCxnSpPr/>
            <p:nvPr/>
          </p:nvCxnSpPr>
          <p:spPr>
            <a:xfrm flipV="1">
              <a:off x="17308" y="2212444"/>
              <a:ext cx="3725013" cy="1762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24" name="Group 23">
            <a:extLst>
              <a:ext uri="{FF2B5EF4-FFF2-40B4-BE49-F238E27FC236}">
                <a16:creationId xmlns:a16="http://schemas.microsoft.com/office/drawing/2014/main" id="{B6CC46F0-66F3-2EA5-F304-F155CDB55AD0}"/>
              </a:ext>
            </a:extLst>
          </p:cNvPr>
          <p:cNvGrpSpPr/>
          <p:nvPr/>
        </p:nvGrpSpPr>
        <p:grpSpPr>
          <a:xfrm>
            <a:off x="74700" y="1085162"/>
            <a:ext cx="8994600" cy="3985560"/>
            <a:chOff x="42840" y="1081080"/>
            <a:chExt cx="8994600" cy="3985560"/>
          </a:xfrm>
        </p:grpSpPr>
        <mc:AlternateContent xmlns:mc="http://schemas.openxmlformats.org/markup-compatibility/2006">
          <mc:Choice xmlns:p14="http://schemas.microsoft.com/office/powerpoint/2010/main" Requires="p14">
            <p:contentPart p14:bwMode="auto" r:id="rId18">
              <p14:nvContentPartPr>
                <p14:cNvPr id="22" name="Ink 21">
                  <a:extLst>
                    <a:ext uri="{FF2B5EF4-FFF2-40B4-BE49-F238E27FC236}">
                      <a16:creationId xmlns:a16="http://schemas.microsoft.com/office/drawing/2014/main" id="{1535C3CC-931A-7CC5-F0F8-793A467A614D}"/>
                    </a:ext>
                  </a:extLst>
                </p14:cNvPr>
                <p14:cNvContentPartPr/>
                <p14:nvPr/>
              </p14:nvContentPartPr>
              <p14:xfrm>
                <a:off x="42840" y="1081080"/>
                <a:ext cx="8994600" cy="3985560"/>
              </p14:xfrm>
            </p:contentPart>
          </mc:Choice>
          <mc:Fallback>
            <p:pic>
              <p:nvPicPr>
                <p:cNvPr id="22" name="Ink 21">
                  <a:extLst>
                    <a:ext uri="{FF2B5EF4-FFF2-40B4-BE49-F238E27FC236}">
                      <a16:creationId xmlns:a16="http://schemas.microsoft.com/office/drawing/2014/main" id="{1535C3CC-931A-7CC5-F0F8-793A467A614D}"/>
                    </a:ext>
                  </a:extLst>
                </p:cNvPr>
                <p:cNvPicPr/>
                <p:nvPr/>
              </p:nvPicPr>
              <p:blipFill>
                <a:blip r:embed="rId19"/>
                <a:stretch>
                  <a:fillRect/>
                </a:stretch>
              </p:blipFill>
              <p:spPr>
                <a:xfrm>
                  <a:off x="33480" y="1071720"/>
                  <a:ext cx="9013320" cy="400428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23" name="Ink 22">
                  <a:extLst>
                    <a:ext uri="{FF2B5EF4-FFF2-40B4-BE49-F238E27FC236}">
                      <a16:creationId xmlns:a16="http://schemas.microsoft.com/office/drawing/2014/main" id="{F233E637-7EEF-73AF-FF1C-C1B9034B7D5B}"/>
                    </a:ext>
                  </a:extLst>
                </p14:cNvPr>
                <p14:cNvContentPartPr/>
                <p14:nvPr/>
              </p14:nvContentPartPr>
              <p14:xfrm>
                <a:off x="8184240" y="4757400"/>
                <a:ext cx="432720" cy="162000"/>
              </p14:xfrm>
            </p:contentPart>
          </mc:Choice>
          <mc:Fallback>
            <p:pic>
              <p:nvPicPr>
                <p:cNvPr id="23" name="Ink 22">
                  <a:extLst>
                    <a:ext uri="{FF2B5EF4-FFF2-40B4-BE49-F238E27FC236}">
                      <a16:creationId xmlns:a16="http://schemas.microsoft.com/office/drawing/2014/main" id="{F233E637-7EEF-73AF-FF1C-C1B9034B7D5B}"/>
                    </a:ext>
                  </a:extLst>
                </p:cNvPr>
                <p:cNvPicPr/>
                <p:nvPr/>
              </p:nvPicPr>
              <p:blipFill>
                <a:blip r:embed="rId21"/>
                <a:stretch>
                  <a:fillRect/>
                </a:stretch>
              </p:blipFill>
              <p:spPr>
                <a:xfrm>
                  <a:off x="8174880" y="4748040"/>
                  <a:ext cx="451440" cy="180720"/>
                </a:xfrm>
                <a:prstGeom prst="rect">
                  <a:avLst/>
                </a:prstGeom>
              </p:spPr>
            </p:pic>
          </mc:Fallback>
        </mc:AlternateContent>
      </p:grpSp>
    </p:spTree>
    <p:extLst>
      <p:ext uri="{BB962C8B-B14F-4D97-AF65-F5344CB8AC3E}">
        <p14:creationId xmlns:p14="http://schemas.microsoft.com/office/powerpoint/2010/main" val="3826787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Fuzzy Rules Processing</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p:sp>
        <p:nvSpPr>
          <p:cNvPr id="12" name="TextBox 11">
            <a:extLst>
              <a:ext uri="{FF2B5EF4-FFF2-40B4-BE49-F238E27FC236}">
                <a16:creationId xmlns:a16="http://schemas.microsoft.com/office/drawing/2014/main" id="{77F19A38-9D24-37AC-72B6-EB45C950757F}"/>
              </a:ext>
            </a:extLst>
          </p:cNvPr>
          <p:cNvSpPr txBox="1"/>
          <p:nvPr/>
        </p:nvSpPr>
        <p:spPr>
          <a:xfrm>
            <a:off x="186595" y="525274"/>
            <a:ext cx="4572000" cy="382092"/>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Graphical Technique of Inference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19" name="TextBox 18">
            <a:extLst>
              <a:ext uri="{FF2B5EF4-FFF2-40B4-BE49-F238E27FC236}">
                <a16:creationId xmlns:a16="http://schemas.microsoft.com/office/drawing/2014/main" id="{B0FD7881-3229-49D6-D0AD-2090BB4950CA}"/>
              </a:ext>
            </a:extLst>
          </p:cNvPr>
          <p:cNvSpPr txBox="1"/>
          <p:nvPr/>
        </p:nvSpPr>
        <p:spPr>
          <a:xfrm>
            <a:off x="186595" y="907366"/>
            <a:ext cx="8672097" cy="523220"/>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reason we need to fire the rules is to </a:t>
            </a:r>
            <a:r>
              <a:rPr lang="en-GB" sz="1400" b="1" i="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execute the mapping between the fuzzy input and fuzzy output</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in other words we need to transform the membership degree from 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antecedent part </a:t>
            </a:r>
            <a:r>
              <a:rPr lang="en-GB" sz="1400" dirty="0">
                <a:effectLst/>
                <a:latin typeface="Calibri" panose="020F0502020204030204" pitchFamily="34" charset="0"/>
                <a:ea typeface="DengXian" panose="02010600030101010101" pitchFamily="2" charset="-122"/>
                <a:cs typeface="Times New Roman" panose="02020603050405020304" pitchFamily="18" charset="0"/>
              </a:rPr>
              <a:t>to 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consequent part</a:t>
            </a: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p>
        </p:txBody>
      </p:sp>
      <mc:AlternateContent xmlns:mc="http://schemas.openxmlformats.org/markup-compatibility/2006">
        <mc:Choice xmlns:a14="http://schemas.microsoft.com/office/drawing/2010/main" Requires="a14">
          <p:sp>
            <p:nvSpPr>
              <p:cNvPr id="21" name="TextBox 20">
                <a:extLst>
                  <a:ext uri="{FF2B5EF4-FFF2-40B4-BE49-F238E27FC236}">
                    <a16:creationId xmlns:a16="http://schemas.microsoft.com/office/drawing/2014/main" id="{DBF93198-34C9-F625-F2D0-4FB3B82EBCC9}"/>
                  </a:ext>
                </a:extLst>
              </p:cNvPr>
              <p:cNvSpPr txBox="1"/>
              <p:nvPr/>
            </p:nvSpPr>
            <p:spPr>
              <a:xfrm>
                <a:off x="186595" y="1525796"/>
                <a:ext cx="8672097" cy="2523768"/>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Example 5 </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Consider the following set of rules:</a:t>
                </a:r>
              </a:p>
              <a:p>
                <a:pPr marL="342900" lvl="0" indent="-342900" algn="just">
                  <a:spcBef>
                    <a:spcPts val="600"/>
                  </a:spcBef>
                  <a:spcAft>
                    <a:spcPts val="600"/>
                  </a:spcAft>
                  <a:buFont typeface="+mj-lt"/>
                  <a:buAutoNum type="arabicParenR"/>
                  <a:tabLst>
                    <a:tab pos="3616325" algn="l"/>
                  </a:tabLst>
                </a:pPr>
                <a14:m>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𝑝𝑟𝑒𝑠𝑠𝑢𝑟𝑒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𝑁𝐵</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and</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𝑡𝑒𝑚𝑝𝑒𝑟𝑎𝑡𝑢𝑟𝑒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h𝑖𝑔h</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𝑡𝑖𝑚𝑒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𝑠h𝑜𝑟𝑡</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spcBef>
                    <a:spcPts val="600"/>
                  </a:spcBef>
                  <a:spcAft>
                    <a:spcPts val="600"/>
                  </a:spcAft>
                  <a:buFont typeface="+mj-lt"/>
                  <a:buAutoNum type="arabicParenR"/>
                  <a:tabLst>
                    <a:tab pos="3616325" algn="l"/>
                  </a:tabLst>
                </a:pPr>
                <a14:m>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𝑝𝑟𝑒𝑠𝑠𝑢𝑟𝑒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𝑁𝑆</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and</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𝑡𝑒𝑚𝑝𝑒𝑟𝑎𝑡𝑢𝑟𝑒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𝑀𝑑𝑖𝑢𝑚</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𝑡𝑖𝑚𝑒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𝐴𝑣𝑒𝑟𝑎𝑔𝑒</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marL="342900" lvl="0" indent="-342900" algn="just">
                  <a:spcBef>
                    <a:spcPts val="600"/>
                  </a:spcBef>
                  <a:spcAft>
                    <a:spcPts val="600"/>
                  </a:spcAft>
                  <a:buFont typeface="+mj-lt"/>
                  <a:buAutoNum type="arabicParenR"/>
                  <a:tabLst>
                    <a:tab pos="3616325" algn="l"/>
                  </a:tabLst>
                </a:pPr>
                <a14:m>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𝑝𝑟𝑒𝑠𝑠𝑢𝑟𝑒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𝑍𝑒𝑟𝑜</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and</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𝑡𝑒𝑚𝑝𝑒𝑟𝑎𝑡𝑢𝑟𝑒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h𝑖𝑔h</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𝑡𝑖𝑚𝑒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𝑠h𝑜𝑟𝑡</m:t>
                    </m:r>
                  </m:oMath>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What would be the fuzzy output if a crisp value of pressure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−22 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𝐾𝑝𝑎</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and temperature of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22℃</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are recorded?</a:t>
                </a:r>
              </a:p>
              <a:p>
                <a:pPr algn="just">
                  <a:spcBef>
                    <a:spcPts val="600"/>
                  </a:spcBef>
                  <a:spcAft>
                    <a:spcPts val="600"/>
                  </a:spcAft>
                  <a:tabLst>
                    <a:tab pos="3616325" algn="l"/>
                  </a:tabLst>
                </a:pPr>
                <a:r>
                  <a:rPr lang="en-GB" sz="1400" b="1" dirty="0">
                    <a:latin typeface="Calibri" panose="020F0502020204030204" pitchFamily="34" charset="0"/>
                    <a:ea typeface="Calibri" panose="020F0502020204030204" pitchFamily="34" charset="0"/>
                    <a:cs typeface="Calibri" panose="020F0502020204030204" pitchFamily="34" charset="0"/>
                  </a:rPr>
                  <a:t>Solution</a:t>
                </a:r>
                <a:endParaRPr lang="en-GB" sz="1400" b="1" dirty="0">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21" name="TextBox 20">
                <a:extLst>
                  <a:ext uri="{FF2B5EF4-FFF2-40B4-BE49-F238E27FC236}">
                    <a16:creationId xmlns:a16="http://schemas.microsoft.com/office/drawing/2014/main" id="{DBF93198-34C9-F625-F2D0-4FB3B82EBCC9}"/>
                  </a:ext>
                </a:extLst>
              </p:cNvPr>
              <p:cNvSpPr txBox="1">
                <a:spLocks noRot="1" noChangeAspect="1" noMove="1" noResize="1" noEditPoints="1" noAdjustHandles="1" noChangeArrowheads="1" noChangeShapeType="1" noTextEdit="1"/>
              </p:cNvSpPr>
              <p:nvPr/>
            </p:nvSpPr>
            <p:spPr>
              <a:xfrm>
                <a:off x="186595" y="1525796"/>
                <a:ext cx="8672097" cy="2523768"/>
              </a:xfrm>
              <a:prstGeom prst="rect">
                <a:avLst/>
              </a:prstGeom>
              <a:blipFill>
                <a:blip r:embed="rId18"/>
                <a:stretch>
                  <a:fillRect l="-211" t="-242" b="-1691"/>
                </a:stretch>
              </a:blipFill>
            </p:spPr>
            <p:txBody>
              <a:bodyPr/>
              <a:lstStyle/>
              <a:p>
                <a:r>
                  <a:rPr lang="en-GB">
                    <a:noFill/>
                  </a:rPr>
                  <a:t> </a:t>
                </a:r>
              </a:p>
            </p:txBody>
          </p:sp>
        </mc:Fallback>
      </mc:AlternateContent>
    </p:spTree>
    <p:extLst>
      <p:ext uri="{BB962C8B-B14F-4D97-AF65-F5344CB8AC3E}">
        <p14:creationId xmlns:p14="http://schemas.microsoft.com/office/powerpoint/2010/main" val="255870793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Fuzzy Rules Processing</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p:sp>
        <p:nvSpPr>
          <p:cNvPr id="12" name="TextBox 11">
            <a:extLst>
              <a:ext uri="{FF2B5EF4-FFF2-40B4-BE49-F238E27FC236}">
                <a16:creationId xmlns:a16="http://schemas.microsoft.com/office/drawing/2014/main" id="{77F19A38-9D24-37AC-72B6-EB45C950757F}"/>
              </a:ext>
            </a:extLst>
          </p:cNvPr>
          <p:cNvSpPr txBox="1"/>
          <p:nvPr/>
        </p:nvSpPr>
        <p:spPr>
          <a:xfrm>
            <a:off x="186595" y="525274"/>
            <a:ext cx="4572000" cy="382092"/>
          </a:xfrm>
          <a:prstGeom prst="rect">
            <a:avLst/>
          </a:prstGeom>
          <a:noFill/>
        </p:spPr>
        <p:txBody>
          <a:bodyPr wrap="square">
            <a:spAutoFit/>
          </a:bodyPr>
          <a:lstStyle/>
          <a:p>
            <a:pPr algn="just">
              <a:lnSpc>
                <a:spcPct val="150000"/>
              </a:lnSpc>
              <a:spcAft>
                <a:spcPts val="8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Graphical Technique of Inference</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
        <p:nvSpPr>
          <p:cNvPr id="21" name="TextBox 20">
            <a:extLst>
              <a:ext uri="{FF2B5EF4-FFF2-40B4-BE49-F238E27FC236}">
                <a16:creationId xmlns:a16="http://schemas.microsoft.com/office/drawing/2014/main" id="{DBF93198-34C9-F625-F2D0-4FB3B82EBCC9}"/>
              </a:ext>
            </a:extLst>
          </p:cNvPr>
          <p:cNvSpPr txBox="1"/>
          <p:nvPr/>
        </p:nvSpPr>
        <p:spPr>
          <a:xfrm>
            <a:off x="186595" y="907366"/>
            <a:ext cx="8672097" cy="677108"/>
          </a:xfrm>
          <a:prstGeom prst="rect">
            <a:avLst/>
          </a:prstGeom>
          <a:noFill/>
        </p:spPr>
        <p:txBody>
          <a:bodyPr wrap="square">
            <a:spAutoFit/>
          </a:bodyPr>
          <a:lstStyle/>
          <a:p>
            <a:pPr>
              <a:spcBef>
                <a:spcPts val="600"/>
              </a:spcBef>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Example 5 Continued… </a:t>
            </a:r>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r>
              <a:rPr lang="en-GB" sz="1400" b="1" dirty="0">
                <a:latin typeface="Calibri" panose="020F0502020204030204" pitchFamily="34" charset="0"/>
                <a:ea typeface="Calibri" panose="020F0502020204030204" pitchFamily="34" charset="0"/>
                <a:cs typeface="Calibri" panose="020F0502020204030204" pitchFamily="34" charset="0"/>
              </a:rPr>
              <a:t>Solution</a:t>
            </a:r>
            <a:endParaRPr lang="en-GB" sz="1400" b="1" dirty="0">
              <a:effectLst/>
              <a:latin typeface="Calibri" panose="020F0502020204030204" pitchFamily="34" charset="0"/>
              <a:ea typeface="Calibri" panose="020F0502020204030204" pitchFamily="34" charset="0"/>
              <a:cs typeface="Calibri" panose="020F0502020204030204" pitchFamily="34" charset="0"/>
            </a:endParaRPr>
          </a:p>
        </p:txBody>
      </p:sp>
      <p:grpSp>
        <p:nvGrpSpPr>
          <p:cNvPr id="2" name="Group 1">
            <a:extLst>
              <a:ext uri="{FF2B5EF4-FFF2-40B4-BE49-F238E27FC236}">
                <a16:creationId xmlns:a16="http://schemas.microsoft.com/office/drawing/2014/main" id="{32D4D2BE-31DE-B5A9-AA88-39F1FFB434EC}"/>
              </a:ext>
            </a:extLst>
          </p:cNvPr>
          <p:cNvGrpSpPr/>
          <p:nvPr/>
        </p:nvGrpSpPr>
        <p:grpSpPr>
          <a:xfrm>
            <a:off x="186594" y="1584474"/>
            <a:ext cx="2873342" cy="1974553"/>
            <a:chOff x="12399" y="0"/>
            <a:chExt cx="3729922" cy="2238405"/>
          </a:xfrm>
        </p:grpSpPr>
        <p:cxnSp>
          <p:nvCxnSpPr>
            <p:cNvPr id="3" name="Straight Arrow Connector 2">
              <a:extLst>
                <a:ext uri="{FF2B5EF4-FFF2-40B4-BE49-F238E27FC236}">
                  <a16:creationId xmlns:a16="http://schemas.microsoft.com/office/drawing/2014/main" id="{2255E718-EDDB-F8B6-1C20-C8B2BE07B2DE}"/>
                </a:ext>
              </a:extLst>
            </p:cNvPr>
            <p:cNvCxnSpPr/>
            <p:nvPr/>
          </p:nvCxnSpPr>
          <p:spPr>
            <a:xfrm flipH="1" flipV="1">
              <a:off x="12399" y="0"/>
              <a:ext cx="1010" cy="2238405"/>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3" name="Straight Arrow Connector 12">
              <a:extLst>
                <a:ext uri="{FF2B5EF4-FFF2-40B4-BE49-F238E27FC236}">
                  <a16:creationId xmlns:a16="http://schemas.microsoft.com/office/drawing/2014/main" id="{F90A01E4-9BE1-6CE5-4879-750DBC2EBFD8}"/>
                </a:ext>
              </a:extLst>
            </p:cNvPr>
            <p:cNvCxnSpPr/>
            <p:nvPr/>
          </p:nvCxnSpPr>
          <p:spPr>
            <a:xfrm flipV="1">
              <a:off x="17308" y="2212444"/>
              <a:ext cx="3725013" cy="1762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14" name="Group 13">
            <a:extLst>
              <a:ext uri="{FF2B5EF4-FFF2-40B4-BE49-F238E27FC236}">
                <a16:creationId xmlns:a16="http://schemas.microsoft.com/office/drawing/2014/main" id="{0C0BD34F-66E3-C52D-68C9-58B2F7C74BF5}"/>
              </a:ext>
            </a:extLst>
          </p:cNvPr>
          <p:cNvGrpSpPr/>
          <p:nvPr/>
        </p:nvGrpSpPr>
        <p:grpSpPr>
          <a:xfrm>
            <a:off x="3188096" y="1561573"/>
            <a:ext cx="2873342" cy="1974553"/>
            <a:chOff x="12399" y="0"/>
            <a:chExt cx="3729922" cy="2238405"/>
          </a:xfrm>
        </p:grpSpPr>
        <p:cxnSp>
          <p:nvCxnSpPr>
            <p:cNvPr id="15" name="Straight Arrow Connector 14">
              <a:extLst>
                <a:ext uri="{FF2B5EF4-FFF2-40B4-BE49-F238E27FC236}">
                  <a16:creationId xmlns:a16="http://schemas.microsoft.com/office/drawing/2014/main" id="{79FD9B06-B8AC-3C30-5F10-780DDEC7A44F}"/>
                </a:ext>
              </a:extLst>
            </p:cNvPr>
            <p:cNvCxnSpPr/>
            <p:nvPr/>
          </p:nvCxnSpPr>
          <p:spPr>
            <a:xfrm flipH="1" flipV="1">
              <a:off x="12399" y="0"/>
              <a:ext cx="1010" cy="2238405"/>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16" name="Straight Arrow Connector 15">
              <a:extLst>
                <a:ext uri="{FF2B5EF4-FFF2-40B4-BE49-F238E27FC236}">
                  <a16:creationId xmlns:a16="http://schemas.microsoft.com/office/drawing/2014/main" id="{E5813BDA-702E-7963-B958-E4FDA9FBFD0E}"/>
                </a:ext>
              </a:extLst>
            </p:cNvPr>
            <p:cNvCxnSpPr/>
            <p:nvPr/>
          </p:nvCxnSpPr>
          <p:spPr>
            <a:xfrm flipV="1">
              <a:off x="17308" y="2212444"/>
              <a:ext cx="3725013" cy="1762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grpSp>
      <p:grpSp>
        <p:nvGrpSpPr>
          <p:cNvPr id="17" name="Group 16">
            <a:extLst>
              <a:ext uri="{FF2B5EF4-FFF2-40B4-BE49-F238E27FC236}">
                <a16:creationId xmlns:a16="http://schemas.microsoft.com/office/drawing/2014/main" id="{93C1B27D-0319-14FB-CC27-5473A82C1139}"/>
              </a:ext>
            </a:extLst>
          </p:cNvPr>
          <p:cNvGrpSpPr/>
          <p:nvPr/>
        </p:nvGrpSpPr>
        <p:grpSpPr>
          <a:xfrm>
            <a:off x="6189598" y="1561573"/>
            <a:ext cx="2873342" cy="1974553"/>
            <a:chOff x="12399" y="0"/>
            <a:chExt cx="3729922" cy="2238405"/>
          </a:xfrm>
        </p:grpSpPr>
        <p:cxnSp>
          <p:nvCxnSpPr>
            <p:cNvPr id="18" name="Straight Arrow Connector 17">
              <a:extLst>
                <a:ext uri="{FF2B5EF4-FFF2-40B4-BE49-F238E27FC236}">
                  <a16:creationId xmlns:a16="http://schemas.microsoft.com/office/drawing/2014/main" id="{54EBEC96-5AAC-3F82-6D0A-5264E113D274}"/>
                </a:ext>
              </a:extLst>
            </p:cNvPr>
            <p:cNvCxnSpPr/>
            <p:nvPr/>
          </p:nvCxnSpPr>
          <p:spPr>
            <a:xfrm flipH="1" flipV="1">
              <a:off x="12399" y="0"/>
              <a:ext cx="1010" cy="2238405"/>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cxnSp>
          <p:nvCxnSpPr>
            <p:cNvPr id="20" name="Straight Arrow Connector 19">
              <a:extLst>
                <a:ext uri="{FF2B5EF4-FFF2-40B4-BE49-F238E27FC236}">
                  <a16:creationId xmlns:a16="http://schemas.microsoft.com/office/drawing/2014/main" id="{5930DED0-3BE5-4049-613B-D8E5672CD319}"/>
                </a:ext>
              </a:extLst>
            </p:cNvPr>
            <p:cNvCxnSpPr/>
            <p:nvPr/>
          </p:nvCxnSpPr>
          <p:spPr>
            <a:xfrm flipV="1">
              <a:off x="17308" y="2212444"/>
              <a:ext cx="3725013" cy="17626"/>
            </a:xfrm>
            <a:prstGeom prst="straightConnector1">
              <a:avLst/>
            </a:prstGeom>
            <a:ln w="19050">
              <a:solidFill>
                <a:schemeClr val="tx1"/>
              </a:solidFill>
              <a:tailEnd type="triangle"/>
            </a:ln>
          </p:spPr>
          <p:style>
            <a:lnRef idx="1">
              <a:schemeClr val="dk1"/>
            </a:lnRef>
            <a:fillRef idx="0">
              <a:schemeClr val="dk1"/>
            </a:fillRef>
            <a:effectRef idx="0">
              <a:schemeClr val="dk1"/>
            </a:effectRef>
            <a:fontRef idx="minor">
              <a:schemeClr val="tx1"/>
            </a:fontRef>
          </p:style>
        </p:cxnSp>
      </p:grpSp>
      <mc:AlternateContent xmlns:mc="http://schemas.openxmlformats.org/markup-compatibility/2006">
        <mc:Choice xmlns:p14="http://schemas.microsoft.com/office/powerpoint/2010/main" Requires="p14">
          <p:contentPart p14:bwMode="auto" r:id="rId18">
            <p14:nvContentPartPr>
              <p14:cNvPr id="22" name="Ink 21">
                <a:extLst>
                  <a:ext uri="{FF2B5EF4-FFF2-40B4-BE49-F238E27FC236}">
                    <a16:creationId xmlns:a16="http://schemas.microsoft.com/office/drawing/2014/main" id="{904A84C6-3521-F533-EC75-091C30B54BAD}"/>
                  </a:ext>
                </a:extLst>
              </p14:cNvPr>
              <p14:cNvContentPartPr/>
              <p14:nvPr/>
            </p14:nvContentPartPr>
            <p14:xfrm>
              <a:off x="9720" y="1175040"/>
              <a:ext cx="9110520" cy="3309480"/>
            </p14:xfrm>
          </p:contentPart>
        </mc:Choice>
        <mc:Fallback>
          <p:pic>
            <p:nvPicPr>
              <p:cNvPr id="22" name="Ink 21">
                <a:extLst>
                  <a:ext uri="{FF2B5EF4-FFF2-40B4-BE49-F238E27FC236}">
                    <a16:creationId xmlns:a16="http://schemas.microsoft.com/office/drawing/2014/main" id="{904A84C6-3521-F533-EC75-091C30B54BAD}"/>
                  </a:ext>
                </a:extLst>
              </p:cNvPr>
              <p:cNvPicPr/>
              <p:nvPr/>
            </p:nvPicPr>
            <p:blipFill>
              <a:blip r:embed="rId19"/>
              <a:stretch>
                <a:fillRect/>
              </a:stretch>
            </p:blipFill>
            <p:spPr>
              <a:xfrm>
                <a:off x="360" y="1165680"/>
                <a:ext cx="9129240" cy="3328200"/>
              </a:xfrm>
              <a:prstGeom prst="rect">
                <a:avLst/>
              </a:prstGeom>
            </p:spPr>
          </p:pic>
        </mc:Fallback>
      </mc:AlternateContent>
    </p:spTree>
    <p:extLst>
      <p:ext uri="{BB962C8B-B14F-4D97-AF65-F5344CB8AC3E}">
        <p14:creationId xmlns:p14="http://schemas.microsoft.com/office/powerpoint/2010/main" val="41076841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Fuzzy Rules Processing</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3557D00-50C6-7D21-B888-1027CE8D2317}"/>
                  </a:ext>
                </a:extLst>
              </p:cNvPr>
              <p:cNvSpPr txBox="1"/>
              <p:nvPr/>
            </p:nvSpPr>
            <p:spPr>
              <a:xfrm>
                <a:off x="186595" y="614050"/>
                <a:ext cx="8672097" cy="1846659"/>
              </a:xfrm>
              <a:prstGeom prst="rect">
                <a:avLst/>
              </a:prstGeom>
              <a:noFill/>
            </p:spPr>
            <p:txBody>
              <a:bodyPr wrap="square">
                <a:spAutoFit/>
              </a:bodyPr>
              <a:lstStyle/>
              <a:p>
                <a:pPr>
                  <a:spcAft>
                    <a:spcPts val="600"/>
                  </a:spcAft>
                  <a:tabLst>
                    <a:tab pos="3616325" algn="l"/>
                  </a:tabLst>
                </a:pPr>
                <a:r>
                  <a:rPr lang="en-GB" sz="1400" b="1" dirty="0" err="1">
                    <a:effectLst/>
                    <a:latin typeface="Calibri" panose="020F0502020204030204" pitchFamily="34" charset="0"/>
                    <a:ea typeface="Calibri" panose="020F0502020204030204" pitchFamily="34" charset="0"/>
                    <a:cs typeface="Calibri" panose="020F0502020204030204" pitchFamily="34" charset="0"/>
                  </a:rPr>
                  <a:t>Sugeno</a:t>
                </a:r>
                <a:r>
                  <a:rPr lang="en-GB" sz="1400" b="1" dirty="0">
                    <a:effectLst/>
                    <a:latin typeface="Calibri" panose="020F0502020204030204" pitchFamily="34" charset="0"/>
                    <a:ea typeface="Calibri" panose="020F0502020204030204" pitchFamily="34" charset="0"/>
                    <a:cs typeface="Calibri" panose="020F0502020204030204" pitchFamily="34" charset="0"/>
                  </a:rPr>
                  <a:t>-type Fuzzy Rules Processing</a:t>
                </a:r>
              </a:p>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Takagi and </a:t>
                </a:r>
                <a:r>
                  <a:rPr lang="en-GB" sz="1400" dirty="0" err="1">
                    <a:effectLst/>
                    <a:latin typeface="Calibri" panose="020F0502020204030204" pitchFamily="34" charset="0"/>
                    <a:ea typeface="Calibri" panose="020F0502020204030204" pitchFamily="34" charset="0"/>
                    <a:cs typeface="Calibri" panose="020F0502020204030204" pitchFamily="34" charset="0"/>
                  </a:rPr>
                  <a:t>Sugeno</a:t>
                </a:r>
                <a:r>
                  <a:rPr lang="en-GB" sz="1400" dirty="0">
                    <a:effectLst/>
                    <a:latin typeface="Calibri" panose="020F0502020204030204" pitchFamily="34" charset="0"/>
                    <a:ea typeface="Calibri" panose="020F0502020204030204" pitchFamily="34" charset="0"/>
                    <a:cs typeface="Calibri" panose="020F0502020204030204" pitchFamily="34" charset="0"/>
                  </a:rPr>
                  <a:t> (1985) have proposed a type of fuzzy system where the system output instead of being a linguistic term, is </a:t>
                </a:r>
                <a:r>
                  <a:rPr lang="en-GB" sz="1400" b="1" i="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a numerical function of the input variables</a:t>
                </a:r>
                <a:r>
                  <a:rPr lang="en-GB" sz="1400" dirty="0">
                    <a:effectLst/>
                    <a:latin typeface="Calibri" panose="020F0502020204030204" pitchFamily="34" charset="0"/>
                    <a:ea typeface="Calibri" panose="020F0502020204030204" pitchFamily="34" charset="0"/>
                    <a:cs typeface="Calibri" panose="020F0502020204030204" pitchFamily="34" charset="0"/>
                  </a:rPr>
                  <a:t>. They replaced Mamdani’s </a:t>
                </a:r>
                <a:r>
                  <a:rPr lang="en-GB" sz="1400" b="1" dirty="0">
                    <a:effectLst/>
                    <a:latin typeface="Calibri" panose="020F0502020204030204" pitchFamily="34" charset="0"/>
                    <a:ea typeface="Calibri" panose="020F0502020204030204" pitchFamily="34" charset="0"/>
                    <a:cs typeface="Calibri" panose="020F0502020204030204" pitchFamily="34" charset="0"/>
                  </a:rPr>
                  <a:t>consequent part</a:t>
                </a:r>
                <a:r>
                  <a:rPr lang="en-GB" sz="1400" dirty="0">
                    <a:effectLst/>
                    <a:latin typeface="Calibri" panose="020F0502020204030204" pitchFamily="34" charset="0"/>
                    <a:ea typeface="Calibri" panose="020F0502020204030204" pitchFamily="34" charset="0"/>
                    <a:cs typeface="Calibri" panose="020F0502020204030204" pitchFamily="34" charset="0"/>
                  </a:rPr>
                  <a:t> only by following function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such that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𝑦</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a:t>
                </a:r>
              </a:p>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Hence, a rule ‘a la </a:t>
                </a:r>
                <a:r>
                  <a:rPr lang="en-GB" sz="1400" dirty="0" err="1">
                    <a:effectLst/>
                    <a:latin typeface="Calibri" panose="020F0502020204030204" pitchFamily="34" charset="0"/>
                    <a:ea typeface="Calibri" panose="020F0502020204030204" pitchFamily="34" charset="0"/>
                    <a:cs typeface="Calibri" panose="020F0502020204030204" pitchFamily="34" charset="0"/>
                  </a:rPr>
                  <a:t>Sugeno</a:t>
                </a:r>
                <a:r>
                  <a:rPr lang="en-GB" sz="1400" dirty="0">
                    <a:effectLst/>
                    <a:latin typeface="Calibri" panose="020F0502020204030204" pitchFamily="34" charset="0"/>
                    <a:ea typeface="Calibri" panose="020F0502020204030204" pitchFamily="34" charset="0"/>
                    <a:cs typeface="Calibri" panose="020F0502020204030204" pitchFamily="34" charset="0"/>
                  </a:rPr>
                  <a:t>’ would read as follows:</a:t>
                </a: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𝑖𝑠</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𝐿</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𝑎𝑛𝑑</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𝑎𝑛𝑑</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𝑖𝑠</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𝐿</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𝑢</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oMath>
                  </m:oMathPara>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2" name="TextBox 1">
                <a:extLst>
                  <a:ext uri="{FF2B5EF4-FFF2-40B4-BE49-F238E27FC236}">
                    <a16:creationId xmlns:a16="http://schemas.microsoft.com/office/drawing/2014/main" id="{E3557D00-50C6-7D21-B888-1027CE8D2317}"/>
                  </a:ext>
                </a:extLst>
              </p:cNvPr>
              <p:cNvSpPr txBox="1">
                <a:spLocks noRot="1" noChangeAspect="1" noMove="1" noResize="1" noEditPoints="1" noAdjustHandles="1" noChangeArrowheads="1" noChangeShapeType="1" noTextEdit="1"/>
              </p:cNvSpPr>
              <p:nvPr/>
            </p:nvSpPr>
            <p:spPr>
              <a:xfrm>
                <a:off x="186595" y="614050"/>
                <a:ext cx="8672097" cy="1846659"/>
              </a:xfrm>
              <a:prstGeom prst="rect">
                <a:avLst/>
              </a:prstGeom>
              <a:blipFill>
                <a:blip r:embed="rId3"/>
                <a:stretch>
                  <a:fillRect l="-211" t="-660" r="-211"/>
                </a:stretch>
              </a:blipFill>
            </p:spPr>
            <p:txBody>
              <a:bodyPr/>
              <a:lstStyle/>
              <a:p>
                <a:r>
                  <a:rPr lang="en-GB">
                    <a:noFill/>
                  </a:rPr>
                  <a:t> </a:t>
                </a:r>
              </a:p>
            </p:txBody>
          </p:sp>
        </mc:Fallback>
      </mc:AlternateContent>
      <mc:AlternateContent xmlns:mc="http://schemas.openxmlformats.org/markup-compatibility/2006" xmlns:p14="http://schemas.microsoft.com/office/powerpoint/2010/main" xmlns:aink="http://schemas.microsoft.com/office/drawing/2016/ink">
        <mc:Choice Requires="p14 aink">
          <p:contentPart p14:bwMode="auto" r:id="rId4">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mc:AlternateContent xmlns:mc="http://schemas.openxmlformats.org/markup-compatibility/2006">
        <mc:Choice xmlns:a14="http://schemas.microsoft.com/office/drawing/2010/main" Requires="a14">
          <p:sp>
            <p:nvSpPr>
              <p:cNvPr id="13" name="TextBox 12">
                <a:extLst>
                  <a:ext uri="{FF2B5EF4-FFF2-40B4-BE49-F238E27FC236}">
                    <a16:creationId xmlns:a16="http://schemas.microsoft.com/office/drawing/2014/main" id="{263C3B73-005E-4E7C-9D9B-E83FC84FD17A}"/>
                  </a:ext>
                </a:extLst>
              </p:cNvPr>
              <p:cNvSpPr txBox="1"/>
              <p:nvPr/>
            </p:nvSpPr>
            <p:spPr>
              <a:xfrm>
                <a:off x="186594" y="2428533"/>
                <a:ext cx="8672096" cy="969496"/>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It is noted that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can be either </a:t>
                </a:r>
                <a:r>
                  <a:rPr lang="en-GB" sz="1400" b="1" dirty="0">
                    <a:effectLst/>
                    <a:latin typeface="Calibri" panose="020F0502020204030204" pitchFamily="34" charset="0"/>
                    <a:ea typeface="Calibri" panose="020F0502020204030204" pitchFamily="34" charset="0"/>
                    <a:cs typeface="Calibri" panose="020F0502020204030204" pitchFamily="34" charset="0"/>
                  </a:rPr>
                  <a:t>linear</a:t>
                </a:r>
                <a:r>
                  <a:rPr lang="en-GB" sz="1400" dirty="0">
                    <a:effectLst/>
                    <a:latin typeface="Calibri" panose="020F0502020204030204" pitchFamily="34" charset="0"/>
                    <a:ea typeface="Calibri" panose="020F0502020204030204" pitchFamily="34" charset="0"/>
                    <a:cs typeface="Calibri" panose="020F0502020204030204" pitchFamily="34" charset="0"/>
                  </a:rPr>
                  <a:t> or </a:t>
                </a:r>
                <a:r>
                  <a:rPr lang="en-GB" sz="1400" b="1" dirty="0">
                    <a:effectLst/>
                    <a:latin typeface="Calibri" panose="020F0502020204030204" pitchFamily="34" charset="0"/>
                    <a:ea typeface="Calibri" panose="020F0502020204030204" pitchFamily="34" charset="0"/>
                    <a:cs typeface="Calibri" panose="020F0502020204030204" pitchFamily="34" charset="0"/>
                  </a:rPr>
                  <a:t>quadratic</a:t>
                </a:r>
                <a:r>
                  <a:rPr lang="en-GB" sz="1400" dirty="0">
                    <a:effectLst/>
                    <a:latin typeface="Calibri" panose="020F0502020204030204" pitchFamily="34" charset="0"/>
                    <a:ea typeface="Calibri" panose="020F0502020204030204" pitchFamily="34" charset="0"/>
                    <a:cs typeface="Calibri" panose="020F0502020204030204" pitchFamily="34" charset="0"/>
                  </a:rPr>
                  <a:t>. As an example, see the following rule:</a:t>
                </a:r>
              </a:p>
              <a:p>
                <a:pPr algn="just">
                  <a:spcBef>
                    <a:spcPts val="600"/>
                  </a:spcBef>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𝐈𝐅</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𝑝𝑟𝑒𝑠𝑠𝑢𝑟𝑒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𝑁𝐵</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and</m:t>
                      </m:r>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𝑡𝑒𝑚𝑝𝑒𝑟𝑎𝑡𝑢𝑟𝑒</m:t>
                      </m:r>
                      <m:r>
                        <a:rPr lang="en-GB" sz="1400" b="1">
                          <a:effectLst/>
                          <a:latin typeface="Cambria Math" panose="02040503050406030204" pitchFamily="18" charset="0"/>
                          <a:ea typeface="DengXian" panose="02010600030101010101" pitchFamily="2" charset="-122"/>
                          <a:cs typeface="Times New Roman" panose="02020603050405020304" pitchFamily="18" charset="0"/>
                        </a:rPr>
                        <m:t> </m:t>
                      </m:r>
                      <m:r>
                        <m:rPr>
                          <m:sty m:val="p"/>
                        </m:rPr>
                        <a:rPr lang="en-GB" sz="1400">
                          <a:effectLst/>
                          <a:latin typeface="Cambria Math" panose="02040503050406030204" pitchFamily="18" charset="0"/>
                          <a:ea typeface="DengXian" panose="02010600030101010101" pitchFamily="2" charset="-122"/>
                          <a:cs typeface="Times New Roman" panose="02020603050405020304" pitchFamily="18" charset="0"/>
                        </a:rPr>
                        <m:t>is</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h𝑖𝑔h</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b="1" i="1">
                          <a:effectLst/>
                          <a:latin typeface="Cambria Math" panose="02040503050406030204" pitchFamily="18" charset="0"/>
                          <a:ea typeface="DengXian" panose="02010600030101010101" pitchFamily="2" charset="-122"/>
                          <a:cs typeface="Times New Roman" panose="02020603050405020304" pitchFamily="18" charset="0"/>
                        </a:rPr>
                        <m:t>𝐓𝐇𝐄𝐍</m:t>
                      </m:r>
                      <m:r>
                        <a:rPr lang="en-GB" sz="1400">
                          <a:effectLst/>
                          <a:latin typeface="Cambria Math" panose="02040503050406030204" pitchFamily="18" charset="0"/>
                          <a:ea typeface="DengXian" panose="02010600030101010101" pitchFamily="2" charset="-122"/>
                          <a:cs typeface="Times New Roman" panose="02020603050405020304" pitchFamily="18" charset="0"/>
                        </a:rPr>
                        <m:t> </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𝑡𝑖𝑚𝑒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=0.3∙</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𝑝𝑟𝑒𝑠𝑠𝑢𝑟𝑒</m:t>
                      </m:r>
                      <m:r>
                        <a:rPr lang="en-GB" sz="1400" i="1">
                          <a:effectLst/>
                          <a:latin typeface="Cambria Math" panose="02040503050406030204" pitchFamily="18" charset="0"/>
                          <a:ea typeface="DengXian" panose="02010600030101010101" pitchFamily="2" charset="-122"/>
                          <a:cs typeface="Times New Roman" panose="02020603050405020304" pitchFamily="18" charset="0"/>
                        </a:rPr>
                        <m:t>+0.5∙</m:t>
                      </m:r>
                      <m:r>
                        <a:rPr lang="en-GB" sz="1400" i="1">
                          <a:effectLst/>
                          <a:latin typeface="Cambria Math" panose="02040503050406030204" pitchFamily="18" charset="0"/>
                          <a:ea typeface="DengXian" panose="02010600030101010101" pitchFamily="2" charset="-122"/>
                          <a:cs typeface="Times New Roman" panose="02020603050405020304" pitchFamily="18" charset="0"/>
                        </a:rPr>
                        <m:t>𝑡𝑒𝑚𝑝𝑒𝑟𝑎𝑡𝑢𝑟𝑒</m:t>
                      </m:r>
                    </m:oMath>
                  </m:oMathPara>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a:p>
                <a:pPr algn="just">
                  <a:spcBef>
                    <a:spcPts val="600"/>
                  </a:spcBef>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Where,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0.30</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and </a:t>
                </a:r>
                <a14:m>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0.50</m:t>
                    </m:r>
                  </m:oMath>
                </a14:m>
                <a:r>
                  <a:rPr lang="en-GB" sz="1400" dirty="0">
                    <a:effectLst/>
                    <a:latin typeface="Calibri" panose="020F0502020204030204" pitchFamily="34" charset="0"/>
                    <a:ea typeface="Calibri" panose="020F0502020204030204" pitchFamily="34" charset="0"/>
                    <a:cs typeface="Calibri" panose="020F0502020204030204" pitchFamily="34" charset="0"/>
                  </a:rPr>
                  <a:t> simply express a certain </a:t>
                </a:r>
                <a:r>
                  <a:rPr lang="en-GB" sz="1400" b="1" i="1" dirty="0">
                    <a:solidFill>
                      <a:srgbClr val="FF0000"/>
                    </a:solidFill>
                    <a:effectLst/>
                    <a:latin typeface="Calibri" panose="020F0502020204030204" pitchFamily="34" charset="0"/>
                    <a:ea typeface="Calibri" panose="020F0502020204030204" pitchFamily="34" charset="0"/>
                    <a:cs typeface="Calibri" panose="020F0502020204030204" pitchFamily="34" charset="0"/>
                  </a:rPr>
                  <a:t>dependency</a:t>
                </a:r>
                <a:r>
                  <a:rPr lang="en-GB" sz="1400" dirty="0">
                    <a:effectLst/>
                    <a:latin typeface="Calibri" panose="020F0502020204030204" pitchFamily="34" charset="0"/>
                    <a:ea typeface="Calibri" panose="020F0502020204030204" pitchFamily="34" charset="0"/>
                    <a:cs typeface="Calibri" panose="020F0502020204030204" pitchFamily="34" charset="0"/>
                  </a:rPr>
                  <a:t> of time on pressure and temperature. </a:t>
                </a:r>
              </a:p>
            </p:txBody>
          </p:sp>
        </mc:Choice>
        <mc:Fallback>
          <p:sp>
            <p:nvSpPr>
              <p:cNvPr id="13" name="TextBox 12">
                <a:extLst>
                  <a:ext uri="{FF2B5EF4-FFF2-40B4-BE49-F238E27FC236}">
                    <a16:creationId xmlns:a16="http://schemas.microsoft.com/office/drawing/2014/main" id="{263C3B73-005E-4E7C-9D9B-E83FC84FD17A}"/>
                  </a:ext>
                </a:extLst>
              </p:cNvPr>
              <p:cNvSpPr txBox="1">
                <a:spLocks noRot="1" noChangeAspect="1" noMove="1" noResize="1" noEditPoints="1" noAdjustHandles="1" noChangeArrowheads="1" noChangeShapeType="1" noTextEdit="1"/>
              </p:cNvSpPr>
              <p:nvPr/>
            </p:nvSpPr>
            <p:spPr>
              <a:xfrm>
                <a:off x="186594" y="2428533"/>
                <a:ext cx="8672096" cy="969496"/>
              </a:xfrm>
              <a:prstGeom prst="rect">
                <a:avLst/>
              </a:prstGeom>
              <a:blipFill>
                <a:blip r:embed="rId18"/>
                <a:stretch>
                  <a:fillRect l="-211" t="-629" b="-6289"/>
                </a:stretch>
              </a:blipFill>
            </p:spPr>
            <p:txBody>
              <a:bodyPr/>
              <a:lstStyle/>
              <a:p>
                <a:r>
                  <a:rPr lang="en-GB">
                    <a:noFill/>
                  </a:rPr>
                  <a:t> </a:t>
                </a:r>
              </a:p>
            </p:txBody>
          </p:sp>
        </mc:Fallback>
      </mc:AlternateContent>
      <mc:AlternateContent xmlns:mc="http://schemas.openxmlformats.org/markup-compatibility/2006">
        <mc:Choice xmlns:a14="http://schemas.microsoft.com/office/drawing/2010/main" Requires="a14">
          <p:sp>
            <p:nvSpPr>
              <p:cNvPr id="16" name="TextBox 15">
                <a:extLst>
                  <a:ext uri="{FF2B5EF4-FFF2-40B4-BE49-F238E27FC236}">
                    <a16:creationId xmlns:a16="http://schemas.microsoft.com/office/drawing/2014/main" id="{C98FFAEE-659D-2796-14BA-3851F82459BD}"/>
                  </a:ext>
                </a:extLst>
              </p:cNvPr>
              <p:cNvSpPr txBox="1"/>
              <p:nvPr/>
            </p:nvSpPr>
            <p:spPr>
              <a:xfrm>
                <a:off x="186595" y="3362606"/>
                <a:ext cx="8672095" cy="1222771"/>
              </a:xfrm>
              <a:prstGeom prst="rect">
                <a:avLst/>
              </a:prstGeom>
              <a:noFill/>
            </p:spPr>
            <p:txBody>
              <a:bodyPr wrap="square">
                <a:spAutoFit/>
              </a:bodyPr>
              <a:lstStyle/>
              <a:p>
                <a:pPr algn="just">
                  <a:spcAft>
                    <a:spcPts val="600"/>
                  </a:spcAft>
                  <a:tabLst>
                    <a:tab pos="3616325" algn="l"/>
                  </a:tabLst>
                </a:pPr>
                <a:r>
                  <a:rPr lang="en-GB" sz="1400" dirty="0">
                    <a:effectLst/>
                    <a:latin typeface="Calibri" panose="020F0502020204030204" pitchFamily="34" charset="0"/>
                    <a:ea typeface="Calibri" panose="020F0502020204030204" pitchFamily="34" charset="0"/>
                    <a:cs typeface="Calibri" panose="020F0502020204030204" pitchFamily="34" charset="0"/>
                  </a:rPr>
                  <a:t>The inference of </a:t>
                </a:r>
                <a:r>
                  <a:rPr lang="en-GB" sz="1400" dirty="0" err="1">
                    <a:effectLst/>
                    <a:latin typeface="Calibri" panose="020F0502020204030204" pitchFamily="34" charset="0"/>
                    <a:ea typeface="Calibri" panose="020F0502020204030204" pitchFamily="34" charset="0"/>
                    <a:cs typeface="Calibri" panose="020F0502020204030204" pitchFamily="34" charset="0"/>
                  </a:rPr>
                  <a:t>Sugeno</a:t>
                </a:r>
                <a:r>
                  <a:rPr lang="en-GB" sz="1400" dirty="0">
                    <a:effectLst/>
                    <a:latin typeface="Calibri" panose="020F0502020204030204" pitchFamily="34" charset="0"/>
                    <a:ea typeface="Calibri" panose="020F0502020204030204" pitchFamily="34" charset="0"/>
                    <a:cs typeface="Calibri" panose="020F0502020204030204" pitchFamily="34" charset="0"/>
                  </a:rPr>
                  <a:t>-type of fuzzy rule-based system is simply a weighted sum average of the consequent part as follows. </a:t>
                </a:r>
              </a:p>
              <a:p>
                <a:pPr algn="just">
                  <a:spcAft>
                    <a:spcPts val="600"/>
                  </a:spcAft>
                  <a:tabLst>
                    <a:tab pos="3616325" algn="l"/>
                  </a:tabLst>
                </a:pPr>
                <a14:m>
                  <m:oMathPara xmlns:m="http://schemas.openxmlformats.org/officeDocument/2006/math">
                    <m:oMathParaPr>
                      <m:jc m:val="centerGroup"/>
                    </m:oMathParaPr>
                    <m:oMath xmlns:m="http://schemas.openxmlformats.org/officeDocument/2006/math">
                      <m:r>
                        <a:rPr lang="en-GB" sz="1400" i="1">
                          <a:effectLst/>
                          <a:latin typeface="Cambria Math" panose="02040503050406030204" pitchFamily="18" charset="0"/>
                          <a:ea typeface="DengXian" panose="02010600030101010101" pitchFamily="2" charset="-122"/>
                          <a:cs typeface="Times New Roman" panose="02020603050405020304" pitchFamily="18" charset="0"/>
                        </a:rPr>
                        <m:t>𝑦</m:t>
                      </m:r>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f>
                        <m:f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fPr>
                        <m:num>
                          <m:nary>
                            <m:naryPr>
                              <m:chr m:val="∑"/>
                              <m:limLoc m:val="undOv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𝑗</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sup>
                            <m:e>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𝐴</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𝑗</m:t>
                                  </m:r>
                                </m:sup>
                              </m:sSup>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𝐴</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𝑗</m:t>
                                  </m:r>
                                </m:sup>
                              </m:sSup>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𝑓</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𝑗</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2</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 </m:t>
                              </m:r>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𝑥</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3</m:t>
                                  </m:r>
                                </m:sub>
                              </m:sSub>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e>
                          </m:nary>
                        </m:num>
                        <m:den>
                          <m:nary>
                            <m:naryPr>
                              <m:chr m:val="∑"/>
                              <m:limLoc m:val="undOv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naryPr>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𝑗</m:t>
                              </m:r>
                            </m:sub>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𝑘</m:t>
                              </m:r>
                            </m:sup>
                            <m:e>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𝐴</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𝑗</m:t>
                                  </m:r>
                                </m:sup>
                              </m:sSup>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1</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sSup>
                                <m:sSup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p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𝐴</m:t>
                                  </m:r>
                                </m:e>
                                <m:sup>
                                  <m:r>
                                    <a:rPr lang="en-GB" sz="1400" i="1">
                                      <a:effectLst/>
                                      <a:latin typeface="Cambria Math" panose="02040503050406030204" pitchFamily="18" charset="0"/>
                                      <a:ea typeface="DengXian" panose="02010600030101010101" pitchFamily="2" charset="-122"/>
                                      <a:cs typeface="Times New Roman" panose="02020603050405020304" pitchFamily="18" charset="0"/>
                                    </a:rPr>
                                    <m:t>𝑗</m:t>
                                  </m:r>
                                </m:sup>
                              </m:sSup>
                              <m:d>
                                <m:d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dPr>
                                <m:e>
                                  <m:sSub>
                                    <m:sSubPr>
                                      <m:ctrlPr>
                                        <a:rPr lang="en-GB" sz="1400" i="1">
                                          <a:effectLst/>
                                          <a:latin typeface="Cambria Math" panose="02040503050406030204" pitchFamily="18" charset="0"/>
                                          <a:ea typeface="DengXian" panose="02010600030101010101" pitchFamily="2" charset="-122"/>
                                          <a:cs typeface="Times New Roman" panose="02020603050405020304" pitchFamily="18" charset="0"/>
                                        </a:rPr>
                                      </m:ctrlPr>
                                    </m:sSubPr>
                                    <m:e>
                                      <m:r>
                                        <a:rPr lang="en-GB" sz="1400" i="1">
                                          <a:effectLst/>
                                          <a:latin typeface="Cambria Math" panose="02040503050406030204" pitchFamily="18" charset="0"/>
                                          <a:ea typeface="DengXian" panose="02010600030101010101" pitchFamily="2" charset="-122"/>
                                          <a:cs typeface="Times New Roman" panose="02020603050405020304" pitchFamily="18" charset="0"/>
                                        </a:rPr>
                                        <m:t>𝑋</m:t>
                                      </m:r>
                                    </m:e>
                                    <m:sub>
                                      <m:r>
                                        <a:rPr lang="en-GB" sz="1400" i="1">
                                          <a:effectLst/>
                                          <a:latin typeface="Cambria Math" panose="02040503050406030204" pitchFamily="18" charset="0"/>
                                          <a:ea typeface="DengXian" panose="02010600030101010101" pitchFamily="2" charset="-122"/>
                                          <a:cs typeface="Times New Roman" panose="02020603050405020304" pitchFamily="18" charset="0"/>
                                        </a:rPr>
                                        <m:t>𝑛</m:t>
                                      </m:r>
                                    </m:sub>
                                  </m:sSub>
                                </m:e>
                              </m:d>
                              <m:r>
                                <a:rPr lang="en-GB" sz="1400" i="1">
                                  <a:effectLst/>
                                  <a:latin typeface="Cambria Math" panose="02040503050406030204" pitchFamily="18" charset="0"/>
                                  <a:ea typeface="DengXian" panose="02010600030101010101" pitchFamily="2" charset="-122"/>
                                  <a:cs typeface="Times New Roman" panose="02020603050405020304" pitchFamily="18" charset="0"/>
                                </a:rPr>
                                <m:t>))</m:t>
                              </m:r>
                            </m:e>
                          </m:nary>
                        </m:den>
                      </m:f>
                    </m:oMath>
                  </m:oMathPara>
                </a14:m>
                <a:endParaRPr lang="en-GB" sz="1400" dirty="0">
                  <a:effectLst/>
                  <a:latin typeface="Calibri" panose="020F0502020204030204" pitchFamily="34" charset="0"/>
                  <a:ea typeface="Calibri" panose="020F0502020204030204" pitchFamily="34" charset="0"/>
                  <a:cs typeface="Calibri" panose="020F0502020204030204" pitchFamily="34" charset="0"/>
                </a:endParaRPr>
              </a:p>
            </p:txBody>
          </p:sp>
        </mc:Choice>
        <mc:Fallback>
          <p:sp>
            <p:nvSpPr>
              <p:cNvPr id="16" name="TextBox 15">
                <a:extLst>
                  <a:ext uri="{FF2B5EF4-FFF2-40B4-BE49-F238E27FC236}">
                    <a16:creationId xmlns:a16="http://schemas.microsoft.com/office/drawing/2014/main" id="{C98FFAEE-659D-2796-14BA-3851F82459BD}"/>
                  </a:ext>
                </a:extLst>
              </p:cNvPr>
              <p:cNvSpPr txBox="1">
                <a:spLocks noRot="1" noChangeAspect="1" noMove="1" noResize="1" noEditPoints="1" noAdjustHandles="1" noChangeArrowheads="1" noChangeShapeType="1" noTextEdit="1"/>
              </p:cNvSpPr>
              <p:nvPr/>
            </p:nvSpPr>
            <p:spPr>
              <a:xfrm>
                <a:off x="186595" y="3362606"/>
                <a:ext cx="8672095" cy="1222771"/>
              </a:xfrm>
              <a:prstGeom prst="rect">
                <a:avLst/>
              </a:prstGeom>
              <a:blipFill>
                <a:blip r:embed="rId19"/>
                <a:stretch>
                  <a:fillRect l="-211" t="-1000" r="-211"/>
                </a:stretch>
              </a:blipFill>
            </p:spPr>
            <p:txBody>
              <a:bodyPr/>
              <a:lstStyle/>
              <a:p>
                <a:r>
                  <a:rPr lang="en-GB">
                    <a:noFill/>
                  </a:rPr>
                  <a:t> </a:t>
                </a:r>
              </a:p>
            </p:txBody>
          </p:sp>
        </mc:Fallback>
      </mc:AlternateContent>
    </p:spTree>
    <p:extLst>
      <p:ext uri="{BB962C8B-B14F-4D97-AF65-F5344CB8AC3E}">
        <p14:creationId xmlns:p14="http://schemas.microsoft.com/office/powerpoint/2010/main" val="336940376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Systems – Fuzzy Rules Processing</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p:sp>
        <p:nvSpPr>
          <p:cNvPr id="2" name="TextBox 1">
            <a:extLst>
              <a:ext uri="{FF2B5EF4-FFF2-40B4-BE49-F238E27FC236}">
                <a16:creationId xmlns:a16="http://schemas.microsoft.com/office/drawing/2014/main" id="{E3557D00-50C6-7D21-B888-1027CE8D2317}"/>
              </a:ext>
            </a:extLst>
          </p:cNvPr>
          <p:cNvSpPr txBox="1"/>
          <p:nvPr/>
        </p:nvSpPr>
        <p:spPr>
          <a:xfrm>
            <a:off x="186595" y="614050"/>
            <a:ext cx="8672097" cy="307777"/>
          </a:xfrm>
          <a:prstGeom prst="rect">
            <a:avLst/>
          </a:prstGeom>
          <a:noFill/>
        </p:spPr>
        <p:txBody>
          <a:bodyPr wrap="square">
            <a:spAutoFit/>
          </a:bodyPr>
          <a:lstStyle/>
          <a:p>
            <a:pPr>
              <a:spcAft>
                <a:spcPts val="600"/>
              </a:spcAft>
              <a:tabLst>
                <a:tab pos="3616325" algn="l"/>
              </a:tabLst>
            </a:pPr>
            <a:r>
              <a:rPr lang="en-GB" sz="1400" b="1" dirty="0">
                <a:effectLst/>
                <a:latin typeface="Calibri" panose="020F0502020204030204" pitchFamily="34" charset="0"/>
                <a:ea typeface="Calibri" panose="020F0502020204030204" pitchFamily="34" charset="0"/>
                <a:cs typeface="Calibri" panose="020F0502020204030204" pitchFamily="34" charset="0"/>
              </a:rPr>
              <a:t>Comparison of Mamdani’s Processing to </a:t>
            </a:r>
            <a:r>
              <a:rPr lang="en-GB" sz="1400" b="1" dirty="0" err="1">
                <a:effectLst/>
                <a:latin typeface="Calibri" panose="020F0502020204030204" pitchFamily="34" charset="0"/>
                <a:ea typeface="Calibri" panose="020F0502020204030204" pitchFamily="34" charset="0"/>
                <a:cs typeface="Calibri" panose="020F0502020204030204" pitchFamily="34" charset="0"/>
              </a:rPr>
              <a:t>Sugeno’s</a:t>
            </a:r>
            <a:r>
              <a:rPr lang="en-GB" sz="1400" b="1" dirty="0">
                <a:effectLst/>
                <a:latin typeface="Calibri" panose="020F0502020204030204" pitchFamily="34" charset="0"/>
                <a:ea typeface="Calibri" panose="020F0502020204030204" pitchFamily="34" charset="0"/>
                <a:cs typeface="Calibri" panose="020F0502020204030204" pitchFamily="34" charset="0"/>
              </a:rPr>
              <a:t> Fuzzy processing </a:t>
            </a: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6">
            <p14:nvContentPartPr>
              <p14:cNvPr id="4" name="Ink 3">
                <a:extLst>
                  <a:ext uri="{FF2B5EF4-FFF2-40B4-BE49-F238E27FC236}">
                    <a16:creationId xmlns:a16="http://schemas.microsoft.com/office/drawing/2014/main" id="{58D0AC2F-680E-5E8C-1B9A-A62ECE703883}"/>
                  </a:ext>
                </a:extLst>
              </p14:cNvPr>
              <p14:cNvContentPartPr/>
              <p14:nvPr/>
            </p14:nvContentPartPr>
            <p14:xfrm>
              <a:off x="758404" y="3796277"/>
              <a:ext cx="11520" cy="12240"/>
            </p14:xfrm>
          </p:contentPart>
        </mc:Choice>
        <mc:Fallback xmlns="">
          <p:pic>
            <p:nvPicPr>
              <p:cNvPr id="4" name="Ink 3">
                <a:extLst>
                  <a:ext uri="{FF2B5EF4-FFF2-40B4-BE49-F238E27FC236}">
                    <a16:creationId xmlns:a16="http://schemas.microsoft.com/office/drawing/2014/main" id="{58D0AC2F-680E-5E8C-1B9A-A62ECE703883}"/>
                  </a:ext>
                </a:extLst>
              </p:cNvPr>
              <p:cNvPicPr/>
              <p:nvPr/>
            </p:nvPicPr>
            <p:blipFill>
              <a:blip r:embed="rId17"/>
              <a:stretch>
                <a:fillRect/>
              </a:stretch>
            </p:blipFill>
            <p:spPr>
              <a:xfrm>
                <a:off x="754084" y="3791957"/>
                <a:ext cx="20160" cy="20880"/>
              </a:xfrm>
              <a:prstGeom prst="rect">
                <a:avLst/>
              </a:prstGeom>
            </p:spPr>
          </p:pic>
        </mc:Fallback>
      </mc:AlternateContent>
      <p:pic>
        <p:nvPicPr>
          <p:cNvPr id="14" name="Picture 13">
            <a:extLst>
              <a:ext uri="{FF2B5EF4-FFF2-40B4-BE49-F238E27FC236}">
                <a16:creationId xmlns:a16="http://schemas.microsoft.com/office/drawing/2014/main" id="{D3CBB90B-E975-6649-ABF3-EB707A835EBD}"/>
              </a:ext>
            </a:extLst>
          </p:cNvPr>
          <p:cNvPicPr>
            <a:picLocks noChangeAspect="1"/>
          </p:cNvPicPr>
          <p:nvPr/>
        </p:nvPicPr>
        <p:blipFill>
          <a:blip r:embed="rId18"/>
          <a:stretch>
            <a:fillRect/>
          </a:stretch>
        </p:blipFill>
        <p:spPr>
          <a:xfrm>
            <a:off x="1315411" y="1147416"/>
            <a:ext cx="6414464" cy="3009863"/>
          </a:xfrm>
          <a:prstGeom prst="rect">
            <a:avLst/>
          </a:prstGeom>
        </p:spPr>
      </p:pic>
      <mc:AlternateContent xmlns:mc="http://schemas.openxmlformats.org/markup-compatibility/2006">
        <mc:Choice xmlns:p14="http://schemas.microsoft.com/office/powerpoint/2010/main" Requires="p14">
          <p:contentPart p14:bwMode="auto" r:id="rId19">
            <p14:nvContentPartPr>
              <p14:cNvPr id="15" name="Ink 14">
                <a:extLst>
                  <a:ext uri="{FF2B5EF4-FFF2-40B4-BE49-F238E27FC236}">
                    <a16:creationId xmlns:a16="http://schemas.microsoft.com/office/drawing/2014/main" id="{FF0392D6-CC73-D5AD-AF2A-F3EA13F5C72D}"/>
                  </a:ext>
                </a:extLst>
              </p14:cNvPr>
              <p14:cNvContentPartPr/>
              <p14:nvPr/>
            </p14:nvContentPartPr>
            <p14:xfrm>
              <a:off x="1549080" y="3825720"/>
              <a:ext cx="6879240" cy="907200"/>
            </p14:xfrm>
          </p:contentPart>
        </mc:Choice>
        <mc:Fallback>
          <p:pic>
            <p:nvPicPr>
              <p:cNvPr id="15" name="Ink 14">
                <a:extLst>
                  <a:ext uri="{FF2B5EF4-FFF2-40B4-BE49-F238E27FC236}">
                    <a16:creationId xmlns:a16="http://schemas.microsoft.com/office/drawing/2014/main" id="{FF0392D6-CC73-D5AD-AF2A-F3EA13F5C72D}"/>
                  </a:ext>
                </a:extLst>
              </p:cNvPr>
              <p:cNvPicPr/>
              <p:nvPr/>
            </p:nvPicPr>
            <p:blipFill>
              <a:blip r:embed="rId20"/>
              <a:stretch>
                <a:fillRect/>
              </a:stretch>
            </p:blipFill>
            <p:spPr>
              <a:xfrm>
                <a:off x="1539720" y="3816360"/>
                <a:ext cx="6897960" cy="925920"/>
              </a:xfrm>
              <a:prstGeom prst="rect">
                <a:avLst/>
              </a:prstGeom>
            </p:spPr>
          </p:pic>
        </mc:Fallback>
      </mc:AlternateContent>
    </p:spTree>
    <p:extLst>
      <p:ext uri="{BB962C8B-B14F-4D97-AF65-F5344CB8AC3E}">
        <p14:creationId xmlns:p14="http://schemas.microsoft.com/office/powerpoint/2010/main" val="368584832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500" b="1" dirty="0">
                <a:effectLst/>
                <a:ea typeface="DengXian" panose="02010600030101010101" pitchFamily="2" charset="-122"/>
                <a:cs typeface="Times New Roman" panose="02020603050405020304" pitchFamily="18" charset="0"/>
              </a:rPr>
              <a:t>Fuzzy Rule Based System</a:t>
            </a:r>
            <a:r>
              <a:rPr lang="en-GB" sz="2500" b="1" dirty="0">
                <a:ea typeface="DengXian" panose="02010600030101010101" pitchFamily="2" charset="-122"/>
                <a:cs typeface="Times New Roman" panose="02020603050405020304" pitchFamily="18" charset="0"/>
              </a:rPr>
              <a:t> Operation</a:t>
            </a:r>
            <a:endParaRPr kumimoji="0" lang="en-US" sz="25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p:sp>
        <p:nvSpPr>
          <p:cNvPr id="4" name="TextBox 3">
            <a:extLst>
              <a:ext uri="{FF2B5EF4-FFF2-40B4-BE49-F238E27FC236}">
                <a16:creationId xmlns:a16="http://schemas.microsoft.com/office/drawing/2014/main" id="{D53E6534-6DDC-9AC5-62FF-A0E47FC6390C}"/>
              </a:ext>
            </a:extLst>
          </p:cNvPr>
          <p:cNvSpPr txBox="1"/>
          <p:nvPr/>
        </p:nvSpPr>
        <p:spPr>
          <a:xfrm>
            <a:off x="186596" y="1136505"/>
            <a:ext cx="8672097" cy="2000548"/>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We have seen that the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inference engine</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is at the heart of any fuzzy rule based system operation. In fact, fuzzy rule based system operation can be divided into three steps:</a:t>
            </a:r>
          </a:p>
          <a:p>
            <a:pPr marL="342900" lvl="0" indent="-342900" algn="just">
              <a:spcBef>
                <a:spcPts val="600"/>
              </a:spcBef>
              <a:spcAft>
                <a:spcPts val="600"/>
              </a:spcAft>
              <a:buFont typeface="Symbol" panose="05050102010706020507" pitchFamily="18" charset="2"/>
              <a:buChar char=""/>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Fuzzification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(inputs are fuzzified and fuzzy rather than crisp inputs are obtained).</a:t>
            </a:r>
          </a:p>
          <a:p>
            <a:pPr marL="342900" lvl="0" indent="-342900" algn="just">
              <a:spcBef>
                <a:spcPts val="600"/>
              </a:spcBef>
              <a:spcAft>
                <a:spcPts val="600"/>
              </a:spcAft>
              <a:buFont typeface="Symbol" panose="05050102010706020507" pitchFamily="18" charset="2"/>
              <a:buChar char=""/>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Fuzzy Processing</a:t>
            </a:r>
            <a:r>
              <a:rPr lang="en-GB" sz="1400" dirty="0">
                <a:effectLst/>
                <a:latin typeface="Calibri" panose="020F0502020204030204" pitchFamily="34" charset="0"/>
                <a:ea typeface="DengXian" panose="02010600030101010101" pitchFamily="2" charset="-122"/>
                <a:cs typeface="Times New Roman" panose="02020603050405020304" pitchFamily="18" charset="0"/>
              </a:rPr>
              <a:t> (processing fuzzy inputs according to rules and producing fuzzy outputs). </a:t>
            </a:r>
          </a:p>
          <a:p>
            <a:pPr marL="342900" lvl="0" indent="-342900" algn="just">
              <a:spcBef>
                <a:spcPts val="600"/>
              </a:spcBef>
              <a:spcAft>
                <a:spcPts val="600"/>
              </a:spcAft>
              <a:buFont typeface="Symbol" panose="05050102010706020507" pitchFamily="18" charset="2"/>
              <a:buChar char=""/>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Defuzzification</a:t>
            </a:r>
            <a:r>
              <a:rPr lang="en-GB" sz="1400" dirty="0">
                <a:effectLst/>
                <a:latin typeface="Calibri" panose="020F0502020204030204" pitchFamily="34" charset="0"/>
                <a:ea typeface="DengXian" panose="02010600030101010101" pitchFamily="2" charset="-122"/>
                <a:cs typeface="Times New Roman" panose="02020603050405020304" pitchFamily="18" charset="0"/>
              </a:rPr>
              <a:t> (producing a crisp real value from a fuzzy output). </a:t>
            </a:r>
          </a:p>
          <a:p>
            <a:pPr algn="just">
              <a:spcBef>
                <a:spcPts val="600"/>
              </a:spcBef>
              <a:spcAft>
                <a:spcPts val="6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326368824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a:t>
            </a:r>
            <a:r>
              <a:rPr lang="en-GB" sz="2000" b="1" dirty="0">
                <a:ea typeface="DengXian" panose="02010600030101010101" pitchFamily="2" charset="-122"/>
                <a:cs typeface="Times New Roman" panose="02020603050405020304" pitchFamily="18" charset="0"/>
              </a:rPr>
              <a:t> Operation</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p:sp>
        <p:nvSpPr>
          <p:cNvPr id="4" name="TextBox 3">
            <a:extLst>
              <a:ext uri="{FF2B5EF4-FFF2-40B4-BE49-F238E27FC236}">
                <a16:creationId xmlns:a16="http://schemas.microsoft.com/office/drawing/2014/main" id="{D53E6534-6DDC-9AC5-62FF-A0E47FC6390C}"/>
              </a:ext>
            </a:extLst>
          </p:cNvPr>
          <p:cNvSpPr txBox="1"/>
          <p:nvPr/>
        </p:nvSpPr>
        <p:spPr>
          <a:xfrm>
            <a:off x="184624" y="1521576"/>
            <a:ext cx="4562908" cy="1323439"/>
          </a:xfrm>
          <a:prstGeom prst="rect">
            <a:avLst/>
          </a:prstGeom>
          <a:noFill/>
        </p:spPr>
        <p:txBody>
          <a:bodyPr wrap="square">
            <a:spAutoFit/>
          </a:bodyPr>
          <a:lstStyle/>
          <a:p>
            <a:pPr algn="just">
              <a:spcBef>
                <a:spcPts val="600"/>
              </a:spcBef>
              <a:spcAft>
                <a:spcPts val="600"/>
              </a:spcAft>
              <a:tabLst>
                <a:tab pos="3616325" algn="l"/>
              </a:tabLst>
            </a:pPr>
            <a:r>
              <a:rPr lang="en-GB" sz="1400" b="1" dirty="0">
                <a:latin typeface="Calibri" panose="020F0502020204030204" pitchFamily="34" charset="0"/>
                <a:ea typeface="DengXian" panose="02010600030101010101" pitchFamily="2" charset="-122"/>
                <a:cs typeface="Times New Roman" panose="02020603050405020304" pitchFamily="18" charset="0"/>
              </a:rPr>
              <a:t>How to Design a Simple Fuzzy Rule Based System</a:t>
            </a:r>
            <a:endParaRPr lang="en-GB" sz="1400" b="1"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figure shows a schematic diagram outlining the various fuzzy rule based systems operations, whether Mamdani fuzzy rule processing is applied or rather </a:t>
            </a:r>
            <a:r>
              <a:rPr lang="en-GB" sz="1400" dirty="0" err="1">
                <a:effectLst/>
                <a:latin typeface="Calibri" panose="020F0502020204030204" pitchFamily="34" charset="0"/>
                <a:ea typeface="DengXian" panose="02010600030101010101" pitchFamily="2" charset="-122"/>
                <a:cs typeface="Times New Roman" panose="02020603050405020304" pitchFamily="18" charset="0"/>
              </a:rPr>
              <a:t>Sugeno</a:t>
            </a:r>
            <a:r>
              <a:rPr lang="en-GB" sz="1400" dirty="0">
                <a:effectLst/>
                <a:latin typeface="Calibri" panose="020F0502020204030204" pitchFamily="34" charset="0"/>
                <a:ea typeface="DengXian" panose="02010600030101010101" pitchFamily="2" charset="-122"/>
                <a:cs typeface="Times New Roman" panose="02020603050405020304" pitchFamily="18" charset="0"/>
              </a:rPr>
              <a:t>-type fuzzy rules processing.</a:t>
            </a:r>
          </a:p>
        </p:txBody>
      </p:sp>
      <p:pic>
        <p:nvPicPr>
          <p:cNvPr id="2" name="Picture 1" descr="A paper with text and diagrams&#10;&#10;Description automatically generated">
            <a:extLst>
              <a:ext uri="{FF2B5EF4-FFF2-40B4-BE49-F238E27FC236}">
                <a16:creationId xmlns:a16="http://schemas.microsoft.com/office/drawing/2014/main" id="{1AD046CA-B695-98C8-D0E9-01F5B8139497}"/>
              </a:ext>
            </a:extLst>
          </p:cNvPr>
          <p:cNvPicPr>
            <a:picLocks noChangeAspect="1"/>
          </p:cNvPicPr>
          <p:nvPr/>
        </p:nvPicPr>
        <p:blipFill>
          <a:blip r:embed="rId16">
            <a:extLst>
              <a:ext uri="{28A0092B-C50C-407E-A947-70E740481C1C}">
                <a14:useLocalDpi xmlns:a14="http://schemas.microsoft.com/office/drawing/2010/main" val="0"/>
              </a:ext>
            </a:extLst>
          </a:blip>
          <a:srcRect/>
          <a:stretch>
            <a:fillRect/>
          </a:stretch>
        </p:blipFill>
        <p:spPr bwMode="auto">
          <a:xfrm>
            <a:off x="5057434" y="93890"/>
            <a:ext cx="2910330" cy="4297368"/>
          </a:xfrm>
          <a:prstGeom prst="rect">
            <a:avLst/>
          </a:prstGeom>
          <a:noFill/>
          <a:ln>
            <a:noFill/>
          </a:ln>
        </p:spPr>
      </p:pic>
      <mc:AlternateContent xmlns:mc="http://schemas.openxmlformats.org/markup-compatibility/2006">
        <mc:Choice xmlns:p14="http://schemas.microsoft.com/office/powerpoint/2010/main" Requires="p14">
          <p:contentPart p14:bwMode="auto" r:id="rId17">
            <p14:nvContentPartPr>
              <p14:cNvPr id="3" name="Ink 2">
                <a:extLst>
                  <a:ext uri="{FF2B5EF4-FFF2-40B4-BE49-F238E27FC236}">
                    <a16:creationId xmlns:a16="http://schemas.microsoft.com/office/drawing/2014/main" id="{905DEC23-D055-993D-124D-683FABF06A84}"/>
                  </a:ext>
                </a:extLst>
              </p14:cNvPr>
              <p14:cNvContentPartPr/>
              <p14:nvPr/>
            </p14:nvContentPartPr>
            <p14:xfrm>
              <a:off x="6735960" y="1396080"/>
              <a:ext cx="2119320" cy="1146600"/>
            </p14:xfrm>
          </p:contentPart>
        </mc:Choice>
        <mc:Fallback>
          <p:pic>
            <p:nvPicPr>
              <p:cNvPr id="3" name="Ink 2">
                <a:extLst>
                  <a:ext uri="{FF2B5EF4-FFF2-40B4-BE49-F238E27FC236}">
                    <a16:creationId xmlns:a16="http://schemas.microsoft.com/office/drawing/2014/main" id="{905DEC23-D055-993D-124D-683FABF06A84}"/>
                  </a:ext>
                </a:extLst>
              </p:cNvPr>
              <p:cNvPicPr/>
              <p:nvPr/>
            </p:nvPicPr>
            <p:blipFill>
              <a:blip r:embed="rId18"/>
              <a:stretch>
                <a:fillRect/>
              </a:stretch>
            </p:blipFill>
            <p:spPr>
              <a:xfrm>
                <a:off x="6726600" y="1386720"/>
                <a:ext cx="2138040" cy="1165320"/>
              </a:xfrm>
              <a:prstGeom prst="rect">
                <a:avLst/>
              </a:prstGeom>
            </p:spPr>
          </p:pic>
        </mc:Fallback>
      </mc:AlternateContent>
    </p:spTree>
    <p:extLst>
      <p:ext uri="{BB962C8B-B14F-4D97-AF65-F5344CB8AC3E}">
        <p14:creationId xmlns:p14="http://schemas.microsoft.com/office/powerpoint/2010/main" val="24567620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a:t>
            </a:r>
            <a:r>
              <a:rPr lang="en-GB" sz="2000" b="1" dirty="0">
                <a:ea typeface="DengXian" panose="02010600030101010101" pitchFamily="2" charset="-122"/>
                <a:cs typeface="Times New Roman" panose="02020603050405020304" pitchFamily="18" charset="0"/>
              </a:rPr>
              <a:t> Operation</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p:sp>
        <p:nvSpPr>
          <p:cNvPr id="4" name="TextBox 3">
            <a:extLst>
              <a:ext uri="{FF2B5EF4-FFF2-40B4-BE49-F238E27FC236}">
                <a16:creationId xmlns:a16="http://schemas.microsoft.com/office/drawing/2014/main" id="{D53E6534-6DDC-9AC5-62FF-A0E47FC6390C}"/>
              </a:ext>
            </a:extLst>
          </p:cNvPr>
          <p:cNvSpPr txBox="1"/>
          <p:nvPr/>
        </p:nvSpPr>
        <p:spPr>
          <a:xfrm>
            <a:off x="186596" y="603093"/>
            <a:ext cx="8672096" cy="4147226"/>
          </a:xfrm>
          <a:prstGeom prst="rect">
            <a:avLst/>
          </a:prstGeom>
          <a:noFill/>
        </p:spPr>
        <p:txBody>
          <a:bodyPr wrap="square">
            <a:spAutoFit/>
          </a:bodyPr>
          <a:lstStyle/>
          <a:p>
            <a:pPr algn="just">
              <a:spcBef>
                <a:spcPts val="600"/>
              </a:spcBef>
              <a:spcAft>
                <a:spcPts val="600"/>
              </a:spcAft>
              <a:tabLst>
                <a:tab pos="3616325" algn="l"/>
              </a:tabLst>
            </a:pPr>
            <a:r>
              <a:rPr lang="en-GB" sz="1400" b="1" dirty="0">
                <a:latin typeface="Calibri" panose="020F0502020204030204" pitchFamily="34" charset="0"/>
                <a:ea typeface="DengXian" panose="02010600030101010101" pitchFamily="2" charset="-122"/>
                <a:cs typeface="Times New Roman" panose="02020603050405020304" pitchFamily="18" charset="0"/>
              </a:rPr>
              <a:t>How to Design a Simple Fuzzy Rule Based System</a:t>
            </a:r>
            <a:endParaRPr lang="en-GB" sz="1400" b="1"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50000"/>
              </a:lnSpc>
              <a:spcAft>
                <a:spcPts val="8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In order to design a fuzzy rule based system, five steps need to be taken into consideration:</a:t>
            </a:r>
          </a:p>
          <a:p>
            <a:pPr algn="just">
              <a:spcBef>
                <a:spcPts val="1200"/>
              </a:spcBef>
              <a:spcAft>
                <a:spcPts val="12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Step 1:</a:t>
            </a:r>
            <a:r>
              <a:rPr lang="en-GB" sz="1400" dirty="0">
                <a:effectLst/>
                <a:latin typeface="Calibri" panose="020F0502020204030204" pitchFamily="34" charset="0"/>
                <a:ea typeface="DengXian" panose="02010600030101010101" pitchFamily="2" charset="-122"/>
                <a:cs typeface="Times New Roman" panose="02020603050405020304" pitchFamily="18" charset="0"/>
              </a:rPr>
              <a:t> Define the input and output variables (features/states of the system/process to be observed + outputs/control actions to be considered).</a:t>
            </a:r>
          </a:p>
          <a:p>
            <a:pPr algn="just">
              <a:spcBef>
                <a:spcPts val="1200"/>
              </a:spcBef>
              <a:spcAft>
                <a:spcPts val="12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Step 2:</a:t>
            </a:r>
            <a:r>
              <a:rPr lang="en-GB" sz="1400" dirty="0">
                <a:effectLst/>
                <a:latin typeface="Calibri" panose="020F0502020204030204" pitchFamily="34" charset="0"/>
                <a:ea typeface="DengXian" panose="02010600030101010101" pitchFamily="2" charset="-122"/>
                <a:cs typeface="Times New Roman" panose="02020603050405020304" pitchFamily="18" charset="0"/>
              </a:rPr>
              <a:t> Define the condition interface (fix the way in which observations of the system/process are expressed as fuzzy sets). </a:t>
            </a:r>
          </a:p>
          <a:p>
            <a:pPr algn="just">
              <a:spcBef>
                <a:spcPts val="1200"/>
              </a:spcBef>
              <a:spcAft>
                <a:spcPts val="12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Step 3:</a:t>
            </a:r>
            <a:r>
              <a:rPr lang="en-GB" sz="1400" dirty="0">
                <a:effectLst/>
                <a:latin typeface="Calibri" panose="020F0502020204030204" pitchFamily="34" charset="0"/>
                <a:ea typeface="DengXian" panose="02010600030101010101" pitchFamily="2" charset="-122"/>
                <a:cs typeface="Times New Roman" panose="02020603050405020304" pitchFamily="18" charset="0"/>
              </a:rPr>
              <a:t> Design the rule base (determine which rules are to be applied under which conditions) </a:t>
            </a:r>
          </a:p>
          <a:p>
            <a:pPr algn="just">
              <a:spcBef>
                <a:spcPts val="1200"/>
              </a:spcBef>
              <a:spcAft>
                <a:spcPts val="12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Step 4:</a:t>
            </a:r>
            <a:r>
              <a:rPr lang="en-GB" sz="1400" dirty="0">
                <a:effectLst/>
                <a:latin typeface="Calibri" panose="020F0502020204030204" pitchFamily="34" charset="0"/>
                <a:ea typeface="DengXian" panose="02010600030101010101" pitchFamily="2" charset="-122"/>
                <a:cs typeface="Times New Roman" panose="02020603050405020304" pitchFamily="18" charset="0"/>
              </a:rPr>
              <a:t> Design the computational unit (design the computational unit to obtain fuzzy outputs). </a:t>
            </a:r>
          </a:p>
          <a:p>
            <a:pPr algn="just">
              <a:spcBef>
                <a:spcPts val="1200"/>
              </a:spcBef>
              <a:spcAft>
                <a:spcPts val="12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 </a:t>
            </a:r>
            <a:r>
              <a:rPr lang="en-GB" sz="1400" b="1" dirty="0">
                <a:effectLst/>
                <a:latin typeface="Calibri" panose="020F0502020204030204" pitchFamily="34" charset="0"/>
                <a:ea typeface="DengXian" panose="02010600030101010101" pitchFamily="2" charset="-122"/>
                <a:cs typeface="Times New Roman" panose="02020603050405020304" pitchFamily="18" charset="0"/>
              </a:rPr>
              <a:t>Step 5:</a:t>
            </a:r>
            <a:r>
              <a:rPr lang="en-GB" sz="1400" dirty="0">
                <a:effectLst/>
                <a:latin typeface="Calibri" panose="020F0502020204030204" pitchFamily="34" charset="0"/>
                <a:ea typeface="DengXian" panose="02010600030101010101" pitchFamily="2" charset="-122"/>
                <a:cs typeface="Times New Roman" panose="02020603050405020304" pitchFamily="18" charset="0"/>
              </a:rPr>
              <a:t> Determine rules according to which fuzzy statements can be transformed into crisp control actions. </a:t>
            </a:r>
          </a:p>
          <a:p>
            <a:pPr algn="just">
              <a:lnSpc>
                <a:spcPct val="150000"/>
              </a:lnSpc>
              <a:spcAft>
                <a:spcPts val="8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16">
            <p14:nvContentPartPr>
              <p14:cNvPr id="3" name="Ink 2">
                <a:extLst>
                  <a:ext uri="{FF2B5EF4-FFF2-40B4-BE49-F238E27FC236}">
                    <a16:creationId xmlns:a16="http://schemas.microsoft.com/office/drawing/2014/main" id="{1A87977D-201E-DFEB-FD72-24B6F69FDAF0}"/>
                  </a:ext>
                </a:extLst>
              </p14:cNvPr>
              <p14:cNvContentPartPr/>
              <p14:nvPr/>
            </p14:nvContentPartPr>
            <p14:xfrm>
              <a:off x="1696320" y="1755360"/>
              <a:ext cx="6420240" cy="2786760"/>
            </p14:xfrm>
          </p:contentPart>
        </mc:Choice>
        <mc:Fallback>
          <p:pic>
            <p:nvPicPr>
              <p:cNvPr id="3" name="Ink 2">
                <a:extLst>
                  <a:ext uri="{FF2B5EF4-FFF2-40B4-BE49-F238E27FC236}">
                    <a16:creationId xmlns:a16="http://schemas.microsoft.com/office/drawing/2014/main" id="{1A87977D-201E-DFEB-FD72-24B6F69FDAF0}"/>
                  </a:ext>
                </a:extLst>
              </p:cNvPr>
              <p:cNvPicPr/>
              <p:nvPr/>
            </p:nvPicPr>
            <p:blipFill>
              <a:blip r:embed="rId17"/>
              <a:stretch>
                <a:fillRect/>
              </a:stretch>
            </p:blipFill>
            <p:spPr>
              <a:xfrm>
                <a:off x="1686960" y="1746000"/>
                <a:ext cx="6438960" cy="2805480"/>
              </a:xfrm>
              <a:prstGeom prst="rect">
                <a:avLst/>
              </a:prstGeom>
            </p:spPr>
          </p:pic>
        </mc:Fallback>
      </mc:AlternateContent>
    </p:spTree>
    <p:extLst>
      <p:ext uri="{BB962C8B-B14F-4D97-AF65-F5344CB8AC3E}">
        <p14:creationId xmlns:p14="http://schemas.microsoft.com/office/powerpoint/2010/main" val="37447296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a:t>
            </a:r>
            <a:r>
              <a:rPr lang="en-GB" sz="2000" b="1" dirty="0">
                <a:ea typeface="DengXian" panose="02010600030101010101" pitchFamily="2" charset="-122"/>
                <a:cs typeface="Times New Roman" panose="02020603050405020304" pitchFamily="18" charset="0"/>
              </a:rPr>
              <a:t> Operation</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p:sp>
        <p:nvSpPr>
          <p:cNvPr id="4" name="TextBox 3">
            <a:extLst>
              <a:ext uri="{FF2B5EF4-FFF2-40B4-BE49-F238E27FC236}">
                <a16:creationId xmlns:a16="http://schemas.microsoft.com/office/drawing/2014/main" id="{D53E6534-6DDC-9AC5-62FF-A0E47FC6390C}"/>
              </a:ext>
            </a:extLst>
          </p:cNvPr>
          <p:cNvSpPr txBox="1"/>
          <p:nvPr/>
        </p:nvSpPr>
        <p:spPr>
          <a:xfrm>
            <a:off x="186596" y="937972"/>
            <a:ext cx="8672096" cy="2736583"/>
          </a:xfrm>
          <a:prstGeom prst="rect">
            <a:avLst/>
          </a:prstGeom>
          <a:noFill/>
        </p:spPr>
        <p:txBody>
          <a:bodyPr wrap="square">
            <a:spAutoFit/>
          </a:bodyPr>
          <a:lstStyle/>
          <a:p>
            <a:pPr algn="just">
              <a:spcBef>
                <a:spcPts val="600"/>
              </a:spcBef>
              <a:spcAft>
                <a:spcPts val="600"/>
              </a:spcAft>
              <a:tabLst>
                <a:tab pos="3616325" algn="l"/>
              </a:tabLst>
            </a:pPr>
            <a:r>
              <a:rPr lang="en-GB" sz="1400" b="1" dirty="0">
                <a:latin typeface="Calibri" panose="020F0502020204030204" pitchFamily="34" charset="0"/>
                <a:ea typeface="DengXian" panose="02010600030101010101" pitchFamily="2" charset="-122"/>
                <a:cs typeface="Times New Roman" panose="02020603050405020304" pitchFamily="18" charset="0"/>
              </a:rPr>
              <a:t>How to Design a Simple Fuzzy Rule Based System</a:t>
            </a:r>
            <a:endParaRPr lang="en-GB" sz="1400" b="1"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b="1" dirty="0">
                <a:solidFill>
                  <a:srgbClr val="FF0000"/>
                </a:solidFill>
                <a:effectLst/>
                <a:latin typeface="Calibri" panose="020F0502020204030204" pitchFamily="34" charset="0"/>
                <a:ea typeface="DengXian" panose="02010600030101010101" pitchFamily="2" charset="-122"/>
                <a:cs typeface="Times New Roman" panose="02020603050405020304" pitchFamily="18" charset="0"/>
              </a:rPr>
              <a:t>Step 3</a:t>
            </a:r>
            <a:r>
              <a:rPr lang="en-GB" sz="1400" dirty="0">
                <a:effectLst/>
                <a:latin typeface="Calibri" panose="020F0502020204030204" pitchFamily="34" charset="0"/>
                <a:ea typeface="DengXian" panose="02010600030101010101" pitchFamily="2" charset="-122"/>
                <a:cs typeface="Times New Roman" panose="02020603050405020304" pitchFamily="18" charset="0"/>
              </a:rPr>
              <a:t> is at the heart of the fuzzy rule base design! To design the rule base, those rules can be obtained through:</a:t>
            </a:r>
          </a:p>
          <a:p>
            <a:pPr marL="342900" lvl="0" indent="-342900" algn="just">
              <a:spcBef>
                <a:spcPts val="600"/>
              </a:spcBef>
              <a:spcAft>
                <a:spcPts val="600"/>
              </a:spcAft>
              <a:buFont typeface="Symbol" panose="05050102010706020507" pitchFamily="18" charset="2"/>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an expert: his/her understanding of the system/process under investigation.</a:t>
            </a:r>
          </a:p>
          <a:p>
            <a:pPr marL="342900" lvl="0" indent="-342900" algn="just">
              <a:spcBef>
                <a:spcPts val="600"/>
              </a:spcBef>
              <a:spcAft>
                <a:spcPts val="600"/>
              </a:spcAft>
              <a:buFont typeface="Symbol" panose="05050102010706020507" pitchFamily="18" charset="2"/>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historical data: rules will be automatically elicited/learnt from data. </a:t>
            </a: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We will first look into how to building a fuzzy rule based system through experts in this lecture, and leave the rule elicitation to Week 11. </a:t>
            </a:r>
          </a:p>
          <a:p>
            <a:pPr lvl="0" algn="just">
              <a:spcBef>
                <a:spcPts val="600"/>
              </a:spcBef>
              <a:spcAft>
                <a:spcPts val="6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50000"/>
              </a:lnSpc>
              <a:spcAft>
                <a:spcPts val="8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spTree>
    <p:extLst>
      <p:ext uri="{BB962C8B-B14F-4D97-AF65-F5344CB8AC3E}">
        <p14:creationId xmlns:p14="http://schemas.microsoft.com/office/powerpoint/2010/main" val="240508515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a:t>
            </a:r>
            <a:r>
              <a:rPr lang="en-GB" sz="2000" b="1" dirty="0">
                <a:ea typeface="DengXian" panose="02010600030101010101" pitchFamily="2" charset="-122"/>
                <a:cs typeface="Times New Roman" panose="02020603050405020304" pitchFamily="18" charset="0"/>
              </a:rPr>
              <a:t> Operation</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p:sp>
        <p:nvSpPr>
          <p:cNvPr id="4" name="TextBox 3">
            <a:extLst>
              <a:ext uri="{FF2B5EF4-FFF2-40B4-BE49-F238E27FC236}">
                <a16:creationId xmlns:a16="http://schemas.microsoft.com/office/drawing/2014/main" id="{D53E6534-6DDC-9AC5-62FF-A0E47FC6390C}"/>
              </a:ext>
            </a:extLst>
          </p:cNvPr>
          <p:cNvSpPr txBox="1"/>
          <p:nvPr/>
        </p:nvSpPr>
        <p:spPr>
          <a:xfrm>
            <a:off x="186596" y="654037"/>
            <a:ext cx="8672096" cy="3475247"/>
          </a:xfrm>
          <a:prstGeom prst="rect">
            <a:avLst/>
          </a:prstGeom>
          <a:noFill/>
        </p:spPr>
        <p:txBody>
          <a:bodyPr wrap="square">
            <a:spAutoFit/>
          </a:bodyPr>
          <a:lstStyle/>
          <a:p>
            <a:pPr marL="0" lvl="1">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An Example for Building a Fuzzy Expert System</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A fuzzy vacuum cleaner should regulate the force of sucking dust from a surface being cleaned. </a:t>
            </a:r>
          </a:p>
          <a:p>
            <a:pPr marL="342900" lvl="0" indent="-342900" algn="just">
              <a:spcBef>
                <a:spcPts val="600"/>
              </a:spcBef>
              <a:spcAft>
                <a:spcPts val="600"/>
              </a:spcAft>
              <a:buFont typeface="Symbol" panose="05050102010706020507" pitchFamily="18" charset="2"/>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input of this fuzzy vacuum cleaner should consider the amount of dust on the surface which can be </a:t>
            </a:r>
          </a:p>
          <a:p>
            <a:pPr marL="342900" lvl="0" indent="-342900" algn="just">
              <a:spcBef>
                <a:spcPts val="600"/>
              </a:spcBef>
              <a:spcAft>
                <a:spcPts val="600"/>
              </a:spcAft>
              <a:buFont typeface="Calibri" panose="020F050202020403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Very dirty, Dirty, Rather dirty, Almost clean, Clean</a:t>
            </a:r>
          </a:p>
          <a:p>
            <a:pPr marL="342900" lvl="0" indent="-342900" algn="just">
              <a:spcBef>
                <a:spcPts val="600"/>
              </a:spcBef>
              <a:spcAft>
                <a:spcPts val="600"/>
              </a:spcAft>
              <a:buFont typeface="Symbol" panose="05050102010706020507" pitchFamily="18" charset="2"/>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force of sucking dust can be described as linguistic variables with values of </a:t>
            </a:r>
          </a:p>
          <a:p>
            <a:pPr marL="342900" lvl="0" indent="-342900" algn="just">
              <a:spcBef>
                <a:spcPts val="600"/>
              </a:spcBef>
              <a:spcAft>
                <a:spcPts val="600"/>
              </a:spcAft>
              <a:buFont typeface="Calibri" panose="020F0502020204030204" pitchFamily="34" charset="0"/>
              <a:buChar char="-"/>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Very strong, Strong, Ordinary, Weak, Very weak</a:t>
            </a: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The fuzzy vacuum cleaner should be able to change the force depending on how dirty the surface is. Hence, as the first attempt, we may have the following fuzzy rule based system as the fuzzy vacuum cleaner.</a:t>
            </a:r>
          </a:p>
          <a:p>
            <a:pPr lvl="0" algn="just">
              <a:spcBef>
                <a:spcPts val="600"/>
              </a:spcBef>
              <a:spcAft>
                <a:spcPts val="6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50000"/>
              </a:lnSpc>
              <a:spcAft>
                <a:spcPts val="8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pic>
        <p:nvPicPr>
          <p:cNvPr id="3" name="Picture 2">
            <a:extLst>
              <a:ext uri="{FF2B5EF4-FFF2-40B4-BE49-F238E27FC236}">
                <a16:creationId xmlns:a16="http://schemas.microsoft.com/office/drawing/2014/main" id="{D8B5DEB2-8F9E-5B76-A869-DB59D255106E}"/>
              </a:ext>
            </a:extLst>
          </p:cNvPr>
          <p:cNvPicPr>
            <a:picLocks noChangeAspect="1"/>
          </p:cNvPicPr>
          <p:nvPr/>
        </p:nvPicPr>
        <p:blipFill>
          <a:blip r:embed="rId16"/>
          <a:stretch>
            <a:fillRect/>
          </a:stretch>
        </p:blipFill>
        <p:spPr>
          <a:xfrm>
            <a:off x="2394386" y="3457574"/>
            <a:ext cx="4355227" cy="925486"/>
          </a:xfrm>
          <a:prstGeom prst="rect">
            <a:avLst/>
          </a:prstGeom>
        </p:spPr>
      </p:pic>
    </p:spTree>
    <p:extLst>
      <p:ext uri="{BB962C8B-B14F-4D97-AF65-F5344CB8AC3E}">
        <p14:creationId xmlns:p14="http://schemas.microsoft.com/office/powerpoint/2010/main" val="29530068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a:t>
            </a:r>
            <a:r>
              <a:rPr lang="en-GB" sz="2000" b="1" dirty="0">
                <a:ea typeface="DengXian" panose="02010600030101010101" pitchFamily="2" charset="-122"/>
                <a:cs typeface="Times New Roman" panose="02020603050405020304" pitchFamily="18" charset="0"/>
              </a:rPr>
              <a:t> Operation</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p:sp>
        <p:nvSpPr>
          <p:cNvPr id="4" name="TextBox 3">
            <a:extLst>
              <a:ext uri="{FF2B5EF4-FFF2-40B4-BE49-F238E27FC236}">
                <a16:creationId xmlns:a16="http://schemas.microsoft.com/office/drawing/2014/main" id="{D53E6534-6DDC-9AC5-62FF-A0E47FC6390C}"/>
              </a:ext>
            </a:extLst>
          </p:cNvPr>
          <p:cNvSpPr txBox="1"/>
          <p:nvPr/>
        </p:nvSpPr>
        <p:spPr>
          <a:xfrm>
            <a:off x="186596" y="686695"/>
            <a:ext cx="8672096" cy="2203617"/>
          </a:xfrm>
          <a:prstGeom prst="rect">
            <a:avLst/>
          </a:prstGeom>
          <a:noFill/>
        </p:spPr>
        <p:txBody>
          <a:bodyPr wrap="square">
            <a:spAutoFit/>
          </a:bodyPr>
          <a:lstStyle/>
          <a:p>
            <a:pPr marL="0" lvl="1">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An Example for Building a Fuzzy Expert System</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6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Can this fuzzy vacuum cleaner be improved by adding extra knowledge of vacuum cleaning process?</a:t>
            </a:r>
          </a:p>
          <a:p>
            <a:pPr algn="just">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15000"/>
              </a:lnSpc>
              <a:spcAft>
                <a:spcPts val="800"/>
              </a:spcAft>
              <a:tabLst>
                <a:tab pos="3616325" algn="l"/>
              </a:tabLst>
            </a:pPr>
            <a:r>
              <a:rPr lang="en-GB" sz="1800" b="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50000"/>
              </a:lnSpc>
              <a:spcAft>
                <a:spcPts val="8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p:pic>
        <p:nvPicPr>
          <p:cNvPr id="12" name="Picture 11">
            <a:extLst>
              <a:ext uri="{FF2B5EF4-FFF2-40B4-BE49-F238E27FC236}">
                <a16:creationId xmlns:a16="http://schemas.microsoft.com/office/drawing/2014/main" id="{DF7641D3-3CB6-8593-7458-3B2D6231A7EB}"/>
              </a:ext>
            </a:extLst>
          </p:cNvPr>
          <p:cNvPicPr>
            <a:picLocks noChangeAspect="1"/>
          </p:cNvPicPr>
          <p:nvPr/>
        </p:nvPicPr>
        <p:blipFill>
          <a:blip r:embed="rId16"/>
          <a:stretch>
            <a:fillRect/>
          </a:stretch>
        </p:blipFill>
        <p:spPr>
          <a:xfrm>
            <a:off x="1084021" y="1788503"/>
            <a:ext cx="7024603" cy="1840247"/>
          </a:xfrm>
          <a:prstGeom prst="rect">
            <a:avLst/>
          </a:prstGeom>
        </p:spPr>
      </p:pic>
      <p:sp>
        <p:nvSpPr>
          <p:cNvPr id="14" name="TextBox 13">
            <a:extLst>
              <a:ext uri="{FF2B5EF4-FFF2-40B4-BE49-F238E27FC236}">
                <a16:creationId xmlns:a16="http://schemas.microsoft.com/office/drawing/2014/main" id="{08AEAF15-01A1-80D2-C819-94639228F477}"/>
              </a:ext>
            </a:extLst>
          </p:cNvPr>
          <p:cNvSpPr txBox="1"/>
          <p:nvPr/>
        </p:nvSpPr>
        <p:spPr>
          <a:xfrm>
            <a:off x="186596" y="3667985"/>
            <a:ext cx="8672095" cy="738664"/>
          </a:xfrm>
          <a:prstGeom prst="rect">
            <a:avLst/>
          </a:prstGeom>
          <a:noFill/>
        </p:spPr>
        <p:txBody>
          <a:bodyPr wrap="square">
            <a:spAutoFit/>
          </a:bodyPr>
          <a:lstStyle/>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A fuzzy vacuum cleaner like the above has been implemented firstly in a Japanese manufactured vacuum cleaner. Similar systems like this has been widely used </a:t>
            </a:r>
            <a:r>
              <a:rPr lang="en-GB" sz="1400" dirty="0">
                <a:solidFill>
                  <a:srgbClr val="002060"/>
                </a:solidFill>
                <a:effectLst/>
                <a:latin typeface="Calibri" panose="020F0502020204030204" pitchFamily="34" charset="0"/>
                <a:ea typeface="DengXian" panose="02010600030101010101" pitchFamily="2" charset="-122"/>
                <a:cs typeface="Times New Roman" panose="02020603050405020304" pitchFamily="18" charset="0"/>
              </a:rPr>
              <a:t>in </a:t>
            </a:r>
            <a:r>
              <a:rPr lang="en-GB" sz="1400" dirty="0">
                <a:solidFill>
                  <a:srgbClr val="002060"/>
                </a:solidFill>
                <a:effectLst/>
                <a:latin typeface="Calibri" panose="020F0502020204030204" pitchFamily="34" charset="0"/>
                <a:ea typeface="DengXian" panose="02010600030101010101" pitchFamily="2" charset="-122"/>
                <a:cs typeface="Calibri" panose="020F0502020204030204" pitchFamily="34" charset="0"/>
              </a:rPr>
              <a:t>context-aware smart products, like iRobot </a:t>
            </a:r>
            <a:r>
              <a:rPr lang="en-GB" sz="1400" dirty="0">
                <a:solidFill>
                  <a:srgbClr val="222222"/>
                </a:solidFill>
                <a:effectLst/>
                <a:latin typeface="Calibri" panose="020F0502020204030204" pitchFamily="34" charset="0"/>
                <a:ea typeface="DengXian" panose="02010600030101010101" pitchFamily="2" charset="-122"/>
                <a:cs typeface="Calibri" panose="020F0502020204030204" pitchFamily="34" charset="0"/>
              </a:rPr>
              <a:t>(</a:t>
            </a:r>
            <a:r>
              <a:rPr lang="en-GB" sz="1400" u="sng" dirty="0">
                <a:solidFill>
                  <a:srgbClr val="0563C1"/>
                </a:solidFill>
                <a:effectLst/>
                <a:latin typeface="Calibri" panose="020F0502020204030204" pitchFamily="34" charset="0"/>
                <a:ea typeface="DengXian" panose="02010600030101010101" pitchFamily="2" charset="-122"/>
                <a:cs typeface="Calibri" panose="020F0502020204030204" pitchFamily="34" charset="0"/>
                <a:hlinkClick r:id="rId17"/>
              </a:rPr>
              <a:t>https://www.irobot.com/</a:t>
            </a:r>
            <a:r>
              <a:rPr lang="en-GB" sz="1400" dirty="0">
                <a:solidFill>
                  <a:srgbClr val="222222"/>
                </a:solidFill>
                <a:effectLst/>
                <a:latin typeface="Calibri" panose="020F0502020204030204" pitchFamily="34" charset="0"/>
                <a:ea typeface="DengXian" panose="02010600030101010101" pitchFamily="2" charset="-122"/>
                <a:cs typeface="Calibri" panose="020F0502020204030204" pitchFamily="34" charset="0"/>
              </a:rPr>
              <a:t>) </a:t>
            </a:r>
            <a:r>
              <a:rPr lang="en-GB" sz="1400" dirty="0">
                <a:solidFill>
                  <a:srgbClr val="002060"/>
                </a:solidFill>
                <a:effectLst/>
                <a:latin typeface="Calibri" panose="020F0502020204030204" pitchFamily="34" charset="0"/>
                <a:ea typeface="DengXian" panose="02010600030101010101" pitchFamily="2" charset="-122"/>
                <a:cs typeface="Calibri" panose="020F0502020204030204" pitchFamily="34" charset="0"/>
              </a:rPr>
              <a:t>that allows users to hack the system for further development (see [2]). </a:t>
            </a:r>
            <a:endParaRPr lang="en-GB" sz="1400" dirty="0">
              <a:solidFill>
                <a:srgbClr val="002060"/>
              </a:solidFill>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18">
            <p14:nvContentPartPr>
              <p14:cNvPr id="15" name="Ink 14">
                <a:extLst>
                  <a:ext uri="{FF2B5EF4-FFF2-40B4-BE49-F238E27FC236}">
                    <a16:creationId xmlns:a16="http://schemas.microsoft.com/office/drawing/2014/main" id="{5CA1E35E-38A3-4671-933E-8D05B4F4D3C7}"/>
                  </a:ext>
                </a:extLst>
              </p14:cNvPr>
              <p14:cNvContentPartPr/>
              <p14:nvPr/>
            </p14:nvContentPartPr>
            <p14:xfrm>
              <a:off x="114480" y="2563920"/>
              <a:ext cx="7883280" cy="1046160"/>
            </p14:xfrm>
          </p:contentPart>
        </mc:Choice>
        <mc:Fallback>
          <p:pic>
            <p:nvPicPr>
              <p:cNvPr id="15" name="Ink 14">
                <a:extLst>
                  <a:ext uri="{FF2B5EF4-FFF2-40B4-BE49-F238E27FC236}">
                    <a16:creationId xmlns:a16="http://schemas.microsoft.com/office/drawing/2014/main" id="{5CA1E35E-38A3-4671-933E-8D05B4F4D3C7}"/>
                  </a:ext>
                </a:extLst>
              </p:cNvPr>
              <p:cNvPicPr/>
              <p:nvPr/>
            </p:nvPicPr>
            <p:blipFill>
              <a:blip r:embed="rId19"/>
              <a:stretch>
                <a:fillRect/>
              </a:stretch>
            </p:blipFill>
            <p:spPr>
              <a:xfrm>
                <a:off x="105120" y="2554560"/>
                <a:ext cx="7902000" cy="1064880"/>
              </a:xfrm>
              <a:prstGeom prst="rect">
                <a:avLst/>
              </a:prstGeom>
            </p:spPr>
          </p:pic>
        </mc:Fallback>
      </mc:AlternateContent>
    </p:spTree>
    <p:extLst>
      <p:ext uri="{BB962C8B-B14F-4D97-AF65-F5344CB8AC3E}">
        <p14:creationId xmlns:p14="http://schemas.microsoft.com/office/powerpoint/2010/main" val="24103818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a:t>
            </a:r>
            <a:r>
              <a:rPr lang="en-GB" sz="2000" b="1" dirty="0">
                <a:ea typeface="DengXian" panose="02010600030101010101" pitchFamily="2" charset="-122"/>
                <a:cs typeface="Times New Roman" panose="02020603050405020304" pitchFamily="18" charset="0"/>
              </a:rPr>
              <a:t> Operation</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p:sp>
        <p:nvSpPr>
          <p:cNvPr id="4" name="TextBox 3">
            <a:extLst>
              <a:ext uri="{FF2B5EF4-FFF2-40B4-BE49-F238E27FC236}">
                <a16:creationId xmlns:a16="http://schemas.microsoft.com/office/drawing/2014/main" id="{D53E6534-6DDC-9AC5-62FF-A0E47FC6390C}"/>
              </a:ext>
            </a:extLst>
          </p:cNvPr>
          <p:cNvSpPr txBox="1"/>
          <p:nvPr/>
        </p:nvSpPr>
        <p:spPr>
          <a:xfrm>
            <a:off x="186596" y="686695"/>
            <a:ext cx="8672096" cy="2419060"/>
          </a:xfrm>
          <a:prstGeom prst="rect">
            <a:avLst/>
          </a:prstGeom>
          <a:noFill/>
        </p:spPr>
        <p:txBody>
          <a:bodyPr wrap="square">
            <a:spAutoFit/>
          </a:bodyPr>
          <a:lstStyle/>
          <a:p>
            <a:pPr marL="0" lvl="1">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An Example for Building a Fuzzy Expert System</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7 </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dirty="0">
                <a:effectLst/>
                <a:latin typeface="Calibri" panose="020F0502020204030204" pitchFamily="34" charset="0"/>
                <a:ea typeface="DengXian" panose="02010600030101010101" pitchFamily="2" charset="-122"/>
                <a:cs typeface="Times New Roman" panose="02020603050405020304" pitchFamily="18" charset="0"/>
              </a:rPr>
              <a:t>Would this controller work on a different surface, like linen fabric surface? How is this vacuum cleaner implemented practically? </a:t>
            </a:r>
          </a:p>
          <a:p>
            <a:pPr algn="just">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15000"/>
              </a:lnSpc>
              <a:spcAft>
                <a:spcPts val="800"/>
              </a:spcAft>
              <a:tabLst>
                <a:tab pos="3616325" algn="l"/>
              </a:tabLst>
            </a:pPr>
            <a:r>
              <a:rPr lang="en-GB" sz="1800" b="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50000"/>
              </a:lnSpc>
              <a:spcAft>
                <a:spcPts val="8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16">
            <p14:nvContentPartPr>
              <p14:cNvPr id="2" name="Ink 1">
                <a:extLst>
                  <a:ext uri="{FF2B5EF4-FFF2-40B4-BE49-F238E27FC236}">
                    <a16:creationId xmlns:a16="http://schemas.microsoft.com/office/drawing/2014/main" id="{03CF51E1-76D0-B9A9-8AC9-B9FDCBCB9ED7}"/>
                  </a:ext>
                </a:extLst>
              </p14:cNvPr>
              <p14:cNvContentPartPr/>
              <p14:nvPr/>
            </p14:nvContentPartPr>
            <p14:xfrm>
              <a:off x="1313280" y="1788120"/>
              <a:ext cx="7051320" cy="2434320"/>
            </p14:xfrm>
          </p:contentPart>
        </mc:Choice>
        <mc:Fallback>
          <p:pic>
            <p:nvPicPr>
              <p:cNvPr id="2" name="Ink 1">
                <a:extLst>
                  <a:ext uri="{FF2B5EF4-FFF2-40B4-BE49-F238E27FC236}">
                    <a16:creationId xmlns:a16="http://schemas.microsoft.com/office/drawing/2014/main" id="{03CF51E1-76D0-B9A9-8AC9-B9FDCBCB9ED7}"/>
                  </a:ext>
                </a:extLst>
              </p:cNvPr>
              <p:cNvPicPr/>
              <p:nvPr/>
            </p:nvPicPr>
            <p:blipFill>
              <a:blip r:embed="rId17"/>
              <a:stretch>
                <a:fillRect/>
              </a:stretch>
            </p:blipFill>
            <p:spPr>
              <a:xfrm>
                <a:off x="1303920" y="1778760"/>
                <a:ext cx="7070040" cy="2453040"/>
              </a:xfrm>
              <a:prstGeom prst="rect">
                <a:avLst/>
              </a:prstGeom>
            </p:spPr>
          </p:pic>
        </mc:Fallback>
      </mc:AlternateContent>
    </p:spTree>
    <p:extLst>
      <p:ext uri="{BB962C8B-B14F-4D97-AF65-F5344CB8AC3E}">
        <p14:creationId xmlns:p14="http://schemas.microsoft.com/office/powerpoint/2010/main" val="13655565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Content Placeholder 5">
            <a:extLst>
              <a:ext uri="{FF2B5EF4-FFF2-40B4-BE49-F238E27FC236}">
                <a16:creationId xmlns:a16="http://schemas.microsoft.com/office/drawing/2014/main" id="{2AE37D2C-8F68-41CE-8327-BEFC90856AAC}"/>
              </a:ext>
            </a:extLst>
          </p:cNvPr>
          <p:cNvSpPr>
            <a:spLocks noGrp="1"/>
          </p:cNvSpPr>
          <p:nvPr>
            <p:ph type="title" idx="4294967295"/>
          </p:nvPr>
        </p:nvSpPr>
        <p:spPr>
          <a:xfrm>
            <a:off x="186596" y="262396"/>
            <a:ext cx="8672097" cy="1036377"/>
          </a:xfrm>
          <a:prstGeom prst="rect">
            <a:avLst/>
          </a:prstGeom>
          <a:noFill/>
          <a:ln>
            <a:noFill/>
            <a:prstDash/>
          </a:ln>
          <a:effectLst/>
        </p:spPr>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lvl="0">
              <a:spcBef>
                <a:spcPts val="1000"/>
              </a:spcBef>
              <a:defRPr/>
            </a:pPr>
            <a:r>
              <a:rPr lang="en-GB" sz="2000" b="1" dirty="0">
                <a:effectLst/>
                <a:ea typeface="DengXian" panose="02010600030101010101" pitchFamily="2" charset="-122"/>
                <a:cs typeface="Times New Roman" panose="02020603050405020304" pitchFamily="18" charset="0"/>
              </a:rPr>
              <a:t>Fuzzy Rule Based System</a:t>
            </a:r>
            <a:r>
              <a:rPr lang="en-GB" sz="2000" b="1" dirty="0">
                <a:ea typeface="DengXian" panose="02010600030101010101" pitchFamily="2" charset="-122"/>
                <a:cs typeface="Times New Roman" panose="02020603050405020304" pitchFamily="18" charset="0"/>
              </a:rPr>
              <a:t> Operation</a:t>
            </a:r>
            <a:endParaRPr kumimoji="0" lang="en-US" sz="2000" b="1" i="0" u="none" strike="noStrike" kern="1200" cap="none" spc="0" normalizeH="0" baseline="0" noProof="0" dirty="0">
              <a:ln>
                <a:noFill/>
              </a:ln>
              <a:solidFill>
                <a:srgbClr val="1C3D74"/>
              </a:solidFill>
              <a:effectLst/>
              <a:uLnTx/>
              <a:uFillTx/>
              <a:ea typeface="+mn-ea"/>
              <a:cs typeface="Arial" panose="020B0604020202020204" pitchFamily="34" charset="0"/>
            </a:endParaRPr>
          </a:p>
        </p:txBody>
      </p:sp>
      <mc:AlternateContent xmlns:mc="http://schemas.openxmlformats.org/markup-compatibility/2006" xmlns:p14="http://schemas.microsoft.com/office/powerpoint/2010/main" xmlns:aink="http://schemas.microsoft.com/office/drawing/2016/ink">
        <mc:Choice Requires="p14 aink">
          <p:contentPart p14:bwMode="auto" r:id="rId3">
            <p14:nvContentPartPr>
              <p14:cNvPr id="5" name="Ink 4">
                <a:extLst>
                  <a:ext uri="{FF2B5EF4-FFF2-40B4-BE49-F238E27FC236}">
                    <a16:creationId xmlns:a16="http://schemas.microsoft.com/office/drawing/2014/main" id="{78307542-4399-4BEF-9A96-29C524127D52}"/>
                  </a:ext>
                </a:extLst>
              </p14:cNvPr>
              <p14:cNvContentPartPr/>
              <p14:nvPr/>
            </p14:nvContentPartPr>
            <p14:xfrm>
              <a:off x="8172704" y="3313753"/>
              <a:ext cx="5400" cy="5400"/>
            </p14:xfrm>
          </p:contentPart>
        </mc:Choice>
        <mc:Fallback xmlns="">
          <p:pic>
            <p:nvPicPr>
              <p:cNvPr id="5" name="Ink 4">
                <a:extLst>
                  <a:ext uri="{FF2B5EF4-FFF2-40B4-BE49-F238E27FC236}">
                    <a16:creationId xmlns:a16="http://schemas.microsoft.com/office/drawing/2014/main" id="{78307542-4399-4BEF-9A96-29C524127D52}"/>
                  </a:ext>
                </a:extLst>
              </p:cNvPr>
              <p:cNvPicPr/>
              <p:nvPr/>
            </p:nvPicPr>
            <p:blipFill>
              <a:blip r:embed="rId7"/>
              <a:stretch>
                <a:fillRect/>
              </a:stretch>
            </p:blipFill>
            <p:spPr>
              <a:xfrm>
                <a:off x="8168384" y="3309433"/>
                <a:ext cx="1404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8">
            <p14:nvContentPartPr>
              <p14:cNvPr id="8" name="Ink 7">
                <a:extLst>
                  <a:ext uri="{FF2B5EF4-FFF2-40B4-BE49-F238E27FC236}">
                    <a16:creationId xmlns:a16="http://schemas.microsoft.com/office/drawing/2014/main" id="{468FACEA-7831-0CAF-6F4F-2F7AE5B35D85}"/>
                  </a:ext>
                </a:extLst>
              </p14:cNvPr>
              <p14:cNvContentPartPr/>
              <p14:nvPr/>
            </p14:nvContentPartPr>
            <p14:xfrm>
              <a:off x="7996924" y="3283399"/>
              <a:ext cx="16920" cy="18000"/>
            </p14:xfrm>
          </p:contentPart>
        </mc:Choice>
        <mc:Fallback xmlns="">
          <p:pic>
            <p:nvPicPr>
              <p:cNvPr id="8" name="Ink 7">
                <a:extLst>
                  <a:ext uri="{FF2B5EF4-FFF2-40B4-BE49-F238E27FC236}">
                    <a16:creationId xmlns:a16="http://schemas.microsoft.com/office/drawing/2014/main" id="{468FACEA-7831-0CAF-6F4F-2F7AE5B35D85}"/>
                  </a:ext>
                </a:extLst>
              </p:cNvPr>
              <p:cNvPicPr/>
              <p:nvPr/>
            </p:nvPicPr>
            <p:blipFill>
              <a:blip r:embed="rId9"/>
              <a:stretch>
                <a:fillRect/>
              </a:stretch>
            </p:blipFill>
            <p:spPr>
              <a:xfrm>
                <a:off x="7992604" y="3279079"/>
                <a:ext cx="25560" cy="26640"/>
              </a:xfrm>
              <a:prstGeom prst="rect">
                <a:avLst/>
              </a:prstGeom>
            </p:spPr>
          </p:pic>
        </mc:Fallback>
      </mc:AlternateContent>
      <p:grpSp>
        <p:nvGrpSpPr>
          <p:cNvPr id="11" name="Group 10">
            <a:extLst>
              <a:ext uri="{FF2B5EF4-FFF2-40B4-BE49-F238E27FC236}">
                <a16:creationId xmlns:a16="http://schemas.microsoft.com/office/drawing/2014/main" id="{89EDD92E-7559-87F9-3884-18ED0EB1C668}"/>
              </a:ext>
            </a:extLst>
          </p:cNvPr>
          <p:cNvGrpSpPr/>
          <p:nvPr/>
        </p:nvGrpSpPr>
        <p:grpSpPr>
          <a:xfrm>
            <a:off x="8068564" y="3298879"/>
            <a:ext cx="38520" cy="11880"/>
            <a:chOff x="8068564" y="3298879"/>
            <a:chExt cx="38520" cy="11880"/>
          </a:xfrm>
        </p:grpSpPr>
        <mc:AlternateContent xmlns:mc="http://schemas.openxmlformats.org/markup-compatibility/2006" xmlns:p14="http://schemas.microsoft.com/office/powerpoint/2010/main" xmlns:aink="http://schemas.microsoft.com/office/drawing/2016/ink">
          <mc:Choice Requires="p14 aink">
            <p:contentPart p14:bwMode="auto" r:id="rId10">
              <p14:nvContentPartPr>
                <p14:cNvPr id="7" name="Ink 6">
                  <a:extLst>
                    <a:ext uri="{FF2B5EF4-FFF2-40B4-BE49-F238E27FC236}">
                      <a16:creationId xmlns:a16="http://schemas.microsoft.com/office/drawing/2014/main" id="{CF642872-7151-3AA9-2C99-EB786E0E24E6}"/>
                    </a:ext>
                  </a:extLst>
                </p14:cNvPr>
                <p14:cNvContentPartPr/>
                <p14:nvPr/>
              </p14:nvContentPartPr>
              <p14:xfrm>
                <a:off x="8068564" y="3304639"/>
                <a:ext cx="11160" cy="5400"/>
              </p14:xfrm>
            </p:contentPart>
          </mc:Choice>
          <mc:Fallback xmlns="">
            <p:pic>
              <p:nvPicPr>
                <p:cNvPr id="7" name="Ink 6">
                  <a:extLst>
                    <a:ext uri="{FF2B5EF4-FFF2-40B4-BE49-F238E27FC236}">
                      <a16:creationId xmlns:a16="http://schemas.microsoft.com/office/drawing/2014/main" id="{CF642872-7151-3AA9-2C99-EB786E0E24E6}"/>
                    </a:ext>
                  </a:extLst>
                </p:cNvPr>
                <p:cNvPicPr/>
                <p:nvPr/>
              </p:nvPicPr>
              <p:blipFill>
                <a:blip r:embed="rId11"/>
                <a:stretch>
                  <a:fillRect/>
                </a:stretch>
              </p:blipFill>
              <p:spPr>
                <a:xfrm>
                  <a:off x="8064244" y="3300319"/>
                  <a:ext cx="19800" cy="14040"/>
                </a:xfrm>
                <a:prstGeom prst="rect">
                  <a:avLst/>
                </a:prstGeom>
              </p:spPr>
            </p:pic>
          </mc:Fallback>
        </mc:AlternateContent>
        <mc:AlternateContent xmlns:mc="http://schemas.openxmlformats.org/markup-compatibility/2006" xmlns:p14="http://schemas.microsoft.com/office/powerpoint/2010/main" xmlns:aink="http://schemas.microsoft.com/office/drawing/2016/ink">
          <mc:Choice Requires="p14 aink">
            <p:contentPart p14:bwMode="auto" r:id="rId12">
              <p14:nvContentPartPr>
                <p14:cNvPr id="9" name="Ink 8">
                  <a:extLst>
                    <a:ext uri="{FF2B5EF4-FFF2-40B4-BE49-F238E27FC236}">
                      <a16:creationId xmlns:a16="http://schemas.microsoft.com/office/drawing/2014/main" id="{FF747DA4-52EA-7FEB-C220-1ABD0FF5B60C}"/>
                    </a:ext>
                  </a:extLst>
                </p14:cNvPr>
                <p14:cNvContentPartPr/>
                <p14:nvPr/>
              </p14:nvContentPartPr>
              <p14:xfrm>
                <a:off x="8095924" y="3298879"/>
                <a:ext cx="11160" cy="11880"/>
              </p14:xfrm>
            </p:contentPart>
          </mc:Choice>
          <mc:Fallback xmlns="">
            <p:pic>
              <p:nvPicPr>
                <p:cNvPr id="9" name="Ink 8">
                  <a:extLst>
                    <a:ext uri="{FF2B5EF4-FFF2-40B4-BE49-F238E27FC236}">
                      <a16:creationId xmlns:a16="http://schemas.microsoft.com/office/drawing/2014/main" id="{FF747DA4-52EA-7FEB-C220-1ABD0FF5B60C}"/>
                    </a:ext>
                  </a:extLst>
                </p:cNvPr>
                <p:cNvPicPr/>
                <p:nvPr/>
              </p:nvPicPr>
              <p:blipFill>
                <a:blip r:embed="rId13"/>
                <a:stretch>
                  <a:fillRect/>
                </a:stretch>
              </p:blipFill>
              <p:spPr>
                <a:xfrm>
                  <a:off x="8091604" y="3294559"/>
                  <a:ext cx="19800" cy="20520"/>
                </a:xfrm>
                <a:prstGeom prst="rect">
                  <a:avLst/>
                </a:prstGeom>
              </p:spPr>
            </p:pic>
          </mc:Fallback>
        </mc:AlternateContent>
      </p:grpSp>
      <mc:AlternateContent xmlns:mc="http://schemas.openxmlformats.org/markup-compatibility/2006" xmlns:p14="http://schemas.microsoft.com/office/powerpoint/2010/main" xmlns:aink="http://schemas.microsoft.com/office/drawing/2016/ink">
        <mc:Choice Requires="p14 aink">
          <p:contentPart p14:bwMode="auto" r:id="rId14">
            <p14:nvContentPartPr>
              <p14:cNvPr id="10" name="Ink 9">
                <a:extLst>
                  <a:ext uri="{FF2B5EF4-FFF2-40B4-BE49-F238E27FC236}">
                    <a16:creationId xmlns:a16="http://schemas.microsoft.com/office/drawing/2014/main" id="{B8B3CB4C-5F5D-1C30-42AC-6FBF75D1B4C0}"/>
                  </a:ext>
                </a:extLst>
              </p14:cNvPr>
              <p14:cNvContentPartPr/>
              <p14:nvPr/>
            </p14:nvContentPartPr>
            <p14:xfrm>
              <a:off x="8235244" y="3285559"/>
              <a:ext cx="9000" cy="7920"/>
            </p14:xfrm>
          </p:contentPart>
        </mc:Choice>
        <mc:Fallback xmlns="">
          <p:pic>
            <p:nvPicPr>
              <p:cNvPr id="10" name="Ink 9">
                <a:extLst>
                  <a:ext uri="{FF2B5EF4-FFF2-40B4-BE49-F238E27FC236}">
                    <a16:creationId xmlns:a16="http://schemas.microsoft.com/office/drawing/2014/main" id="{B8B3CB4C-5F5D-1C30-42AC-6FBF75D1B4C0}"/>
                  </a:ext>
                </a:extLst>
              </p:cNvPr>
              <p:cNvPicPr/>
              <p:nvPr/>
            </p:nvPicPr>
            <p:blipFill>
              <a:blip r:embed="rId15"/>
              <a:stretch>
                <a:fillRect/>
              </a:stretch>
            </p:blipFill>
            <p:spPr>
              <a:xfrm>
                <a:off x="8230924" y="3281239"/>
                <a:ext cx="17640" cy="16560"/>
              </a:xfrm>
              <a:prstGeom prst="rect">
                <a:avLst/>
              </a:prstGeom>
            </p:spPr>
          </p:pic>
        </mc:Fallback>
      </mc:AlternateContent>
      <p:sp>
        <p:nvSpPr>
          <p:cNvPr id="4" name="TextBox 3">
            <a:extLst>
              <a:ext uri="{FF2B5EF4-FFF2-40B4-BE49-F238E27FC236}">
                <a16:creationId xmlns:a16="http://schemas.microsoft.com/office/drawing/2014/main" id="{D53E6534-6DDC-9AC5-62FF-A0E47FC6390C}"/>
              </a:ext>
            </a:extLst>
          </p:cNvPr>
          <p:cNvSpPr txBox="1"/>
          <p:nvPr/>
        </p:nvSpPr>
        <p:spPr>
          <a:xfrm>
            <a:off x="186596" y="686695"/>
            <a:ext cx="8672096" cy="1834285"/>
          </a:xfrm>
          <a:prstGeom prst="rect">
            <a:avLst/>
          </a:prstGeom>
          <a:noFill/>
        </p:spPr>
        <p:txBody>
          <a:bodyPr wrap="square">
            <a:spAutoFit/>
          </a:bodyPr>
          <a:lstStyle/>
          <a:p>
            <a:pPr marL="0" lvl="1">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An Example for Building a Fuzzy Expert System</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Example 7 Continued…</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gn="just">
              <a:spcBef>
                <a:spcPts val="600"/>
              </a:spcBef>
              <a:spcAft>
                <a:spcPts val="600"/>
              </a:spcAft>
              <a:tabLst>
                <a:tab pos="3616325" algn="l"/>
              </a:tabLst>
            </a:pPr>
            <a:r>
              <a:rPr lang="en-GB" sz="1400" b="1" dirty="0">
                <a:effectLst/>
                <a:latin typeface="Calibri" panose="020F0502020204030204" pitchFamily="34" charset="0"/>
                <a:ea typeface="DengXian" panose="02010600030101010101" pitchFamily="2" charset="-122"/>
                <a:cs typeface="Times New Roman" panose="02020603050405020304" pitchFamily="18" charset="0"/>
              </a:rPr>
              <a:t>Solution</a:t>
            </a: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a:p>
            <a:pPr>
              <a:lnSpc>
                <a:spcPct val="115000"/>
              </a:lnSpc>
              <a:spcAft>
                <a:spcPts val="800"/>
              </a:spcAft>
              <a:tabLst>
                <a:tab pos="3616325" algn="l"/>
              </a:tabLst>
            </a:pPr>
            <a:r>
              <a:rPr lang="en-GB" sz="1800" b="1" dirty="0">
                <a:effectLst/>
                <a:latin typeface="Calibri" panose="020F0502020204030204" pitchFamily="34" charset="0"/>
                <a:ea typeface="DengXian" panose="02010600030101010101" pitchFamily="2" charset="-122"/>
                <a:cs typeface="Times New Roman" panose="02020603050405020304" pitchFamily="18" charset="0"/>
              </a:rPr>
              <a:t> </a:t>
            </a:r>
            <a:endParaRPr lang="en-GB" sz="1800" dirty="0">
              <a:effectLst/>
              <a:latin typeface="Calibri" panose="020F0502020204030204" pitchFamily="34" charset="0"/>
              <a:ea typeface="DengXian" panose="02010600030101010101" pitchFamily="2" charset="-122"/>
              <a:cs typeface="Times New Roman" panose="02020603050405020304" pitchFamily="18" charset="0"/>
            </a:endParaRPr>
          </a:p>
          <a:p>
            <a:pPr algn="just">
              <a:lnSpc>
                <a:spcPct val="150000"/>
              </a:lnSpc>
              <a:spcAft>
                <a:spcPts val="800"/>
              </a:spcAft>
              <a:tabLst>
                <a:tab pos="3616325" algn="l"/>
              </a:tabLst>
            </a:pPr>
            <a:endParaRPr lang="en-GB" sz="1400" dirty="0">
              <a:effectLst/>
              <a:latin typeface="Calibri" panose="020F0502020204030204" pitchFamily="34" charset="0"/>
              <a:ea typeface="DengXian" panose="02010600030101010101" pitchFamily="2" charset="-122"/>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16">
            <p14:nvContentPartPr>
              <p14:cNvPr id="12" name="Ink 11">
                <a:extLst>
                  <a:ext uri="{FF2B5EF4-FFF2-40B4-BE49-F238E27FC236}">
                    <a16:creationId xmlns:a16="http://schemas.microsoft.com/office/drawing/2014/main" id="{32E6072C-0C65-6502-9E82-293D00297BD2}"/>
                  </a:ext>
                </a:extLst>
              </p14:cNvPr>
              <p14:cNvContentPartPr/>
              <p14:nvPr/>
            </p14:nvContentPartPr>
            <p14:xfrm>
              <a:off x="186596" y="1874160"/>
              <a:ext cx="1330200" cy="545040"/>
            </p14:xfrm>
          </p:contentPart>
        </mc:Choice>
        <mc:Fallback>
          <p:pic>
            <p:nvPicPr>
              <p:cNvPr id="12" name="Ink 11">
                <a:extLst>
                  <a:ext uri="{FF2B5EF4-FFF2-40B4-BE49-F238E27FC236}">
                    <a16:creationId xmlns:a16="http://schemas.microsoft.com/office/drawing/2014/main" id="{32E6072C-0C65-6502-9E82-293D00297BD2}"/>
                  </a:ext>
                </a:extLst>
              </p:cNvPr>
              <p:cNvPicPr/>
              <p:nvPr/>
            </p:nvPicPr>
            <p:blipFill>
              <a:blip r:embed="rId17"/>
              <a:stretch>
                <a:fillRect/>
              </a:stretch>
            </p:blipFill>
            <p:spPr>
              <a:xfrm>
                <a:off x="177236" y="1864800"/>
                <a:ext cx="1348920" cy="563760"/>
              </a:xfrm>
              <a:prstGeom prst="rect">
                <a:avLst/>
              </a:prstGeom>
            </p:spPr>
          </p:pic>
        </mc:Fallback>
      </mc:AlternateContent>
      <p:grpSp>
        <p:nvGrpSpPr>
          <p:cNvPr id="14" name="Group 13">
            <a:extLst>
              <a:ext uri="{FF2B5EF4-FFF2-40B4-BE49-F238E27FC236}">
                <a16:creationId xmlns:a16="http://schemas.microsoft.com/office/drawing/2014/main" id="{DE6AC14B-9674-422B-ADF7-641DAD658B07}"/>
              </a:ext>
            </a:extLst>
          </p:cNvPr>
          <p:cNvGrpSpPr/>
          <p:nvPr/>
        </p:nvGrpSpPr>
        <p:grpSpPr>
          <a:xfrm>
            <a:off x="121320" y="586800"/>
            <a:ext cx="8986680" cy="3915720"/>
            <a:chOff x="121320" y="586800"/>
            <a:chExt cx="8986680" cy="3915720"/>
          </a:xfrm>
        </p:grpSpPr>
        <mc:AlternateContent xmlns:mc="http://schemas.openxmlformats.org/markup-compatibility/2006">
          <mc:Choice xmlns:p14="http://schemas.microsoft.com/office/powerpoint/2010/main" Requires="p14">
            <p:contentPart p14:bwMode="auto" r:id="rId18">
              <p14:nvContentPartPr>
                <p14:cNvPr id="3" name="Ink 2">
                  <a:extLst>
                    <a:ext uri="{FF2B5EF4-FFF2-40B4-BE49-F238E27FC236}">
                      <a16:creationId xmlns:a16="http://schemas.microsoft.com/office/drawing/2014/main" id="{57FF3EDE-0207-3A30-2876-50393904CB06}"/>
                    </a:ext>
                  </a:extLst>
                </p14:cNvPr>
                <p14:cNvContentPartPr/>
                <p14:nvPr/>
              </p14:nvContentPartPr>
              <p14:xfrm>
                <a:off x="121320" y="586800"/>
                <a:ext cx="8986680" cy="3915720"/>
              </p14:xfrm>
            </p:contentPart>
          </mc:Choice>
          <mc:Fallback>
            <p:pic>
              <p:nvPicPr>
                <p:cNvPr id="3" name="Ink 2">
                  <a:extLst>
                    <a:ext uri="{FF2B5EF4-FFF2-40B4-BE49-F238E27FC236}">
                      <a16:creationId xmlns:a16="http://schemas.microsoft.com/office/drawing/2014/main" id="{57FF3EDE-0207-3A30-2876-50393904CB06}"/>
                    </a:ext>
                  </a:extLst>
                </p:cNvPr>
                <p:cNvPicPr/>
                <p:nvPr/>
              </p:nvPicPr>
              <p:blipFill>
                <a:blip r:embed="rId19"/>
                <a:stretch>
                  <a:fillRect/>
                </a:stretch>
              </p:blipFill>
              <p:spPr>
                <a:xfrm>
                  <a:off x="111960" y="577440"/>
                  <a:ext cx="9005400" cy="3934440"/>
                </a:xfrm>
                <a:prstGeom prst="rect">
                  <a:avLst/>
                </a:prstGeom>
              </p:spPr>
            </p:pic>
          </mc:Fallback>
        </mc:AlternateContent>
        <mc:AlternateContent xmlns:mc="http://schemas.openxmlformats.org/markup-compatibility/2006">
          <mc:Choice xmlns:p14="http://schemas.microsoft.com/office/powerpoint/2010/main" Requires="p14">
            <p:contentPart p14:bwMode="auto" r:id="rId20">
              <p14:nvContentPartPr>
                <p14:cNvPr id="13" name="Ink 12">
                  <a:extLst>
                    <a:ext uri="{FF2B5EF4-FFF2-40B4-BE49-F238E27FC236}">
                      <a16:creationId xmlns:a16="http://schemas.microsoft.com/office/drawing/2014/main" id="{67534611-1270-7576-A1BD-05196206AF5A}"/>
                    </a:ext>
                  </a:extLst>
                </p14:cNvPr>
                <p14:cNvContentPartPr/>
                <p14:nvPr/>
              </p14:nvContentPartPr>
              <p14:xfrm>
                <a:off x="5189760" y="4123080"/>
                <a:ext cx="684720" cy="278640"/>
              </p14:xfrm>
            </p:contentPart>
          </mc:Choice>
          <mc:Fallback>
            <p:pic>
              <p:nvPicPr>
                <p:cNvPr id="13" name="Ink 12">
                  <a:extLst>
                    <a:ext uri="{FF2B5EF4-FFF2-40B4-BE49-F238E27FC236}">
                      <a16:creationId xmlns:a16="http://schemas.microsoft.com/office/drawing/2014/main" id="{67534611-1270-7576-A1BD-05196206AF5A}"/>
                    </a:ext>
                  </a:extLst>
                </p:cNvPr>
                <p:cNvPicPr/>
                <p:nvPr/>
              </p:nvPicPr>
              <p:blipFill>
                <a:blip r:embed="rId21"/>
                <a:stretch>
                  <a:fillRect/>
                </a:stretch>
              </p:blipFill>
              <p:spPr>
                <a:xfrm>
                  <a:off x="5180400" y="4113720"/>
                  <a:ext cx="703440" cy="297360"/>
                </a:xfrm>
                <a:prstGeom prst="rect">
                  <a:avLst/>
                </a:prstGeom>
              </p:spPr>
            </p:pic>
          </mc:Fallback>
        </mc:AlternateContent>
      </p:grpSp>
    </p:spTree>
    <p:extLst>
      <p:ext uri="{BB962C8B-B14F-4D97-AF65-F5344CB8AC3E}">
        <p14:creationId xmlns:p14="http://schemas.microsoft.com/office/powerpoint/2010/main" val="8573327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9854AB-2AA7-23CE-EA38-F8598A81E9D4}"/>
              </a:ext>
            </a:extLst>
          </p:cNvPr>
          <p:cNvSpPr>
            <a:spLocks noGrp="1"/>
          </p:cNvSpPr>
          <p:nvPr>
            <p:ph type="title" idx="4294967295"/>
          </p:nvPr>
        </p:nvSpPr>
        <p:spPr>
          <a:xfrm>
            <a:off x="628650" y="-993775"/>
            <a:ext cx="7886700" cy="993775"/>
          </a:xfrm>
          <a:prstGeom prst="rect">
            <a:avLst/>
          </a:prstGeom>
        </p:spPr>
        <p:txBody>
          <a:bodyPr anchor="b"/>
          <a:lstStyle/>
          <a:p>
            <a:r>
              <a:rPr lang="en-US"/>
              <a:t>End slide</a:t>
            </a:r>
          </a:p>
        </p:txBody>
      </p:sp>
    </p:spTree>
    <p:extLst>
      <p:ext uri="{BB962C8B-B14F-4D97-AF65-F5344CB8AC3E}">
        <p14:creationId xmlns:p14="http://schemas.microsoft.com/office/powerpoint/2010/main" val="3080253289"/>
      </p:ext>
    </p:extLst>
  </p:cSld>
  <p:clrMapOvr>
    <a:masterClrMapping/>
  </p:clrMapOvr>
</p:sld>
</file>

<file path=ppt/theme/theme1.xml><?xml version="1.0" encoding="utf-8"?>
<a:theme xmlns:a="http://schemas.openxmlformats.org/drawingml/2006/main" name="Office Theme">
  <a:themeElements>
    <a:clrScheme name="Channel 4 1">
      <a:dk1>
        <a:srgbClr val="000000"/>
      </a:dk1>
      <a:lt1>
        <a:srgbClr val="FFFFFF"/>
      </a:lt1>
      <a:dk2>
        <a:srgbClr val="585858"/>
      </a:dk2>
      <a:lt2>
        <a:srgbClr val="FFFFFF"/>
      </a:lt2>
      <a:accent1>
        <a:srgbClr val="6D2B83"/>
      </a:accent1>
      <a:accent2>
        <a:srgbClr val="D0091D"/>
      </a:accent2>
      <a:accent3>
        <a:srgbClr val="FFD611"/>
      </a:accent3>
      <a:accent4>
        <a:srgbClr val="85B6E2"/>
      </a:accent4>
      <a:accent5>
        <a:srgbClr val="62CBC5"/>
      </a:accent5>
      <a:accent6>
        <a:srgbClr val="7F7878"/>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Custom Design">
  <a:themeElements>
    <a:clrScheme name="Queen Mary">
      <a:dk1>
        <a:srgbClr val="21386A"/>
      </a:dk1>
      <a:lt1>
        <a:sysClr val="window" lastClr="FFFFFF"/>
      </a:lt1>
      <a:dk2>
        <a:srgbClr val="21386A"/>
      </a:dk2>
      <a:lt2>
        <a:srgbClr val="D8D8D8"/>
      </a:lt2>
      <a:accent1>
        <a:srgbClr val="123181"/>
      </a:accent1>
      <a:accent2>
        <a:srgbClr val="792273"/>
      </a:accent2>
      <a:accent3>
        <a:srgbClr val="2DB8C5"/>
      </a:accent3>
      <a:accent4>
        <a:srgbClr val="CDA60C"/>
      </a:accent4>
      <a:accent5>
        <a:srgbClr val="BD1C1C"/>
      </a:accent5>
      <a:accent6>
        <a:srgbClr val="73B82B"/>
      </a:accent6>
      <a:hlink>
        <a:srgbClr val="E6007E"/>
      </a:hlink>
      <a:folHlink>
        <a:srgbClr val="2DB8C5"/>
      </a:folHlink>
    </a:clrScheme>
    <a:fontScheme name="Queen Mary">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Custom Design">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SharedWithUsers xmlns="ec8e96b7-88f6-4348-9ed3-1857a504f459">
      <UserInfo>
        <DisplayName>Stuart Richard Peters</DisplayName>
        <AccountId>249</AccountId>
        <AccountType/>
      </UserInfo>
    </SharedWithUsers>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E1368CCBB75DFF4FBBF35D2CFE6FAFE5" ma:contentTypeVersion="13" ma:contentTypeDescription="Create a new document." ma:contentTypeScope="" ma:versionID="f1311ced04cfc325e5928d5533fce59e">
  <xsd:schema xmlns:xsd="http://www.w3.org/2001/XMLSchema" xmlns:xs="http://www.w3.org/2001/XMLSchema" xmlns:p="http://schemas.microsoft.com/office/2006/metadata/properties" xmlns:ns2="ae20048c-4bd1-477c-818b-309dfd2ea730" xmlns:ns3="ec8e96b7-88f6-4348-9ed3-1857a504f459" targetNamespace="http://schemas.microsoft.com/office/2006/metadata/properties" ma:root="true" ma:fieldsID="5849b0596d969c419648485de5277e80" ns2:_="" ns3:_="">
    <xsd:import namespace="ae20048c-4bd1-477c-818b-309dfd2ea730"/>
    <xsd:import namespace="ec8e96b7-88f6-4348-9ed3-1857a504f459"/>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element ref="ns2:MediaServiceDateTaken" minOccurs="0"/>
                <xsd:element ref="ns2:MediaServiceAutoTags" minOccurs="0"/>
                <xsd:element ref="ns2:MediaLengthInSeconds" minOccurs="0"/>
                <xsd:element ref="ns2:MediaServiceAutoKeyPoints" minOccurs="0"/>
                <xsd:element ref="ns2:MediaServiceKeyPoints" minOccurs="0"/>
                <xsd:element ref="ns2:MediaServiceOCR" minOccurs="0"/>
                <xsd:element ref="ns2:MediaServiceGenerationTime" minOccurs="0"/>
                <xsd:element ref="ns2:MediaServiceEventHashCode"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e20048c-4bd1-477c-818b-309dfd2ea730"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2" nillable="true" ma:displayName="MediaServiceDateTaken" ma:hidden="true" ma:internalName="MediaServiceDateTaken" ma:readOnly="true">
      <xsd:simpleType>
        <xsd:restriction base="dms:Text"/>
      </xsd:simpleType>
    </xsd:element>
    <xsd:element name="MediaServiceAutoTags" ma:index="13" nillable="true" ma:displayName="Tags" ma:internalName="MediaServiceAutoTags" ma:readOnly="true">
      <xsd:simpleType>
        <xsd:restriction base="dms:Text"/>
      </xsd:simpleType>
    </xsd:element>
    <xsd:element name="MediaLengthInSeconds" ma:index="14" nillable="true" ma:displayName="MediaLengthInSeconds" ma:hidden="true" ma:internalName="MediaLengthInSeconds" ma:readOnly="true">
      <xsd:simpleType>
        <xsd:restriction base="dms:Unknown"/>
      </xsd:simpleType>
    </xsd:element>
    <xsd:element name="MediaServiceAutoKeyPoints" ma:index="15" nillable="true" ma:displayName="MediaServiceAutoKeyPoints" ma:hidden="true" ma:internalName="MediaServiceAutoKeyPoints" ma:readOnly="true">
      <xsd:simpleType>
        <xsd:restriction base="dms:Note"/>
      </xsd:simpleType>
    </xsd:element>
    <xsd:element name="MediaServiceKeyPoints" ma:index="16" nillable="true" ma:displayName="KeyPoints" ma:internalName="MediaServiceKeyPoints" ma:readOnly="true">
      <xsd:simpleType>
        <xsd:restriction base="dms:Note">
          <xsd:maxLength value="255"/>
        </xsd:restriction>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GenerationTime" ma:index="18" nillable="true" ma:displayName="MediaServiceGenerationTime" ma:hidden="true" ma:internalName="MediaServiceGenerationTime" ma:readOnly="true">
      <xsd:simpleType>
        <xsd:restriction base="dms:Text"/>
      </xsd:simpleType>
    </xsd:element>
    <xsd:element name="MediaServiceEventHashCode" ma:index="19" nillable="true" ma:displayName="MediaServiceEventHashCode" ma:hidden="true" ma:internalName="MediaServiceEventHashCode" ma:readOnly="true">
      <xsd:simpleType>
        <xsd:restriction base="dms:Text"/>
      </xsd:simpleType>
    </xsd:element>
    <xsd:element name="MediaServiceObjectDetectorVersions" ma:index="20" nillable="true" ma:displayName="MediaServiceObjectDetectorVersions" ma:hidden="true" ma:indexed="true" ma:internalName="MediaServiceObjectDetectorVersions"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ec8e96b7-88f6-4348-9ed3-1857a504f459"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32CF83C-B74F-48F2-8ECA-3B65423852EE}">
  <ds:schemaRefs>
    <ds:schemaRef ds:uri="http://schemas.microsoft.com/office/2006/metadata/properties"/>
    <ds:schemaRef ds:uri="http://schemas.microsoft.com/office/infopath/2007/PartnerControls"/>
    <ds:schemaRef ds:uri="ec8e96b7-88f6-4348-9ed3-1857a504f459"/>
  </ds:schemaRefs>
</ds:datastoreItem>
</file>

<file path=customXml/itemProps2.xml><?xml version="1.0" encoding="utf-8"?>
<ds:datastoreItem xmlns:ds="http://schemas.openxmlformats.org/officeDocument/2006/customXml" ds:itemID="{073B0BFE-8693-41A1-8146-1F50DBFC88B0}">
  <ds:schemaRefs>
    <ds:schemaRef ds:uri="ae20048c-4bd1-477c-818b-309dfd2ea730"/>
    <ds:schemaRef ds:uri="ec8e96b7-88f6-4348-9ed3-1857a504f459"/>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3DB8F29C-7E3B-4051-A5EC-36F526E4872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Office Theme</Template>
  <TotalTime>0</TotalTime>
  <Words>2322</Words>
  <Application>Microsoft Office PowerPoint</Application>
  <PresentationFormat>On-screen Show (16:9)</PresentationFormat>
  <Paragraphs>229</Paragraphs>
  <Slides>31</Slides>
  <Notes>30</Notes>
  <HiddenSlides>0</HiddenSlides>
  <MMClips>0</MMClips>
  <ScaleCrop>false</ScaleCrop>
  <HeadingPairs>
    <vt:vector size="6" baseType="variant">
      <vt:variant>
        <vt:lpstr>Fonts Used</vt:lpstr>
      </vt:variant>
      <vt:variant>
        <vt:i4>7</vt:i4>
      </vt:variant>
      <vt:variant>
        <vt:lpstr>Theme</vt:lpstr>
      </vt:variant>
      <vt:variant>
        <vt:i4>3</vt:i4>
      </vt:variant>
      <vt:variant>
        <vt:lpstr>Slide Titles</vt:lpstr>
      </vt:variant>
      <vt:variant>
        <vt:i4>31</vt:i4>
      </vt:variant>
    </vt:vector>
  </HeadingPairs>
  <TitlesOfParts>
    <vt:vector size="41" baseType="lpstr">
      <vt:lpstr>4 Text</vt:lpstr>
      <vt:lpstr>Channel 4 Chadwick</vt:lpstr>
      <vt:lpstr>Arial</vt:lpstr>
      <vt:lpstr>Calibri</vt:lpstr>
      <vt:lpstr>Calibri Light</vt:lpstr>
      <vt:lpstr>Cambria Math</vt:lpstr>
      <vt:lpstr>Symbol</vt:lpstr>
      <vt:lpstr>Office Theme</vt:lpstr>
      <vt:lpstr>1_Custom Design</vt:lpstr>
      <vt:lpstr>2_Custom Design</vt:lpstr>
      <vt:lpstr>EMS702UP Statistical Thinking and Applied Machine Learning  </vt:lpstr>
      <vt:lpstr>Fuzzy Rule Based Systems</vt:lpstr>
      <vt:lpstr>Fuzzy Rule Based Systems – Linguistic Variables and Hedges</vt:lpstr>
      <vt:lpstr>Fuzzy Rule Based Systems – Linguistic Variables and Hedges</vt:lpstr>
      <vt:lpstr>Fuzzy Rule Based Systems – Linguistic Variables and Hedges</vt:lpstr>
      <vt:lpstr>Fuzzy Rule Based Systems – Linguistic Variables and Hedges</vt:lpstr>
      <vt:lpstr>Fuzzy Rule Based Systems – Linguistic Variables and Hedges</vt:lpstr>
      <vt:lpstr>Fuzzy Rule Based Systems – Linguistic Variables and Hedges</vt:lpstr>
      <vt:lpstr>Fuzzy Rule Based Systems – Linguistic Variables and Hedges</vt:lpstr>
      <vt:lpstr>Fuzzy Rule Based Systems – Fuzzy Rules Processing</vt:lpstr>
      <vt:lpstr>Fuzzy Rule Based Systems – Fuzzy Rules Processing</vt:lpstr>
      <vt:lpstr>Fuzzy Rule Based Systems – Fuzzy Rules Processing</vt:lpstr>
      <vt:lpstr>Fuzzy Rule Based Systems – Fuzzy Rules Processing</vt:lpstr>
      <vt:lpstr>Fuzzy Rule Based Systems – Fuzzy Rules Processing</vt:lpstr>
      <vt:lpstr>Fuzzy Rule Based Systems – Fuzzy Rules Processing</vt:lpstr>
      <vt:lpstr>Fuzzy Rule Based Systems – Fuzzy Rules Processing</vt:lpstr>
      <vt:lpstr>Fuzzy Rule Based Systems – Fuzzy Rules Processing</vt:lpstr>
      <vt:lpstr>Fuzzy Rule Based Systems – Fuzzy Rules Processing</vt:lpstr>
      <vt:lpstr>Fuzzy Rule Based Systems – Fuzzy Rules Processing</vt:lpstr>
      <vt:lpstr>Fuzzy Rule Based Systems – Fuzzy Rules Processing</vt:lpstr>
      <vt:lpstr>Fuzzy Rule Based Systems – Fuzzy Rules Processing</vt:lpstr>
      <vt:lpstr>Fuzzy Rule Based Systems – Fuzzy Rules Processing</vt:lpstr>
      <vt:lpstr>Fuzzy Rule Based System Operation</vt:lpstr>
      <vt:lpstr>Fuzzy Rule Based System Operation</vt:lpstr>
      <vt:lpstr>Fuzzy Rule Based System Operation</vt:lpstr>
      <vt:lpstr>Fuzzy Rule Based System Operation</vt:lpstr>
      <vt:lpstr>Fuzzy Rule Based System Operation</vt:lpstr>
      <vt:lpstr>Fuzzy Rule Based System Operation</vt:lpstr>
      <vt:lpstr>Fuzzy Rule Based System Operation</vt:lpstr>
      <vt:lpstr>Fuzzy Rule Based System Operation</vt:lpstr>
      <vt:lpstr>End slide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 J</dc:creator>
  <cp:lastModifiedBy>Jun Chen</cp:lastModifiedBy>
  <cp:revision>649</cp:revision>
  <dcterms:created xsi:type="dcterms:W3CDTF">2020-06-18T12:08:25Z</dcterms:created>
  <dcterms:modified xsi:type="dcterms:W3CDTF">2023-10-30T10:25:41Z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0x010100E1368CCBB75DFF4FBBF35D2CFE6FAFE5</vt:lpwstr>
  </property>
</Properties>
</file>